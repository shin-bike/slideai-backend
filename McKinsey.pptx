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9.png" ContentType="image/png"/>
  <Override PartName="/ppt/embeddings/oleObject13.bin" ContentType="application/vnd.openxmlformats-officedocument.oleObject"/>
  <Override PartName="/ppt/embeddings/oleObject12.bin" ContentType="application/vnd.openxmlformats-officedocument.oleObject"/>
  <Override PartName="/ppt/embeddings/oleObject11.bin" ContentType="application/vnd.openxmlformats-officedocument.oleObject"/>
  <Override PartName="/ppt/embeddings/oleObject10.bin" ContentType="application/vnd.openxmlformats-officedocument.oleObject"/>
  <Override PartName="/ppt/embeddings/oleObject17.bin" ContentType="application/vnd.openxmlformats-officedocument.oleObject"/>
  <Override PartName="/ppt/embeddings/oleObject4.bin" ContentType="application/vnd.openxmlformats-officedocument.oleObject"/>
  <Override PartName="/ppt/embeddings/oleObject16.bin" ContentType="application/vnd.openxmlformats-officedocument.oleObject"/>
  <Override PartName="/ppt/embeddings/oleObject3.bin" ContentType="application/vnd.openxmlformats-officedocument.oleObject"/>
  <Override PartName="/ppt/embeddings/oleObject15.bin" ContentType="application/vnd.openxmlformats-officedocument.oleObject"/>
  <Override PartName="/ppt/embeddings/oleObject2.bin" ContentType="application/vnd.openxmlformats-officedocument.oleObject"/>
  <Override PartName="/ppt/embeddings/oleObject14.bin" ContentType="application/vnd.openxmlformats-officedocument.oleObject"/>
  <Override PartName="/ppt/embeddings/oleObject1.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slides/_rels/slide189.xml.rels" ContentType="application/vnd.openxmlformats-package.relationships+xml"/>
  <Override PartName="/ppt/slides/_rels/slide22.xml.rels" ContentType="application/vnd.openxmlformats-package.relationships+xml"/>
  <Override PartName="/ppt/slides/_rels/slide188.xml.rels" ContentType="application/vnd.openxmlformats-package.relationships+xml"/>
  <Override PartName="/ppt/slides/_rels/slide21.xml.rels" ContentType="application/vnd.openxmlformats-package.relationships+xml"/>
  <Override PartName="/ppt/slides/_rels/slide179.xml.rels" ContentType="application/vnd.openxmlformats-package.relationships+xml"/>
  <Override PartName="/ppt/slides/_rels/slide12.xml.rels" ContentType="application/vnd.openxmlformats-package.relationships+xml"/>
  <Override PartName="/ppt/slides/_rels/slide178.xml.rels" ContentType="application/vnd.openxmlformats-package.relationships+xml"/>
  <Override PartName="/ppt/slides/_rels/slide11.xml.rels" ContentType="application/vnd.openxmlformats-package.relationships+xml"/>
  <Override PartName="/ppt/slides/_rels/slide169.xml.rels" ContentType="application/vnd.openxmlformats-package.relationships+xml"/>
  <Override PartName="/ppt/slides/_rels/slide168.xml.rels" ContentType="application/vnd.openxmlformats-package.relationships+xml"/>
  <Override PartName="/ppt/slides/_rels/slide167.xml.rels" ContentType="application/vnd.openxmlformats-package.relationships+xml"/>
  <Override PartName="/ppt/slides/_rels/slide166.xml.rels" ContentType="application/vnd.openxmlformats-package.relationships+xml"/>
  <Override PartName="/ppt/slides/_rels/slide165.xml.rels" ContentType="application/vnd.openxmlformats-package.relationships+xml"/>
  <Override PartName="/ppt/slides/_rels/slide164.xml.rels" ContentType="application/vnd.openxmlformats-package.relationships+xml"/>
  <Override PartName="/ppt/slides/_rels/slide163.xml.rels" ContentType="application/vnd.openxmlformats-package.relationships+xml"/>
  <Override PartName="/ppt/slides/_rels/slide159.xml.rels" ContentType="application/vnd.openxmlformats-package.relationships+xml"/>
  <Override PartName="/ppt/slides/_rels/slide158.xml.rels" ContentType="application/vnd.openxmlformats-package.relationships+xml"/>
  <Override PartName="/ppt/slides/_rels/slide157.xml.rels" ContentType="application/vnd.openxmlformats-package.relationships+xml"/>
  <Override PartName="/ppt/slides/_rels/slide156.xml.rels" ContentType="application/vnd.openxmlformats-package.relationships+xml"/>
  <Override PartName="/ppt/slides/_rels/slide155.xml.rels" ContentType="application/vnd.openxmlformats-package.relationships+xml"/>
  <Override PartName="/ppt/slides/_rels/slide154.xml.rels" ContentType="application/vnd.openxmlformats-package.relationships+xml"/>
  <Override PartName="/ppt/slides/_rels/slide153.xml.rels" ContentType="application/vnd.openxmlformats-package.relationships+xml"/>
  <Override PartName="/ppt/slides/_rels/slide84.xml.rels" ContentType="application/vnd.openxmlformats-package.relationships+xml"/>
  <Override PartName="/ppt/slides/_rels/slide149.xml.rels" ContentType="application/vnd.openxmlformats-package.relationships+xml"/>
  <Override PartName="/ppt/slides/_rels/slide148.xml.rels" ContentType="application/vnd.openxmlformats-package.relationships+xml"/>
  <Override PartName="/ppt/slides/_rels/slide147.xml.rels" ContentType="application/vnd.openxmlformats-package.relationships+xml"/>
  <Override PartName="/ppt/slides/_rels/slide146.xml.rels" ContentType="application/vnd.openxmlformats-package.relationships+xml"/>
  <Override PartName="/ppt/slides/_rels/slide145.xml.rels" ContentType="application/vnd.openxmlformats-package.relationships+xml"/>
  <Override PartName="/ppt/slides/_rels/slide99.xml.rels" ContentType="application/vnd.openxmlformats-package.relationships+xml"/>
  <Override PartName="/ppt/slides/_rels/slide144.xml.rels" ContentType="application/vnd.openxmlformats-package.relationships+xml"/>
  <Override PartName="/ppt/slides/_rels/slide98.xml.rels" ContentType="application/vnd.openxmlformats-package.relationships+xml"/>
  <Override PartName="/ppt/slides/_rels/slide143.xml.rels" ContentType="application/vnd.openxmlformats-package.relationships+xml"/>
  <Override PartName="/ppt/slides/_rels/slide74.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139.xml.rels" ContentType="application/vnd.openxmlformats-package.relationships+xml"/>
  <Override PartName="/ppt/slides/_rels/slide138.xml.rels" ContentType="application/vnd.openxmlformats-package.relationships+xml"/>
  <Override PartName="/ppt/slides/_rels/slide137.xml.rels" ContentType="application/vnd.openxmlformats-package.relationships+xml"/>
  <Override PartName="/ppt/slides/_rels/slide136.xml.rels" ContentType="application/vnd.openxmlformats-package.relationships+xml"/>
  <Override PartName="/ppt/slides/_rels/slide135.xml.rels" ContentType="application/vnd.openxmlformats-package.relationships+xml"/>
  <Override PartName="/ppt/slides/_rels/slide89.xml.rels" ContentType="application/vnd.openxmlformats-package.relationships+xml"/>
  <Override PartName="/ppt/slides/_rels/slide134.xml.rels" ContentType="application/vnd.openxmlformats-package.relationships+xml"/>
  <Override PartName="/ppt/slides/_rels/slide88.xml.rels" ContentType="application/vnd.openxmlformats-package.relationships+xml"/>
  <Override PartName="/ppt/slides/_rels/slide133.xml.rels" ContentType="application/vnd.openxmlformats-package.relationships+xml"/>
  <Override PartName="/ppt/slides/_rels/slide64.xml.rels" ContentType="application/vnd.openxmlformats-package.relationships+xml"/>
  <Override PartName="/ppt/slides/_rels/slide63.xml.rels" ContentType="application/vnd.openxmlformats-package.relationships+xml"/>
  <Override PartName="/ppt/slides/_rels/slide62.xml.rels" ContentType="application/vnd.openxmlformats-package.relationships+xml"/>
  <Override PartName="/ppt/slides/_rels/slide85.xml.rels" ContentType="application/vnd.openxmlformats-package.relationships+xml"/>
  <Override PartName="/ppt/slides/_rels/slide130.xml.rels" ContentType="application/vnd.openxmlformats-package.relationships+xml"/>
  <Override PartName="/ppt/slides/_rels/slide79.xml.rels" ContentType="application/vnd.openxmlformats-package.relationships+xml"/>
  <Override PartName="/ppt/slides/_rels/slide192.xml.rels" ContentType="application/vnd.openxmlformats-package.relationships+xml"/>
  <Override PartName="/ppt/slides/_rels/slide124.xml.rels" ContentType="application/vnd.openxmlformats-package.relationships+xml"/>
  <Override PartName="/ppt/slides/_rels/slide49.xml.rels" ContentType="application/vnd.openxmlformats-package.relationships+xml"/>
  <Override PartName="/ppt/slides/_rels/slide162.xml.rels" ContentType="application/vnd.openxmlformats-package.relationships+xml"/>
  <Override PartName="/ppt/slides/_rels/slide195.xml.rels" ContentType="application/vnd.openxmlformats-package.relationships+xml"/>
  <Override PartName="/ppt/slides/_rels/slide269.xml.rels" ContentType="application/vnd.openxmlformats-package.relationships+xml"/>
  <Override PartName="/ppt/slides/_rels/slide268.xml.rels" ContentType="application/vnd.openxmlformats-package.relationships+xml"/>
  <Override PartName="/ppt/slides/_rels/slide267.xml.rels" ContentType="application/vnd.openxmlformats-package.relationships+xml"/>
  <Override PartName="/ppt/slides/_rels/slide303.xml.rels" ContentType="application/vnd.openxmlformats-package.relationships+xml"/>
  <Override PartName="/ppt/slides/_rels/slide266.xml.rels" ContentType="application/vnd.openxmlformats-package.relationships+xml"/>
  <Override PartName="/ppt/slides/_rels/slide302.xml.rels" ContentType="application/vnd.openxmlformats-package.relationships+xml"/>
  <Override PartName="/ppt/slides/_rels/slide69.xml.rels" ContentType="application/vnd.openxmlformats-package.relationships+xml"/>
  <Override PartName="/ppt/slides/_rels/slide182.xml.rels" ContentType="application/vnd.openxmlformats-package.relationships+xml"/>
  <Override PartName="/ppt/slides/_rels/slide114.xml.rels" ContentType="application/vnd.openxmlformats-package.relationships+xml"/>
  <Override PartName="/ppt/slides/_rels/slide185.xml.rels" ContentType="application/vnd.openxmlformats-package.relationships+xml"/>
  <Override PartName="/ppt/slides/_rels/slide39.xml.rels" ContentType="application/vnd.openxmlformats-package.relationships+xml"/>
  <Override PartName="/ppt/slides/_rels/slide152.xml.rels" ContentType="application/vnd.openxmlformats-package.relationships+xml"/>
  <Override PartName="/ppt/slides/_rels/slide299.xml.rels" ContentType="application/vnd.openxmlformats-package.relationships+xml"/>
  <Override PartName="/ppt/slides/_rels/slide301.xml.rels" ContentType="application/vnd.openxmlformats-package.relationships+xml"/>
  <Override PartName="/ppt/slides/_rels/slide265.xml.rels" ContentType="application/vnd.openxmlformats-package.relationships+xml"/>
  <Override PartName="/ppt/slides/_rels/slide40.xml.rels" ContentType="application/vnd.openxmlformats-package.relationships+xml"/>
  <Override PartName="/ppt/slides/_rels/slide257.xml.rels" ContentType="application/vnd.openxmlformats-package.relationships+xml"/>
  <Override PartName="/ppt/slides/_rels/slide15.xml.rels" ContentType="application/vnd.openxmlformats-package.relationships+xml"/>
  <Override PartName="/ppt/slides/_rels/slide83.xml.rels" ContentType="application/vnd.openxmlformats-package.relationships+xml"/>
  <Override PartName="/ppt/slides/_rels/slide80.xml.rels" ContentType="application/vnd.openxmlformats-package.relationships+xml"/>
  <Override PartName="/ppt/slides/_rels/slide131.xml.rels" ContentType="application/vnd.openxmlformats-package.relationships+xml"/>
  <Override PartName="/ppt/slides/_rels/slide18.xml.rels" ContentType="application/vnd.openxmlformats-package.relationships+xml"/>
  <Override PartName="/ppt/slides/_rels/slide86.xml.rels" ContentType="application/vnd.openxmlformats-package.relationships+xml"/>
  <Override PartName="/ppt/slides/_rels/slide252.xml.rels" ContentType="application/vnd.openxmlformats-package.relationships+xml"/>
  <Override PartName="/ppt/slides/_rels/slide186.xml.rels" ContentType="application/vnd.openxmlformats-package.relationships+xml"/>
  <Override PartName="/ppt/slides/_rels/slide183.xml.rels" ContentType="application/vnd.openxmlformats-package.relationships+xml"/>
  <Override PartName="/ppt/slides/_rels/slide150.xml.rels" ContentType="application/vnd.openxmlformats-package.relationships+xml"/>
  <Override PartName="/ppt/slides/_rels/slide37.xml.rels" ContentType="application/vnd.openxmlformats-package.relationships+xml"/>
  <Override PartName="/ppt/slides/_rels/slide46.xml.rels" ContentType="application/vnd.openxmlformats-package.relationships+xml"/>
  <Override PartName="/ppt/slides/_rels/slide200.xml.rels" ContentType="application/vnd.openxmlformats-package.relationships+xml"/>
  <Override PartName="/ppt/slides/_rels/slide2.xml.rels" ContentType="application/vnd.openxmlformats-package.relationships+xml"/>
  <Override PartName="/ppt/slides/_rels/slide173.xml.rels" ContentType="application/vnd.openxmlformats-package.relationships+xml"/>
  <Override PartName="/ppt/slides/_rels/slide176.xml.rels" ContentType="application/vnd.openxmlformats-package.relationships+xml"/>
  <Override PartName="/ppt/slides/_rels/slide87.xml.rels" ContentType="application/vnd.openxmlformats-package.relationships+xml"/>
  <Override PartName="/ppt/slides/_rels/slide132.xml.rels" ContentType="application/vnd.openxmlformats-package.relationships+xml"/>
  <Override PartName="/ppt/slides/_rels/slide19.xml.rels" ContentType="application/vnd.openxmlformats-package.relationships+xml"/>
  <Override PartName="/ppt/slides/_rels/slide253.xml.rels" ContentType="application/vnd.openxmlformats-package.relationships+xml"/>
  <Override PartName="/ppt/slides/_rels/slide275.xml.rels" ContentType="application/vnd.openxmlformats-package.relationships+xml"/>
  <Override PartName="/ppt/slides/_rels/slide207.xml.rels" ContentType="application/vnd.openxmlformats-package.relationships+xml"/>
  <Override PartName="/ppt/slides/_rels/slide254.xml.rels" ContentType="application/vnd.openxmlformats-package.relationships+xml"/>
  <Override PartName="/ppt/slides/_rels/slide170.xml.rels" ContentType="application/vnd.openxmlformats-package.relationships+xml"/>
  <Override PartName="/ppt/slides/_rels/slide57.xml.rels" ContentType="application/vnd.openxmlformats-package.relationships+xml"/>
  <Override PartName="/ppt/slides/_rels/slide102.xml.rels" ContentType="application/vnd.openxmlformats-package.relationships+xml"/>
  <Override PartName="/ppt/slides/_rels/slide255.xml.rels" ContentType="application/vnd.openxmlformats-package.relationships+xml"/>
  <Override PartName="/ppt/slides/_rels/slide171.xml.rels" ContentType="application/vnd.openxmlformats-package.relationships+xml"/>
  <Override PartName="/ppt/slides/_rels/slide58.xml.rels" ContentType="application/vnd.openxmlformats-package.relationships+xml"/>
  <Override PartName="/ppt/slides/_rels/slide103.xml.rels" ContentType="application/vnd.openxmlformats-package.relationships+xml"/>
  <Override PartName="/ppt/slides/_rels/slide225.xml.rels" ContentType="application/vnd.openxmlformats-package.relationships+xml"/>
  <Override PartName="/ppt/slides/_rels/slide226.xml.rels" ContentType="application/vnd.openxmlformats-package.relationships+xml"/>
  <Override PartName="/ppt/slides/_rels/slide127.xml.rels" ContentType="application/vnd.openxmlformats-package.relationships+xml"/>
  <Override PartName="/ppt/slides/_rels/slide292.xml.rels" ContentType="application/vnd.openxmlformats-package.relationships+xml"/>
  <Override PartName="/ppt/slides/_rels/slide224.xml.rels" ContentType="application/vnd.openxmlformats-package.relationships+xml"/>
  <Override PartName="/ppt/slides/_rels/slide227.xml.rels" ContentType="application/vnd.openxmlformats-package.relationships+xml"/>
  <Override PartName="/ppt/slides/_rels/slide295.xml.rels" ContentType="application/vnd.openxmlformats-package.relationships+xml"/>
  <Override PartName="/ppt/slides/_rels/slide228.xml.rels" ContentType="application/vnd.openxmlformats-package.relationships+xml"/>
  <Override PartName="/ppt/slides/_rels/slide296.xml.rels" ContentType="application/vnd.openxmlformats-package.relationships+xml"/>
  <Override PartName="/ppt/slides/_rels/slide230.xml.rels" ContentType="application/vnd.openxmlformats-package.relationships+xml"/>
  <Override PartName="/ppt/slides/_rels/slide229.xml.rels" ContentType="application/vnd.openxmlformats-package.relationships+xml"/>
  <Override PartName="/ppt/slides/_rels/slide297.xml.rels" ContentType="application/vnd.openxmlformats-package.relationships+xml"/>
  <Override PartName="/ppt/slides/_rels/slide231.xml.rels" ContentType="application/vnd.openxmlformats-package.relationships+xml"/>
  <Override PartName="/ppt/slides/_rels/slide232.xml.rels" ContentType="application/vnd.openxmlformats-package.relationships+xml"/>
  <Override PartName="/ppt/slides/_rels/slide81.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233.xml.rels" ContentType="application/vnd.openxmlformats-package.relationships+xml"/>
  <Override PartName="/ppt/slides/_rels/slide82.xml.rels" ContentType="application/vnd.openxmlformats-package.relationships+xml"/>
  <Override PartName="/ppt/slides/_rels/slide14.xml.rels" ContentType="application/vnd.openxmlformats-package.relationships+xml"/>
  <Override PartName="/ppt/slides/_rels/slide160.xml.rels" ContentType="application/vnd.openxmlformats-package.relationships+xml"/>
  <Override PartName="/ppt/slides/_rels/slide47.xml.rels" ContentType="application/vnd.openxmlformats-package.relationships+xml"/>
  <Override PartName="/ppt/slides/_rels/slide17.xml.rels" ContentType="application/vnd.openxmlformats-package.relationships+xml"/>
  <Override PartName="/ppt/slides/_rels/slide234.xml.rels" ContentType="application/vnd.openxmlformats-package.relationships+xml"/>
  <Override PartName="/ppt/slides/_rels/slide235.xml.rels" ContentType="application/vnd.openxmlformats-package.relationships+xml"/>
  <Override PartName="/ppt/slides/_rels/slide236.xml.rels" ContentType="application/vnd.openxmlformats-package.relationships+xml"/>
  <Override PartName="/ppt/slides/_rels/slide237.xml.rels" ContentType="application/vnd.openxmlformats-package.relationships+xml"/>
  <Override PartName="/ppt/slides/_rels/slide238.xml.rels" ContentType="application/vnd.openxmlformats-package.relationships+xml"/>
  <Override PartName="/ppt/slides/_rels/slide240.xml.rels" ContentType="application/vnd.openxmlformats-package.relationships+xml"/>
  <Override PartName="/ppt/slides/_rels/slide251.xml.rels" ContentType="application/vnd.openxmlformats-package.relationships+xml"/>
  <Override PartName="/ppt/slides/_rels/slide277.xml.rels" ContentType="application/vnd.openxmlformats-package.relationships+xml"/>
  <Override PartName="/ppt/slides/_rels/slide35.xml.rels" ContentType="application/vnd.openxmlformats-package.relationships+xml"/>
  <Override PartName="/ppt/slides/_rels/slide249.xml.rels" ContentType="application/vnd.openxmlformats-package.relationships+xml"/>
  <Override PartName="/ppt/slides/_rels/slide212.xml.rels" ContentType="application/vnd.openxmlformats-package.relationships+xml"/>
  <Override PartName="/ppt/slides/_rels/slide115.xml.rels" ContentType="application/vnd.openxmlformats-package.relationships+xml"/>
  <Override PartName="/ppt/slides/_rels/slide280.xml.rels" ContentType="application/vnd.openxmlformats-package.relationships+xml"/>
  <Override PartName="/ppt/slides/_rels/slide250.xml.rels" ContentType="application/vnd.openxmlformats-package.relationships+xml"/>
  <Override PartName="/ppt/slides/_rels/slide108.xml.rels" ContentType="application/vnd.openxmlformats-package.relationships+xml"/>
  <Override PartName="/ppt/slides/_rels/slide273.xml.rels" ContentType="application/vnd.openxmlformats-package.relationships+xml"/>
  <Override PartName="/ppt/slides/_rels/slide205.xml.rels" ContentType="application/vnd.openxmlformats-package.relationships+xml"/>
  <Override PartName="/ppt/slides/_rels/slide208.xml.rels" ContentType="application/vnd.openxmlformats-package.relationships+xml"/>
  <Override PartName="/ppt/slides/_rels/slide276.xml.rels" ContentType="application/vnd.openxmlformats-package.relationships+xml"/>
  <Override PartName="/ppt/slides/_rels/slide248.xml.rels" ContentType="application/vnd.openxmlformats-package.relationships+xml"/>
  <Override PartName="/ppt/slides/_rels/slide211.xml.rels" ContentType="application/vnd.openxmlformats-package.relationships+xml"/>
  <Override PartName="/ppt/slides/_rels/slide247.xml.rels" ContentType="application/vnd.openxmlformats-package.relationships+xml"/>
  <Override PartName="/ppt/slides/_rels/slide210.xml.rels" ContentType="application/vnd.openxmlformats-package.relationships+xml"/>
  <Override PartName="/ppt/slides/_rels/slide246.xml.rels" ContentType="application/vnd.openxmlformats-package.relationships+xml"/>
  <Override PartName="/ppt/slides/_rels/slide245.xml.rels" ContentType="application/vnd.openxmlformats-package.relationships+xml"/>
  <Override PartName="/ppt/slides/_rels/slide244.xml.rels" ContentType="application/vnd.openxmlformats-package.relationships+xml"/>
  <Override PartName="/ppt/slides/_rels/slide243.xml.rels" ContentType="application/vnd.openxmlformats-package.relationships+xml"/>
  <Override PartName="/ppt/slides/_rels/slide242.xml.rels" ContentType="application/vnd.openxmlformats-package.relationships+xml"/>
  <Override PartName="/ppt/slides/_rels/slide239.xml.rels" ContentType="application/vnd.openxmlformats-package.relationships+xml"/>
  <Override PartName="/ppt/slides/_rels/slide202.xml.rels" ContentType="application/vnd.openxmlformats-package.relationships+xml"/>
  <Override PartName="/ppt/slides/_rels/slide105.xml.rels" ContentType="application/vnd.openxmlformats-package.relationships+xml"/>
  <Override PartName="/ppt/slides/_rels/slide270.xml.rels" ContentType="application/vnd.openxmlformats-package.relationships+xml"/>
  <Override PartName="/ppt/slides/_rels/slide241.xml.rels" ContentType="application/vnd.openxmlformats-package.relationships+xml"/>
  <Override PartName="/ppt/slides/_rels/slide223.xml.rels" ContentType="application/vnd.openxmlformats-package.relationships+xml"/>
  <Override PartName="/ppt/slides/_rels/slide222.xml.rels" ContentType="application/vnd.openxmlformats-package.relationships+xml"/>
  <Override PartName="/ppt/slides/_rels/slide221.xml.rels" ContentType="application/vnd.openxmlformats-package.relationships+xml"/>
  <Override PartName="/ppt/slides/_rels/slide220.xml.rels" ContentType="application/vnd.openxmlformats-package.relationships+xml"/>
  <Override PartName="/ppt/slides/_rels/slide287.xml.rels" ContentType="application/vnd.openxmlformats-package.relationships+xml"/>
  <Override PartName="/ppt/slides/_rels/slide219.xml.rels" ContentType="application/vnd.openxmlformats-package.relationships+xml"/>
  <Override PartName="/ppt/slides/_rels/slide190.xml.rels" ContentType="application/vnd.openxmlformats-package.relationships+xml"/>
  <Override PartName="/ppt/slides/_rels/slide122.xml.rels" ContentType="application/vnd.openxmlformats-package.relationships+xml"/>
  <Override PartName="/ppt/slides/_rels/slide77.xml.rels" ContentType="application/vnd.openxmlformats-package.relationships+xml"/>
  <Override PartName="/ppt/slides/_rels/slide118.xml.rels" ContentType="application/vnd.openxmlformats-package.relationships+xml"/>
  <Override PartName="/ppt/slides/_rels/slide283.xml.rels" ContentType="application/vnd.openxmlformats-package.relationships+xml"/>
  <Override PartName="/ppt/slides/_rels/slide215.xml.rels" ContentType="application/vnd.openxmlformats-package.relationships+xml"/>
  <Override PartName="/ppt/slides/_rels/slide218.xml.rels" ContentType="application/vnd.openxmlformats-package.relationships+xml"/>
  <Override PartName="/ppt/slides/_rels/slide286.xml.rels" ContentType="application/vnd.openxmlformats-package.relationships+xml"/>
  <Override PartName="/ppt/slides/_rels/slide117.xml.rels" ContentType="application/vnd.openxmlformats-package.relationships+xml"/>
  <Override PartName="/ppt/slides/_rels/slide282.xml.rels" ContentType="application/vnd.openxmlformats-package.relationships+xml"/>
  <Override PartName="/ppt/slides/_rels/slide214.xml.rels" ContentType="application/vnd.openxmlformats-package.relationships+xml"/>
  <Override PartName="/ppt/slides/_rels/slide217.xml.rels" ContentType="application/vnd.openxmlformats-package.relationships+xml"/>
  <Override PartName="/ppt/slides/_rels/slide285.xml.rels" ContentType="application/vnd.openxmlformats-package.relationships+xml"/>
  <Override PartName="/ppt/slides/_rels/slide216.xml.rels" ContentType="application/vnd.openxmlformats-package.relationships+xml"/>
  <Override PartName="/ppt/slides/_rels/slide213.xml.rels" ContentType="application/vnd.openxmlformats-package.relationships+xml"/>
  <Override PartName="/ppt/slides/_rels/slide209.xml.rels" ContentType="application/vnd.openxmlformats-package.relationships+xml"/>
  <Override PartName="/ppt/slides/_rels/slide180.xml.rels" ContentType="application/vnd.openxmlformats-package.relationships+xml"/>
  <Override PartName="/ppt/slides/_rels/slide67.xml.rels" ContentType="application/vnd.openxmlformats-package.relationships+xml"/>
  <Override PartName="/ppt/slides/_rels/slide206.xml.rels" ContentType="application/vnd.openxmlformats-package.relationships+xml"/>
  <Override PartName="/ppt/slides/_rels/slide204.xml.rels" ContentType="application/vnd.openxmlformats-package.relationships+xml"/>
  <Override PartName="/ppt/slides/_rels/slide203.xml.rels" ContentType="application/vnd.openxmlformats-package.relationships+xml"/>
  <Override PartName="/ppt/slides/_rels/slide36.xml.rels" ContentType="application/vnd.openxmlformats-package.relationships+xml"/>
  <Override PartName="/ppt/slides/_rels/slide256.xml.rels" ContentType="application/vnd.openxmlformats-package.relationships+xml"/>
  <Override PartName="/ppt/slides/_rels/slide193.xml.rels" ContentType="application/vnd.openxmlformats-package.relationships+xml"/>
  <Override PartName="/ppt/slides/_rels/slide290.xml.rels" ContentType="application/vnd.openxmlformats-package.relationships+xml"/>
  <Override PartName="/ppt/slides/_rels/slide125.xml.rels" ContentType="application/vnd.openxmlformats-package.relationships+xml"/>
  <Override PartName="/ppt/slides/_rels/slide23.xml.rels" ContentType="application/vnd.openxmlformats-package.relationships+xml"/>
  <Override PartName="/ppt/slides/_rels/slide4.xml.rels" ContentType="application/vnd.openxmlformats-package.relationships+xml"/>
  <Override PartName="/ppt/slides/_rels/slide91.xml.rels" ContentType="application/vnd.openxmlformats-package.relationships+xml"/>
  <Override PartName="/ppt/slides/_rels/slide38.xml.rels" ContentType="application/vnd.openxmlformats-package.relationships+xml"/>
  <Override PartName="/ppt/slides/_rels/slide151.xml.rels" ContentType="application/vnd.openxmlformats-package.relationships+xml"/>
  <Override PartName="/ppt/slides/_rels/slide281.xml.rels" ContentType="application/vnd.openxmlformats-package.relationships+xml"/>
  <Override PartName="/ppt/slides/_rels/slide116.xml.rels" ContentType="application/vnd.openxmlformats-package.relationships+xml"/>
  <Override PartName="/ppt/slides/_rels/slide184.xml.rels" ContentType="application/vnd.openxmlformats-package.relationships+xml"/>
  <Override PartName="/ppt/slides/_rels/slide181.xml.rels" ContentType="application/vnd.openxmlformats-package.relationships+xml"/>
  <Override PartName="/ppt/slides/_rels/slide68.xml.rels" ContentType="application/vnd.openxmlformats-package.relationships+xml"/>
  <Override PartName="/ppt/slides/_rels/slide262.xml.rels" ContentType="application/vnd.openxmlformats-package.relationships+xml"/>
  <Override PartName="/ppt/slides/_rels/slide278.xml.rels" ContentType="application/vnd.openxmlformats-package.relationships+xml"/>
  <Override PartName="/ppt/slides/_rels/slide25.xml.rels" ContentType="application/vnd.openxmlformats-package.relationships+xml"/>
  <Override PartName="/ppt/slides/_rels/slide6.xml.rels" ContentType="application/vnd.openxmlformats-package.relationships+xml"/>
  <Override PartName="/ppt/slides/_rels/slide93.xml.rels" ContentType="application/vnd.openxmlformats-package.relationships+xml"/>
  <Override PartName="/ppt/slides/_rels/slide298.xml.rels" ContentType="application/vnd.openxmlformats-package.relationships+xml"/>
  <Override PartName="/ppt/slides/_rels/slide300.xml.rels" ContentType="application/vnd.openxmlformats-package.relationships+xml"/>
  <Override PartName="/ppt/slides/_rels/slide261.xml.rels" ContentType="application/vnd.openxmlformats-package.relationships+xml"/>
  <Override PartName="/ppt/slides/_rels/slide194.xml.rels" ContentType="application/vnd.openxmlformats-package.relationships+xml"/>
  <Override PartName="/ppt/slides/_rels/slide291.xml.rels" ContentType="application/vnd.openxmlformats-package.relationships+xml"/>
  <Override PartName="/ppt/slides/_rels/slide126.xml.rels" ContentType="application/vnd.openxmlformats-package.relationships+xml"/>
  <Override PartName="/ppt/slides/_rels/slide24.xml.rels" ContentType="application/vnd.openxmlformats-package.relationships+xml"/>
  <Override PartName="/ppt/slides/_rels/slide5.xml.rels" ContentType="application/vnd.openxmlformats-package.relationships+xml"/>
  <Override PartName="/ppt/slides/_rels/slide92.xml.rels" ContentType="application/vnd.openxmlformats-package.relationships+xml"/>
  <Override PartName="/ppt/slides/_rels/slide260.xml.rels" ContentType="application/vnd.openxmlformats-package.relationships+xml"/>
  <Override PartName="/ppt/slides/_rels/slide284.xml.rels" ContentType="application/vnd.openxmlformats-package.relationships+xml"/>
  <Override PartName="/ppt/slides/_rels/slide119.xml.rels" ContentType="application/vnd.openxmlformats-package.relationships+xml"/>
  <Override PartName="/ppt/slides/_rels/slide187.xml.rels" ContentType="application/vnd.openxmlformats-package.relationships+xml"/>
  <Override PartName="/ppt/slides/_rels/slide20.xml.rels" ContentType="application/vnd.openxmlformats-package.relationships+xml"/>
  <Override PartName="/ppt/slides/_rels/slide271.xml.rels" ContentType="application/vnd.openxmlformats-package.relationships+xml"/>
  <Override PartName="/ppt/slides/_rels/slide106.xml.rels" ContentType="application/vnd.openxmlformats-package.relationships+xml"/>
  <Override PartName="/ppt/slides/_rels/slide174.xml.rels" ContentType="application/vnd.openxmlformats-package.relationships+xml"/>
  <Override PartName="/ppt/slides/_rels/slide28.xml.rels" ContentType="application/vnd.openxmlformats-package.relationships+xml"/>
  <Override PartName="/ppt/slides/_rels/slide141.xml.rels" ContentType="application/vnd.openxmlformats-package.relationships+xml"/>
  <Override PartName="/ppt/slides/_rels/slide9.xml.rels" ContentType="application/vnd.openxmlformats-package.relationships+xml"/>
  <Override PartName="/ppt/slides/_rels/slide96.xml.rels" ContentType="application/vnd.openxmlformats-package.relationships+xml"/>
  <Override PartName="/ppt/slides/_rels/slide34.xml.rels" ContentType="application/vnd.openxmlformats-package.relationships+xml"/>
  <Override PartName="/ppt/slides/_rels/slide259.xml.rels" ContentType="application/vnd.openxmlformats-package.relationships+xml"/>
  <Override PartName="/ppt/slides/_rels/slide258.xml.rels" ContentType="application/vnd.openxmlformats-package.relationships+xml"/>
  <Override PartName="/ppt/slides/_rels/slide175.xml.rels" ContentType="application/vnd.openxmlformats-package.relationships+xml"/>
  <Override PartName="/ppt/slides/_rels/slide272.xml.rels" ContentType="application/vnd.openxmlformats-package.relationships+xml"/>
  <Override PartName="/ppt/slides/_rels/slide107.xml.rels" ContentType="application/vnd.openxmlformats-package.relationships+xml"/>
  <Override PartName="/ppt/slides/_rels/slide70.xml.rels" ContentType="application/vnd.openxmlformats-package.relationships+xml"/>
  <Override PartName="/ppt/slides/_rels/slide289.xml.rels" ContentType="application/vnd.openxmlformats-package.relationships+xml"/>
  <Override PartName="/ppt/slides/_rels/slide288.xml.rels" ContentType="application/vnd.openxmlformats-package.relationships+xml"/>
  <Override PartName="/ppt/slides/_rels/slide279.xml.rels" ContentType="application/vnd.openxmlformats-package.relationships+xml"/>
  <Override PartName="/ppt/slides/_rels/slide104.xml.rels" ContentType="application/vnd.openxmlformats-package.relationships+xml"/>
  <Override PartName="/ppt/slides/_rels/slide172.xml.rels" ContentType="application/vnd.openxmlformats-package.relationships+xml"/>
  <Override PartName="/ppt/slides/_rels/slide59.xml.rels" ContentType="application/vnd.openxmlformats-package.relationships+xml"/>
  <Override PartName="/ppt/slides/_rels/slide26.xml.rels" ContentType="application/vnd.openxmlformats-package.relationships+xml"/>
  <Override PartName="/ppt/slides/_rels/slide7.xml.rels" ContentType="application/vnd.openxmlformats-package.relationships+xml"/>
  <Override PartName="/ppt/slides/_rels/slide94.xml.rels" ContentType="application/vnd.openxmlformats-package.relationships+xml"/>
  <Override PartName="/ppt/slides/_rels/slide48.xml.rels" ContentType="application/vnd.openxmlformats-package.relationships+xml"/>
  <Override PartName="/ppt/slides/_rels/slide161.xml.rels" ContentType="application/vnd.openxmlformats-package.relationships+xml"/>
  <Override PartName="/ppt/slides/_rels/slide191.xml.rels" ContentType="application/vnd.openxmlformats-package.relationships+xml"/>
  <Override PartName="/ppt/slides/_rels/slide123.xml.rels" ContentType="application/vnd.openxmlformats-package.relationships+xml"/>
  <Override PartName="/ppt/slides/_rels/slide78.xml.rels" ContentType="application/vnd.openxmlformats-package.relationships+xml"/>
  <Override PartName="/ppt/slides/_rels/slide60.xml.rels" ContentType="application/vnd.openxmlformats-package.relationships+xml"/>
  <Override PartName="/ppt/slides/_rels/slide10.xml.rels" ContentType="application/vnd.openxmlformats-package.relationships+xml"/>
  <Override PartName="/ppt/slides/_rels/slide177.xml.rels" ContentType="application/vnd.openxmlformats-package.relationships+xml"/>
  <Override PartName="/ppt/slides/_rels/slide274.xml.rels" ContentType="application/vnd.openxmlformats-package.relationships+xml"/>
  <Override PartName="/ppt/slides/_rels/slide109.xml.rels" ContentType="application/vnd.openxmlformats-package.relationships+xml"/>
  <Override PartName="/ppt/slides/_rels/slide90.xml.rels" ContentType="application/vnd.openxmlformats-package.relationships+xml"/>
  <Override PartName="/ppt/slides/_rels/slide3.xml.rels" ContentType="application/vnd.openxmlformats-package.relationships+xml"/>
  <Override PartName="/ppt/slides/_rels/slide201.xml.rels" ContentType="application/vnd.openxmlformats-package.relationships+xml"/>
  <Override PartName="/ppt/slides/_rels/slide27.xml.rels" ContentType="application/vnd.openxmlformats-package.relationships+xml"/>
  <Override PartName="/ppt/slides/_rels/slide140.xml.rels" ContentType="application/vnd.openxmlformats-package.relationships+xml"/>
  <Override PartName="/ppt/slides/_rels/slide8.xml.rels" ContentType="application/vnd.openxmlformats-package.relationships+xml"/>
  <Override PartName="/ppt/slides/_rels/slide95.xml.rels" ContentType="application/vnd.openxmlformats-package.relationships+xml"/>
  <Override PartName="/ppt/slides/_rels/slide263.xml.rels" ContentType="application/vnd.openxmlformats-package.relationships+xml"/>
  <Override PartName="/ppt/slides/_rels/slide1.xml.rels" ContentType="application/vnd.openxmlformats-package.relationships+xml"/>
  <Override PartName="/ppt/slides/_rels/slide294.xml.rels" ContentType="application/vnd.openxmlformats-package.relationships+xml"/>
  <Override PartName="/ppt/slides/_rels/slide129.xml.rels" ContentType="application/vnd.openxmlformats-package.relationships+xml"/>
  <Override PartName="/ppt/slides/_rels/slide197.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142.xml.rels" ContentType="application/vnd.openxmlformats-package.relationships+xml"/>
  <Override PartName="/ppt/slides/_rels/slide97.xml.rels" ContentType="application/vnd.openxmlformats-package.relationships+xml"/>
  <Override PartName="/ppt/slides/_rels/slide264.xml.rels" ContentType="application/vnd.openxmlformats-package.relationships+xml"/>
  <Override PartName="/ppt/slides/_rels/slide304.xml.rels" ContentType="application/vnd.openxmlformats-package.relationships+xml"/>
  <Override PartName="/ppt/slides/_rels/slide110.xml.rels" ContentType="application/vnd.openxmlformats-package.relationships+xml"/>
  <Override PartName="/ppt/slides/_rels/slide65.xml.rels" ContentType="application/vnd.openxmlformats-package.relationships+xml"/>
  <Override PartName="/ppt/slides/_rels/slide41.xml.rels" ContentType="application/vnd.openxmlformats-package.relationships+xml"/>
  <Override PartName="/ppt/slides/_rels/slide305.xml.rels" ContentType="application/vnd.openxmlformats-package.relationships+xml"/>
  <Override PartName="/ppt/slides/_rels/slide111.xml.rels" ContentType="application/vnd.openxmlformats-package.relationships+xml"/>
  <Override PartName="/ppt/slides/_rels/slide66.xml.rels" ContentType="application/vnd.openxmlformats-package.relationships+xml"/>
  <Override PartName="/ppt/slides/_rels/slide42.xml.rels" ContentType="application/vnd.openxmlformats-package.relationships+xml"/>
  <Override PartName="/ppt/slides/_rels/slide112.xml.rels" ContentType="application/vnd.openxmlformats-package.relationships+xml"/>
  <Override PartName="/ppt/slides/_rels/slide306.xml.rels" ContentType="application/vnd.openxmlformats-package.relationships+xml"/>
  <Override PartName="/ppt/slides/_rels/slide43.xml.rels" ContentType="application/vnd.openxmlformats-package.relationships+xml"/>
  <Override PartName="/ppt/slides/_rels/slide113.xml.rels" ContentType="application/vnd.openxmlformats-package.relationships+xml"/>
  <Override PartName="/ppt/slides/_rels/slide307.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50.xml.rels" ContentType="application/vnd.openxmlformats-package.relationships+xml"/>
  <Override PartName="/ppt/slides/_rels/slide120.xml.rels" ContentType="application/vnd.openxmlformats-package.relationships+xml"/>
  <Override PartName="/ppt/slides/_rels/slide75.xml.rels" ContentType="application/vnd.openxmlformats-package.relationships+xml"/>
  <Override PartName="/ppt/slides/_rels/slide51.xml.rels" ContentType="application/vnd.openxmlformats-package.relationships+xml"/>
  <Override PartName="/ppt/slides/_rels/slide121.xml.rels" ContentType="application/vnd.openxmlformats-package.relationships+xml"/>
  <Override PartName="/ppt/slides/_rels/slide76.xml.rels" ContentType="application/vnd.openxmlformats-package.relationships+xml"/>
  <Override PartName="/ppt/slides/_rels/slide52.xml.rels" ContentType="application/vnd.openxmlformats-package.relationships+xml"/>
  <Override PartName="/ppt/slides/_rels/slide53.xml.rels" ContentType="application/vnd.openxmlformats-package.relationships+xml"/>
  <Override PartName="/ppt/slides/_rels/slide198.xml.rels" ContentType="application/vnd.openxmlformats-package.relationships+xml"/>
  <Override PartName="/ppt/slides/_rels/slide31.xml.rels" ContentType="application/vnd.openxmlformats-package.relationships+xml"/>
  <Override PartName="/ppt/slides/_rels/slide100.xml.rels" ContentType="application/vnd.openxmlformats-package.relationships+xml"/>
  <Override PartName="/ppt/slides/_rels/slide55.xml.rels" ContentType="application/vnd.openxmlformats-package.relationships+xml"/>
  <Override PartName="/ppt/slides/_rels/slide54.xml.rels" ContentType="application/vnd.openxmlformats-package.relationships+xml"/>
  <Override PartName="/ppt/slides/_rels/slide199.xml.rels" ContentType="application/vnd.openxmlformats-package.relationships+xml"/>
  <Override PartName="/ppt/slides/_rels/slide32.xml.rels" ContentType="application/vnd.openxmlformats-package.relationships+xml"/>
  <Override PartName="/ppt/slides/_rels/slide101.xml.rels" ContentType="application/vnd.openxmlformats-package.relationships+xml"/>
  <Override PartName="/ppt/slides/_rels/slide56.xml.rels" ContentType="application/vnd.openxmlformats-package.relationships+xml"/>
  <Override PartName="/ppt/slides/_rels/slide33.xml.rels" ContentType="application/vnd.openxmlformats-package.relationships+xml"/>
  <Override PartName="/ppt/slides/_rels/slide293.xml.rels" ContentType="application/vnd.openxmlformats-package.relationships+xml"/>
  <Override PartName="/ppt/slides/_rels/slide128.xml.rels" ContentType="application/vnd.openxmlformats-package.relationships+xml"/>
  <Override PartName="/ppt/slides/_rels/slide196.xml.rels" ContentType="application/vnd.openxmlformats-package.relationships+xml"/>
  <Override PartName="/ppt/slides/_rels/slide61.xml.rels" ContentType="application/vnd.openxmlformats-package.relationships+xml"/>
  <Override PartName="/ppt/slides/slide251.xml" ContentType="application/vnd.openxmlformats-officedocument.presentationml.slide+xml"/>
  <Override PartName="/ppt/slides/slide17.xml" ContentType="application/vnd.openxmlformats-officedocument.presentationml.slide+xml"/>
  <Override PartName="/ppt/slides/slide250.xml" ContentType="application/vnd.openxmlformats-officedocument.presentationml.slide+xml"/>
  <Override PartName="/ppt/slides/slide16.xml" ContentType="application/vnd.openxmlformats-officedocument.presentationml.slide+xml"/>
  <Override PartName="/ppt/slides/slide249.xml" ContentType="application/vnd.openxmlformats-officedocument.presentationml.slide+xml"/>
  <Override PartName="/ppt/slides/slide248.xml" ContentType="application/vnd.openxmlformats-officedocument.presentationml.slide+xml"/>
  <Override PartName="/ppt/slides/slide247.xml" ContentType="application/vnd.openxmlformats-officedocument.presentationml.slide+xml"/>
  <Override PartName="/ppt/slides/slide246.xml" ContentType="application/vnd.openxmlformats-officedocument.presentationml.slide+xml"/>
  <Override PartName="/ppt/slides/slide245.xml" ContentType="application/vnd.openxmlformats-officedocument.presentationml.slide+xml"/>
  <Override PartName="/ppt/slides/slide244.xml" ContentType="application/vnd.openxmlformats-officedocument.presentationml.slide+xml"/>
  <Override PartName="/ppt/slides/slide243.xml" ContentType="application/vnd.openxmlformats-officedocument.presentationml.slide+xml"/>
  <Override PartName="/ppt/slides/slide242.xml" ContentType="application/vnd.openxmlformats-officedocument.presentationml.slide+xml"/>
  <Override PartName="/ppt/slides/slide241.xml" ContentType="application/vnd.openxmlformats-officedocument.presentationml.slide+xml"/>
  <Override PartName="/ppt/slides/slide240.xml" ContentType="application/vnd.openxmlformats-officedocument.presentationml.slide+xml"/>
  <Override PartName="/ppt/slides/slide239.xml" ContentType="application/vnd.openxmlformats-officedocument.presentationml.slide+xml"/>
  <Override PartName="/ppt/slides/slide238.xml" ContentType="application/vnd.openxmlformats-officedocument.presentationml.slide+xml"/>
  <Override PartName="/ppt/slides/slide237.xml" ContentType="application/vnd.openxmlformats-officedocument.presentationml.slide+xml"/>
  <Override PartName="/ppt/slides/slide236.xml" ContentType="application/vnd.openxmlformats-officedocument.presentationml.slide+xml"/>
  <Override PartName="/ppt/slides/slide235.xml" ContentType="application/vnd.openxmlformats-officedocument.presentationml.slide+xml"/>
  <Override PartName="/ppt/slides/slide234.xml" ContentType="application/vnd.openxmlformats-officedocument.presentationml.slide+xml"/>
  <Override PartName="/ppt/slides/slide233.xml" ContentType="application/vnd.openxmlformats-officedocument.presentationml.slide+xml"/>
  <Override PartName="/ppt/slides/slide232.xml" ContentType="application/vnd.openxmlformats-officedocument.presentationml.slide+xml"/>
  <Override PartName="/ppt/slides/slide231.xml" ContentType="application/vnd.openxmlformats-officedocument.presentationml.slide+xml"/>
  <Override PartName="/ppt/slides/slide230.xml" ContentType="application/vnd.openxmlformats-officedocument.presentationml.slide+xml"/>
  <Override PartName="/ppt/slides/slide229.xml" ContentType="application/vnd.openxmlformats-officedocument.presentationml.slide+xml"/>
  <Override PartName="/ppt/slides/slide228.xml" ContentType="application/vnd.openxmlformats-officedocument.presentationml.slide+xml"/>
  <Override PartName="/ppt/slides/slide227.xml" ContentType="application/vnd.openxmlformats-officedocument.presentationml.slide+xml"/>
  <Override PartName="/ppt/slides/slide226.xml" ContentType="application/vnd.openxmlformats-officedocument.presentationml.slide+xml"/>
  <Override PartName="/ppt/slides/slide225.xml" ContentType="application/vnd.openxmlformats-officedocument.presentationml.slide+xml"/>
  <Override PartName="/ppt/slides/slide224.xml" ContentType="application/vnd.openxmlformats-officedocument.presentationml.slide+xml"/>
  <Override PartName="/ppt/slides/slide223.xml" ContentType="application/vnd.openxmlformats-officedocument.presentationml.slide+xml"/>
  <Override PartName="/ppt/slides/slide222.xml" ContentType="application/vnd.openxmlformats-officedocument.presentationml.slide+xml"/>
  <Override PartName="/ppt/slides/slide221.xml" ContentType="application/vnd.openxmlformats-officedocument.presentationml.slide+xml"/>
  <Override PartName="/ppt/slides/slide220.xml" ContentType="application/vnd.openxmlformats-officedocument.presentationml.slide+xml"/>
  <Override PartName="/ppt/slides/slide219.xml" ContentType="application/vnd.openxmlformats-officedocument.presentationml.slide+xml"/>
  <Override PartName="/ppt/slides/slide190.xml" ContentType="application/vnd.openxmlformats-officedocument.presentationml.slide+xml"/>
  <Override PartName="/ppt/slides/slide218.xml" ContentType="application/vnd.openxmlformats-officedocument.presentationml.slide+xml"/>
  <Override PartName="/ppt/slides/slide217.xml" ContentType="application/vnd.openxmlformats-officedocument.presentationml.slide+xml"/>
  <Override PartName="/ppt/slides/slide216.xml" ContentType="application/vnd.openxmlformats-officedocument.presentationml.slide+xml"/>
  <Override PartName="/ppt/slides/slide215.xml" ContentType="application/vnd.openxmlformats-officedocument.presentationml.slide+xml"/>
  <Override PartName="/ppt/slides/slide214.xml" ContentType="application/vnd.openxmlformats-officedocument.presentationml.slide+xml"/>
  <Override PartName="/ppt/slides/slide213.xml" ContentType="application/vnd.openxmlformats-officedocument.presentationml.slide+xml"/>
  <Override PartName="/ppt/slides/slide212.xml" ContentType="application/vnd.openxmlformats-officedocument.presentationml.slide+xml"/>
  <Override PartName="/ppt/slides/slide211.xml" ContentType="application/vnd.openxmlformats-officedocument.presentationml.slide+xml"/>
  <Override PartName="/ppt/slides/slide210.xml" ContentType="application/vnd.openxmlformats-officedocument.presentationml.slide+xml"/>
  <Override PartName="/ppt/slides/slide209.xml" ContentType="application/vnd.openxmlformats-officedocument.presentationml.slide+xml"/>
  <Override PartName="/ppt/slides/slide180.xml" ContentType="application/vnd.openxmlformats-officedocument.presentationml.slide+xml"/>
  <Override PartName="/ppt/slides/slide208.xml" ContentType="application/vnd.openxmlformats-officedocument.presentationml.slide+xml"/>
  <Override PartName="/ppt/slides/slide207.xml" ContentType="application/vnd.openxmlformats-officedocument.presentationml.slide+xml"/>
  <Override PartName="/ppt/slides/slide206.xml" ContentType="application/vnd.openxmlformats-officedocument.presentationml.slide+xml"/>
  <Override PartName="/ppt/slides/slide173.xml" ContentType="application/vnd.openxmlformats-officedocument.presentationml.slide+xml"/>
  <Override PartName="/ppt/slides/slide176.xml" ContentType="application/vnd.openxmlformats-officedocument.presentationml.slide+xml"/>
  <Override PartName="/ppt/slides/slide256.xml" ContentType="application/vnd.openxmlformats-officedocument.presentationml.slide+xml"/>
  <Override PartName="/ppt/slides/slide5.xml" ContentType="application/vnd.openxmlformats-officedocument.presentationml.slide+xml"/>
  <Override PartName="/ppt/slides/slide35.xml" ContentType="application/vnd.openxmlformats-officedocument.presentationml.slide+xml"/>
  <Override PartName="/ppt/slides/slide104.xml" ContentType="application/vnd.openxmlformats-officedocument.presentationml.slide+xml"/>
  <Override PartName="/ppt/slides/slide172.xml" ContentType="application/vnd.openxmlformats-officedocument.presentationml.slide+xml"/>
  <Override PartName="/ppt/slides/slide175.xml" ContentType="application/vnd.openxmlformats-officedocument.presentationml.slide+xml"/>
  <Override PartName="/ppt/slides/slide21.xml" ContentType="application/vnd.openxmlformats-officedocument.presentationml.slide+xml"/>
  <Override PartName="/ppt/slides/slide255.xml" ContentType="application/vnd.openxmlformats-officedocument.presentationml.slide+xml"/>
  <Override PartName="/ppt/slides/slide4.xml" ContentType="application/vnd.openxmlformats-officedocument.presentationml.slide+xml"/>
  <Override PartName="/ppt/slides/slide34.xml" ContentType="application/vnd.openxmlformats-officedocument.presentationml.slide+xml"/>
  <Override PartName="/ppt/slides/slide103.xml" ContentType="application/vnd.openxmlformats-officedocument.presentationml.slide+xml"/>
  <Override PartName="/ppt/slides/slide171.xml" ContentType="application/vnd.openxmlformats-officedocument.presentationml.slide+xml"/>
  <Override PartName="/ppt/slides/slide174.xml" ContentType="application/vnd.openxmlformats-officedocument.presentationml.slide+xml"/>
  <Override PartName="/ppt/slides/slide11.xml" ContentType="application/vnd.openxmlformats-officedocument.presentationml.slide+xml"/>
  <Override PartName="/ppt/slides/slide25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0.xml" ContentType="application/vnd.openxmlformats-officedocument.presentationml.slide+xml"/>
  <Override PartName="/ppt/slides/slide9.xml" ContentType="application/vnd.openxmlformats-officedocument.presentationml.slide+xml"/>
  <Override PartName="/ppt/slides/slide303.xml" ContentType="application/vnd.openxmlformats-officedocument.presentationml.slide+xml"/>
  <Override PartName="/ppt/slides/slide2.xml" ContentType="application/vnd.openxmlformats-officedocument.presentationml.slide+xml"/>
  <Override PartName="/ppt/slides/slide259.xml" ContentType="application/vnd.openxmlformats-officedocument.presentationml.slide+xml"/>
  <Override PartName="/ppt/slides/slide203.xml" ContentType="application/vnd.openxmlformats-officedocument.presentationml.slide+xml"/>
  <Override PartName="/ppt/slides/slide13.xml" ContentType="application/vnd.openxmlformats-officedocument.presentationml.slide+xml"/>
  <Override PartName="/ppt/slides/slide183.xml" ContentType="application/vnd.openxmlformats-officedocument.presentationml.slide+xml"/>
  <Override PartName="/ppt/slides/slide22.xml" ContentType="application/vnd.openxmlformats-officedocument.presentationml.slide+xml"/>
  <Override PartName="/ppt/slides/slide90.xml" ContentType="application/vnd.openxmlformats-officedocument.presentationml.slide+xml"/>
  <Override PartName="/ppt/slides/slide46.xml" ContentType="application/vnd.openxmlformats-officedocument.presentationml.slide+xml"/>
  <Override PartName="/ppt/slides/slide115.xml" ContentType="application/vnd.openxmlformats-officedocument.presentationml.slide+xml"/>
  <Override PartName="/ppt/slides/slide280.xml" ContentType="application/vnd.openxmlformats-officedocument.presentationml.slide+xml"/>
  <Override PartName="/ppt/slides/slide1.xml" ContentType="application/vnd.openxmlformats-officedocument.presentationml.slide+xml"/>
  <Override PartName="/ppt/slides/slide258.xml" ContentType="application/vnd.openxmlformats-officedocument.presentationml.slide+xml"/>
  <Override PartName="/ppt/slides/slide36.xml" ContentType="application/vnd.openxmlformats-officedocument.presentationml.slide+xml"/>
  <Override PartName="/ppt/slides/slide105.xml" ContentType="application/vnd.openxmlformats-officedocument.presentationml.slide+xml"/>
  <Override PartName="/ppt/slides/slide270.xml" ContentType="application/vnd.openxmlformats-officedocument.presentationml.slide+xml"/>
  <Override PartName="/ppt/slides/slide202.xml" ContentType="application/vnd.openxmlformats-officedocument.presentationml.slide+xml"/>
  <Override PartName="/ppt/slides/slide12.xml" ContentType="application/vnd.openxmlformats-officedocument.presentationml.slide+xml"/>
  <Override PartName="/ppt/slides/slide80.xml" ContentType="application/vnd.openxmlformats-officedocument.presentationml.slide+xml"/>
  <Override PartName="/ppt/slides/slide205.xml" ContentType="application/vnd.openxmlformats-officedocument.presentationml.slide+xml"/>
  <Override PartName="/ppt/slides/slide15.xml" ContentType="application/vnd.openxmlformats-officedocument.presentationml.slide+xml"/>
  <Override PartName="/ppt/slides/slide257.xml" ContentType="application/vnd.openxmlformats-officedocument.presentationml.slide+xml"/>
  <Override PartName="/ppt/slides/slide7.xml" ContentType="application/vnd.openxmlformats-officedocument.presentationml.slide+xml"/>
  <Override PartName="/ppt/slides/slide301.xml" ContentType="application/vnd.openxmlformats-officedocument.presentationml.slide+xml"/>
  <Override PartName="/ppt/slides/slide299.xml" ContentType="application/vnd.openxmlformats-officedocument.presentationml.slide+xml"/>
  <Override PartName="/ppt/slides/slide265.xml" ContentType="application/vnd.openxmlformats-officedocument.presentationml.slide+xml"/>
  <Override PartName="/ppt/slides/slide185.xml" ContentType="application/vnd.openxmlformats-officedocument.presentationml.slide+xml"/>
  <Override PartName="/ppt/slides/slide182.xml" ContentType="application/vnd.openxmlformats-officedocument.presentationml.slide+xml"/>
  <Override PartName="/ppt/slides/slide8.xml" ContentType="application/vnd.openxmlformats-officedocument.presentationml.slide+xml"/>
  <Override PartName="/ppt/slides/slide302.xml" ContentType="application/vnd.openxmlformats-officedocument.presentationml.slide+xml"/>
  <Override PartName="/ppt/slides/slide266.xml" ContentType="application/vnd.openxmlformats-officedocument.presentationml.slide+xml"/>
  <Override PartName="/ppt/slides/slide18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5.xml" ContentType="application/vnd.openxmlformats-officedocument.presentationml.slide+xml"/>
  <Override PartName="/ppt/slides/slide58.xml" ContentType="application/vnd.openxmlformats-officedocument.presentationml.slide+xml"/>
  <Override PartName="/ppt/slides/slide292.xml" ContentType="application/vnd.openxmlformats-officedocument.presentationml.slide+xml"/>
  <Override PartName="/ppt/slides/slide127.xml" ContentType="application/vnd.openxmlformats-officedocument.presentationml.slide+xml"/>
  <Override PartName="/ppt/slides/slide195.xml" ContentType="application/vnd.openxmlformats-officedocument.presentationml.slide+xml"/>
  <Override PartName="/ppt/slides/slide192.xml" ContentType="application/vnd.openxmlformats-officedocument.presentationml.slide+xml"/>
  <Override PartName="/ppt/slides/slide252.xml" ContentType="application/vnd.openxmlformats-officedocument.presentationml.slide+xml"/>
  <Override PartName="/ppt/slides/slide18.xml" ContentType="application/vnd.openxmlformats-officedocument.presentationml.slide+xml"/>
  <Override PartName="/ppt/slides/slide276.xml" ContentType="application/vnd.openxmlformats-officedocument.presentationml.slide+xml"/>
  <Override PartName="/ppt/slides/slide193.xml" ContentType="application/vnd.openxmlformats-officedocument.presentationml.slide+xml"/>
  <Override PartName="/ppt/slides/slide184.xml" ContentType="application/vnd.openxmlformats-officedocument.presentationml.slide+xml"/>
  <Override PartName="/ppt/slides/slide181.xml" ContentType="application/vnd.openxmlformats-officedocument.presentationml.slide+xml"/>
  <Override PartName="/ppt/slides/slide278.xml" ContentType="application/vnd.openxmlformats-officedocument.presentationml.slide+xml"/>
  <Override PartName="/ppt/slides/slide298.xml" ContentType="application/vnd.openxmlformats-officedocument.presentationml.slide+xml"/>
  <Override PartName="/ppt/slides/slide6.xml" ContentType="application/vnd.openxmlformats-officedocument.presentationml.slide+xml"/>
  <Override PartName="/ppt/slides/slide300.xml" ContentType="application/vnd.openxmlformats-officedocument.presentationml.slide+xml"/>
  <Override PartName="/ppt/slides/slide194.xml" ContentType="application/vnd.openxmlformats-officedocument.presentationml.slide+xml"/>
  <Override PartName="/ppt/slides/slide57.xml" ContentType="application/vnd.openxmlformats-officedocument.presentationml.slide+xml"/>
  <Override PartName="/ppt/slides/slide291.xml" ContentType="application/vnd.openxmlformats-officedocument.presentationml.slide+xml"/>
  <Override PartName="/ppt/slides/slide126.xml" ContentType="application/vnd.openxmlformats-officedocument.presentationml.slide+xml"/>
  <Override PartName="/ppt/slides/slide253.xml" ContentType="application/vnd.openxmlformats-officedocument.presentationml.slide+xml"/>
  <Override PartName="/ppt/slides/slide19.xml" ContentType="application/vnd.openxmlformats-officedocument.presentationml.slide+xml"/>
  <Override PartName="/ppt/slides/slide277.xml" ContentType="application/vnd.openxmlformats-officedocument.presentationml.slide+xml"/>
  <Override PartName="/ppt/slides/slide108.xml" ContentType="application/vnd.openxmlformats-officedocument.presentationml.slide+xml"/>
  <Override PartName="/ppt/slides/slide273.xml" ContentType="application/vnd.openxmlformats-officedocument.presentationml.slide+xml"/>
  <Override PartName="/ppt/slides/slide39.xml" ContentType="application/vnd.openxmlformats-officedocument.presentationml.slide+xml"/>
  <Override PartName="/ppt/slides/slide297.xml" ContentType="application/vnd.openxmlformats-officedocument.presentationml.slide+xml"/>
  <Override PartName="/ppt/slides/slide187.xml" ContentType="application/vnd.openxmlformats-officedocument.presentationml.slide+xml"/>
  <Override PartName="/ppt/slides/slide60.xml" ContentType="application/vnd.openxmlformats-officedocument.presentationml.slide+xml"/>
  <Override PartName="/ppt/slides/slide296.xml" ContentType="application/vnd.openxmlformats-officedocument.presentationml.slide+xml"/>
  <Override PartName="/ppt/slides/slide287.xml" ContentType="application/vnd.openxmlformats-officedocument.presentationml.slide+xml"/>
  <Override PartName="/ppt/slides/slide106.xml" ContentType="application/vnd.openxmlformats-officedocument.presentationml.slide+xml"/>
  <Override PartName="/ppt/slides/slide271.xml" ContentType="application/vnd.openxmlformats-officedocument.presentationml.slide+xml"/>
  <Override PartName="/ppt/slides/slide37.xml" ContentType="application/vnd.openxmlformats-officedocument.presentationml.slide+xml"/>
  <Override PartName="/ppt/slides/slide295.xml" ContentType="application/vnd.openxmlformats-officedocument.presentationml.slide+xml"/>
  <Override PartName="/ppt/slides/slide286.xml" ContentType="application/vnd.openxmlformats-officedocument.presentationml.slide+xml"/>
  <Override PartName="/ppt/slides/slide262.xml" ContentType="application/vnd.openxmlformats-officedocument.presentationml.slide+xml"/>
  <Override PartName="/ppt/slides/slide28.xml" ContentType="application/vnd.openxmlformats-officedocument.presentationml.slide+xml"/>
  <Override PartName="/ppt/slides/slide289.xml" ContentType="application/vnd.openxmlformats-officedocument.presentationml.slide+xml"/>
  <Override PartName="/ppt/slides/slide288.xml" ContentType="application/vnd.openxmlformats-officedocument.presentationml.slide+xml"/>
  <Override PartName="/ppt/slides/slide30.xml" ContentType="application/vnd.openxmlformats-officedocument.presentationml.slide+xml"/>
  <Override PartName="/ppt/slides/slide279.xml" ContentType="application/vnd.openxmlformats-officedocument.presentationml.slide+xml"/>
  <Override PartName="/ppt/slides/slide191.xml" ContentType="application/vnd.openxmlformats-officedocument.presentationml.slide+xml"/>
  <Override PartName="/ppt/slides/slide20.xml" ContentType="application/vnd.openxmlformats-officedocument.presentationml.slide+xml"/>
  <Override PartName="/ppt/slides/slide177.xml" ContentType="application/vnd.openxmlformats-officedocument.presentationml.slide+xml"/>
  <Override PartName="/ppt/slides/slide274.xml" ContentType="application/vnd.openxmlformats-officedocument.presentationml.slide+xml"/>
  <Override PartName="/ppt/slides/slide109.xml" ContentType="application/vnd.openxmlformats-officedocument.presentationml.slide+xml"/>
  <Override PartName="/ppt/slides/slide285.xml" ContentType="application/vnd.openxmlformats-officedocument.presentationml.slide+xml"/>
  <Override PartName="/ppt/slides/slide261.xml" ContentType="application/vnd.openxmlformats-officedocument.presentationml.slide+xml"/>
  <Override PartName="/ppt/slides/slide27.xml" ContentType="application/vnd.openxmlformats-officedocument.presentationml.slide+xml"/>
  <Override PartName="/ppt/slides/slide119.xml" ContentType="application/vnd.openxmlformats-officedocument.presentationml.slide+xml"/>
  <Override PartName="/ppt/slides/slide284.xml" ContentType="application/vnd.openxmlformats-officedocument.presentationml.slide+xml"/>
  <Override PartName="/ppt/slides/slide260.xml" ContentType="application/vnd.openxmlformats-officedocument.presentationml.slide+xml"/>
  <Override PartName="/ppt/slides/slide26.xml" ContentType="application/vnd.openxmlformats-officedocument.presentationml.slide+xml"/>
  <Override PartName="/ppt/slides/slide70.xml" ContentType="application/vnd.openxmlformats-officedocument.presentationml.slide+xml"/>
  <Override PartName="/ppt/slides/slide29.xml" ContentType="application/vnd.openxmlformats-officedocument.presentationml.slide+xml"/>
  <Override PartName="/ppt/slides/slide263.xml" ContentType="application/vnd.openxmlformats-officedocument.presentationml.slide+xml"/>
  <Override PartName="/ppt/slides/slide49.xml" ContentType="application/vnd.openxmlformats-officedocument.presentationml.slide+xml"/>
  <Override PartName="/ppt/slides/slide118.xml" ContentType="application/vnd.openxmlformats-officedocument.presentationml.slide+xml"/>
  <Override PartName="/ppt/slides/slide283.xml" ContentType="application/vnd.openxmlformats-officedocument.presentationml.slide+xml"/>
  <Override PartName="/ppt/slides/slide25.xml" ContentType="application/vnd.openxmlformats-officedocument.presentationml.slide+xml"/>
  <Override PartName="/ppt/slides/slide48.xml" ContentType="application/vnd.openxmlformats-officedocument.presentationml.slide+xml"/>
  <Override PartName="/ppt/slides/slide117.xml" ContentType="application/vnd.openxmlformats-officedocument.presentationml.slide+xml"/>
  <Override PartName="/ppt/slides/slide282.xml" ContentType="application/vnd.openxmlformats-officedocument.presentationml.slide+xml"/>
  <Override PartName="/ppt/slides/slide24.xml" ContentType="application/vnd.openxmlformats-officedocument.presentationml.slide+xml"/>
  <Override PartName="/ppt/slides/slide47.xml" ContentType="application/vnd.openxmlformats-officedocument.presentationml.slide+xml"/>
  <Override PartName="/ppt/slides/slide116.xml" ContentType="application/vnd.openxmlformats-officedocument.presentationml.slide+xml"/>
  <Override PartName="/ppt/slides/slide281.xml" ContentType="application/vnd.openxmlformats-officedocument.presentationml.slide+xml"/>
  <Override PartName="/ppt/slides/slide23.xml" ContentType="application/vnd.openxmlformats-officedocument.presentationml.slide+xml"/>
  <Override PartName="/ppt/slides/slide107.xml" ContentType="application/vnd.openxmlformats-officedocument.presentationml.slide+xml"/>
  <Override PartName="/ppt/slides/slide38.xml" ContentType="application/vnd.openxmlformats-officedocument.presentationml.slide+xml"/>
  <Override PartName="/ppt/slides/slide272.xml" ContentType="application/vnd.openxmlformats-officedocument.presentationml.slide+xml"/>
  <Override PartName="/ppt/slides/slide204.xml" ContentType="application/vnd.openxmlformats-officedocument.presentationml.slide+xml"/>
  <Override PartName="/ppt/slides/slide14.xml" ContentType="application/vnd.openxmlformats-officedocument.presentationml.slide+xml"/>
  <Override PartName="/ppt/slides/slide264.xml" ContentType="application/vnd.openxmlformats-officedocument.presentationml.slide+xml"/>
  <Override PartName="/ppt/slides/slide304.xml" ContentType="application/vnd.openxmlformats-officedocument.presentationml.slide+xml"/>
  <Override PartName="/ppt/slides/slide110.xml" ContentType="application/vnd.openxmlformats-officedocument.presentationml.slide+xml"/>
  <Override PartName="/ppt/slides/slide41.xml" ContentType="application/vnd.openxmlformats-officedocument.presentationml.slide+xml"/>
  <Override PartName="/ppt/slides/slide305.xml" ContentType="application/vnd.openxmlformats-officedocument.presentationml.slide+xml"/>
  <Override PartName="/ppt/slides/slide111.xml" ContentType="application/vnd.openxmlformats-officedocument.presentationml.slide+xml"/>
  <Override PartName="/ppt/slides/slide42.xml" ContentType="application/vnd.openxmlformats-officedocument.presentationml.slide+xml"/>
  <Override PartName="/ppt/slides/slide306.xml" ContentType="application/vnd.openxmlformats-officedocument.presentationml.slide+xml"/>
  <Override PartName="/ppt/slides/slide112.xml" ContentType="application/vnd.openxmlformats-officedocument.presentationml.slide+xml"/>
  <Override PartName="/ppt/slides/slide43.xml" ContentType="application/vnd.openxmlformats-officedocument.presentationml.slide+xml"/>
  <Override PartName="/ppt/slides/slide113.xml" ContentType="application/vnd.openxmlformats-officedocument.presentationml.slide+xml"/>
  <Override PartName="/ppt/slides/slide307.xml" ContentType="application/vnd.openxmlformats-officedocument.presentationml.slide+xml"/>
  <Override PartName="/ppt/slides/slide44.xml" ContentType="application/vnd.openxmlformats-officedocument.presentationml.slide+xml"/>
  <Override PartName="/ppt/slides/slide11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120.xml" ContentType="application/vnd.openxmlformats-officedocument.presentationml.slide+xml"/>
  <Override PartName="/ppt/slides/slide51.xml" ContentType="application/vnd.openxmlformats-officedocument.presentationml.slide+xml"/>
  <Override PartName="/ppt/slides/slide121.xml" ContentType="application/vnd.openxmlformats-officedocument.presentationml.slide+xml"/>
  <Override PartName="/ppt/slides/slide52.xml" ContentType="application/vnd.openxmlformats-officedocument.presentationml.slide+xml"/>
  <Override PartName="/ppt/slides/slide122.xml" ContentType="application/vnd.openxmlformats-officedocument.presentationml.slide+xml"/>
  <Override PartName="/ppt/slides/slide53.xml" ContentType="application/vnd.openxmlformats-officedocument.presentationml.slide+xml"/>
  <Override PartName="/ppt/slides/slide31.xml" ContentType="application/vnd.openxmlformats-officedocument.presentationml.slide+xml"/>
  <Override PartName="/ppt/slides/slide100.xml" ContentType="application/vnd.openxmlformats-officedocument.presentationml.slide+xml"/>
  <Override PartName="/ppt/slides/slide123.xml" ContentType="application/vnd.openxmlformats-officedocument.presentationml.slide+xml"/>
  <Override PartName="/ppt/slides/slide54.xml" ContentType="application/vnd.openxmlformats-officedocument.presentationml.slide+xml"/>
  <Override PartName="/ppt/slides/slide32.xml" ContentType="application/vnd.openxmlformats-officedocument.presentationml.slide+xml"/>
  <Override PartName="/ppt/slides/slide101.xml" ContentType="application/vnd.openxmlformats-officedocument.presentationml.slide+xml"/>
  <Override PartName="/ppt/slides/slide124.xml" ContentType="application/vnd.openxmlformats-officedocument.presentationml.slide+xml"/>
  <Override PartName="/ppt/slides/slide55.xml" ContentType="application/vnd.openxmlformats-officedocument.presentationml.slide+xml"/>
  <Override PartName="/ppt/slides/slide33.xml" ContentType="application/vnd.openxmlformats-officedocument.presentationml.slide+xml"/>
  <Override PartName="/ppt/slides/slide102.xml" ContentType="application/vnd.openxmlformats-officedocument.presentationml.slide+xml"/>
  <Override PartName="/ppt/slides/slide170.xml" ContentType="application/vnd.openxmlformats-officedocument.presentationml.slide+xml"/>
  <Override PartName="/ppt/slides/slide125.xml" ContentType="application/vnd.openxmlformats-officedocument.presentationml.slide+xml"/>
  <Override PartName="/ppt/slides/slide290.xml" ContentType="application/vnd.openxmlformats-officedocument.presentationml.slide+xml"/>
  <Override PartName="/ppt/slides/slide56.xml" ContentType="application/vnd.openxmlformats-officedocument.presentationml.slide+xml"/>
  <Override PartName="/ppt/slides/slide293.xml" ContentType="application/vnd.openxmlformats-officedocument.presentationml.slide+xml"/>
  <Override PartName="/ppt/slides/slide59.xml" ContentType="application/vnd.openxmlformats-officedocument.presentationml.slide+xml"/>
  <Override PartName="/ppt/slides/slide128.xml" ContentType="application/vnd.openxmlformats-officedocument.presentationml.slide+xml"/>
  <Override PartName="/ppt/slides/slide196.xml" ContentType="application/vnd.openxmlformats-officedocument.presentationml.slide+xml"/>
  <Override PartName="/ppt/slides/slide294.xml" ContentType="application/vnd.openxmlformats-officedocument.presentationml.slide+xml"/>
  <Override PartName="/ppt/slides/slide129.xml" ContentType="application/vnd.openxmlformats-officedocument.presentationml.slide+xml"/>
  <Override PartName="/ppt/slides/slide197.xml" ContentType="application/vnd.openxmlformats-officedocument.presentationml.slide+xml"/>
  <Override PartName="/ppt/slides/slide61.xml" ContentType="application/vnd.openxmlformats-officedocument.presentationml.slide+xml"/>
  <Override PartName="/ppt/slides/slide130.xml" ContentType="application/vnd.openxmlformats-officedocument.presentationml.slide+xml"/>
  <Override PartName="/ppt/slides/slide62.xml" ContentType="application/vnd.openxmlformats-officedocument.presentationml.slide+xml"/>
  <Override PartName="/ppt/slides/slide131.xml" ContentType="application/vnd.openxmlformats-officedocument.presentationml.slide+xml"/>
  <Override PartName="/ppt/slides/slide63.xml" ContentType="application/vnd.openxmlformats-officedocument.presentationml.slide+xml"/>
  <Override PartName="/ppt/slides/slide132.xml" ContentType="application/vnd.openxmlformats-officedocument.presentationml.slide+xml"/>
  <Override PartName="/ppt/slides/slide64.xml" ContentType="application/vnd.openxmlformats-officedocument.presentationml.slide+xml"/>
  <Override PartName="/ppt/slides/slide133.xml" ContentType="application/vnd.openxmlformats-officedocument.presentationml.slide+xml"/>
  <Override PartName="/ppt/slides/slide65.xml" ContentType="application/vnd.openxmlformats-officedocument.presentationml.slide+xml"/>
  <Override PartName="/ppt/slides/slide134.xml" ContentType="application/vnd.openxmlformats-officedocument.presentationml.slide+xml"/>
  <Override PartName="/ppt/slides/slide66.xml" ContentType="application/vnd.openxmlformats-officedocument.presentationml.slide+xml"/>
  <Override PartName="/ppt/slides/slide135.xml" ContentType="application/vnd.openxmlformats-officedocument.presentationml.slide+xml"/>
  <Override PartName="/ppt/slides/slide67.xml" ContentType="application/vnd.openxmlformats-officedocument.presentationml.slide+xml"/>
  <Override PartName="/ppt/slides/slide136.xml" ContentType="application/vnd.openxmlformats-officedocument.presentationml.slide+xml"/>
  <Override PartName="/ppt/slides/slide68.xml" ContentType="application/vnd.openxmlformats-officedocument.presentationml.slide+xml"/>
  <Override PartName="/ppt/slides/slide137.xml" ContentType="application/vnd.openxmlformats-officedocument.presentationml.slide+xml"/>
  <Override PartName="/ppt/slides/slide69.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71.xml" ContentType="application/vnd.openxmlformats-officedocument.presentationml.slide+xml"/>
  <Override PartName="/ppt/slides/slide140.xml" ContentType="application/vnd.openxmlformats-officedocument.presentationml.slide+xml"/>
  <Override PartName="/ppt/slides/slide72.xml" ContentType="application/vnd.openxmlformats-officedocument.presentationml.slide+xml"/>
  <Override PartName="/ppt/slides/slide141.xml" ContentType="application/vnd.openxmlformats-officedocument.presentationml.slide+xml"/>
  <Override PartName="/ppt/slides/slide73.xml" ContentType="application/vnd.openxmlformats-officedocument.presentationml.slide+xml"/>
  <Override PartName="/ppt/slides/slide142.xml" ContentType="application/vnd.openxmlformats-officedocument.presentationml.slide+xml"/>
  <Override PartName="/ppt/slides/slide74.xml" ContentType="application/vnd.openxmlformats-officedocument.presentationml.slide+xml"/>
  <Override PartName="/ppt/slides/slide143.xml" ContentType="application/vnd.openxmlformats-officedocument.presentationml.slide+xml"/>
  <Override PartName="/ppt/slides/slide75.xml" ContentType="application/vnd.openxmlformats-officedocument.presentationml.slide+xml"/>
  <Override PartName="/ppt/slides/slide144.xml" ContentType="application/vnd.openxmlformats-officedocument.presentationml.slide+xml"/>
  <Override PartName="/ppt/slides/slide76.xml" ContentType="application/vnd.openxmlformats-officedocument.presentationml.slide+xml"/>
  <Override PartName="/ppt/slides/slide145.xml" ContentType="application/vnd.openxmlformats-officedocument.presentationml.slide+xml"/>
  <Override PartName="/ppt/slides/slide77.xml" ContentType="application/vnd.openxmlformats-officedocument.presentationml.slide+xml"/>
  <Override PartName="/ppt/slides/slide146.xml" ContentType="application/vnd.openxmlformats-officedocument.presentationml.slide+xml"/>
  <Override PartName="/ppt/slides/slide78.xml" ContentType="application/vnd.openxmlformats-officedocument.presentationml.slide+xml"/>
  <Override PartName="/ppt/slides/slide147.xml" ContentType="application/vnd.openxmlformats-officedocument.presentationml.slide+xml"/>
  <Override PartName="/ppt/slides/slide79.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81.xml" ContentType="application/vnd.openxmlformats-officedocument.presentationml.slide+xml"/>
  <Override PartName="/ppt/slides/slide150.xml" ContentType="application/vnd.openxmlformats-officedocument.presentationml.slide+xml"/>
  <Override PartName="/ppt/slides/slide82.xml" ContentType="application/vnd.openxmlformats-officedocument.presentationml.slide+xml"/>
  <Override PartName="/ppt/slides/slide151.xml" ContentType="application/vnd.openxmlformats-officedocument.presentationml.slide+xml"/>
  <Override PartName="/ppt/slides/slide83.xml" ContentType="application/vnd.openxmlformats-officedocument.presentationml.slide+xml"/>
  <Override PartName="/ppt/slides/slide152.xml" ContentType="application/vnd.openxmlformats-officedocument.presentationml.slide+xml"/>
  <Override PartName="/ppt/slides/slide84.xml" ContentType="application/vnd.openxmlformats-officedocument.presentationml.slide+xml"/>
  <Override PartName="/ppt/slides/slide153.xml" ContentType="application/vnd.openxmlformats-officedocument.presentationml.slide+xml"/>
  <Override PartName="/ppt/slides/slide85.xml" ContentType="application/vnd.openxmlformats-officedocument.presentationml.slide+xml"/>
  <Override PartName="/ppt/slides/slide154.xml" ContentType="application/vnd.openxmlformats-officedocument.presentationml.slide+xml"/>
  <Override PartName="/ppt/slides/slide86.xml" ContentType="application/vnd.openxmlformats-officedocument.presentationml.slide+xml"/>
  <Override PartName="/ppt/slides/slide155.xml" ContentType="application/vnd.openxmlformats-officedocument.presentationml.slide+xml"/>
  <Override PartName="/ppt/slides/slide87.xml" ContentType="application/vnd.openxmlformats-officedocument.presentationml.slide+xml"/>
  <Override PartName="/ppt/slides/slide156.xml" ContentType="application/vnd.openxmlformats-officedocument.presentationml.slide+xml"/>
  <Override PartName="/ppt/slides/slide88.xml" ContentType="application/vnd.openxmlformats-officedocument.presentationml.slide+xml"/>
  <Override PartName="/ppt/slides/slide157.xml" ContentType="application/vnd.openxmlformats-officedocument.presentationml.slide+xml"/>
  <Override PartName="/ppt/slides/slide89.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91.xml" ContentType="application/vnd.openxmlformats-officedocument.presentationml.slide+xml"/>
  <Override PartName="/ppt/slides/slide160.xml" ContentType="application/vnd.openxmlformats-officedocument.presentationml.slide+xml"/>
  <Override PartName="/ppt/slides/slide92.xml" ContentType="application/vnd.openxmlformats-officedocument.presentationml.slide+xml"/>
  <Override PartName="/ppt/slides/slide161.xml" ContentType="application/vnd.openxmlformats-officedocument.presentationml.slide+xml"/>
  <Override PartName="/ppt/slides/slide93.xml" ContentType="application/vnd.openxmlformats-officedocument.presentationml.slide+xml"/>
  <Override PartName="/ppt/slides/slide162.xml" ContentType="application/vnd.openxmlformats-officedocument.presentationml.slide+xml"/>
  <Override PartName="/ppt/slides/slide94.xml" ContentType="application/vnd.openxmlformats-officedocument.presentationml.slide+xml"/>
  <Override PartName="/ppt/slides/slide163.xml" ContentType="application/vnd.openxmlformats-officedocument.presentationml.slide+xml"/>
  <Override PartName="/ppt/slides/slide95.xml" ContentType="application/vnd.openxmlformats-officedocument.presentationml.slide+xml"/>
  <Override PartName="/ppt/slides/slide164.xml" ContentType="application/vnd.openxmlformats-officedocument.presentationml.slide+xml"/>
  <Override PartName="/ppt/slides/slide96.xml" ContentType="application/vnd.openxmlformats-officedocument.presentationml.slide+xml"/>
  <Override PartName="/ppt/slides/slide165.xml" ContentType="application/vnd.openxmlformats-officedocument.presentationml.slide+xml"/>
  <Override PartName="/ppt/slides/slide97.xml" ContentType="application/vnd.openxmlformats-officedocument.presentationml.slide+xml"/>
  <Override PartName="/ppt/slides/slide166.xml" ContentType="application/vnd.openxmlformats-officedocument.presentationml.slide+xml"/>
  <Override PartName="/ppt/slides/slide98.xml" ContentType="application/vnd.openxmlformats-officedocument.presentationml.slide+xml"/>
  <Override PartName="/ppt/slides/slide167.xml" ContentType="application/vnd.openxmlformats-officedocument.presentationml.slide+xml"/>
  <Override PartName="/ppt/slides/slide99.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8.xml" ContentType="application/vnd.openxmlformats-officedocument.presentationml.slide+xml"/>
  <Override PartName="/ppt/slides/slide200.xml" ContentType="application/vnd.openxmlformats-officedocument.presentationml.slide+xml"/>
  <Override PartName="/ppt/slides/slide199.xml" ContentType="application/vnd.openxmlformats-officedocument.presentationml.slide+xml"/>
  <Override PartName="/ppt/slides/slide201.xml" ContentType="application/vnd.openxmlformats-officedocument.presentationml.slide+xml"/>
  <Override PartName="/ppt/notesSlides/_rels/notesSlide211.xml.rels" ContentType="application/vnd.openxmlformats-package.relationships+xml"/>
  <Override PartName="/ppt/notesSlides/_rels/notesSlide72.xml.rels" ContentType="application/vnd.openxmlformats-package.relationships+xml"/>
  <Override PartName="/ppt/notesSlides/_rels/notesSlide38.xml.rels" ContentType="application/vnd.openxmlformats-package.relationships+xml"/>
  <Override PartName="/ppt/notesSlides/_rels/notesSlide210.xml.rels" ContentType="application/vnd.openxmlformats-package.relationships+xml"/>
  <Override PartName="/ppt/notesSlides/_rels/notesSlide71.xml.rels" ContentType="application/vnd.openxmlformats-package.relationships+xml"/>
  <Override PartName="/ppt/notesSlides/_rels/notesSlide37.xml.rels" ContentType="application/vnd.openxmlformats-package.relationships+xml"/>
  <Override PartName="/ppt/notesSlides/_rels/notesSlide162.xml.rels" ContentType="application/vnd.openxmlformats-package.relationships+xml"/>
  <Override PartName="/ppt/notesSlides/_rels/notesSlide161.xml.rels" ContentType="application/vnd.openxmlformats-package.relationships+xml"/>
  <Override PartName="/ppt/notesSlides/_rels/notesSlide160.xml.rels" ContentType="application/vnd.openxmlformats-package.relationships+xml"/>
  <Override PartName="/ppt/notesSlides/_rels/notesSlide212.xml.rels" ContentType="application/vnd.openxmlformats-package.relationships+xml"/>
  <Override PartName="/ppt/notesSlides/_rels/notesSlide73.xml.rels" ContentType="application/vnd.openxmlformats-package.relationships+xml"/>
  <Override PartName="/ppt/notesSlides/_rels/notesSlide39.xml.rels" ContentType="application/vnd.openxmlformats-package.relationships+xml"/>
  <Override PartName="/ppt/notesSlides/_rels/notesSlide280.xml.rels" ContentType="application/vnd.openxmlformats-package.relationships+xml"/>
  <Override PartName="/ppt/notesSlides/_rels/notesSlide115.xml.rels" ContentType="application/vnd.openxmlformats-package.relationships+xml"/>
  <Override PartName="/ppt/notesSlides/_rels/notesSlide213.xml.rels" ContentType="application/vnd.openxmlformats-package.relationships+xml"/>
  <Override PartName="/ppt/notesSlides/_rels/notesSlide74.xml.rels" ContentType="application/vnd.openxmlformats-package.relationships+xml"/>
  <Override PartName="/ppt/notesSlides/_rels/notesSlide281.xml.rels" ContentType="application/vnd.openxmlformats-package.relationships+xml"/>
  <Override PartName="/ppt/notesSlides/_rels/notesSlide116.xml.rels" ContentType="application/vnd.openxmlformats-package.relationships+xml"/>
  <Override PartName="/ppt/notesSlides/_rels/notesSlide56.xml.rels" ContentType="application/vnd.openxmlformats-package.relationships+xml"/>
  <Override PartName="/ppt/notesSlides/_rels/notesSlide31.xml.rels" ContentType="application/vnd.openxmlformats-package.relationships+xml"/>
  <Override PartName="/ppt/notesSlides/_rels/notesSlide134.xml.rels" ContentType="application/vnd.openxmlformats-package.relationships+xml"/>
  <Override PartName="/ppt/notesSlides/_rels/notesSlide140.xml.rels" ContentType="application/vnd.openxmlformats-package.relationships+xml"/>
  <Override PartName="/ppt/notesSlides/_rels/notesSlide183.xml.rels" ContentType="application/vnd.openxmlformats-package.relationships+xml"/>
  <Override PartName="/ppt/notesSlides/_rels/notesSlide12.xml.rels" ContentType="application/vnd.openxmlformats-package.relationships+xml"/>
  <Override PartName="/ppt/notesSlides/_rels/notesSlide80.xml.rels" ContentType="application/vnd.openxmlformats-package.relationships+xml"/>
  <Override PartName="/ppt/notesSlides/_rels/notesSlide141.xml.rels" ContentType="application/vnd.openxmlformats-package.relationships+xml"/>
  <Override PartName="/ppt/notesSlides/_rels/notesSlide184.xml.rels" ContentType="application/vnd.openxmlformats-package.relationships+xml"/>
  <Override PartName="/ppt/notesSlides/_rels/notesSlide13.xml.rels" ContentType="application/vnd.openxmlformats-package.relationships+xml"/>
  <Override PartName="/ppt/notesSlides/_rels/notesSlide81.xml.rels" ContentType="application/vnd.openxmlformats-package.relationships+xml"/>
  <Override PartName="/ppt/notesSlides/_rels/notesSlide220.xml.rels" ContentType="application/vnd.openxmlformats-package.relationships+xml"/>
  <Override PartName="/ppt/notesSlides/_rels/notesSlide142.xml.rels" ContentType="application/vnd.openxmlformats-package.relationships+xml"/>
  <Override PartName="/ppt/notesSlides/_rels/notesSlide14.xml.rels" ContentType="application/vnd.openxmlformats-package.relationships+xml"/>
  <Override PartName="/ppt/notesSlides/_rels/notesSlide82.xml.rels" ContentType="application/vnd.openxmlformats-package.relationships+xml"/>
  <Override PartName="/ppt/notesSlides/_rels/notesSlide221.xml.rels" ContentType="application/vnd.openxmlformats-package.relationships+xml"/>
  <Override PartName="/ppt/notesSlides/_rels/notesSlide185.xml.rels" ContentType="application/vnd.openxmlformats-package.relationships+xml"/>
  <Override PartName="/ppt/notesSlides/_rels/notesSlide117.xml.rels" ContentType="application/vnd.openxmlformats-package.relationships+xml"/>
  <Override PartName="/ppt/notesSlides/_rels/notesSlide282.xml.rels" ContentType="application/vnd.openxmlformats-package.relationships+xml"/>
  <Override PartName="/ppt/notesSlides/_rels/notesSlide214.xml.rels" ContentType="application/vnd.openxmlformats-package.relationships+xml"/>
  <Override PartName="/ppt/notesSlides/_rels/notesSlide75.xml.rels" ContentType="application/vnd.openxmlformats-package.relationships+xml"/>
  <Override PartName="/ppt/notesSlides/_rels/notesSlide57.xml.rels" ContentType="application/vnd.openxmlformats-package.relationships+xml"/>
  <Override PartName="/ppt/notesSlides/_rels/notesSlide32.xml.rels" ContentType="application/vnd.openxmlformats-package.relationships+xml"/>
  <Override PartName="/ppt/notesSlides/_rels/notesSlide135.xml.rels" ContentType="application/vnd.openxmlformats-package.relationships+xml"/>
  <Override PartName="/ppt/notesSlides/_rels/notesSlide178.xml.rels" ContentType="application/vnd.openxmlformats-package.relationships+xml"/>
  <Override PartName="/ppt/notesSlides/_rels/notesSlide15.xml.rels" ContentType="application/vnd.openxmlformats-package.relationships+xml"/>
  <Override PartName="/ppt/notesSlides/_rels/notesSlide154.xml.rels" ContentType="application/vnd.openxmlformats-package.relationships+xml"/>
  <Override PartName="/ppt/notesSlides/_rels/notesSlide51.xml.rels" ContentType="application/vnd.openxmlformats-package.relationships+xml"/>
  <Override PartName="/ppt/notesSlides/_rels/notesSlide153.xml.rels" ContentType="application/vnd.openxmlformats-package.relationships+xml"/>
  <Override PartName="/ppt/notesSlides/_rels/notesSlide50.xml.rels" ContentType="application/vnd.openxmlformats-package.relationships+xml"/>
  <Override PartName="/ppt/notesSlides/_rels/notesSlide11.xml.rels" ContentType="application/vnd.openxmlformats-package.relationships+xml"/>
  <Override PartName="/ppt/notesSlides/_rels/notesSlide114.xml.rels" ContentType="application/vnd.openxmlformats-package.relationships+xml"/>
  <Override PartName="/ppt/notesSlides/_rels/notesSlide182.xml.rels" ContentType="application/vnd.openxmlformats-package.relationships+xml"/>
  <Override PartName="/ppt/notesSlides/_rels/notesSlide167.xml.rels" ContentType="application/vnd.openxmlformats-package.relationships+xml"/>
  <Override PartName="/ppt/notesSlides/_rels/notesSlide64.xml.rels" ContentType="application/vnd.openxmlformats-package.relationships+xml"/>
  <Override PartName="/ppt/notesSlides/_rels/notesSlide203.xml.rels" ContentType="application/vnd.openxmlformats-package.relationships+xml"/>
  <Override PartName="/ppt/notesSlides/_rels/notesSlide26.xml.rels" ContentType="application/vnd.openxmlformats-package.relationships+xml"/>
  <Override PartName="/ppt/notesSlides/_rels/notesSlide197.xml.rels" ContentType="application/vnd.openxmlformats-package.relationships+xml"/>
  <Override PartName="/ppt/notesSlides/_rels/notesSlide198.xml.rels" ContentType="application/vnd.openxmlformats-package.relationships+xml"/>
  <Override PartName="/ppt/notesSlides/_rels/notesSlide27.xml.rels" ContentType="application/vnd.openxmlformats-package.relationships+xml"/>
  <Override PartName="/ppt/notesSlides/_rels/notesSlide95.xml.rels" ContentType="application/vnd.openxmlformats-package.relationships+xml"/>
  <Override PartName="/ppt/notesSlides/_rels/notesSlide234.xml.rels" ContentType="application/vnd.openxmlformats-package.relationships+xml"/>
  <Override PartName="/ppt/notesSlides/_rels/notesSlide163.xml.rels" ContentType="application/vnd.openxmlformats-package.relationships+xml"/>
  <Override PartName="/ppt/notesSlides/_rels/notesSlide60.xml.rels" ContentType="application/vnd.openxmlformats-package.relationships+xml"/>
  <Override PartName="/ppt/notesSlides/_rels/notesSlide124.xml.rels" ContentType="application/vnd.openxmlformats-package.relationships+xml"/>
  <Override PartName="/ppt/notesSlides/_rels/notesSlide192.xml.rels" ContentType="application/vnd.openxmlformats-package.relationships+xml"/>
  <Override PartName="/ppt/notesSlides/_rels/notesSlide21.xml.rels" ContentType="application/vnd.openxmlformats-package.relationships+xml"/>
  <Override PartName="/ppt/notesSlides/_rels/notesSlide58.xml.rels" ContentType="application/vnd.openxmlformats-package.relationships+xml"/>
  <Override PartName="/ppt/notesSlides/_rels/notesSlide195.xml.rels" ContentType="application/vnd.openxmlformats-package.relationships+xml"/>
  <Override PartName="/ppt/notesSlides/_rels/notesSlide231.xml.rels" ContentType="application/vnd.openxmlformats-package.relationships+xml"/>
  <Override PartName="/ppt/notesSlides/_rels/notesSlide92.xml.rels" ContentType="application/vnd.openxmlformats-package.relationships+xml"/>
  <Override PartName="/ppt/notesSlides/_rels/notesSlide24.xml.rels" ContentType="application/vnd.openxmlformats-package.relationships+xml"/>
  <Override PartName="/ppt/notesSlides/_rels/notesSlide99.xml.rels" ContentType="application/vnd.openxmlformats-package.relationships+xml"/>
  <Override PartName="/ppt/notesSlides/_rels/notesSlide238.xml.rels" ContentType="application/vnd.openxmlformats-package.relationships+xml"/>
  <Override PartName="/ppt/notesSlides/_rels/notesSlide181.xml.rels" ContentType="application/vnd.openxmlformats-package.relationships+xml"/>
  <Override PartName="/ppt/notesSlides/_rels/notesSlide10.xml.rels" ContentType="application/vnd.openxmlformats-package.relationships+xml"/>
  <Override PartName="/ppt/notesSlides/_rels/notesSlide98.xml.rels" ContentType="application/vnd.openxmlformats-package.relationships+xml"/>
  <Override PartName="/ppt/notesSlides/_rels/notesSlide237.xml.rels" ContentType="application/vnd.openxmlformats-package.relationships+xml"/>
  <Override PartName="/ppt/notesSlides/_rels/notesSlide144.xml.rels" ContentType="application/vnd.openxmlformats-package.relationships+xml"/>
  <Override PartName="/ppt/notesSlides/_rels/notesSlide41.xml.rels" ContentType="application/vnd.openxmlformats-package.relationships+xml"/>
  <Override PartName="/ppt/notesSlides/_rels/notesSlide295.xml.rels" ContentType="application/vnd.openxmlformats-package.relationships+xml"/>
  <Override PartName="/ppt/notesSlides/_rels/notesSlide143.xml.rels" ContentType="application/vnd.openxmlformats-package.relationships+xml"/>
  <Override PartName="/ppt/notesSlides/_rels/notesSlide40.xml.rels" ContentType="application/vnd.openxmlformats-package.relationships+xml"/>
  <Override PartName="/ppt/notesSlides/_rels/notesSlide272.xml.rels" ContentType="application/vnd.openxmlformats-package.relationships+xml"/>
  <Override PartName="/ppt/notesSlides/_rels/notesSlide107.xml.rels" ContentType="application/vnd.openxmlformats-package.relationships+xml"/>
  <Override PartName="/ppt/notesSlides/_rels/notesSlide175.xml.rels" ContentType="application/vnd.openxmlformats-package.relationships+xml"/>
  <Override PartName="/ppt/notesSlides/_rels/notesSlide262.xml.rels" ContentType="application/vnd.openxmlformats-package.relationships+xml"/>
  <Override PartName="/ppt/notesSlides/_rels/notesSlide172.xml.rels" ContentType="application/vnd.openxmlformats-package.relationships+xml"/>
  <Override PartName="/ppt/notesSlides/_rels/notesSlide104.xml.rels" ContentType="application/vnd.openxmlformats-package.relationships+xml"/>
  <Override PartName="/ppt/notesSlides/_rels/notesSlide271.xml.rels" ContentType="application/vnd.openxmlformats-package.relationships+xml"/>
  <Override PartName="/ppt/notesSlides/_rels/notesSlide106.xml.rels" ContentType="application/vnd.openxmlformats-package.relationships+xml"/>
  <Override PartName="/ppt/notesSlides/_rels/notesSlide174.xml.rels" ContentType="application/vnd.openxmlformats-package.relationships+xml"/>
  <Override PartName="/ppt/notesSlides/_rels/notesSlide227.xml.rels" ContentType="application/vnd.openxmlformats-package.relationships+xml"/>
  <Override PartName="/ppt/notesSlides/_rels/notesSlide88.xml.rels" ContentType="application/vnd.openxmlformats-package.relationships+xml"/>
  <Override PartName="/ppt/notesSlides/_rels/notesSlide261.xml.rels" ContentType="application/vnd.openxmlformats-package.relationships+xml"/>
  <Override PartName="/ppt/notesSlides/_rels/notesSlide171.xml.rels" ContentType="application/vnd.openxmlformats-package.relationships+xml"/>
  <Override PartName="/ppt/notesSlides/_rels/notesSlide103.xml.rels" ContentType="application/vnd.openxmlformats-package.relationships+xml"/>
  <Override PartName="/ppt/notesSlides/_rels/notesSlide129.xml.rels" ContentType="application/vnd.openxmlformats-package.relationships+xml"/>
  <Override PartName="/ppt/notesSlides/_rels/notesSlide294.xml.rels" ContentType="application/vnd.openxmlformats-package.relationships+xml"/>
  <Override PartName="/ppt/notesSlides/_rels/notesSlide189.xml.rels" ContentType="application/vnd.openxmlformats-package.relationships+xml"/>
  <Override PartName="/ppt/notesSlides/_rels/notesSlide18.xml.rels" ContentType="application/vnd.openxmlformats-package.relationships+xml"/>
  <Override PartName="/ppt/notesSlides/_rels/notesSlide86.xml.rels" ContentType="application/vnd.openxmlformats-package.relationships+xml"/>
  <Override PartName="/ppt/notesSlides/_rels/notesSlide225.xml.rels" ContentType="application/vnd.openxmlformats-package.relationships+xml"/>
  <Override PartName="/ppt/notesSlides/_rels/notesSlide101.xml.rels" ContentType="application/vnd.openxmlformats-package.relationships+xml"/>
  <Override PartName="/ppt/notesSlides/_rels/notesSlide188.xml.rels" ContentType="application/vnd.openxmlformats-package.relationships+xml"/>
  <Override PartName="/ppt/notesSlides/_rels/notesSlide17.xml.rels" ContentType="application/vnd.openxmlformats-package.relationships+xml"/>
  <Override PartName="/ppt/notesSlides/_rels/notesSlide85.xml.rels" ContentType="application/vnd.openxmlformats-package.relationships+xml"/>
  <Override PartName="/ppt/notesSlides/_rels/notesSlide224.xml.rels" ContentType="application/vnd.openxmlformats-package.relationships+xml"/>
  <Override PartName="/ppt/notesSlides/_rels/notesSlide127.xml.rels" ContentType="application/vnd.openxmlformats-package.relationships+xml"/>
  <Override PartName="/ppt/notesSlides/_rels/notesSlide292.xml.rels" ContentType="application/vnd.openxmlformats-package.relationships+xml"/>
  <Override PartName="/ppt/notesSlides/_rels/notesSlide100.xml.rels" ContentType="application/vnd.openxmlformats-package.relationships+xml"/>
  <Override PartName="/ppt/notesSlides/_rels/notesSlide55.xml.rels" ContentType="application/vnd.openxmlformats-package.relationships+xml"/>
  <Override PartName="/ppt/notesSlides/_rels/notesSlide158.xml.rels" ContentType="application/vnd.openxmlformats-package.relationships+xml"/>
  <Override PartName="/ppt/notesSlides/_rels/notesSlide29.xml.rels" ContentType="application/vnd.openxmlformats-package.relationships+xml"/>
  <Override PartName="/ppt/notesSlides/_rels/notesSlide170.xml.rels" ContentType="application/vnd.openxmlformats-package.relationships+xml"/>
  <Override PartName="/ppt/notesSlides/_rels/notesSlide102.xml.rels" ContentType="application/vnd.openxmlformats-package.relationships+xml"/>
  <Override PartName="/ppt/notesSlides/_rels/notesSlide226.xml.rels" ContentType="application/vnd.openxmlformats-package.relationships+xml"/>
  <Override PartName="/ppt/notesSlides/_rels/notesSlide87.xml.rels" ContentType="application/vnd.openxmlformats-package.relationships+xml"/>
  <Override PartName="/ppt/notesSlides/_rels/notesSlide19.xml.rels" ContentType="application/vnd.openxmlformats-package.relationships+xml"/>
  <Override PartName="/ppt/notesSlides/_rels/notesSlide260.xml.rels" ContentType="application/vnd.openxmlformats-package.relationships+xml"/>
  <Override PartName="/ppt/notesSlides/_rels/notesSlide270.xml.rels" ContentType="application/vnd.openxmlformats-package.relationships+xml"/>
  <Override PartName="/ppt/notesSlides/_rels/notesSlide105.xml.rels" ContentType="application/vnd.openxmlformats-package.relationships+xml"/>
  <Override PartName="/ppt/notesSlides/_rels/notesSlide173.xml.rels" ContentType="application/vnd.openxmlformats-package.relationships+xml"/>
  <Override PartName="/ppt/notesSlides/_rels/notesSlide70.xml.rels" ContentType="application/vnd.openxmlformats-package.relationships+xml"/>
  <Override PartName="/ppt/notesSlides/_rels/notesSlide157.xml.rels" ContentType="application/vnd.openxmlformats-package.relationships+xml"/>
  <Override PartName="/ppt/notesSlides/_rels/notesSlide54.xml.rels" ContentType="application/vnd.openxmlformats-package.relationships+xml"/>
  <Override PartName="/ppt/notesSlides/_rels/notesSlide122.xml.rels" ContentType="application/vnd.openxmlformats-package.relationships+xml"/>
  <Override PartName="/ppt/notesSlides/_rels/notesSlide148.xml.rels" ContentType="application/vnd.openxmlformats-package.relationships+xml"/>
  <Override PartName="/ppt/notesSlides/_rels/notesSlide45.xml.rels" ContentType="application/vnd.openxmlformats-package.relationships+xml"/>
  <Override PartName="/ppt/notesSlides/_rels/notesSlide229.xml.rels" ContentType="application/vnd.openxmlformats-package.relationships+xml"/>
  <Override PartName="/ppt/notesSlides/_rels/notesSlide297.xml.rels" ContentType="application/vnd.openxmlformats-package.relationships+xml"/>
  <Override PartName="/ppt/notesSlides/_rels/notesSlide146.xml.rels" ContentType="application/vnd.openxmlformats-package.relationships+xml"/>
  <Override PartName="/ppt/notesSlides/_rels/notesSlide43.xml.rels" ContentType="application/vnd.openxmlformats-package.relationships+xml"/>
  <Override PartName="/ppt/notesSlides/_rels/notesSlide239.xml.rels" ContentType="application/vnd.openxmlformats-package.relationships+xml"/>
  <Override PartName="/ppt/notesSlides/_rels/notesSlide156.xml.rels" ContentType="application/vnd.openxmlformats-package.relationships+xml"/>
  <Override PartName="/ppt/notesSlides/_rels/notesSlide53.xml.rels" ContentType="application/vnd.openxmlformats-package.relationships+xml"/>
  <Override PartName="/ppt/notesSlides/_rels/notesSlide240.xml.rels" ContentType="application/vnd.openxmlformats-package.relationships+xml"/>
  <Override PartName="/ppt/notesSlides/_rels/notesSlide250.xml.rels" ContentType="application/vnd.openxmlformats-package.relationships+xml"/>
  <Override PartName="/ppt/notesSlides/_rels/notesSlide149.xml.rels" ContentType="application/vnd.openxmlformats-package.relationships+xml"/>
  <Override PartName="/ppt/notesSlides/_rels/notesSlide46.xml.rels" ContentType="application/vnd.openxmlformats-package.relationships+xml"/>
  <Override PartName="/ppt/notesSlides/_rels/notesSlide190.xml.rels" ContentType="application/vnd.openxmlformats-package.relationships+xml"/>
  <Override PartName="/ppt/notesSlides/_rels/notesSlide219.xml.rels" ContentType="application/vnd.openxmlformats-package.relationships+xml"/>
  <Override PartName="/ppt/notesSlides/_rels/notesSlide287.xml.rels" ContentType="application/vnd.openxmlformats-package.relationships+xml"/>
  <Override PartName="/ppt/notesSlides/_rels/notesSlide176.xml.rels" ContentType="application/vnd.openxmlformats-package.relationships+xml"/>
  <Override PartName="/ppt/notesSlides/_rels/notesSlide25.xml.rels" ContentType="application/vnd.openxmlformats-package.relationships+xml"/>
  <Override PartName="/ppt/notesSlides/_rels/notesSlide196.xml.rels" ContentType="application/vnd.openxmlformats-package.relationships+xml"/>
  <Override PartName="/ppt/notesSlides/_rels/notesSlide293.xml.rels" ContentType="application/vnd.openxmlformats-package.relationships+xml"/>
  <Override PartName="/ppt/notesSlides/_rels/notesSlide128.xml.rels" ContentType="application/vnd.openxmlformats-package.relationships+xml"/>
  <Override PartName="/ppt/notesSlides/_rels/notesSlide9.xml.rels" ContentType="application/vnd.openxmlformats-package.relationships+xml"/>
  <Override PartName="/ppt/notesSlides/_rels/notesSlide258.xml.rels" ContentType="application/vnd.openxmlformats-package.relationships+xml"/>
  <Override PartName="/ppt/notesSlides/_rels/notesSlide259.xml.rels" ContentType="application/vnd.openxmlformats-package.relationships+xml"/>
  <Override PartName="/ppt/notesSlides/_rels/notesSlide8.xml.rels" ContentType="application/vnd.openxmlformats-package.relationships+xml"/>
  <Override PartName="/ppt/notesSlides/_rels/notesSlide257.xml.rels" ContentType="application/vnd.openxmlformats-package.relationships+xml"/>
  <Override PartName="/ppt/notesSlides/_rels/notesSlide42.xml.rels" ContentType="application/vnd.openxmlformats-package.relationships+xml"/>
  <Override PartName="/ppt/notesSlides/_rels/notesSlide145.xml.rels" ContentType="application/vnd.openxmlformats-package.relationships+xml"/>
  <Override PartName="/ppt/notesSlides/_rels/notesSlide6.xml.rels" ContentType="application/vnd.openxmlformats-package.relationships+xml"/>
  <Override PartName="/ppt/notesSlides/_rels/notesSlide255.xml.rels" ContentType="application/vnd.openxmlformats-package.relationships+xml"/>
  <Override PartName="/ppt/notesSlides/_rels/notesSlide5.xml.rels" ContentType="application/vnd.openxmlformats-package.relationships+xml"/>
  <Override PartName="/ppt/notesSlides/_rels/notesSlide113.xml.rels" ContentType="application/vnd.openxmlformats-package.relationships+xml"/>
  <Override PartName="/ppt/notesSlides/_rels/notesSlide307.xml.rels" ContentType="application/vnd.openxmlformats-package.relationships+xml"/>
  <Override PartName="/ppt/notesSlides/_rels/notesSlide254.xml.rels" ContentType="application/vnd.openxmlformats-package.relationships+xml"/>
  <Override PartName="/ppt/notesSlides/_rels/notesSlide93.xml.rels" ContentType="application/vnd.openxmlformats-package.relationships+xml"/>
  <Override PartName="/ppt/notesSlides/_rels/notesSlide232.xml.rels" ContentType="application/vnd.openxmlformats-package.relationships+xml"/>
  <Override PartName="/ppt/notesSlides/_rels/notesSlide59.xml.rels" ContentType="application/vnd.openxmlformats-package.relationships+xml"/>
  <Override PartName="/ppt/notesSlides/_rels/notesSlide4.xml.rels" ContentType="application/vnd.openxmlformats-package.relationships+xml"/>
  <Override PartName="/ppt/notesSlides/_rels/notesSlide253.xml.rels" ContentType="application/vnd.openxmlformats-package.relationships+xml"/>
  <Override PartName="/ppt/notesSlides/_rels/notesSlide3.xml.rels" ContentType="application/vnd.openxmlformats-package.relationships+xml"/>
  <Override PartName="/ppt/notesSlides/_rels/notesSlide252.xml.rels" ContentType="application/vnd.openxmlformats-package.relationships+xml"/>
  <Override PartName="/ppt/notesSlides/_rels/notesSlide249.xml.rels" ContentType="application/vnd.openxmlformats-package.relationships+xml"/>
  <Override PartName="/ppt/notesSlides/_rels/notesSlide251.xml.rels" ContentType="application/vnd.openxmlformats-package.relationships+xml"/>
  <Override PartName="/ppt/notesSlides/_rels/notesSlide89.xml.rels" ContentType="application/vnd.openxmlformats-package.relationships+xml"/>
  <Override PartName="/ppt/notesSlides/_rels/notesSlide228.xml.rels" ContentType="application/vnd.openxmlformats-package.relationships+xml"/>
  <Override PartName="/ppt/notesSlides/_rels/notesSlide296.xml.rels" ContentType="application/vnd.openxmlformats-package.relationships+xml"/>
  <Override PartName="/ppt/notesSlides/_rels/notesSlide7.xml.rels" ContentType="application/vnd.openxmlformats-package.relationships+xml"/>
  <Override PartName="/ppt/notesSlides/_rels/notesSlide256.xml.rels" ContentType="application/vnd.openxmlformats-package.relationships+xml"/>
  <Override PartName="/ppt/notesSlides/_rels/notesSlide94.xml.rels" ContentType="application/vnd.openxmlformats-package.relationships+xml"/>
  <Override PartName="/ppt/notesSlides/_rels/notesSlide233.xml.rels" ContentType="application/vnd.openxmlformats-package.relationships+xml"/>
  <Override PartName="/ppt/notesSlides/_rels/notesSlide133.xml.rels" ContentType="application/vnd.openxmlformats-package.relationships+xml"/>
  <Override PartName="/ppt/notesSlides/_rels/notesSlide30.xml.rels" ContentType="application/vnd.openxmlformats-package.relationships+xml"/>
  <Override PartName="/ppt/notesSlides/_rels/notesSlide275.xml.rels" ContentType="application/vnd.openxmlformats-package.relationships+xml"/>
  <Override PartName="/ppt/notesSlides/_rels/notesSlide155.xml.rels" ContentType="application/vnd.openxmlformats-package.relationships+xml"/>
  <Override PartName="/ppt/notesSlides/_rels/notesSlide52.xml.rels" ContentType="application/vnd.openxmlformats-package.relationships+xml"/>
  <Override PartName="/ppt/notesSlides/_rels/notesSlide97.xml.rels" ContentType="application/vnd.openxmlformats-package.relationships+xml"/>
  <Override PartName="/ppt/notesSlides/_rels/notesSlide236.xml.rels" ContentType="application/vnd.openxmlformats-package.relationships+xml"/>
  <Override PartName="/ppt/notesSlides/_rels/notesSlide276.xml.rels" ContentType="application/vnd.openxmlformats-package.relationships+xml"/>
  <Override PartName="/ppt/notesSlides/_rels/notesSlide200.xml.rels" ContentType="application/vnd.openxmlformats-package.relationships+xml"/>
  <Override PartName="/ppt/notesSlides/_rels/notesSlide61.xml.rels" ContentType="application/vnd.openxmlformats-package.relationships+xml"/>
  <Override PartName="/ppt/notesSlides/_rels/notesSlide164.xml.rels" ContentType="application/vnd.openxmlformats-package.relationships+xml"/>
  <Override PartName="/ppt/notesSlides/_rels/notesSlide235.xml.rels" ContentType="application/vnd.openxmlformats-package.relationships+xml"/>
  <Override PartName="/ppt/notesSlides/_rels/notesSlide96.xml.rels" ContentType="application/vnd.openxmlformats-package.relationships+xml"/>
  <Override PartName="/ppt/notesSlides/_rels/notesSlide28.xml.rels" ContentType="application/vnd.openxmlformats-package.relationships+xml"/>
  <Override PartName="/ppt/notesSlides/_rels/notesSlide199.xml.rels" ContentType="application/vnd.openxmlformats-package.relationships+xml"/>
  <Override PartName="/ppt/notesSlides/_rels/notesSlide130.xml.rels" ContentType="application/vnd.openxmlformats-package.relationships+xml"/>
  <Override PartName="/ppt/notesSlides/_rels/notesSlide47.xml.rels" ContentType="application/vnd.openxmlformats-package.relationships+xml"/>
  <Override PartName="/ppt/notesSlides/_rels/notesSlide277.xml.rels" ContentType="application/vnd.openxmlformats-package.relationships+xml"/>
  <Override PartName="/ppt/notesSlides/_rels/notesSlide201.xml.rels" ContentType="application/vnd.openxmlformats-package.relationships+xml"/>
  <Override PartName="/ppt/notesSlides/_rels/notesSlide62.xml.rels" ContentType="application/vnd.openxmlformats-package.relationships+xml"/>
  <Override PartName="/ppt/notesSlides/_rels/notesSlide285.xml.rels" ContentType="application/vnd.openxmlformats-package.relationships+xml"/>
  <Override PartName="/ppt/notesSlides/_rels/notesSlide78.xml.rels" ContentType="application/vnd.openxmlformats-package.relationships+xml"/>
  <Override PartName="/ppt/notesSlides/_rels/notesSlide217.xml.rels" ContentType="application/vnd.openxmlformats-package.relationships+xml"/>
  <Override PartName="/ppt/notesSlides/_rels/notesSlide266.xml.rels" ContentType="application/vnd.openxmlformats-package.relationships+xml"/>
  <Override PartName="/ppt/notesSlides/_rels/notesSlide302.xml.rels" ContentType="application/vnd.openxmlformats-package.relationships+xml"/>
  <Override PartName="/ppt/notesSlides/_rels/notesSlide289.xml.rels" ContentType="application/vnd.openxmlformats-package.relationships+xml"/>
  <Override PartName="/ppt/notesSlides/_rels/notesSlide265.xml.rels" ContentType="application/vnd.openxmlformats-package.relationships+xml"/>
  <Override PartName="/ppt/notesSlides/_rels/notesSlide301.xml.rels" ContentType="application/vnd.openxmlformats-package.relationships+xml"/>
  <Override PartName="/ppt/notesSlides/_rels/notesSlide299.xml.rels" ContentType="application/vnd.openxmlformats-package.relationships+xml"/>
  <Override PartName="/ppt/notesSlides/_rels/notesSlide286.xml.rels" ContentType="application/vnd.openxmlformats-package.relationships+xml"/>
  <Override PartName="/ppt/notesSlides/_rels/notesSlide79.xml.rels" ContentType="application/vnd.openxmlformats-package.relationships+xml"/>
  <Override PartName="/ppt/notesSlides/_rels/notesSlide218.xml.rels" ContentType="application/vnd.openxmlformats-package.relationships+xml"/>
  <Override PartName="/ppt/notesSlides/_rels/notesSlide288.xml.rels" ContentType="application/vnd.openxmlformats-package.relationships+xml"/>
  <Override PartName="/ppt/notesSlides/_rels/notesSlide300.xml.rels" ContentType="application/vnd.openxmlformats-package.relationships+xml"/>
  <Override PartName="/ppt/notesSlides/_rels/notesSlide298.xml.rels" ContentType="application/vnd.openxmlformats-package.relationships+xml"/>
  <Override PartName="/ppt/notesSlides/_rels/notesSlide264.xml.rels" ContentType="application/vnd.openxmlformats-package.relationships+xml"/>
  <Override PartName="/ppt/notesSlides/_rels/notesSlide208.xml.rels" ContentType="application/vnd.openxmlformats-package.relationships+xml"/>
  <Override PartName="/ppt/notesSlides/_rels/notesSlide69.xml.rels" ContentType="application/vnd.openxmlformats-package.relationships+xml"/>
  <Override PartName="/ppt/notesSlides/_rels/notesSlide242.xml.rels" ContentType="application/vnd.openxmlformats-package.relationships+xml"/>
  <Override PartName="/ppt/notesSlides/_rels/notesSlide263.xml.rels" ContentType="application/vnd.openxmlformats-package.relationships+xml"/>
  <Override PartName="/ppt/notesSlides/_rels/notesSlide207.xml.rels" ContentType="application/vnd.openxmlformats-package.relationships+xml"/>
  <Override PartName="/ppt/notesSlides/_rels/notesSlide68.xml.rels" ContentType="application/vnd.openxmlformats-package.relationships+xml"/>
  <Override PartName="/ppt/notesSlides/_rels/notesSlide241.xml.rels" ContentType="application/vnd.openxmlformats-package.relationships+xml"/>
  <Override PartName="/ppt/notesSlides/_rels/notesSlide267.xml.rels" ContentType="application/vnd.openxmlformats-package.relationships+xml"/>
  <Override PartName="/ppt/notesSlides/_rels/notesSlide303.xml.rels" ContentType="application/vnd.openxmlformats-package.relationships+xml"/>
  <Override PartName="/ppt/notesSlides/_rels/notesSlide120.xml.rels" ContentType="application/vnd.openxmlformats-package.relationships+xml"/>
  <Override PartName="/ppt/notesSlides/_rels/notesSlide177.xml.rels" ContentType="application/vnd.openxmlformats-package.relationships+xml"/>
  <Override PartName="/ppt/notesSlides/_rels/notesSlide306.xml.rels" ContentType="application/vnd.openxmlformats-package.relationships+xml"/>
  <Override PartName="/ppt/notesSlides/_rels/notesSlide112.xml.rels" ContentType="application/vnd.openxmlformats-package.relationships+xml"/>
  <Override PartName="/ppt/notesSlides/_rels/notesSlide209.xml.rels" ContentType="application/vnd.openxmlformats-package.relationships+xml"/>
  <Override PartName="/ppt/notesSlides/_rels/notesSlide180.xml.rels" ContentType="application/vnd.openxmlformats-package.relationships+xml"/>
  <Override PartName="/ppt/notesSlides/_rels/notesSlide44.xml.rels" ContentType="application/vnd.openxmlformats-package.relationships+xml"/>
  <Override PartName="/ppt/notesSlides/_rels/notesSlide109.xml.rels" ContentType="application/vnd.openxmlformats-package.relationships+xml"/>
  <Override PartName="/ppt/notesSlides/_rels/notesSlide274.xml.rels" ContentType="application/vnd.openxmlformats-package.relationships+xml"/>
  <Override PartName="/ppt/notesSlides/_rels/notesSlide67.xml.rels" ContentType="application/vnd.openxmlformats-package.relationships+xml"/>
  <Override PartName="/ppt/notesSlides/_rels/notesSlide206.xml.rels" ContentType="application/vnd.openxmlformats-package.relationships+xml"/>
  <Override PartName="/ppt/notesSlides/_rels/notesSlide269.xml.rels" ContentType="application/vnd.openxmlformats-package.relationships+xml"/>
  <Override PartName="/ppt/notesSlides/_rels/notesSlide305.xml.rels" ContentType="application/vnd.openxmlformats-package.relationships+xml"/>
  <Override PartName="/ppt/notesSlides/_rels/notesSlide111.xml.rels" ContentType="application/vnd.openxmlformats-package.relationships+xml"/>
  <Override PartName="/ppt/notesSlides/_rels/notesSlide108.xml.rels" ContentType="application/vnd.openxmlformats-package.relationships+xml"/>
  <Override PartName="/ppt/notesSlides/_rels/notesSlide273.xml.rels" ContentType="application/vnd.openxmlformats-package.relationships+xml"/>
  <Override PartName="/ppt/notesSlides/_rels/notesSlide268.xml.rels" ContentType="application/vnd.openxmlformats-package.relationships+xml"/>
  <Override PartName="/ppt/notesSlides/_rels/notesSlide121.xml.rels" ContentType="application/vnd.openxmlformats-package.relationships+xml"/>
  <Override PartName="/ppt/notesSlides/_rels/notesSlide2.xml.rels" ContentType="application/vnd.openxmlformats-package.relationships+xml"/>
  <Override PartName="/ppt/notesSlides/_rels/notesSlide304.xml.rels" ContentType="application/vnd.openxmlformats-package.relationships+xml"/>
  <Override PartName="/ppt/notesSlides/_rels/notesSlide110.xml.rels" ContentType="application/vnd.openxmlformats-package.relationships+xml"/>
  <Override PartName="/ppt/notesSlides/_rels/notesSlide132.xml.rels" ContentType="application/vnd.openxmlformats-package.relationships+xml"/>
  <Override PartName="/ppt/notesSlides/_rels/notesSlide279.xml.rels" ContentType="application/vnd.openxmlformats-package.relationships+xml"/>
  <Override PartName="/ppt/notesSlides/_rels/notesSlide49.xml.rels" ContentType="application/vnd.openxmlformats-package.relationships+xml"/>
  <Override PartName="/ppt/notesSlides/_rels/notesSlide83.xml.rels" ContentType="application/vnd.openxmlformats-package.relationships+xml"/>
  <Override PartName="/ppt/notesSlides/_rels/notesSlide222.xml.rels" ContentType="application/vnd.openxmlformats-package.relationships+xml"/>
  <Override PartName="/ppt/notesSlides/_rels/notesSlide131.xml.rels" ContentType="application/vnd.openxmlformats-package.relationships+xml"/>
  <Override PartName="/ppt/notesSlides/_rels/notesSlide278.xml.rels" ContentType="application/vnd.openxmlformats-package.relationships+xml"/>
  <Override PartName="/ppt/notesSlides/_rels/notesSlide48.xml.rels" ContentType="application/vnd.openxmlformats-package.relationships+xml"/>
  <Override PartName="/ppt/notesSlides/_rels/notesSlide205.xml.rels" ContentType="application/vnd.openxmlformats-package.relationships+xml"/>
  <Override PartName="/ppt/notesSlides/_rels/notesSlide66.xml.rels" ContentType="application/vnd.openxmlformats-package.relationships+xml"/>
  <Override PartName="/ppt/notesSlides/_rels/notesSlide169.xml.rels" ContentType="application/vnd.openxmlformats-package.relationships+xml"/>
  <Override PartName="/ppt/notesSlides/_rels/notesSlide291.xml.rels" ContentType="application/vnd.openxmlformats-package.relationships+xml"/>
  <Override PartName="/ppt/notesSlides/_rels/notesSlide126.xml.rels" ContentType="application/vnd.openxmlformats-package.relationships+xml"/>
  <Override PartName="/ppt/notesSlides/_rels/notesSlide194.xml.rels" ContentType="application/vnd.openxmlformats-package.relationships+xml"/>
  <Override PartName="/ppt/notesSlides/_rels/notesSlide23.xml.rels" ContentType="application/vnd.openxmlformats-package.relationships+xml"/>
  <Override PartName="/ppt/notesSlides/_rels/notesSlide91.xml.rels" ContentType="application/vnd.openxmlformats-package.relationships+xml"/>
  <Override PartName="/ppt/notesSlides/_rels/notesSlide230.xml.rels" ContentType="application/vnd.openxmlformats-package.relationships+xml"/>
  <Override PartName="/ppt/notesSlides/_rels/notesSlide204.xml.rels" ContentType="application/vnd.openxmlformats-package.relationships+xml"/>
  <Override PartName="/ppt/notesSlides/_rels/notesSlide65.xml.rels" ContentType="application/vnd.openxmlformats-package.relationships+xml"/>
  <Override PartName="/ppt/notesSlides/_rels/notesSlide168.xml.rels" ContentType="application/vnd.openxmlformats-package.relationships+xml"/>
  <Override PartName="/ppt/notesSlides/_rels/notesSlide290.xml.rels" ContentType="application/vnd.openxmlformats-package.relationships+xml"/>
  <Override PartName="/ppt/notesSlides/_rels/notesSlide125.xml.rels" ContentType="application/vnd.openxmlformats-package.relationships+xml"/>
  <Override PartName="/ppt/notesSlides/_rels/notesSlide193.xml.rels" ContentType="application/vnd.openxmlformats-package.relationships+xml"/>
  <Override PartName="/ppt/notesSlides/_rels/notesSlide90.xml.rels" ContentType="application/vnd.openxmlformats-package.relationships+xml"/>
  <Override PartName="/ppt/notesSlides/_rels/notesSlide22.xml.rels" ContentType="application/vnd.openxmlformats-package.relationships+xml"/>
  <Override PartName="/ppt/notesSlides/_rels/notesSlide202.xml.rels" ContentType="application/vnd.openxmlformats-package.relationships+xml"/>
  <Override PartName="/ppt/notesSlides/_rels/notesSlide63.xml.rels" ContentType="application/vnd.openxmlformats-package.relationships+xml"/>
  <Override PartName="/ppt/notesSlides/_rels/notesSlide166.xml.rels" ContentType="application/vnd.openxmlformats-package.relationships+xml"/>
  <Override PartName="/ppt/notesSlides/_rels/notesSlide191.xml.rels" ContentType="application/vnd.openxmlformats-package.relationships+xml"/>
  <Override PartName="/ppt/notesSlides/_rels/notesSlide20.xml.rels" ContentType="application/vnd.openxmlformats-package.relationships+xml"/>
  <Override PartName="/ppt/notesSlides/_rels/notesSlide152.xml.rels" ContentType="application/vnd.openxmlformats-package.relationships+xml"/>
  <Override PartName="/ppt/notesSlides/_rels/notesSlide151.xml.rels" ContentType="application/vnd.openxmlformats-package.relationships+xml"/>
  <Override PartName="/ppt/notesSlides/_rels/notesSlide248.xml.rels" ContentType="application/vnd.openxmlformats-package.relationships+xml"/>
  <Override PartName="/ppt/notesSlides/_rels/notesSlide150.xml.rels" ContentType="application/vnd.openxmlformats-package.relationships+xml"/>
  <Override PartName="/ppt/notesSlides/_rels/notesSlide247.xml.rels" ContentType="application/vnd.openxmlformats-package.relationships+xml"/>
  <Override PartName="/ppt/notesSlides/_rels/notesSlide139.xml.rels" ContentType="application/vnd.openxmlformats-package.relationships+xml"/>
  <Override PartName="/ppt/notesSlides/_rels/notesSlide36.xml.rels" ContentType="application/vnd.openxmlformats-package.relationships+xml"/>
  <Override PartName="/ppt/notesSlides/_rels/notesSlide246.xml.rels" ContentType="application/vnd.openxmlformats-package.relationships+xml"/>
  <Override PartName="/ppt/notesSlides/_rels/notesSlide138.xml.rels" ContentType="application/vnd.openxmlformats-package.relationships+xml"/>
  <Override PartName="/ppt/notesSlides/_rels/notesSlide35.xml.rels" ContentType="application/vnd.openxmlformats-package.relationships+xml"/>
  <Override PartName="/ppt/notesSlides/_rels/notesSlide245.xml.rels" ContentType="application/vnd.openxmlformats-package.relationships+xml"/>
  <Override PartName="/ppt/notesSlides/_rels/notesSlide137.xml.rels" ContentType="application/vnd.openxmlformats-package.relationships+xml"/>
  <Override PartName="/ppt/notesSlides/_rels/notesSlide34.xml.rels" ContentType="application/vnd.openxmlformats-package.relationships+xml"/>
  <Override PartName="/ppt/notesSlides/_rels/notesSlide244.xml.rels" ContentType="application/vnd.openxmlformats-package.relationships+xml"/>
  <Override PartName="/ppt/notesSlides/_rels/notesSlide77.xml.rels" ContentType="application/vnd.openxmlformats-package.relationships+xml"/>
  <Override PartName="/ppt/notesSlides/_rels/notesSlide216.xml.rels" ContentType="application/vnd.openxmlformats-package.relationships+xml"/>
  <Override PartName="/ppt/notesSlides/_rels/notesSlide284.xml.rels" ContentType="application/vnd.openxmlformats-package.relationships+xml"/>
  <Override PartName="/ppt/notesSlides/_rels/notesSlide119.xml.rels" ContentType="application/vnd.openxmlformats-package.relationships+xml"/>
  <Override PartName="/ppt/notesSlides/_rels/notesSlide187.xml.rels" ContentType="application/vnd.openxmlformats-package.relationships+xml"/>
  <Override PartName="/ppt/notesSlides/_rels/notesSlide223.xml.rels" ContentType="application/vnd.openxmlformats-package.relationships+xml"/>
  <Override PartName="/ppt/notesSlides/_rels/notesSlide84.xml.rels" ContentType="application/vnd.openxmlformats-package.relationships+xml"/>
  <Override PartName="/ppt/notesSlides/_rels/notesSlide16.xml.rels" ContentType="application/vnd.openxmlformats-package.relationships+xml"/>
  <Override PartName="/ppt/notesSlides/_rels/notesSlide179.xml.rels" ContentType="application/vnd.openxmlformats-package.relationships+xml"/>
  <Override PartName="/ppt/notesSlides/_rels/notesSlide136.xml.rels" ContentType="application/vnd.openxmlformats-package.relationships+xml"/>
  <Override PartName="/ppt/notesSlides/_rels/notesSlide33.xml.rels" ContentType="application/vnd.openxmlformats-package.relationships+xml"/>
  <Override PartName="/ppt/notesSlides/_rels/notesSlide243.xml.rels" ContentType="application/vnd.openxmlformats-package.relationships+xml"/>
  <Override PartName="/ppt/notesSlides/_rels/notesSlide76.xml.rels" ContentType="application/vnd.openxmlformats-package.relationships+xml"/>
  <Override PartName="/ppt/notesSlides/_rels/notesSlide215.xml.rels" ContentType="application/vnd.openxmlformats-package.relationships+xml"/>
  <Override PartName="/ppt/notesSlides/_rels/notesSlide283.xml.rels" ContentType="application/vnd.openxmlformats-package.relationships+xml"/>
  <Override PartName="/ppt/notesSlides/_rels/notesSlide118.xml.rels" ContentType="application/vnd.openxmlformats-package.relationships+xml"/>
  <Override PartName="/ppt/notesSlides/_rels/notesSlide186.xml.rels" ContentType="application/vnd.openxmlformats-package.relationships+xml"/>
  <Override PartName="/ppt/notesSlides/notesSlide262.xml" ContentType="application/vnd.openxmlformats-officedocument.presentationml.notesSlide+xml"/>
  <Override PartName="/ppt/notesSlides/notesSlide261.xml" ContentType="application/vnd.openxmlformats-officedocument.presentationml.notesSlide+xml"/>
  <Override PartName="/ppt/notesSlides/notesSlide260.xml" ContentType="application/vnd.openxmlformats-officedocument.presentationml.notesSlide+xml"/>
  <Override PartName="/ppt/notesSlides/notesSlide259.xml" ContentType="application/vnd.openxmlformats-officedocument.presentationml.notesSlide+xml"/>
  <Override PartName="/ppt/notesSlides/notesSlide258.xml" ContentType="application/vnd.openxmlformats-officedocument.presentationml.notesSlide+xml"/>
  <Override PartName="/ppt/notesSlides/notesSlide257.xml" ContentType="application/vnd.openxmlformats-officedocument.presentationml.notesSlide+xml"/>
  <Override PartName="/ppt/notesSlides/notesSlide256.xml" ContentType="application/vnd.openxmlformats-officedocument.presentationml.notesSlide+xml"/>
  <Override PartName="/ppt/notesSlides/notesSlide255.xml" ContentType="application/vnd.openxmlformats-officedocument.presentationml.notesSlide+xml"/>
  <Override PartName="/ppt/notesSlides/notesSlide254.xml" ContentType="application/vnd.openxmlformats-officedocument.presentationml.notesSlide+xml"/>
  <Override PartName="/ppt/notesSlides/notesSlide253.xml" ContentType="application/vnd.openxmlformats-officedocument.presentationml.notesSlide+xml"/>
  <Override PartName="/ppt/notesSlides/notesSlide252.xml" ContentType="application/vnd.openxmlformats-officedocument.presentationml.notesSlide+xml"/>
  <Override PartName="/ppt/notesSlides/notesSlide251.xml" ContentType="application/vnd.openxmlformats-officedocument.presentationml.notesSlide+xml"/>
  <Override PartName="/ppt/notesSlides/notesSlide250.xml" ContentType="application/vnd.openxmlformats-officedocument.presentationml.notesSlide+xml"/>
  <Override PartName="/ppt/notesSlides/notesSlide249.xml" ContentType="application/vnd.openxmlformats-officedocument.presentationml.notesSlide+xml"/>
  <Override PartName="/ppt/notesSlides/notesSlide240.xml" ContentType="application/vnd.openxmlformats-officedocument.presentationml.notesSlide+xml"/>
  <Override PartName="/ppt/notesSlides/notesSlide239.xml" ContentType="application/vnd.openxmlformats-officedocument.presentationml.notesSlide+xml"/>
  <Override PartName="/ppt/notesSlides/notesSlide238.xml" ContentType="application/vnd.openxmlformats-officedocument.presentationml.notesSlide+xml"/>
  <Override PartName="/ppt/notesSlides/notesSlide237.xml" ContentType="application/vnd.openxmlformats-officedocument.presentationml.notesSlide+xml"/>
  <Override PartName="/ppt/notesSlides/notesSlide236.xml" ContentType="application/vnd.openxmlformats-officedocument.presentationml.notesSlide+xml"/>
  <Override PartName="/ppt/notesSlides/notesSlide235.xml" ContentType="application/vnd.openxmlformats-officedocument.presentationml.notesSlide+xml"/>
  <Override PartName="/ppt/notesSlides/notesSlide234.xml" ContentType="application/vnd.openxmlformats-officedocument.presentationml.notesSlide+xml"/>
  <Override PartName="/ppt/notesSlides/notesSlide233.xml" ContentType="application/vnd.openxmlformats-officedocument.presentationml.notesSlide+xml"/>
  <Override PartName="/ppt/notesSlides/notesSlide232.xml" ContentType="application/vnd.openxmlformats-officedocument.presentationml.notesSlide+xml"/>
  <Override PartName="/ppt/notesSlides/notesSlide231.xml" ContentType="application/vnd.openxmlformats-officedocument.presentationml.notesSlide+xml"/>
  <Override PartName="/ppt/notesSlides/notesSlide230.xml" ContentType="application/vnd.openxmlformats-officedocument.presentationml.notesSlide+xml"/>
  <Override PartName="/ppt/notesSlides/notesSlide229.xml" ContentType="application/vnd.openxmlformats-officedocument.presentationml.notesSlide+xml"/>
  <Override PartName="/ppt/notesSlides/notesSlide228.xml" ContentType="application/vnd.openxmlformats-officedocument.presentationml.notesSlide+xml"/>
  <Override PartName="/ppt/notesSlides/notesSlide227.xml" ContentType="application/vnd.openxmlformats-officedocument.presentationml.notesSlide+xml"/>
  <Override PartName="/ppt/notesSlides/notesSlide226.xml" ContentType="application/vnd.openxmlformats-officedocument.presentationml.notesSlide+xml"/>
  <Override PartName="/ppt/notesSlides/notesSlide9.xml" ContentType="application/vnd.openxmlformats-officedocument.presentationml.notesSlide+xml"/>
  <Override PartName="/ppt/notesSlides/notesSlide225.xml" ContentType="application/vnd.openxmlformats-officedocument.presentationml.notesSlide+xml"/>
  <Override PartName="/ppt/notesSlides/notesSlide8.xml" ContentType="application/vnd.openxmlformats-officedocument.presentationml.notesSlide+xml"/>
  <Override PartName="/ppt/notesSlides/notesSlide224.xml" ContentType="application/vnd.openxmlformats-officedocument.presentationml.notesSlide+xml"/>
  <Override PartName="/ppt/notesSlides/notesSlide7.xml" ContentType="application/vnd.openxmlformats-officedocument.presentationml.notesSlide+xml"/>
  <Override PartName="/ppt/notesSlides/notesSlide223.xml" ContentType="application/vnd.openxmlformats-officedocument.presentationml.notesSlide+xml"/>
  <Override PartName="/ppt/notesSlides/notesSlide6.xml" ContentType="application/vnd.openxmlformats-officedocument.presentationml.notesSlide+xml"/>
  <Override PartName="/ppt/notesSlides/notesSlide222.xml" ContentType="application/vnd.openxmlformats-officedocument.presentationml.notesSlide+xml"/>
  <Override PartName="/ppt/notesSlides/notesSlide5.xml" ContentType="application/vnd.openxmlformats-officedocument.presentationml.notesSlide+xml"/>
  <Override PartName="/ppt/notesSlides/notesSlide221.xml" ContentType="application/vnd.openxmlformats-officedocument.presentationml.notesSlide+xml"/>
  <Override PartName="/ppt/notesSlides/notesSlide4.xml" ContentType="application/vnd.openxmlformats-officedocument.presentationml.notesSlide+xml"/>
  <Override PartName="/ppt/notesSlides/notesSlide220.xml" ContentType="application/vnd.openxmlformats-officedocument.presentationml.notesSlide+xml"/>
  <Override PartName="/ppt/notesSlides/notesSlide3.xml" ContentType="application/vnd.openxmlformats-officedocument.presentationml.notesSlide+xml"/>
  <Override PartName="/ppt/notesSlides/notesSlide219.xml" ContentType="application/vnd.openxmlformats-officedocument.presentationml.notesSlide+xml"/>
  <Override PartName="/ppt/notesSlides/notesSlide190.xml" ContentType="application/vnd.openxmlformats-officedocument.presentationml.notesSlide+xml"/>
  <Override PartName="/ppt/notesSlides/notesSlide218.xml" ContentType="application/vnd.openxmlformats-officedocument.presentationml.notesSlide+xml"/>
  <Override PartName="/ppt/notesSlides/notesSlide196.xml" ContentType="application/vnd.openxmlformats-officedocument.presentationml.notesSlide+xml"/>
  <Override PartName="/ppt/notesSlides/notesSlide68.xml" ContentType="application/vnd.openxmlformats-officedocument.presentationml.notesSlide+xml"/>
  <Override PartName="/ppt/notesSlides/notesSlide197.xml" ContentType="application/vnd.openxmlformats-officedocument.presentationml.notesSlide+xml"/>
  <Override PartName="/ppt/notesSlides/notesSlide69.xml" ContentType="application/vnd.openxmlformats-officedocument.presentationml.notesSlide+xml"/>
  <Override PartName="/ppt/notesSlides/notesSlide133.xml" ContentType="application/vnd.openxmlformats-officedocument.presentationml.notesSlide+xml"/>
  <Override PartName="/ppt/notesSlides/notesSlide73.xml" ContentType="application/vnd.openxmlformats-officedocument.presentationml.notesSlide+xml"/>
  <Override PartName="/ppt/notesSlides/notesSlide17.xml" ContentType="application/vnd.openxmlformats-officedocument.presentationml.notesSlide+xml"/>
  <Override PartName="/ppt/notesSlides/notesSlide85.xml" ContentType="application/vnd.openxmlformats-officedocument.presentationml.notesSlide+xml"/>
  <Override PartName="/ppt/notesSlides/notesSlide145.xml" ContentType="application/vnd.openxmlformats-officedocument.presentationml.notesSlide+xml"/>
  <Override PartName="/ppt/notesSlides/notesSlide18.xml" ContentType="application/vnd.openxmlformats-officedocument.presentationml.notesSlide+xml"/>
  <Override PartName="/ppt/notesSlides/notesSlide86.xml" ContentType="application/vnd.openxmlformats-officedocument.presentationml.notesSlide+xml"/>
  <Override PartName="/ppt/notesSlides/notesSlide146.xml" ContentType="application/vnd.openxmlformats-officedocument.presentationml.notesSlide+xml"/>
  <Override PartName="/ppt/notesSlides/notesSlide19.xml" ContentType="application/vnd.openxmlformats-officedocument.presentationml.notesSlide+xml"/>
  <Override PartName="/ppt/notesSlides/notesSlide87.xml" ContentType="application/vnd.openxmlformats-officedocument.presentationml.notesSlide+xml"/>
  <Override PartName="/ppt/notesSlides/notesSlide128.xml" ContentType="application/vnd.openxmlformats-officedocument.presentationml.notesSlide+xml"/>
  <Override PartName="/ppt/notesSlides/notesSlide293.xml" ContentType="application/vnd.openxmlformats-officedocument.presentationml.notesSlide+xml"/>
  <Override PartName="/ppt/notesSlides/notesSlide129.xml" ContentType="application/vnd.openxmlformats-officedocument.presentationml.notesSlide+xml"/>
  <Override PartName="/ppt/notesSlides/notesSlide294.xml" ContentType="application/vnd.openxmlformats-officedocument.presentationml.notesSlide+xml"/>
  <Override PartName="/ppt/notesSlides/notesSlide88.xml" ContentType="application/vnd.openxmlformats-officedocument.presentationml.notesSlide+xml"/>
  <Override PartName="/ppt/notesSlides/notesSlide148.xml" ContentType="application/vnd.openxmlformats-officedocument.presentationml.notesSlide+xml"/>
  <Override PartName="/ppt/notesSlides/notesSlide27.xml" ContentType="application/vnd.openxmlformats-officedocument.presentationml.notesSlide+xml"/>
  <Override PartName="/ppt/notesSlides/notesSlide95.xml" ContentType="application/vnd.openxmlformats-officedocument.presentationml.notesSlide+xml"/>
  <Override PartName="/ppt/notesSlides/notesSlide155.xml" ContentType="application/vnd.openxmlformats-officedocument.presentationml.notesSlide+xml"/>
  <Override PartName="/ppt/notesSlides/notesSlide28.xml" ContentType="application/vnd.openxmlformats-officedocument.presentationml.notesSlide+xml"/>
  <Override PartName="/ppt/notesSlides/notesSlide96.xml" ContentType="application/vnd.openxmlformats-officedocument.presentationml.notesSlide+xml"/>
  <Override PartName="/ppt/notesSlides/notesSlide156.xml" ContentType="application/vnd.openxmlformats-officedocument.presentationml.notesSlide+xml"/>
  <Override PartName="/ppt/notesSlides/notesSlide29.xml" ContentType="application/vnd.openxmlformats-officedocument.presentationml.notesSlide+xml"/>
  <Override PartName="/ppt/notesSlides/notesSlide97.xml" ContentType="application/vnd.openxmlformats-officedocument.presentationml.notesSlide+xml"/>
  <Override PartName="/ppt/notesSlides/notesSlide157.xml" ContentType="application/vnd.openxmlformats-officedocument.presentationml.notesSlide+xml"/>
  <Override PartName="/ppt/notesSlides/notesSlide98.xml" ContentType="application/vnd.openxmlformats-officedocument.presentationml.notesSlide+xml"/>
  <Override PartName="/ppt/notesSlides/notesSlide158.xml" ContentType="application/vnd.openxmlformats-officedocument.presentationml.notesSlide+xml"/>
  <Override PartName="/ppt/notesSlides/notesSlide99.xml" ContentType="application/vnd.openxmlformats-officedocument.presentationml.notesSlide+xml"/>
  <Override PartName="/ppt/notesSlides/notesSlide40.xml" ContentType="application/vnd.openxmlformats-officedocument.presentationml.notesSlide+xml"/>
  <Override PartName="/ppt/notesSlides/notesSlide100.xml" ContentType="application/vnd.openxmlformats-officedocument.presentationml.notesSlide+xml"/>
  <Override PartName="/ppt/notesSlides/notesSlide41.xml" ContentType="application/vnd.openxmlformats-officedocument.presentationml.notesSlide+xml"/>
  <Override PartName="/ppt/notesSlides/notesSlide101.xml" ContentType="application/vnd.openxmlformats-officedocument.presentationml.notesSlide+xml"/>
  <Override PartName="/ppt/notesSlides/notesSlide42.xml" ContentType="application/vnd.openxmlformats-officedocument.presentationml.notesSlide+xml"/>
  <Override PartName="/ppt/notesSlides/notesSlide102.xml" ContentType="application/vnd.openxmlformats-officedocument.presentationml.notesSlide+xml"/>
  <Override PartName="/ppt/notesSlides/notesSlide170.xml" ContentType="application/vnd.openxmlformats-officedocument.presentationml.notesSlide+xml"/>
  <Override PartName="/ppt/notesSlides/notesSlide43.xml" ContentType="application/vnd.openxmlformats-officedocument.presentationml.notesSlide+xml"/>
  <Override PartName="/ppt/notesSlides/notesSlide103.xml" ContentType="application/vnd.openxmlformats-officedocument.presentationml.notesSlide+xml"/>
  <Override PartName="/ppt/notesSlides/notesSlide171.xml" ContentType="application/vnd.openxmlformats-officedocument.presentationml.notesSlide+xml"/>
  <Override PartName="/ppt/notesSlides/notesSlide149.xml" ContentType="application/vnd.openxmlformats-officedocument.presentationml.notesSlide+xml"/>
  <Override PartName="/ppt/notesSlides/notesSlide89.xml" ContentType="application/vnd.openxmlformats-officedocument.presentationml.notesSlide+xml"/>
  <Override PartName="/ppt/notesSlides/notesSlide44.xml" ContentType="application/vnd.openxmlformats-officedocument.presentationml.notesSlide+xml"/>
  <Override PartName="/ppt/notesSlides/notesSlide104.xml" ContentType="application/vnd.openxmlformats-officedocument.presentationml.notesSlide+xml"/>
  <Override PartName="/ppt/notesSlides/notesSlide172.xml" ContentType="application/vnd.openxmlformats-officedocument.presentationml.notesSlide+xml"/>
  <Override PartName="/ppt/notesSlides/notesSlide45.xml" ContentType="application/vnd.openxmlformats-officedocument.presentationml.notesSlide+xml"/>
  <Override PartName="/ppt/notesSlides/notesSlide173.xml" ContentType="application/vnd.openxmlformats-officedocument.presentationml.notesSlide+xml"/>
  <Override PartName="/ppt/notesSlides/notesSlide46.xml" ContentType="application/vnd.openxmlformats-officedocument.presentationml.notesSlide+xml"/>
  <Override PartName="/ppt/notesSlides/notesSlide174.xml" ContentType="application/vnd.openxmlformats-officedocument.presentationml.notesSlide+xml"/>
  <Override PartName="/ppt/notesSlides/notesSlide106.xml" ContentType="application/vnd.openxmlformats-officedocument.presentationml.notesSlide+xml"/>
  <Override PartName="/ppt/notesSlides/notesSlide271.xml" ContentType="application/vnd.openxmlformats-officedocument.presentationml.notesSlide+xml"/>
  <Override PartName="/ppt/notesSlides/notesSlide203.xml" ContentType="application/vnd.openxmlformats-officedocument.presentationml.notesSlide+xml"/>
  <Override PartName="/ppt/notesSlides/notesSlide70.xml" ContentType="application/vnd.openxmlformats-officedocument.presentationml.notesSlide+xml"/>
  <Override PartName="/ppt/notesSlides/notesSlide130.xml" ContentType="application/vnd.openxmlformats-officedocument.presentationml.notesSlide+xml"/>
  <Override PartName="/ppt/notesSlides/notesSlide175.xml" ContentType="application/vnd.openxmlformats-officedocument.presentationml.notesSlide+xml"/>
  <Override PartName="/ppt/notesSlides/notesSlide47.xml" ContentType="application/vnd.openxmlformats-officedocument.presentationml.notesSlide+xml"/>
  <Override PartName="/ppt/notesSlides/notesSlide107.xml" ContentType="application/vnd.openxmlformats-officedocument.presentationml.notesSlide+xml"/>
  <Override PartName="/ppt/notesSlides/notesSlide272.xml" ContentType="application/vnd.openxmlformats-officedocument.presentationml.notesSlide+xml"/>
  <Override PartName="/ppt/notesSlides/notesSlide204.xml" ContentType="application/vnd.openxmlformats-officedocument.presentationml.notesSlide+xml"/>
  <Override PartName="/ppt/notesSlides/notesSlide292.xml" ContentType="application/vnd.openxmlformats-officedocument.presentationml.notesSlide+xml"/>
  <Override PartName="/ppt/notesSlides/notesSlide127.xml" ContentType="application/vnd.openxmlformats-officedocument.presentationml.notesSlide+xml"/>
  <Override PartName="/ppt/notesSlides/notesSlide67.xml" ContentType="application/vnd.openxmlformats-officedocument.presentationml.notesSlide+xml"/>
  <Override PartName="/ppt/notesSlides/notesSlide195.xml" ContentType="application/vnd.openxmlformats-officedocument.presentationml.notesSlide+xml"/>
  <Override PartName="/ppt/notesSlides/notesSlide192.xml" ContentType="application/vnd.openxmlformats-officedocument.presentationml.notesSlide+xml"/>
  <Override PartName="/ppt/notesSlides/notesSlide64.xml" ContentType="application/vnd.openxmlformats-officedocument.presentationml.notesSlide+xml"/>
  <Override PartName="/ppt/notesSlides/notesSlide124.xml" ContentType="application/vnd.openxmlformats-officedocument.presentationml.notesSlide+xml"/>
  <Override PartName="/ppt/notesSlides/notesSlide275.xml" ContentType="application/vnd.openxmlformats-officedocument.presentationml.notesSlide+xml"/>
  <Override PartName="/ppt/notesSlides/notesSlide207.xml" ContentType="application/vnd.openxmlformats-officedocument.presentationml.notesSlide+xml"/>
  <Override PartName="/ppt/notesSlides/notesSlide54.xml" ContentType="application/vnd.openxmlformats-officedocument.presentationml.notesSlide+xml"/>
  <Override PartName="/ppt/notesSlides/notesSlide182.xml" ContentType="application/vnd.openxmlformats-officedocument.presentationml.notesSlide+xml"/>
  <Override PartName="/ppt/notesSlides/notesSlide114.xml" ContentType="application/vnd.openxmlformats-officedocument.presentationml.notesSlide+xml"/>
  <Override PartName="/ppt/notesSlides/notesSlide181.xml" ContentType="application/vnd.openxmlformats-officedocument.presentationml.notesSlide+xml"/>
  <Override PartName="/ppt/notesSlides/notesSlide53.xml" ContentType="application/vnd.openxmlformats-officedocument.presentationml.notesSlide+xml"/>
  <Override PartName="/ppt/notesSlides/notesSlide105.xml" ContentType="application/vnd.openxmlformats-officedocument.presentationml.notesSlide+xml"/>
  <Override PartName="/ppt/notesSlides/notesSlide270.xml" ContentType="application/vnd.openxmlformats-officedocument.presentationml.notesSlide+xml"/>
  <Override PartName="/ppt/notesSlides/notesSlide202.xml" ContentType="application/vnd.openxmlformats-officedocument.presentationml.notesSlide+xml"/>
  <Override PartName="/ppt/notesSlides/notesSlide285.xml" ContentType="application/vnd.openxmlformats-officedocument.presentationml.notesSlide+xml"/>
  <Override PartName="/ppt/notesSlides/notesSlide217.xml" ContentType="application/vnd.openxmlformats-officedocument.presentationml.notesSlide+xml"/>
  <Override PartName="/ppt/notesSlides/notesSlide48.xml" ContentType="application/vnd.openxmlformats-officedocument.presentationml.notesSlide+xml"/>
  <Override PartName="/ppt/notesSlides/notesSlide176.xml" ContentType="application/vnd.openxmlformats-officedocument.presentationml.notesSlide+xml"/>
  <Override PartName="/ppt/notesSlides/notesSlide276.xml" ContentType="application/vnd.openxmlformats-officedocument.presentationml.notesSlide+xml"/>
  <Override PartName="/ppt/notesSlides/notesSlide208.xml" ContentType="application/vnd.openxmlformats-officedocument.presentationml.notesSlide+xml"/>
  <Override PartName="/ppt/notesSlides/notesSlide277.xml" ContentType="application/vnd.openxmlformats-officedocument.presentationml.notesSlide+xml"/>
  <Override PartName="/ppt/notesSlides/notesSlide266.xml" ContentType="application/vnd.openxmlformats-officedocument.presentationml.notesSlide+xml"/>
  <Override PartName="/ppt/notesSlides/notesSlide302.xml" ContentType="application/vnd.openxmlformats-officedocument.presentationml.notesSlide+xml"/>
  <Override PartName="/ppt/notesSlides/notesSlide289.xml" ContentType="application/vnd.openxmlformats-officedocument.presentationml.notesSlide+xml"/>
  <Override PartName="/ppt/notesSlides/notesSlide132.xml" ContentType="application/vnd.openxmlformats-officedocument.presentationml.notesSlide+xml"/>
  <Override PartName="/ppt/notesSlides/notesSlide72.xml" ContentType="application/vnd.openxmlformats-officedocument.presentationml.notesSlide+xml"/>
  <Override PartName="/ppt/notesSlides/notesSlide279.xml" ContentType="application/vnd.openxmlformats-officedocument.presentationml.notesSlide+xml"/>
  <Override PartName="/ppt/notesSlides/notesSlide265.xml" ContentType="application/vnd.openxmlformats-officedocument.presentationml.notesSlide+xml"/>
  <Override PartName="/ppt/notesSlides/notesSlide301.xml" ContentType="application/vnd.openxmlformats-officedocument.presentationml.notesSlide+xml"/>
  <Override PartName="/ppt/notesSlides/notesSlide299.xml" ContentType="application/vnd.openxmlformats-officedocument.presentationml.notesSlide+xml"/>
  <Override PartName="/ppt/notesSlides/notesSlide286.xml" ContentType="application/vnd.openxmlformats-officedocument.presentationml.notesSlide+xml"/>
  <Override PartName="/ppt/notesSlides/notesSlide288.xml" ContentType="application/vnd.openxmlformats-officedocument.presentationml.notesSlide+xml"/>
  <Override PartName="/ppt/notesSlides/notesSlide131.xml" ContentType="application/vnd.openxmlformats-officedocument.presentationml.notesSlide+xml"/>
  <Override PartName="/ppt/notesSlides/notesSlide71.xml" ContentType="application/vnd.openxmlformats-officedocument.presentationml.notesSlide+xml"/>
  <Override PartName="/ppt/notesSlides/notesSlide278.xml" ContentType="application/vnd.openxmlformats-officedocument.presentationml.notesSlide+xml"/>
  <Override PartName="/ppt/notesSlides/notesSlide300.xml" ContentType="application/vnd.openxmlformats-officedocument.presentationml.notesSlide+xml"/>
  <Override PartName="/ppt/notesSlides/notesSlide298.xml" ContentType="application/vnd.openxmlformats-officedocument.presentationml.notesSlide+xml"/>
  <Override PartName="/ppt/notesSlides/notesSlide264.xml" ContentType="application/vnd.openxmlformats-officedocument.presentationml.notesSlide+xml"/>
  <Override PartName="/ppt/notesSlides/notesSlide287.xml" ContentType="application/vnd.openxmlformats-officedocument.presentationml.notesSlide+xml"/>
  <Override PartName="/ppt/notesSlides/notesSlide263.xml" ContentType="application/vnd.openxmlformats-officedocument.presentationml.notesSlide+xml"/>
  <Override PartName="/ppt/notesSlides/notesSlide297.xml" ContentType="application/vnd.openxmlformats-officedocument.presentationml.notesSlide+xml"/>
  <Override PartName="/ppt/notesSlides/notesSlide296.xml" ContentType="application/vnd.openxmlformats-officedocument.presentationml.notesSlide+xml"/>
  <Override PartName="/ppt/notesSlides/notesSlide295.xml" ContentType="application/vnd.openxmlformats-officedocument.presentationml.notesSlide+xml"/>
  <Override PartName="/ppt/notesSlides/notesSlide62.xml" ContentType="application/vnd.openxmlformats-officedocument.presentationml.notesSlide+xml"/>
  <Override PartName="/ppt/notesSlides/notesSlide122.xml" ContentType="application/vnd.openxmlformats-officedocument.presentationml.notesSlide+xml"/>
  <Override PartName="/ppt/notesSlides/notesSlide61.xml" ContentType="application/vnd.openxmlformats-officedocument.presentationml.notesSlide+xml"/>
  <Override PartName="/ppt/notesSlides/notesSlide121.xml" ContentType="application/vnd.openxmlformats-officedocument.presentationml.notesSlide+xml"/>
  <Override PartName="/ppt/notesSlides/notesSlide267.xml" ContentType="application/vnd.openxmlformats-officedocument.presentationml.notesSlide+xml"/>
  <Override PartName="/ppt/notesSlides/notesSlide303.xml" ContentType="application/vnd.openxmlformats-officedocument.presentationml.notesSlide+xml"/>
  <Override PartName="/ppt/notesSlides/notesSlide120.xml" ContentType="application/vnd.openxmlformats-officedocument.presentationml.notesSlide+xml"/>
  <Override PartName="/ppt/notesSlides/notesSlide60.xml" ContentType="application/vnd.openxmlformats-officedocument.presentationml.notesSlide+xml"/>
  <Override PartName="/ppt/notesSlides/notesSlide113.xml" ContentType="application/vnd.openxmlformats-officedocument.presentationml.notesSlide+xml"/>
  <Override PartName="/ppt/notesSlides/notesSlide307.xml" ContentType="application/vnd.openxmlformats-officedocument.presentationml.notesSlide+xml"/>
  <Override PartName="/ppt/notesSlides/notesSlide52.xml" ContentType="application/vnd.openxmlformats-officedocument.presentationml.notesSlide+xml"/>
  <Override PartName="/ppt/notesSlides/notesSlide209.xml" ContentType="application/vnd.openxmlformats-officedocument.presentationml.notesSlide+xml"/>
  <Override PartName="/ppt/notesSlides/notesSlide180.xml" ContentType="application/vnd.openxmlformats-officedocument.presentationml.notesSlide+xml"/>
  <Override PartName="/ppt/notesSlides/notesSlide206.xml" ContentType="application/vnd.openxmlformats-officedocument.presentationml.notesSlide+xml"/>
  <Override PartName="/ppt/notesSlides/notesSlide112.xml" ContentType="application/vnd.openxmlformats-officedocument.presentationml.notesSlide+xml"/>
  <Override PartName="/ppt/notesSlides/notesSlide306.xml" ContentType="application/vnd.openxmlformats-officedocument.presentationml.notesSlide+xml"/>
  <Override PartName="/ppt/notesSlides/notesSlide177.xml" ContentType="application/vnd.openxmlformats-officedocument.presentationml.notesSlide+xml"/>
  <Override PartName="/ppt/notesSlides/notesSlide274.xml" ContentType="application/vnd.openxmlformats-officedocument.presentationml.notesSlide+xml"/>
  <Override PartName="/ppt/notesSlides/notesSlide109.xml" ContentType="application/vnd.openxmlformats-officedocument.presentationml.notesSlide+xml"/>
  <Override PartName="/ppt/notesSlides/notesSlide49.xml" ContentType="application/vnd.openxmlformats-officedocument.presentationml.notesSlide+xml"/>
  <Override PartName="/ppt/notesSlides/notesSlide51.xml" ContentType="application/vnd.openxmlformats-officedocument.presentationml.notesSlide+xml"/>
  <Override PartName="/ppt/notesSlides/notesSlide108.xml" ContentType="application/vnd.openxmlformats-officedocument.presentationml.notesSlide+xml"/>
  <Override PartName="/ppt/notesSlides/notesSlide273.xml" ContentType="application/vnd.openxmlformats-officedocument.presentationml.notesSlide+xml"/>
  <Override PartName="/ppt/notesSlides/notesSlide205.xml" ContentType="application/vnd.openxmlformats-officedocument.presentationml.notesSlide+xml"/>
  <Override PartName="/ppt/notesSlides/notesSlide269.xml" ContentType="application/vnd.openxmlformats-officedocument.presentationml.notesSlide+xml"/>
  <Override PartName="/ppt/notesSlides/notesSlide111.xml" ContentType="application/vnd.openxmlformats-officedocument.presentationml.notesSlide+xml"/>
  <Override PartName="/ppt/notesSlides/notesSlide305.xml" ContentType="application/vnd.openxmlformats-officedocument.presentationml.notesSlide+xml"/>
  <Override PartName="/ppt/notesSlides/notesSlide50.xml" ContentType="application/vnd.openxmlformats-officedocument.presentationml.notesSlide+xml"/>
  <Override PartName="/ppt/notesSlides/notesSlide268.xml" ContentType="application/vnd.openxmlformats-officedocument.presentationml.notesSlide+xml"/>
  <Override PartName="/ppt/notesSlides/notesSlide110.xml" ContentType="application/vnd.openxmlformats-officedocument.presentationml.notesSlide+xml"/>
  <Override PartName="/ppt/notesSlides/notesSlide304.xml" ContentType="application/vnd.openxmlformats-officedocument.presentationml.notesSlide+xml"/>
  <Override PartName="/ppt/notesSlides/notesSlide66.xml" ContentType="application/vnd.openxmlformats-officedocument.presentationml.notesSlide+xml"/>
  <Override PartName="/ppt/notesSlides/notesSlide194.xml" ContentType="application/vnd.openxmlformats-officedocument.presentationml.notesSlide+xml"/>
  <Override PartName="/ppt/notesSlides/notesSlide126.xml" ContentType="application/vnd.openxmlformats-officedocument.presentationml.notesSlide+xml"/>
  <Override PartName="/ppt/notesSlides/notesSlide291.xml" ContentType="application/vnd.openxmlformats-officedocument.presentationml.notesSlide+xml"/>
  <Override PartName="/ppt/notesSlides/notesSlide65.xml" ContentType="application/vnd.openxmlformats-officedocument.presentationml.notesSlide+xml"/>
  <Override PartName="/ppt/notesSlides/notesSlide193.xml" ContentType="application/vnd.openxmlformats-officedocument.presentationml.notesSlide+xml"/>
  <Override PartName="/ppt/notesSlides/notesSlide125.xml" ContentType="application/vnd.openxmlformats-officedocument.presentationml.notesSlide+xml"/>
  <Override PartName="/ppt/notesSlides/notesSlide290.xml" ContentType="application/vnd.openxmlformats-officedocument.presentationml.notesSlide+xml"/>
  <Override PartName="/ppt/notesSlides/notesSlide63.xml" ContentType="application/vnd.openxmlformats-officedocument.presentationml.notesSlide+xml"/>
  <Override PartName="/ppt/notesSlides/notesSlide191.xml" ContentType="application/vnd.openxmlformats-officedocument.presentationml.notesSlide+xml"/>
  <Override PartName="/ppt/notesSlides/notesSlide92.xml" ContentType="application/vnd.openxmlformats-officedocument.presentationml.notesSlide+xml"/>
  <Override PartName="/ppt/notesSlides/notesSlide24.xml" ContentType="application/vnd.openxmlformats-officedocument.presentationml.notesSlide+xml"/>
  <Override PartName="/ppt/notesSlides/notesSlide152.xml" ContentType="application/vnd.openxmlformats-officedocument.presentationml.notesSlide+xml"/>
  <Override PartName="/ppt/notesSlides/notesSlide91.xml" ContentType="application/vnd.openxmlformats-officedocument.presentationml.notesSlide+xml"/>
  <Override PartName="/ppt/notesSlides/notesSlide23.xml" ContentType="application/vnd.openxmlformats-officedocument.presentationml.notesSlide+xml"/>
  <Override PartName="/ppt/notesSlides/notesSlide151.xml" ContentType="application/vnd.openxmlformats-officedocument.presentationml.notesSlide+xml"/>
  <Override PartName="/ppt/notesSlides/notesSlide26.xml" ContentType="application/vnd.openxmlformats-officedocument.presentationml.notesSlide+xml"/>
  <Override PartName="/ppt/notesSlides/notesSlide94.xml" ContentType="application/vnd.openxmlformats-officedocument.presentationml.notesSlide+xml"/>
  <Override PartName="/ppt/notesSlides/notesSlide154.xml" ContentType="application/vnd.openxmlformats-officedocument.presentationml.notesSlide+xml"/>
  <Override PartName="/ppt/notesSlides/notesSlide248.xml" ContentType="application/vnd.openxmlformats-officedocument.presentationml.notesSlide+xml"/>
  <Override PartName="/ppt/notesSlides/notesSlide90.xml" ContentType="application/vnd.openxmlformats-officedocument.presentationml.notesSlide+xml"/>
  <Override PartName="/ppt/notesSlides/notesSlide22.xml" ContentType="application/vnd.openxmlformats-officedocument.presentationml.notesSlide+xml"/>
  <Override PartName="/ppt/notesSlides/notesSlide150.xml" ContentType="application/vnd.openxmlformats-officedocument.presentationml.notesSlide+xml"/>
  <Override PartName="/ppt/notesSlides/notesSlide25.xml" ContentType="application/vnd.openxmlformats-officedocument.presentationml.notesSlide+xml"/>
  <Override PartName="/ppt/notesSlides/notesSlide93.xml" ContentType="application/vnd.openxmlformats-officedocument.presentationml.notesSlide+xml"/>
  <Override PartName="/ppt/notesSlides/notesSlide153.xml" ContentType="application/vnd.openxmlformats-officedocument.presentationml.notesSlide+xml"/>
  <Override PartName="/ppt/notesSlides/notesSlide247.xml" ContentType="application/vnd.openxmlformats-officedocument.presentationml.notesSlide+xml"/>
  <Override PartName="/ppt/notesSlides/notesSlide79.xml" ContentType="application/vnd.openxmlformats-officedocument.presentationml.notesSlide+xml"/>
  <Override PartName="/ppt/notesSlides/notesSlide139.xml" ContentType="application/vnd.openxmlformats-officedocument.presentationml.notesSlide+xml"/>
  <Override PartName="/ppt/notesSlides/notesSlide246.xml" ContentType="application/vnd.openxmlformats-officedocument.presentationml.notesSlide+xml"/>
  <Override PartName="/ppt/notesSlides/notesSlide78.xml" ContentType="application/vnd.openxmlformats-officedocument.presentationml.notesSlide+xml"/>
  <Override PartName="/ppt/notesSlides/notesSlide138.xml" ContentType="application/vnd.openxmlformats-officedocument.presentationml.notesSlide+xml"/>
  <Override PartName="/ppt/notesSlides/notesSlide245.xml" ContentType="application/vnd.openxmlformats-officedocument.presentationml.notesSlide+xml"/>
  <Override PartName="/ppt/notesSlides/notesSlide77.xml" ContentType="application/vnd.openxmlformats-officedocument.presentationml.notesSlide+xml"/>
  <Override PartName="/ppt/notesSlides/notesSlide137.xml" ContentType="application/vnd.openxmlformats-officedocument.presentationml.notesSlide+xml"/>
  <Override PartName="/ppt/notesSlides/notesSlide244.xml" ContentType="application/vnd.openxmlformats-officedocument.presentationml.notesSlide+xml"/>
  <Override PartName="/ppt/notesSlides/notesSlide59.xml" ContentType="application/vnd.openxmlformats-officedocument.presentationml.notesSlide+xml"/>
  <Override PartName="/ppt/notesSlides/notesSlide187.xml" ContentType="application/vnd.openxmlformats-officedocument.presentationml.notesSlide+xml"/>
  <Override PartName="/ppt/notesSlides/notesSlide119.xml" ContentType="application/vnd.openxmlformats-officedocument.presentationml.notesSlide+xml"/>
  <Override PartName="/ppt/notesSlides/notesSlide284.xml" ContentType="application/vnd.openxmlformats-officedocument.presentationml.notesSlide+xml"/>
  <Override PartName="/ppt/notesSlides/notesSlide216.xml" ContentType="application/vnd.openxmlformats-officedocument.presentationml.notesSlide+xml"/>
  <Override PartName="/ppt/notesSlides/notesSlide21.xml" ContentType="application/vnd.openxmlformats-officedocument.presentationml.notesSlide+xml"/>
  <Override PartName="/ppt/notesSlides/notesSlide76.xml" ContentType="application/vnd.openxmlformats-officedocument.presentationml.notesSlide+xml"/>
  <Override PartName="/ppt/notesSlides/notesSlide136.xml" ContentType="application/vnd.openxmlformats-officedocument.presentationml.notesSlide+xml"/>
  <Override PartName="/ppt/notesSlides/notesSlide243.xml" ContentType="application/vnd.openxmlformats-officedocument.presentationml.notesSlide+xml"/>
  <Override PartName="/ppt/notesSlides/notesSlide58.xml" ContentType="application/vnd.openxmlformats-officedocument.presentationml.notesSlide+xml"/>
  <Override PartName="/ppt/notesSlides/notesSlide186.xml" ContentType="application/vnd.openxmlformats-officedocument.presentationml.notesSlide+xml"/>
  <Override PartName="/ppt/notesSlides/notesSlide118.xml" ContentType="application/vnd.openxmlformats-officedocument.presentationml.notesSlide+xml"/>
  <Override PartName="/ppt/notesSlides/notesSlide283.xml" ContentType="application/vnd.openxmlformats-officedocument.presentationml.notesSlide+xml"/>
  <Override PartName="/ppt/notesSlides/notesSlide215.xml" ContentType="application/vnd.openxmlformats-officedocument.presentationml.notesSlide+xml"/>
  <Override PartName="/ppt/notesSlides/notesSlide84.xml" ContentType="application/vnd.openxmlformats-officedocument.presentationml.notesSlide+xml"/>
  <Override PartName="/ppt/notesSlides/notesSlide16.xml" ContentType="application/vnd.openxmlformats-officedocument.presentationml.notesSlide+xml"/>
  <Override PartName="/ppt/notesSlides/notesSlide144.xml" ContentType="application/vnd.openxmlformats-officedocument.presentationml.notesSlide+xml"/>
  <Override PartName="/ppt/notesSlides/notesSlide20.xml" ContentType="application/vnd.openxmlformats-officedocument.presentationml.notesSlide+xml"/>
  <Override PartName="/ppt/notesSlides/notesSlide75.xml" ContentType="application/vnd.openxmlformats-officedocument.presentationml.notesSlide+xml"/>
  <Override PartName="/ppt/notesSlides/notesSlide135.xml" ContentType="application/vnd.openxmlformats-officedocument.presentationml.notesSlide+xml"/>
  <Override PartName="/ppt/notesSlides/notesSlide242.xml" ContentType="application/vnd.openxmlformats-officedocument.presentationml.notesSlide+xml"/>
  <Override PartName="/ppt/notesSlides/notesSlide57.xml" ContentType="application/vnd.openxmlformats-officedocument.presentationml.notesSlide+xml"/>
  <Override PartName="/ppt/notesSlides/notesSlide185.xml" ContentType="application/vnd.openxmlformats-officedocument.presentationml.notesSlide+xml"/>
  <Override PartName="/ppt/notesSlides/notesSlide117.xml" ContentType="application/vnd.openxmlformats-officedocument.presentationml.notesSlide+xml"/>
  <Override PartName="/ppt/notesSlides/notesSlide282.xml" ContentType="application/vnd.openxmlformats-officedocument.presentationml.notesSlide+xml"/>
  <Override PartName="/ppt/notesSlides/notesSlide214.xml" ContentType="application/vnd.openxmlformats-officedocument.presentationml.notesSlide+xml"/>
  <Override PartName="/ppt/notesSlides/notesSlide83.xml" ContentType="application/vnd.openxmlformats-officedocument.presentationml.notesSlide+xml"/>
  <Override PartName="/ppt/notesSlides/notesSlide15.xml" ContentType="application/vnd.openxmlformats-officedocument.presentationml.notesSlide+xml"/>
  <Override PartName="/ppt/notesSlides/notesSlide143.xml" ContentType="application/vnd.openxmlformats-officedocument.presentationml.notesSlide+xml"/>
  <Override PartName="/ppt/notesSlides/notesSlide82.xml" ContentType="application/vnd.openxmlformats-officedocument.presentationml.notesSlide+xml"/>
  <Override PartName="/ppt/notesSlides/notesSlide14.xml" ContentType="application/vnd.openxmlformats-officedocument.presentationml.notesSlide+xml"/>
  <Override PartName="/ppt/notesSlides/notesSlide142.xml" ContentType="application/vnd.openxmlformats-officedocument.presentationml.notesSlide+xml"/>
  <Override PartName="/ppt/notesSlides/notesSlide81.xml" ContentType="application/vnd.openxmlformats-officedocument.presentationml.notesSlide+xml"/>
  <Override PartName="/ppt/notesSlides/notesSlide13.xml" ContentType="application/vnd.openxmlformats-officedocument.presentationml.notesSlide+xml"/>
  <Override PartName="/ppt/notesSlides/notesSlide141.xml" ContentType="application/vnd.openxmlformats-officedocument.presentationml.notesSlide+xml"/>
  <Override PartName="/ppt/notesSlides/notesSlide80.xml" ContentType="application/vnd.openxmlformats-officedocument.presentationml.notesSlide+xml"/>
  <Override PartName="/ppt/notesSlides/notesSlide12.xml" ContentType="application/vnd.openxmlformats-officedocument.presentationml.notesSlide+xml"/>
  <Override PartName="/ppt/notesSlides/notesSlide140.xml" ContentType="application/vnd.openxmlformats-officedocument.presentationml.notesSlide+xml"/>
  <Override PartName="/ppt/notesSlides/notesSlide30.xml" ContentType="application/vnd.openxmlformats-officedocument.presentationml.notesSlide+xml"/>
  <Override PartName="/ppt/notesSlides/notesSlide74.xml" ContentType="application/vnd.openxmlformats-officedocument.presentationml.notesSlide+xml"/>
  <Override PartName="/ppt/notesSlides/notesSlide134.xml" ContentType="application/vnd.openxmlformats-officedocument.presentationml.notesSlide+xml"/>
  <Override PartName="/ppt/notesSlides/notesSlide2.xml" ContentType="application/vnd.openxmlformats-officedocument.presentationml.notesSlide+xml"/>
  <Override PartName="/ppt/notesSlides/notesSlide241.xml" ContentType="application/vnd.openxmlformats-officedocument.presentationml.notesSlide+xml"/>
  <Override PartName="/ppt/notesSlides/notesSlide56.xml" ContentType="application/vnd.openxmlformats-officedocument.presentationml.notesSlide+xml"/>
  <Override PartName="/ppt/notesSlides/notesSlide184.xml" ContentType="application/vnd.openxmlformats-officedocument.presentationml.notesSlide+xml"/>
  <Override PartName="/ppt/notesSlides/notesSlide116.xml" ContentType="application/vnd.openxmlformats-officedocument.presentationml.notesSlide+xml"/>
  <Override PartName="/ppt/notesSlides/notesSlide281.xml" ContentType="application/vnd.openxmlformats-officedocument.presentationml.notesSlide+xml"/>
  <Override PartName="/ppt/notesSlides/notesSlide213.xml" ContentType="application/vnd.openxmlformats-officedocument.presentationml.notesSlide+xml"/>
  <Override PartName="/ppt/notesSlides/notesSlide212.xml" ContentType="application/vnd.openxmlformats-officedocument.presentationml.notesSlide+xml"/>
  <Override PartName="/ppt/notesSlides/notesSlide280.xml" ContentType="application/vnd.openxmlformats-officedocument.presentationml.notesSlide+xml"/>
  <Override PartName="/ppt/notesSlides/notesSlide115.xml" ContentType="application/vnd.openxmlformats-officedocument.presentationml.notesSlide+xml"/>
  <Override PartName="/ppt/notesSlides/notesSlide55.xml" ContentType="application/vnd.openxmlformats-officedocument.presentationml.notesSlide+xml"/>
  <Override PartName="/ppt/notesSlides/notesSlide183.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160.xml" ContentType="application/vnd.openxmlformats-officedocument.presentationml.notesSlide+xml"/>
  <Override PartName="/ppt/notesSlides/notesSlide33.xml" ContentType="application/vnd.openxmlformats-officedocument.presentationml.notesSlide+xml"/>
  <Override PartName="/ppt/notesSlides/notesSlide161.xml" ContentType="application/vnd.openxmlformats-officedocument.presentationml.notesSlide+xml"/>
  <Override PartName="/ppt/notesSlides/notesSlide34.xml" ContentType="application/vnd.openxmlformats-officedocument.presentationml.notesSlide+xml"/>
  <Override PartName="/ppt/notesSlides/notesSlide162.xml" ContentType="application/vnd.openxmlformats-officedocument.presentationml.notesSlide+xml"/>
  <Override PartName="/ppt/notesSlides/notesSlide35.xml" ContentType="application/vnd.openxmlformats-officedocument.presentationml.notesSlide+xml"/>
  <Override PartName="/ppt/notesSlides/notesSlide163.xml" ContentType="application/vnd.openxmlformats-officedocument.presentationml.notesSlide+xml"/>
  <Override PartName="/ppt/notesSlides/notesSlide36.xml" ContentType="application/vnd.openxmlformats-officedocument.presentationml.notesSlide+xml"/>
  <Override PartName="/ppt/notesSlides/notesSlide164.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166.xml" ContentType="application/vnd.openxmlformats-officedocument.presentationml.notesSlide+xml"/>
  <Override PartName="/ppt/notesSlides/notesSlide39.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8.xml" ContentType="application/vnd.openxmlformats-officedocument.presentationml.notesSlide+xml"/>
  <Override PartName="/ppt/notesSlides/notesSlide200.xml" ContentType="application/vnd.openxmlformats-officedocument.presentationml.notesSlide+xml"/>
  <Override PartName="/ppt/notesSlides/notesSlide199.xml" ContentType="application/vnd.openxmlformats-officedocument.presentationml.notesSlide+xml"/>
  <Override PartName="/ppt/notesSlides/notesSlide20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 id="395" r:id="rId144"/>
    <p:sldId id="396" r:id="rId145"/>
    <p:sldId id="397" r:id="rId146"/>
    <p:sldId id="398" r:id="rId147"/>
    <p:sldId id="399" r:id="rId148"/>
    <p:sldId id="400" r:id="rId149"/>
    <p:sldId id="401" r:id="rId150"/>
    <p:sldId id="402" r:id="rId151"/>
    <p:sldId id="403" r:id="rId152"/>
    <p:sldId id="404" r:id="rId153"/>
    <p:sldId id="405" r:id="rId154"/>
    <p:sldId id="406" r:id="rId155"/>
    <p:sldId id="407" r:id="rId156"/>
    <p:sldId id="408" r:id="rId157"/>
    <p:sldId id="409" r:id="rId158"/>
    <p:sldId id="410" r:id="rId159"/>
    <p:sldId id="411" r:id="rId160"/>
    <p:sldId id="412" r:id="rId161"/>
    <p:sldId id="413" r:id="rId162"/>
    <p:sldId id="414" r:id="rId163"/>
    <p:sldId id="415" r:id="rId164"/>
    <p:sldId id="416" r:id="rId165"/>
    <p:sldId id="417" r:id="rId166"/>
    <p:sldId id="418" r:id="rId167"/>
    <p:sldId id="419" r:id="rId168"/>
    <p:sldId id="420" r:id="rId169"/>
    <p:sldId id="421" r:id="rId170"/>
    <p:sldId id="422" r:id="rId171"/>
    <p:sldId id="423" r:id="rId172"/>
    <p:sldId id="424" r:id="rId173"/>
    <p:sldId id="425" r:id="rId174"/>
    <p:sldId id="426" r:id="rId175"/>
    <p:sldId id="427" r:id="rId176"/>
    <p:sldId id="428" r:id="rId177"/>
    <p:sldId id="429" r:id="rId178"/>
    <p:sldId id="430" r:id="rId179"/>
    <p:sldId id="431" r:id="rId180"/>
    <p:sldId id="432" r:id="rId181"/>
    <p:sldId id="433" r:id="rId182"/>
    <p:sldId id="434" r:id="rId183"/>
    <p:sldId id="435" r:id="rId184"/>
    <p:sldId id="436" r:id="rId185"/>
    <p:sldId id="437" r:id="rId186"/>
    <p:sldId id="438" r:id="rId187"/>
    <p:sldId id="439" r:id="rId188"/>
    <p:sldId id="440" r:id="rId189"/>
    <p:sldId id="441" r:id="rId190"/>
    <p:sldId id="442" r:id="rId191"/>
    <p:sldId id="443" r:id="rId192"/>
    <p:sldId id="444" r:id="rId193"/>
    <p:sldId id="445" r:id="rId194"/>
    <p:sldId id="446" r:id="rId195"/>
    <p:sldId id="447" r:id="rId196"/>
    <p:sldId id="448" r:id="rId197"/>
    <p:sldId id="449" r:id="rId198"/>
    <p:sldId id="450" r:id="rId199"/>
    <p:sldId id="451" r:id="rId200"/>
    <p:sldId id="452" r:id="rId201"/>
    <p:sldId id="453" r:id="rId202"/>
    <p:sldId id="454" r:id="rId203"/>
    <p:sldId id="455" r:id="rId204"/>
    <p:sldId id="456" r:id="rId205"/>
    <p:sldId id="457" r:id="rId206"/>
    <p:sldId id="458" r:id="rId207"/>
    <p:sldId id="459" r:id="rId208"/>
    <p:sldId id="460" r:id="rId209"/>
    <p:sldId id="461" r:id="rId210"/>
    <p:sldId id="462" r:id="rId211"/>
    <p:sldId id="463" r:id="rId212"/>
    <p:sldId id="464" r:id="rId213"/>
    <p:sldId id="465" r:id="rId214"/>
    <p:sldId id="466" r:id="rId215"/>
    <p:sldId id="467" r:id="rId216"/>
    <p:sldId id="468" r:id="rId217"/>
    <p:sldId id="469" r:id="rId218"/>
    <p:sldId id="470" r:id="rId219"/>
    <p:sldId id="471" r:id="rId220"/>
    <p:sldId id="472" r:id="rId221"/>
    <p:sldId id="473" r:id="rId222"/>
    <p:sldId id="474" r:id="rId223"/>
    <p:sldId id="475" r:id="rId224"/>
    <p:sldId id="476" r:id="rId225"/>
    <p:sldId id="477" r:id="rId226"/>
    <p:sldId id="478" r:id="rId227"/>
    <p:sldId id="479" r:id="rId228"/>
    <p:sldId id="480" r:id="rId229"/>
    <p:sldId id="481" r:id="rId230"/>
    <p:sldId id="482" r:id="rId231"/>
    <p:sldId id="483" r:id="rId232"/>
    <p:sldId id="484" r:id="rId233"/>
    <p:sldId id="485" r:id="rId234"/>
    <p:sldId id="486" r:id="rId235"/>
    <p:sldId id="487" r:id="rId236"/>
    <p:sldId id="488" r:id="rId237"/>
    <p:sldId id="489" r:id="rId238"/>
    <p:sldId id="490" r:id="rId239"/>
    <p:sldId id="491" r:id="rId240"/>
    <p:sldId id="492" r:id="rId241"/>
    <p:sldId id="493" r:id="rId242"/>
    <p:sldId id="494" r:id="rId243"/>
    <p:sldId id="495" r:id="rId244"/>
    <p:sldId id="496" r:id="rId245"/>
    <p:sldId id="497" r:id="rId246"/>
    <p:sldId id="498" r:id="rId247"/>
    <p:sldId id="499" r:id="rId248"/>
    <p:sldId id="500" r:id="rId249"/>
    <p:sldId id="501" r:id="rId250"/>
    <p:sldId id="502" r:id="rId251"/>
    <p:sldId id="503" r:id="rId252"/>
    <p:sldId id="504" r:id="rId253"/>
    <p:sldId id="505" r:id="rId254"/>
    <p:sldId id="506" r:id="rId255"/>
    <p:sldId id="507" r:id="rId256"/>
    <p:sldId id="508" r:id="rId257"/>
    <p:sldId id="509" r:id="rId258"/>
    <p:sldId id="510" r:id="rId259"/>
    <p:sldId id="511" r:id="rId260"/>
    <p:sldId id="512" r:id="rId261"/>
    <p:sldId id="513" r:id="rId262"/>
    <p:sldId id="514" r:id="rId263"/>
    <p:sldId id="515" r:id="rId264"/>
    <p:sldId id="516" r:id="rId265"/>
    <p:sldId id="517" r:id="rId266"/>
    <p:sldId id="518" r:id="rId267"/>
    <p:sldId id="519" r:id="rId268"/>
    <p:sldId id="520" r:id="rId269"/>
    <p:sldId id="521" r:id="rId270"/>
    <p:sldId id="522" r:id="rId271"/>
    <p:sldId id="523" r:id="rId272"/>
    <p:sldId id="524" r:id="rId273"/>
    <p:sldId id="525" r:id="rId274"/>
    <p:sldId id="526" r:id="rId275"/>
    <p:sldId id="527" r:id="rId276"/>
    <p:sldId id="528" r:id="rId277"/>
    <p:sldId id="529" r:id="rId278"/>
    <p:sldId id="530" r:id="rId279"/>
    <p:sldId id="531" r:id="rId280"/>
    <p:sldId id="532" r:id="rId281"/>
    <p:sldId id="533" r:id="rId282"/>
    <p:sldId id="534" r:id="rId283"/>
    <p:sldId id="535" r:id="rId284"/>
    <p:sldId id="536" r:id="rId285"/>
    <p:sldId id="537" r:id="rId286"/>
    <p:sldId id="538" r:id="rId287"/>
    <p:sldId id="539" r:id="rId288"/>
    <p:sldId id="540" r:id="rId289"/>
    <p:sldId id="541" r:id="rId290"/>
    <p:sldId id="542" r:id="rId291"/>
    <p:sldId id="543" r:id="rId292"/>
    <p:sldId id="544" r:id="rId293"/>
    <p:sldId id="545" r:id="rId294"/>
    <p:sldId id="546" r:id="rId295"/>
    <p:sldId id="547" r:id="rId296"/>
    <p:sldId id="548" r:id="rId297"/>
    <p:sldId id="549" r:id="rId298"/>
    <p:sldId id="550" r:id="rId299"/>
    <p:sldId id="551" r:id="rId300"/>
    <p:sldId id="552" r:id="rId301"/>
    <p:sldId id="553" r:id="rId302"/>
    <p:sldId id="554" r:id="rId303"/>
    <p:sldId id="555" r:id="rId304"/>
    <p:sldId id="556" r:id="rId305"/>
    <p:sldId id="557" r:id="rId306"/>
    <p:sldId id="558" r:id="rId307"/>
    <p:sldId id="559" r:id="rId308"/>
    <p:sldId id="560" r:id="rId309"/>
    <p:sldId id="561" r:id="rId310"/>
    <p:sldId id="562" r:id="rId311"/>
  </p:sldIdLst>
  <p:sldSz cx="8959850" cy="6721475"/>
  <p:notesSz cx="9907588" cy="67421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40.xml"/><Relationship Id="rId45" Type="http://schemas.openxmlformats.org/officeDocument/2006/relationships/slide" Target="slides/slide41.xml"/><Relationship Id="rId46" Type="http://schemas.openxmlformats.org/officeDocument/2006/relationships/slide" Target="slides/slide42.xml"/><Relationship Id="rId47" Type="http://schemas.openxmlformats.org/officeDocument/2006/relationships/slide" Target="slides/slide43.xml"/><Relationship Id="rId48" Type="http://schemas.openxmlformats.org/officeDocument/2006/relationships/slide" Target="slides/slide44.xml"/><Relationship Id="rId49" Type="http://schemas.openxmlformats.org/officeDocument/2006/relationships/slide" Target="slides/slide45.xml"/><Relationship Id="rId50" Type="http://schemas.openxmlformats.org/officeDocument/2006/relationships/slide" Target="slides/slide46.xml"/><Relationship Id="rId51" Type="http://schemas.openxmlformats.org/officeDocument/2006/relationships/slide" Target="slides/slide47.xml"/><Relationship Id="rId52" Type="http://schemas.openxmlformats.org/officeDocument/2006/relationships/slide" Target="slides/slide48.xml"/><Relationship Id="rId53" Type="http://schemas.openxmlformats.org/officeDocument/2006/relationships/slide" Target="slides/slide49.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52.xml"/><Relationship Id="rId57" Type="http://schemas.openxmlformats.org/officeDocument/2006/relationships/slide" Target="slides/slide53.xml"/><Relationship Id="rId58" Type="http://schemas.openxmlformats.org/officeDocument/2006/relationships/slide" Target="slides/slide54.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0.xml"/><Relationship Id="rId65" Type="http://schemas.openxmlformats.org/officeDocument/2006/relationships/slide" Target="slides/slide61.xml"/><Relationship Id="rId66" Type="http://schemas.openxmlformats.org/officeDocument/2006/relationships/slide" Target="slides/slide62.xml"/><Relationship Id="rId67" Type="http://schemas.openxmlformats.org/officeDocument/2006/relationships/slide" Target="slides/slide63.xml"/><Relationship Id="rId68" Type="http://schemas.openxmlformats.org/officeDocument/2006/relationships/slide" Target="slides/slide64.xml"/><Relationship Id="rId69" Type="http://schemas.openxmlformats.org/officeDocument/2006/relationships/slide" Target="slides/slide65.xml"/><Relationship Id="rId70" Type="http://schemas.openxmlformats.org/officeDocument/2006/relationships/slide" Target="slides/slide66.xml"/><Relationship Id="rId71" Type="http://schemas.openxmlformats.org/officeDocument/2006/relationships/slide" Target="slides/slide67.xml"/><Relationship Id="rId72" Type="http://schemas.openxmlformats.org/officeDocument/2006/relationships/slide" Target="slides/slide68.xml"/><Relationship Id="rId73" Type="http://schemas.openxmlformats.org/officeDocument/2006/relationships/slide" Target="slides/slide69.xml"/><Relationship Id="rId74" Type="http://schemas.openxmlformats.org/officeDocument/2006/relationships/slide" Target="slides/slide70.xml"/><Relationship Id="rId75" Type="http://schemas.openxmlformats.org/officeDocument/2006/relationships/slide" Target="slides/slide71.xml"/><Relationship Id="rId76" Type="http://schemas.openxmlformats.org/officeDocument/2006/relationships/slide" Target="slides/slide72.xml"/><Relationship Id="rId77" Type="http://schemas.openxmlformats.org/officeDocument/2006/relationships/slide" Target="slides/slide73.xml"/><Relationship Id="rId78" Type="http://schemas.openxmlformats.org/officeDocument/2006/relationships/slide" Target="slides/slide74.xml"/><Relationship Id="rId79" Type="http://schemas.openxmlformats.org/officeDocument/2006/relationships/slide" Target="slides/slide75.xml"/><Relationship Id="rId80" Type="http://schemas.openxmlformats.org/officeDocument/2006/relationships/slide" Target="slides/slide76.xml"/><Relationship Id="rId81" Type="http://schemas.openxmlformats.org/officeDocument/2006/relationships/slide" Target="slides/slide77.xml"/><Relationship Id="rId82" Type="http://schemas.openxmlformats.org/officeDocument/2006/relationships/slide" Target="slides/slide78.xml"/><Relationship Id="rId83" Type="http://schemas.openxmlformats.org/officeDocument/2006/relationships/slide" Target="slides/slide79.xml"/><Relationship Id="rId84" Type="http://schemas.openxmlformats.org/officeDocument/2006/relationships/slide" Target="slides/slide80.xml"/><Relationship Id="rId85" Type="http://schemas.openxmlformats.org/officeDocument/2006/relationships/slide" Target="slides/slide81.xml"/><Relationship Id="rId86" Type="http://schemas.openxmlformats.org/officeDocument/2006/relationships/slide" Target="slides/slide82.xml"/><Relationship Id="rId87" Type="http://schemas.openxmlformats.org/officeDocument/2006/relationships/slide" Target="slides/slide83.xml"/><Relationship Id="rId88" Type="http://schemas.openxmlformats.org/officeDocument/2006/relationships/slide" Target="slides/slide84.xml"/><Relationship Id="rId89" Type="http://schemas.openxmlformats.org/officeDocument/2006/relationships/slide" Target="slides/slide85.xml"/><Relationship Id="rId90" Type="http://schemas.openxmlformats.org/officeDocument/2006/relationships/slide" Target="slides/slide86.xml"/><Relationship Id="rId91" Type="http://schemas.openxmlformats.org/officeDocument/2006/relationships/slide" Target="slides/slide87.xml"/><Relationship Id="rId92" Type="http://schemas.openxmlformats.org/officeDocument/2006/relationships/slide" Target="slides/slide88.xml"/><Relationship Id="rId93" Type="http://schemas.openxmlformats.org/officeDocument/2006/relationships/slide" Target="slides/slide89.xml"/><Relationship Id="rId94" Type="http://schemas.openxmlformats.org/officeDocument/2006/relationships/slide" Target="slides/slide90.xml"/><Relationship Id="rId95" Type="http://schemas.openxmlformats.org/officeDocument/2006/relationships/slide" Target="slides/slide91.xml"/><Relationship Id="rId96" Type="http://schemas.openxmlformats.org/officeDocument/2006/relationships/slide" Target="slides/slide92.xml"/><Relationship Id="rId97" Type="http://schemas.openxmlformats.org/officeDocument/2006/relationships/slide" Target="slides/slide93.xml"/><Relationship Id="rId98" Type="http://schemas.openxmlformats.org/officeDocument/2006/relationships/slide" Target="slides/slide94.xml"/><Relationship Id="rId99" Type="http://schemas.openxmlformats.org/officeDocument/2006/relationships/slide" Target="slides/slide95.xml"/><Relationship Id="rId100" Type="http://schemas.openxmlformats.org/officeDocument/2006/relationships/slide" Target="slides/slide96.xml"/><Relationship Id="rId101" Type="http://schemas.openxmlformats.org/officeDocument/2006/relationships/slide" Target="slides/slide97.xml"/><Relationship Id="rId102" Type="http://schemas.openxmlformats.org/officeDocument/2006/relationships/slide" Target="slides/slide98.xml"/><Relationship Id="rId103" Type="http://schemas.openxmlformats.org/officeDocument/2006/relationships/slide" Target="slides/slide99.xml"/><Relationship Id="rId104" Type="http://schemas.openxmlformats.org/officeDocument/2006/relationships/slide" Target="slides/slide100.xml"/><Relationship Id="rId105" Type="http://schemas.openxmlformats.org/officeDocument/2006/relationships/slide" Target="slides/slide101.xml"/><Relationship Id="rId106" Type="http://schemas.openxmlformats.org/officeDocument/2006/relationships/slide" Target="slides/slide102.xml"/><Relationship Id="rId107" Type="http://schemas.openxmlformats.org/officeDocument/2006/relationships/slide" Target="slides/slide103.xml"/><Relationship Id="rId108" Type="http://schemas.openxmlformats.org/officeDocument/2006/relationships/slide" Target="slides/slide104.xml"/><Relationship Id="rId109" Type="http://schemas.openxmlformats.org/officeDocument/2006/relationships/slide" Target="slides/slide105.xml"/><Relationship Id="rId110" Type="http://schemas.openxmlformats.org/officeDocument/2006/relationships/slide" Target="slides/slide106.xml"/><Relationship Id="rId111" Type="http://schemas.openxmlformats.org/officeDocument/2006/relationships/slide" Target="slides/slide107.xml"/><Relationship Id="rId112" Type="http://schemas.openxmlformats.org/officeDocument/2006/relationships/slide" Target="slides/slide108.xml"/><Relationship Id="rId113" Type="http://schemas.openxmlformats.org/officeDocument/2006/relationships/slide" Target="slides/slide109.xml"/><Relationship Id="rId114" Type="http://schemas.openxmlformats.org/officeDocument/2006/relationships/slide" Target="slides/slide110.xml"/><Relationship Id="rId115" Type="http://schemas.openxmlformats.org/officeDocument/2006/relationships/slide" Target="slides/slide111.xml"/><Relationship Id="rId116" Type="http://schemas.openxmlformats.org/officeDocument/2006/relationships/slide" Target="slides/slide112.xml"/><Relationship Id="rId117" Type="http://schemas.openxmlformats.org/officeDocument/2006/relationships/slide" Target="slides/slide113.xml"/><Relationship Id="rId118" Type="http://schemas.openxmlformats.org/officeDocument/2006/relationships/slide" Target="slides/slide114.xml"/><Relationship Id="rId119" Type="http://schemas.openxmlformats.org/officeDocument/2006/relationships/slide" Target="slides/slide115.xml"/><Relationship Id="rId120" Type="http://schemas.openxmlformats.org/officeDocument/2006/relationships/slide" Target="slides/slide116.xml"/><Relationship Id="rId121" Type="http://schemas.openxmlformats.org/officeDocument/2006/relationships/slide" Target="slides/slide117.xml"/><Relationship Id="rId122" Type="http://schemas.openxmlformats.org/officeDocument/2006/relationships/slide" Target="slides/slide118.xml"/><Relationship Id="rId123" Type="http://schemas.openxmlformats.org/officeDocument/2006/relationships/slide" Target="slides/slide119.xml"/><Relationship Id="rId124" Type="http://schemas.openxmlformats.org/officeDocument/2006/relationships/slide" Target="slides/slide120.xml"/><Relationship Id="rId125" Type="http://schemas.openxmlformats.org/officeDocument/2006/relationships/slide" Target="slides/slide121.xml"/><Relationship Id="rId126" Type="http://schemas.openxmlformats.org/officeDocument/2006/relationships/slide" Target="slides/slide122.xml"/><Relationship Id="rId127" Type="http://schemas.openxmlformats.org/officeDocument/2006/relationships/slide" Target="slides/slide123.xml"/><Relationship Id="rId128" Type="http://schemas.openxmlformats.org/officeDocument/2006/relationships/slide" Target="slides/slide124.xml"/><Relationship Id="rId129" Type="http://schemas.openxmlformats.org/officeDocument/2006/relationships/slide" Target="slides/slide125.xml"/><Relationship Id="rId130" Type="http://schemas.openxmlformats.org/officeDocument/2006/relationships/slide" Target="slides/slide126.xml"/><Relationship Id="rId131" Type="http://schemas.openxmlformats.org/officeDocument/2006/relationships/slide" Target="slides/slide127.xml"/><Relationship Id="rId132" Type="http://schemas.openxmlformats.org/officeDocument/2006/relationships/slide" Target="slides/slide128.xml"/><Relationship Id="rId133" Type="http://schemas.openxmlformats.org/officeDocument/2006/relationships/slide" Target="slides/slide12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143.xml"/><Relationship Id="rId148" Type="http://schemas.openxmlformats.org/officeDocument/2006/relationships/slide" Target="slides/slide144.xml"/><Relationship Id="rId149" Type="http://schemas.openxmlformats.org/officeDocument/2006/relationships/slide" Target="slides/slide145.xml"/><Relationship Id="rId150" Type="http://schemas.openxmlformats.org/officeDocument/2006/relationships/slide" Target="slides/slide146.xml"/><Relationship Id="rId151" Type="http://schemas.openxmlformats.org/officeDocument/2006/relationships/slide" Target="slides/slide147.xml"/><Relationship Id="rId152" Type="http://schemas.openxmlformats.org/officeDocument/2006/relationships/slide" Target="slides/slide148.xml"/><Relationship Id="rId153" Type="http://schemas.openxmlformats.org/officeDocument/2006/relationships/slide" Target="slides/slide149.xml"/><Relationship Id="rId154" Type="http://schemas.openxmlformats.org/officeDocument/2006/relationships/slide" Target="slides/slide150.xml"/><Relationship Id="rId155" Type="http://schemas.openxmlformats.org/officeDocument/2006/relationships/slide" Target="slides/slide151.xml"/><Relationship Id="rId156" Type="http://schemas.openxmlformats.org/officeDocument/2006/relationships/slide" Target="slides/slide152.xml"/><Relationship Id="rId157" Type="http://schemas.openxmlformats.org/officeDocument/2006/relationships/slide" Target="slides/slide153.xml"/><Relationship Id="rId158" Type="http://schemas.openxmlformats.org/officeDocument/2006/relationships/slide" Target="slides/slide154.xml"/><Relationship Id="rId159" Type="http://schemas.openxmlformats.org/officeDocument/2006/relationships/slide" Target="slides/slide155.xml"/><Relationship Id="rId160" Type="http://schemas.openxmlformats.org/officeDocument/2006/relationships/slide" Target="slides/slide156.xml"/><Relationship Id="rId161" Type="http://schemas.openxmlformats.org/officeDocument/2006/relationships/slide" Target="slides/slide157.xml"/><Relationship Id="rId162" Type="http://schemas.openxmlformats.org/officeDocument/2006/relationships/slide" Target="slides/slide158.xml"/><Relationship Id="rId163" Type="http://schemas.openxmlformats.org/officeDocument/2006/relationships/slide" Target="slides/slide159.xml"/><Relationship Id="rId164" Type="http://schemas.openxmlformats.org/officeDocument/2006/relationships/slide" Target="slides/slide160.xml"/><Relationship Id="rId165" Type="http://schemas.openxmlformats.org/officeDocument/2006/relationships/slide" Target="slides/slide161.xml"/><Relationship Id="rId166" Type="http://schemas.openxmlformats.org/officeDocument/2006/relationships/slide" Target="slides/slide162.xml"/><Relationship Id="rId167" Type="http://schemas.openxmlformats.org/officeDocument/2006/relationships/slide" Target="slides/slide163.xml"/><Relationship Id="rId168" Type="http://schemas.openxmlformats.org/officeDocument/2006/relationships/slide" Target="slides/slide164.xml"/><Relationship Id="rId169" Type="http://schemas.openxmlformats.org/officeDocument/2006/relationships/slide" Target="slides/slide165.xml"/><Relationship Id="rId170" Type="http://schemas.openxmlformats.org/officeDocument/2006/relationships/slide" Target="slides/slide166.xml"/><Relationship Id="rId171" Type="http://schemas.openxmlformats.org/officeDocument/2006/relationships/slide" Target="slides/slide167.xml"/><Relationship Id="rId172" Type="http://schemas.openxmlformats.org/officeDocument/2006/relationships/slide" Target="slides/slide168.xml"/><Relationship Id="rId173" Type="http://schemas.openxmlformats.org/officeDocument/2006/relationships/slide" Target="slides/slide169.xml"/><Relationship Id="rId174" Type="http://schemas.openxmlformats.org/officeDocument/2006/relationships/slide" Target="slides/slide170.xml"/><Relationship Id="rId175" Type="http://schemas.openxmlformats.org/officeDocument/2006/relationships/slide" Target="slides/slide171.xml"/><Relationship Id="rId176" Type="http://schemas.openxmlformats.org/officeDocument/2006/relationships/slide" Target="slides/slide172.xml"/><Relationship Id="rId177" Type="http://schemas.openxmlformats.org/officeDocument/2006/relationships/slide" Target="slides/slide173.xml"/><Relationship Id="rId178" Type="http://schemas.openxmlformats.org/officeDocument/2006/relationships/slide" Target="slides/slide174.xml"/><Relationship Id="rId179" Type="http://schemas.openxmlformats.org/officeDocument/2006/relationships/slide" Target="slides/slide175.xml"/><Relationship Id="rId180" Type="http://schemas.openxmlformats.org/officeDocument/2006/relationships/slide" Target="slides/slide176.xml"/><Relationship Id="rId181" Type="http://schemas.openxmlformats.org/officeDocument/2006/relationships/slide" Target="slides/slide177.xml"/><Relationship Id="rId182" Type="http://schemas.openxmlformats.org/officeDocument/2006/relationships/slide" Target="slides/slide178.xml"/><Relationship Id="rId183" Type="http://schemas.openxmlformats.org/officeDocument/2006/relationships/slide" Target="slides/slide179.xml"/><Relationship Id="rId184" Type="http://schemas.openxmlformats.org/officeDocument/2006/relationships/slide" Target="slides/slide180.xml"/><Relationship Id="rId185" Type="http://schemas.openxmlformats.org/officeDocument/2006/relationships/slide" Target="slides/slide181.xml"/><Relationship Id="rId186" Type="http://schemas.openxmlformats.org/officeDocument/2006/relationships/slide" Target="slides/slide182.xml"/><Relationship Id="rId187" Type="http://schemas.openxmlformats.org/officeDocument/2006/relationships/slide" Target="slides/slide183.xml"/><Relationship Id="rId188" Type="http://schemas.openxmlformats.org/officeDocument/2006/relationships/slide" Target="slides/slide184.xml"/><Relationship Id="rId189" Type="http://schemas.openxmlformats.org/officeDocument/2006/relationships/slide" Target="slides/slide185.xml"/><Relationship Id="rId190" Type="http://schemas.openxmlformats.org/officeDocument/2006/relationships/slide" Target="slides/slide186.xml"/><Relationship Id="rId191" Type="http://schemas.openxmlformats.org/officeDocument/2006/relationships/slide" Target="slides/slide187.xml"/><Relationship Id="rId192" Type="http://schemas.openxmlformats.org/officeDocument/2006/relationships/slide" Target="slides/slide188.xml"/><Relationship Id="rId193" Type="http://schemas.openxmlformats.org/officeDocument/2006/relationships/slide" Target="slides/slide189.xml"/><Relationship Id="rId194" Type="http://schemas.openxmlformats.org/officeDocument/2006/relationships/slide" Target="slides/slide190.xml"/><Relationship Id="rId195" Type="http://schemas.openxmlformats.org/officeDocument/2006/relationships/slide" Target="slides/slide191.xml"/><Relationship Id="rId196" Type="http://schemas.openxmlformats.org/officeDocument/2006/relationships/slide" Target="slides/slide192.xml"/><Relationship Id="rId197" Type="http://schemas.openxmlformats.org/officeDocument/2006/relationships/slide" Target="slides/slide193.xml"/><Relationship Id="rId198" Type="http://schemas.openxmlformats.org/officeDocument/2006/relationships/slide" Target="slides/slide194.xml"/><Relationship Id="rId199" Type="http://schemas.openxmlformats.org/officeDocument/2006/relationships/slide" Target="slides/slide195.xml"/><Relationship Id="rId200" Type="http://schemas.openxmlformats.org/officeDocument/2006/relationships/slide" Target="slides/slide196.xml"/><Relationship Id="rId201" Type="http://schemas.openxmlformats.org/officeDocument/2006/relationships/slide" Target="slides/slide197.xml"/><Relationship Id="rId202" Type="http://schemas.openxmlformats.org/officeDocument/2006/relationships/slide" Target="slides/slide198.xml"/><Relationship Id="rId203" Type="http://schemas.openxmlformats.org/officeDocument/2006/relationships/slide" Target="slides/slide199.xml"/><Relationship Id="rId204" Type="http://schemas.openxmlformats.org/officeDocument/2006/relationships/slide" Target="slides/slide200.xml"/><Relationship Id="rId205" Type="http://schemas.openxmlformats.org/officeDocument/2006/relationships/slide" Target="slides/slide201.xml"/><Relationship Id="rId206" Type="http://schemas.openxmlformats.org/officeDocument/2006/relationships/slide" Target="slides/slide202.xml"/><Relationship Id="rId207" Type="http://schemas.openxmlformats.org/officeDocument/2006/relationships/slide" Target="slides/slide203.xml"/><Relationship Id="rId208" Type="http://schemas.openxmlformats.org/officeDocument/2006/relationships/slide" Target="slides/slide204.xml"/><Relationship Id="rId209" Type="http://schemas.openxmlformats.org/officeDocument/2006/relationships/slide" Target="slides/slide205.xml"/><Relationship Id="rId210" Type="http://schemas.openxmlformats.org/officeDocument/2006/relationships/slide" Target="slides/slide206.xml"/><Relationship Id="rId211" Type="http://schemas.openxmlformats.org/officeDocument/2006/relationships/slide" Target="slides/slide207.xml"/><Relationship Id="rId212" Type="http://schemas.openxmlformats.org/officeDocument/2006/relationships/slide" Target="slides/slide208.xml"/><Relationship Id="rId213" Type="http://schemas.openxmlformats.org/officeDocument/2006/relationships/slide" Target="slides/slide209.xml"/><Relationship Id="rId214" Type="http://schemas.openxmlformats.org/officeDocument/2006/relationships/slide" Target="slides/slide210.xml"/><Relationship Id="rId215" Type="http://schemas.openxmlformats.org/officeDocument/2006/relationships/slide" Target="slides/slide211.xml"/><Relationship Id="rId216" Type="http://schemas.openxmlformats.org/officeDocument/2006/relationships/slide" Target="slides/slide212.xml"/><Relationship Id="rId217" Type="http://schemas.openxmlformats.org/officeDocument/2006/relationships/slide" Target="slides/slide213.xml"/><Relationship Id="rId218" Type="http://schemas.openxmlformats.org/officeDocument/2006/relationships/slide" Target="slides/slide214.xml"/><Relationship Id="rId219" Type="http://schemas.openxmlformats.org/officeDocument/2006/relationships/slide" Target="slides/slide215.xml"/><Relationship Id="rId220" Type="http://schemas.openxmlformats.org/officeDocument/2006/relationships/slide" Target="slides/slide216.xml"/><Relationship Id="rId221" Type="http://schemas.openxmlformats.org/officeDocument/2006/relationships/slide" Target="slides/slide217.xml"/><Relationship Id="rId222" Type="http://schemas.openxmlformats.org/officeDocument/2006/relationships/slide" Target="slides/slide218.xml"/><Relationship Id="rId223" Type="http://schemas.openxmlformats.org/officeDocument/2006/relationships/slide" Target="slides/slide219.xml"/><Relationship Id="rId224" Type="http://schemas.openxmlformats.org/officeDocument/2006/relationships/slide" Target="slides/slide220.xml"/><Relationship Id="rId225" Type="http://schemas.openxmlformats.org/officeDocument/2006/relationships/slide" Target="slides/slide221.xml"/><Relationship Id="rId226" Type="http://schemas.openxmlformats.org/officeDocument/2006/relationships/slide" Target="slides/slide222.xml"/><Relationship Id="rId227" Type="http://schemas.openxmlformats.org/officeDocument/2006/relationships/slide" Target="slides/slide223.xml"/><Relationship Id="rId228" Type="http://schemas.openxmlformats.org/officeDocument/2006/relationships/slide" Target="slides/slide224.xml"/><Relationship Id="rId229" Type="http://schemas.openxmlformats.org/officeDocument/2006/relationships/slide" Target="slides/slide225.xml"/><Relationship Id="rId230" Type="http://schemas.openxmlformats.org/officeDocument/2006/relationships/slide" Target="slides/slide226.xml"/><Relationship Id="rId231" Type="http://schemas.openxmlformats.org/officeDocument/2006/relationships/slide" Target="slides/slide227.xml"/><Relationship Id="rId232" Type="http://schemas.openxmlformats.org/officeDocument/2006/relationships/slide" Target="slides/slide228.xml"/><Relationship Id="rId233" Type="http://schemas.openxmlformats.org/officeDocument/2006/relationships/slide" Target="slides/slide229.xml"/><Relationship Id="rId234" Type="http://schemas.openxmlformats.org/officeDocument/2006/relationships/slide" Target="slides/slide230.xml"/><Relationship Id="rId235" Type="http://schemas.openxmlformats.org/officeDocument/2006/relationships/slide" Target="slides/slide231.xml"/><Relationship Id="rId236" Type="http://schemas.openxmlformats.org/officeDocument/2006/relationships/slide" Target="slides/slide232.xml"/><Relationship Id="rId237" Type="http://schemas.openxmlformats.org/officeDocument/2006/relationships/slide" Target="slides/slide233.xml"/><Relationship Id="rId238" Type="http://schemas.openxmlformats.org/officeDocument/2006/relationships/slide" Target="slides/slide234.xml"/><Relationship Id="rId239" Type="http://schemas.openxmlformats.org/officeDocument/2006/relationships/slide" Target="slides/slide235.xml"/><Relationship Id="rId240" Type="http://schemas.openxmlformats.org/officeDocument/2006/relationships/slide" Target="slides/slide236.xml"/><Relationship Id="rId241" Type="http://schemas.openxmlformats.org/officeDocument/2006/relationships/slide" Target="slides/slide237.xml"/><Relationship Id="rId242" Type="http://schemas.openxmlformats.org/officeDocument/2006/relationships/slide" Target="slides/slide238.xml"/><Relationship Id="rId243" Type="http://schemas.openxmlformats.org/officeDocument/2006/relationships/slide" Target="slides/slide239.xml"/><Relationship Id="rId244" Type="http://schemas.openxmlformats.org/officeDocument/2006/relationships/slide" Target="slides/slide240.xml"/><Relationship Id="rId245" Type="http://schemas.openxmlformats.org/officeDocument/2006/relationships/slide" Target="slides/slide241.xml"/><Relationship Id="rId246" Type="http://schemas.openxmlformats.org/officeDocument/2006/relationships/slide" Target="slides/slide242.xml"/><Relationship Id="rId247" Type="http://schemas.openxmlformats.org/officeDocument/2006/relationships/slide" Target="slides/slide243.xml"/><Relationship Id="rId248" Type="http://schemas.openxmlformats.org/officeDocument/2006/relationships/slide" Target="slides/slide244.xml"/><Relationship Id="rId249" Type="http://schemas.openxmlformats.org/officeDocument/2006/relationships/slide" Target="slides/slide245.xml"/><Relationship Id="rId250" Type="http://schemas.openxmlformats.org/officeDocument/2006/relationships/slide" Target="slides/slide246.xml"/><Relationship Id="rId251" Type="http://schemas.openxmlformats.org/officeDocument/2006/relationships/slide" Target="slides/slide247.xml"/><Relationship Id="rId252" Type="http://schemas.openxmlformats.org/officeDocument/2006/relationships/slide" Target="slides/slide248.xml"/><Relationship Id="rId253" Type="http://schemas.openxmlformats.org/officeDocument/2006/relationships/slide" Target="slides/slide249.xml"/><Relationship Id="rId254" Type="http://schemas.openxmlformats.org/officeDocument/2006/relationships/slide" Target="slides/slide250.xml"/><Relationship Id="rId255" Type="http://schemas.openxmlformats.org/officeDocument/2006/relationships/slide" Target="slides/slide251.xml"/><Relationship Id="rId256" Type="http://schemas.openxmlformats.org/officeDocument/2006/relationships/slide" Target="slides/slide252.xml"/><Relationship Id="rId257" Type="http://schemas.openxmlformats.org/officeDocument/2006/relationships/slide" Target="slides/slide253.xml"/><Relationship Id="rId258" Type="http://schemas.openxmlformats.org/officeDocument/2006/relationships/slide" Target="slides/slide254.xml"/><Relationship Id="rId259" Type="http://schemas.openxmlformats.org/officeDocument/2006/relationships/slide" Target="slides/slide255.xml"/><Relationship Id="rId260" Type="http://schemas.openxmlformats.org/officeDocument/2006/relationships/slide" Target="slides/slide256.xml"/><Relationship Id="rId261" Type="http://schemas.openxmlformats.org/officeDocument/2006/relationships/slide" Target="slides/slide257.xml"/><Relationship Id="rId262" Type="http://schemas.openxmlformats.org/officeDocument/2006/relationships/slide" Target="slides/slide258.xml"/><Relationship Id="rId263" Type="http://schemas.openxmlformats.org/officeDocument/2006/relationships/slide" Target="slides/slide259.xml"/><Relationship Id="rId264" Type="http://schemas.openxmlformats.org/officeDocument/2006/relationships/slide" Target="slides/slide260.xml"/><Relationship Id="rId265" Type="http://schemas.openxmlformats.org/officeDocument/2006/relationships/slide" Target="slides/slide261.xml"/><Relationship Id="rId266" Type="http://schemas.openxmlformats.org/officeDocument/2006/relationships/slide" Target="slides/slide262.xml"/><Relationship Id="rId267" Type="http://schemas.openxmlformats.org/officeDocument/2006/relationships/slide" Target="slides/slide263.xml"/><Relationship Id="rId268" Type="http://schemas.openxmlformats.org/officeDocument/2006/relationships/slide" Target="slides/slide264.xml"/><Relationship Id="rId269" Type="http://schemas.openxmlformats.org/officeDocument/2006/relationships/slide" Target="slides/slide265.xml"/><Relationship Id="rId270" Type="http://schemas.openxmlformats.org/officeDocument/2006/relationships/slide" Target="slides/slide266.xml"/><Relationship Id="rId271" Type="http://schemas.openxmlformats.org/officeDocument/2006/relationships/slide" Target="slides/slide267.xml"/><Relationship Id="rId272" Type="http://schemas.openxmlformats.org/officeDocument/2006/relationships/slide" Target="slides/slide268.xml"/><Relationship Id="rId273" Type="http://schemas.openxmlformats.org/officeDocument/2006/relationships/slide" Target="slides/slide269.xml"/><Relationship Id="rId274" Type="http://schemas.openxmlformats.org/officeDocument/2006/relationships/slide" Target="slides/slide270.xml"/><Relationship Id="rId275" Type="http://schemas.openxmlformats.org/officeDocument/2006/relationships/slide" Target="slides/slide271.xml"/><Relationship Id="rId276" Type="http://schemas.openxmlformats.org/officeDocument/2006/relationships/slide" Target="slides/slide272.xml"/><Relationship Id="rId277" Type="http://schemas.openxmlformats.org/officeDocument/2006/relationships/slide" Target="slides/slide273.xml"/><Relationship Id="rId278" Type="http://schemas.openxmlformats.org/officeDocument/2006/relationships/slide" Target="slides/slide274.xml"/><Relationship Id="rId279" Type="http://schemas.openxmlformats.org/officeDocument/2006/relationships/slide" Target="slides/slide275.xml"/><Relationship Id="rId280" Type="http://schemas.openxmlformats.org/officeDocument/2006/relationships/slide" Target="slides/slide276.xml"/><Relationship Id="rId281" Type="http://schemas.openxmlformats.org/officeDocument/2006/relationships/slide" Target="slides/slide277.xml"/><Relationship Id="rId282" Type="http://schemas.openxmlformats.org/officeDocument/2006/relationships/slide" Target="slides/slide278.xml"/><Relationship Id="rId283" Type="http://schemas.openxmlformats.org/officeDocument/2006/relationships/slide" Target="slides/slide279.xml"/><Relationship Id="rId284" Type="http://schemas.openxmlformats.org/officeDocument/2006/relationships/slide" Target="slides/slide280.xml"/><Relationship Id="rId285" Type="http://schemas.openxmlformats.org/officeDocument/2006/relationships/slide" Target="slides/slide281.xml"/><Relationship Id="rId286" Type="http://schemas.openxmlformats.org/officeDocument/2006/relationships/slide" Target="slides/slide282.xml"/><Relationship Id="rId287" Type="http://schemas.openxmlformats.org/officeDocument/2006/relationships/slide" Target="slides/slide283.xml"/><Relationship Id="rId288" Type="http://schemas.openxmlformats.org/officeDocument/2006/relationships/slide" Target="slides/slide284.xml"/><Relationship Id="rId289" Type="http://schemas.openxmlformats.org/officeDocument/2006/relationships/slide" Target="slides/slide285.xml"/><Relationship Id="rId290" Type="http://schemas.openxmlformats.org/officeDocument/2006/relationships/slide" Target="slides/slide286.xml"/><Relationship Id="rId291" Type="http://schemas.openxmlformats.org/officeDocument/2006/relationships/slide" Target="slides/slide287.xml"/><Relationship Id="rId292" Type="http://schemas.openxmlformats.org/officeDocument/2006/relationships/slide" Target="slides/slide288.xml"/><Relationship Id="rId293" Type="http://schemas.openxmlformats.org/officeDocument/2006/relationships/slide" Target="slides/slide289.xml"/><Relationship Id="rId294" Type="http://schemas.openxmlformats.org/officeDocument/2006/relationships/slide" Target="slides/slide290.xml"/><Relationship Id="rId295" Type="http://schemas.openxmlformats.org/officeDocument/2006/relationships/slide" Target="slides/slide291.xml"/><Relationship Id="rId296" Type="http://schemas.openxmlformats.org/officeDocument/2006/relationships/slide" Target="slides/slide292.xml"/><Relationship Id="rId297" Type="http://schemas.openxmlformats.org/officeDocument/2006/relationships/slide" Target="slides/slide293.xml"/><Relationship Id="rId298" Type="http://schemas.openxmlformats.org/officeDocument/2006/relationships/slide" Target="slides/slide294.xml"/><Relationship Id="rId299" Type="http://schemas.openxmlformats.org/officeDocument/2006/relationships/slide" Target="slides/slide295.xml"/><Relationship Id="rId300" Type="http://schemas.openxmlformats.org/officeDocument/2006/relationships/slide" Target="slides/slide296.xml"/><Relationship Id="rId301" Type="http://schemas.openxmlformats.org/officeDocument/2006/relationships/slide" Target="slides/slide297.xml"/><Relationship Id="rId302" Type="http://schemas.openxmlformats.org/officeDocument/2006/relationships/slide" Target="slides/slide298.xml"/><Relationship Id="rId303" Type="http://schemas.openxmlformats.org/officeDocument/2006/relationships/slide" Target="slides/slide299.xml"/><Relationship Id="rId304" Type="http://schemas.openxmlformats.org/officeDocument/2006/relationships/slide" Target="slides/slide300.xml"/><Relationship Id="rId305" Type="http://schemas.openxmlformats.org/officeDocument/2006/relationships/slide" Target="slides/slide301.xml"/><Relationship Id="rId306" Type="http://schemas.openxmlformats.org/officeDocument/2006/relationships/slide" Target="slides/slide302.xml"/><Relationship Id="rId307" Type="http://schemas.openxmlformats.org/officeDocument/2006/relationships/slide" Target="slides/slide303.xml"/><Relationship Id="rId308" Type="http://schemas.openxmlformats.org/officeDocument/2006/relationships/slide" Target="slides/slide304.xml"/><Relationship Id="rId309" Type="http://schemas.openxmlformats.org/officeDocument/2006/relationships/slide" Target="slides/slide305.xml"/><Relationship Id="rId310" Type="http://schemas.openxmlformats.org/officeDocument/2006/relationships/slide" Target="slides/slide306.xml"/><Relationship Id="rId311" Type="http://schemas.openxmlformats.org/officeDocument/2006/relationships/slide" Target="slides/slide307.xml"/><Relationship Id="rId31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
          <p:cNvSpPr/>
          <p:nvPr/>
        </p:nvSpPr>
        <p:spPr>
          <a:xfrm>
            <a:off x="0" y="0"/>
            <a:ext cx="9907200" cy="6742800"/>
          </a:xfrm>
          <a:prstGeom prst="rect">
            <a:avLst/>
          </a:prstGeom>
          <a:solidFill>
            <a:srgbClr val="ffffff"/>
          </a:solidFill>
          <a:ln w="0">
            <a:noFill/>
          </a:ln>
        </p:spPr>
        <p:txBody>
          <a:bodyPr lIns="90000" rIns="90000" tIns="45000" bIns="45000" anchor="ctr" anchorCtr="1">
            <a:noAutofit/>
          </a:bodyPr>
          <a:p>
            <a:endParaRPr b="0" lang="en-US" sz="2400" spc="-1" strike="noStrike">
              <a:solidFill>
                <a:srgbClr val="000000"/>
              </a:solidFill>
              <a:latin typeface="Times New Roman"/>
            </a:endParaRPr>
          </a:p>
        </p:txBody>
      </p:sp>
      <p:sp>
        <p:nvSpPr>
          <p:cNvPr id="21" name="PlaceHolder 1"/>
          <p:cNvSpPr>
            <a:spLocks noGrp="1"/>
          </p:cNvSpPr>
          <p:nvPr>
            <p:ph type="sldImg"/>
          </p:nvPr>
        </p:nvSpPr>
        <p:spPr>
          <a:xfrm>
            <a:off x="1079280" y="867960"/>
            <a:ext cx="7683480" cy="5761080"/>
          </a:xfrm>
          <a:prstGeom prst="rect">
            <a:avLst/>
          </a:prstGeom>
          <a:solidFill>
            <a:srgbClr val="ffffff"/>
          </a:solidFill>
          <a:ln w="9360">
            <a:solidFill>
              <a:srgbClr val="ffffff"/>
            </a:solidFill>
            <a:miter/>
          </a:ln>
        </p:spPr>
        <p:txBody>
          <a:bodyPr lIns="90000" rIns="90000" tIns="46800" bIns="46800" anchor="ctr">
            <a:noAutofit/>
          </a:bodyPr>
          <a:p>
            <a:r>
              <a:rPr b="0" lang="en-US" sz="2400" spc="-1" strike="noStrike">
                <a:solidFill>
                  <a:srgbClr val="000000"/>
                </a:solidFill>
                <a:latin typeface="Arial"/>
              </a:rPr>
              <a:t>Click to move the slide</a:t>
            </a:r>
            <a:endParaRPr b="0" lang="en-US" sz="2400" spc="-1" strike="noStrike">
              <a:solidFill>
                <a:srgbClr val="000000"/>
              </a:solidFill>
              <a:latin typeface="Arial"/>
            </a:endParaRPr>
          </a:p>
        </p:txBody>
      </p:sp>
      <p:sp>
        <p:nvSpPr>
          <p:cNvPr id="22" name="PlaceHolder 2"/>
          <p:cNvSpPr>
            <a:spLocks noGrp="1"/>
          </p:cNvSpPr>
          <p:nvPr>
            <p:ph type="body"/>
          </p:nvPr>
        </p:nvSpPr>
        <p:spPr>
          <a:xfrm>
            <a:off x="1184400" y="250560"/>
            <a:ext cx="8440560" cy="2206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rPr>
              <a:t>Click to edit the notes format</a:t>
            </a:r>
            <a:endParaRPr b="1" lang="en-US" sz="1600" spc="-1" strike="noStrike">
              <a:solidFill>
                <a:srgbClr val="000000"/>
              </a:solidFill>
              <a:latin typeface="Arial"/>
            </a:endParaRPr>
          </a:p>
        </p:txBody>
      </p:sp>
      <p:sp>
        <p:nvSpPr>
          <p:cNvPr id="23" name="PlaceHolder 3"/>
          <p:cNvSpPr>
            <a:spLocks noGrp="1"/>
          </p:cNvSpPr>
          <p:nvPr>
            <p:ph type="ftr" idx="4"/>
          </p:nvPr>
        </p:nvSpPr>
        <p:spPr>
          <a:xfrm>
            <a:off x="9330840" y="36360"/>
            <a:ext cx="295560" cy="122400"/>
          </a:xfrm>
          <a:prstGeom prst="rect">
            <a:avLst/>
          </a:prstGeom>
          <a:noFill/>
          <a:ln w="0">
            <a:noFill/>
          </a:ln>
        </p:spPr>
        <p:txBody>
          <a:bodyPr lIns="0" rIns="0" tIns="0" bIns="0" anchor="b">
            <a:noAutofit/>
          </a:bodyPr>
          <a:p>
            <a:pPr indent="0">
              <a:buNone/>
            </a:pPr>
            <a:endParaRPr b="0" lang="en-US" sz="2400" spc="-1" strike="noStrike">
              <a:solidFill>
                <a:srgbClr val="000000"/>
              </a:solidFill>
              <a:latin typeface="Times New Roman"/>
            </a:endParaRPr>
          </a:p>
        </p:txBody>
      </p:sp>
      <p:sp>
        <p:nvSpPr>
          <p:cNvPr id="24" name="PlaceHolder 4"/>
          <p:cNvSpPr>
            <a:spLocks noGrp="1"/>
          </p:cNvSpPr>
          <p:nvPr>
            <p:ph type="sldNum" idx="5"/>
          </p:nvPr>
        </p:nvSpPr>
        <p:spPr>
          <a:xfrm>
            <a:off x="8839080" y="6426720"/>
            <a:ext cx="787680" cy="183240"/>
          </a:xfrm>
          <a:prstGeom prst="rect">
            <a:avLst/>
          </a:prstGeom>
          <a:noFill/>
          <a:ln w="0">
            <a:noFill/>
          </a:ln>
        </p:spPr>
        <p:txBody>
          <a:bodyPr lIns="0" rIns="0" tIns="0" bIns="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zh-CN" sz="1200" spc="-1" strike="noStrike">
                <a:solidFill>
                  <a:srgbClr val="000000"/>
                </a:solidFill>
                <a:latin typeface="Arial"/>
                <a:ea typeface="宋体"/>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2EAF6EF-9873-441C-B251-07EDF317034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2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8.xml.rels><?xml version="1.0" encoding="UTF-8"?>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6.xml.rels><?xml version="1.0" encoding="UTF-8"?>
<Relationships xmlns="http://schemas.openxmlformats.org/package/2006/relationships"><Relationship Id="rId1" Type="http://schemas.openxmlformats.org/officeDocument/2006/relationships/slide" Target="../slides/slide96.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_rels/notesSlide109.xml.rels><?xml version="1.0" encoding="UTF-8"?>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
</Relationships>
</file>

<file path=ppt/notesSlides/_rels/notesSlide110.xml.rels><?xml version="1.0" encoding="UTF-8"?>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
</Relationships>
</file>

<file path=ppt/notesSlides/_rels/notesSlide111.xml.rels><?xml version="1.0" encoding="UTF-8"?>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
</Relationships>
</file>

<file path=ppt/notesSlides/_rels/notesSlide112.xml.rels><?xml version="1.0" encoding="UTF-8"?>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
</Relationships>
</file>

<file path=ppt/notesSlides/_rels/notesSlide113.xml.rels><?xml version="1.0" encoding="UTF-8"?>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
</Relationships>
</file>

<file path=ppt/notesSlides/_rels/notesSlide114.xml.rels><?xml version="1.0" encoding="UTF-8"?>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17.xml.rels><?xml version="1.0" encoding="UTF-8"?>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
</Relationships>
</file>

<file path=ppt/notesSlides/_rels/notesSlide118.xml.rels><?xml version="1.0" encoding="UTF-8"?>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
</Relationships>
</file>

<file path=ppt/notesSlides/_rels/notesSlide119.xml.rels><?xml version="1.0" encoding="UTF-8"?>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1.xml.rels><?xml version="1.0" encoding="UTF-8"?>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
</Relationships>
</file>

<file path=ppt/notesSlides/_rels/notesSlide122.xml.rels><?xml version="1.0" encoding="UTF-8"?>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
</Relationships>
</file>

<file path=ppt/notesSlides/_rels/notesSlide124.xml.rels><?xml version="1.0" encoding="UTF-8"?>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
</Relationships>
</file>

<file path=ppt/notesSlides/_rels/notesSlide125.xml.rels><?xml version="1.0" encoding="UTF-8"?>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
</Relationships>
</file>

<file path=ppt/notesSlides/_rels/notesSlide126.xml.rels><?xml version="1.0" encoding="UTF-8"?>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
</Relationships>
</file>

<file path=ppt/notesSlides/_rels/notesSlide127.xml.rels><?xml version="1.0" encoding="UTF-8"?>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
</Relationships>
</file>

<file path=ppt/notesSlides/_rels/notesSlide128.xml.rels><?xml version="1.0" encoding="UTF-8"?>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
</Relationships>
</file>

<file path=ppt/notesSlides/_rels/notesSlide129.xml.rels><?xml version="1.0" encoding="UTF-8"?>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31.xml.rels><?xml version="1.0" encoding="UTF-8"?>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
</Relationships>
</file>

<file path=ppt/notesSlides/_rels/notesSlide132.xml.rels><?xml version="1.0" encoding="UTF-8"?>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
</Relationships>
</file>

<file path=ppt/notesSlides/_rels/notesSlide133.xml.rels><?xml version="1.0" encoding="UTF-8"?>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
</Relationships>
</file>

<file path=ppt/notesSlides/_rels/notesSlide134.xml.rels><?xml version="1.0" encoding="UTF-8"?>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
</Relationships>
</file>

<file path=ppt/notesSlides/_rels/notesSlide135.xml.rels><?xml version="1.0" encoding="UTF-8"?>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
</Relationships>
</file>

<file path=ppt/notesSlides/_rels/notesSlide136.xml.rels><?xml version="1.0" encoding="UTF-8"?>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
</Relationships>
</file>

<file path=ppt/notesSlides/_rels/notesSlide137.xml.rels><?xml version="1.0" encoding="UTF-8"?>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
</Relationships>
</file>

<file path=ppt/notesSlides/_rels/notesSlide138.xml.rels><?xml version="1.0" encoding="UTF-8"?>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
</Relationships>
</file>

<file path=ppt/notesSlides/_rels/notesSlide139.xml.rels><?xml version="1.0" encoding="UTF-8"?>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
</Relationships>
</file>

<file path=ppt/notesSlides/_rels/notesSlide140.xml.rels><?xml version="1.0" encoding="UTF-8"?>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
</Relationships>
</file>

<file path=ppt/notesSlides/_rels/notesSlide141.xml.rels><?xml version="1.0" encoding="UTF-8"?>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
</Relationships>
</file>

<file path=ppt/notesSlides/_rels/notesSlide142.xml.rels><?xml version="1.0" encoding="UTF-8"?>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
</Relationships>
</file>

<file path=ppt/notesSlides/_rels/notesSlide143.xml.rels><?xml version="1.0" encoding="UTF-8"?>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
</Relationships>
</file>

<file path=ppt/notesSlides/_rels/notesSlide144.xml.rels><?xml version="1.0" encoding="UTF-8"?>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
</Relationships>
</file>

<file path=ppt/notesSlides/_rels/notesSlide145.xml.rels><?xml version="1.0" encoding="UTF-8"?>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
</Relationships>
</file>

<file path=ppt/notesSlides/_rels/notesSlide146.xml.rels><?xml version="1.0" encoding="UTF-8"?>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
</Relationships>
</file>

<file path=ppt/notesSlides/_rels/notesSlide148.xml.rels><?xml version="1.0" encoding="UTF-8"?>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
</Relationships>
</file>

<file path=ppt/notesSlides/_rels/notesSlide149.xml.rels><?xml version="1.0" encoding="UTF-8"?>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
</Relationships>
</file>

<file path=ppt/notesSlides/_rels/notesSlide150.xml.rels><?xml version="1.0" encoding="UTF-8"?>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
</Relationships>
</file>

<file path=ppt/notesSlides/_rels/notesSlide151.xml.rels><?xml version="1.0" encoding="UTF-8"?>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
</Relationships>
</file>

<file path=ppt/notesSlides/_rels/notesSlide152.xml.rels><?xml version="1.0" encoding="UTF-8"?>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
</Relationships>
</file>

<file path=ppt/notesSlides/_rels/notesSlide153.xml.rels><?xml version="1.0" encoding="UTF-8"?>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
</Relationships>
</file>

<file path=ppt/notesSlides/_rels/notesSlide154.xml.rels><?xml version="1.0" encoding="UTF-8"?>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
</Relationships>
</file>

<file path=ppt/notesSlides/_rels/notesSlide155.xml.rels><?xml version="1.0" encoding="UTF-8"?>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
</Relationships>
</file>

<file path=ppt/notesSlides/_rels/notesSlide156.xml.rels><?xml version="1.0" encoding="UTF-8"?>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
</Relationships>
</file>

<file path=ppt/notesSlides/_rels/notesSlide157.xml.rels><?xml version="1.0" encoding="UTF-8"?>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
</Relationships>
</file>

<file path=ppt/notesSlides/_rels/notesSlide158.xml.rels><?xml version="1.0" encoding="UTF-8"?>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
</Relationships>
</file>

<file path=ppt/notesSlides/_rels/notesSlide160.xml.rels><?xml version="1.0" encoding="UTF-8"?>
<Relationships xmlns="http://schemas.openxmlformats.org/package/2006/relationships"><Relationship Id="rId1" Type="http://schemas.openxmlformats.org/officeDocument/2006/relationships/slide" Target="../slides/slide160.xml"/><Relationship Id="rId2" Type="http://schemas.openxmlformats.org/officeDocument/2006/relationships/notesMaster" Target="../notesMasters/notesMaster1.xml"/>
</Relationships>
</file>

<file path=ppt/notesSlides/_rels/notesSlide161.xml.rels><?xml version="1.0" encoding="UTF-8"?>
<Relationships xmlns="http://schemas.openxmlformats.org/package/2006/relationships"><Relationship Id="rId1" Type="http://schemas.openxmlformats.org/officeDocument/2006/relationships/slide" Target="../slides/slide161.xml"/><Relationship Id="rId2" Type="http://schemas.openxmlformats.org/officeDocument/2006/relationships/notesMaster" Target="../notesMasters/notesMaster1.xml"/>
</Relationships>
</file>

<file path=ppt/notesSlides/_rels/notesSlide162.xml.rels><?xml version="1.0" encoding="UTF-8"?>
<Relationships xmlns="http://schemas.openxmlformats.org/package/2006/relationships"><Relationship Id="rId1" Type="http://schemas.openxmlformats.org/officeDocument/2006/relationships/slide" Target="../slides/slide162.xml"/><Relationship Id="rId2" Type="http://schemas.openxmlformats.org/officeDocument/2006/relationships/notesMaster" Target="../notesMasters/notesMaster1.xml"/>
</Relationships>
</file>

<file path=ppt/notesSlides/_rels/notesSlide163.xml.rels><?xml version="1.0" encoding="UTF-8"?>
<Relationships xmlns="http://schemas.openxmlformats.org/package/2006/relationships"><Relationship Id="rId1" Type="http://schemas.openxmlformats.org/officeDocument/2006/relationships/slide" Target="../slides/slide163.xml"/><Relationship Id="rId2" Type="http://schemas.openxmlformats.org/officeDocument/2006/relationships/notesMaster" Target="../notesMasters/notesMaster1.xml"/>
</Relationships>
</file>

<file path=ppt/notesSlides/_rels/notesSlide164.xml.rels><?xml version="1.0" encoding="UTF-8"?>
<Relationships xmlns="http://schemas.openxmlformats.org/package/2006/relationships"><Relationship Id="rId1" Type="http://schemas.openxmlformats.org/officeDocument/2006/relationships/slide" Target="../slides/slide164.xml"/><Relationship Id="rId2" Type="http://schemas.openxmlformats.org/officeDocument/2006/relationships/notesMaster" Target="../notesMasters/notesMaster1.xml"/>
</Relationships>
</file>

<file path=ppt/notesSlides/_rels/notesSlide166.xml.rels><?xml version="1.0" encoding="UTF-8"?>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
</Relationships>
</file>

<file path=ppt/notesSlides/_rels/notesSlide167.xml.rels><?xml version="1.0" encoding="UTF-8"?>
<Relationships xmlns="http://schemas.openxmlformats.org/package/2006/relationships"><Relationship Id="rId1" Type="http://schemas.openxmlformats.org/officeDocument/2006/relationships/slide" Target="../slides/slide167.xml"/><Relationship Id="rId2" Type="http://schemas.openxmlformats.org/officeDocument/2006/relationships/notesMaster" Target="../notesMasters/notesMaster1.xml"/>
</Relationships>
</file>

<file path=ppt/notesSlides/_rels/notesSlide168.xml.rels><?xml version="1.0" encoding="UTF-8"?>
<Relationships xmlns="http://schemas.openxmlformats.org/package/2006/relationships"><Relationship Id="rId1" Type="http://schemas.openxmlformats.org/officeDocument/2006/relationships/slide" Target="../slides/slide168.xml"/><Relationship Id="rId2" Type="http://schemas.openxmlformats.org/officeDocument/2006/relationships/notesMaster" Target="../notesMasters/notesMaster1.xml"/>
</Relationships>
</file>

<file path=ppt/notesSlides/_rels/notesSlide169.xml.rels><?xml version="1.0" encoding="UTF-8"?>
<Relationships xmlns="http://schemas.openxmlformats.org/package/2006/relationships"><Relationship Id="rId1" Type="http://schemas.openxmlformats.org/officeDocument/2006/relationships/slide" Target="../slides/slide169.xml"/><Relationship Id="rId2" Type="http://schemas.openxmlformats.org/officeDocument/2006/relationships/notesMaster" Target="../notesMasters/notesMaster1.xml"/>
</Relationships>
</file>

<file path=ppt/notesSlides/_rels/notesSlide170.xml.rels><?xml version="1.0" encoding="UTF-8"?>
<Relationships xmlns="http://schemas.openxmlformats.org/package/2006/relationships"><Relationship Id="rId1" Type="http://schemas.openxmlformats.org/officeDocument/2006/relationships/slide" Target="../slides/slide170.xml"/><Relationship Id="rId2" Type="http://schemas.openxmlformats.org/officeDocument/2006/relationships/notesMaster" Target="../notesMasters/notesMaster1.xml"/>
</Relationships>
</file>

<file path=ppt/notesSlides/_rels/notesSlide171.xml.rels><?xml version="1.0" encoding="UTF-8"?>
<Relationships xmlns="http://schemas.openxmlformats.org/package/2006/relationships"><Relationship Id="rId1" Type="http://schemas.openxmlformats.org/officeDocument/2006/relationships/slide" Target="../slides/slide171.xml"/><Relationship Id="rId2" Type="http://schemas.openxmlformats.org/officeDocument/2006/relationships/notesMaster" Target="../notesMasters/notesMaster1.xml"/>
</Relationships>
</file>

<file path=ppt/notesSlides/_rels/notesSlide172.xml.rels><?xml version="1.0" encoding="UTF-8"?>
<Relationships xmlns="http://schemas.openxmlformats.org/package/2006/relationships"><Relationship Id="rId1" Type="http://schemas.openxmlformats.org/officeDocument/2006/relationships/slide" Target="../slides/slide172.xml"/><Relationship Id="rId2" Type="http://schemas.openxmlformats.org/officeDocument/2006/relationships/notesMaster" Target="../notesMasters/notesMaster1.xml"/>
</Relationships>
</file>

<file path=ppt/notesSlides/_rels/notesSlide173.xml.rels><?xml version="1.0" encoding="UTF-8"?>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
</Relationships>
</file>

<file path=ppt/notesSlides/_rels/notesSlide174.xml.rels><?xml version="1.0" encoding="UTF-8"?>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
</Relationships>
</file>

<file path=ppt/notesSlides/_rels/notesSlide175.xml.rels><?xml version="1.0" encoding="UTF-8"?>
<Relationships xmlns="http://schemas.openxmlformats.org/package/2006/relationships"><Relationship Id="rId1" Type="http://schemas.openxmlformats.org/officeDocument/2006/relationships/slide" Target="../slides/slide175.xml"/><Relationship Id="rId2" Type="http://schemas.openxmlformats.org/officeDocument/2006/relationships/notesMaster" Target="../notesMasters/notesMaster1.xml"/>
</Relationships>
</file>

<file path=ppt/notesSlides/_rels/notesSlide176.xml.rels><?xml version="1.0" encoding="UTF-8"?>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
</Relationships>
</file>

<file path=ppt/notesSlides/_rels/notesSlide177.xml.rels><?xml version="1.0" encoding="UTF-8"?>
<Relationships xmlns="http://schemas.openxmlformats.org/package/2006/relationships"><Relationship Id="rId1" Type="http://schemas.openxmlformats.org/officeDocument/2006/relationships/slide" Target="../slides/slide177.xml"/><Relationship Id="rId2" Type="http://schemas.openxmlformats.org/officeDocument/2006/relationships/notesMaster" Target="../notesMasters/notesMaster1.xml"/>
</Relationships>
</file>

<file path=ppt/notesSlides/_rels/notesSlide178.xml.rels><?xml version="1.0" encoding="UTF-8"?>
<Relationships xmlns="http://schemas.openxmlformats.org/package/2006/relationships"><Relationship Id="rId1" Type="http://schemas.openxmlformats.org/officeDocument/2006/relationships/slide" Target="../slides/slide178.xml"/><Relationship Id="rId2" Type="http://schemas.openxmlformats.org/officeDocument/2006/relationships/notesMaster" Target="../notesMasters/notesMaster1.xml"/>
</Relationships>
</file>

<file path=ppt/notesSlides/_rels/notesSlide179.xml.rels><?xml version="1.0" encoding="UTF-8"?>
<Relationships xmlns="http://schemas.openxmlformats.org/package/2006/relationships"><Relationship Id="rId1" Type="http://schemas.openxmlformats.org/officeDocument/2006/relationships/slide" Target="../slides/slide179.xml"/><Relationship Id="rId2" Type="http://schemas.openxmlformats.org/officeDocument/2006/relationships/notesMaster" Target="../notesMasters/notesMaster1.xml"/>
</Relationships>
</file>

<file path=ppt/notesSlides/_rels/notesSlide180.xml.rels><?xml version="1.0" encoding="UTF-8"?>
<Relationships xmlns="http://schemas.openxmlformats.org/package/2006/relationships"><Relationship Id="rId1" Type="http://schemas.openxmlformats.org/officeDocument/2006/relationships/slide" Target="../slides/slide180.xml"/><Relationship Id="rId2" Type="http://schemas.openxmlformats.org/officeDocument/2006/relationships/notesMaster" Target="../notesMasters/notesMaster1.xml"/>
</Relationships>
</file>

<file path=ppt/notesSlides/_rels/notesSlide181.xml.rels><?xml version="1.0" encoding="UTF-8"?>
<Relationships xmlns="http://schemas.openxmlformats.org/package/2006/relationships"><Relationship Id="rId1" Type="http://schemas.openxmlformats.org/officeDocument/2006/relationships/slide" Target="../slides/slide181.xml"/><Relationship Id="rId2" Type="http://schemas.openxmlformats.org/officeDocument/2006/relationships/notesMaster" Target="../notesMasters/notesMaster1.xml"/>
</Relationships>
</file>

<file path=ppt/notesSlides/_rels/notesSlide182.xml.rels><?xml version="1.0" encoding="UTF-8"?>
<Relationships xmlns="http://schemas.openxmlformats.org/package/2006/relationships"><Relationship Id="rId1" Type="http://schemas.openxmlformats.org/officeDocument/2006/relationships/slide" Target="../slides/slide182.xml"/><Relationship Id="rId2" Type="http://schemas.openxmlformats.org/officeDocument/2006/relationships/notesMaster" Target="../notesMasters/notesMaster1.xml"/>
</Relationships>
</file>

<file path=ppt/notesSlides/_rels/notesSlide183.xml.rels><?xml version="1.0" encoding="UTF-8"?>
<Relationships xmlns="http://schemas.openxmlformats.org/package/2006/relationships"><Relationship Id="rId1" Type="http://schemas.openxmlformats.org/officeDocument/2006/relationships/slide" Target="../slides/slide183.xml"/><Relationship Id="rId2" Type="http://schemas.openxmlformats.org/officeDocument/2006/relationships/notesMaster" Target="../notesMasters/notesMaster1.xml"/>
</Relationships>
</file>

<file path=ppt/notesSlides/_rels/notesSlide184.xml.rels><?xml version="1.0" encoding="UTF-8"?>
<Relationships xmlns="http://schemas.openxmlformats.org/package/2006/relationships"><Relationship Id="rId1" Type="http://schemas.openxmlformats.org/officeDocument/2006/relationships/slide" Target="../slides/slide184.xml"/><Relationship Id="rId2" Type="http://schemas.openxmlformats.org/officeDocument/2006/relationships/notesMaster" Target="../notesMasters/notesMaster1.xml"/>
</Relationships>
</file>

<file path=ppt/notesSlides/_rels/notesSlide185.xml.rels><?xml version="1.0" encoding="UTF-8"?>
<Relationships xmlns="http://schemas.openxmlformats.org/package/2006/relationships"><Relationship Id="rId1" Type="http://schemas.openxmlformats.org/officeDocument/2006/relationships/slide" Target="../slides/slide185.xml"/><Relationship Id="rId2" Type="http://schemas.openxmlformats.org/officeDocument/2006/relationships/notesMaster" Target="../notesMasters/notesMaster1.xml"/>
</Relationships>
</file>

<file path=ppt/notesSlides/_rels/notesSlide186.xml.rels><?xml version="1.0" encoding="UTF-8"?>
<Relationships xmlns="http://schemas.openxmlformats.org/package/2006/relationships"><Relationship Id="rId1" Type="http://schemas.openxmlformats.org/officeDocument/2006/relationships/slide" Target="../slides/slide186.xml"/><Relationship Id="rId2" Type="http://schemas.openxmlformats.org/officeDocument/2006/relationships/notesMaster" Target="../notesMasters/notesMaster1.xml"/>
</Relationships>
</file>

<file path=ppt/notesSlides/_rels/notesSlide187.xml.rels><?xml version="1.0" encoding="UTF-8"?>
<Relationships xmlns="http://schemas.openxmlformats.org/package/2006/relationships"><Relationship Id="rId1" Type="http://schemas.openxmlformats.org/officeDocument/2006/relationships/slide" Target="../slides/slide187.xml"/><Relationship Id="rId2" Type="http://schemas.openxmlformats.org/officeDocument/2006/relationships/notesMaster" Target="../notesMasters/notesMaster1.xml"/>
</Relationships>
</file>

<file path=ppt/notesSlides/_rels/notesSlide188.xml.rels><?xml version="1.0" encoding="UTF-8"?>
<Relationships xmlns="http://schemas.openxmlformats.org/package/2006/relationships"><Relationship Id="rId1" Type="http://schemas.openxmlformats.org/officeDocument/2006/relationships/slide" Target="../slides/slide188.xml"/><Relationship Id="rId2" Type="http://schemas.openxmlformats.org/officeDocument/2006/relationships/notesMaster" Target="../notesMasters/notesMaster1.xml"/>
</Relationships>
</file>

<file path=ppt/notesSlides/_rels/notesSlide189.xml.rels><?xml version="1.0" encoding="UTF-8"?>
<Relationships xmlns="http://schemas.openxmlformats.org/package/2006/relationships"><Relationship Id="rId1" Type="http://schemas.openxmlformats.org/officeDocument/2006/relationships/slide" Target="../slides/slide189.xml"/><Relationship Id="rId2" Type="http://schemas.openxmlformats.org/officeDocument/2006/relationships/notesMaster" Target="../notesMasters/notesMaster1.xml"/>
</Relationships>
</file>

<file path=ppt/notesSlides/_rels/notesSlide190.xml.rels><?xml version="1.0" encoding="UTF-8"?>
<Relationships xmlns="http://schemas.openxmlformats.org/package/2006/relationships"><Relationship Id="rId1" Type="http://schemas.openxmlformats.org/officeDocument/2006/relationships/slide" Target="../slides/slide190.xml"/><Relationship Id="rId2" Type="http://schemas.openxmlformats.org/officeDocument/2006/relationships/notesMaster" Target="../notesMasters/notesMaster1.xml"/>
</Relationships>
</file>

<file path=ppt/notesSlides/_rels/notesSlide191.xml.rels><?xml version="1.0" encoding="UTF-8"?>
<Relationships xmlns="http://schemas.openxmlformats.org/package/2006/relationships"><Relationship Id="rId1" Type="http://schemas.openxmlformats.org/officeDocument/2006/relationships/slide" Target="../slides/slide191.xml"/><Relationship Id="rId2" Type="http://schemas.openxmlformats.org/officeDocument/2006/relationships/notesMaster" Target="../notesMasters/notesMaster1.xml"/>
</Relationships>
</file>

<file path=ppt/notesSlides/_rels/notesSlide192.xml.rels><?xml version="1.0" encoding="UTF-8"?>
<Relationships xmlns="http://schemas.openxmlformats.org/package/2006/relationships"><Relationship Id="rId1" Type="http://schemas.openxmlformats.org/officeDocument/2006/relationships/slide" Target="../slides/slide192.xml"/><Relationship Id="rId2" Type="http://schemas.openxmlformats.org/officeDocument/2006/relationships/notesMaster" Target="../notesMasters/notesMaster1.xml"/>
</Relationships>
</file>

<file path=ppt/notesSlides/_rels/notesSlide193.xml.rels><?xml version="1.0" encoding="UTF-8"?>
<Relationships xmlns="http://schemas.openxmlformats.org/package/2006/relationships"><Relationship Id="rId1" Type="http://schemas.openxmlformats.org/officeDocument/2006/relationships/slide" Target="../slides/slide193.xml"/><Relationship Id="rId2" Type="http://schemas.openxmlformats.org/officeDocument/2006/relationships/notesMaster" Target="../notesMasters/notesMaster1.xml"/>
</Relationships>
</file>

<file path=ppt/notesSlides/_rels/notesSlide194.xml.rels><?xml version="1.0" encoding="UTF-8"?>
<Relationships xmlns="http://schemas.openxmlformats.org/package/2006/relationships"><Relationship Id="rId1" Type="http://schemas.openxmlformats.org/officeDocument/2006/relationships/slide" Target="../slides/slide194.xml"/><Relationship Id="rId2" Type="http://schemas.openxmlformats.org/officeDocument/2006/relationships/notesMaster" Target="../notesMasters/notesMaster1.xml"/>
</Relationships>
</file>

<file path=ppt/notesSlides/_rels/notesSlide195.xml.rels><?xml version="1.0" encoding="UTF-8"?>
<Relationships xmlns="http://schemas.openxmlformats.org/package/2006/relationships"><Relationship Id="rId1" Type="http://schemas.openxmlformats.org/officeDocument/2006/relationships/slide" Target="../slides/slide195.xml"/><Relationship Id="rId2" Type="http://schemas.openxmlformats.org/officeDocument/2006/relationships/notesMaster" Target="../notesMasters/notesMaster1.xml"/>
</Relationships>
</file>

<file path=ppt/notesSlides/_rels/notesSlide196.xml.rels><?xml version="1.0" encoding="UTF-8"?>
<Relationships xmlns="http://schemas.openxmlformats.org/package/2006/relationships"><Relationship Id="rId1" Type="http://schemas.openxmlformats.org/officeDocument/2006/relationships/slide" Target="../slides/slide196.xml"/><Relationship Id="rId2" Type="http://schemas.openxmlformats.org/officeDocument/2006/relationships/notesMaster" Target="../notesMasters/notesMaster1.xml"/>
</Relationships>
</file>

<file path=ppt/notesSlides/_rels/notesSlide197.xml.rels><?xml version="1.0" encoding="UTF-8"?>
<Relationships xmlns="http://schemas.openxmlformats.org/package/2006/relationships"><Relationship Id="rId1" Type="http://schemas.openxmlformats.org/officeDocument/2006/relationships/slide" Target="../slides/slide197.xml"/><Relationship Id="rId2" Type="http://schemas.openxmlformats.org/officeDocument/2006/relationships/notesMaster" Target="../notesMasters/notesMaster1.xml"/>
</Relationships>
</file>

<file path=ppt/notesSlides/_rels/notesSlide198.xml.rels><?xml version="1.0" encoding="UTF-8"?>
<Relationships xmlns="http://schemas.openxmlformats.org/package/2006/relationships"><Relationship Id="rId1" Type="http://schemas.openxmlformats.org/officeDocument/2006/relationships/slide" Target="../slides/slide198.xml"/><Relationship Id="rId2" Type="http://schemas.openxmlformats.org/officeDocument/2006/relationships/notesMaster" Target="../notesMasters/notesMaster1.xml"/>
</Relationships>
</file>

<file path=ppt/notesSlides/_rels/notesSlide199.xml.rels><?xml version="1.0" encoding="UTF-8"?>
<Relationships xmlns="http://schemas.openxmlformats.org/package/2006/relationships"><Relationship Id="rId1" Type="http://schemas.openxmlformats.org/officeDocument/2006/relationships/slide" Target="../slides/slide199.xml"/><Relationship Id="rId2" Type="http://schemas.openxmlformats.org/officeDocument/2006/relationships/notesMaster" Target="../notesMasters/notesMaster1.xml"/>
</Relationships>
</file>

<file path=ppt/notesSlides/_rels/notesSlide200.xml.rels><?xml version="1.0" encoding="UTF-8"?>
<Relationships xmlns="http://schemas.openxmlformats.org/package/2006/relationships"><Relationship Id="rId1" Type="http://schemas.openxmlformats.org/officeDocument/2006/relationships/slide" Target="../slides/slide200.xml"/><Relationship Id="rId2" Type="http://schemas.openxmlformats.org/officeDocument/2006/relationships/notesMaster" Target="../notesMasters/notesMaster1.xml"/>
</Relationships>
</file>

<file path=ppt/notesSlides/_rels/notesSlide201.xml.rels><?xml version="1.0" encoding="UTF-8"?>
<Relationships xmlns="http://schemas.openxmlformats.org/package/2006/relationships"><Relationship Id="rId1" Type="http://schemas.openxmlformats.org/officeDocument/2006/relationships/slide" Target="../slides/slide201.xml"/><Relationship Id="rId2" Type="http://schemas.openxmlformats.org/officeDocument/2006/relationships/notesMaster" Target="../notesMasters/notesMaster1.xml"/>
</Relationships>
</file>

<file path=ppt/notesSlides/_rels/notesSlide202.xml.rels><?xml version="1.0" encoding="UTF-8"?>
<Relationships xmlns="http://schemas.openxmlformats.org/package/2006/relationships"><Relationship Id="rId1" Type="http://schemas.openxmlformats.org/officeDocument/2006/relationships/slide" Target="../slides/slide202.xml"/><Relationship Id="rId2" Type="http://schemas.openxmlformats.org/officeDocument/2006/relationships/notesMaster" Target="../notesMasters/notesMaster1.xml"/>
</Relationships>
</file>

<file path=ppt/notesSlides/_rels/notesSlide203.xml.rels><?xml version="1.0" encoding="UTF-8"?>
<Relationships xmlns="http://schemas.openxmlformats.org/package/2006/relationships"><Relationship Id="rId1" Type="http://schemas.openxmlformats.org/officeDocument/2006/relationships/slide" Target="../slides/slide203.xml"/><Relationship Id="rId2" Type="http://schemas.openxmlformats.org/officeDocument/2006/relationships/notesMaster" Target="../notesMasters/notesMaster1.xml"/>
</Relationships>
</file>

<file path=ppt/notesSlides/_rels/notesSlide204.xml.rels><?xml version="1.0" encoding="UTF-8"?>
<Relationships xmlns="http://schemas.openxmlformats.org/package/2006/relationships"><Relationship Id="rId1" Type="http://schemas.openxmlformats.org/officeDocument/2006/relationships/slide" Target="../slides/slide204.xml"/><Relationship Id="rId2" Type="http://schemas.openxmlformats.org/officeDocument/2006/relationships/notesMaster" Target="../notesMasters/notesMaster1.xml"/>
</Relationships>
</file>

<file path=ppt/notesSlides/_rels/notesSlide205.xml.rels><?xml version="1.0" encoding="UTF-8"?>
<Relationships xmlns="http://schemas.openxmlformats.org/package/2006/relationships"><Relationship Id="rId1" Type="http://schemas.openxmlformats.org/officeDocument/2006/relationships/slide" Target="../slides/slide205.xml"/><Relationship Id="rId2" Type="http://schemas.openxmlformats.org/officeDocument/2006/relationships/notesMaster" Target="../notesMasters/notesMaster1.xml"/>
</Relationships>
</file>

<file path=ppt/notesSlides/_rels/notesSlide206.xml.rels><?xml version="1.0" encoding="UTF-8"?>
<Relationships xmlns="http://schemas.openxmlformats.org/package/2006/relationships"><Relationship Id="rId1" Type="http://schemas.openxmlformats.org/officeDocument/2006/relationships/slide" Target="../slides/slide206.xml"/><Relationship Id="rId2" Type="http://schemas.openxmlformats.org/officeDocument/2006/relationships/notesMaster" Target="../notesMasters/notesMaster1.xml"/>
</Relationships>
</file>

<file path=ppt/notesSlides/_rels/notesSlide207.xml.rels><?xml version="1.0" encoding="UTF-8"?>
<Relationships xmlns="http://schemas.openxmlformats.org/package/2006/relationships"><Relationship Id="rId1" Type="http://schemas.openxmlformats.org/officeDocument/2006/relationships/slide" Target="../slides/slide207.xml"/><Relationship Id="rId2" Type="http://schemas.openxmlformats.org/officeDocument/2006/relationships/notesMaster" Target="../notesMasters/notesMaster1.xml"/>
</Relationships>
</file>

<file path=ppt/notesSlides/_rels/notesSlide208.xml.rels><?xml version="1.0" encoding="UTF-8"?>
<Relationships xmlns="http://schemas.openxmlformats.org/package/2006/relationships"><Relationship Id="rId1" Type="http://schemas.openxmlformats.org/officeDocument/2006/relationships/slide" Target="../slides/slide208.xml"/><Relationship Id="rId2" Type="http://schemas.openxmlformats.org/officeDocument/2006/relationships/notesMaster" Target="../notesMasters/notesMaster1.xml"/>
</Relationships>
</file>

<file path=ppt/notesSlides/_rels/notesSlide209.xml.rels><?xml version="1.0" encoding="UTF-8"?>
<Relationships xmlns="http://schemas.openxmlformats.org/package/2006/relationships"><Relationship Id="rId1" Type="http://schemas.openxmlformats.org/officeDocument/2006/relationships/slide" Target="../slides/slide209.xml"/><Relationship Id="rId2" Type="http://schemas.openxmlformats.org/officeDocument/2006/relationships/notesMaster" Target="../notesMasters/notesMaster1.xml"/>
</Relationships>
</file>

<file path=ppt/notesSlides/_rels/notesSlide210.xml.rels><?xml version="1.0" encoding="UTF-8"?>
<Relationships xmlns="http://schemas.openxmlformats.org/package/2006/relationships"><Relationship Id="rId1" Type="http://schemas.openxmlformats.org/officeDocument/2006/relationships/slide" Target="../slides/slide210.xml"/><Relationship Id="rId2" Type="http://schemas.openxmlformats.org/officeDocument/2006/relationships/notesMaster" Target="../notesMasters/notesMaster1.xml"/>
</Relationships>
</file>

<file path=ppt/notesSlides/_rels/notesSlide211.xml.rels><?xml version="1.0" encoding="UTF-8"?>
<Relationships xmlns="http://schemas.openxmlformats.org/package/2006/relationships"><Relationship Id="rId1" Type="http://schemas.openxmlformats.org/officeDocument/2006/relationships/slide" Target="../slides/slide211.xml"/><Relationship Id="rId2" Type="http://schemas.openxmlformats.org/officeDocument/2006/relationships/notesMaster" Target="../notesMasters/notesMaster1.xml"/>
</Relationships>
</file>

<file path=ppt/notesSlides/_rels/notesSlide212.xml.rels><?xml version="1.0" encoding="UTF-8"?>
<Relationships xmlns="http://schemas.openxmlformats.org/package/2006/relationships"><Relationship Id="rId1" Type="http://schemas.openxmlformats.org/officeDocument/2006/relationships/slide" Target="../slides/slide212.xml"/><Relationship Id="rId2" Type="http://schemas.openxmlformats.org/officeDocument/2006/relationships/notesMaster" Target="../notesMasters/notesMaster1.xml"/>
</Relationships>
</file>

<file path=ppt/notesSlides/_rels/notesSlide213.xml.rels><?xml version="1.0" encoding="UTF-8"?>
<Relationships xmlns="http://schemas.openxmlformats.org/package/2006/relationships"><Relationship Id="rId1" Type="http://schemas.openxmlformats.org/officeDocument/2006/relationships/slide" Target="../slides/slide213.xml"/><Relationship Id="rId2" Type="http://schemas.openxmlformats.org/officeDocument/2006/relationships/notesMaster" Target="../notesMasters/notesMaster1.xml"/>
</Relationships>
</file>

<file path=ppt/notesSlides/_rels/notesSlide214.xml.rels><?xml version="1.0" encoding="UTF-8"?>
<Relationships xmlns="http://schemas.openxmlformats.org/package/2006/relationships"><Relationship Id="rId1" Type="http://schemas.openxmlformats.org/officeDocument/2006/relationships/slide" Target="../slides/slide214.xml"/><Relationship Id="rId2" Type="http://schemas.openxmlformats.org/officeDocument/2006/relationships/notesMaster" Target="../notesMasters/notesMaster1.xml"/>
</Relationships>
</file>

<file path=ppt/notesSlides/_rels/notesSlide215.xml.rels><?xml version="1.0" encoding="UTF-8"?>
<Relationships xmlns="http://schemas.openxmlformats.org/package/2006/relationships"><Relationship Id="rId1" Type="http://schemas.openxmlformats.org/officeDocument/2006/relationships/slide" Target="../slides/slide215.xml"/><Relationship Id="rId2" Type="http://schemas.openxmlformats.org/officeDocument/2006/relationships/notesMaster" Target="../notesMasters/notesMaster1.xml"/>
</Relationships>
</file>

<file path=ppt/notesSlides/_rels/notesSlide216.xml.rels><?xml version="1.0" encoding="UTF-8"?>
<Relationships xmlns="http://schemas.openxmlformats.org/package/2006/relationships"><Relationship Id="rId1" Type="http://schemas.openxmlformats.org/officeDocument/2006/relationships/slide" Target="../slides/slide216.xml"/><Relationship Id="rId2" Type="http://schemas.openxmlformats.org/officeDocument/2006/relationships/notesMaster" Target="../notesMasters/notesMaster1.xml"/>
</Relationships>
</file>

<file path=ppt/notesSlides/_rels/notesSlide217.xml.rels><?xml version="1.0" encoding="UTF-8"?>
<Relationships xmlns="http://schemas.openxmlformats.org/package/2006/relationships"><Relationship Id="rId1" Type="http://schemas.openxmlformats.org/officeDocument/2006/relationships/slide" Target="../slides/slide217.xml"/><Relationship Id="rId2" Type="http://schemas.openxmlformats.org/officeDocument/2006/relationships/notesMaster" Target="../notesMasters/notesMaster1.xml"/>
</Relationships>
</file>

<file path=ppt/notesSlides/_rels/notesSlide218.xml.rels><?xml version="1.0" encoding="UTF-8"?>
<Relationships xmlns="http://schemas.openxmlformats.org/package/2006/relationships"><Relationship Id="rId1" Type="http://schemas.openxmlformats.org/officeDocument/2006/relationships/slide" Target="../slides/slide218.xml"/><Relationship Id="rId2" Type="http://schemas.openxmlformats.org/officeDocument/2006/relationships/notesMaster" Target="../notesMasters/notesMaster1.xml"/>
</Relationships>
</file>

<file path=ppt/notesSlides/_rels/notesSlide219.xml.rels><?xml version="1.0" encoding="UTF-8"?>
<Relationships xmlns="http://schemas.openxmlformats.org/package/2006/relationships"><Relationship Id="rId1" Type="http://schemas.openxmlformats.org/officeDocument/2006/relationships/slide" Target="../slides/slide219.xml"/><Relationship Id="rId2" Type="http://schemas.openxmlformats.org/officeDocument/2006/relationships/notesMaster" Target="../notesMasters/notesMaster1.xml"/>
</Relationships>
</file>

<file path=ppt/notesSlides/_rels/notesSlide220.xml.rels><?xml version="1.0" encoding="UTF-8"?>
<Relationships xmlns="http://schemas.openxmlformats.org/package/2006/relationships"><Relationship Id="rId1" Type="http://schemas.openxmlformats.org/officeDocument/2006/relationships/slide" Target="../slides/slide220.xml"/><Relationship Id="rId2" Type="http://schemas.openxmlformats.org/officeDocument/2006/relationships/notesMaster" Target="../notesMasters/notesMaster1.xml"/>
</Relationships>
</file>

<file path=ppt/notesSlides/_rels/notesSlide221.xml.rels><?xml version="1.0" encoding="UTF-8"?>
<Relationships xmlns="http://schemas.openxmlformats.org/package/2006/relationships"><Relationship Id="rId1" Type="http://schemas.openxmlformats.org/officeDocument/2006/relationships/slide" Target="../slides/slide221.xml"/><Relationship Id="rId2" Type="http://schemas.openxmlformats.org/officeDocument/2006/relationships/notesMaster" Target="../notesMasters/notesMaster1.xml"/>
</Relationships>
</file>

<file path=ppt/notesSlides/_rels/notesSlide222.xml.rels><?xml version="1.0" encoding="UTF-8"?>
<Relationships xmlns="http://schemas.openxmlformats.org/package/2006/relationships"><Relationship Id="rId1" Type="http://schemas.openxmlformats.org/officeDocument/2006/relationships/slide" Target="../slides/slide222.xml"/><Relationship Id="rId2" Type="http://schemas.openxmlformats.org/officeDocument/2006/relationships/notesMaster" Target="../notesMasters/notesMaster1.xml"/>
</Relationships>
</file>

<file path=ppt/notesSlides/_rels/notesSlide223.xml.rels><?xml version="1.0" encoding="UTF-8"?>
<Relationships xmlns="http://schemas.openxmlformats.org/package/2006/relationships"><Relationship Id="rId1" Type="http://schemas.openxmlformats.org/officeDocument/2006/relationships/slide" Target="../slides/slide223.xml"/><Relationship Id="rId2" Type="http://schemas.openxmlformats.org/officeDocument/2006/relationships/notesMaster" Target="../notesMasters/notesMaster1.xml"/>
</Relationships>
</file>

<file path=ppt/notesSlides/_rels/notesSlide224.xml.rels><?xml version="1.0" encoding="UTF-8"?>
<Relationships xmlns="http://schemas.openxmlformats.org/package/2006/relationships"><Relationship Id="rId1" Type="http://schemas.openxmlformats.org/officeDocument/2006/relationships/slide" Target="../slides/slide224.xml"/><Relationship Id="rId2" Type="http://schemas.openxmlformats.org/officeDocument/2006/relationships/notesMaster" Target="../notesMasters/notesMaster1.xml"/>
</Relationships>
</file>

<file path=ppt/notesSlides/_rels/notesSlide225.xml.rels><?xml version="1.0" encoding="UTF-8"?>
<Relationships xmlns="http://schemas.openxmlformats.org/package/2006/relationships"><Relationship Id="rId1" Type="http://schemas.openxmlformats.org/officeDocument/2006/relationships/slide" Target="../slides/slide225.xml"/><Relationship Id="rId2" Type="http://schemas.openxmlformats.org/officeDocument/2006/relationships/notesMaster" Target="../notesMasters/notesMaster1.xml"/>
</Relationships>
</file>

<file path=ppt/notesSlides/_rels/notesSlide226.xml.rels><?xml version="1.0" encoding="UTF-8"?>
<Relationships xmlns="http://schemas.openxmlformats.org/package/2006/relationships"><Relationship Id="rId1" Type="http://schemas.openxmlformats.org/officeDocument/2006/relationships/slide" Target="../slides/slide226.xml"/><Relationship Id="rId2" Type="http://schemas.openxmlformats.org/officeDocument/2006/relationships/notesMaster" Target="../notesMasters/notesMaster1.xml"/>
</Relationships>
</file>

<file path=ppt/notesSlides/_rels/notesSlide227.xml.rels><?xml version="1.0" encoding="UTF-8"?>
<Relationships xmlns="http://schemas.openxmlformats.org/package/2006/relationships"><Relationship Id="rId1" Type="http://schemas.openxmlformats.org/officeDocument/2006/relationships/slide" Target="../slides/slide227.xml"/><Relationship Id="rId2" Type="http://schemas.openxmlformats.org/officeDocument/2006/relationships/notesMaster" Target="../notesMasters/notesMaster1.xml"/>
</Relationships>
</file>

<file path=ppt/notesSlides/_rels/notesSlide228.xml.rels><?xml version="1.0" encoding="UTF-8"?>
<Relationships xmlns="http://schemas.openxmlformats.org/package/2006/relationships"><Relationship Id="rId1" Type="http://schemas.openxmlformats.org/officeDocument/2006/relationships/slide" Target="../slides/slide228.xml"/><Relationship Id="rId2" Type="http://schemas.openxmlformats.org/officeDocument/2006/relationships/notesMaster" Target="../notesMasters/notesMaster1.xml"/>
</Relationships>
</file>

<file path=ppt/notesSlides/_rels/notesSlide229.xml.rels><?xml version="1.0" encoding="UTF-8"?>
<Relationships xmlns="http://schemas.openxmlformats.org/package/2006/relationships"><Relationship Id="rId1" Type="http://schemas.openxmlformats.org/officeDocument/2006/relationships/slide" Target="../slides/slide229.xml"/><Relationship Id="rId2" Type="http://schemas.openxmlformats.org/officeDocument/2006/relationships/notesMaster" Target="../notesMasters/notesMaster1.xml"/>
</Relationships>
</file>

<file path=ppt/notesSlides/_rels/notesSlide230.xml.rels><?xml version="1.0" encoding="UTF-8"?>
<Relationships xmlns="http://schemas.openxmlformats.org/package/2006/relationships"><Relationship Id="rId1" Type="http://schemas.openxmlformats.org/officeDocument/2006/relationships/slide" Target="../slides/slide230.xml"/><Relationship Id="rId2" Type="http://schemas.openxmlformats.org/officeDocument/2006/relationships/notesMaster" Target="../notesMasters/notesMaster1.xml"/>
</Relationships>
</file>

<file path=ppt/notesSlides/_rels/notesSlide231.xml.rels><?xml version="1.0" encoding="UTF-8"?>
<Relationships xmlns="http://schemas.openxmlformats.org/package/2006/relationships"><Relationship Id="rId1" Type="http://schemas.openxmlformats.org/officeDocument/2006/relationships/slide" Target="../slides/slide231.xml"/><Relationship Id="rId2" Type="http://schemas.openxmlformats.org/officeDocument/2006/relationships/notesMaster" Target="../notesMasters/notesMaster1.xml"/>
</Relationships>
</file>

<file path=ppt/notesSlides/_rels/notesSlide232.xml.rels><?xml version="1.0" encoding="UTF-8"?>
<Relationships xmlns="http://schemas.openxmlformats.org/package/2006/relationships"><Relationship Id="rId1" Type="http://schemas.openxmlformats.org/officeDocument/2006/relationships/slide" Target="../slides/slide232.xml"/><Relationship Id="rId2" Type="http://schemas.openxmlformats.org/officeDocument/2006/relationships/notesMaster" Target="../notesMasters/notesMaster1.xml"/>
</Relationships>
</file>

<file path=ppt/notesSlides/_rels/notesSlide233.xml.rels><?xml version="1.0" encoding="UTF-8"?>
<Relationships xmlns="http://schemas.openxmlformats.org/package/2006/relationships"><Relationship Id="rId1" Type="http://schemas.openxmlformats.org/officeDocument/2006/relationships/slide" Target="../slides/slide233.xml"/><Relationship Id="rId2" Type="http://schemas.openxmlformats.org/officeDocument/2006/relationships/notesMaster" Target="../notesMasters/notesMaster1.xml"/>
</Relationships>
</file>

<file path=ppt/notesSlides/_rels/notesSlide234.xml.rels><?xml version="1.0" encoding="UTF-8"?>
<Relationships xmlns="http://schemas.openxmlformats.org/package/2006/relationships"><Relationship Id="rId1" Type="http://schemas.openxmlformats.org/officeDocument/2006/relationships/slide" Target="../slides/slide234.xml"/><Relationship Id="rId2" Type="http://schemas.openxmlformats.org/officeDocument/2006/relationships/notesMaster" Target="../notesMasters/notesMaster1.xml"/>
</Relationships>
</file>

<file path=ppt/notesSlides/_rels/notesSlide235.xml.rels><?xml version="1.0" encoding="UTF-8"?>
<Relationships xmlns="http://schemas.openxmlformats.org/package/2006/relationships"><Relationship Id="rId1" Type="http://schemas.openxmlformats.org/officeDocument/2006/relationships/slide" Target="../slides/slide235.xml"/><Relationship Id="rId2" Type="http://schemas.openxmlformats.org/officeDocument/2006/relationships/notesMaster" Target="../notesMasters/notesMaster1.xml"/>
</Relationships>
</file>

<file path=ppt/notesSlides/_rels/notesSlide236.xml.rels><?xml version="1.0" encoding="UTF-8"?>
<Relationships xmlns="http://schemas.openxmlformats.org/package/2006/relationships"><Relationship Id="rId1" Type="http://schemas.openxmlformats.org/officeDocument/2006/relationships/slide" Target="../slides/slide236.xml"/><Relationship Id="rId2" Type="http://schemas.openxmlformats.org/officeDocument/2006/relationships/notesMaster" Target="../notesMasters/notesMaster1.xml"/>
</Relationships>
</file>

<file path=ppt/notesSlides/_rels/notesSlide237.xml.rels><?xml version="1.0" encoding="UTF-8"?>
<Relationships xmlns="http://schemas.openxmlformats.org/package/2006/relationships"><Relationship Id="rId1" Type="http://schemas.openxmlformats.org/officeDocument/2006/relationships/slide" Target="../slides/slide237.xml"/><Relationship Id="rId2" Type="http://schemas.openxmlformats.org/officeDocument/2006/relationships/notesMaster" Target="../notesMasters/notesMaster1.xml"/>
</Relationships>
</file>

<file path=ppt/notesSlides/_rels/notesSlide238.xml.rels><?xml version="1.0" encoding="UTF-8"?>
<Relationships xmlns="http://schemas.openxmlformats.org/package/2006/relationships"><Relationship Id="rId1" Type="http://schemas.openxmlformats.org/officeDocument/2006/relationships/slide" Target="../slides/slide238.xml"/><Relationship Id="rId2" Type="http://schemas.openxmlformats.org/officeDocument/2006/relationships/notesMaster" Target="../notesMasters/notesMaster1.xml"/>
</Relationships>
</file>

<file path=ppt/notesSlides/_rels/notesSlide239.xml.rels><?xml version="1.0" encoding="UTF-8"?>
<Relationships xmlns="http://schemas.openxmlformats.org/package/2006/relationships"><Relationship Id="rId1" Type="http://schemas.openxmlformats.org/officeDocument/2006/relationships/slide" Target="../slides/slide239.xml"/><Relationship Id="rId2" Type="http://schemas.openxmlformats.org/officeDocument/2006/relationships/notesMaster" Target="../notesMasters/notesMaster1.xml"/>
</Relationships>
</file>

<file path=ppt/notesSlides/_rels/notesSlide240.xml.rels><?xml version="1.0" encoding="UTF-8"?>
<Relationships xmlns="http://schemas.openxmlformats.org/package/2006/relationships"><Relationship Id="rId1" Type="http://schemas.openxmlformats.org/officeDocument/2006/relationships/slide" Target="../slides/slide240.xml"/><Relationship Id="rId2" Type="http://schemas.openxmlformats.org/officeDocument/2006/relationships/notesMaster" Target="../notesMasters/notesMaster1.xml"/>
</Relationships>
</file>

<file path=ppt/notesSlides/_rels/notesSlide241.xml.rels><?xml version="1.0" encoding="UTF-8"?>
<Relationships xmlns="http://schemas.openxmlformats.org/package/2006/relationships"><Relationship Id="rId1" Type="http://schemas.openxmlformats.org/officeDocument/2006/relationships/slide" Target="../slides/slide241.xml"/><Relationship Id="rId2" Type="http://schemas.openxmlformats.org/officeDocument/2006/relationships/notesMaster" Target="../notesMasters/notesMaster1.xml"/>
</Relationships>
</file>

<file path=ppt/notesSlides/_rels/notesSlide242.xml.rels><?xml version="1.0" encoding="UTF-8"?>
<Relationships xmlns="http://schemas.openxmlformats.org/package/2006/relationships"><Relationship Id="rId1" Type="http://schemas.openxmlformats.org/officeDocument/2006/relationships/slide" Target="../slides/slide242.xml"/><Relationship Id="rId2" Type="http://schemas.openxmlformats.org/officeDocument/2006/relationships/notesMaster" Target="../notesMasters/notesMaster1.xml"/>
</Relationships>
</file>

<file path=ppt/notesSlides/_rels/notesSlide243.xml.rels><?xml version="1.0" encoding="UTF-8"?>
<Relationships xmlns="http://schemas.openxmlformats.org/package/2006/relationships"><Relationship Id="rId1" Type="http://schemas.openxmlformats.org/officeDocument/2006/relationships/slide" Target="../slides/slide243.xml"/><Relationship Id="rId2" Type="http://schemas.openxmlformats.org/officeDocument/2006/relationships/notesMaster" Target="../notesMasters/notesMaster1.xml"/>
</Relationships>
</file>

<file path=ppt/notesSlides/_rels/notesSlide244.xml.rels><?xml version="1.0" encoding="UTF-8"?>
<Relationships xmlns="http://schemas.openxmlformats.org/package/2006/relationships"><Relationship Id="rId1" Type="http://schemas.openxmlformats.org/officeDocument/2006/relationships/slide" Target="../slides/slide244.xml"/><Relationship Id="rId2" Type="http://schemas.openxmlformats.org/officeDocument/2006/relationships/notesMaster" Target="../notesMasters/notesMaster1.xml"/>
</Relationships>
</file>

<file path=ppt/notesSlides/_rels/notesSlide245.xml.rels><?xml version="1.0" encoding="UTF-8"?>
<Relationships xmlns="http://schemas.openxmlformats.org/package/2006/relationships"><Relationship Id="rId1" Type="http://schemas.openxmlformats.org/officeDocument/2006/relationships/slide" Target="../slides/slide245.xml"/><Relationship Id="rId2" Type="http://schemas.openxmlformats.org/officeDocument/2006/relationships/notesMaster" Target="../notesMasters/notesMaster1.xml"/>
</Relationships>
</file>

<file path=ppt/notesSlides/_rels/notesSlide246.xml.rels><?xml version="1.0" encoding="UTF-8"?>
<Relationships xmlns="http://schemas.openxmlformats.org/package/2006/relationships"><Relationship Id="rId1" Type="http://schemas.openxmlformats.org/officeDocument/2006/relationships/slide" Target="../slides/slide246.xml"/><Relationship Id="rId2" Type="http://schemas.openxmlformats.org/officeDocument/2006/relationships/notesMaster" Target="../notesMasters/notesMaster1.xml"/>
</Relationships>
</file>

<file path=ppt/notesSlides/_rels/notesSlide247.xml.rels><?xml version="1.0" encoding="UTF-8"?>
<Relationships xmlns="http://schemas.openxmlformats.org/package/2006/relationships"><Relationship Id="rId1" Type="http://schemas.openxmlformats.org/officeDocument/2006/relationships/slide" Target="../slides/slide247.xml"/><Relationship Id="rId2" Type="http://schemas.openxmlformats.org/officeDocument/2006/relationships/notesMaster" Target="../notesMasters/notesMaster1.xml"/>
</Relationships>
</file>

<file path=ppt/notesSlides/_rels/notesSlide248.xml.rels><?xml version="1.0" encoding="UTF-8"?>
<Relationships xmlns="http://schemas.openxmlformats.org/package/2006/relationships"><Relationship Id="rId1" Type="http://schemas.openxmlformats.org/officeDocument/2006/relationships/slide" Target="../slides/slide248.xml"/><Relationship Id="rId2" Type="http://schemas.openxmlformats.org/officeDocument/2006/relationships/notesMaster" Target="../notesMasters/notesMaster1.xml"/>
</Relationships>
</file>

<file path=ppt/notesSlides/_rels/notesSlide249.xml.rels><?xml version="1.0" encoding="UTF-8"?>
<Relationships xmlns="http://schemas.openxmlformats.org/package/2006/relationships"><Relationship Id="rId1" Type="http://schemas.openxmlformats.org/officeDocument/2006/relationships/slide" Target="../slides/slide249.xml"/><Relationship Id="rId2" Type="http://schemas.openxmlformats.org/officeDocument/2006/relationships/notesMaster" Target="../notesMasters/notesMaster1.xml"/>
</Relationships>
</file>

<file path=ppt/notesSlides/_rels/notesSlide250.xml.rels><?xml version="1.0" encoding="UTF-8"?>
<Relationships xmlns="http://schemas.openxmlformats.org/package/2006/relationships"><Relationship Id="rId1" Type="http://schemas.openxmlformats.org/officeDocument/2006/relationships/slide" Target="../slides/slide250.xml"/><Relationship Id="rId2" Type="http://schemas.openxmlformats.org/officeDocument/2006/relationships/notesMaster" Target="../notesMasters/notesMaster1.xml"/>
</Relationships>
</file>

<file path=ppt/notesSlides/_rels/notesSlide251.xml.rels><?xml version="1.0" encoding="UTF-8"?>
<Relationships xmlns="http://schemas.openxmlformats.org/package/2006/relationships"><Relationship Id="rId1" Type="http://schemas.openxmlformats.org/officeDocument/2006/relationships/slide" Target="../slides/slide251.xml"/><Relationship Id="rId2" Type="http://schemas.openxmlformats.org/officeDocument/2006/relationships/notesMaster" Target="../notesMasters/notesMaster1.xml"/>
</Relationships>
</file>

<file path=ppt/notesSlides/_rels/notesSlide252.xml.rels><?xml version="1.0" encoding="UTF-8"?>
<Relationships xmlns="http://schemas.openxmlformats.org/package/2006/relationships"><Relationship Id="rId1" Type="http://schemas.openxmlformats.org/officeDocument/2006/relationships/slide" Target="../slides/slide252.xml"/><Relationship Id="rId2" Type="http://schemas.openxmlformats.org/officeDocument/2006/relationships/notesMaster" Target="../notesMasters/notesMaster1.xml"/>
</Relationships>
</file>

<file path=ppt/notesSlides/_rels/notesSlide253.xml.rels><?xml version="1.0" encoding="UTF-8"?>
<Relationships xmlns="http://schemas.openxmlformats.org/package/2006/relationships"><Relationship Id="rId1" Type="http://schemas.openxmlformats.org/officeDocument/2006/relationships/slide" Target="../slides/slide253.xml"/><Relationship Id="rId2" Type="http://schemas.openxmlformats.org/officeDocument/2006/relationships/notesMaster" Target="../notesMasters/notesMaster1.xml"/>
</Relationships>
</file>

<file path=ppt/notesSlides/_rels/notesSlide254.xml.rels><?xml version="1.0" encoding="UTF-8"?>
<Relationships xmlns="http://schemas.openxmlformats.org/package/2006/relationships"><Relationship Id="rId1" Type="http://schemas.openxmlformats.org/officeDocument/2006/relationships/slide" Target="../slides/slide254.xml"/><Relationship Id="rId2" Type="http://schemas.openxmlformats.org/officeDocument/2006/relationships/notesMaster" Target="../notesMasters/notesMaster1.xml"/>
</Relationships>
</file>

<file path=ppt/notesSlides/_rels/notesSlide255.xml.rels><?xml version="1.0" encoding="UTF-8"?>
<Relationships xmlns="http://schemas.openxmlformats.org/package/2006/relationships"><Relationship Id="rId1" Type="http://schemas.openxmlformats.org/officeDocument/2006/relationships/slide" Target="../slides/slide255.xml"/><Relationship Id="rId2" Type="http://schemas.openxmlformats.org/officeDocument/2006/relationships/notesMaster" Target="../notesMasters/notesMaster1.xml"/>
</Relationships>
</file>

<file path=ppt/notesSlides/_rels/notesSlide256.xml.rels><?xml version="1.0" encoding="UTF-8"?>
<Relationships xmlns="http://schemas.openxmlformats.org/package/2006/relationships"><Relationship Id="rId1" Type="http://schemas.openxmlformats.org/officeDocument/2006/relationships/slide" Target="../slides/slide256.xml"/><Relationship Id="rId2" Type="http://schemas.openxmlformats.org/officeDocument/2006/relationships/notesMaster" Target="../notesMasters/notesMaster1.xml"/>
</Relationships>
</file>

<file path=ppt/notesSlides/_rels/notesSlide257.xml.rels><?xml version="1.0" encoding="UTF-8"?>
<Relationships xmlns="http://schemas.openxmlformats.org/package/2006/relationships"><Relationship Id="rId1" Type="http://schemas.openxmlformats.org/officeDocument/2006/relationships/slide" Target="../slides/slide257.xml"/><Relationship Id="rId2" Type="http://schemas.openxmlformats.org/officeDocument/2006/relationships/notesMaster" Target="../notesMasters/notesMaster1.xml"/>
</Relationships>
</file>

<file path=ppt/notesSlides/_rels/notesSlide258.xml.rels><?xml version="1.0" encoding="UTF-8"?>
<Relationships xmlns="http://schemas.openxmlformats.org/package/2006/relationships"><Relationship Id="rId1" Type="http://schemas.openxmlformats.org/officeDocument/2006/relationships/slide" Target="../slides/slide258.xml"/><Relationship Id="rId2" Type="http://schemas.openxmlformats.org/officeDocument/2006/relationships/notesMaster" Target="../notesMasters/notesMaster1.xml"/>
</Relationships>
</file>

<file path=ppt/notesSlides/_rels/notesSlide259.xml.rels><?xml version="1.0" encoding="UTF-8"?>
<Relationships xmlns="http://schemas.openxmlformats.org/package/2006/relationships"><Relationship Id="rId1" Type="http://schemas.openxmlformats.org/officeDocument/2006/relationships/slide" Target="../slides/slide259.xml"/><Relationship Id="rId2" Type="http://schemas.openxmlformats.org/officeDocument/2006/relationships/notesMaster" Target="../notesMasters/notesMaster1.xml"/>
</Relationships>
</file>

<file path=ppt/notesSlides/_rels/notesSlide260.xml.rels><?xml version="1.0" encoding="UTF-8"?>
<Relationships xmlns="http://schemas.openxmlformats.org/package/2006/relationships"><Relationship Id="rId1" Type="http://schemas.openxmlformats.org/officeDocument/2006/relationships/slide" Target="../slides/slide260.xml"/><Relationship Id="rId2" Type="http://schemas.openxmlformats.org/officeDocument/2006/relationships/notesMaster" Target="../notesMasters/notesMaster1.xml"/>
</Relationships>
</file>

<file path=ppt/notesSlides/_rels/notesSlide261.xml.rels><?xml version="1.0" encoding="UTF-8"?>
<Relationships xmlns="http://schemas.openxmlformats.org/package/2006/relationships"><Relationship Id="rId1" Type="http://schemas.openxmlformats.org/officeDocument/2006/relationships/slide" Target="../slides/slide261.xml"/><Relationship Id="rId2" Type="http://schemas.openxmlformats.org/officeDocument/2006/relationships/notesMaster" Target="../notesMasters/notesMaster1.xml"/>
</Relationships>
</file>

<file path=ppt/notesSlides/_rels/notesSlide262.xml.rels><?xml version="1.0" encoding="UTF-8"?>
<Relationships xmlns="http://schemas.openxmlformats.org/package/2006/relationships"><Relationship Id="rId1" Type="http://schemas.openxmlformats.org/officeDocument/2006/relationships/slide" Target="../slides/slide262.xml"/><Relationship Id="rId2" Type="http://schemas.openxmlformats.org/officeDocument/2006/relationships/notesMaster" Target="../notesMasters/notesMaster1.xml"/>
</Relationships>
</file>

<file path=ppt/notesSlides/_rels/notesSlide263.xml.rels><?xml version="1.0" encoding="UTF-8"?>
<Relationships xmlns="http://schemas.openxmlformats.org/package/2006/relationships"><Relationship Id="rId1" Type="http://schemas.openxmlformats.org/officeDocument/2006/relationships/slide" Target="../slides/slide263.xml"/><Relationship Id="rId2" Type="http://schemas.openxmlformats.org/officeDocument/2006/relationships/notesMaster" Target="../notesMasters/notesMaster1.xml"/>
</Relationships>
</file>

<file path=ppt/notesSlides/_rels/notesSlide264.xml.rels><?xml version="1.0" encoding="UTF-8"?>
<Relationships xmlns="http://schemas.openxmlformats.org/package/2006/relationships"><Relationship Id="rId1" Type="http://schemas.openxmlformats.org/officeDocument/2006/relationships/slide" Target="../slides/slide264.xml"/><Relationship Id="rId2" Type="http://schemas.openxmlformats.org/officeDocument/2006/relationships/notesMaster" Target="../notesMasters/notesMaster1.xml"/>
</Relationships>
</file>

<file path=ppt/notesSlides/_rels/notesSlide265.xml.rels><?xml version="1.0" encoding="UTF-8"?>
<Relationships xmlns="http://schemas.openxmlformats.org/package/2006/relationships"><Relationship Id="rId1" Type="http://schemas.openxmlformats.org/officeDocument/2006/relationships/slide" Target="../slides/slide265.xml"/><Relationship Id="rId2" Type="http://schemas.openxmlformats.org/officeDocument/2006/relationships/notesMaster" Target="../notesMasters/notesMaster1.xml"/>
</Relationships>
</file>

<file path=ppt/notesSlides/_rels/notesSlide266.xml.rels><?xml version="1.0" encoding="UTF-8"?>
<Relationships xmlns="http://schemas.openxmlformats.org/package/2006/relationships"><Relationship Id="rId1" Type="http://schemas.openxmlformats.org/officeDocument/2006/relationships/slide" Target="../slides/slide266.xml"/><Relationship Id="rId2" Type="http://schemas.openxmlformats.org/officeDocument/2006/relationships/notesMaster" Target="../notesMasters/notesMaster1.xml"/>
</Relationships>
</file>

<file path=ppt/notesSlides/_rels/notesSlide267.xml.rels><?xml version="1.0" encoding="UTF-8"?>
<Relationships xmlns="http://schemas.openxmlformats.org/package/2006/relationships"><Relationship Id="rId1" Type="http://schemas.openxmlformats.org/officeDocument/2006/relationships/slide" Target="../slides/slide267.xml"/><Relationship Id="rId2" Type="http://schemas.openxmlformats.org/officeDocument/2006/relationships/notesMaster" Target="../notesMasters/notesMaster1.xml"/>
</Relationships>
</file>

<file path=ppt/notesSlides/_rels/notesSlide268.xml.rels><?xml version="1.0" encoding="UTF-8"?>
<Relationships xmlns="http://schemas.openxmlformats.org/package/2006/relationships"><Relationship Id="rId1" Type="http://schemas.openxmlformats.org/officeDocument/2006/relationships/slide" Target="../slides/slide268.xml"/><Relationship Id="rId2" Type="http://schemas.openxmlformats.org/officeDocument/2006/relationships/notesMaster" Target="../notesMasters/notesMaster1.xml"/>
</Relationships>
</file>

<file path=ppt/notesSlides/_rels/notesSlide269.xml.rels><?xml version="1.0" encoding="UTF-8"?>
<Relationships xmlns="http://schemas.openxmlformats.org/package/2006/relationships"><Relationship Id="rId1" Type="http://schemas.openxmlformats.org/officeDocument/2006/relationships/slide" Target="../slides/slide269.xml"/><Relationship Id="rId2" Type="http://schemas.openxmlformats.org/officeDocument/2006/relationships/notesMaster" Target="../notesMasters/notesMaster1.xml"/>
</Relationships>
</file>

<file path=ppt/notesSlides/_rels/notesSlide270.xml.rels><?xml version="1.0" encoding="UTF-8"?>
<Relationships xmlns="http://schemas.openxmlformats.org/package/2006/relationships"><Relationship Id="rId1" Type="http://schemas.openxmlformats.org/officeDocument/2006/relationships/slide" Target="../slides/slide270.xml"/><Relationship Id="rId2" Type="http://schemas.openxmlformats.org/officeDocument/2006/relationships/notesMaster" Target="../notesMasters/notesMaster1.xml"/>
</Relationships>
</file>

<file path=ppt/notesSlides/_rels/notesSlide271.xml.rels><?xml version="1.0" encoding="UTF-8"?>
<Relationships xmlns="http://schemas.openxmlformats.org/package/2006/relationships"><Relationship Id="rId1" Type="http://schemas.openxmlformats.org/officeDocument/2006/relationships/slide" Target="../slides/slide271.xml"/><Relationship Id="rId2" Type="http://schemas.openxmlformats.org/officeDocument/2006/relationships/notesMaster" Target="../notesMasters/notesMaster1.xml"/>
</Relationships>
</file>

<file path=ppt/notesSlides/_rels/notesSlide272.xml.rels><?xml version="1.0" encoding="UTF-8"?>
<Relationships xmlns="http://schemas.openxmlformats.org/package/2006/relationships"><Relationship Id="rId1" Type="http://schemas.openxmlformats.org/officeDocument/2006/relationships/slide" Target="../slides/slide272.xml"/><Relationship Id="rId2" Type="http://schemas.openxmlformats.org/officeDocument/2006/relationships/notesMaster" Target="../notesMasters/notesMaster1.xml"/>
</Relationships>
</file>

<file path=ppt/notesSlides/_rels/notesSlide273.xml.rels><?xml version="1.0" encoding="UTF-8"?>
<Relationships xmlns="http://schemas.openxmlformats.org/package/2006/relationships"><Relationship Id="rId1" Type="http://schemas.openxmlformats.org/officeDocument/2006/relationships/slide" Target="../slides/slide273.xml"/><Relationship Id="rId2" Type="http://schemas.openxmlformats.org/officeDocument/2006/relationships/notesMaster" Target="../notesMasters/notesMaster1.xml"/>
</Relationships>
</file>

<file path=ppt/notesSlides/_rels/notesSlide274.xml.rels><?xml version="1.0" encoding="UTF-8"?>
<Relationships xmlns="http://schemas.openxmlformats.org/package/2006/relationships"><Relationship Id="rId1" Type="http://schemas.openxmlformats.org/officeDocument/2006/relationships/slide" Target="../slides/slide274.xml"/><Relationship Id="rId2" Type="http://schemas.openxmlformats.org/officeDocument/2006/relationships/notesMaster" Target="../notesMasters/notesMaster1.xml"/>
</Relationships>
</file>

<file path=ppt/notesSlides/_rels/notesSlide275.xml.rels><?xml version="1.0" encoding="UTF-8"?>
<Relationships xmlns="http://schemas.openxmlformats.org/package/2006/relationships"><Relationship Id="rId1" Type="http://schemas.openxmlformats.org/officeDocument/2006/relationships/slide" Target="../slides/slide275.xml"/><Relationship Id="rId2" Type="http://schemas.openxmlformats.org/officeDocument/2006/relationships/notesMaster" Target="../notesMasters/notesMaster1.xml"/>
</Relationships>
</file>

<file path=ppt/notesSlides/_rels/notesSlide276.xml.rels><?xml version="1.0" encoding="UTF-8"?>
<Relationships xmlns="http://schemas.openxmlformats.org/package/2006/relationships"><Relationship Id="rId1" Type="http://schemas.openxmlformats.org/officeDocument/2006/relationships/slide" Target="../slides/slide276.xml"/><Relationship Id="rId2" Type="http://schemas.openxmlformats.org/officeDocument/2006/relationships/notesMaster" Target="../notesMasters/notesMaster1.xml"/>
</Relationships>
</file>

<file path=ppt/notesSlides/_rels/notesSlide277.xml.rels><?xml version="1.0" encoding="UTF-8"?>
<Relationships xmlns="http://schemas.openxmlformats.org/package/2006/relationships"><Relationship Id="rId1" Type="http://schemas.openxmlformats.org/officeDocument/2006/relationships/slide" Target="../slides/slide277.xml"/><Relationship Id="rId2" Type="http://schemas.openxmlformats.org/officeDocument/2006/relationships/notesMaster" Target="../notesMasters/notesMaster1.xml"/>
</Relationships>
</file>

<file path=ppt/notesSlides/_rels/notesSlide278.xml.rels><?xml version="1.0" encoding="UTF-8"?>
<Relationships xmlns="http://schemas.openxmlformats.org/package/2006/relationships"><Relationship Id="rId1" Type="http://schemas.openxmlformats.org/officeDocument/2006/relationships/slide" Target="../slides/slide278.xml"/><Relationship Id="rId2" Type="http://schemas.openxmlformats.org/officeDocument/2006/relationships/notesMaster" Target="../notesMasters/notesMaster1.xml"/>
</Relationships>
</file>

<file path=ppt/notesSlides/_rels/notesSlide279.xml.rels><?xml version="1.0" encoding="UTF-8"?>
<Relationships xmlns="http://schemas.openxmlformats.org/package/2006/relationships"><Relationship Id="rId1" Type="http://schemas.openxmlformats.org/officeDocument/2006/relationships/slide" Target="../slides/slide279.xml"/><Relationship Id="rId2" Type="http://schemas.openxmlformats.org/officeDocument/2006/relationships/notesMaster" Target="../notesMasters/notesMaster1.xml"/>
</Relationships>
</file>

<file path=ppt/notesSlides/_rels/notesSlide280.xml.rels><?xml version="1.0" encoding="UTF-8"?>
<Relationships xmlns="http://schemas.openxmlformats.org/package/2006/relationships"><Relationship Id="rId1" Type="http://schemas.openxmlformats.org/officeDocument/2006/relationships/slide" Target="../slides/slide280.xml"/><Relationship Id="rId2" Type="http://schemas.openxmlformats.org/officeDocument/2006/relationships/notesMaster" Target="../notesMasters/notesMaster1.xml"/>
</Relationships>
</file>

<file path=ppt/notesSlides/_rels/notesSlide281.xml.rels><?xml version="1.0" encoding="UTF-8"?>
<Relationships xmlns="http://schemas.openxmlformats.org/package/2006/relationships"><Relationship Id="rId1" Type="http://schemas.openxmlformats.org/officeDocument/2006/relationships/slide" Target="../slides/slide281.xml"/><Relationship Id="rId2" Type="http://schemas.openxmlformats.org/officeDocument/2006/relationships/notesMaster" Target="../notesMasters/notesMaster1.xml"/>
</Relationships>
</file>

<file path=ppt/notesSlides/_rels/notesSlide282.xml.rels><?xml version="1.0" encoding="UTF-8"?>
<Relationships xmlns="http://schemas.openxmlformats.org/package/2006/relationships"><Relationship Id="rId1" Type="http://schemas.openxmlformats.org/officeDocument/2006/relationships/slide" Target="../slides/slide282.xml"/><Relationship Id="rId2" Type="http://schemas.openxmlformats.org/officeDocument/2006/relationships/notesMaster" Target="../notesMasters/notesMaster1.xml"/>
</Relationships>
</file>

<file path=ppt/notesSlides/_rels/notesSlide283.xml.rels><?xml version="1.0" encoding="UTF-8"?>
<Relationships xmlns="http://schemas.openxmlformats.org/package/2006/relationships"><Relationship Id="rId1" Type="http://schemas.openxmlformats.org/officeDocument/2006/relationships/slide" Target="../slides/slide283.xml"/><Relationship Id="rId2" Type="http://schemas.openxmlformats.org/officeDocument/2006/relationships/notesMaster" Target="../notesMasters/notesMaster1.xml"/>
</Relationships>
</file>

<file path=ppt/notesSlides/_rels/notesSlide284.xml.rels><?xml version="1.0" encoding="UTF-8"?>
<Relationships xmlns="http://schemas.openxmlformats.org/package/2006/relationships"><Relationship Id="rId1" Type="http://schemas.openxmlformats.org/officeDocument/2006/relationships/slide" Target="../slides/slide284.xml"/><Relationship Id="rId2" Type="http://schemas.openxmlformats.org/officeDocument/2006/relationships/notesMaster" Target="../notesMasters/notesMaster1.xml"/>
</Relationships>
</file>

<file path=ppt/notesSlides/_rels/notesSlide285.xml.rels><?xml version="1.0" encoding="UTF-8"?>
<Relationships xmlns="http://schemas.openxmlformats.org/package/2006/relationships"><Relationship Id="rId1" Type="http://schemas.openxmlformats.org/officeDocument/2006/relationships/slide" Target="../slides/slide285.xml"/><Relationship Id="rId2" Type="http://schemas.openxmlformats.org/officeDocument/2006/relationships/notesMaster" Target="../notesMasters/notesMaster1.xml"/>
</Relationships>
</file>

<file path=ppt/notesSlides/_rels/notesSlide286.xml.rels><?xml version="1.0" encoding="UTF-8"?>
<Relationships xmlns="http://schemas.openxmlformats.org/package/2006/relationships"><Relationship Id="rId1" Type="http://schemas.openxmlformats.org/officeDocument/2006/relationships/slide" Target="../slides/slide286.xml"/><Relationship Id="rId2" Type="http://schemas.openxmlformats.org/officeDocument/2006/relationships/notesMaster" Target="../notesMasters/notesMaster1.xml"/>
</Relationships>
</file>

<file path=ppt/notesSlides/_rels/notesSlide287.xml.rels><?xml version="1.0" encoding="UTF-8"?>
<Relationships xmlns="http://schemas.openxmlformats.org/package/2006/relationships"><Relationship Id="rId1" Type="http://schemas.openxmlformats.org/officeDocument/2006/relationships/slide" Target="../slides/slide287.xml"/><Relationship Id="rId2" Type="http://schemas.openxmlformats.org/officeDocument/2006/relationships/notesMaster" Target="../notesMasters/notesMaster1.xml"/>
</Relationships>
</file>

<file path=ppt/notesSlides/_rels/notesSlide288.xml.rels><?xml version="1.0" encoding="UTF-8"?>
<Relationships xmlns="http://schemas.openxmlformats.org/package/2006/relationships"><Relationship Id="rId1" Type="http://schemas.openxmlformats.org/officeDocument/2006/relationships/slide" Target="../slides/slide288.xml"/><Relationship Id="rId2" Type="http://schemas.openxmlformats.org/officeDocument/2006/relationships/notesMaster" Target="../notesMasters/notesMaster1.xml"/>
</Relationships>
</file>

<file path=ppt/notesSlides/_rels/notesSlide289.xml.rels><?xml version="1.0" encoding="UTF-8"?>
<Relationships xmlns="http://schemas.openxmlformats.org/package/2006/relationships"><Relationship Id="rId1" Type="http://schemas.openxmlformats.org/officeDocument/2006/relationships/slide" Target="../slides/slide289.xml"/><Relationship Id="rId2" Type="http://schemas.openxmlformats.org/officeDocument/2006/relationships/notesMaster" Target="../notesMasters/notesMaster1.xml"/>
</Relationships>
</file>

<file path=ppt/notesSlides/_rels/notesSlide290.xml.rels><?xml version="1.0" encoding="UTF-8"?>
<Relationships xmlns="http://schemas.openxmlformats.org/package/2006/relationships"><Relationship Id="rId1" Type="http://schemas.openxmlformats.org/officeDocument/2006/relationships/slide" Target="../slides/slide290.xml"/><Relationship Id="rId2" Type="http://schemas.openxmlformats.org/officeDocument/2006/relationships/notesMaster" Target="../notesMasters/notesMaster1.xml"/>
</Relationships>
</file>

<file path=ppt/notesSlides/_rels/notesSlide291.xml.rels><?xml version="1.0" encoding="UTF-8"?>
<Relationships xmlns="http://schemas.openxmlformats.org/package/2006/relationships"><Relationship Id="rId1" Type="http://schemas.openxmlformats.org/officeDocument/2006/relationships/slide" Target="../slides/slide291.xml"/><Relationship Id="rId2" Type="http://schemas.openxmlformats.org/officeDocument/2006/relationships/notesMaster" Target="../notesMasters/notesMaster1.xml"/>
</Relationships>
</file>

<file path=ppt/notesSlides/_rels/notesSlide292.xml.rels><?xml version="1.0" encoding="UTF-8"?>
<Relationships xmlns="http://schemas.openxmlformats.org/package/2006/relationships"><Relationship Id="rId1" Type="http://schemas.openxmlformats.org/officeDocument/2006/relationships/slide" Target="../slides/slide292.xml"/><Relationship Id="rId2" Type="http://schemas.openxmlformats.org/officeDocument/2006/relationships/notesMaster" Target="../notesMasters/notesMaster1.xml"/>
</Relationships>
</file>

<file path=ppt/notesSlides/_rels/notesSlide293.xml.rels><?xml version="1.0" encoding="UTF-8"?>
<Relationships xmlns="http://schemas.openxmlformats.org/package/2006/relationships"><Relationship Id="rId1" Type="http://schemas.openxmlformats.org/officeDocument/2006/relationships/slide" Target="../slides/slide293.xml"/><Relationship Id="rId2" Type="http://schemas.openxmlformats.org/officeDocument/2006/relationships/notesMaster" Target="../notesMasters/notesMaster1.xml"/>
</Relationships>
</file>

<file path=ppt/notesSlides/_rels/notesSlide294.xml.rels><?xml version="1.0" encoding="UTF-8"?>
<Relationships xmlns="http://schemas.openxmlformats.org/package/2006/relationships"><Relationship Id="rId1" Type="http://schemas.openxmlformats.org/officeDocument/2006/relationships/slide" Target="../slides/slide294.xml"/><Relationship Id="rId2" Type="http://schemas.openxmlformats.org/officeDocument/2006/relationships/notesMaster" Target="../notesMasters/notesMaster1.xml"/>
</Relationships>
</file>

<file path=ppt/notesSlides/_rels/notesSlide295.xml.rels><?xml version="1.0" encoding="UTF-8"?>
<Relationships xmlns="http://schemas.openxmlformats.org/package/2006/relationships"><Relationship Id="rId1" Type="http://schemas.openxmlformats.org/officeDocument/2006/relationships/slide" Target="../slides/slide295.xml"/><Relationship Id="rId2" Type="http://schemas.openxmlformats.org/officeDocument/2006/relationships/notesMaster" Target="../notesMasters/notesMaster1.xml"/>
</Relationships>
</file>

<file path=ppt/notesSlides/_rels/notesSlide296.xml.rels><?xml version="1.0" encoding="UTF-8"?>
<Relationships xmlns="http://schemas.openxmlformats.org/package/2006/relationships"><Relationship Id="rId1" Type="http://schemas.openxmlformats.org/officeDocument/2006/relationships/slide" Target="../slides/slide296.xml"/><Relationship Id="rId2" Type="http://schemas.openxmlformats.org/officeDocument/2006/relationships/notesMaster" Target="../notesMasters/notesMaster1.xml"/>
</Relationships>
</file>

<file path=ppt/notesSlides/_rels/notesSlide297.xml.rels><?xml version="1.0" encoding="UTF-8"?>
<Relationships xmlns="http://schemas.openxmlformats.org/package/2006/relationships"><Relationship Id="rId1" Type="http://schemas.openxmlformats.org/officeDocument/2006/relationships/slide" Target="../slides/slide297.xml"/><Relationship Id="rId2" Type="http://schemas.openxmlformats.org/officeDocument/2006/relationships/notesMaster" Target="../notesMasters/notesMaster1.xml"/>
</Relationships>
</file>

<file path=ppt/notesSlides/_rels/notesSlide298.xml.rels><?xml version="1.0" encoding="UTF-8"?>
<Relationships xmlns="http://schemas.openxmlformats.org/package/2006/relationships"><Relationship Id="rId1" Type="http://schemas.openxmlformats.org/officeDocument/2006/relationships/slide" Target="../slides/slide298.xml"/><Relationship Id="rId2" Type="http://schemas.openxmlformats.org/officeDocument/2006/relationships/notesMaster" Target="../notesMasters/notesMaster1.xml"/>
</Relationships>
</file>

<file path=ppt/notesSlides/_rels/notesSlide299.xml.rels><?xml version="1.0" encoding="UTF-8"?>
<Relationships xmlns="http://schemas.openxmlformats.org/package/2006/relationships"><Relationship Id="rId1" Type="http://schemas.openxmlformats.org/officeDocument/2006/relationships/slide" Target="../slides/slide299.xml"/><Relationship Id="rId2" Type="http://schemas.openxmlformats.org/officeDocument/2006/relationships/notesMaster" Target="../notesMasters/notesMaster1.xml"/>
</Relationships>
</file>

<file path=ppt/notesSlides/_rels/notesSlide300.xml.rels><?xml version="1.0" encoding="UTF-8"?>
<Relationships xmlns="http://schemas.openxmlformats.org/package/2006/relationships"><Relationship Id="rId1" Type="http://schemas.openxmlformats.org/officeDocument/2006/relationships/slide" Target="../slides/slide300.xml"/><Relationship Id="rId2" Type="http://schemas.openxmlformats.org/officeDocument/2006/relationships/notesMaster" Target="../notesMasters/notesMaster1.xml"/>
</Relationships>
</file>

<file path=ppt/notesSlides/_rels/notesSlide301.xml.rels><?xml version="1.0" encoding="UTF-8"?>
<Relationships xmlns="http://schemas.openxmlformats.org/package/2006/relationships"><Relationship Id="rId1" Type="http://schemas.openxmlformats.org/officeDocument/2006/relationships/slide" Target="../slides/slide301.xml"/><Relationship Id="rId2" Type="http://schemas.openxmlformats.org/officeDocument/2006/relationships/notesMaster" Target="../notesMasters/notesMaster1.xml"/>
</Relationships>
</file>

<file path=ppt/notesSlides/_rels/notesSlide302.xml.rels><?xml version="1.0" encoding="UTF-8"?>
<Relationships xmlns="http://schemas.openxmlformats.org/package/2006/relationships"><Relationship Id="rId1" Type="http://schemas.openxmlformats.org/officeDocument/2006/relationships/slide" Target="../slides/slide302.xml"/><Relationship Id="rId2" Type="http://schemas.openxmlformats.org/officeDocument/2006/relationships/notesMaster" Target="../notesMasters/notesMaster1.xml"/>
</Relationships>
</file>

<file path=ppt/notesSlides/_rels/notesSlide303.xml.rels><?xml version="1.0" encoding="UTF-8"?>
<Relationships xmlns="http://schemas.openxmlformats.org/package/2006/relationships"><Relationship Id="rId1" Type="http://schemas.openxmlformats.org/officeDocument/2006/relationships/slide" Target="../slides/slide303.xml"/><Relationship Id="rId2" Type="http://schemas.openxmlformats.org/officeDocument/2006/relationships/notesMaster" Target="../notesMasters/notesMaster1.xml"/>
</Relationships>
</file>

<file path=ppt/notesSlides/_rels/notesSlide304.xml.rels><?xml version="1.0" encoding="UTF-8"?>
<Relationships xmlns="http://schemas.openxmlformats.org/package/2006/relationships"><Relationship Id="rId1" Type="http://schemas.openxmlformats.org/officeDocument/2006/relationships/slide" Target="../slides/slide304.xml"/><Relationship Id="rId2" Type="http://schemas.openxmlformats.org/officeDocument/2006/relationships/notesMaster" Target="../notesMasters/notesMaster1.xml"/>
</Relationships>
</file>

<file path=ppt/notesSlides/_rels/notesSlide305.xml.rels><?xml version="1.0" encoding="UTF-8"?>
<Relationships xmlns="http://schemas.openxmlformats.org/package/2006/relationships"><Relationship Id="rId1" Type="http://schemas.openxmlformats.org/officeDocument/2006/relationships/slide" Target="../slides/slide305.xml"/><Relationship Id="rId2" Type="http://schemas.openxmlformats.org/officeDocument/2006/relationships/notesMaster" Target="../notesMasters/notesMaster1.xml"/>
</Relationships>
</file>

<file path=ppt/notesSlides/_rels/notesSlide306.xml.rels><?xml version="1.0" encoding="UTF-8"?>
<Relationships xmlns="http://schemas.openxmlformats.org/package/2006/relationships"><Relationship Id="rId1" Type="http://schemas.openxmlformats.org/officeDocument/2006/relationships/slide" Target="../slides/slide306.xml"/><Relationship Id="rId2" Type="http://schemas.openxmlformats.org/officeDocument/2006/relationships/notesMaster" Target="../notesMasters/notesMaster1.xml"/>
</Relationships>
</file>

<file path=ppt/notesSlides/_rels/notesSlide307.xml.rels><?xml version="1.0" encoding="UTF-8"?>
<Relationships xmlns="http://schemas.openxmlformats.org/package/2006/relationships"><Relationship Id="rId1" Type="http://schemas.openxmlformats.org/officeDocument/2006/relationships/slide" Target="../slides/slide307.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D98E67-D5A3-4D64-89D3-CA28EDC1154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4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50" name="PlaceHolder 1"/>
          <p:cNvSpPr>
            <a:spLocks noGrp="1"/>
          </p:cNvSpPr>
          <p:nvPr>
            <p:ph type="sldImg"/>
          </p:nvPr>
        </p:nvSpPr>
        <p:spPr>
          <a:xfrm>
            <a:off x="1081080" y="868320"/>
            <a:ext cx="7680240" cy="5761080"/>
          </a:xfrm>
          <a:prstGeom prst="rect">
            <a:avLst/>
          </a:prstGeom>
          <a:ln w="0">
            <a:noFill/>
          </a:ln>
        </p:spPr>
      </p:sp>
      <p:sp>
        <p:nvSpPr>
          <p:cNvPr id="935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5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6A307B9-39CE-46A1-91E0-9E0D5649164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5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54" name="PlaceHolder 1"/>
          <p:cNvSpPr>
            <a:spLocks noGrp="1"/>
          </p:cNvSpPr>
          <p:nvPr>
            <p:ph type="sldImg"/>
          </p:nvPr>
        </p:nvSpPr>
        <p:spPr>
          <a:xfrm>
            <a:off x="1081080" y="868320"/>
            <a:ext cx="7680240" cy="5761080"/>
          </a:xfrm>
          <a:prstGeom prst="rect">
            <a:avLst/>
          </a:prstGeom>
          <a:ln w="0">
            <a:noFill/>
          </a:ln>
        </p:spPr>
      </p:sp>
      <p:sp>
        <p:nvSpPr>
          <p:cNvPr id="935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5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472E0B-1954-4DF7-B194-A10712A8276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5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58" name="PlaceHolder 1"/>
          <p:cNvSpPr>
            <a:spLocks noGrp="1"/>
          </p:cNvSpPr>
          <p:nvPr>
            <p:ph type="sldImg"/>
          </p:nvPr>
        </p:nvSpPr>
        <p:spPr>
          <a:xfrm>
            <a:off x="1081080" y="868320"/>
            <a:ext cx="7680240" cy="5761080"/>
          </a:xfrm>
          <a:prstGeom prst="rect">
            <a:avLst/>
          </a:prstGeom>
          <a:ln w="0">
            <a:noFill/>
          </a:ln>
        </p:spPr>
      </p:sp>
      <p:sp>
        <p:nvSpPr>
          <p:cNvPr id="935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E6308B-7080-492D-ABC4-1BCF5F17F1A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6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62" name="PlaceHolder 1"/>
          <p:cNvSpPr>
            <a:spLocks noGrp="1"/>
          </p:cNvSpPr>
          <p:nvPr>
            <p:ph type="sldImg"/>
          </p:nvPr>
        </p:nvSpPr>
        <p:spPr>
          <a:xfrm>
            <a:off x="1081080" y="868320"/>
            <a:ext cx="7680240" cy="5761080"/>
          </a:xfrm>
          <a:prstGeom prst="rect">
            <a:avLst/>
          </a:prstGeom>
          <a:ln w="0">
            <a:noFill/>
          </a:ln>
        </p:spPr>
      </p:sp>
      <p:sp>
        <p:nvSpPr>
          <p:cNvPr id="936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B8BB4BD-2DE9-4A59-84DD-9312F2884E8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6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66" name="PlaceHolder 1"/>
          <p:cNvSpPr>
            <a:spLocks noGrp="1"/>
          </p:cNvSpPr>
          <p:nvPr>
            <p:ph type="sldImg"/>
          </p:nvPr>
        </p:nvSpPr>
        <p:spPr>
          <a:xfrm>
            <a:off x="1081080" y="868320"/>
            <a:ext cx="7680240" cy="5761080"/>
          </a:xfrm>
          <a:prstGeom prst="rect">
            <a:avLst/>
          </a:prstGeom>
          <a:ln w="0">
            <a:noFill/>
          </a:ln>
        </p:spPr>
      </p:sp>
      <p:sp>
        <p:nvSpPr>
          <p:cNvPr id="936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5C4B7F4-0ACA-4F03-8487-92B36DC6DA5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6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70" name="PlaceHolder 1"/>
          <p:cNvSpPr>
            <a:spLocks noGrp="1"/>
          </p:cNvSpPr>
          <p:nvPr>
            <p:ph type="sldImg"/>
          </p:nvPr>
        </p:nvSpPr>
        <p:spPr>
          <a:xfrm>
            <a:off x="1081080" y="868320"/>
            <a:ext cx="7680240" cy="5761080"/>
          </a:xfrm>
          <a:prstGeom prst="rect">
            <a:avLst/>
          </a:prstGeom>
          <a:ln w="0">
            <a:noFill/>
          </a:ln>
        </p:spPr>
      </p:sp>
      <p:sp>
        <p:nvSpPr>
          <p:cNvPr id="937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6C132B3-A165-4D46-980A-A9795B2EE79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7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74" name="PlaceHolder 1"/>
          <p:cNvSpPr>
            <a:spLocks noGrp="1"/>
          </p:cNvSpPr>
          <p:nvPr>
            <p:ph type="sldImg"/>
          </p:nvPr>
        </p:nvSpPr>
        <p:spPr>
          <a:xfrm>
            <a:off x="1081080" y="868320"/>
            <a:ext cx="7680240" cy="5761080"/>
          </a:xfrm>
          <a:prstGeom prst="rect">
            <a:avLst/>
          </a:prstGeom>
          <a:ln w="0">
            <a:noFill/>
          </a:ln>
        </p:spPr>
      </p:sp>
      <p:sp>
        <p:nvSpPr>
          <p:cNvPr id="937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967FD79-1E81-476D-AFBA-AE105558045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7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78" name="PlaceHolder 1"/>
          <p:cNvSpPr>
            <a:spLocks noGrp="1"/>
          </p:cNvSpPr>
          <p:nvPr>
            <p:ph type="sldImg"/>
          </p:nvPr>
        </p:nvSpPr>
        <p:spPr>
          <a:xfrm>
            <a:off x="1081080" y="868320"/>
            <a:ext cx="7680240" cy="5761080"/>
          </a:xfrm>
          <a:prstGeom prst="rect">
            <a:avLst/>
          </a:prstGeom>
          <a:ln w="0">
            <a:noFill/>
          </a:ln>
        </p:spPr>
      </p:sp>
      <p:sp>
        <p:nvSpPr>
          <p:cNvPr id="937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8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0200560-FFF8-4DB8-A44E-39E38008C48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8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82" name="PlaceHolder 1"/>
          <p:cNvSpPr>
            <a:spLocks noGrp="1"/>
          </p:cNvSpPr>
          <p:nvPr>
            <p:ph type="sldImg"/>
          </p:nvPr>
        </p:nvSpPr>
        <p:spPr>
          <a:xfrm>
            <a:off x="1081080" y="868320"/>
            <a:ext cx="7680240" cy="5761080"/>
          </a:xfrm>
          <a:prstGeom prst="rect">
            <a:avLst/>
          </a:prstGeom>
          <a:ln w="0">
            <a:noFill/>
          </a:ln>
        </p:spPr>
      </p:sp>
      <p:sp>
        <p:nvSpPr>
          <p:cNvPr id="938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8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AEA1C75-C36F-4551-8CCA-66D55FD3B87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8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86" name="PlaceHolder 1"/>
          <p:cNvSpPr>
            <a:spLocks noGrp="1"/>
          </p:cNvSpPr>
          <p:nvPr>
            <p:ph type="sldImg"/>
          </p:nvPr>
        </p:nvSpPr>
        <p:spPr>
          <a:xfrm>
            <a:off x="1081080" y="868320"/>
            <a:ext cx="7680240" cy="5761080"/>
          </a:xfrm>
          <a:prstGeom prst="rect">
            <a:avLst/>
          </a:prstGeom>
          <a:ln w="0">
            <a:noFill/>
          </a:ln>
        </p:spPr>
      </p:sp>
      <p:sp>
        <p:nvSpPr>
          <p:cNvPr id="938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8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889565-A12F-46D9-B35E-B8C3C57EB6B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8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90" name="PlaceHolder 1"/>
          <p:cNvSpPr>
            <a:spLocks noGrp="1"/>
          </p:cNvSpPr>
          <p:nvPr>
            <p:ph type="sldImg"/>
          </p:nvPr>
        </p:nvSpPr>
        <p:spPr>
          <a:xfrm>
            <a:off x="1081080" y="868320"/>
            <a:ext cx="7680240" cy="5761080"/>
          </a:xfrm>
          <a:prstGeom prst="rect">
            <a:avLst/>
          </a:prstGeom>
          <a:ln w="0">
            <a:noFill/>
          </a:ln>
        </p:spPr>
      </p:sp>
      <p:sp>
        <p:nvSpPr>
          <p:cNvPr id="939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3597A58-5AB1-4C13-AC76-6BEB45E7045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9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94" name="PlaceHolder 1"/>
          <p:cNvSpPr>
            <a:spLocks noGrp="1"/>
          </p:cNvSpPr>
          <p:nvPr>
            <p:ph type="sldImg"/>
          </p:nvPr>
        </p:nvSpPr>
        <p:spPr>
          <a:xfrm>
            <a:off x="1081080" y="868320"/>
            <a:ext cx="7680240" cy="5761080"/>
          </a:xfrm>
          <a:prstGeom prst="rect">
            <a:avLst/>
          </a:prstGeom>
          <a:ln w="0">
            <a:noFill/>
          </a:ln>
        </p:spPr>
      </p:sp>
      <p:sp>
        <p:nvSpPr>
          <p:cNvPr id="939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ECEC47C-710C-4F78-95D8-1E7AF2437559}"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39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398" name="PlaceHolder 1"/>
          <p:cNvSpPr>
            <a:spLocks noGrp="1"/>
          </p:cNvSpPr>
          <p:nvPr>
            <p:ph type="sldImg"/>
          </p:nvPr>
        </p:nvSpPr>
        <p:spPr>
          <a:xfrm>
            <a:off x="1081080" y="868320"/>
            <a:ext cx="7680240" cy="5761080"/>
          </a:xfrm>
          <a:prstGeom prst="rect">
            <a:avLst/>
          </a:prstGeom>
          <a:ln w="0">
            <a:noFill/>
          </a:ln>
        </p:spPr>
      </p:sp>
      <p:sp>
        <p:nvSpPr>
          <p:cNvPr id="939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BCBB514-94DC-4996-AD79-35E6F298CC44}"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0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02" name="PlaceHolder 1"/>
          <p:cNvSpPr>
            <a:spLocks noGrp="1"/>
          </p:cNvSpPr>
          <p:nvPr>
            <p:ph type="sldImg"/>
          </p:nvPr>
        </p:nvSpPr>
        <p:spPr>
          <a:xfrm>
            <a:off x="1081080" y="868320"/>
            <a:ext cx="7680240" cy="5761080"/>
          </a:xfrm>
          <a:prstGeom prst="rect">
            <a:avLst/>
          </a:prstGeom>
          <a:ln w="0">
            <a:noFill/>
          </a:ln>
        </p:spPr>
      </p:sp>
      <p:sp>
        <p:nvSpPr>
          <p:cNvPr id="940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1151062-32BA-4DFB-A639-B5A7CF4B2FB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0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06" name="PlaceHolder 1"/>
          <p:cNvSpPr>
            <a:spLocks noGrp="1"/>
          </p:cNvSpPr>
          <p:nvPr>
            <p:ph type="sldImg"/>
          </p:nvPr>
        </p:nvSpPr>
        <p:spPr>
          <a:xfrm>
            <a:off x="1081080" y="868320"/>
            <a:ext cx="7680240" cy="5761080"/>
          </a:xfrm>
          <a:prstGeom prst="rect">
            <a:avLst/>
          </a:prstGeom>
          <a:ln w="0">
            <a:noFill/>
          </a:ln>
        </p:spPr>
      </p:sp>
      <p:sp>
        <p:nvSpPr>
          <p:cNvPr id="940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848A81C-47CB-4920-A056-66839F3B35B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0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10" name="PlaceHolder 1"/>
          <p:cNvSpPr>
            <a:spLocks noGrp="1"/>
          </p:cNvSpPr>
          <p:nvPr>
            <p:ph type="sldImg"/>
          </p:nvPr>
        </p:nvSpPr>
        <p:spPr>
          <a:xfrm>
            <a:off x="1081080" y="868320"/>
            <a:ext cx="7680240" cy="5761080"/>
          </a:xfrm>
          <a:prstGeom prst="rect">
            <a:avLst/>
          </a:prstGeom>
          <a:ln w="0">
            <a:noFill/>
          </a:ln>
        </p:spPr>
      </p:sp>
      <p:sp>
        <p:nvSpPr>
          <p:cNvPr id="941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1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06E3604-17CF-4D1E-B86F-98B6607FFA9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1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14" name="PlaceHolder 1"/>
          <p:cNvSpPr>
            <a:spLocks noGrp="1"/>
          </p:cNvSpPr>
          <p:nvPr>
            <p:ph type="sldImg"/>
          </p:nvPr>
        </p:nvSpPr>
        <p:spPr>
          <a:xfrm>
            <a:off x="1081080" y="868320"/>
            <a:ext cx="7680240" cy="5761080"/>
          </a:xfrm>
          <a:prstGeom prst="rect">
            <a:avLst/>
          </a:prstGeom>
          <a:ln w="0">
            <a:noFill/>
          </a:ln>
        </p:spPr>
      </p:sp>
      <p:sp>
        <p:nvSpPr>
          <p:cNvPr id="941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1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02A17EB-593F-4EC9-83C7-A5B9FA41443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1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18" name="PlaceHolder 1"/>
          <p:cNvSpPr>
            <a:spLocks noGrp="1"/>
          </p:cNvSpPr>
          <p:nvPr>
            <p:ph type="sldImg"/>
          </p:nvPr>
        </p:nvSpPr>
        <p:spPr>
          <a:xfrm>
            <a:off x="1081080" y="868320"/>
            <a:ext cx="7680240" cy="5761080"/>
          </a:xfrm>
          <a:prstGeom prst="rect">
            <a:avLst/>
          </a:prstGeom>
          <a:ln w="0">
            <a:noFill/>
          </a:ln>
        </p:spPr>
      </p:sp>
      <p:sp>
        <p:nvSpPr>
          <p:cNvPr id="941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2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974F5F9-4E12-45D1-8875-CED3BF01689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2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22" name="PlaceHolder 1"/>
          <p:cNvSpPr>
            <a:spLocks noGrp="1"/>
          </p:cNvSpPr>
          <p:nvPr>
            <p:ph type="sldImg"/>
          </p:nvPr>
        </p:nvSpPr>
        <p:spPr>
          <a:xfrm>
            <a:off x="1081080" y="868320"/>
            <a:ext cx="7680240" cy="5761080"/>
          </a:xfrm>
          <a:prstGeom prst="rect">
            <a:avLst/>
          </a:prstGeom>
          <a:ln w="0">
            <a:noFill/>
          </a:ln>
        </p:spPr>
      </p:sp>
      <p:sp>
        <p:nvSpPr>
          <p:cNvPr id="942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2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8BCC2EE-3309-472A-A85E-1CF7B5487A2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2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26" name="PlaceHolder 1"/>
          <p:cNvSpPr>
            <a:spLocks noGrp="1"/>
          </p:cNvSpPr>
          <p:nvPr>
            <p:ph type="sldImg"/>
          </p:nvPr>
        </p:nvSpPr>
        <p:spPr>
          <a:xfrm>
            <a:off x="1081080" y="868320"/>
            <a:ext cx="7680240" cy="5761080"/>
          </a:xfrm>
          <a:prstGeom prst="rect">
            <a:avLst/>
          </a:prstGeom>
          <a:ln w="0">
            <a:noFill/>
          </a:ln>
        </p:spPr>
      </p:sp>
      <p:sp>
        <p:nvSpPr>
          <p:cNvPr id="942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2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9E940CD-92A0-4A31-9F91-04EE1FE8043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2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30" name="PlaceHolder 1"/>
          <p:cNvSpPr>
            <a:spLocks noGrp="1"/>
          </p:cNvSpPr>
          <p:nvPr>
            <p:ph type="sldImg"/>
          </p:nvPr>
        </p:nvSpPr>
        <p:spPr>
          <a:xfrm>
            <a:off x="1081080" y="868320"/>
            <a:ext cx="7680240" cy="5761080"/>
          </a:xfrm>
          <a:prstGeom prst="rect">
            <a:avLst/>
          </a:prstGeom>
          <a:ln w="0">
            <a:noFill/>
          </a:ln>
        </p:spPr>
      </p:sp>
      <p:sp>
        <p:nvSpPr>
          <p:cNvPr id="943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B2DD158-DD7E-4EB6-ACB6-1CA58D645AA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3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34" name="PlaceHolder 1"/>
          <p:cNvSpPr>
            <a:spLocks noGrp="1"/>
          </p:cNvSpPr>
          <p:nvPr>
            <p:ph type="sldImg"/>
          </p:nvPr>
        </p:nvSpPr>
        <p:spPr>
          <a:xfrm>
            <a:off x="1081080" y="868320"/>
            <a:ext cx="7680240" cy="5761080"/>
          </a:xfrm>
          <a:prstGeom prst="rect">
            <a:avLst/>
          </a:prstGeom>
          <a:ln w="0">
            <a:noFill/>
          </a:ln>
        </p:spPr>
      </p:sp>
      <p:sp>
        <p:nvSpPr>
          <p:cNvPr id="943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0A00F4-C4B0-454B-B269-9CE549F3168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3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38" name="PlaceHolder 1"/>
          <p:cNvSpPr>
            <a:spLocks noGrp="1"/>
          </p:cNvSpPr>
          <p:nvPr>
            <p:ph type="sldImg"/>
          </p:nvPr>
        </p:nvSpPr>
        <p:spPr>
          <a:xfrm>
            <a:off x="1081080" y="868320"/>
            <a:ext cx="7680240" cy="5761080"/>
          </a:xfrm>
          <a:prstGeom prst="rect">
            <a:avLst/>
          </a:prstGeom>
          <a:ln w="0">
            <a:noFill/>
          </a:ln>
        </p:spPr>
      </p:sp>
      <p:sp>
        <p:nvSpPr>
          <p:cNvPr id="943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8A87006-D97A-4481-8BFC-CB6ACE11CE0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4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42" name="PlaceHolder 1"/>
          <p:cNvSpPr>
            <a:spLocks noGrp="1"/>
          </p:cNvSpPr>
          <p:nvPr>
            <p:ph type="sldImg"/>
          </p:nvPr>
        </p:nvSpPr>
        <p:spPr>
          <a:xfrm>
            <a:off x="1081080" y="868320"/>
            <a:ext cx="7680240" cy="5761080"/>
          </a:xfrm>
          <a:prstGeom prst="rect">
            <a:avLst/>
          </a:prstGeom>
          <a:ln w="0">
            <a:noFill/>
          </a:ln>
        </p:spPr>
      </p:sp>
      <p:sp>
        <p:nvSpPr>
          <p:cNvPr id="944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9DFCECB-C0B8-4AD2-B198-9995A3C1A3A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4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46" name="PlaceHolder 1"/>
          <p:cNvSpPr>
            <a:spLocks noGrp="1"/>
          </p:cNvSpPr>
          <p:nvPr>
            <p:ph type="sldImg"/>
          </p:nvPr>
        </p:nvSpPr>
        <p:spPr>
          <a:xfrm>
            <a:off x="1081080" y="868320"/>
            <a:ext cx="7680240" cy="5761080"/>
          </a:xfrm>
          <a:prstGeom prst="rect">
            <a:avLst/>
          </a:prstGeom>
          <a:ln w="0">
            <a:noFill/>
          </a:ln>
        </p:spPr>
      </p:sp>
      <p:sp>
        <p:nvSpPr>
          <p:cNvPr id="944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4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9F0B535-510C-4EAD-99E5-7D902258B44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4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50" name="PlaceHolder 1"/>
          <p:cNvSpPr>
            <a:spLocks noGrp="1"/>
          </p:cNvSpPr>
          <p:nvPr>
            <p:ph type="sldImg"/>
          </p:nvPr>
        </p:nvSpPr>
        <p:spPr>
          <a:xfrm>
            <a:off x="1081080" y="868320"/>
            <a:ext cx="7680240" cy="5761080"/>
          </a:xfrm>
          <a:prstGeom prst="rect">
            <a:avLst/>
          </a:prstGeom>
          <a:ln w="0">
            <a:noFill/>
          </a:ln>
        </p:spPr>
      </p:sp>
      <p:sp>
        <p:nvSpPr>
          <p:cNvPr id="945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4F74B6-32EA-4251-A147-B02A6792C53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5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54" name="PlaceHolder 1"/>
          <p:cNvSpPr>
            <a:spLocks noGrp="1"/>
          </p:cNvSpPr>
          <p:nvPr>
            <p:ph type="sldImg"/>
          </p:nvPr>
        </p:nvSpPr>
        <p:spPr>
          <a:xfrm>
            <a:off x="1081080" y="868320"/>
            <a:ext cx="7680240" cy="5761080"/>
          </a:xfrm>
          <a:prstGeom prst="rect">
            <a:avLst/>
          </a:prstGeom>
          <a:ln w="0">
            <a:noFill/>
          </a:ln>
        </p:spPr>
      </p:sp>
      <p:sp>
        <p:nvSpPr>
          <p:cNvPr id="945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F640A7C-2416-4CB8-A709-156DAF35C94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5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58" name="PlaceHolder 1"/>
          <p:cNvSpPr>
            <a:spLocks noGrp="1"/>
          </p:cNvSpPr>
          <p:nvPr>
            <p:ph type="sldImg"/>
          </p:nvPr>
        </p:nvSpPr>
        <p:spPr>
          <a:xfrm>
            <a:off x="1081080" y="868320"/>
            <a:ext cx="7680240" cy="5761080"/>
          </a:xfrm>
          <a:prstGeom prst="rect">
            <a:avLst/>
          </a:prstGeom>
          <a:ln w="0">
            <a:noFill/>
          </a:ln>
        </p:spPr>
      </p:sp>
      <p:sp>
        <p:nvSpPr>
          <p:cNvPr id="945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920BA22-3731-4A67-9AED-9804CFF5BDE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6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62" name="PlaceHolder 1"/>
          <p:cNvSpPr>
            <a:spLocks noGrp="1"/>
          </p:cNvSpPr>
          <p:nvPr>
            <p:ph type="sldImg"/>
          </p:nvPr>
        </p:nvSpPr>
        <p:spPr>
          <a:xfrm>
            <a:off x="1081080" y="868320"/>
            <a:ext cx="7680240" cy="5761080"/>
          </a:xfrm>
          <a:prstGeom prst="rect">
            <a:avLst/>
          </a:prstGeom>
          <a:ln w="0">
            <a:noFill/>
          </a:ln>
        </p:spPr>
      </p:sp>
      <p:sp>
        <p:nvSpPr>
          <p:cNvPr id="946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580F5F-CE18-4F4B-B879-C9E81D0B1ED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6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66" name="PlaceHolder 1"/>
          <p:cNvSpPr>
            <a:spLocks noGrp="1"/>
          </p:cNvSpPr>
          <p:nvPr>
            <p:ph type="sldImg"/>
          </p:nvPr>
        </p:nvSpPr>
        <p:spPr>
          <a:xfrm>
            <a:off x="1081080" y="868320"/>
            <a:ext cx="7680240" cy="5761080"/>
          </a:xfrm>
          <a:prstGeom prst="rect">
            <a:avLst/>
          </a:prstGeom>
          <a:ln w="0">
            <a:noFill/>
          </a:ln>
        </p:spPr>
      </p:sp>
      <p:sp>
        <p:nvSpPr>
          <p:cNvPr id="946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D850B8D-DA7F-4899-9BAB-94D66E4152D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6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70" name="PlaceHolder 1"/>
          <p:cNvSpPr>
            <a:spLocks noGrp="1"/>
          </p:cNvSpPr>
          <p:nvPr>
            <p:ph type="sldImg"/>
          </p:nvPr>
        </p:nvSpPr>
        <p:spPr>
          <a:xfrm>
            <a:off x="1081080" y="868320"/>
            <a:ext cx="7680240" cy="5761080"/>
          </a:xfrm>
          <a:prstGeom prst="rect">
            <a:avLst/>
          </a:prstGeom>
          <a:ln w="0">
            <a:noFill/>
          </a:ln>
        </p:spPr>
      </p:sp>
      <p:sp>
        <p:nvSpPr>
          <p:cNvPr id="947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7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EE9135-F0CB-4463-878A-BF14F938853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7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74" name="PlaceHolder 1"/>
          <p:cNvSpPr>
            <a:spLocks noGrp="1"/>
          </p:cNvSpPr>
          <p:nvPr>
            <p:ph type="sldImg"/>
          </p:nvPr>
        </p:nvSpPr>
        <p:spPr>
          <a:xfrm>
            <a:off x="1081080" y="868320"/>
            <a:ext cx="7680240" cy="5761080"/>
          </a:xfrm>
          <a:prstGeom prst="rect">
            <a:avLst/>
          </a:prstGeom>
          <a:ln w="0">
            <a:noFill/>
          </a:ln>
        </p:spPr>
      </p:sp>
      <p:sp>
        <p:nvSpPr>
          <p:cNvPr id="947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7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539163C-F267-4516-A6E6-E0EA4E1EAFD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7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78" name="PlaceHolder 1"/>
          <p:cNvSpPr>
            <a:spLocks noGrp="1"/>
          </p:cNvSpPr>
          <p:nvPr>
            <p:ph type="sldImg"/>
          </p:nvPr>
        </p:nvSpPr>
        <p:spPr>
          <a:xfrm>
            <a:off x="1081080" y="868320"/>
            <a:ext cx="7680240" cy="5761080"/>
          </a:xfrm>
          <a:prstGeom prst="rect">
            <a:avLst/>
          </a:prstGeom>
          <a:ln w="0">
            <a:noFill/>
          </a:ln>
        </p:spPr>
      </p:sp>
      <p:sp>
        <p:nvSpPr>
          <p:cNvPr id="947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D96B5BC-370C-422C-99EC-1D0D386CD04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8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82" name="PlaceHolder 1"/>
          <p:cNvSpPr>
            <a:spLocks noGrp="1"/>
          </p:cNvSpPr>
          <p:nvPr>
            <p:ph type="sldImg"/>
          </p:nvPr>
        </p:nvSpPr>
        <p:spPr>
          <a:xfrm>
            <a:off x="1081080" y="868320"/>
            <a:ext cx="7680240" cy="5761080"/>
          </a:xfrm>
          <a:prstGeom prst="rect">
            <a:avLst/>
          </a:prstGeom>
          <a:ln w="0">
            <a:noFill/>
          </a:ln>
        </p:spPr>
      </p:sp>
      <p:sp>
        <p:nvSpPr>
          <p:cNvPr id="948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F953AF-1323-47FB-8755-C51620A2987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8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86" name="PlaceHolder 1"/>
          <p:cNvSpPr>
            <a:spLocks noGrp="1"/>
          </p:cNvSpPr>
          <p:nvPr>
            <p:ph type="sldImg"/>
          </p:nvPr>
        </p:nvSpPr>
        <p:spPr>
          <a:xfrm>
            <a:off x="1081080" y="868320"/>
            <a:ext cx="7680240" cy="5761080"/>
          </a:xfrm>
          <a:prstGeom prst="rect">
            <a:avLst/>
          </a:prstGeom>
          <a:ln w="0">
            <a:noFill/>
          </a:ln>
        </p:spPr>
      </p:sp>
      <p:sp>
        <p:nvSpPr>
          <p:cNvPr id="948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E50AA34-A4E0-4D5A-AC93-E25B85F6F48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8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90" name="PlaceHolder 1"/>
          <p:cNvSpPr>
            <a:spLocks noGrp="1"/>
          </p:cNvSpPr>
          <p:nvPr>
            <p:ph type="sldImg"/>
          </p:nvPr>
        </p:nvSpPr>
        <p:spPr>
          <a:xfrm>
            <a:off x="1081080" y="868320"/>
            <a:ext cx="7680240" cy="5761080"/>
          </a:xfrm>
          <a:prstGeom prst="rect">
            <a:avLst/>
          </a:prstGeom>
          <a:ln w="0">
            <a:noFill/>
          </a:ln>
        </p:spPr>
      </p:sp>
      <p:sp>
        <p:nvSpPr>
          <p:cNvPr id="949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EF251FF-FE69-41A8-930F-41D906473D8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9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94" name="PlaceHolder 1"/>
          <p:cNvSpPr>
            <a:spLocks noGrp="1"/>
          </p:cNvSpPr>
          <p:nvPr>
            <p:ph type="sldImg"/>
          </p:nvPr>
        </p:nvSpPr>
        <p:spPr>
          <a:xfrm>
            <a:off x="1081080" y="868320"/>
            <a:ext cx="7680240" cy="5761080"/>
          </a:xfrm>
          <a:prstGeom prst="rect">
            <a:avLst/>
          </a:prstGeom>
          <a:ln w="0">
            <a:noFill/>
          </a:ln>
        </p:spPr>
      </p:sp>
      <p:sp>
        <p:nvSpPr>
          <p:cNvPr id="949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8B6C20-52AC-4BC2-98E8-67DB741335C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49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498" name="PlaceHolder 1"/>
          <p:cNvSpPr>
            <a:spLocks noGrp="1"/>
          </p:cNvSpPr>
          <p:nvPr>
            <p:ph type="sldImg"/>
          </p:nvPr>
        </p:nvSpPr>
        <p:spPr>
          <a:xfrm>
            <a:off x="1081080" y="868320"/>
            <a:ext cx="7680240" cy="5761080"/>
          </a:xfrm>
          <a:prstGeom prst="rect">
            <a:avLst/>
          </a:prstGeom>
          <a:ln w="0">
            <a:noFill/>
          </a:ln>
        </p:spPr>
      </p:sp>
      <p:sp>
        <p:nvSpPr>
          <p:cNvPr id="949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1E525E0-B67C-4913-B844-C33DB5836D0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0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02" name="PlaceHolder 1"/>
          <p:cNvSpPr>
            <a:spLocks noGrp="1"/>
          </p:cNvSpPr>
          <p:nvPr>
            <p:ph type="sldImg"/>
          </p:nvPr>
        </p:nvSpPr>
        <p:spPr>
          <a:xfrm>
            <a:off x="1081080" y="868320"/>
            <a:ext cx="7680240" cy="5761080"/>
          </a:xfrm>
          <a:prstGeom prst="rect">
            <a:avLst/>
          </a:prstGeom>
          <a:ln w="0">
            <a:noFill/>
          </a:ln>
        </p:spPr>
      </p:sp>
      <p:sp>
        <p:nvSpPr>
          <p:cNvPr id="950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89E7E3D-9875-499F-A3CC-4CEE14176A9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0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06" name="PlaceHolder 1"/>
          <p:cNvSpPr>
            <a:spLocks noGrp="1"/>
          </p:cNvSpPr>
          <p:nvPr>
            <p:ph type="sldImg"/>
          </p:nvPr>
        </p:nvSpPr>
        <p:spPr>
          <a:xfrm>
            <a:off x="1081080" y="868320"/>
            <a:ext cx="7680240" cy="5761080"/>
          </a:xfrm>
          <a:prstGeom prst="rect">
            <a:avLst/>
          </a:prstGeom>
          <a:ln w="0">
            <a:noFill/>
          </a:ln>
        </p:spPr>
      </p:sp>
      <p:sp>
        <p:nvSpPr>
          <p:cNvPr id="950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0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FC14B01-D325-496D-BE7F-64DBDEBF4CE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0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10" name="PlaceHolder 1"/>
          <p:cNvSpPr>
            <a:spLocks noGrp="1"/>
          </p:cNvSpPr>
          <p:nvPr>
            <p:ph type="sldImg"/>
          </p:nvPr>
        </p:nvSpPr>
        <p:spPr>
          <a:xfrm>
            <a:off x="1081080" y="868320"/>
            <a:ext cx="7680240" cy="5761080"/>
          </a:xfrm>
          <a:prstGeom prst="rect">
            <a:avLst/>
          </a:prstGeom>
          <a:ln w="0">
            <a:noFill/>
          </a:ln>
        </p:spPr>
      </p:sp>
      <p:sp>
        <p:nvSpPr>
          <p:cNvPr id="951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1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2419F1D-4737-4BB5-84A7-C002DF22995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1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14" name="PlaceHolder 1"/>
          <p:cNvSpPr>
            <a:spLocks noGrp="1"/>
          </p:cNvSpPr>
          <p:nvPr>
            <p:ph type="sldImg"/>
          </p:nvPr>
        </p:nvSpPr>
        <p:spPr>
          <a:xfrm>
            <a:off x="1081080" y="868320"/>
            <a:ext cx="7680240" cy="5761080"/>
          </a:xfrm>
          <a:prstGeom prst="rect">
            <a:avLst/>
          </a:prstGeom>
          <a:ln w="0">
            <a:noFill/>
          </a:ln>
        </p:spPr>
      </p:sp>
      <p:sp>
        <p:nvSpPr>
          <p:cNvPr id="951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1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E948871-CA21-48E9-8778-78B36F3E609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1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18" name="PlaceHolder 1"/>
          <p:cNvSpPr>
            <a:spLocks noGrp="1"/>
          </p:cNvSpPr>
          <p:nvPr>
            <p:ph type="sldImg"/>
          </p:nvPr>
        </p:nvSpPr>
        <p:spPr>
          <a:xfrm>
            <a:off x="1081080" y="868320"/>
            <a:ext cx="7680240" cy="5761080"/>
          </a:xfrm>
          <a:prstGeom prst="rect">
            <a:avLst/>
          </a:prstGeom>
          <a:ln w="0">
            <a:noFill/>
          </a:ln>
        </p:spPr>
      </p:sp>
      <p:sp>
        <p:nvSpPr>
          <p:cNvPr id="951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759A7D-882A-4239-A895-E055673AA12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2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22" name="PlaceHolder 1"/>
          <p:cNvSpPr>
            <a:spLocks noGrp="1"/>
          </p:cNvSpPr>
          <p:nvPr>
            <p:ph type="sldImg"/>
          </p:nvPr>
        </p:nvSpPr>
        <p:spPr>
          <a:xfrm>
            <a:off x="1081080" y="868320"/>
            <a:ext cx="7680240" cy="5761080"/>
          </a:xfrm>
          <a:prstGeom prst="rect">
            <a:avLst/>
          </a:prstGeom>
          <a:ln w="0">
            <a:noFill/>
          </a:ln>
        </p:spPr>
      </p:sp>
      <p:sp>
        <p:nvSpPr>
          <p:cNvPr id="952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56F2C7A-4C46-4DCD-89BB-9F2C620D288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2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26" name="PlaceHolder 1"/>
          <p:cNvSpPr>
            <a:spLocks noGrp="1"/>
          </p:cNvSpPr>
          <p:nvPr>
            <p:ph type="sldImg"/>
          </p:nvPr>
        </p:nvSpPr>
        <p:spPr>
          <a:xfrm>
            <a:off x="1081080" y="868320"/>
            <a:ext cx="7680240" cy="5761080"/>
          </a:xfrm>
          <a:prstGeom prst="rect">
            <a:avLst/>
          </a:prstGeom>
          <a:ln w="0">
            <a:noFill/>
          </a:ln>
        </p:spPr>
      </p:sp>
      <p:sp>
        <p:nvSpPr>
          <p:cNvPr id="952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47FD7A0-68EF-4A99-BA22-3E15D494901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2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30" name="PlaceHolder 1"/>
          <p:cNvSpPr>
            <a:spLocks noGrp="1"/>
          </p:cNvSpPr>
          <p:nvPr>
            <p:ph type="sldImg"/>
          </p:nvPr>
        </p:nvSpPr>
        <p:spPr>
          <a:xfrm>
            <a:off x="1081080" y="868320"/>
            <a:ext cx="7680240" cy="5761080"/>
          </a:xfrm>
          <a:prstGeom prst="rect">
            <a:avLst/>
          </a:prstGeom>
          <a:ln w="0">
            <a:noFill/>
          </a:ln>
        </p:spPr>
      </p:sp>
      <p:sp>
        <p:nvSpPr>
          <p:cNvPr id="953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8095D1-19C2-47B7-94D0-9FEF7DBD772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3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34" name="PlaceHolder 1"/>
          <p:cNvSpPr>
            <a:spLocks noGrp="1"/>
          </p:cNvSpPr>
          <p:nvPr>
            <p:ph type="sldImg"/>
          </p:nvPr>
        </p:nvSpPr>
        <p:spPr>
          <a:xfrm>
            <a:off x="1081080" y="868320"/>
            <a:ext cx="7680240" cy="5761080"/>
          </a:xfrm>
          <a:prstGeom prst="rect">
            <a:avLst/>
          </a:prstGeom>
          <a:ln w="0">
            <a:noFill/>
          </a:ln>
        </p:spPr>
      </p:sp>
      <p:sp>
        <p:nvSpPr>
          <p:cNvPr id="953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3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A6E4069-AECB-4DFC-B6FB-615DA2301DC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3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38" name="PlaceHolder 1"/>
          <p:cNvSpPr>
            <a:spLocks noGrp="1"/>
          </p:cNvSpPr>
          <p:nvPr>
            <p:ph type="sldImg"/>
          </p:nvPr>
        </p:nvSpPr>
        <p:spPr>
          <a:xfrm>
            <a:off x="1081080" y="868320"/>
            <a:ext cx="7680240" cy="5761080"/>
          </a:xfrm>
          <a:prstGeom prst="rect">
            <a:avLst/>
          </a:prstGeom>
          <a:ln w="0">
            <a:noFill/>
          </a:ln>
        </p:spPr>
      </p:sp>
      <p:sp>
        <p:nvSpPr>
          <p:cNvPr id="953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5F92D4C-ECCB-4973-A1E8-DF4446A4545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4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42" name="PlaceHolder 1"/>
          <p:cNvSpPr>
            <a:spLocks noGrp="1"/>
          </p:cNvSpPr>
          <p:nvPr>
            <p:ph type="sldImg"/>
          </p:nvPr>
        </p:nvSpPr>
        <p:spPr>
          <a:xfrm>
            <a:off x="1081080" y="868320"/>
            <a:ext cx="7680240" cy="5761080"/>
          </a:xfrm>
          <a:prstGeom prst="rect">
            <a:avLst/>
          </a:prstGeom>
          <a:ln w="0">
            <a:noFill/>
          </a:ln>
        </p:spPr>
      </p:sp>
      <p:sp>
        <p:nvSpPr>
          <p:cNvPr id="954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A5A7B9C-2B8E-4EF0-BFF1-21B853CD236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4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46" name="PlaceHolder 1"/>
          <p:cNvSpPr>
            <a:spLocks noGrp="1"/>
          </p:cNvSpPr>
          <p:nvPr>
            <p:ph type="sldImg"/>
          </p:nvPr>
        </p:nvSpPr>
        <p:spPr>
          <a:xfrm>
            <a:off x="1081080" y="868320"/>
            <a:ext cx="7680240" cy="5761080"/>
          </a:xfrm>
          <a:prstGeom prst="rect">
            <a:avLst/>
          </a:prstGeom>
          <a:ln w="0">
            <a:noFill/>
          </a:ln>
        </p:spPr>
      </p:sp>
      <p:sp>
        <p:nvSpPr>
          <p:cNvPr id="954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8A9A3E8-9116-4967-A14C-A5F602C0B88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4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50" name="PlaceHolder 1"/>
          <p:cNvSpPr>
            <a:spLocks noGrp="1"/>
          </p:cNvSpPr>
          <p:nvPr>
            <p:ph type="sldImg"/>
          </p:nvPr>
        </p:nvSpPr>
        <p:spPr>
          <a:xfrm>
            <a:off x="1081080" y="868320"/>
            <a:ext cx="7680240" cy="5761080"/>
          </a:xfrm>
          <a:prstGeom prst="rect">
            <a:avLst/>
          </a:prstGeom>
          <a:ln w="0">
            <a:noFill/>
          </a:ln>
        </p:spPr>
      </p:sp>
      <p:sp>
        <p:nvSpPr>
          <p:cNvPr id="955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0F7FB6-C3D3-4698-B1DC-E265F7F908F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5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54" name="PlaceHolder 1"/>
          <p:cNvSpPr>
            <a:spLocks noGrp="1"/>
          </p:cNvSpPr>
          <p:nvPr>
            <p:ph type="sldImg"/>
          </p:nvPr>
        </p:nvSpPr>
        <p:spPr>
          <a:xfrm>
            <a:off x="1081080" y="868320"/>
            <a:ext cx="7680240" cy="5761080"/>
          </a:xfrm>
          <a:prstGeom prst="rect">
            <a:avLst/>
          </a:prstGeom>
          <a:ln w="0">
            <a:noFill/>
          </a:ln>
        </p:spPr>
      </p:sp>
      <p:sp>
        <p:nvSpPr>
          <p:cNvPr id="955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494478-C4B1-4040-86D5-76ECC9DC2F3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5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58" name="PlaceHolder 1"/>
          <p:cNvSpPr>
            <a:spLocks noGrp="1"/>
          </p:cNvSpPr>
          <p:nvPr>
            <p:ph type="sldImg"/>
          </p:nvPr>
        </p:nvSpPr>
        <p:spPr>
          <a:xfrm>
            <a:off x="1081080" y="868320"/>
            <a:ext cx="7680240" cy="5761080"/>
          </a:xfrm>
          <a:prstGeom prst="rect">
            <a:avLst/>
          </a:prstGeom>
          <a:ln w="0">
            <a:noFill/>
          </a:ln>
        </p:spPr>
      </p:sp>
      <p:sp>
        <p:nvSpPr>
          <p:cNvPr id="955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E535FE3-6A04-47B3-97DD-A618220A8F24}"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6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62" name="PlaceHolder 1"/>
          <p:cNvSpPr>
            <a:spLocks noGrp="1"/>
          </p:cNvSpPr>
          <p:nvPr>
            <p:ph type="sldImg"/>
          </p:nvPr>
        </p:nvSpPr>
        <p:spPr>
          <a:xfrm>
            <a:off x="1081080" y="868320"/>
            <a:ext cx="7680240" cy="5761080"/>
          </a:xfrm>
          <a:prstGeom prst="rect">
            <a:avLst/>
          </a:prstGeom>
          <a:ln w="0">
            <a:noFill/>
          </a:ln>
        </p:spPr>
      </p:sp>
      <p:sp>
        <p:nvSpPr>
          <p:cNvPr id="956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2F84B2-2451-4277-9996-8E52EF3A0D8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6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66" name="PlaceHolder 1"/>
          <p:cNvSpPr>
            <a:spLocks noGrp="1"/>
          </p:cNvSpPr>
          <p:nvPr>
            <p:ph type="sldImg"/>
          </p:nvPr>
        </p:nvSpPr>
        <p:spPr>
          <a:xfrm>
            <a:off x="1081080" y="868320"/>
            <a:ext cx="7680240" cy="5761080"/>
          </a:xfrm>
          <a:prstGeom prst="rect">
            <a:avLst/>
          </a:prstGeom>
          <a:ln w="0">
            <a:noFill/>
          </a:ln>
        </p:spPr>
      </p:sp>
      <p:sp>
        <p:nvSpPr>
          <p:cNvPr id="956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6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2F57637-ADCE-4871-A120-623E2EE0DD99}"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6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70" name="PlaceHolder 1"/>
          <p:cNvSpPr>
            <a:spLocks noGrp="1"/>
          </p:cNvSpPr>
          <p:nvPr>
            <p:ph type="sldImg"/>
          </p:nvPr>
        </p:nvSpPr>
        <p:spPr>
          <a:xfrm>
            <a:off x="1081080" y="868320"/>
            <a:ext cx="7680240" cy="5761080"/>
          </a:xfrm>
          <a:prstGeom prst="rect">
            <a:avLst/>
          </a:prstGeom>
          <a:ln w="0">
            <a:noFill/>
          </a:ln>
        </p:spPr>
      </p:sp>
      <p:sp>
        <p:nvSpPr>
          <p:cNvPr id="957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7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69017FB-9146-436F-BD4C-3FF14C7225C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7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74" name="PlaceHolder 1"/>
          <p:cNvSpPr>
            <a:spLocks noGrp="1"/>
          </p:cNvSpPr>
          <p:nvPr>
            <p:ph type="sldImg"/>
          </p:nvPr>
        </p:nvSpPr>
        <p:spPr>
          <a:xfrm>
            <a:off x="1081080" y="868320"/>
            <a:ext cx="7680240" cy="5761080"/>
          </a:xfrm>
          <a:prstGeom prst="rect">
            <a:avLst/>
          </a:prstGeom>
          <a:ln w="0">
            <a:noFill/>
          </a:ln>
        </p:spPr>
      </p:sp>
      <p:sp>
        <p:nvSpPr>
          <p:cNvPr id="957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7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1A94940-1E57-4CC5-841E-F099E07DDF2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7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78" name="PlaceHolder 1"/>
          <p:cNvSpPr>
            <a:spLocks noGrp="1"/>
          </p:cNvSpPr>
          <p:nvPr>
            <p:ph type="sldImg"/>
          </p:nvPr>
        </p:nvSpPr>
        <p:spPr>
          <a:xfrm>
            <a:off x="1081080" y="868320"/>
            <a:ext cx="7680240" cy="5761080"/>
          </a:xfrm>
          <a:prstGeom prst="rect">
            <a:avLst/>
          </a:prstGeom>
          <a:ln w="0">
            <a:noFill/>
          </a:ln>
        </p:spPr>
      </p:sp>
      <p:sp>
        <p:nvSpPr>
          <p:cNvPr id="957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A686859-FB28-4842-9F81-48AFA3E8FC99}"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8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82" name="PlaceHolder 1"/>
          <p:cNvSpPr>
            <a:spLocks noGrp="1"/>
          </p:cNvSpPr>
          <p:nvPr>
            <p:ph type="sldImg"/>
          </p:nvPr>
        </p:nvSpPr>
        <p:spPr>
          <a:xfrm>
            <a:off x="1081080" y="868320"/>
            <a:ext cx="7680240" cy="5761080"/>
          </a:xfrm>
          <a:prstGeom prst="rect">
            <a:avLst/>
          </a:prstGeom>
          <a:ln w="0">
            <a:noFill/>
          </a:ln>
        </p:spPr>
      </p:sp>
      <p:sp>
        <p:nvSpPr>
          <p:cNvPr id="958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C9A6ED8-274C-47A3-A294-E43F004BD57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8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86" name="PlaceHolder 1"/>
          <p:cNvSpPr>
            <a:spLocks noGrp="1"/>
          </p:cNvSpPr>
          <p:nvPr>
            <p:ph type="sldImg"/>
          </p:nvPr>
        </p:nvSpPr>
        <p:spPr>
          <a:xfrm>
            <a:off x="1081080" y="868320"/>
            <a:ext cx="7680240" cy="5761080"/>
          </a:xfrm>
          <a:prstGeom prst="rect">
            <a:avLst/>
          </a:prstGeom>
          <a:ln w="0">
            <a:noFill/>
          </a:ln>
        </p:spPr>
      </p:sp>
      <p:sp>
        <p:nvSpPr>
          <p:cNvPr id="958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3E13EF8-FAD3-48E8-AB39-D556742E286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8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90" name="PlaceHolder 1"/>
          <p:cNvSpPr>
            <a:spLocks noGrp="1"/>
          </p:cNvSpPr>
          <p:nvPr>
            <p:ph type="sldImg"/>
          </p:nvPr>
        </p:nvSpPr>
        <p:spPr>
          <a:xfrm>
            <a:off x="1081080" y="868320"/>
            <a:ext cx="7680240" cy="5761080"/>
          </a:xfrm>
          <a:prstGeom prst="rect">
            <a:avLst/>
          </a:prstGeom>
          <a:ln w="0">
            <a:noFill/>
          </a:ln>
        </p:spPr>
      </p:sp>
      <p:sp>
        <p:nvSpPr>
          <p:cNvPr id="959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9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D54D999-A9D8-43A3-83AD-48A788F9674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9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94" name="PlaceHolder 1"/>
          <p:cNvSpPr>
            <a:spLocks noGrp="1"/>
          </p:cNvSpPr>
          <p:nvPr>
            <p:ph type="sldImg"/>
          </p:nvPr>
        </p:nvSpPr>
        <p:spPr>
          <a:xfrm>
            <a:off x="1081080" y="868320"/>
            <a:ext cx="7680240" cy="5761080"/>
          </a:xfrm>
          <a:prstGeom prst="rect">
            <a:avLst/>
          </a:prstGeom>
          <a:ln w="0">
            <a:noFill/>
          </a:ln>
        </p:spPr>
      </p:sp>
      <p:sp>
        <p:nvSpPr>
          <p:cNvPr id="959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9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E00558B-F755-45DB-B662-046D4F0740C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59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598" name="PlaceHolder 1"/>
          <p:cNvSpPr>
            <a:spLocks noGrp="1"/>
          </p:cNvSpPr>
          <p:nvPr>
            <p:ph type="sldImg"/>
          </p:nvPr>
        </p:nvSpPr>
        <p:spPr>
          <a:xfrm>
            <a:off x="1081080" y="868320"/>
            <a:ext cx="7680240" cy="5761080"/>
          </a:xfrm>
          <a:prstGeom prst="rect">
            <a:avLst/>
          </a:prstGeom>
          <a:ln w="0">
            <a:noFill/>
          </a:ln>
        </p:spPr>
      </p:sp>
      <p:sp>
        <p:nvSpPr>
          <p:cNvPr id="959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E0CA27E-230B-451D-AAB6-C84FEF8BD96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0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02" name="PlaceHolder 1"/>
          <p:cNvSpPr>
            <a:spLocks noGrp="1"/>
          </p:cNvSpPr>
          <p:nvPr>
            <p:ph type="sldImg"/>
          </p:nvPr>
        </p:nvSpPr>
        <p:spPr>
          <a:xfrm>
            <a:off x="1081080" y="868320"/>
            <a:ext cx="7680240" cy="5761080"/>
          </a:xfrm>
          <a:prstGeom prst="rect">
            <a:avLst/>
          </a:prstGeom>
          <a:ln w="0">
            <a:noFill/>
          </a:ln>
        </p:spPr>
      </p:sp>
      <p:sp>
        <p:nvSpPr>
          <p:cNvPr id="960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C547043-1E87-403D-A663-856DFA38C64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0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06" name="PlaceHolder 1"/>
          <p:cNvSpPr>
            <a:spLocks noGrp="1"/>
          </p:cNvSpPr>
          <p:nvPr>
            <p:ph type="sldImg"/>
          </p:nvPr>
        </p:nvSpPr>
        <p:spPr>
          <a:xfrm>
            <a:off x="1081080" y="868320"/>
            <a:ext cx="7680240" cy="5761080"/>
          </a:xfrm>
          <a:prstGeom prst="rect">
            <a:avLst/>
          </a:prstGeom>
          <a:ln w="0">
            <a:noFill/>
          </a:ln>
        </p:spPr>
      </p:sp>
      <p:sp>
        <p:nvSpPr>
          <p:cNvPr id="960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61341ED-D010-4609-A2FB-B53E600CE15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0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10" name="PlaceHolder 1"/>
          <p:cNvSpPr>
            <a:spLocks noGrp="1"/>
          </p:cNvSpPr>
          <p:nvPr>
            <p:ph type="sldImg"/>
          </p:nvPr>
        </p:nvSpPr>
        <p:spPr>
          <a:xfrm>
            <a:off x="1081080" y="868320"/>
            <a:ext cx="7680240" cy="5761080"/>
          </a:xfrm>
          <a:prstGeom prst="rect">
            <a:avLst/>
          </a:prstGeom>
          <a:ln w="0">
            <a:noFill/>
          </a:ln>
        </p:spPr>
      </p:sp>
      <p:sp>
        <p:nvSpPr>
          <p:cNvPr id="961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1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C82ADBD-FEFA-4F47-875C-17320A14B29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1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14" name="PlaceHolder 1"/>
          <p:cNvSpPr>
            <a:spLocks noGrp="1"/>
          </p:cNvSpPr>
          <p:nvPr>
            <p:ph type="sldImg"/>
          </p:nvPr>
        </p:nvSpPr>
        <p:spPr>
          <a:xfrm>
            <a:off x="1081080" y="868320"/>
            <a:ext cx="7680240" cy="5761080"/>
          </a:xfrm>
          <a:prstGeom prst="rect">
            <a:avLst/>
          </a:prstGeom>
          <a:ln w="0">
            <a:noFill/>
          </a:ln>
        </p:spPr>
      </p:sp>
      <p:sp>
        <p:nvSpPr>
          <p:cNvPr id="961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1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8E5F852-AF1C-4711-99E6-74CD55E33C89}"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1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18" name="PlaceHolder 1"/>
          <p:cNvSpPr>
            <a:spLocks noGrp="1"/>
          </p:cNvSpPr>
          <p:nvPr>
            <p:ph type="sldImg"/>
          </p:nvPr>
        </p:nvSpPr>
        <p:spPr>
          <a:xfrm>
            <a:off x="1081080" y="868320"/>
            <a:ext cx="7680240" cy="5761080"/>
          </a:xfrm>
          <a:prstGeom prst="rect">
            <a:avLst/>
          </a:prstGeom>
          <a:ln w="0">
            <a:noFill/>
          </a:ln>
        </p:spPr>
      </p:sp>
      <p:sp>
        <p:nvSpPr>
          <p:cNvPr id="961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329AAA9-7ABB-4609-86DC-B096103AC59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2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22" name="PlaceHolder 1"/>
          <p:cNvSpPr>
            <a:spLocks noGrp="1"/>
          </p:cNvSpPr>
          <p:nvPr>
            <p:ph type="sldImg"/>
          </p:nvPr>
        </p:nvSpPr>
        <p:spPr>
          <a:xfrm>
            <a:off x="1081080" y="868320"/>
            <a:ext cx="7680240" cy="5761080"/>
          </a:xfrm>
          <a:prstGeom prst="rect">
            <a:avLst/>
          </a:prstGeom>
          <a:ln w="0">
            <a:noFill/>
          </a:ln>
        </p:spPr>
      </p:sp>
      <p:sp>
        <p:nvSpPr>
          <p:cNvPr id="962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36A4A8-6369-4374-AD65-CC21479D081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2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26" name="PlaceHolder 1"/>
          <p:cNvSpPr>
            <a:spLocks noGrp="1"/>
          </p:cNvSpPr>
          <p:nvPr>
            <p:ph type="sldImg"/>
          </p:nvPr>
        </p:nvSpPr>
        <p:spPr>
          <a:xfrm>
            <a:off x="1081080" y="868320"/>
            <a:ext cx="7680240" cy="5761080"/>
          </a:xfrm>
          <a:prstGeom prst="rect">
            <a:avLst/>
          </a:prstGeom>
          <a:ln w="0">
            <a:noFill/>
          </a:ln>
        </p:spPr>
      </p:sp>
      <p:sp>
        <p:nvSpPr>
          <p:cNvPr id="962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2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AAEE8E-1622-44BD-8D2B-4421CDA79CF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2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30" name="PlaceHolder 1"/>
          <p:cNvSpPr>
            <a:spLocks noGrp="1"/>
          </p:cNvSpPr>
          <p:nvPr>
            <p:ph type="sldImg"/>
          </p:nvPr>
        </p:nvSpPr>
        <p:spPr>
          <a:xfrm>
            <a:off x="1081080" y="868320"/>
            <a:ext cx="7680240" cy="5761080"/>
          </a:xfrm>
          <a:prstGeom prst="rect">
            <a:avLst/>
          </a:prstGeom>
          <a:ln w="0">
            <a:noFill/>
          </a:ln>
        </p:spPr>
      </p:sp>
      <p:sp>
        <p:nvSpPr>
          <p:cNvPr id="963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3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59F74C6-7352-4C27-80A0-104A2C9BB04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3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34" name="PlaceHolder 1"/>
          <p:cNvSpPr>
            <a:spLocks noGrp="1"/>
          </p:cNvSpPr>
          <p:nvPr>
            <p:ph type="sldImg"/>
          </p:nvPr>
        </p:nvSpPr>
        <p:spPr>
          <a:xfrm>
            <a:off x="1081080" y="868320"/>
            <a:ext cx="7680240" cy="5761080"/>
          </a:xfrm>
          <a:prstGeom prst="rect">
            <a:avLst/>
          </a:prstGeom>
          <a:ln w="0">
            <a:noFill/>
          </a:ln>
        </p:spPr>
      </p:sp>
      <p:sp>
        <p:nvSpPr>
          <p:cNvPr id="963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3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6D68031-5C83-4DCA-8EBE-24408E7D345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3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38" name="PlaceHolder 1"/>
          <p:cNvSpPr>
            <a:spLocks noGrp="1"/>
          </p:cNvSpPr>
          <p:nvPr>
            <p:ph type="sldImg"/>
          </p:nvPr>
        </p:nvSpPr>
        <p:spPr>
          <a:xfrm>
            <a:off x="1081080" y="868320"/>
            <a:ext cx="7680240" cy="5761080"/>
          </a:xfrm>
          <a:prstGeom prst="rect">
            <a:avLst/>
          </a:prstGeom>
          <a:ln w="0">
            <a:noFill/>
          </a:ln>
        </p:spPr>
      </p:sp>
      <p:sp>
        <p:nvSpPr>
          <p:cNvPr id="963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ECEE2EB-47FE-4397-B86E-9108B086ECF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4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42" name="PlaceHolder 1"/>
          <p:cNvSpPr>
            <a:spLocks noGrp="1"/>
          </p:cNvSpPr>
          <p:nvPr>
            <p:ph type="sldImg"/>
          </p:nvPr>
        </p:nvSpPr>
        <p:spPr>
          <a:xfrm>
            <a:off x="1081080" y="868320"/>
            <a:ext cx="7680240" cy="5761080"/>
          </a:xfrm>
          <a:prstGeom prst="rect">
            <a:avLst/>
          </a:prstGeom>
          <a:ln w="0">
            <a:noFill/>
          </a:ln>
        </p:spPr>
      </p:sp>
      <p:sp>
        <p:nvSpPr>
          <p:cNvPr id="964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D59424B-9A14-4032-ACCF-D633B265160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4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46" name="PlaceHolder 1"/>
          <p:cNvSpPr>
            <a:spLocks noGrp="1"/>
          </p:cNvSpPr>
          <p:nvPr>
            <p:ph type="sldImg"/>
          </p:nvPr>
        </p:nvSpPr>
        <p:spPr>
          <a:xfrm>
            <a:off x="1081080" y="868320"/>
            <a:ext cx="7680240" cy="5761080"/>
          </a:xfrm>
          <a:prstGeom prst="rect">
            <a:avLst/>
          </a:prstGeom>
          <a:ln w="0">
            <a:noFill/>
          </a:ln>
        </p:spPr>
      </p:sp>
      <p:sp>
        <p:nvSpPr>
          <p:cNvPr id="964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5FB5DCB-54BF-4DAF-84B9-61BE3028FA7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4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50" name="PlaceHolder 1"/>
          <p:cNvSpPr>
            <a:spLocks noGrp="1"/>
          </p:cNvSpPr>
          <p:nvPr>
            <p:ph type="sldImg"/>
          </p:nvPr>
        </p:nvSpPr>
        <p:spPr>
          <a:xfrm>
            <a:off x="1081080" y="868320"/>
            <a:ext cx="7680240" cy="5761080"/>
          </a:xfrm>
          <a:prstGeom prst="rect">
            <a:avLst/>
          </a:prstGeom>
          <a:ln w="0">
            <a:noFill/>
          </a:ln>
        </p:spPr>
      </p:sp>
      <p:sp>
        <p:nvSpPr>
          <p:cNvPr id="965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5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C67558-F02C-4D99-941A-D72CD32FB3C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5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54" name="PlaceHolder 1"/>
          <p:cNvSpPr>
            <a:spLocks noGrp="1"/>
          </p:cNvSpPr>
          <p:nvPr>
            <p:ph type="sldImg"/>
          </p:nvPr>
        </p:nvSpPr>
        <p:spPr>
          <a:xfrm>
            <a:off x="1081080" y="868320"/>
            <a:ext cx="7680240" cy="5761080"/>
          </a:xfrm>
          <a:prstGeom prst="rect">
            <a:avLst/>
          </a:prstGeom>
          <a:ln w="0">
            <a:noFill/>
          </a:ln>
        </p:spPr>
      </p:sp>
      <p:sp>
        <p:nvSpPr>
          <p:cNvPr id="965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5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6060BE5-6AE0-44E6-9AA1-DC324EA5793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5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58" name="PlaceHolder 1"/>
          <p:cNvSpPr>
            <a:spLocks noGrp="1"/>
          </p:cNvSpPr>
          <p:nvPr>
            <p:ph type="sldImg"/>
          </p:nvPr>
        </p:nvSpPr>
        <p:spPr>
          <a:xfrm>
            <a:off x="1081080" y="868320"/>
            <a:ext cx="7680240" cy="5761080"/>
          </a:xfrm>
          <a:prstGeom prst="rect">
            <a:avLst/>
          </a:prstGeom>
          <a:ln w="0">
            <a:noFill/>
          </a:ln>
        </p:spPr>
      </p:sp>
      <p:sp>
        <p:nvSpPr>
          <p:cNvPr id="965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6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81E2BA6-4610-4746-8AEF-712CC9E272A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6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62" name="PlaceHolder 1"/>
          <p:cNvSpPr>
            <a:spLocks noGrp="1"/>
          </p:cNvSpPr>
          <p:nvPr>
            <p:ph type="sldImg"/>
          </p:nvPr>
        </p:nvSpPr>
        <p:spPr>
          <a:xfrm>
            <a:off x="1081080" y="868320"/>
            <a:ext cx="7680240" cy="5761080"/>
          </a:xfrm>
          <a:prstGeom prst="rect">
            <a:avLst/>
          </a:prstGeom>
          <a:ln w="0">
            <a:noFill/>
          </a:ln>
        </p:spPr>
      </p:sp>
      <p:sp>
        <p:nvSpPr>
          <p:cNvPr id="966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6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447C4F3-111D-4FC5-88F8-B8306AD8538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6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66" name="PlaceHolder 1"/>
          <p:cNvSpPr>
            <a:spLocks noGrp="1"/>
          </p:cNvSpPr>
          <p:nvPr>
            <p:ph type="sldImg"/>
          </p:nvPr>
        </p:nvSpPr>
        <p:spPr>
          <a:xfrm>
            <a:off x="1081080" y="868320"/>
            <a:ext cx="7680240" cy="5761080"/>
          </a:xfrm>
          <a:prstGeom prst="rect">
            <a:avLst/>
          </a:prstGeom>
          <a:ln w="0">
            <a:noFill/>
          </a:ln>
        </p:spPr>
      </p:sp>
      <p:sp>
        <p:nvSpPr>
          <p:cNvPr id="966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6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5BDCB7E-9510-4AD1-9C72-BAB2930A114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6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70" name="PlaceHolder 1"/>
          <p:cNvSpPr>
            <a:spLocks noGrp="1"/>
          </p:cNvSpPr>
          <p:nvPr>
            <p:ph type="sldImg"/>
          </p:nvPr>
        </p:nvSpPr>
        <p:spPr>
          <a:xfrm>
            <a:off x="1081080" y="868320"/>
            <a:ext cx="7680240" cy="5761080"/>
          </a:xfrm>
          <a:prstGeom prst="rect">
            <a:avLst/>
          </a:prstGeom>
          <a:ln w="0">
            <a:noFill/>
          </a:ln>
        </p:spPr>
      </p:sp>
      <p:sp>
        <p:nvSpPr>
          <p:cNvPr id="967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DE1C5F9-977B-4CFB-A8AF-1BA26E21E76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7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74" name="PlaceHolder 1"/>
          <p:cNvSpPr>
            <a:spLocks noGrp="1"/>
          </p:cNvSpPr>
          <p:nvPr>
            <p:ph type="sldImg"/>
          </p:nvPr>
        </p:nvSpPr>
        <p:spPr>
          <a:xfrm>
            <a:off x="1081080" y="868320"/>
            <a:ext cx="7680240" cy="5761080"/>
          </a:xfrm>
          <a:prstGeom prst="rect">
            <a:avLst/>
          </a:prstGeom>
          <a:ln w="0">
            <a:noFill/>
          </a:ln>
        </p:spPr>
      </p:sp>
      <p:sp>
        <p:nvSpPr>
          <p:cNvPr id="967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7A45E6E-0209-484D-9316-3A265DBDC09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7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78" name="PlaceHolder 1"/>
          <p:cNvSpPr>
            <a:spLocks noGrp="1"/>
          </p:cNvSpPr>
          <p:nvPr>
            <p:ph type="sldImg"/>
          </p:nvPr>
        </p:nvSpPr>
        <p:spPr>
          <a:xfrm>
            <a:off x="1081080" y="868320"/>
            <a:ext cx="7680240" cy="5761080"/>
          </a:xfrm>
          <a:prstGeom prst="rect">
            <a:avLst/>
          </a:prstGeom>
          <a:ln w="0">
            <a:noFill/>
          </a:ln>
        </p:spPr>
      </p:sp>
      <p:sp>
        <p:nvSpPr>
          <p:cNvPr id="967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D38356-B4DB-4529-9B10-1B0C5683E9D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8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82" name="PlaceHolder 1"/>
          <p:cNvSpPr>
            <a:spLocks noGrp="1"/>
          </p:cNvSpPr>
          <p:nvPr>
            <p:ph type="sldImg"/>
          </p:nvPr>
        </p:nvSpPr>
        <p:spPr>
          <a:xfrm>
            <a:off x="1081080" y="868320"/>
            <a:ext cx="7680240" cy="5761080"/>
          </a:xfrm>
          <a:prstGeom prst="rect">
            <a:avLst/>
          </a:prstGeom>
          <a:ln w="0">
            <a:noFill/>
          </a:ln>
        </p:spPr>
      </p:sp>
      <p:sp>
        <p:nvSpPr>
          <p:cNvPr id="968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2FA3FC1-34CA-4835-AF6C-A303231D27B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8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86" name="PlaceHolder 1"/>
          <p:cNvSpPr>
            <a:spLocks noGrp="1"/>
          </p:cNvSpPr>
          <p:nvPr>
            <p:ph type="sldImg"/>
          </p:nvPr>
        </p:nvSpPr>
        <p:spPr>
          <a:xfrm>
            <a:off x="1081080" y="868320"/>
            <a:ext cx="7680240" cy="5761080"/>
          </a:xfrm>
          <a:prstGeom prst="rect">
            <a:avLst/>
          </a:prstGeom>
          <a:ln w="0">
            <a:noFill/>
          </a:ln>
        </p:spPr>
      </p:sp>
      <p:sp>
        <p:nvSpPr>
          <p:cNvPr id="968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8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E549493-8EC0-4DB5-ACFC-5E2FB951447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8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90" name="PlaceHolder 1"/>
          <p:cNvSpPr>
            <a:spLocks noGrp="1"/>
          </p:cNvSpPr>
          <p:nvPr>
            <p:ph type="sldImg"/>
          </p:nvPr>
        </p:nvSpPr>
        <p:spPr>
          <a:xfrm>
            <a:off x="1081080" y="868320"/>
            <a:ext cx="7680240" cy="5761080"/>
          </a:xfrm>
          <a:prstGeom prst="rect">
            <a:avLst/>
          </a:prstGeom>
          <a:ln w="0">
            <a:noFill/>
          </a:ln>
        </p:spPr>
      </p:sp>
      <p:sp>
        <p:nvSpPr>
          <p:cNvPr id="969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9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FE9408C-621B-4894-AB13-769639ACA48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9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94" name="PlaceHolder 1"/>
          <p:cNvSpPr>
            <a:spLocks noGrp="1"/>
          </p:cNvSpPr>
          <p:nvPr>
            <p:ph type="sldImg"/>
          </p:nvPr>
        </p:nvSpPr>
        <p:spPr>
          <a:xfrm>
            <a:off x="1081080" y="868320"/>
            <a:ext cx="7680240" cy="5761080"/>
          </a:xfrm>
          <a:prstGeom prst="rect">
            <a:avLst/>
          </a:prstGeom>
          <a:ln w="0">
            <a:noFill/>
          </a:ln>
        </p:spPr>
      </p:sp>
      <p:sp>
        <p:nvSpPr>
          <p:cNvPr id="969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9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F11AB15-2447-4DDA-9735-DC8F993388C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69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698" name="PlaceHolder 1"/>
          <p:cNvSpPr>
            <a:spLocks noGrp="1"/>
          </p:cNvSpPr>
          <p:nvPr>
            <p:ph type="sldImg"/>
          </p:nvPr>
        </p:nvSpPr>
        <p:spPr>
          <a:xfrm>
            <a:off x="1081080" y="868320"/>
            <a:ext cx="7680240" cy="5761080"/>
          </a:xfrm>
          <a:prstGeom prst="rect">
            <a:avLst/>
          </a:prstGeom>
          <a:ln w="0">
            <a:noFill/>
          </a:ln>
        </p:spPr>
      </p:sp>
      <p:sp>
        <p:nvSpPr>
          <p:cNvPr id="969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0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E566520-2B93-427F-917C-DA21A816B79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0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02" name="PlaceHolder 1"/>
          <p:cNvSpPr>
            <a:spLocks noGrp="1"/>
          </p:cNvSpPr>
          <p:nvPr>
            <p:ph type="sldImg"/>
          </p:nvPr>
        </p:nvSpPr>
        <p:spPr>
          <a:xfrm>
            <a:off x="1081080" y="868320"/>
            <a:ext cx="7680240" cy="5761080"/>
          </a:xfrm>
          <a:prstGeom prst="rect">
            <a:avLst/>
          </a:prstGeom>
          <a:ln w="0">
            <a:noFill/>
          </a:ln>
        </p:spPr>
      </p:sp>
      <p:sp>
        <p:nvSpPr>
          <p:cNvPr id="970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0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6CAB056-F2C0-4F0D-9082-7851F84D4D1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0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06" name="PlaceHolder 1"/>
          <p:cNvSpPr>
            <a:spLocks noGrp="1"/>
          </p:cNvSpPr>
          <p:nvPr>
            <p:ph type="sldImg"/>
          </p:nvPr>
        </p:nvSpPr>
        <p:spPr>
          <a:xfrm>
            <a:off x="1081080" y="868320"/>
            <a:ext cx="7680240" cy="5761080"/>
          </a:xfrm>
          <a:prstGeom prst="rect">
            <a:avLst/>
          </a:prstGeom>
          <a:ln w="0">
            <a:noFill/>
          </a:ln>
        </p:spPr>
      </p:sp>
      <p:sp>
        <p:nvSpPr>
          <p:cNvPr id="970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0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E109BD1-4019-47C6-8BA4-4CB5A9F6102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0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10" name="PlaceHolder 1"/>
          <p:cNvSpPr>
            <a:spLocks noGrp="1"/>
          </p:cNvSpPr>
          <p:nvPr>
            <p:ph type="sldImg"/>
          </p:nvPr>
        </p:nvSpPr>
        <p:spPr>
          <a:xfrm>
            <a:off x="1081080" y="868320"/>
            <a:ext cx="7680240" cy="5761080"/>
          </a:xfrm>
          <a:prstGeom prst="rect">
            <a:avLst/>
          </a:prstGeom>
          <a:ln w="0">
            <a:noFill/>
          </a:ln>
        </p:spPr>
      </p:sp>
      <p:sp>
        <p:nvSpPr>
          <p:cNvPr id="971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1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06F206B-326C-4BF3-A04C-553D12BB38F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1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14" name="PlaceHolder 1"/>
          <p:cNvSpPr>
            <a:spLocks noGrp="1"/>
          </p:cNvSpPr>
          <p:nvPr>
            <p:ph type="sldImg"/>
          </p:nvPr>
        </p:nvSpPr>
        <p:spPr>
          <a:xfrm>
            <a:off x="1081080" y="868320"/>
            <a:ext cx="7680240" cy="5761080"/>
          </a:xfrm>
          <a:prstGeom prst="rect">
            <a:avLst/>
          </a:prstGeom>
          <a:ln w="0">
            <a:noFill/>
          </a:ln>
        </p:spPr>
      </p:sp>
      <p:sp>
        <p:nvSpPr>
          <p:cNvPr id="971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1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2528A42-73DA-4590-86A9-6FE95E3C443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1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18" name="PlaceHolder 1"/>
          <p:cNvSpPr>
            <a:spLocks noGrp="1"/>
          </p:cNvSpPr>
          <p:nvPr>
            <p:ph type="sldImg"/>
          </p:nvPr>
        </p:nvSpPr>
        <p:spPr>
          <a:xfrm>
            <a:off x="1081080" y="868320"/>
            <a:ext cx="7680240" cy="5761080"/>
          </a:xfrm>
          <a:prstGeom prst="rect">
            <a:avLst/>
          </a:prstGeom>
          <a:ln w="0">
            <a:noFill/>
          </a:ln>
        </p:spPr>
      </p:sp>
      <p:sp>
        <p:nvSpPr>
          <p:cNvPr id="971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2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D240EF1-ACBB-4D13-B269-4EFB411C60C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2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22" name="PlaceHolder 1"/>
          <p:cNvSpPr>
            <a:spLocks noGrp="1"/>
          </p:cNvSpPr>
          <p:nvPr>
            <p:ph type="sldImg"/>
          </p:nvPr>
        </p:nvSpPr>
        <p:spPr>
          <a:xfrm>
            <a:off x="1081080" y="868320"/>
            <a:ext cx="7680240" cy="5761080"/>
          </a:xfrm>
          <a:prstGeom prst="rect">
            <a:avLst/>
          </a:prstGeom>
          <a:ln w="0">
            <a:noFill/>
          </a:ln>
        </p:spPr>
      </p:sp>
      <p:sp>
        <p:nvSpPr>
          <p:cNvPr id="972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2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738BCF9-3651-47B3-B142-58B2E725130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2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26" name="PlaceHolder 1"/>
          <p:cNvSpPr>
            <a:spLocks noGrp="1"/>
          </p:cNvSpPr>
          <p:nvPr>
            <p:ph type="sldImg"/>
          </p:nvPr>
        </p:nvSpPr>
        <p:spPr>
          <a:xfrm>
            <a:off x="1081080" y="868320"/>
            <a:ext cx="7680240" cy="5761080"/>
          </a:xfrm>
          <a:prstGeom prst="rect">
            <a:avLst/>
          </a:prstGeom>
          <a:ln w="0">
            <a:noFill/>
          </a:ln>
        </p:spPr>
      </p:sp>
      <p:sp>
        <p:nvSpPr>
          <p:cNvPr id="972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2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25E7DE9-3DDC-484A-858D-EBDBE92A2E1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2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30" name="PlaceHolder 1"/>
          <p:cNvSpPr>
            <a:spLocks noGrp="1"/>
          </p:cNvSpPr>
          <p:nvPr>
            <p:ph type="sldImg"/>
          </p:nvPr>
        </p:nvSpPr>
        <p:spPr>
          <a:xfrm>
            <a:off x="1081080" y="868320"/>
            <a:ext cx="7680240" cy="5761080"/>
          </a:xfrm>
          <a:prstGeom prst="rect">
            <a:avLst/>
          </a:prstGeom>
          <a:ln w="0">
            <a:noFill/>
          </a:ln>
        </p:spPr>
      </p:sp>
      <p:sp>
        <p:nvSpPr>
          <p:cNvPr id="973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3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0A3C929-1A8E-4A7B-9289-287E9DEE070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3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34" name="PlaceHolder 1"/>
          <p:cNvSpPr>
            <a:spLocks noGrp="1"/>
          </p:cNvSpPr>
          <p:nvPr>
            <p:ph type="sldImg"/>
          </p:nvPr>
        </p:nvSpPr>
        <p:spPr>
          <a:xfrm>
            <a:off x="1081080" y="868320"/>
            <a:ext cx="7680240" cy="5761080"/>
          </a:xfrm>
          <a:prstGeom prst="rect">
            <a:avLst/>
          </a:prstGeom>
          <a:ln w="0">
            <a:noFill/>
          </a:ln>
        </p:spPr>
      </p:sp>
      <p:sp>
        <p:nvSpPr>
          <p:cNvPr id="973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3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A9658B-8D1E-4315-8B63-96DF24BC6DF4}"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3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38" name="PlaceHolder 1"/>
          <p:cNvSpPr>
            <a:spLocks noGrp="1"/>
          </p:cNvSpPr>
          <p:nvPr>
            <p:ph type="sldImg"/>
          </p:nvPr>
        </p:nvSpPr>
        <p:spPr>
          <a:xfrm>
            <a:off x="1081080" y="868320"/>
            <a:ext cx="7680240" cy="5761080"/>
          </a:xfrm>
          <a:prstGeom prst="rect">
            <a:avLst/>
          </a:prstGeom>
          <a:ln w="0">
            <a:noFill/>
          </a:ln>
        </p:spPr>
      </p:sp>
      <p:sp>
        <p:nvSpPr>
          <p:cNvPr id="973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3497AE9-D02F-48BB-A3C2-9A70FD5FD7B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4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42" name="PlaceHolder 1"/>
          <p:cNvSpPr>
            <a:spLocks noGrp="1"/>
          </p:cNvSpPr>
          <p:nvPr>
            <p:ph type="sldImg"/>
          </p:nvPr>
        </p:nvSpPr>
        <p:spPr>
          <a:xfrm>
            <a:off x="1081080" y="868320"/>
            <a:ext cx="7680240" cy="5761080"/>
          </a:xfrm>
          <a:prstGeom prst="rect">
            <a:avLst/>
          </a:prstGeom>
          <a:ln w="0">
            <a:noFill/>
          </a:ln>
        </p:spPr>
      </p:sp>
      <p:sp>
        <p:nvSpPr>
          <p:cNvPr id="974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755F0CF-98A9-43AE-92CD-E87F5D39BBC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4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46" name="PlaceHolder 1"/>
          <p:cNvSpPr>
            <a:spLocks noGrp="1"/>
          </p:cNvSpPr>
          <p:nvPr>
            <p:ph type="sldImg"/>
          </p:nvPr>
        </p:nvSpPr>
        <p:spPr>
          <a:xfrm>
            <a:off x="1081080" y="868320"/>
            <a:ext cx="7680240" cy="5761080"/>
          </a:xfrm>
          <a:prstGeom prst="rect">
            <a:avLst/>
          </a:prstGeom>
          <a:ln w="0">
            <a:noFill/>
          </a:ln>
        </p:spPr>
      </p:sp>
      <p:sp>
        <p:nvSpPr>
          <p:cNvPr id="974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255E34-BB51-47AA-8E75-2E306131211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4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50" name="PlaceHolder 1"/>
          <p:cNvSpPr>
            <a:spLocks noGrp="1"/>
          </p:cNvSpPr>
          <p:nvPr>
            <p:ph type="sldImg"/>
          </p:nvPr>
        </p:nvSpPr>
        <p:spPr>
          <a:xfrm>
            <a:off x="1081080" y="868320"/>
            <a:ext cx="7680240" cy="5761080"/>
          </a:xfrm>
          <a:prstGeom prst="rect">
            <a:avLst/>
          </a:prstGeom>
          <a:ln w="0">
            <a:noFill/>
          </a:ln>
        </p:spPr>
      </p:sp>
      <p:sp>
        <p:nvSpPr>
          <p:cNvPr id="975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5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80A01C-6EEE-4B90-A3B2-CFADF0AC66C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5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54" name="PlaceHolder 1"/>
          <p:cNvSpPr>
            <a:spLocks noGrp="1"/>
          </p:cNvSpPr>
          <p:nvPr>
            <p:ph type="sldImg"/>
          </p:nvPr>
        </p:nvSpPr>
        <p:spPr>
          <a:xfrm>
            <a:off x="1081080" y="868320"/>
            <a:ext cx="7680240" cy="5761080"/>
          </a:xfrm>
          <a:prstGeom prst="rect">
            <a:avLst/>
          </a:prstGeom>
          <a:ln w="0">
            <a:noFill/>
          </a:ln>
        </p:spPr>
      </p:sp>
      <p:sp>
        <p:nvSpPr>
          <p:cNvPr id="975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5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C66583-7326-4B7A-AA8A-81589F0571A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5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58" name="PlaceHolder 1"/>
          <p:cNvSpPr>
            <a:spLocks noGrp="1"/>
          </p:cNvSpPr>
          <p:nvPr>
            <p:ph type="sldImg"/>
          </p:nvPr>
        </p:nvSpPr>
        <p:spPr>
          <a:xfrm>
            <a:off x="1081080" y="868320"/>
            <a:ext cx="7680240" cy="5761080"/>
          </a:xfrm>
          <a:prstGeom prst="rect">
            <a:avLst/>
          </a:prstGeom>
          <a:ln w="0">
            <a:noFill/>
          </a:ln>
        </p:spPr>
      </p:sp>
      <p:sp>
        <p:nvSpPr>
          <p:cNvPr id="975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C644560-6DB8-4FC7-A350-A41541645F8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6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62" name="PlaceHolder 1"/>
          <p:cNvSpPr>
            <a:spLocks noGrp="1"/>
          </p:cNvSpPr>
          <p:nvPr>
            <p:ph type="sldImg"/>
          </p:nvPr>
        </p:nvSpPr>
        <p:spPr>
          <a:xfrm>
            <a:off x="1081080" y="868320"/>
            <a:ext cx="7680240" cy="5761080"/>
          </a:xfrm>
          <a:prstGeom prst="rect">
            <a:avLst/>
          </a:prstGeom>
          <a:ln w="0">
            <a:noFill/>
          </a:ln>
        </p:spPr>
      </p:sp>
      <p:sp>
        <p:nvSpPr>
          <p:cNvPr id="976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6704C6F-BC44-4DCC-8411-35772D1CCB3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6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66" name="PlaceHolder 1"/>
          <p:cNvSpPr>
            <a:spLocks noGrp="1"/>
          </p:cNvSpPr>
          <p:nvPr>
            <p:ph type="sldImg"/>
          </p:nvPr>
        </p:nvSpPr>
        <p:spPr>
          <a:xfrm>
            <a:off x="1081080" y="868320"/>
            <a:ext cx="7680240" cy="5761080"/>
          </a:xfrm>
          <a:prstGeom prst="rect">
            <a:avLst/>
          </a:prstGeom>
          <a:ln w="0">
            <a:noFill/>
          </a:ln>
        </p:spPr>
      </p:sp>
      <p:sp>
        <p:nvSpPr>
          <p:cNvPr id="976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FCEACCF-91A7-4A0A-8E06-66F17AE29D3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6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70" name="PlaceHolder 1"/>
          <p:cNvSpPr>
            <a:spLocks noGrp="1"/>
          </p:cNvSpPr>
          <p:nvPr>
            <p:ph type="sldImg"/>
          </p:nvPr>
        </p:nvSpPr>
        <p:spPr>
          <a:xfrm>
            <a:off x="1081080" y="868320"/>
            <a:ext cx="7680240" cy="5761080"/>
          </a:xfrm>
          <a:prstGeom prst="rect">
            <a:avLst/>
          </a:prstGeom>
          <a:ln w="0">
            <a:noFill/>
          </a:ln>
        </p:spPr>
      </p:sp>
      <p:sp>
        <p:nvSpPr>
          <p:cNvPr id="977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7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DF0A60C-4CCE-490E-B7A8-131E711D316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7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74" name="PlaceHolder 1"/>
          <p:cNvSpPr>
            <a:spLocks noGrp="1"/>
          </p:cNvSpPr>
          <p:nvPr>
            <p:ph type="sldImg"/>
          </p:nvPr>
        </p:nvSpPr>
        <p:spPr>
          <a:xfrm>
            <a:off x="1081080" y="868320"/>
            <a:ext cx="7680240" cy="5761080"/>
          </a:xfrm>
          <a:prstGeom prst="rect">
            <a:avLst/>
          </a:prstGeom>
          <a:ln w="0">
            <a:noFill/>
          </a:ln>
        </p:spPr>
      </p:sp>
      <p:sp>
        <p:nvSpPr>
          <p:cNvPr id="977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7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7B08E4F-1B0E-44AF-BAD3-3F1558B165C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7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78" name="PlaceHolder 1"/>
          <p:cNvSpPr>
            <a:spLocks noGrp="1"/>
          </p:cNvSpPr>
          <p:nvPr>
            <p:ph type="sldImg"/>
          </p:nvPr>
        </p:nvSpPr>
        <p:spPr>
          <a:xfrm>
            <a:off x="1081080" y="868320"/>
            <a:ext cx="7680240" cy="5761080"/>
          </a:xfrm>
          <a:prstGeom prst="rect">
            <a:avLst/>
          </a:prstGeom>
          <a:ln w="0">
            <a:noFill/>
          </a:ln>
        </p:spPr>
      </p:sp>
      <p:sp>
        <p:nvSpPr>
          <p:cNvPr id="977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8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6B38711-2C22-475B-BBB8-F3403850713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8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82" name="PlaceHolder 1"/>
          <p:cNvSpPr>
            <a:spLocks noGrp="1"/>
          </p:cNvSpPr>
          <p:nvPr>
            <p:ph type="sldImg"/>
          </p:nvPr>
        </p:nvSpPr>
        <p:spPr>
          <a:xfrm>
            <a:off x="1081080" y="868320"/>
            <a:ext cx="7680240" cy="5761080"/>
          </a:xfrm>
          <a:prstGeom prst="rect">
            <a:avLst/>
          </a:prstGeom>
          <a:ln w="0">
            <a:noFill/>
          </a:ln>
        </p:spPr>
      </p:sp>
      <p:sp>
        <p:nvSpPr>
          <p:cNvPr id="978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8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8686BA4-38DB-4476-8F44-8CD460C6115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8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86" name="PlaceHolder 1"/>
          <p:cNvSpPr>
            <a:spLocks noGrp="1"/>
          </p:cNvSpPr>
          <p:nvPr>
            <p:ph type="sldImg"/>
          </p:nvPr>
        </p:nvSpPr>
        <p:spPr>
          <a:xfrm>
            <a:off x="1081080" y="868320"/>
            <a:ext cx="7680240" cy="5761080"/>
          </a:xfrm>
          <a:prstGeom prst="rect">
            <a:avLst/>
          </a:prstGeom>
          <a:ln w="0">
            <a:noFill/>
          </a:ln>
        </p:spPr>
      </p:sp>
      <p:sp>
        <p:nvSpPr>
          <p:cNvPr id="978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8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7E0EA87-8F30-435B-9D7C-ABB854C7464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8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90" name="PlaceHolder 1"/>
          <p:cNvSpPr>
            <a:spLocks noGrp="1"/>
          </p:cNvSpPr>
          <p:nvPr>
            <p:ph type="sldImg"/>
          </p:nvPr>
        </p:nvSpPr>
        <p:spPr>
          <a:xfrm>
            <a:off x="1081080" y="868320"/>
            <a:ext cx="7680240" cy="5761080"/>
          </a:xfrm>
          <a:prstGeom prst="rect">
            <a:avLst/>
          </a:prstGeom>
          <a:ln w="0">
            <a:noFill/>
          </a:ln>
        </p:spPr>
      </p:sp>
      <p:sp>
        <p:nvSpPr>
          <p:cNvPr id="979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9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CD242EB-6FE5-4EDE-9DCA-2EBBC0EF297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9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94" name="PlaceHolder 1"/>
          <p:cNvSpPr>
            <a:spLocks noGrp="1"/>
          </p:cNvSpPr>
          <p:nvPr>
            <p:ph type="sldImg"/>
          </p:nvPr>
        </p:nvSpPr>
        <p:spPr>
          <a:xfrm>
            <a:off x="1081080" y="868320"/>
            <a:ext cx="7680240" cy="5761080"/>
          </a:xfrm>
          <a:prstGeom prst="rect">
            <a:avLst/>
          </a:prstGeom>
          <a:ln w="0">
            <a:noFill/>
          </a:ln>
        </p:spPr>
      </p:sp>
      <p:sp>
        <p:nvSpPr>
          <p:cNvPr id="979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9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31C11B7-2433-4B14-B818-D8AE6E5C816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79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798" name="PlaceHolder 1"/>
          <p:cNvSpPr>
            <a:spLocks noGrp="1"/>
          </p:cNvSpPr>
          <p:nvPr>
            <p:ph type="sldImg"/>
          </p:nvPr>
        </p:nvSpPr>
        <p:spPr>
          <a:xfrm>
            <a:off x="1081080" y="868320"/>
            <a:ext cx="7680240" cy="5761080"/>
          </a:xfrm>
          <a:prstGeom prst="rect">
            <a:avLst/>
          </a:prstGeom>
          <a:ln w="0">
            <a:noFill/>
          </a:ln>
        </p:spPr>
      </p:sp>
      <p:sp>
        <p:nvSpPr>
          <p:cNvPr id="979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C436D76-06BF-42D7-84E5-793A6CBBD8E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0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02" name="PlaceHolder 1"/>
          <p:cNvSpPr>
            <a:spLocks noGrp="1"/>
          </p:cNvSpPr>
          <p:nvPr>
            <p:ph type="sldImg"/>
          </p:nvPr>
        </p:nvSpPr>
        <p:spPr>
          <a:xfrm>
            <a:off x="1081080" y="868320"/>
            <a:ext cx="7680240" cy="5761080"/>
          </a:xfrm>
          <a:prstGeom prst="rect">
            <a:avLst/>
          </a:prstGeom>
          <a:ln w="0">
            <a:noFill/>
          </a:ln>
        </p:spPr>
      </p:sp>
      <p:sp>
        <p:nvSpPr>
          <p:cNvPr id="980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773064-982D-4545-BADA-61ED47723D7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0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06" name="PlaceHolder 1"/>
          <p:cNvSpPr>
            <a:spLocks noGrp="1"/>
          </p:cNvSpPr>
          <p:nvPr>
            <p:ph type="sldImg"/>
          </p:nvPr>
        </p:nvSpPr>
        <p:spPr>
          <a:xfrm>
            <a:off x="1081080" y="868320"/>
            <a:ext cx="7680240" cy="5761080"/>
          </a:xfrm>
          <a:prstGeom prst="rect">
            <a:avLst/>
          </a:prstGeom>
          <a:ln w="0">
            <a:noFill/>
          </a:ln>
        </p:spPr>
      </p:sp>
      <p:sp>
        <p:nvSpPr>
          <p:cNvPr id="980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8F91F10-76E8-4CF7-842F-1439B4353B1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0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10" name="PlaceHolder 1"/>
          <p:cNvSpPr>
            <a:spLocks noGrp="1"/>
          </p:cNvSpPr>
          <p:nvPr>
            <p:ph type="sldImg"/>
          </p:nvPr>
        </p:nvSpPr>
        <p:spPr>
          <a:xfrm>
            <a:off x="1081080" y="868320"/>
            <a:ext cx="7680240" cy="5761080"/>
          </a:xfrm>
          <a:prstGeom prst="rect">
            <a:avLst/>
          </a:prstGeom>
          <a:ln w="0">
            <a:noFill/>
          </a:ln>
        </p:spPr>
      </p:sp>
      <p:sp>
        <p:nvSpPr>
          <p:cNvPr id="981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1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AF0A410-F517-4188-801C-AB48B60EA47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1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14" name="PlaceHolder 1"/>
          <p:cNvSpPr>
            <a:spLocks noGrp="1"/>
          </p:cNvSpPr>
          <p:nvPr>
            <p:ph type="sldImg"/>
          </p:nvPr>
        </p:nvSpPr>
        <p:spPr>
          <a:xfrm>
            <a:off x="1081080" y="868320"/>
            <a:ext cx="7680240" cy="5761080"/>
          </a:xfrm>
          <a:prstGeom prst="rect">
            <a:avLst/>
          </a:prstGeom>
          <a:ln w="0">
            <a:noFill/>
          </a:ln>
        </p:spPr>
      </p:sp>
      <p:sp>
        <p:nvSpPr>
          <p:cNvPr id="981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1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7B64825-B45F-4D22-8175-DC421581EAA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1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18" name="PlaceHolder 1"/>
          <p:cNvSpPr>
            <a:spLocks noGrp="1"/>
          </p:cNvSpPr>
          <p:nvPr>
            <p:ph type="sldImg"/>
          </p:nvPr>
        </p:nvSpPr>
        <p:spPr>
          <a:xfrm>
            <a:off x="1081080" y="868320"/>
            <a:ext cx="7680240" cy="5761080"/>
          </a:xfrm>
          <a:prstGeom prst="rect">
            <a:avLst/>
          </a:prstGeom>
          <a:ln w="0">
            <a:noFill/>
          </a:ln>
        </p:spPr>
      </p:sp>
      <p:sp>
        <p:nvSpPr>
          <p:cNvPr id="981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220F1B-88D2-47E6-838F-C9E903FD095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2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22" name="PlaceHolder 1"/>
          <p:cNvSpPr>
            <a:spLocks noGrp="1"/>
          </p:cNvSpPr>
          <p:nvPr>
            <p:ph type="sldImg"/>
          </p:nvPr>
        </p:nvSpPr>
        <p:spPr>
          <a:xfrm>
            <a:off x="1081080" y="868320"/>
            <a:ext cx="7680240" cy="5761080"/>
          </a:xfrm>
          <a:prstGeom prst="rect">
            <a:avLst/>
          </a:prstGeom>
          <a:ln w="0">
            <a:noFill/>
          </a:ln>
        </p:spPr>
      </p:sp>
      <p:sp>
        <p:nvSpPr>
          <p:cNvPr id="982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9D9B93D-73FE-4A81-8D56-6A06CB6BEF0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2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26" name="PlaceHolder 1"/>
          <p:cNvSpPr>
            <a:spLocks noGrp="1"/>
          </p:cNvSpPr>
          <p:nvPr>
            <p:ph type="sldImg"/>
          </p:nvPr>
        </p:nvSpPr>
        <p:spPr>
          <a:xfrm>
            <a:off x="1081080" y="868320"/>
            <a:ext cx="7680240" cy="5761080"/>
          </a:xfrm>
          <a:prstGeom prst="rect">
            <a:avLst/>
          </a:prstGeom>
          <a:ln w="0">
            <a:noFill/>
          </a:ln>
        </p:spPr>
      </p:sp>
      <p:sp>
        <p:nvSpPr>
          <p:cNvPr id="982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BA5D05-A7DE-4891-908B-E8C51C10EDD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2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30" name="PlaceHolder 1"/>
          <p:cNvSpPr>
            <a:spLocks noGrp="1"/>
          </p:cNvSpPr>
          <p:nvPr>
            <p:ph type="sldImg"/>
          </p:nvPr>
        </p:nvSpPr>
        <p:spPr>
          <a:xfrm>
            <a:off x="1081080" y="868320"/>
            <a:ext cx="7680240" cy="5761080"/>
          </a:xfrm>
          <a:prstGeom prst="rect">
            <a:avLst/>
          </a:prstGeom>
          <a:ln w="0">
            <a:noFill/>
          </a:ln>
        </p:spPr>
      </p:sp>
      <p:sp>
        <p:nvSpPr>
          <p:cNvPr id="983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3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16D3A5A-0CE5-4A64-99D5-7956282E5F4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3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34" name="PlaceHolder 1"/>
          <p:cNvSpPr>
            <a:spLocks noGrp="1"/>
          </p:cNvSpPr>
          <p:nvPr>
            <p:ph type="sldImg"/>
          </p:nvPr>
        </p:nvSpPr>
        <p:spPr>
          <a:xfrm>
            <a:off x="1081080" y="868320"/>
            <a:ext cx="7680240" cy="5761080"/>
          </a:xfrm>
          <a:prstGeom prst="rect">
            <a:avLst/>
          </a:prstGeom>
          <a:ln w="0">
            <a:noFill/>
          </a:ln>
        </p:spPr>
      </p:sp>
      <p:sp>
        <p:nvSpPr>
          <p:cNvPr id="983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3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0102FC9-1E33-4ED9-8BF0-EB654001883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3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38" name="PlaceHolder 1"/>
          <p:cNvSpPr>
            <a:spLocks noGrp="1"/>
          </p:cNvSpPr>
          <p:nvPr>
            <p:ph type="sldImg"/>
          </p:nvPr>
        </p:nvSpPr>
        <p:spPr>
          <a:xfrm>
            <a:off x="1081080" y="868320"/>
            <a:ext cx="7680240" cy="5761080"/>
          </a:xfrm>
          <a:prstGeom prst="rect">
            <a:avLst/>
          </a:prstGeom>
          <a:ln w="0">
            <a:noFill/>
          </a:ln>
        </p:spPr>
      </p:sp>
      <p:sp>
        <p:nvSpPr>
          <p:cNvPr id="983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4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0A53CD3-3D32-4DAA-A98A-42C55432C0C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4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42" name="PlaceHolder 1"/>
          <p:cNvSpPr>
            <a:spLocks noGrp="1"/>
          </p:cNvSpPr>
          <p:nvPr>
            <p:ph type="sldImg"/>
          </p:nvPr>
        </p:nvSpPr>
        <p:spPr>
          <a:xfrm>
            <a:off x="1081080" y="868320"/>
            <a:ext cx="7680240" cy="5761080"/>
          </a:xfrm>
          <a:prstGeom prst="rect">
            <a:avLst/>
          </a:prstGeom>
          <a:ln w="0">
            <a:noFill/>
          </a:ln>
        </p:spPr>
      </p:sp>
      <p:sp>
        <p:nvSpPr>
          <p:cNvPr id="984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4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42532FD-77A0-4EB0-8E4F-64993650317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4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46" name="PlaceHolder 1"/>
          <p:cNvSpPr>
            <a:spLocks noGrp="1"/>
          </p:cNvSpPr>
          <p:nvPr>
            <p:ph type="sldImg"/>
          </p:nvPr>
        </p:nvSpPr>
        <p:spPr>
          <a:xfrm>
            <a:off x="1081080" y="868320"/>
            <a:ext cx="7680240" cy="5761080"/>
          </a:xfrm>
          <a:prstGeom prst="rect">
            <a:avLst/>
          </a:prstGeom>
          <a:ln w="0">
            <a:noFill/>
          </a:ln>
        </p:spPr>
      </p:sp>
      <p:sp>
        <p:nvSpPr>
          <p:cNvPr id="984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4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64A4F5-65FB-41AE-8C98-48A4D428497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4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50" name="PlaceHolder 1"/>
          <p:cNvSpPr>
            <a:spLocks noGrp="1"/>
          </p:cNvSpPr>
          <p:nvPr>
            <p:ph type="sldImg"/>
          </p:nvPr>
        </p:nvSpPr>
        <p:spPr>
          <a:xfrm>
            <a:off x="1081080" y="868320"/>
            <a:ext cx="7680240" cy="5761080"/>
          </a:xfrm>
          <a:prstGeom prst="rect">
            <a:avLst/>
          </a:prstGeom>
          <a:ln w="0">
            <a:noFill/>
          </a:ln>
        </p:spPr>
      </p:sp>
      <p:sp>
        <p:nvSpPr>
          <p:cNvPr id="985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8BD7DA-22BB-4C54-8E34-89FDAE7E98E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5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54" name="PlaceHolder 1"/>
          <p:cNvSpPr>
            <a:spLocks noGrp="1"/>
          </p:cNvSpPr>
          <p:nvPr>
            <p:ph type="sldImg"/>
          </p:nvPr>
        </p:nvSpPr>
        <p:spPr>
          <a:xfrm>
            <a:off x="1081080" y="868320"/>
            <a:ext cx="7680240" cy="5761080"/>
          </a:xfrm>
          <a:prstGeom prst="rect">
            <a:avLst/>
          </a:prstGeom>
          <a:ln w="0">
            <a:noFill/>
          </a:ln>
        </p:spPr>
      </p:sp>
      <p:sp>
        <p:nvSpPr>
          <p:cNvPr id="985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A93FC0B-6853-4038-9E52-7A2DAB3BBAA9}"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5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58" name="PlaceHolder 1"/>
          <p:cNvSpPr>
            <a:spLocks noGrp="1"/>
          </p:cNvSpPr>
          <p:nvPr>
            <p:ph type="sldImg"/>
          </p:nvPr>
        </p:nvSpPr>
        <p:spPr>
          <a:xfrm>
            <a:off x="1081080" y="868320"/>
            <a:ext cx="7680240" cy="5761080"/>
          </a:xfrm>
          <a:prstGeom prst="rect">
            <a:avLst/>
          </a:prstGeom>
          <a:ln w="0">
            <a:noFill/>
          </a:ln>
        </p:spPr>
      </p:sp>
      <p:sp>
        <p:nvSpPr>
          <p:cNvPr id="985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E50569-FC8C-4995-8C37-942A899B89F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6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62" name="PlaceHolder 1"/>
          <p:cNvSpPr>
            <a:spLocks noGrp="1"/>
          </p:cNvSpPr>
          <p:nvPr>
            <p:ph type="sldImg"/>
          </p:nvPr>
        </p:nvSpPr>
        <p:spPr>
          <a:xfrm>
            <a:off x="1081080" y="868320"/>
            <a:ext cx="7680240" cy="5761080"/>
          </a:xfrm>
          <a:prstGeom prst="rect">
            <a:avLst/>
          </a:prstGeom>
          <a:ln w="0">
            <a:noFill/>
          </a:ln>
        </p:spPr>
      </p:sp>
      <p:sp>
        <p:nvSpPr>
          <p:cNvPr id="986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D9067E-6BDE-491A-AC94-5C31E7954CA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6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66" name="PlaceHolder 1"/>
          <p:cNvSpPr>
            <a:spLocks noGrp="1"/>
          </p:cNvSpPr>
          <p:nvPr>
            <p:ph type="sldImg"/>
          </p:nvPr>
        </p:nvSpPr>
        <p:spPr>
          <a:xfrm>
            <a:off x="1081080" y="868320"/>
            <a:ext cx="7680240" cy="5761080"/>
          </a:xfrm>
          <a:prstGeom prst="rect">
            <a:avLst/>
          </a:prstGeom>
          <a:ln w="0">
            <a:noFill/>
          </a:ln>
        </p:spPr>
      </p:sp>
      <p:sp>
        <p:nvSpPr>
          <p:cNvPr id="986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6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54B3C7D-07E3-4B95-A78A-3EF96A5BB88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6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70" name="PlaceHolder 1"/>
          <p:cNvSpPr>
            <a:spLocks noGrp="1"/>
          </p:cNvSpPr>
          <p:nvPr>
            <p:ph type="sldImg"/>
          </p:nvPr>
        </p:nvSpPr>
        <p:spPr>
          <a:xfrm>
            <a:off x="1081080" y="868320"/>
            <a:ext cx="7680240" cy="5761080"/>
          </a:xfrm>
          <a:prstGeom prst="rect">
            <a:avLst/>
          </a:prstGeom>
          <a:ln w="0">
            <a:noFill/>
          </a:ln>
        </p:spPr>
      </p:sp>
      <p:sp>
        <p:nvSpPr>
          <p:cNvPr id="987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7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D6A725E-90E2-437C-BB27-089FAFAD11F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7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74" name="PlaceHolder 1"/>
          <p:cNvSpPr>
            <a:spLocks noGrp="1"/>
          </p:cNvSpPr>
          <p:nvPr>
            <p:ph type="sldImg"/>
          </p:nvPr>
        </p:nvSpPr>
        <p:spPr>
          <a:xfrm>
            <a:off x="1081080" y="868320"/>
            <a:ext cx="7680240" cy="5761080"/>
          </a:xfrm>
          <a:prstGeom prst="rect">
            <a:avLst/>
          </a:prstGeom>
          <a:ln w="0">
            <a:noFill/>
          </a:ln>
        </p:spPr>
      </p:sp>
      <p:sp>
        <p:nvSpPr>
          <p:cNvPr id="987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7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AB6886-13E5-4E72-8D4E-86F7D96EB93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7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78" name="PlaceHolder 1"/>
          <p:cNvSpPr>
            <a:spLocks noGrp="1"/>
          </p:cNvSpPr>
          <p:nvPr>
            <p:ph type="sldImg"/>
          </p:nvPr>
        </p:nvSpPr>
        <p:spPr>
          <a:xfrm>
            <a:off x="1081080" y="868320"/>
            <a:ext cx="7680240" cy="5761080"/>
          </a:xfrm>
          <a:prstGeom prst="rect">
            <a:avLst/>
          </a:prstGeom>
          <a:ln w="0">
            <a:noFill/>
          </a:ln>
        </p:spPr>
      </p:sp>
      <p:sp>
        <p:nvSpPr>
          <p:cNvPr id="987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6830E8D-AD9A-40CC-A4A5-9E1A0B03382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8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82" name="PlaceHolder 1"/>
          <p:cNvSpPr>
            <a:spLocks noGrp="1"/>
          </p:cNvSpPr>
          <p:nvPr>
            <p:ph type="sldImg"/>
          </p:nvPr>
        </p:nvSpPr>
        <p:spPr>
          <a:xfrm>
            <a:off x="1081080" y="868320"/>
            <a:ext cx="7680240" cy="5761080"/>
          </a:xfrm>
          <a:prstGeom prst="rect">
            <a:avLst/>
          </a:prstGeom>
          <a:ln w="0">
            <a:noFill/>
          </a:ln>
        </p:spPr>
      </p:sp>
      <p:sp>
        <p:nvSpPr>
          <p:cNvPr id="988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38FB493-3685-460F-9C29-8B121651168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8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86" name="PlaceHolder 1"/>
          <p:cNvSpPr>
            <a:spLocks noGrp="1"/>
          </p:cNvSpPr>
          <p:nvPr>
            <p:ph type="sldImg"/>
          </p:nvPr>
        </p:nvSpPr>
        <p:spPr>
          <a:xfrm>
            <a:off x="1081080" y="868320"/>
            <a:ext cx="7680240" cy="5761080"/>
          </a:xfrm>
          <a:prstGeom prst="rect">
            <a:avLst/>
          </a:prstGeom>
          <a:ln w="0">
            <a:noFill/>
          </a:ln>
        </p:spPr>
      </p:sp>
      <p:sp>
        <p:nvSpPr>
          <p:cNvPr id="988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4F03472-7930-4408-ADE4-AE43413354B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8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90" name="PlaceHolder 1"/>
          <p:cNvSpPr>
            <a:spLocks noGrp="1"/>
          </p:cNvSpPr>
          <p:nvPr>
            <p:ph type="sldImg"/>
          </p:nvPr>
        </p:nvSpPr>
        <p:spPr>
          <a:xfrm>
            <a:off x="1081080" y="868320"/>
            <a:ext cx="7680240" cy="5761080"/>
          </a:xfrm>
          <a:prstGeom prst="rect">
            <a:avLst/>
          </a:prstGeom>
          <a:ln w="0">
            <a:noFill/>
          </a:ln>
        </p:spPr>
      </p:sp>
      <p:sp>
        <p:nvSpPr>
          <p:cNvPr id="989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9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556E77-68CA-41A1-8665-8EDCD63AD16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9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94" name="PlaceHolder 1"/>
          <p:cNvSpPr>
            <a:spLocks noGrp="1"/>
          </p:cNvSpPr>
          <p:nvPr>
            <p:ph type="sldImg"/>
          </p:nvPr>
        </p:nvSpPr>
        <p:spPr>
          <a:xfrm>
            <a:off x="1081080" y="868320"/>
            <a:ext cx="7680240" cy="5761080"/>
          </a:xfrm>
          <a:prstGeom prst="rect">
            <a:avLst/>
          </a:prstGeom>
          <a:ln w="0">
            <a:noFill/>
          </a:ln>
        </p:spPr>
      </p:sp>
      <p:sp>
        <p:nvSpPr>
          <p:cNvPr id="989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9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00CD0C8-DF4F-4EA7-BF2A-74C04C1BEBB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89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898" name="PlaceHolder 1"/>
          <p:cNvSpPr>
            <a:spLocks noGrp="1"/>
          </p:cNvSpPr>
          <p:nvPr>
            <p:ph type="sldImg"/>
          </p:nvPr>
        </p:nvSpPr>
        <p:spPr>
          <a:xfrm>
            <a:off x="1081080" y="868320"/>
            <a:ext cx="7680240" cy="5761080"/>
          </a:xfrm>
          <a:prstGeom prst="rect">
            <a:avLst/>
          </a:prstGeom>
          <a:ln w="0">
            <a:noFill/>
          </a:ln>
        </p:spPr>
      </p:sp>
      <p:sp>
        <p:nvSpPr>
          <p:cNvPr id="989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0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B3B54A2-5684-4C28-8FE9-E5269EC77FB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0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02" name="PlaceHolder 1"/>
          <p:cNvSpPr>
            <a:spLocks noGrp="1"/>
          </p:cNvSpPr>
          <p:nvPr>
            <p:ph type="sldImg"/>
          </p:nvPr>
        </p:nvSpPr>
        <p:spPr>
          <a:xfrm>
            <a:off x="1081080" y="868320"/>
            <a:ext cx="7680240" cy="5761080"/>
          </a:xfrm>
          <a:prstGeom prst="rect">
            <a:avLst/>
          </a:prstGeom>
          <a:ln w="0">
            <a:noFill/>
          </a:ln>
        </p:spPr>
      </p:sp>
      <p:sp>
        <p:nvSpPr>
          <p:cNvPr id="990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0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64B22E8-9DFE-400D-B1C7-02675B9AC8D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0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06" name="PlaceHolder 1"/>
          <p:cNvSpPr>
            <a:spLocks noGrp="1"/>
          </p:cNvSpPr>
          <p:nvPr>
            <p:ph type="sldImg"/>
          </p:nvPr>
        </p:nvSpPr>
        <p:spPr>
          <a:xfrm>
            <a:off x="1081080" y="868320"/>
            <a:ext cx="7680240" cy="5761080"/>
          </a:xfrm>
          <a:prstGeom prst="rect">
            <a:avLst/>
          </a:prstGeom>
          <a:ln w="0">
            <a:noFill/>
          </a:ln>
        </p:spPr>
      </p:sp>
      <p:sp>
        <p:nvSpPr>
          <p:cNvPr id="990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0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279D123-B56C-4963-82F9-0C865415E45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0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10" name="PlaceHolder 1"/>
          <p:cNvSpPr>
            <a:spLocks noGrp="1"/>
          </p:cNvSpPr>
          <p:nvPr>
            <p:ph type="sldImg"/>
          </p:nvPr>
        </p:nvSpPr>
        <p:spPr>
          <a:xfrm>
            <a:off x="1081080" y="868320"/>
            <a:ext cx="7680240" cy="5761080"/>
          </a:xfrm>
          <a:prstGeom prst="rect">
            <a:avLst/>
          </a:prstGeom>
          <a:ln w="0">
            <a:noFill/>
          </a:ln>
        </p:spPr>
      </p:sp>
      <p:sp>
        <p:nvSpPr>
          <p:cNvPr id="991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1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559CF83-CA3D-49DF-A8CE-2539266DA53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1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14" name="PlaceHolder 1"/>
          <p:cNvSpPr>
            <a:spLocks noGrp="1"/>
          </p:cNvSpPr>
          <p:nvPr>
            <p:ph type="sldImg"/>
          </p:nvPr>
        </p:nvSpPr>
        <p:spPr>
          <a:xfrm>
            <a:off x="1081080" y="868320"/>
            <a:ext cx="7680240" cy="5761080"/>
          </a:xfrm>
          <a:prstGeom prst="rect">
            <a:avLst/>
          </a:prstGeom>
          <a:ln w="0">
            <a:noFill/>
          </a:ln>
        </p:spPr>
      </p:sp>
      <p:sp>
        <p:nvSpPr>
          <p:cNvPr id="991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1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CC48A4-9BFF-4793-8D39-106E1031DFC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1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18" name="PlaceHolder 1"/>
          <p:cNvSpPr>
            <a:spLocks noGrp="1"/>
          </p:cNvSpPr>
          <p:nvPr>
            <p:ph type="sldImg"/>
          </p:nvPr>
        </p:nvSpPr>
        <p:spPr>
          <a:xfrm>
            <a:off x="1081080" y="868320"/>
            <a:ext cx="7680240" cy="5761080"/>
          </a:xfrm>
          <a:prstGeom prst="rect">
            <a:avLst/>
          </a:prstGeom>
          <a:ln w="0">
            <a:noFill/>
          </a:ln>
        </p:spPr>
      </p:sp>
      <p:sp>
        <p:nvSpPr>
          <p:cNvPr id="991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2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35528AD-133F-495E-B99B-A73FEDFE988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2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22" name="PlaceHolder 1"/>
          <p:cNvSpPr>
            <a:spLocks noGrp="1"/>
          </p:cNvSpPr>
          <p:nvPr>
            <p:ph type="sldImg"/>
          </p:nvPr>
        </p:nvSpPr>
        <p:spPr>
          <a:xfrm>
            <a:off x="1081080" y="868320"/>
            <a:ext cx="7680240" cy="5761080"/>
          </a:xfrm>
          <a:prstGeom prst="rect">
            <a:avLst/>
          </a:prstGeom>
          <a:ln w="0">
            <a:noFill/>
          </a:ln>
        </p:spPr>
      </p:sp>
      <p:sp>
        <p:nvSpPr>
          <p:cNvPr id="992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2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BDE8FC-F6CE-475F-8E86-876D55BE308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2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26" name="PlaceHolder 1"/>
          <p:cNvSpPr>
            <a:spLocks noGrp="1"/>
          </p:cNvSpPr>
          <p:nvPr>
            <p:ph type="sldImg"/>
          </p:nvPr>
        </p:nvSpPr>
        <p:spPr>
          <a:xfrm>
            <a:off x="1081080" y="868320"/>
            <a:ext cx="7680240" cy="5761080"/>
          </a:xfrm>
          <a:prstGeom prst="rect">
            <a:avLst/>
          </a:prstGeom>
          <a:ln w="0">
            <a:noFill/>
          </a:ln>
        </p:spPr>
      </p:sp>
      <p:sp>
        <p:nvSpPr>
          <p:cNvPr id="992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2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DC1C58A-1BB0-4C35-AA7D-284B77C58CE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2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30" name="PlaceHolder 1"/>
          <p:cNvSpPr>
            <a:spLocks noGrp="1"/>
          </p:cNvSpPr>
          <p:nvPr>
            <p:ph type="sldImg"/>
          </p:nvPr>
        </p:nvSpPr>
        <p:spPr>
          <a:xfrm>
            <a:off x="1081080" y="868320"/>
            <a:ext cx="7680240" cy="5761080"/>
          </a:xfrm>
          <a:prstGeom prst="rect">
            <a:avLst/>
          </a:prstGeom>
          <a:ln w="0">
            <a:noFill/>
          </a:ln>
        </p:spPr>
      </p:sp>
      <p:sp>
        <p:nvSpPr>
          <p:cNvPr id="993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3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628D0D3-90DB-4D2D-B1D3-B544CD7B7D5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3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34" name="PlaceHolder 1"/>
          <p:cNvSpPr>
            <a:spLocks noGrp="1"/>
          </p:cNvSpPr>
          <p:nvPr>
            <p:ph type="sldImg"/>
          </p:nvPr>
        </p:nvSpPr>
        <p:spPr>
          <a:xfrm>
            <a:off x="1081080" y="868320"/>
            <a:ext cx="7680240" cy="5761080"/>
          </a:xfrm>
          <a:prstGeom prst="rect">
            <a:avLst/>
          </a:prstGeom>
          <a:ln w="0">
            <a:noFill/>
          </a:ln>
        </p:spPr>
      </p:sp>
      <p:sp>
        <p:nvSpPr>
          <p:cNvPr id="993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3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6FAC06B-9B11-4003-9B2C-C47738F1164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3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38" name="PlaceHolder 1"/>
          <p:cNvSpPr>
            <a:spLocks noGrp="1"/>
          </p:cNvSpPr>
          <p:nvPr>
            <p:ph type="sldImg"/>
          </p:nvPr>
        </p:nvSpPr>
        <p:spPr>
          <a:xfrm>
            <a:off x="1081080" y="868320"/>
            <a:ext cx="7680240" cy="5761080"/>
          </a:xfrm>
          <a:prstGeom prst="rect">
            <a:avLst/>
          </a:prstGeom>
          <a:ln w="0">
            <a:noFill/>
          </a:ln>
        </p:spPr>
      </p:sp>
      <p:sp>
        <p:nvSpPr>
          <p:cNvPr id="993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4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2C61D8C-E6B0-4D94-8EC3-FB42F0EFCC0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4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42" name="PlaceHolder 1"/>
          <p:cNvSpPr>
            <a:spLocks noGrp="1"/>
          </p:cNvSpPr>
          <p:nvPr>
            <p:ph type="sldImg"/>
          </p:nvPr>
        </p:nvSpPr>
        <p:spPr>
          <a:xfrm>
            <a:off x="1081080" y="868320"/>
            <a:ext cx="7680240" cy="5761080"/>
          </a:xfrm>
          <a:prstGeom prst="rect">
            <a:avLst/>
          </a:prstGeom>
          <a:ln w="0">
            <a:noFill/>
          </a:ln>
        </p:spPr>
      </p:sp>
      <p:sp>
        <p:nvSpPr>
          <p:cNvPr id="994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4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466A5E8-D572-4A02-8892-CA8D3A30FDF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4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46" name="PlaceHolder 1"/>
          <p:cNvSpPr>
            <a:spLocks noGrp="1"/>
          </p:cNvSpPr>
          <p:nvPr>
            <p:ph type="sldImg"/>
          </p:nvPr>
        </p:nvSpPr>
        <p:spPr>
          <a:xfrm>
            <a:off x="1081080" y="868320"/>
            <a:ext cx="7680240" cy="5761080"/>
          </a:xfrm>
          <a:prstGeom prst="rect">
            <a:avLst/>
          </a:prstGeom>
          <a:ln w="0">
            <a:noFill/>
          </a:ln>
        </p:spPr>
      </p:sp>
      <p:sp>
        <p:nvSpPr>
          <p:cNvPr id="994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4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DDC28F8-87F3-4082-BF7E-9FC4F7AE1484}"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4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50" name="PlaceHolder 1"/>
          <p:cNvSpPr>
            <a:spLocks noGrp="1"/>
          </p:cNvSpPr>
          <p:nvPr>
            <p:ph type="sldImg"/>
          </p:nvPr>
        </p:nvSpPr>
        <p:spPr>
          <a:xfrm>
            <a:off x="1081080" y="868320"/>
            <a:ext cx="7680240" cy="5761080"/>
          </a:xfrm>
          <a:prstGeom prst="rect">
            <a:avLst/>
          </a:prstGeom>
          <a:ln w="0">
            <a:noFill/>
          </a:ln>
        </p:spPr>
      </p:sp>
      <p:sp>
        <p:nvSpPr>
          <p:cNvPr id="995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5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17B1E9-912B-4D61-8745-D3CEA95EC79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5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54" name="PlaceHolder 1"/>
          <p:cNvSpPr>
            <a:spLocks noGrp="1"/>
          </p:cNvSpPr>
          <p:nvPr>
            <p:ph type="sldImg"/>
          </p:nvPr>
        </p:nvSpPr>
        <p:spPr>
          <a:xfrm>
            <a:off x="1081080" y="868320"/>
            <a:ext cx="7680240" cy="5761080"/>
          </a:xfrm>
          <a:prstGeom prst="rect">
            <a:avLst/>
          </a:prstGeom>
          <a:ln w="0">
            <a:noFill/>
          </a:ln>
        </p:spPr>
      </p:sp>
      <p:sp>
        <p:nvSpPr>
          <p:cNvPr id="995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5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FAECBC6-EDB4-4805-B9F0-B7C418419FB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5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58" name="PlaceHolder 1"/>
          <p:cNvSpPr>
            <a:spLocks noGrp="1"/>
          </p:cNvSpPr>
          <p:nvPr>
            <p:ph type="sldImg"/>
          </p:nvPr>
        </p:nvSpPr>
        <p:spPr>
          <a:xfrm>
            <a:off x="1081080" y="868320"/>
            <a:ext cx="7680240" cy="5761080"/>
          </a:xfrm>
          <a:prstGeom prst="rect">
            <a:avLst/>
          </a:prstGeom>
          <a:ln w="0">
            <a:noFill/>
          </a:ln>
        </p:spPr>
      </p:sp>
      <p:sp>
        <p:nvSpPr>
          <p:cNvPr id="995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E75AC34-4882-4DC7-A523-AAE4C5BE0EB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6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62" name="PlaceHolder 1"/>
          <p:cNvSpPr>
            <a:spLocks noGrp="1"/>
          </p:cNvSpPr>
          <p:nvPr>
            <p:ph type="sldImg"/>
          </p:nvPr>
        </p:nvSpPr>
        <p:spPr>
          <a:xfrm>
            <a:off x="1081080" y="868320"/>
            <a:ext cx="7680240" cy="5761080"/>
          </a:xfrm>
          <a:prstGeom prst="rect">
            <a:avLst/>
          </a:prstGeom>
          <a:ln w="0">
            <a:noFill/>
          </a:ln>
        </p:spPr>
      </p:sp>
      <p:sp>
        <p:nvSpPr>
          <p:cNvPr id="996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E7C6CE3-F2EE-4310-B04E-8AA83563064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6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66" name="PlaceHolder 1"/>
          <p:cNvSpPr>
            <a:spLocks noGrp="1"/>
          </p:cNvSpPr>
          <p:nvPr>
            <p:ph type="sldImg"/>
          </p:nvPr>
        </p:nvSpPr>
        <p:spPr>
          <a:xfrm>
            <a:off x="1081080" y="868320"/>
            <a:ext cx="7680240" cy="5761080"/>
          </a:xfrm>
          <a:prstGeom prst="rect">
            <a:avLst/>
          </a:prstGeom>
          <a:ln w="0">
            <a:noFill/>
          </a:ln>
        </p:spPr>
      </p:sp>
      <p:sp>
        <p:nvSpPr>
          <p:cNvPr id="996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A1D735B-435F-414B-97AF-23D93FDDFD4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6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70" name="PlaceHolder 1"/>
          <p:cNvSpPr>
            <a:spLocks noGrp="1"/>
          </p:cNvSpPr>
          <p:nvPr>
            <p:ph type="sldImg"/>
          </p:nvPr>
        </p:nvSpPr>
        <p:spPr>
          <a:xfrm>
            <a:off x="1081080" y="868320"/>
            <a:ext cx="7680240" cy="5761080"/>
          </a:xfrm>
          <a:prstGeom prst="rect">
            <a:avLst/>
          </a:prstGeom>
          <a:ln w="0">
            <a:noFill/>
          </a:ln>
        </p:spPr>
      </p:sp>
      <p:sp>
        <p:nvSpPr>
          <p:cNvPr id="9971"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89D7C7D-C92A-4AAC-A295-4BD43266BB0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7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74" name="PlaceHolder 1"/>
          <p:cNvSpPr>
            <a:spLocks noGrp="1"/>
          </p:cNvSpPr>
          <p:nvPr>
            <p:ph type="sldImg"/>
          </p:nvPr>
        </p:nvSpPr>
        <p:spPr>
          <a:xfrm>
            <a:off x="1081080" y="868320"/>
            <a:ext cx="7680240" cy="5761080"/>
          </a:xfrm>
          <a:prstGeom prst="rect">
            <a:avLst/>
          </a:prstGeom>
          <a:ln w="0">
            <a:noFill/>
          </a:ln>
        </p:spPr>
      </p:sp>
      <p:sp>
        <p:nvSpPr>
          <p:cNvPr id="9975"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2D47649-D8F9-408F-BEBC-76C5DD33B71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7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78" name="PlaceHolder 1"/>
          <p:cNvSpPr>
            <a:spLocks noGrp="1"/>
          </p:cNvSpPr>
          <p:nvPr>
            <p:ph type="sldImg"/>
          </p:nvPr>
        </p:nvSpPr>
        <p:spPr>
          <a:xfrm>
            <a:off x="1081080" y="868320"/>
            <a:ext cx="7680240" cy="5761080"/>
          </a:xfrm>
          <a:prstGeom prst="rect">
            <a:avLst/>
          </a:prstGeom>
          <a:ln w="0">
            <a:noFill/>
          </a:ln>
        </p:spPr>
      </p:sp>
      <p:sp>
        <p:nvSpPr>
          <p:cNvPr id="9979"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8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32F441D-32BE-42A4-946D-087EE3BFB4B9}"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8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82" name="PlaceHolder 1"/>
          <p:cNvSpPr>
            <a:spLocks noGrp="1"/>
          </p:cNvSpPr>
          <p:nvPr>
            <p:ph type="sldImg"/>
          </p:nvPr>
        </p:nvSpPr>
        <p:spPr>
          <a:xfrm>
            <a:off x="1081080" y="868320"/>
            <a:ext cx="7680240" cy="5761080"/>
          </a:xfrm>
          <a:prstGeom prst="rect">
            <a:avLst/>
          </a:prstGeom>
          <a:ln w="0">
            <a:noFill/>
          </a:ln>
        </p:spPr>
      </p:sp>
      <p:sp>
        <p:nvSpPr>
          <p:cNvPr id="9983"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8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E829B1F-8AC9-4CF2-A182-A98AC36F5DB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8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86" name="PlaceHolder 1"/>
          <p:cNvSpPr>
            <a:spLocks noGrp="1"/>
          </p:cNvSpPr>
          <p:nvPr>
            <p:ph type="sldImg"/>
          </p:nvPr>
        </p:nvSpPr>
        <p:spPr>
          <a:xfrm>
            <a:off x="1081080" y="868320"/>
            <a:ext cx="7680240" cy="5761080"/>
          </a:xfrm>
          <a:prstGeom prst="rect">
            <a:avLst/>
          </a:prstGeom>
          <a:ln w="0">
            <a:noFill/>
          </a:ln>
        </p:spPr>
      </p:sp>
      <p:sp>
        <p:nvSpPr>
          <p:cNvPr id="9987" name="PlaceHolder 2"/>
          <p:cNvSpPr>
            <a:spLocks noGrp="1"/>
          </p:cNvSpPr>
          <p:nvPr>
            <p:ph type="body"/>
          </p:nvPr>
        </p:nvSpPr>
        <p:spPr>
          <a:xfrm>
            <a:off x="1184400" y="250560"/>
            <a:ext cx="844056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Tree>
  </p:cSld>
</p:notes>
</file>

<file path=ppt/notesSlides/notesSlide1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88" name="PlaceHolder 1"/>
          <p:cNvSpPr>
            <a:spLocks noGrp="1"/>
          </p:cNvSpPr>
          <p:nvPr>
            <p:ph type="sldImg"/>
          </p:nvPr>
        </p:nvSpPr>
        <p:spPr>
          <a:xfrm>
            <a:off x="3098880" y="644400"/>
            <a:ext cx="3795480" cy="2846520"/>
          </a:xfrm>
          <a:prstGeom prst="rect">
            <a:avLst/>
          </a:prstGeom>
          <a:ln w="0">
            <a:noFill/>
          </a:ln>
        </p:spPr>
      </p:sp>
      <p:sp>
        <p:nvSpPr>
          <p:cNvPr id="998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999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91" name="PlaceHolder 1"/>
          <p:cNvSpPr>
            <a:spLocks noGrp="1"/>
          </p:cNvSpPr>
          <p:nvPr>
            <p:ph type="sldImg"/>
          </p:nvPr>
        </p:nvSpPr>
        <p:spPr>
          <a:xfrm>
            <a:off x="3098880" y="644400"/>
            <a:ext cx="3795480" cy="2846520"/>
          </a:xfrm>
          <a:prstGeom prst="rect">
            <a:avLst/>
          </a:prstGeom>
          <a:ln w="0">
            <a:noFill/>
          </a:ln>
        </p:spPr>
      </p:sp>
      <p:sp>
        <p:nvSpPr>
          <p:cNvPr id="999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999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94" name="PlaceHolder 1"/>
          <p:cNvSpPr>
            <a:spLocks noGrp="1"/>
          </p:cNvSpPr>
          <p:nvPr>
            <p:ph type="sldImg"/>
          </p:nvPr>
        </p:nvSpPr>
        <p:spPr>
          <a:xfrm>
            <a:off x="3098880" y="644400"/>
            <a:ext cx="3795480" cy="2846520"/>
          </a:xfrm>
          <a:prstGeom prst="rect">
            <a:avLst/>
          </a:prstGeom>
          <a:ln w="0">
            <a:noFill/>
          </a:ln>
        </p:spPr>
      </p:sp>
      <p:sp>
        <p:nvSpPr>
          <p:cNvPr id="999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999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97"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8C3536-8C64-4140-AD84-AA1461418C5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9998"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9999" name="PlaceHolder 1"/>
          <p:cNvSpPr>
            <a:spLocks noGrp="1"/>
          </p:cNvSpPr>
          <p:nvPr>
            <p:ph type="sldImg"/>
          </p:nvPr>
        </p:nvSpPr>
        <p:spPr>
          <a:xfrm>
            <a:off x="3098880" y="644400"/>
            <a:ext cx="3795480" cy="2846520"/>
          </a:xfrm>
          <a:prstGeom prst="rect">
            <a:avLst/>
          </a:prstGeom>
          <a:ln w="0">
            <a:noFill/>
          </a:ln>
        </p:spPr>
      </p:sp>
      <p:sp>
        <p:nvSpPr>
          <p:cNvPr id="1000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0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0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491D543-7F36-48C6-9F1E-674FBF877C0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0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04" name="PlaceHolder 1"/>
          <p:cNvSpPr>
            <a:spLocks noGrp="1"/>
          </p:cNvSpPr>
          <p:nvPr>
            <p:ph type="sldImg"/>
          </p:nvPr>
        </p:nvSpPr>
        <p:spPr>
          <a:xfrm>
            <a:off x="3098880" y="644400"/>
            <a:ext cx="3795480" cy="2846520"/>
          </a:xfrm>
          <a:prstGeom prst="rect">
            <a:avLst/>
          </a:prstGeom>
          <a:ln w="0">
            <a:noFill/>
          </a:ln>
        </p:spPr>
      </p:sp>
      <p:sp>
        <p:nvSpPr>
          <p:cNvPr id="1000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0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07"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18A98D8-A609-49AD-B5F7-F90BEBDD4D79}"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08"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09" name="PlaceHolder 1"/>
          <p:cNvSpPr>
            <a:spLocks noGrp="1"/>
          </p:cNvSpPr>
          <p:nvPr>
            <p:ph type="sldImg"/>
          </p:nvPr>
        </p:nvSpPr>
        <p:spPr>
          <a:xfrm>
            <a:off x="3098880" y="644400"/>
            <a:ext cx="3795480" cy="2846520"/>
          </a:xfrm>
          <a:prstGeom prst="rect">
            <a:avLst/>
          </a:prstGeom>
          <a:ln w="0">
            <a:noFill/>
          </a:ln>
        </p:spPr>
      </p:sp>
      <p:sp>
        <p:nvSpPr>
          <p:cNvPr id="1001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1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1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1E7CD8-81CA-4117-A56A-8F29B9D2F08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1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14" name="PlaceHolder 1"/>
          <p:cNvSpPr>
            <a:spLocks noGrp="1"/>
          </p:cNvSpPr>
          <p:nvPr>
            <p:ph type="sldImg"/>
          </p:nvPr>
        </p:nvSpPr>
        <p:spPr>
          <a:xfrm>
            <a:off x="3098880" y="644400"/>
            <a:ext cx="3795480" cy="2846520"/>
          </a:xfrm>
          <a:prstGeom prst="rect">
            <a:avLst/>
          </a:prstGeom>
          <a:ln w="0">
            <a:noFill/>
          </a:ln>
        </p:spPr>
      </p:sp>
      <p:sp>
        <p:nvSpPr>
          <p:cNvPr id="1001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1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17" name="PlaceHolder 1"/>
          <p:cNvSpPr>
            <a:spLocks noGrp="1"/>
          </p:cNvSpPr>
          <p:nvPr>
            <p:ph type="sldImg"/>
          </p:nvPr>
        </p:nvSpPr>
        <p:spPr>
          <a:xfrm>
            <a:off x="3098880" y="644400"/>
            <a:ext cx="3795480" cy="2846520"/>
          </a:xfrm>
          <a:prstGeom prst="rect">
            <a:avLst/>
          </a:prstGeom>
          <a:ln w="0">
            <a:noFill/>
          </a:ln>
        </p:spPr>
      </p:sp>
      <p:sp>
        <p:nvSpPr>
          <p:cNvPr id="10018"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19"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0" name="PlaceHolder 1"/>
          <p:cNvSpPr>
            <a:spLocks noGrp="1"/>
          </p:cNvSpPr>
          <p:nvPr>
            <p:ph type="sldImg"/>
          </p:nvPr>
        </p:nvSpPr>
        <p:spPr>
          <a:xfrm>
            <a:off x="3098880" y="644400"/>
            <a:ext cx="3795480" cy="2846520"/>
          </a:xfrm>
          <a:prstGeom prst="rect">
            <a:avLst/>
          </a:prstGeom>
          <a:ln w="0">
            <a:noFill/>
          </a:ln>
        </p:spPr>
      </p:sp>
      <p:sp>
        <p:nvSpPr>
          <p:cNvPr id="1002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2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3" name="PlaceHolder 1"/>
          <p:cNvSpPr>
            <a:spLocks noGrp="1"/>
          </p:cNvSpPr>
          <p:nvPr>
            <p:ph type="sldImg"/>
          </p:nvPr>
        </p:nvSpPr>
        <p:spPr>
          <a:xfrm>
            <a:off x="3098880" y="644400"/>
            <a:ext cx="3795480" cy="2846520"/>
          </a:xfrm>
          <a:prstGeom prst="rect">
            <a:avLst/>
          </a:prstGeom>
          <a:ln w="0">
            <a:noFill/>
          </a:ln>
        </p:spPr>
      </p:sp>
      <p:sp>
        <p:nvSpPr>
          <p:cNvPr id="1002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2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6" name="PlaceHolder 1"/>
          <p:cNvSpPr>
            <a:spLocks noGrp="1"/>
          </p:cNvSpPr>
          <p:nvPr>
            <p:ph type="sldImg"/>
          </p:nvPr>
        </p:nvSpPr>
        <p:spPr>
          <a:xfrm>
            <a:off x="3098880" y="644400"/>
            <a:ext cx="3795480" cy="2846520"/>
          </a:xfrm>
          <a:prstGeom prst="rect">
            <a:avLst/>
          </a:prstGeom>
          <a:ln w="0">
            <a:noFill/>
          </a:ln>
        </p:spPr>
      </p:sp>
      <p:sp>
        <p:nvSpPr>
          <p:cNvPr id="1002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2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9" name="PlaceHolder 1"/>
          <p:cNvSpPr>
            <a:spLocks noGrp="1"/>
          </p:cNvSpPr>
          <p:nvPr>
            <p:ph type="sldImg"/>
          </p:nvPr>
        </p:nvSpPr>
        <p:spPr>
          <a:xfrm>
            <a:off x="3098880" y="644400"/>
            <a:ext cx="3795480" cy="2846520"/>
          </a:xfrm>
          <a:prstGeom prst="rect">
            <a:avLst/>
          </a:prstGeom>
          <a:ln w="0">
            <a:noFill/>
          </a:ln>
        </p:spPr>
      </p:sp>
      <p:sp>
        <p:nvSpPr>
          <p:cNvPr id="1003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3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2" name="PlaceHolder 1"/>
          <p:cNvSpPr>
            <a:spLocks noGrp="1"/>
          </p:cNvSpPr>
          <p:nvPr>
            <p:ph type="sldImg"/>
          </p:nvPr>
        </p:nvSpPr>
        <p:spPr>
          <a:xfrm>
            <a:off x="3098880" y="644400"/>
            <a:ext cx="3795480" cy="2846520"/>
          </a:xfrm>
          <a:prstGeom prst="rect">
            <a:avLst/>
          </a:prstGeom>
          <a:ln w="0">
            <a:noFill/>
          </a:ln>
        </p:spPr>
      </p:sp>
      <p:sp>
        <p:nvSpPr>
          <p:cNvPr id="10033"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3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5" name="PlaceHolder 1"/>
          <p:cNvSpPr>
            <a:spLocks noGrp="1"/>
          </p:cNvSpPr>
          <p:nvPr>
            <p:ph type="sldImg"/>
          </p:nvPr>
        </p:nvSpPr>
        <p:spPr>
          <a:xfrm>
            <a:off x="3098880" y="644400"/>
            <a:ext cx="3795480" cy="2846520"/>
          </a:xfrm>
          <a:prstGeom prst="rect">
            <a:avLst/>
          </a:prstGeom>
          <a:ln w="0">
            <a:noFill/>
          </a:ln>
        </p:spPr>
      </p:sp>
      <p:sp>
        <p:nvSpPr>
          <p:cNvPr id="1003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3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8" name="PlaceHolder 1"/>
          <p:cNvSpPr>
            <a:spLocks noGrp="1"/>
          </p:cNvSpPr>
          <p:nvPr>
            <p:ph type="sldImg"/>
          </p:nvPr>
        </p:nvSpPr>
        <p:spPr>
          <a:xfrm>
            <a:off x="3098880" y="644400"/>
            <a:ext cx="3795480" cy="2846520"/>
          </a:xfrm>
          <a:prstGeom prst="rect">
            <a:avLst/>
          </a:prstGeom>
          <a:ln w="0">
            <a:noFill/>
          </a:ln>
        </p:spPr>
      </p:sp>
      <p:sp>
        <p:nvSpPr>
          <p:cNvPr id="1003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4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41" name="PlaceHolder 1"/>
          <p:cNvSpPr>
            <a:spLocks noGrp="1"/>
          </p:cNvSpPr>
          <p:nvPr>
            <p:ph type="sldImg"/>
          </p:nvPr>
        </p:nvSpPr>
        <p:spPr>
          <a:xfrm>
            <a:off x="3098880" y="644400"/>
            <a:ext cx="3795480" cy="2846520"/>
          </a:xfrm>
          <a:prstGeom prst="rect">
            <a:avLst/>
          </a:prstGeom>
          <a:ln w="0">
            <a:noFill/>
          </a:ln>
        </p:spPr>
      </p:sp>
      <p:sp>
        <p:nvSpPr>
          <p:cNvPr id="1004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4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44" name="PlaceHolder 1"/>
          <p:cNvSpPr>
            <a:spLocks noGrp="1"/>
          </p:cNvSpPr>
          <p:nvPr>
            <p:ph type="sldImg"/>
          </p:nvPr>
        </p:nvSpPr>
        <p:spPr>
          <a:xfrm>
            <a:off x="3098880" y="644400"/>
            <a:ext cx="3795480" cy="2846520"/>
          </a:xfrm>
          <a:prstGeom prst="rect">
            <a:avLst/>
          </a:prstGeom>
          <a:ln w="0">
            <a:noFill/>
          </a:ln>
        </p:spPr>
      </p:sp>
      <p:sp>
        <p:nvSpPr>
          <p:cNvPr id="1004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4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47" name="PlaceHolder 1"/>
          <p:cNvSpPr>
            <a:spLocks noGrp="1"/>
          </p:cNvSpPr>
          <p:nvPr>
            <p:ph type="sldImg"/>
          </p:nvPr>
        </p:nvSpPr>
        <p:spPr>
          <a:xfrm>
            <a:off x="3098880" y="644400"/>
            <a:ext cx="3795480" cy="2846520"/>
          </a:xfrm>
          <a:prstGeom prst="rect">
            <a:avLst/>
          </a:prstGeom>
          <a:ln w="0">
            <a:noFill/>
          </a:ln>
        </p:spPr>
      </p:sp>
      <p:sp>
        <p:nvSpPr>
          <p:cNvPr id="10048"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49"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50" name="PlaceHolder 1"/>
          <p:cNvSpPr>
            <a:spLocks noGrp="1"/>
          </p:cNvSpPr>
          <p:nvPr>
            <p:ph type="sldImg"/>
          </p:nvPr>
        </p:nvSpPr>
        <p:spPr>
          <a:xfrm>
            <a:off x="3098880" y="644400"/>
            <a:ext cx="3795480" cy="2846520"/>
          </a:xfrm>
          <a:prstGeom prst="rect">
            <a:avLst/>
          </a:prstGeom>
          <a:ln w="0">
            <a:noFill/>
          </a:ln>
        </p:spPr>
      </p:sp>
      <p:sp>
        <p:nvSpPr>
          <p:cNvPr id="1005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5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53" name="PlaceHolder 1"/>
          <p:cNvSpPr>
            <a:spLocks noGrp="1"/>
          </p:cNvSpPr>
          <p:nvPr>
            <p:ph type="sldImg"/>
          </p:nvPr>
        </p:nvSpPr>
        <p:spPr>
          <a:xfrm>
            <a:off x="3098880" y="644400"/>
            <a:ext cx="3795480" cy="2846520"/>
          </a:xfrm>
          <a:prstGeom prst="rect">
            <a:avLst/>
          </a:prstGeom>
          <a:ln w="0">
            <a:noFill/>
          </a:ln>
        </p:spPr>
      </p:sp>
      <p:sp>
        <p:nvSpPr>
          <p:cNvPr id="1005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5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56" name="PlaceHolder 1"/>
          <p:cNvSpPr>
            <a:spLocks noGrp="1"/>
          </p:cNvSpPr>
          <p:nvPr>
            <p:ph type="sldImg"/>
          </p:nvPr>
        </p:nvSpPr>
        <p:spPr>
          <a:xfrm>
            <a:off x="3098880" y="644400"/>
            <a:ext cx="3795480" cy="2846520"/>
          </a:xfrm>
          <a:prstGeom prst="rect">
            <a:avLst/>
          </a:prstGeom>
          <a:ln w="0">
            <a:noFill/>
          </a:ln>
        </p:spPr>
      </p:sp>
      <p:sp>
        <p:nvSpPr>
          <p:cNvPr id="1005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5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59"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CED1EE5-050E-467D-AEA2-521D99EE627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60"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61" name="PlaceHolder 1"/>
          <p:cNvSpPr>
            <a:spLocks noGrp="1"/>
          </p:cNvSpPr>
          <p:nvPr>
            <p:ph type="sldImg"/>
          </p:nvPr>
        </p:nvSpPr>
        <p:spPr>
          <a:xfrm>
            <a:off x="3098880" y="644400"/>
            <a:ext cx="3795480" cy="2846520"/>
          </a:xfrm>
          <a:prstGeom prst="rect">
            <a:avLst/>
          </a:prstGeom>
          <a:ln w="0">
            <a:noFill/>
          </a:ln>
        </p:spPr>
      </p:sp>
      <p:sp>
        <p:nvSpPr>
          <p:cNvPr id="1006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6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E229CE6-7CCE-4178-9CAE-09973A32084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6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66" name="PlaceHolder 1"/>
          <p:cNvSpPr>
            <a:spLocks noGrp="1"/>
          </p:cNvSpPr>
          <p:nvPr>
            <p:ph type="sldImg"/>
          </p:nvPr>
        </p:nvSpPr>
        <p:spPr>
          <a:xfrm>
            <a:off x="3098880" y="644400"/>
            <a:ext cx="3795480" cy="2846520"/>
          </a:xfrm>
          <a:prstGeom prst="rect">
            <a:avLst/>
          </a:prstGeom>
          <a:ln w="0">
            <a:noFill/>
          </a:ln>
        </p:spPr>
      </p:sp>
      <p:sp>
        <p:nvSpPr>
          <p:cNvPr id="1006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6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9"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244D473-2793-413A-8606-00D7AE368B4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70"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71" name="PlaceHolder 1"/>
          <p:cNvSpPr>
            <a:spLocks noGrp="1"/>
          </p:cNvSpPr>
          <p:nvPr>
            <p:ph type="sldImg"/>
          </p:nvPr>
        </p:nvSpPr>
        <p:spPr>
          <a:xfrm>
            <a:off x="3098880" y="644400"/>
            <a:ext cx="3795480" cy="2846520"/>
          </a:xfrm>
          <a:prstGeom prst="rect">
            <a:avLst/>
          </a:prstGeom>
          <a:ln w="0">
            <a:noFill/>
          </a:ln>
        </p:spPr>
      </p:sp>
      <p:sp>
        <p:nvSpPr>
          <p:cNvPr id="1007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7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7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4E3FFAE-8712-4133-AC3C-ADB0FCD45FEA}"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7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76" name="PlaceHolder 1"/>
          <p:cNvSpPr>
            <a:spLocks noGrp="1"/>
          </p:cNvSpPr>
          <p:nvPr>
            <p:ph type="sldImg"/>
          </p:nvPr>
        </p:nvSpPr>
        <p:spPr>
          <a:xfrm>
            <a:off x="3098880" y="644400"/>
            <a:ext cx="3795480" cy="2846520"/>
          </a:xfrm>
          <a:prstGeom prst="rect">
            <a:avLst/>
          </a:prstGeom>
          <a:ln w="0">
            <a:noFill/>
          </a:ln>
        </p:spPr>
      </p:sp>
      <p:sp>
        <p:nvSpPr>
          <p:cNvPr id="1007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7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79"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4F81D8-4143-4075-A252-960B5E904E5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80"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81" name="PlaceHolder 1"/>
          <p:cNvSpPr>
            <a:spLocks noGrp="1"/>
          </p:cNvSpPr>
          <p:nvPr>
            <p:ph type="sldImg"/>
          </p:nvPr>
        </p:nvSpPr>
        <p:spPr>
          <a:xfrm>
            <a:off x="3098880" y="644400"/>
            <a:ext cx="3795480" cy="2846520"/>
          </a:xfrm>
          <a:prstGeom prst="rect">
            <a:avLst/>
          </a:prstGeom>
          <a:ln w="0">
            <a:noFill/>
          </a:ln>
        </p:spPr>
      </p:sp>
      <p:sp>
        <p:nvSpPr>
          <p:cNvPr id="1008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8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8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00CE5C8-4CD7-4746-B0C4-062647F9A02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8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86" name="PlaceHolder 1"/>
          <p:cNvSpPr>
            <a:spLocks noGrp="1"/>
          </p:cNvSpPr>
          <p:nvPr>
            <p:ph type="sldImg"/>
          </p:nvPr>
        </p:nvSpPr>
        <p:spPr>
          <a:xfrm>
            <a:off x="3098880" y="644400"/>
            <a:ext cx="3795480" cy="2846520"/>
          </a:xfrm>
          <a:prstGeom prst="rect">
            <a:avLst/>
          </a:prstGeom>
          <a:ln w="0">
            <a:noFill/>
          </a:ln>
        </p:spPr>
      </p:sp>
      <p:sp>
        <p:nvSpPr>
          <p:cNvPr id="1008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8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89"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6F4A6A0-A0AA-4C6D-BA0D-AAC228D7610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90"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91" name="PlaceHolder 1"/>
          <p:cNvSpPr>
            <a:spLocks noGrp="1"/>
          </p:cNvSpPr>
          <p:nvPr>
            <p:ph type="sldImg"/>
          </p:nvPr>
        </p:nvSpPr>
        <p:spPr>
          <a:xfrm>
            <a:off x="3098880" y="644400"/>
            <a:ext cx="3795480" cy="2846520"/>
          </a:xfrm>
          <a:prstGeom prst="rect">
            <a:avLst/>
          </a:prstGeom>
          <a:ln w="0">
            <a:noFill/>
          </a:ln>
        </p:spPr>
      </p:sp>
      <p:sp>
        <p:nvSpPr>
          <p:cNvPr id="1009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9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64EBF20-35DE-4B92-852F-3FE94E44B9A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09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96" name="PlaceHolder 1"/>
          <p:cNvSpPr>
            <a:spLocks noGrp="1"/>
          </p:cNvSpPr>
          <p:nvPr>
            <p:ph type="sldImg"/>
          </p:nvPr>
        </p:nvSpPr>
        <p:spPr>
          <a:xfrm>
            <a:off x="3098880" y="644400"/>
            <a:ext cx="3795480" cy="2846520"/>
          </a:xfrm>
          <a:prstGeom prst="rect">
            <a:avLst/>
          </a:prstGeom>
          <a:ln w="0">
            <a:noFill/>
          </a:ln>
        </p:spPr>
      </p:sp>
      <p:sp>
        <p:nvSpPr>
          <p:cNvPr id="1009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09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9" name="PlaceHolder 1"/>
          <p:cNvSpPr>
            <a:spLocks noGrp="1"/>
          </p:cNvSpPr>
          <p:nvPr>
            <p:ph type="sldImg"/>
          </p:nvPr>
        </p:nvSpPr>
        <p:spPr>
          <a:xfrm>
            <a:off x="3098880" y="644400"/>
            <a:ext cx="3795480" cy="2846520"/>
          </a:xfrm>
          <a:prstGeom prst="rect">
            <a:avLst/>
          </a:prstGeom>
          <a:ln w="0">
            <a:noFill/>
          </a:ln>
        </p:spPr>
      </p:sp>
      <p:sp>
        <p:nvSpPr>
          <p:cNvPr id="1010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0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02" name="PlaceHolder 1"/>
          <p:cNvSpPr>
            <a:spLocks noGrp="1"/>
          </p:cNvSpPr>
          <p:nvPr>
            <p:ph type="sldImg"/>
          </p:nvPr>
        </p:nvSpPr>
        <p:spPr>
          <a:xfrm>
            <a:off x="3098880" y="644400"/>
            <a:ext cx="3795480" cy="2846520"/>
          </a:xfrm>
          <a:prstGeom prst="rect">
            <a:avLst/>
          </a:prstGeom>
          <a:ln w="0">
            <a:noFill/>
          </a:ln>
        </p:spPr>
      </p:sp>
      <p:sp>
        <p:nvSpPr>
          <p:cNvPr id="10103"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0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05" name="PlaceHolder 1"/>
          <p:cNvSpPr>
            <a:spLocks noGrp="1"/>
          </p:cNvSpPr>
          <p:nvPr>
            <p:ph type="sldImg"/>
          </p:nvPr>
        </p:nvSpPr>
        <p:spPr>
          <a:xfrm>
            <a:off x="3098880" y="644400"/>
            <a:ext cx="3795480" cy="2846520"/>
          </a:xfrm>
          <a:prstGeom prst="rect">
            <a:avLst/>
          </a:prstGeom>
          <a:ln w="0">
            <a:noFill/>
          </a:ln>
        </p:spPr>
      </p:sp>
      <p:sp>
        <p:nvSpPr>
          <p:cNvPr id="1010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0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08" name="PlaceHolder 1"/>
          <p:cNvSpPr>
            <a:spLocks noGrp="1"/>
          </p:cNvSpPr>
          <p:nvPr>
            <p:ph type="sldImg"/>
          </p:nvPr>
        </p:nvSpPr>
        <p:spPr>
          <a:xfrm>
            <a:off x="3098880" y="644400"/>
            <a:ext cx="3795480" cy="2846520"/>
          </a:xfrm>
          <a:prstGeom prst="rect">
            <a:avLst/>
          </a:prstGeom>
          <a:ln w="0">
            <a:noFill/>
          </a:ln>
        </p:spPr>
      </p:sp>
      <p:sp>
        <p:nvSpPr>
          <p:cNvPr id="1010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1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1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11" name="PlaceHolder 1"/>
          <p:cNvSpPr>
            <a:spLocks noGrp="1"/>
          </p:cNvSpPr>
          <p:nvPr>
            <p:ph type="sldImg"/>
          </p:nvPr>
        </p:nvSpPr>
        <p:spPr>
          <a:xfrm>
            <a:off x="3098880" y="644400"/>
            <a:ext cx="3795480" cy="2846520"/>
          </a:xfrm>
          <a:prstGeom prst="rect">
            <a:avLst/>
          </a:prstGeom>
          <a:ln w="0">
            <a:noFill/>
          </a:ln>
        </p:spPr>
      </p:sp>
      <p:sp>
        <p:nvSpPr>
          <p:cNvPr id="1011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1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1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020D73F-8ACB-44A8-9506-7E801D05EB6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11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116" name="PlaceHolder 1"/>
          <p:cNvSpPr>
            <a:spLocks noGrp="1"/>
          </p:cNvSpPr>
          <p:nvPr>
            <p:ph type="sldImg"/>
          </p:nvPr>
        </p:nvSpPr>
        <p:spPr>
          <a:xfrm>
            <a:off x="3098880" y="644400"/>
            <a:ext cx="3795480" cy="2846520"/>
          </a:xfrm>
          <a:prstGeom prst="rect">
            <a:avLst/>
          </a:prstGeom>
          <a:ln w="0">
            <a:noFill/>
          </a:ln>
        </p:spPr>
      </p:sp>
      <p:sp>
        <p:nvSpPr>
          <p:cNvPr id="1011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1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19"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2FA711A-8AD2-443A-9F6A-65489C0E5AA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120"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121" name="PlaceHolder 1"/>
          <p:cNvSpPr>
            <a:spLocks noGrp="1"/>
          </p:cNvSpPr>
          <p:nvPr>
            <p:ph type="sldImg"/>
          </p:nvPr>
        </p:nvSpPr>
        <p:spPr>
          <a:xfrm>
            <a:off x="3098880" y="644400"/>
            <a:ext cx="3795480" cy="2846520"/>
          </a:xfrm>
          <a:prstGeom prst="rect">
            <a:avLst/>
          </a:prstGeom>
          <a:ln w="0">
            <a:noFill/>
          </a:ln>
        </p:spPr>
      </p:sp>
      <p:sp>
        <p:nvSpPr>
          <p:cNvPr id="1012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2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24" name="PlaceHolder 1"/>
          <p:cNvSpPr>
            <a:spLocks noGrp="1"/>
          </p:cNvSpPr>
          <p:nvPr>
            <p:ph type="sldImg"/>
          </p:nvPr>
        </p:nvSpPr>
        <p:spPr>
          <a:xfrm>
            <a:off x="3098880" y="644400"/>
            <a:ext cx="3795480" cy="2846520"/>
          </a:xfrm>
          <a:prstGeom prst="rect">
            <a:avLst/>
          </a:prstGeom>
          <a:ln w="0">
            <a:noFill/>
          </a:ln>
        </p:spPr>
      </p:sp>
      <p:sp>
        <p:nvSpPr>
          <p:cNvPr id="1012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2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27" name="PlaceHolder 1"/>
          <p:cNvSpPr>
            <a:spLocks noGrp="1"/>
          </p:cNvSpPr>
          <p:nvPr>
            <p:ph type="sldImg"/>
          </p:nvPr>
        </p:nvSpPr>
        <p:spPr>
          <a:xfrm>
            <a:off x="3098880" y="644400"/>
            <a:ext cx="3795480" cy="2846520"/>
          </a:xfrm>
          <a:prstGeom prst="rect">
            <a:avLst/>
          </a:prstGeom>
          <a:ln w="0">
            <a:noFill/>
          </a:ln>
        </p:spPr>
      </p:sp>
      <p:sp>
        <p:nvSpPr>
          <p:cNvPr id="10128"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29"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30" name="PlaceHolder 1"/>
          <p:cNvSpPr>
            <a:spLocks noGrp="1"/>
          </p:cNvSpPr>
          <p:nvPr>
            <p:ph type="sldImg"/>
          </p:nvPr>
        </p:nvSpPr>
        <p:spPr>
          <a:xfrm>
            <a:off x="3098880" y="644400"/>
            <a:ext cx="3795480" cy="2846520"/>
          </a:xfrm>
          <a:prstGeom prst="rect">
            <a:avLst/>
          </a:prstGeom>
          <a:ln w="0">
            <a:noFill/>
          </a:ln>
        </p:spPr>
      </p:sp>
      <p:sp>
        <p:nvSpPr>
          <p:cNvPr id="1013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3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33" name="PlaceHolder 1"/>
          <p:cNvSpPr>
            <a:spLocks noGrp="1"/>
          </p:cNvSpPr>
          <p:nvPr>
            <p:ph type="sldImg"/>
          </p:nvPr>
        </p:nvSpPr>
        <p:spPr>
          <a:xfrm>
            <a:off x="3098880" y="644400"/>
            <a:ext cx="3795480" cy="2846520"/>
          </a:xfrm>
          <a:prstGeom prst="rect">
            <a:avLst/>
          </a:prstGeom>
          <a:ln w="0">
            <a:noFill/>
          </a:ln>
        </p:spPr>
      </p:sp>
      <p:sp>
        <p:nvSpPr>
          <p:cNvPr id="1013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3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36" name="PlaceHolder 1"/>
          <p:cNvSpPr>
            <a:spLocks noGrp="1"/>
          </p:cNvSpPr>
          <p:nvPr>
            <p:ph type="sldImg"/>
          </p:nvPr>
        </p:nvSpPr>
        <p:spPr>
          <a:xfrm>
            <a:off x="3098880" y="644400"/>
            <a:ext cx="3795480" cy="2846520"/>
          </a:xfrm>
          <a:prstGeom prst="rect">
            <a:avLst/>
          </a:prstGeom>
          <a:ln w="0">
            <a:noFill/>
          </a:ln>
        </p:spPr>
      </p:sp>
      <p:sp>
        <p:nvSpPr>
          <p:cNvPr id="1013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3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39" name="PlaceHolder 1"/>
          <p:cNvSpPr>
            <a:spLocks noGrp="1"/>
          </p:cNvSpPr>
          <p:nvPr>
            <p:ph type="sldImg"/>
          </p:nvPr>
        </p:nvSpPr>
        <p:spPr>
          <a:xfrm>
            <a:off x="3098880" y="644400"/>
            <a:ext cx="3795480" cy="2846520"/>
          </a:xfrm>
          <a:prstGeom prst="rect">
            <a:avLst/>
          </a:prstGeom>
          <a:ln w="0">
            <a:noFill/>
          </a:ln>
        </p:spPr>
      </p:sp>
      <p:sp>
        <p:nvSpPr>
          <p:cNvPr id="1014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4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42" name="PlaceHolder 1"/>
          <p:cNvSpPr>
            <a:spLocks noGrp="1"/>
          </p:cNvSpPr>
          <p:nvPr>
            <p:ph type="sldImg"/>
          </p:nvPr>
        </p:nvSpPr>
        <p:spPr>
          <a:xfrm>
            <a:off x="3098880" y="644400"/>
            <a:ext cx="3795480" cy="2846520"/>
          </a:xfrm>
          <a:prstGeom prst="rect">
            <a:avLst/>
          </a:prstGeom>
          <a:ln w="0">
            <a:noFill/>
          </a:ln>
        </p:spPr>
      </p:sp>
      <p:sp>
        <p:nvSpPr>
          <p:cNvPr id="10143"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4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45" name="PlaceHolder 1"/>
          <p:cNvSpPr>
            <a:spLocks noGrp="1"/>
          </p:cNvSpPr>
          <p:nvPr>
            <p:ph type="sldImg"/>
          </p:nvPr>
        </p:nvSpPr>
        <p:spPr>
          <a:xfrm>
            <a:off x="1081080" y="868320"/>
            <a:ext cx="7680240" cy="5761080"/>
          </a:xfrm>
          <a:prstGeom prst="rect">
            <a:avLst/>
          </a:prstGeom>
          <a:ln w="0">
            <a:noFill/>
          </a:ln>
        </p:spPr>
      </p:sp>
      <p:sp>
        <p:nvSpPr>
          <p:cNvPr id="10146" name="PlaceHolder 2"/>
          <p:cNvSpPr>
            <a:spLocks noGrp="1"/>
          </p:cNvSpPr>
          <p:nvPr>
            <p:ph type="body"/>
          </p:nvPr>
        </p:nvSpPr>
        <p:spPr>
          <a:xfrm>
            <a:off x="1184040" y="248760"/>
            <a:ext cx="548460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4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48" name="PlaceHolder 1"/>
          <p:cNvSpPr>
            <a:spLocks noGrp="1"/>
          </p:cNvSpPr>
          <p:nvPr>
            <p:ph type="sldImg"/>
          </p:nvPr>
        </p:nvSpPr>
        <p:spPr>
          <a:xfrm>
            <a:off x="3098880" y="644400"/>
            <a:ext cx="3795480" cy="2846520"/>
          </a:xfrm>
          <a:prstGeom prst="rect">
            <a:avLst/>
          </a:prstGeom>
          <a:ln w="0">
            <a:noFill/>
          </a:ln>
        </p:spPr>
      </p:sp>
      <p:sp>
        <p:nvSpPr>
          <p:cNvPr id="1014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5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51" name="PlaceHolder 1"/>
          <p:cNvSpPr>
            <a:spLocks noGrp="1"/>
          </p:cNvSpPr>
          <p:nvPr>
            <p:ph type="sldImg"/>
          </p:nvPr>
        </p:nvSpPr>
        <p:spPr>
          <a:xfrm>
            <a:off x="3098880" y="644400"/>
            <a:ext cx="3795480" cy="2846520"/>
          </a:xfrm>
          <a:prstGeom prst="rect">
            <a:avLst/>
          </a:prstGeom>
          <a:ln w="0">
            <a:noFill/>
          </a:ln>
        </p:spPr>
      </p:sp>
      <p:sp>
        <p:nvSpPr>
          <p:cNvPr id="1015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5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54" name="PlaceHolder 1"/>
          <p:cNvSpPr>
            <a:spLocks noGrp="1"/>
          </p:cNvSpPr>
          <p:nvPr>
            <p:ph type="sldImg"/>
          </p:nvPr>
        </p:nvSpPr>
        <p:spPr>
          <a:xfrm>
            <a:off x="3098880" y="644400"/>
            <a:ext cx="3795480" cy="2846520"/>
          </a:xfrm>
          <a:prstGeom prst="rect">
            <a:avLst/>
          </a:prstGeom>
          <a:ln w="0">
            <a:noFill/>
          </a:ln>
        </p:spPr>
      </p:sp>
      <p:sp>
        <p:nvSpPr>
          <p:cNvPr id="1015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5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57" name="PlaceHolder 1"/>
          <p:cNvSpPr>
            <a:spLocks noGrp="1"/>
          </p:cNvSpPr>
          <p:nvPr>
            <p:ph type="sldImg"/>
          </p:nvPr>
        </p:nvSpPr>
        <p:spPr>
          <a:xfrm>
            <a:off x="3098880" y="644400"/>
            <a:ext cx="3795480" cy="2846520"/>
          </a:xfrm>
          <a:prstGeom prst="rect">
            <a:avLst/>
          </a:prstGeom>
          <a:ln w="0">
            <a:noFill/>
          </a:ln>
        </p:spPr>
      </p:sp>
      <p:sp>
        <p:nvSpPr>
          <p:cNvPr id="10158"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59"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0" name="PlaceHolder 1"/>
          <p:cNvSpPr>
            <a:spLocks noGrp="1"/>
          </p:cNvSpPr>
          <p:nvPr>
            <p:ph type="sldImg"/>
          </p:nvPr>
        </p:nvSpPr>
        <p:spPr>
          <a:xfrm>
            <a:off x="3098880" y="644400"/>
            <a:ext cx="3795480" cy="2846520"/>
          </a:xfrm>
          <a:prstGeom prst="rect">
            <a:avLst/>
          </a:prstGeom>
          <a:ln w="0">
            <a:noFill/>
          </a:ln>
        </p:spPr>
      </p:sp>
      <p:sp>
        <p:nvSpPr>
          <p:cNvPr id="1016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6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3" name="PlaceHolder 1"/>
          <p:cNvSpPr>
            <a:spLocks noGrp="1"/>
          </p:cNvSpPr>
          <p:nvPr>
            <p:ph type="sldImg"/>
          </p:nvPr>
        </p:nvSpPr>
        <p:spPr>
          <a:xfrm>
            <a:off x="3098880" y="644400"/>
            <a:ext cx="3795480" cy="2846520"/>
          </a:xfrm>
          <a:prstGeom prst="rect">
            <a:avLst/>
          </a:prstGeom>
          <a:ln w="0">
            <a:noFill/>
          </a:ln>
        </p:spPr>
      </p:sp>
      <p:sp>
        <p:nvSpPr>
          <p:cNvPr id="1016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6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6" name="PlaceHolder 1"/>
          <p:cNvSpPr>
            <a:spLocks noGrp="1"/>
          </p:cNvSpPr>
          <p:nvPr>
            <p:ph type="sldImg"/>
          </p:nvPr>
        </p:nvSpPr>
        <p:spPr>
          <a:xfrm>
            <a:off x="3098880" y="644400"/>
            <a:ext cx="3795480" cy="2846520"/>
          </a:xfrm>
          <a:prstGeom prst="rect">
            <a:avLst/>
          </a:prstGeom>
          <a:ln w="0">
            <a:noFill/>
          </a:ln>
        </p:spPr>
      </p:sp>
      <p:sp>
        <p:nvSpPr>
          <p:cNvPr id="1016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6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69" name="PlaceHolder 1"/>
          <p:cNvSpPr>
            <a:spLocks noGrp="1"/>
          </p:cNvSpPr>
          <p:nvPr>
            <p:ph type="sldImg"/>
          </p:nvPr>
        </p:nvSpPr>
        <p:spPr>
          <a:xfrm>
            <a:off x="3098880" y="644400"/>
            <a:ext cx="3795480" cy="2846520"/>
          </a:xfrm>
          <a:prstGeom prst="rect">
            <a:avLst/>
          </a:prstGeom>
          <a:ln w="0">
            <a:noFill/>
          </a:ln>
        </p:spPr>
      </p:sp>
      <p:sp>
        <p:nvSpPr>
          <p:cNvPr id="1017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7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72" name="PlaceHolder 1"/>
          <p:cNvSpPr>
            <a:spLocks noGrp="1"/>
          </p:cNvSpPr>
          <p:nvPr>
            <p:ph type="sldImg"/>
          </p:nvPr>
        </p:nvSpPr>
        <p:spPr>
          <a:xfrm>
            <a:off x="3098880" y="644400"/>
            <a:ext cx="3795480" cy="2846520"/>
          </a:xfrm>
          <a:prstGeom prst="rect">
            <a:avLst/>
          </a:prstGeom>
          <a:ln w="0">
            <a:noFill/>
          </a:ln>
        </p:spPr>
      </p:sp>
      <p:sp>
        <p:nvSpPr>
          <p:cNvPr id="10173"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7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75" name="PlaceHolder 1"/>
          <p:cNvSpPr>
            <a:spLocks noGrp="1"/>
          </p:cNvSpPr>
          <p:nvPr>
            <p:ph type="sldImg"/>
          </p:nvPr>
        </p:nvSpPr>
        <p:spPr>
          <a:xfrm>
            <a:off x="3098880" y="644400"/>
            <a:ext cx="3795480" cy="2846520"/>
          </a:xfrm>
          <a:prstGeom prst="rect">
            <a:avLst/>
          </a:prstGeom>
          <a:ln w="0">
            <a:noFill/>
          </a:ln>
        </p:spPr>
      </p:sp>
      <p:sp>
        <p:nvSpPr>
          <p:cNvPr id="1017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7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78" name="PlaceHolder 1"/>
          <p:cNvSpPr>
            <a:spLocks noGrp="1"/>
          </p:cNvSpPr>
          <p:nvPr>
            <p:ph type="sldImg"/>
          </p:nvPr>
        </p:nvSpPr>
        <p:spPr>
          <a:xfrm>
            <a:off x="3098880" y="644400"/>
            <a:ext cx="3795480" cy="2846520"/>
          </a:xfrm>
          <a:prstGeom prst="rect">
            <a:avLst/>
          </a:prstGeom>
          <a:ln w="0">
            <a:noFill/>
          </a:ln>
        </p:spPr>
      </p:sp>
      <p:sp>
        <p:nvSpPr>
          <p:cNvPr id="1017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8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1" name="PlaceHolder 1"/>
          <p:cNvSpPr>
            <a:spLocks noGrp="1"/>
          </p:cNvSpPr>
          <p:nvPr>
            <p:ph type="sldImg"/>
          </p:nvPr>
        </p:nvSpPr>
        <p:spPr>
          <a:xfrm>
            <a:off x="3098880" y="644400"/>
            <a:ext cx="3795480" cy="2846520"/>
          </a:xfrm>
          <a:prstGeom prst="rect">
            <a:avLst/>
          </a:prstGeom>
          <a:ln w="0">
            <a:noFill/>
          </a:ln>
        </p:spPr>
      </p:sp>
      <p:sp>
        <p:nvSpPr>
          <p:cNvPr id="1018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8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4" name="PlaceHolder 1"/>
          <p:cNvSpPr>
            <a:spLocks noGrp="1"/>
          </p:cNvSpPr>
          <p:nvPr>
            <p:ph type="sldImg"/>
          </p:nvPr>
        </p:nvSpPr>
        <p:spPr>
          <a:xfrm>
            <a:off x="3098880" y="644400"/>
            <a:ext cx="3795480" cy="2846520"/>
          </a:xfrm>
          <a:prstGeom prst="rect">
            <a:avLst/>
          </a:prstGeom>
          <a:ln w="0">
            <a:noFill/>
          </a:ln>
        </p:spPr>
      </p:sp>
      <p:sp>
        <p:nvSpPr>
          <p:cNvPr id="1018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8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7" name="PlaceHolder 1"/>
          <p:cNvSpPr>
            <a:spLocks noGrp="1"/>
          </p:cNvSpPr>
          <p:nvPr>
            <p:ph type="sldImg"/>
          </p:nvPr>
        </p:nvSpPr>
        <p:spPr>
          <a:xfrm>
            <a:off x="3098880" y="644400"/>
            <a:ext cx="3795480" cy="2846520"/>
          </a:xfrm>
          <a:prstGeom prst="rect">
            <a:avLst/>
          </a:prstGeom>
          <a:ln w="0">
            <a:noFill/>
          </a:ln>
        </p:spPr>
      </p:sp>
      <p:sp>
        <p:nvSpPr>
          <p:cNvPr id="10188"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89"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0" name="PlaceHolder 1"/>
          <p:cNvSpPr>
            <a:spLocks noGrp="1"/>
          </p:cNvSpPr>
          <p:nvPr>
            <p:ph type="sldImg"/>
          </p:nvPr>
        </p:nvSpPr>
        <p:spPr>
          <a:xfrm>
            <a:off x="3098880" y="644400"/>
            <a:ext cx="3795480" cy="2846520"/>
          </a:xfrm>
          <a:prstGeom prst="rect">
            <a:avLst/>
          </a:prstGeom>
          <a:ln w="0">
            <a:noFill/>
          </a:ln>
        </p:spPr>
      </p:sp>
      <p:sp>
        <p:nvSpPr>
          <p:cNvPr id="1019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9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3" name="PlaceHolder 1"/>
          <p:cNvSpPr>
            <a:spLocks noGrp="1"/>
          </p:cNvSpPr>
          <p:nvPr>
            <p:ph type="sldImg"/>
          </p:nvPr>
        </p:nvSpPr>
        <p:spPr>
          <a:xfrm>
            <a:off x="3098880" y="644400"/>
            <a:ext cx="3795480" cy="2846520"/>
          </a:xfrm>
          <a:prstGeom prst="rect">
            <a:avLst/>
          </a:prstGeom>
          <a:ln w="0">
            <a:noFill/>
          </a:ln>
        </p:spPr>
      </p:sp>
      <p:sp>
        <p:nvSpPr>
          <p:cNvPr id="1019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9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6" name="PlaceHolder 1"/>
          <p:cNvSpPr>
            <a:spLocks noGrp="1"/>
          </p:cNvSpPr>
          <p:nvPr>
            <p:ph type="sldImg"/>
          </p:nvPr>
        </p:nvSpPr>
        <p:spPr>
          <a:xfrm>
            <a:off x="3098880" y="644400"/>
            <a:ext cx="3795480" cy="2846520"/>
          </a:xfrm>
          <a:prstGeom prst="rect">
            <a:avLst/>
          </a:prstGeom>
          <a:ln w="0">
            <a:noFill/>
          </a:ln>
        </p:spPr>
      </p:sp>
      <p:sp>
        <p:nvSpPr>
          <p:cNvPr id="1019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19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99" name="PlaceHolder 1"/>
          <p:cNvSpPr>
            <a:spLocks noGrp="1"/>
          </p:cNvSpPr>
          <p:nvPr>
            <p:ph type="sldImg"/>
          </p:nvPr>
        </p:nvSpPr>
        <p:spPr>
          <a:xfrm>
            <a:off x="1079640" y="868320"/>
            <a:ext cx="7683480" cy="5762520"/>
          </a:xfrm>
          <a:prstGeom prst="rect">
            <a:avLst/>
          </a:prstGeom>
          <a:ln w="0">
            <a:noFill/>
          </a:ln>
        </p:spPr>
      </p:sp>
      <p:sp>
        <p:nvSpPr>
          <p:cNvPr id="10200" name="PlaceHolder 2"/>
          <p:cNvSpPr>
            <a:spLocks noGrp="1"/>
          </p:cNvSpPr>
          <p:nvPr>
            <p:ph type="body"/>
          </p:nvPr>
        </p:nvSpPr>
        <p:spPr>
          <a:xfrm>
            <a:off x="1184400" y="252360"/>
            <a:ext cx="548784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0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02" name="PlaceHolder 1"/>
          <p:cNvSpPr>
            <a:spLocks noGrp="1"/>
          </p:cNvSpPr>
          <p:nvPr>
            <p:ph type="sldImg"/>
          </p:nvPr>
        </p:nvSpPr>
        <p:spPr>
          <a:xfrm>
            <a:off x="3098880" y="644400"/>
            <a:ext cx="3795480" cy="2846520"/>
          </a:xfrm>
          <a:prstGeom prst="rect">
            <a:avLst/>
          </a:prstGeom>
          <a:ln w="0">
            <a:noFill/>
          </a:ln>
        </p:spPr>
      </p:sp>
      <p:sp>
        <p:nvSpPr>
          <p:cNvPr id="10203"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0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05" name="PlaceHolder 1"/>
          <p:cNvSpPr>
            <a:spLocks noGrp="1"/>
          </p:cNvSpPr>
          <p:nvPr>
            <p:ph type="sldImg"/>
          </p:nvPr>
        </p:nvSpPr>
        <p:spPr>
          <a:xfrm>
            <a:off x="3098880" y="644400"/>
            <a:ext cx="3795480" cy="2846520"/>
          </a:xfrm>
          <a:prstGeom prst="rect">
            <a:avLst/>
          </a:prstGeom>
          <a:ln w="0">
            <a:noFill/>
          </a:ln>
        </p:spPr>
      </p:sp>
      <p:sp>
        <p:nvSpPr>
          <p:cNvPr id="1020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0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08" name="PlaceHolder 1"/>
          <p:cNvSpPr>
            <a:spLocks noGrp="1"/>
          </p:cNvSpPr>
          <p:nvPr>
            <p:ph type="sldImg"/>
          </p:nvPr>
        </p:nvSpPr>
        <p:spPr>
          <a:xfrm>
            <a:off x="3098880" y="644400"/>
            <a:ext cx="3795480" cy="2846520"/>
          </a:xfrm>
          <a:prstGeom prst="rect">
            <a:avLst/>
          </a:prstGeom>
          <a:ln w="0">
            <a:noFill/>
          </a:ln>
        </p:spPr>
      </p:sp>
      <p:sp>
        <p:nvSpPr>
          <p:cNvPr id="1020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1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1"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EBA3241-30DE-4E86-865C-DBFBA01AE00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12"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13" name="PlaceHolder 1"/>
          <p:cNvSpPr>
            <a:spLocks noGrp="1"/>
          </p:cNvSpPr>
          <p:nvPr>
            <p:ph type="sldImg"/>
          </p:nvPr>
        </p:nvSpPr>
        <p:spPr>
          <a:xfrm>
            <a:off x="3098880" y="644400"/>
            <a:ext cx="3795480" cy="2846520"/>
          </a:xfrm>
          <a:prstGeom prst="rect">
            <a:avLst/>
          </a:prstGeom>
          <a:ln w="0">
            <a:noFill/>
          </a:ln>
        </p:spPr>
      </p:sp>
      <p:sp>
        <p:nvSpPr>
          <p:cNvPr id="1021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1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EFA0BAD-9D9E-4625-A85D-0D34CC123043}"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1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18" name="PlaceHolder 1"/>
          <p:cNvSpPr>
            <a:spLocks noGrp="1"/>
          </p:cNvSpPr>
          <p:nvPr>
            <p:ph type="sldImg"/>
          </p:nvPr>
        </p:nvSpPr>
        <p:spPr>
          <a:xfrm>
            <a:off x="3098880" y="644400"/>
            <a:ext cx="3795480" cy="2846520"/>
          </a:xfrm>
          <a:prstGeom prst="rect">
            <a:avLst/>
          </a:prstGeom>
          <a:ln w="0">
            <a:noFill/>
          </a:ln>
        </p:spPr>
      </p:sp>
      <p:sp>
        <p:nvSpPr>
          <p:cNvPr id="1021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2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21"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966CCA6-E5A5-4C05-BFBD-9B03D2CEAD5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22"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23" name="PlaceHolder 1"/>
          <p:cNvSpPr>
            <a:spLocks noGrp="1"/>
          </p:cNvSpPr>
          <p:nvPr>
            <p:ph type="sldImg"/>
          </p:nvPr>
        </p:nvSpPr>
        <p:spPr>
          <a:xfrm>
            <a:off x="3098880" y="644400"/>
            <a:ext cx="3795480" cy="2846520"/>
          </a:xfrm>
          <a:prstGeom prst="rect">
            <a:avLst/>
          </a:prstGeom>
          <a:ln w="0">
            <a:noFill/>
          </a:ln>
        </p:spPr>
      </p:sp>
      <p:sp>
        <p:nvSpPr>
          <p:cNvPr id="1022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2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2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E669D0-14D5-4C88-AD80-1B3F0E9E1EC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2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28" name="PlaceHolder 1"/>
          <p:cNvSpPr>
            <a:spLocks noGrp="1"/>
          </p:cNvSpPr>
          <p:nvPr>
            <p:ph type="sldImg"/>
          </p:nvPr>
        </p:nvSpPr>
        <p:spPr>
          <a:xfrm>
            <a:off x="3098880" y="644400"/>
            <a:ext cx="3795480" cy="2846520"/>
          </a:xfrm>
          <a:prstGeom prst="rect">
            <a:avLst/>
          </a:prstGeom>
          <a:ln w="0">
            <a:noFill/>
          </a:ln>
        </p:spPr>
      </p:sp>
      <p:sp>
        <p:nvSpPr>
          <p:cNvPr id="1022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3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31"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FC72967-E867-41D0-9B2C-BBA88FBB546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32"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33" name="PlaceHolder 1"/>
          <p:cNvSpPr>
            <a:spLocks noGrp="1"/>
          </p:cNvSpPr>
          <p:nvPr>
            <p:ph type="sldImg"/>
          </p:nvPr>
        </p:nvSpPr>
        <p:spPr>
          <a:xfrm>
            <a:off x="3098880" y="644400"/>
            <a:ext cx="3795480" cy="2846520"/>
          </a:xfrm>
          <a:prstGeom prst="rect">
            <a:avLst/>
          </a:prstGeom>
          <a:ln w="0">
            <a:noFill/>
          </a:ln>
        </p:spPr>
      </p:sp>
      <p:sp>
        <p:nvSpPr>
          <p:cNvPr id="1023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3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3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5B9F57E-4DF5-4D7E-85AC-4A3A186D3744}"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3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38" name="PlaceHolder 1"/>
          <p:cNvSpPr>
            <a:spLocks noGrp="1"/>
          </p:cNvSpPr>
          <p:nvPr>
            <p:ph type="sldImg"/>
          </p:nvPr>
        </p:nvSpPr>
        <p:spPr>
          <a:xfrm>
            <a:off x="3098880" y="644400"/>
            <a:ext cx="3795480" cy="2846520"/>
          </a:xfrm>
          <a:prstGeom prst="rect">
            <a:avLst/>
          </a:prstGeom>
          <a:ln w="0">
            <a:noFill/>
          </a:ln>
        </p:spPr>
      </p:sp>
      <p:sp>
        <p:nvSpPr>
          <p:cNvPr id="1023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4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41"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AFF6E9B-2D56-4940-8CDE-06ABB5AEF60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42"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43" name="PlaceHolder 1"/>
          <p:cNvSpPr>
            <a:spLocks noGrp="1"/>
          </p:cNvSpPr>
          <p:nvPr>
            <p:ph type="sldImg"/>
          </p:nvPr>
        </p:nvSpPr>
        <p:spPr>
          <a:xfrm>
            <a:off x="3098880" y="644400"/>
            <a:ext cx="3795480" cy="2846520"/>
          </a:xfrm>
          <a:prstGeom prst="rect">
            <a:avLst/>
          </a:prstGeom>
          <a:ln w="0">
            <a:noFill/>
          </a:ln>
        </p:spPr>
      </p:sp>
      <p:sp>
        <p:nvSpPr>
          <p:cNvPr id="1024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4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4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9418690-916C-41CF-A18E-A7F355C636E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4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48" name="PlaceHolder 1"/>
          <p:cNvSpPr>
            <a:spLocks noGrp="1"/>
          </p:cNvSpPr>
          <p:nvPr>
            <p:ph type="sldImg"/>
          </p:nvPr>
        </p:nvSpPr>
        <p:spPr>
          <a:xfrm>
            <a:off x="3098880" y="644400"/>
            <a:ext cx="3795480" cy="2846520"/>
          </a:xfrm>
          <a:prstGeom prst="rect">
            <a:avLst/>
          </a:prstGeom>
          <a:ln w="0">
            <a:noFill/>
          </a:ln>
        </p:spPr>
      </p:sp>
      <p:sp>
        <p:nvSpPr>
          <p:cNvPr id="1024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5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51"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BD019CB-FF2C-4D2A-89BD-AE327841454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52"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53" name="PlaceHolder 1"/>
          <p:cNvSpPr>
            <a:spLocks noGrp="1"/>
          </p:cNvSpPr>
          <p:nvPr>
            <p:ph type="sldImg"/>
          </p:nvPr>
        </p:nvSpPr>
        <p:spPr>
          <a:xfrm>
            <a:off x="3098880" y="644400"/>
            <a:ext cx="3795480" cy="2846520"/>
          </a:xfrm>
          <a:prstGeom prst="rect">
            <a:avLst/>
          </a:prstGeom>
          <a:ln w="0">
            <a:noFill/>
          </a:ln>
        </p:spPr>
      </p:sp>
      <p:sp>
        <p:nvSpPr>
          <p:cNvPr id="1025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5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56"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3A22C49-A086-40B7-82D7-BC5FACF5D3F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57"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58" name="PlaceHolder 1"/>
          <p:cNvSpPr>
            <a:spLocks noGrp="1"/>
          </p:cNvSpPr>
          <p:nvPr>
            <p:ph type="sldImg"/>
          </p:nvPr>
        </p:nvSpPr>
        <p:spPr>
          <a:xfrm>
            <a:off x="3098880" y="644400"/>
            <a:ext cx="3795480" cy="2846520"/>
          </a:xfrm>
          <a:prstGeom prst="rect">
            <a:avLst/>
          </a:prstGeom>
          <a:ln w="0">
            <a:noFill/>
          </a:ln>
        </p:spPr>
      </p:sp>
      <p:sp>
        <p:nvSpPr>
          <p:cNvPr id="1025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6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61"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8DD6106-07D4-47EF-B266-6D0A2C40C34F}"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62"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63" name="PlaceHolder 1"/>
          <p:cNvSpPr>
            <a:spLocks noGrp="1"/>
          </p:cNvSpPr>
          <p:nvPr>
            <p:ph type="sldImg"/>
          </p:nvPr>
        </p:nvSpPr>
        <p:spPr>
          <a:xfrm>
            <a:off x="3098880" y="644400"/>
            <a:ext cx="3795480" cy="2846520"/>
          </a:xfrm>
          <a:prstGeom prst="rect">
            <a:avLst/>
          </a:prstGeom>
          <a:ln w="0">
            <a:noFill/>
          </a:ln>
        </p:spPr>
      </p:sp>
      <p:sp>
        <p:nvSpPr>
          <p:cNvPr id="1026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6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66" name="PlaceHolder 1"/>
          <p:cNvSpPr>
            <a:spLocks noGrp="1"/>
          </p:cNvSpPr>
          <p:nvPr>
            <p:ph type="sldImg"/>
          </p:nvPr>
        </p:nvSpPr>
        <p:spPr>
          <a:xfrm>
            <a:off x="3098880" y="644400"/>
            <a:ext cx="3795480" cy="2846520"/>
          </a:xfrm>
          <a:prstGeom prst="rect">
            <a:avLst/>
          </a:prstGeom>
          <a:ln w="0">
            <a:noFill/>
          </a:ln>
        </p:spPr>
      </p:sp>
      <p:sp>
        <p:nvSpPr>
          <p:cNvPr id="1026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6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69"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C72405E-1FDB-491D-959F-1411B5629117}"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70"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71" name="PlaceHolder 1"/>
          <p:cNvSpPr>
            <a:spLocks noGrp="1"/>
          </p:cNvSpPr>
          <p:nvPr>
            <p:ph type="sldImg"/>
          </p:nvPr>
        </p:nvSpPr>
        <p:spPr>
          <a:xfrm>
            <a:off x="3098880" y="644400"/>
            <a:ext cx="3795480" cy="2846520"/>
          </a:xfrm>
          <a:prstGeom prst="rect">
            <a:avLst/>
          </a:prstGeom>
          <a:ln w="0">
            <a:noFill/>
          </a:ln>
        </p:spPr>
      </p:sp>
      <p:sp>
        <p:nvSpPr>
          <p:cNvPr id="1027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7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7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DDD63C4-3DC9-4AD5-8FB5-E5D61360479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7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76" name="PlaceHolder 1"/>
          <p:cNvSpPr>
            <a:spLocks noGrp="1"/>
          </p:cNvSpPr>
          <p:nvPr>
            <p:ph type="sldImg"/>
          </p:nvPr>
        </p:nvSpPr>
        <p:spPr>
          <a:xfrm>
            <a:off x="3098880" y="644400"/>
            <a:ext cx="3795480" cy="2846520"/>
          </a:xfrm>
          <a:prstGeom prst="rect">
            <a:avLst/>
          </a:prstGeom>
          <a:ln w="0">
            <a:noFill/>
          </a:ln>
        </p:spPr>
      </p:sp>
      <p:sp>
        <p:nvSpPr>
          <p:cNvPr id="1027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7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79"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EDFA6A5-E371-404E-9254-32A75532E375}"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80"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81" name="PlaceHolder 1"/>
          <p:cNvSpPr>
            <a:spLocks noGrp="1"/>
          </p:cNvSpPr>
          <p:nvPr>
            <p:ph type="sldImg"/>
          </p:nvPr>
        </p:nvSpPr>
        <p:spPr>
          <a:xfrm>
            <a:off x="3098880" y="644400"/>
            <a:ext cx="3795480" cy="2846520"/>
          </a:xfrm>
          <a:prstGeom prst="rect">
            <a:avLst/>
          </a:prstGeom>
          <a:ln w="0">
            <a:noFill/>
          </a:ln>
        </p:spPr>
      </p:sp>
      <p:sp>
        <p:nvSpPr>
          <p:cNvPr id="1028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8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8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02E0630-E147-43E0-97C1-392C3ED91404}"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8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86" name="PlaceHolder 1"/>
          <p:cNvSpPr>
            <a:spLocks noGrp="1"/>
          </p:cNvSpPr>
          <p:nvPr>
            <p:ph type="sldImg"/>
          </p:nvPr>
        </p:nvSpPr>
        <p:spPr>
          <a:xfrm>
            <a:off x="3098880" y="644400"/>
            <a:ext cx="3795480" cy="2846520"/>
          </a:xfrm>
          <a:prstGeom prst="rect">
            <a:avLst/>
          </a:prstGeom>
          <a:ln w="0">
            <a:noFill/>
          </a:ln>
        </p:spPr>
      </p:sp>
      <p:sp>
        <p:nvSpPr>
          <p:cNvPr id="1028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8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89"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1E84B3A-AECF-4284-9624-3C1E368477A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90"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91" name="PlaceHolder 1"/>
          <p:cNvSpPr>
            <a:spLocks noGrp="1"/>
          </p:cNvSpPr>
          <p:nvPr>
            <p:ph type="sldImg"/>
          </p:nvPr>
        </p:nvSpPr>
        <p:spPr>
          <a:xfrm>
            <a:off x="3098880" y="644400"/>
            <a:ext cx="3795480" cy="2846520"/>
          </a:xfrm>
          <a:prstGeom prst="rect">
            <a:avLst/>
          </a:prstGeom>
          <a:ln w="0">
            <a:noFill/>
          </a:ln>
        </p:spPr>
      </p:sp>
      <p:sp>
        <p:nvSpPr>
          <p:cNvPr id="1029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9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9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DF10C59-BC18-4D88-A3EE-856E0B4192B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29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296" name="PlaceHolder 1"/>
          <p:cNvSpPr>
            <a:spLocks noGrp="1"/>
          </p:cNvSpPr>
          <p:nvPr>
            <p:ph type="sldImg"/>
          </p:nvPr>
        </p:nvSpPr>
        <p:spPr>
          <a:xfrm>
            <a:off x="3098880" y="644400"/>
            <a:ext cx="3795480" cy="2846520"/>
          </a:xfrm>
          <a:prstGeom prst="rect">
            <a:avLst/>
          </a:prstGeom>
          <a:ln w="0">
            <a:noFill/>
          </a:ln>
        </p:spPr>
      </p:sp>
      <p:sp>
        <p:nvSpPr>
          <p:cNvPr id="1029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29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99"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C8D6235-DF74-4F96-819A-52DB5C1A7A78}"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300"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301" name="PlaceHolder 1"/>
          <p:cNvSpPr>
            <a:spLocks noGrp="1"/>
          </p:cNvSpPr>
          <p:nvPr>
            <p:ph type="sldImg"/>
          </p:nvPr>
        </p:nvSpPr>
        <p:spPr>
          <a:xfrm>
            <a:off x="3098880" y="644400"/>
            <a:ext cx="3795480" cy="2846520"/>
          </a:xfrm>
          <a:prstGeom prst="rect">
            <a:avLst/>
          </a:prstGeom>
          <a:ln w="0">
            <a:noFill/>
          </a:ln>
        </p:spPr>
      </p:sp>
      <p:sp>
        <p:nvSpPr>
          <p:cNvPr id="1030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0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04"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4230793-CAED-4780-A0CA-098407DFE8E4}"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305"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306" name="PlaceHolder 1"/>
          <p:cNvSpPr>
            <a:spLocks noGrp="1"/>
          </p:cNvSpPr>
          <p:nvPr>
            <p:ph type="sldImg"/>
          </p:nvPr>
        </p:nvSpPr>
        <p:spPr>
          <a:xfrm>
            <a:off x="3098880" y="644400"/>
            <a:ext cx="3795480" cy="2846520"/>
          </a:xfrm>
          <a:prstGeom prst="rect">
            <a:avLst/>
          </a:prstGeom>
          <a:ln w="0">
            <a:noFill/>
          </a:ln>
        </p:spPr>
      </p:sp>
      <p:sp>
        <p:nvSpPr>
          <p:cNvPr id="1030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0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09" name="PlaceHolder 1"/>
          <p:cNvSpPr>
            <a:spLocks noGrp="1"/>
          </p:cNvSpPr>
          <p:nvPr>
            <p:ph type="sldImg"/>
          </p:nvPr>
        </p:nvSpPr>
        <p:spPr>
          <a:xfrm>
            <a:off x="3098880" y="644400"/>
            <a:ext cx="3795480" cy="2846520"/>
          </a:xfrm>
          <a:prstGeom prst="rect">
            <a:avLst/>
          </a:prstGeom>
          <a:ln w="0">
            <a:noFill/>
          </a:ln>
        </p:spPr>
      </p:sp>
      <p:sp>
        <p:nvSpPr>
          <p:cNvPr id="1031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1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12" name="PlaceHolder 1"/>
          <p:cNvSpPr>
            <a:spLocks noGrp="1"/>
          </p:cNvSpPr>
          <p:nvPr>
            <p:ph type="sldImg"/>
          </p:nvPr>
        </p:nvSpPr>
        <p:spPr>
          <a:xfrm>
            <a:off x="3098880" y="644400"/>
            <a:ext cx="3795480" cy="2846520"/>
          </a:xfrm>
          <a:prstGeom prst="rect">
            <a:avLst/>
          </a:prstGeom>
          <a:ln w="0">
            <a:noFill/>
          </a:ln>
        </p:spPr>
      </p:sp>
      <p:sp>
        <p:nvSpPr>
          <p:cNvPr id="10313"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1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15" name="PlaceHolder 1"/>
          <p:cNvSpPr>
            <a:spLocks noGrp="1"/>
          </p:cNvSpPr>
          <p:nvPr>
            <p:ph type="sldImg"/>
          </p:nvPr>
        </p:nvSpPr>
        <p:spPr>
          <a:xfrm>
            <a:off x="3098880" y="644400"/>
            <a:ext cx="3795480" cy="2846520"/>
          </a:xfrm>
          <a:prstGeom prst="rect">
            <a:avLst/>
          </a:prstGeom>
          <a:ln w="0">
            <a:noFill/>
          </a:ln>
        </p:spPr>
      </p:sp>
      <p:sp>
        <p:nvSpPr>
          <p:cNvPr id="1031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1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18" name="PlaceHolder 1"/>
          <p:cNvSpPr>
            <a:spLocks noGrp="1"/>
          </p:cNvSpPr>
          <p:nvPr>
            <p:ph type="sldImg"/>
          </p:nvPr>
        </p:nvSpPr>
        <p:spPr>
          <a:xfrm>
            <a:off x="3098880" y="644400"/>
            <a:ext cx="3795480" cy="2846520"/>
          </a:xfrm>
          <a:prstGeom prst="rect">
            <a:avLst/>
          </a:prstGeom>
          <a:ln w="0">
            <a:noFill/>
          </a:ln>
        </p:spPr>
      </p:sp>
      <p:sp>
        <p:nvSpPr>
          <p:cNvPr id="1031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2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21" name="PlaceHolder 1"/>
          <p:cNvSpPr>
            <a:spLocks noGrp="1"/>
          </p:cNvSpPr>
          <p:nvPr>
            <p:ph type="sldImg"/>
          </p:nvPr>
        </p:nvSpPr>
        <p:spPr>
          <a:xfrm>
            <a:off x="3098880" y="644400"/>
            <a:ext cx="3795480" cy="2846520"/>
          </a:xfrm>
          <a:prstGeom prst="rect">
            <a:avLst/>
          </a:prstGeom>
          <a:ln w="0">
            <a:noFill/>
          </a:ln>
        </p:spPr>
      </p:sp>
      <p:sp>
        <p:nvSpPr>
          <p:cNvPr id="1032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2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24" name="PlaceHolder 1"/>
          <p:cNvSpPr>
            <a:spLocks noGrp="1"/>
          </p:cNvSpPr>
          <p:nvPr>
            <p:ph type="sldImg"/>
          </p:nvPr>
        </p:nvSpPr>
        <p:spPr>
          <a:xfrm>
            <a:off x="3098880" y="644400"/>
            <a:ext cx="3795480" cy="2846520"/>
          </a:xfrm>
          <a:prstGeom prst="rect">
            <a:avLst/>
          </a:prstGeom>
          <a:ln w="0">
            <a:noFill/>
          </a:ln>
        </p:spPr>
      </p:sp>
      <p:sp>
        <p:nvSpPr>
          <p:cNvPr id="1032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2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27" name="PlaceHolder 1"/>
          <p:cNvSpPr>
            <a:spLocks noGrp="1"/>
          </p:cNvSpPr>
          <p:nvPr>
            <p:ph type="sldImg"/>
          </p:nvPr>
        </p:nvSpPr>
        <p:spPr>
          <a:xfrm>
            <a:off x="3098880" y="644400"/>
            <a:ext cx="3795480" cy="2846520"/>
          </a:xfrm>
          <a:prstGeom prst="rect">
            <a:avLst/>
          </a:prstGeom>
          <a:ln w="0">
            <a:noFill/>
          </a:ln>
        </p:spPr>
      </p:sp>
      <p:sp>
        <p:nvSpPr>
          <p:cNvPr id="10328"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29"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0" name="PlaceHolder 1"/>
          <p:cNvSpPr>
            <a:spLocks noGrp="1"/>
          </p:cNvSpPr>
          <p:nvPr>
            <p:ph type="sldImg"/>
          </p:nvPr>
        </p:nvSpPr>
        <p:spPr>
          <a:xfrm>
            <a:off x="3098880" y="644400"/>
            <a:ext cx="3795480" cy="2846520"/>
          </a:xfrm>
          <a:prstGeom prst="rect">
            <a:avLst/>
          </a:prstGeom>
          <a:ln w="0">
            <a:noFill/>
          </a:ln>
        </p:spPr>
      </p:sp>
      <p:sp>
        <p:nvSpPr>
          <p:cNvPr id="1033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3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3" name="PlaceHolder 1"/>
          <p:cNvSpPr>
            <a:spLocks noGrp="1"/>
          </p:cNvSpPr>
          <p:nvPr>
            <p:ph type="sldImg"/>
          </p:nvPr>
        </p:nvSpPr>
        <p:spPr>
          <a:xfrm>
            <a:off x="3098880" y="644400"/>
            <a:ext cx="3795480" cy="2846520"/>
          </a:xfrm>
          <a:prstGeom prst="rect">
            <a:avLst/>
          </a:prstGeom>
          <a:ln w="0">
            <a:noFill/>
          </a:ln>
        </p:spPr>
      </p:sp>
      <p:sp>
        <p:nvSpPr>
          <p:cNvPr id="1033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3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6" name="PlaceHolder 1"/>
          <p:cNvSpPr>
            <a:spLocks noGrp="1"/>
          </p:cNvSpPr>
          <p:nvPr>
            <p:ph type="sldImg"/>
          </p:nvPr>
        </p:nvSpPr>
        <p:spPr>
          <a:xfrm>
            <a:off x="3098880" y="644400"/>
            <a:ext cx="3795480" cy="2846520"/>
          </a:xfrm>
          <a:prstGeom prst="rect">
            <a:avLst/>
          </a:prstGeom>
          <a:ln w="0">
            <a:noFill/>
          </a:ln>
        </p:spPr>
      </p:sp>
      <p:sp>
        <p:nvSpPr>
          <p:cNvPr id="1033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3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9" name="PlaceHolder 1"/>
          <p:cNvSpPr>
            <a:spLocks noGrp="1"/>
          </p:cNvSpPr>
          <p:nvPr>
            <p:ph type="sldImg"/>
          </p:nvPr>
        </p:nvSpPr>
        <p:spPr>
          <a:xfrm>
            <a:off x="3098880" y="644400"/>
            <a:ext cx="3795480" cy="2846520"/>
          </a:xfrm>
          <a:prstGeom prst="rect">
            <a:avLst/>
          </a:prstGeom>
          <a:ln w="0">
            <a:noFill/>
          </a:ln>
        </p:spPr>
      </p:sp>
      <p:sp>
        <p:nvSpPr>
          <p:cNvPr id="1034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4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2" name="PlaceHolder 1"/>
          <p:cNvSpPr>
            <a:spLocks noGrp="1"/>
          </p:cNvSpPr>
          <p:nvPr>
            <p:ph type="sldImg"/>
          </p:nvPr>
        </p:nvSpPr>
        <p:spPr>
          <a:xfrm>
            <a:off x="3098880" y="644400"/>
            <a:ext cx="3795480" cy="2846520"/>
          </a:xfrm>
          <a:prstGeom prst="rect">
            <a:avLst/>
          </a:prstGeom>
          <a:ln w="0">
            <a:noFill/>
          </a:ln>
        </p:spPr>
      </p:sp>
      <p:sp>
        <p:nvSpPr>
          <p:cNvPr id="10343"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4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5" name="PlaceHolder 1"/>
          <p:cNvSpPr>
            <a:spLocks noGrp="1"/>
          </p:cNvSpPr>
          <p:nvPr>
            <p:ph type="sldImg"/>
          </p:nvPr>
        </p:nvSpPr>
        <p:spPr>
          <a:xfrm>
            <a:off x="3098880" y="644400"/>
            <a:ext cx="3795480" cy="2846520"/>
          </a:xfrm>
          <a:prstGeom prst="rect">
            <a:avLst/>
          </a:prstGeom>
          <a:ln w="0">
            <a:noFill/>
          </a:ln>
        </p:spPr>
      </p:sp>
      <p:sp>
        <p:nvSpPr>
          <p:cNvPr id="1034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4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48" name="PlaceHolder 1"/>
          <p:cNvSpPr>
            <a:spLocks noGrp="1"/>
          </p:cNvSpPr>
          <p:nvPr>
            <p:ph type="sldImg"/>
          </p:nvPr>
        </p:nvSpPr>
        <p:spPr>
          <a:xfrm>
            <a:off x="3098880" y="644400"/>
            <a:ext cx="3795480" cy="2846520"/>
          </a:xfrm>
          <a:prstGeom prst="rect">
            <a:avLst/>
          </a:prstGeom>
          <a:ln w="0">
            <a:noFill/>
          </a:ln>
        </p:spPr>
      </p:sp>
      <p:sp>
        <p:nvSpPr>
          <p:cNvPr id="1034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5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1" name="PlaceHolder 1"/>
          <p:cNvSpPr>
            <a:spLocks noGrp="1"/>
          </p:cNvSpPr>
          <p:nvPr>
            <p:ph type="sldImg"/>
          </p:nvPr>
        </p:nvSpPr>
        <p:spPr>
          <a:xfrm>
            <a:off x="3098880" y="644400"/>
            <a:ext cx="3795480" cy="2846520"/>
          </a:xfrm>
          <a:prstGeom prst="rect">
            <a:avLst/>
          </a:prstGeom>
          <a:ln w="0">
            <a:noFill/>
          </a:ln>
        </p:spPr>
      </p:sp>
      <p:sp>
        <p:nvSpPr>
          <p:cNvPr id="1035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5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4" name="PlaceHolder 1"/>
          <p:cNvSpPr>
            <a:spLocks noGrp="1"/>
          </p:cNvSpPr>
          <p:nvPr>
            <p:ph type="sldImg"/>
          </p:nvPr>
        </p:nvSpPr>
        <p:spPr>
          <a:xfrm>
            <a:off x="3098880" y="644400"/>
            <a:ext cx="3795480" cy="2846520"/>
          </a:xfrm>
          <a:prstGeom prst="rect">
            <a:avLst/>
          </a:prstGeom>
          <a:ln w="0">
            <a:noFill/>
          </a:ln>
        </p:spPr>
      </p:sp>
      <p:sp>
        <p:nvSpPr>
          <p:cNvPr id="1035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5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7" name="PlaceHolder 1"/>
          <p:cNvSpPr>
            <a:spLocks noGrp="1"/>
          </p:cNvSpPr>
          <p:nvPr>
            <p:ph type="sldImg"/>
          </p:nvPr>
        </p:nvSpPr>
        <p:spPr>
          <a:xfrm>
            <a:off x="3098880" y="644400"/>
            <a:ext cx="3795480" cy="2846520"/>
          </a:xfrm>
          <a:prstGeom prst="rect">
            <a:avLst/>
          </a:prstGeom>
          <a:ln w="0">
            <a:noFill/>
          </a:ln>
        </p:spPr>
      </p:sp>
      <p:sp>
        <p:nvSpPr>
          <p:cNvPr id="10358"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59"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0" name="PlaceHolder 1"/>
          <p:cNvSpPr>
            <a:spLocks noGrp="1"/>
          </p:cNvSpPr>
          <p:nvPr>
            <p:ph type="sldImg"/>
          </p:nvPr>
        </p:nvSpPr>
        <p:spPr>
          <a:xfrm>
            <a:off x="3098880" y="644400"/>
            <a:ext cx="3795480" cy="2846520"/>
          </a:xfrm>
          <a:prstGeom prst="rect">
            <a:avLst/>
          </a:prstGeom>
          <a:ln w="0">
            <a:noFill/>
          </a:ln>
        </p:spPr>
      </p:sp>
      <p:sp>
        <p:nvSpPr>
          <p:cNvPr id="1036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6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3" name="PlaceHolder 1"/>
          <p:cNvSpPr>
            <a:spLocks noGrp="1"/>
          </p:cNvSpPr>
          <p:nvPr>
            <p:ph type="sldImg"/>
          </p:nvPr>
        </p:nvSpPr>
        <p:spPr>
          <a:xfrm>
            <a:off x="3098880" y="644400"/>
            <a:ext cx="3795480" cy="2846520"/>
          </a:xfrm>
          <a:prstGeom prst="rect">
            <a:avLst/>
          </a:prstGeom>
          <a:ln w="0">
            <a:noFill/>
          </a:ln>
        </p:spPr>
      </p:sp>
      <p:sp>
        <p:nvSpPr>
          <p:cNvPr id="1036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6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6" name="PlaceHolder 1"/>
          <p:cNvSpPr>
            <a:spLocks noGrp="1"/>
          </p:cNvSpPr>
          <p:nvPr>
            <p:ph type="sldImg"/>
          </p:nvPr>
        </p:nvSpPr>
        <p:spPr>
          <a:xfrm>
            <a:off x="3098880" y="644400"/>
            <a:ext cx="3795480" cy="2846520"/>
          </a:xfrm>
          <a:prstGeom prst="rect">
            <a:avLst/>
          </a:prstGeom>
          <a:ln w="0">
            <a:noFill/>
          </a:ln>
        </p:spPr>
      </p:sp>
      <p:sp>
        <p:nvSpPr>
          <p:cNvPr id="1036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6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9" name="PlaceHolder 1"/>
          <p:cNvSpPr>
            <a:spLocks noGrp="1"/>
          </p:cNvSpPr>
          <p:nvPr>
            <p:ph type="sldImg"/>
          </p:nvPr>
        </p:nvSpPr>
        <p:spPr>
          <a:xfrm>
            <a:off x="3098880" y="644400"/>
            <a:ext cx="3795480" cy="2846520"/>
          </a:xfrm>
          <a:prstGeom prst="rect">
            <a:avLst/>
          </a:prstGeom>
          <a:ln w="0">
            <a:noFill/>
          </a:ln>
        </p:spPr>
      </p:sp>
      <p:sp>
        <p:nvSpPr>
          <p:cNvPr id="1037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7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2" name="PlaceHolder 1"/>
          <p:cNvSpPr>
            <a:spLocks noGrp="1"/>
          </p:cNvSpPr>
          <p:nvPr>
            <p:ph type="sldImg"/>
          </p:nvPr>
        </p:nvSpPr>
        <p:spPr>
          <a:xfrm>
            <a:off x="3098880" y="644400"/>
            <a:ext cx="3795480" cy="2846520"/>
          </a:xfrm>
          <a:prstGeom prst="rect">
            <a:avLst/>
          </a:prstGeom>
          <a:ln w="0">
            <a:noFill/>
          </a:ln>
        </p:spPr>
      </p:sp>
      <p:sp>
        <p:nvSpPr>
          <p:cNvPr id="10373"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7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5" name="PlaceHolder 1"/>
          <p:cNvSpPr>
            <a:spLocks noGrp="1"/>
          </p:cNvSpPr>
          <p:nvPr>
            <p:ph type="sldImg"/>
          </p:nvPr>
        </p:nvSpPr>
        <p:spPr>
          <a:xfrm>
            <a:off x="3098880" y="644400"/>
            <a:ext cx="3795480" cy="2846520"/>
          </a:xfrm>
          <a:prstGeom prst="rect">
            <a:avLst/>
          </a:prstGeom>
          <a:ln w="0">
            <a:noFill/>
          </a:ln>
        </p:spPr>
      </p:sp>
      <p:sp>
        <p:nvSpPr>
          <p:cNvPr id="1037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7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78" name="PlaceHolder 1"/>
          <p:cNvSpPr>
            <a:spLocks noGrp="1"/>
          </p:cNvSpPr>
          <p:nvPr>
            <p:ph type="sldImg"/>
          </p:nvPr>
        </p:nvSpPr>
        <p:spPr>
          <a:xfrm>
            <a:off x="3098880" y="644400"/>
            <a:ext cx="3795480" cy="2846520"/>
          </a:xfrm>
          <a:prstGeom prst="rect">
            <a:avLst/>
          </a:prstGeom>
          <a:ln w="0">
            <a:noFill/>
          </a:ln>
        </p:spPr>
      </p:sp>
      <p:sp>
        <p:nvSpPr>
          <p:cNvPr id="1037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8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1" name="PlaceHolder 1"/>
          <p:cNvSpPr>
            <a:spLocks noGrp="1"/>
          </p:cNvSpPr>
          <p:nvPr>
            <p:ph type="sldImg"/>
          </p:nvPr>
        </p:nvSpPr>
        <p:spPr>
          <a:xfrm>
            <a:off x="3098880" y="644400"/>
            <a:ext cx="3795480" cy="2846520"/>
          </a:xfrm>
          <a:prstGeom prst="rect">
            <a:avLst/>
          </a:prstGeom>
          <a:ln w="0">
            <a:noFill/>
          </a:ln>
        </p:spPr>
      </p:sp>
      <p:sp>
        <p:nvSpPr>
          <p:cNvPr id="1038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8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4" name="PlaceHolder 1"/>
          <p:cNvSpPr>
            <a:spLocks noGrp="1"/>
          </p:cNvSpPr>
          <p:nvPr>
            <p:ph type="sldImg"/>
          </p:nvPr>
        </p:nvSpPr>
        <p:spPr>
          <a:xfrm>
            <a:off x="3098880" y="644400"/>
            <a:ext cx="3795480" cy="2846520"/>
          </a:xfrm>
          <a:prstGeom prst="rect">
            <a:avLst/>
          </a:prstGeom>
          <a:ln w="0">
            <a:noFill/>
          </a:ln>
        </p:spPr>
      </p:sp>
      <p:sp>
        <p:nvSpPr>
          <p:cNvPr id="1038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8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7"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0AB67C7-1128-49F5-92EA-7D3455A4B7C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388"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389" name="PlaceHolder 1"/>
          <p:cNvSpPr>
            <a:spLocks noGrp="1"/>
          </p:cNvSpPr>
          <p:nvPr>
            <p:ph type="sldImg"/>
          </p:nvPr>
        </p:nvSpPr>
        <p:spPr>
          <a:xfrm>
            <a:off x="3098880" y="644400"/>
            <a:ext cx="3795480" cy="2846520"/>
          </a:xfrm>
          <a:prstGeom prst="rect">
            <a:avLst/>
          </a:prstGeom>
          <a:ln w="0">
            <a:noFill/>
          </a:ln>
        </p:spPr>
      </p:sp>
      <p:sp>
        <p:nvSpPr>
          <p:cNvPr id="1039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9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83AE96-E081-4C3C-8202-465EE7EB1A1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39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394" name="PlaceHolder 1"/>
          <p:cNvSpPr>
            <a:spLocks noGrp="1"/>
          </p:cNvSpPr>
          <p:nvPr>
            <p:ph type="sldImg"/>
          </p:nvPr>
        </p:nvSpPr>
        <p:spPr>
          <a:xfrm>
            <a:off x="3098880" y="644400"/>
            <a:ext cx="3795480" cy="2846520"/>
          </a:xfrm>
          <a:prstGeom prst="rect">
            <a:avLst/>
          </a:prstGeom>
          <a:ln w="0">
            <a:noFill/>
          </a:ln>
        </p:spPr>
      </p:sp>
      <p:sp>
        <p:nvSpPr>
          <p:cNvPr id="1039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39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7"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553DA2E-B1CB-4C1C-95F7-FE8F914D2DC1}"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398"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399" name="PlaceHolder 1"/>
          <p:cNvSpPr>
            <a:spLocks noGrp="1"/>
          </p:cNvSpPr>
          <p:nvPr>
            <p:ph type="sldImg"/>
          </p:nvPr>
        </p:nvSpPr>
        <p:spPr>
          <a:xfrm>
            <a:off x="3098880" y="644400"/>
            <a:ext cx="3795480" cy="2846520"/>
          </a:xfrm>
          <a:prstGeom prst="rect">
            <a:avLst/>
          </a:prstGeom>
          <a:ln w="0">
            <a:noFill/>
          </a:ln>
        </p:spPr>
      </p:sp>
      <p:sp>
        <p:nvSpPr>
          <p:cNvPr id="1040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0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0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553AA8-CBA3-4978-A358-88141106943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0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04" name="PlaceHolder 1"/>
          <p:cNvSpPr>
            <a:spLocks noGrp="1"/>
          </p:cNvSpPr>
          <p:nvPr>
            <p:ph type="sldImg"/>
          </p:nvPr>
        </p:nvSpPr>
        <p:spPr>
          <a:xfrm>
            <a:off x="3098880" y="644400"/>
            <a:ext cx="3795480" cy="2846520"/>
          </a:xfrm>
          <a:prstGeom prst="rect">
            <a:avLst/>
          </a:prstGeom>
          <a:ln w="0">
            <a:noFill/>
          </a:ln>
        </p:spPr>
      </p:sp>
      <p:sp>
        <p:nvSpPr>
          <p:cNvPr id="1040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0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07"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F07F2EB-D559-4E8E-8717-E8393717A8EC}"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08"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09" name="PlaceHolder 1"/>
          <p:cNvSpPr>
            <a:spLocks noGrp="1"/>
          </p:cNvSpPr>
          <p:nvPr>
            <p:ph type="sldImg"/>
          </p:nvPr>
        </p:nvSpPr>
        <p:spPr>
          <a:xfrm>
            <a:off x="3098880" y="644400"/>
            <a:ext cx="3795480" cy="2846520"/>
          </a:xfrm>
          <a:prstGeom prst="rect">
            <a:avLst/>
          </a:prstGeom>
          <a:ln w="0">
            <a:noFill/>
          </a:ln>
        </p:spPr>
      </p:sp>
      <p:sp>
        <p:nvSpPr>
          <p:cNvPr id="1041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1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1EA1377-C183-4262-B2E4-39CBE677D16D}"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1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14" name="PlaceHolder 1"/>
          <p:cNvSpPr>
            <a:spLocks noGrp="1"/>
          </p:cNvSpPr>
          <p:nvPr>
            <p:ph type="sldImg"/>
          </p:nvPr>
        </p:nvSpPr>
        <p:spPr>
          <a:xfrm>
            <a:off x="3098880" y="644400"/>
            <a:ext cx="3795480" cy="2846520"/>
          </a:xfrm>
          <a:prstGeom prst="rect">
            <a:avLst/>
          </a:prstGeom>
          <a:ln w="0">
            <a:noFill/>
          </a:ln>
        </p:spPr>
      </p:sp>
      <p:sp>
        <p:nvSpPr>
          <p:cNvPr id="1041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1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7"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85159A7-9FDB-4F4D-B168-C4CCC52BC20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18"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19" name="PlaceHolder 1"/>
          <p:cNvSpPr>
            <a:spLocks noGrp="1"/>
          </p:cNvSpPr>
          <p:nvPr>
            <p:ph type="sldImg"/>
          </p:nvPr>
        </p:nvSpPr>
        <p:spPr>
          <a:xfrm>
            <a:off x="3098880" y="644400"/>
            <a:ext cx="3795480" cy="2846520"/>
          </a:xfrm>
          <a:prstGeom prst="rect">
            <a:avLst/>
          </a:prstGeom>
          <a:ln w="0">
            <a:noFill/>
          </a:ln>
        </p:spPr>
      </p:sp>
      <p:sp>
        <p:nvSpPr>
          <p:cNvPr id="1042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2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C41416E-D2C7-417A-B50F-2487FAD60784}"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2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24" name="PlaceHolder 1"/>
          <p:cNvSpPr>
            <a:spLocks noGrp="1"/>
          </p:cNvSpPr>
          <p:nvPr>
            <p:ph type="sldImg"/>
          </p:nvPr>
        </p:nvSpPr>
        <p:spPr>
          <a:xfrm>
            <a:off x="3098880" y="644400"/>
            <a:ext cx="3795480" cy="2846520"/>
          </a:xfrm>
          <a:prstGeom prst="rect">
            <a:avLst/>
          </a:prstGeom>
          <a:ln w="0">
            <a:noFill/>
          </a:ln>
        </p:spPr>
      </p:sp>
      <p:sp>
        <p:nvSpPr>
          <p:cNvPr id="1042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2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7"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D0972D9-71CA-4146-B385-7A4FF5202170}"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28"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29" name="PlaceHolder 1"/>
          <p:cNvSpPr>
            <a:spLocks noGrp="1"/>
          </p:cNvSpPr>
          <p:nvPr>
            <p:ph type="sldImg"/>
          </p:nvPr>
        </p:nvSpPr>
        <p:spPr>
          <a:xfrm>
            <a:off x="3098880" y="644400"/>
            <a:ext cx="3795480" cy="2846520"/>
          </a:xfrm>
          <a:prstGeom prst="rect">
            <a:avLst/>
          </a:prstGeom>
          <a:ln w="0">
            <a:noFill/>
          </a:ln>
        </p:spPr>
      </p:sp>
      <p:sp>
        <p:nvSpPr>
          <p:cNvPr id="1043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3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32"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775175-2B66-4BB5-A62D-E75941987D9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33"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34" name="PlaceHolder 1"/>
          <p:cNvSpPr>
            <a:spLocks noGrp="1"/>
          </p:cNvSpPr>
          <p:nvPr>
            <p:ph type="sldImg"/>
          </p:nvPr>
        </p:nvSpPr>
        <p:spPr>
          <a:xfrm>
            <a:off x="3098880" y="644400"/>
            <a:ext cx="3795480" cy="2846520"/>
          </a:xfrm>
          <a:prstGeom prst="rect">
            <a:avLst/>
          </a:prstGeom>
          <a:ln w="0">
            <a:noFill/>
          </a:ln>
        </p:spPr>
      </p:sp>
      <p:sp>
        <p:nvSpPr>
          <p:cNvPr id="1043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3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37" name="PlaceHolder 1"/>
          <p:cNvSpPr>
            <a:spLocks noGrp="1"/>
          </p:cNvSpPr>
          <p:nvPr>
            <p:ph type="sldImg"/>
          </p:nvPr>
        </p:nvSpPr>
        <p:spPr>
          <a:xfrm>
            <a:off x="3098880" y="644400"/>
            <a:ext cx="3795480" cy="2846520"/>
          </a:xfrm>
          <a:prstGeom prst="rect">
            <a:avLst/>
          </a:prstGeom>
          <a:ln w="0">
            <a:noFill/>
          </a:ln>
        </p:spPr>
      </p:sp>
      <p:sp>
        <p:nvSpPr>
          <p:cNvPr id="10438"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39"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0" name="PlaceHolder 1"/>
          <p:cNvSpPr>
            <a:spLocks noGrp="1"/>
          </p:cNvSpPr>
          <p:nvPr>
            <p:ph type="sldImg"/>
          </p:nvPr>
        </p:nvSpPr>
        <p:spPr>
          <a:xfrm>
            <a:off x="3098880" y="644400"/>
            <a:ext cx="3795480" cy="2846520"/>
          </a:xfrm>
          <a:prstGeom prst="rect">
            <a:avLst/>
          </a:prstGeom>
          <a:ln w="0">
            <a:noFill/>
          </a:ln>
        </p:spPr>
      </p:sp>
      <p:sp>
        <p:nvSpPr>
          <p:cNvPr id="1044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4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3"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F20123A-0E65-4069-822B-1394A0F75AF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44"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45" name="PlaceHolder 1"/>
          <p:cNvSpPr>
            <a:spLocks noGrp="1"/>
          </p:cNvSpPr>
          <p:nvPr>
            <p:ph type="sldImg"/>
          </p:nvPr>
        </p:nvSpPr>
        <p:spPr>
          <a:xfrm>
            <a:off x="1082520" y="868320"/>
            <a:ext cx="7680600" cy="5761080"/>
          </a:xfrm>
          <a:prstGeom prst="rect">
            <a:avLst/>
          </a:prstGeom>
          <a:ln w="0">
            <a:noFill/>
          </a:ln>
        </p:spPr>
      </p:sp>
      <p:sp>
        <p:nvSpPr>
          <p:cNvPr id="10446" name="PlaceHolder 2"/>
          <p:cNvSpPr>
            <a:spLocks noGrp="1"/>
          </p:cNvSpPr>
          <p:nvPr>
            <p:ph type="body"/>
          </p:nvPr>
        </p:nvSpPr>
        <p:spPr>
          <a:xfrm>
            <a:off x="1184400" y="250920"/>
            <a:ext cx="548784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4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3C0D588-DFCA-4F5B-AD50-8CDAAAD0B85B}"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4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50" name="PlaceHolder 1"/>
          <p:cNvSpPr>
            <a:spLocks noGrp="1"/>
          </p:cNvSpPr>
          <p:nvPr>
            <p:ph type="sldImg"/>
          </p:nvPr>
        </p:nvSpPr>
        <p:spPr>
          <a:xfrm>
            <a:off x="3098880" y="644400"/>
            <a:ext cx="3795480" cy="2846520"/>
          </a:xfrm>
          <a:prstGeom prst="rect">
            <a:avLst/>
          </a:prstGeom>
          <a:ln w="0">
            <a:noFill/>
          </a:ln>
        </p:spPr>
      </p:sp>
      <p:sp>
        <p:nvSpPr>
          <p:cNvPr id="1045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5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3"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2C35ECD-5A51-43AC-8FC9-FBC077154DDE}"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54"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55" name="PlaceHolder 1"/>
          <p:cNvSpPr>
            <a:spLocks noGrp="1"/>
          </p:cNvSpPr>
          <p:nvPr>
            <p:ph type="sldImg"/>
          </p:nvPr>
        </p:nvSpPr>
        <p:spPr>
          <a:xfrm>
            <a:off x="3098880" y="644400"/>
            <a:ext cx="3795480" cy="2846520"/>
          </a:xfrm>
          <a:prstGeom prst="rect">
            <a:avLst/>
          </a:prstGeom>
          <a:ln w="0">
            <a:noFill/>
          </a:ln>
        </p:spPr>
      </p:sp>
      <p:sp>
        <p:nvSpPr>
          <p:cNvPr id="1045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5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E06164F-3E17-4E04-9376-1BDED98435B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5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60" name="PlaceHolder 1"/>
          <p:cNvSpPr>
            <a:spLocks noGrp="1"/>
          </p:cNvSpPr>
          <p:nvPr>
            <p:ph type="sldImg"/>
          </p:nvPr>
        </p:nvSpPr>
        <p:spPr>
          <a:xfrm>
            <a:off x="3098880" y="644400"/>
            <a:ext cx="3795480" cy="2846520"/>
          </a:xfrm>
          <a:prstGeom prst="rect">
            <a:avLst/>
          </a:prstGeom>
          <a:ln w="0">
            <a:noFill/>
          </a:ln>
        </p:spPr>
      </p:sp>
      <p:sp>
        <p:nvSpPr>
          <p:cNvPr id="10461"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6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3" name="PlaceHolder 1"/>
          <p:cNvSpPr>
            <a:spLocks noGrp="1"/>
          </p:cNvSpPr>
          <p:nvPr>
            <p:ph type="sldImg"/>
          </p:nvPr>
        </p:nvSpPr>
        <p:spPr>
          <a:xfrm>
            <a:off x="3098880" y="644400"/>
            <a:ext cx="3795480" cy="2846520"/>
          </a:xfrm>
          <a:prstGeom prst="rect">
            <a:avLst/>
          </a:prstGeom>
          <a:ln w="0">
            <a:noFill/>
          </a:ln>
        </p:spPr>
      </p:sp>
      <p:sp>
        <p:nvSpPr>
          <p:cNvPr id="10464"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6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6" name="PlaceHolder 1"/>
          <p:cNvSpPr>
            <a:spLocks noGrp="1"/>
          </p:cNvSpPr>
          <p:nvPr>
            <p:ph type="sldImg"/>
          </p:nvPr>
        </p:nvSpPr>
        <p:spPr>
          <a:xfrm>
            <a:off x="3098880" y="644400"/>
            <a:ext cx="3795480" cy="2846520"/>
          </a:xfrm>
          <a:prstGeom prst="rect">
            <a:avLst/>
          </a:prstGeom>
          <a:ln w="0">
            <a:noFill/>
          </a:ln>
        </p:spPr>
      </p:sp>
      <p:sp>
        <p:nvSpPr>
          <p:cNvPr id="10467"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6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69" name="PlaceHolder 1"/>
          <p:cNvSpPr>
            <a:spLocks noGrp="1"/>
          </p:cNvSpPr>
          <p:nvPr>
            <p:ph type="sldImg"/>
          </p:nvPr>
        </p:nvSpPr>
        <p:spPr>
          <a:xfrm>
            <a:off x="3098880" y="644400"/>
            <a:ext cx="3795480" cy="2846520"/>
          </a:xfrm>
          <a:prstGeom prst="rect">
            <a:avLst/>
          </a:prstGeom>
          <a:ln w="0">
            <a:noFill/>
          </a:ln>
        </p:spPr>
      </p:sp>
      <p:sp>
        <p:nvSpPr>
          <p:cNvPr id="10470"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7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2" name="PlaceHolder 1"/>
          <p:cNvSpPr>
            <a:spLocks noGrp="1"/>
          </p:cNvSpPr>
          <p:nvPr>
            <p:ph type="sldImg"/>
          </p:nvPr>
        </p:nvSpPr>
        <p:spPr>
          <a:xfrm>
            <a:off x="3098880" y="644400"/>
            <a:ext cx="3795480" cy="2846520"/>
          </a:xfrm>
          <a:prstGeom prst="rect">
            <a:avLst/>
          </a:prstGeom>
          <a:ln w="0">
            <a:noFill/>
          </a:ln>
        </p:spPr>
      </p:sp>
      <p:sp>
        <p:nvSpPr>
          <p:cNvPr id="10473"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7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5" name="PlaceHolder 1"/>
          <p:cNvSpPr>
            <a:spLocks noGrp="1"/>
          </p:cNvSpPr>
          <p:nvPr>
            <p:ph type="sldImg"/>
          </p:nvPr>
        </p:nvSpPr>
        <p:spPr>
          <a:xfrm>
            <a:off x="3098880" y="644400"/>
            <a:ext cx="3795480" cy="2846520"/>
          </a:xfrm>
          <a:prstGeom prst="rect">
            <a:avLst/>
          </a:prstGeom>
          <a:ln w="0">
            <a:noFill/>
          </a:ln>
        </p:spPr>
      </p:sp>
      <p:sp>
        <p:nvSpPr>
          <p:cNvPr id="1047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7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8" name="PlaceHolder 1"/>
          <p:cNvSpPr>
            <a:spLocks noGrp="1"/>
          </p:cNvSpPr>
          <p:nvPr>
            <p:ph type="sldImg"/>
          </p:nvPr>
        </p:nvSpPr>
        <p:spPr>
          <a:xfrm>
            <a:off x="3098880" y="644400"/>
            <a:ext cx="3795480" cy="2846520"/>
          </a:xfrm>
          <a:prstGeom prst="rect">
            <a:avLst/>
          </a:prstGeom>
          <a:ln w="0">
            <a:noFill/>
          </a:ln>
        </p:spPr>
      </p:sp>
      <p:sp>
        <p:nvSpPr>
          <p:cNvPr id="10479"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80"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2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1" name="PlaceHolder 1"/>
          <p:cNvSpPr>
            <a:spLocks noGrp="1"/>
          </p:cNvSpPr>
          <p:nvPr>
            <p:ph type="sldImg"/>
          </p:nvPr>
        </p:nvSpPr>
        <p:spPr>
          <a:xfrm>
            <a:off x="3098880" y="644400"/>
            <a:ext cx="3795480" cy="2846520"/>
          </a:xfrm>
          <a:prstGeom prst="rect">
            <a:avLst/>
          </a:prstGeom>
          <a:ln w="0">
            <a:noFill/>
          </a:ln>
        </p:spPr>
      </p:sp>
      <p:sp>
        <p:nvSpPr>
          <p:cNvPr id="10482"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83"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3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4" name="PlaceHolder 1"/>
          <p:cNvSpPr>
            <a:spLocks noGrp="1"/>
          </p:cNvSpPr>
          <p:nvPr>
            <p:ph type="sldImg"/>
          </p:nvPr>
        </p:nvSpPr>
        <p:spPr>
          <a:xfrm>
            <a:off x="3098880" y="644400"/>
            <a:ext cx="3795480" cy="2846520"/>
          </a:xfrm>
          <a:prstGeom prst="rect">
            <a:avLst/>
          </a:prstGeom>
          <a:ln w="0">
            <a:noFill/>
          </a:ln>
        </p:spPr>
      </p:sp>
      <p:sp>
        <p:nvSpPr>
          <p:cNvPr id="10485"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86"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3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7" name="PlaceHolder 1"/>
          <p:cNvSpPr>
            <a:spLocks noGrp="1"/>
          </p:cNvSpPr>
          <p:nvPr>
            <p:ph type="sldImg"/>
          </p:nvPr>
        </p:nvSpPr>
        <p:spPr>
          <a:xfrm>
            <a:off x="3098880" y="644400"/>
            <a:ext cx="3795480" cy="2846520"/>
          </a:xfrm>
          <a:prstGeom prst="rect">
            <a:avLst/>
          </a:prstGeom>
          <a:ln w="0">
            <a:noFill/>
          </a:ln>
        </p:spPr>
      </p:sp>
      <p:sp>
        <p:nvSpPr>
          <p:cNvPr id="10488"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89"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3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0"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64D051D-7510-42B3-B83A-5EAAC3E57F46}"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91"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92" name="PlaceHolder 1"/>
          <p:cNvSpPr>
            <a:spLocks noGrp="1"/>
          </p:cNvSpPr>
          <p:nvPr>
            <p:ph type="sldImg"/>
          </p:nvPr>
        </p:nvSpPr>
        <p:spPr>
          <a:xfrm>
            <a:off x="1082520" y="868320"/>
            <a:ext cx="7680600" cy="5761080"/>
          </a:xfrm>
          <a:prstGeom prst="rect">
            <a:avLst/>
          </a:prstGeom>
          <a:ln w="0">
            <a:noFill/>
          </a:ln>
        </p:spPr>
      </p:sp>
      <p:sp>
        <p:nvSpPr>
          <p:cNvPr id="10493" name="PlaceHolder 2"/>
          <p:cNvSpPr>
            <a:spLocks noGrp="1"/>
          </p:cNvSpPr>
          <p:nvPr>
            <p:ph type="body"/>
          </p:nvPr>
        </p:nvSpPr>
        <p:spPr>
          <a:xfrm>
            <a:off x="1184400" y="250920"/>
            <a:ext cx="548784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ko-KR" sz="1600" spc="-1" strike="noStrike">
              <a:solidFill>
                <a:srgbClr val="000000"/>
              </a:solidFill>
              <a:latin typeface="Arial"/>
              <a:ea typeface="Gulim"/>
            </a:endParaRPr>
          </a:p>
        </p:txBody>
      </p:sp>
      <p:sp>
        <p:nvSpPr>
          <p:cNvPr id="10494"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3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5" name="PlaceHolder 1"/>
          <p:cNvSpPr>
            <a:spLocks noGrp="1"/>
          </p:cNvSpPr>
          <p:nvPr>
            <p:ph type="sldImg"/>
          </p:nvPr>
        </p:nvSpPr>
        <p:spPr>
          <a:xfrm>
            <a:off x="3098880" y="644400"/>
            <a:ext cx="3795480" cy="2846520"/>
          </a:xfrm>
          <a:prstGeom prst="rect">
            <a:avLst/>
          </a:prstGeom>
          <a:ln w="0">
            <a:noFill/>
          </a:ln>
        </p:spPr>
      </p:sp>
      <p:sp>
        <p:nvSpPr>
          <p:cNvPr id="10496" name="PlaceHolder 2"/>
          <p:cNvSpPr>
            <a:spLocks noGrp="1"/>
          </p:cNvSpPr>
          <p:nvPr>
            <p:ph type="body"/>
          </p:nvPr>
        </p:nvSpPr>
        <p:spPr>
          <a:xfrm>
            <a:off x="901800" y="3703680"/>
            <a:ext cx="813888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497"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3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98" name=""/>
          <p:cNvSpPr txBox="1"/>
          <p:nvPr/>
        </p:nvSpPr>
        <p:spPr>
          <a:xfrm>
            <a:off x="8839080" y="6426720"/>
            <a:ext cx="787680" cy="183240"/>
          </a:xfrm>
          <a:prstGeom prst="rect">
            <a:avLst/>
          </a:prstGeom>
          <a:noFill/>
          <a:ln w="0">
            <a:noFill/>
          </a:ln>
        </p:spPr>
        <p:txBody>
          <a:bodyPr lIns="0" rIns="0" tIns="0" bIns="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5A2FF73-1B19-4C69-A498-BC7324FC5EF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10499" name=""/>
          <p:cNvSpPr txBox="1"/>
          <p:nvPr/>
        </p:nvSpPr>
        <p:spPr>
          <a:xfrm>
            <a:off x="9330840" y="36360"/>
            <a:ext cx="295560" cy="122400"/>
          </a:xfrm>
          <a:prstGeom prst="rect">
            <a:avLst/>
          </a:prstGeom>
          <a:noFill/>
          <a:ln w="0">
            <a:noFill/>
          </a:ln>
        </p:spPr>
        <p:txBody>
          <a:bodyPr lIns="0" rIns="0" tIns="0" bIns="0" anchor="b">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500" name="PlaceHolder 1"/>
          <p:cNvSpPr>
            <a:spLocks noGrp="1"/>
          </p:cNvSpPr>
          <p:nvPr>
            <p:ph type="sldImg"/>
          </p:nvPr>
        </p:nvSpPr>
        <p:spPr>
          <a:xfrm>
            <a:off x="1082520" y="868320"/>
            <a:ext cx="7680600" cy="5761080"/>
          </a:xfrm>
          <a:prstGeom prst="rect">
            <a:avLst/>
          </a:prstGeom>
          <a:ln w="0">
            <a:noFill/>
          </a:ln>
        </p:spPr>
      </p:sp>
      <p:sp>
        <p:nvSpPr>
          <p:cNvPr id="10501" name="PlaceHolder 2"/>
          <p:cNvSpPr>
            <a:spLocks noGrp="1"/>
          </p:cNvSpPr>
          <p:nvPr>
            <p:ph type="body"/>
          </p:nvPr>
        </p:nvSpPr>
        <p:spPr>
          <a:xfrm>
            <a:off x="1184400" y="250920"/>
            <a:ext cx="548784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ko-KR" sz="1600" spc="-1" strike="noStrike">
              <a:solidFill>
                <a:srgbClr val="000000"/>
              </a:solidFill>
              <a:latin typeface="Arial"/>
              <a:ea typeface="Gulim"/>
            </a:endParaRPr>
          </a:p>
        </p:txBody>
      </p:sp>
      <p:sp>
        <p:nvSpPr>
          <p:cNvPr id="10502"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3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3" name="PlaceHolder 1"/>
          <p:cNvSpPr>
            <a:spLocks noGrp="1"/>
          </p:cNvSpPr>
          <p:nvPr>
            <p:ph type="sldImg"/>
          </p:nvPr>
        </p:nvSpPr>
        <p:spPr>
          <a:xfrm>
            <a:off x="1082520" y="868320"/>
            <a:ext cx="7680600" cy="5761080"/>
          </a:xfrm>
          <a:prstGeom prst="rect">
            <a:avLst/>
          </a:prstGeom>
          <a:ln w="0">
            <a:noFill/>
          </a:ln>
        </p:spPr>
      </p:sp>
      <p:sp>
        <p:nvSpPr>
          <p:cNvPr id="10504" name="PlaceHolder 2"/>
          <p:cNvSpPr>
            <a:spLocks noGrp="1"/>
          </p:cNvSpPr>
          <p:nvPr>
            <p:ph type="body"/>
          </p:nvPr>
        </p:nvSpPr>
        <p:spPr>
          <a:xfrm>
            <a:off x="1184400" y="250920"/>
            <a:ext cx="548784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505"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3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6" name="PlaceHolder 1"/>
          <p:cNvSpPr>
            <a:spLocks noGrp="1"/>
          </p:cNvSpPr>
          <p:nvPr>
            <p:ph type="sldImg"/>
          </p:nvPr>
        </p:nvSpPr>
        <p:spPr>
          <a:xfrm>
            <a:off x="1082520" y="868320"/>
            <a:ext cx="7680600" cy="5761080"/>
          </a:xfrm>
          <a:prstGeom prst="rect">
            <a:avLst/>
          </a:prstGeom>
          <a:ln w="0">
            <a:noFill/>
          </a:ln>
        </p:spPr>
      </p:sp>
      <p:sp>
        <p:nvSpPr>
          <p:cNvPr id="10507" name="PlaceHolder 2"/>
          <p:cNvSpPr>
            <a:spLocks noGrp="1"/>
          </p:cNvSpPr>
          <p:nvPr>
            <p:ph type="body"/>
          </p:nvPr>
        </p:nvSpPr>
        <p:spPr>
          <a:xfrm>
            <a:off x="1184400" y="250920"/>
            <a:ext cx="548784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508"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notesSlides/notesSlide3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9" name="PlaceHolder 1"/>
          <p:cNvSpPr>
            <a:spLocks noGrp="1"/>
          </p:cNvSpPr>
          <p:nvPr>
            <p:ph type="sldImg"/>
          </p:nvPr>
        </p:nvSpPr>
        <p:spPr>
          <a:xfrm>
            <a:off x="1082520" y="868320"/>
            <a:ext cx="7680600" cy="5761080"/>
          </a:xfrm>
          <a:prstGeom prst="rect">
            <a:avLst/>
          </a:prstGeom>
          <a:ln w="0">
            <a:noFill/>
          </a:ln>
        </p:spPr>
      </p:sp>
      <p:sp>
        <p:nvSpPr>
          <p:cNvPr id="10510" name="PlaceHolder 2"/>
          <p:cNvSpPr>
            <a:spLocks noGrp="1"/>
          </p:cNvSpPr>
          <p:nvPr>
            <p:ph type="body"/>
          </p:nvPr>
        </p:nvSpPr>
        <p:spPr>
          <a:xfrm>
            <a:off x="1184400" y="250920"/>
            <a:ext cx="5487840" cy="244080"/>
          </a:xfrm>
          <a:prstGeom prst="rect">
            <a:avLst/>
          </a:prstGeom>
          <a:noFill/>
          <a:ln w="0">
            <a:noFill/>
          </a:ln>
        </p:spPr>
        <p:txBody>
          <a:bodyPr lIns="0" rIns="0" tIns="0" bIns="0" anchor="t">
            <a:noAutofit/>
          </a:bodyPr>
          <a:p>
            <a:pPr indent="0">
              <a:lnSpc>
                <a:spcPct val="90000"/>
              </a:lnSpc>
              <a:spcBef>
                <a:spcPts val="60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1" lang="zh-CN" sz="1600" spc="-1" strike="noStrike">
              <a:solidFill>
                <a:srgbClr val="000000"/>
              </a:solidFill>
              <a:latin typeface="Arial"/>
              <a:ea typeface="宋体"/>
            </a:endParaRPr>
          </a:p>
        </p:txBody>
      </p:sp>
      <p:sp>
        <p:nvSpPr>
          <p:cNvPr id="10511" name="McK Separator"/>
          <p:cNvSpPr/>
          <p:nvPr/>
        </p:nvSpPr>
        <p:spPr>
          <a:xfrm>
            <a:off x="1187280" y="1023840"/>
            <a:ext cx="75758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8" name="PlaceHolder 2"/>
          <p:cNvSpPr>
            <a:spLocks noGrp="1"/>
          </p:cNvSpPr>
          <p:nvPr>
            <p:ph/>
          </p:nvPr>
        </p:nvSpPr>
        <p:spPr>
          <a:xfrm>
            <a:off x="122400" y="1272960"/>
            <a:ext cx="8618400" cy="1706400"/>
          </a:xfrm>
          <a:prstGeom prst="rect">
            <a:avLst/>
          </a:prstGeom>
          <a:noFill/>
          <a:ln w="0">
            <a:noFill/>
          </a:ln>
        </p:spPr>
        <p:txBody>
          <a:bodyPr lIns="0" rIns="0" tIns="0" bIns="0" anchor="t">
            <a:norm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16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F2A4DB00-5451-4F99-99A8-2FE076EE7C27}"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p:spTree>
      <p:nvGrpSpPr>
        <p:cNvPr id="1" name=""/>
        <p:cNvGrpSpPr/>
        <p:nvPr/>
      </p:nvGrpSpPr>
      <p:grpSpPr>
        <a:xfrm>
          <a:off x="0" y="0"/>
          <a:ext cx="0" cy="0"/>
          <a:chOff x="0" y="0"/>
          <a:chExt cx="0" cy="0"/>
        </a:xfrm>
      </p:grpSpPr>
      <p:sp>
        <p:nvSpPr>
          <p:cNvPr id="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F8952A16-B4EF-4EA0-A209-E975192079A1}"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spTree>
      <p:nvGrpSpPr>
        <p:cNvPr id="1" name=""/>
        <p:cNvGrpSpPr/>
        <p:nvPr/>
      </p:nvGrpSpPr>
      <p:grpSpPr>
        <a:xfrm>
          <a:off x="0" y="0"/>
          <a:ext cx="0" cy="0"/>
          <a:chOff x="0" y="0"/>
          <a:chExt cx="0" cy="0"/>
        </a:xfrm>
      </p:grpSpPr>
      <p:sp>
        <p:nvSpPr>
          <p:cNvPr id="1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19" name="PlaceHolder 2"/>
          <p:cNvSpPr>
            <a:spLocks noGrp="1"/>
          </p:cNvSpPr>
          <p:nvPr>
            <p:ph type="subTitle"/>
          </p:nvPr>
        </p:nvSpPr>
        <p:spPr>
          <a:xfrm>
            <a:off x="122400" y="1272960"/>
            <a:ext cx="8618400" cy="1706400"/>
          </a:xfrm>
          <a:prstGeom prst="rect">
            <a:avLst/>
          </a:prstGeom>
          <a:noFill/>
          <a:ln w="0">
            <a:noFill/>
          </a:ln>
        </p:spPr>
        <p:txBody>
          <a:bodyPr lIns="0" rIns="0" tIns="0" bIns="0" anchor="ctr">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1400" spc="-1" strike="noStrike">
              <a:solidFill>
                <a:srgbClr val="000000"/>
              </a:solidFill>
              <a:latin typeface="Arial"/>
            </a:endParaRPr>
          </a:p>
        </p:txBody>
      </p:sp>
      <p:sp>
        <p:nvSpPr>
          <p:cNvPr id="4" name="PlaceHolder 3"/>
          <p:cNvSpPr>
            <a:spLocks noGrp="1"/>
          </p:cNvSpPr>
          <p:nvPr>
            <p:ph type="ftr" idx="3"/>
          </p:nvPr>
        </p:nvSpPr>
        <p:spPr/>
        <p:txBody>
          <a:bodyPr/>
          <a:p>
            <a:r>
              <a:t>Footer</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ftr" idx="1"/>
          </p:nvPr>
        </p:nvSpPr>
        <p:spPr>
          <a:xfrm>
            <a:off x="8442360" y="36360"/>
            <a:ext cx="295200" cy="122400"/>
          </a:xfrm>
          <a:prstGeom prst="rect">
            <a:avLst/>
          </a:prstGeom>
          <a:noFill/>
          <a:ln w="0">
            <a:noFill/>
          </a:ln>
        </p:spPr>
        <p:txBody>
          <a:bodyPr lIns="0" rIns="0" tIns="0" bIns="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 name="PlaceHolder 2"/>
          <p:cNvSpPr>
            <a:spLocks noGrp="1"/>
          </p:cNvSpPr>
          <p:nvPr>
            <p:ph type="sldNum" idx="2"/>
          </p:nvPr>
        </p:nvSpPr>
        <p:spPr>
          <a:xfrm>
            <a:off x="6870600" y="6511680"/>
            <a:ext cx="1866960" cy="183240"/>
          </a:xfrm>
          <a:prstGeom prst="rect">
            <a:avLst/>
          </a:prstGeom>
          <a:noFill/>
          <a:ln w="0">
            <a:noFill/>
          </a:ln>
        </p:spPr>
        <p:txBody>
          <a:bodyPr lIns="0" rIns="0" tIns="0" bIns="0" anchor="t">
            <a:noAutofit/>
          </a:bodyPr>
          <a:lstStyle>
            <a:lvl1pPr indent="0" algn="r">
              <a:lnSpc>
                <a:spcPct val="100000"/>
              </a:lnSpc>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defRPr b="0" lang="zh-CN" sz="1200" spc="-1" strike="noStrike">
                <a:solidFill>
                  <a:srgbClr val="000000"/>
                </a:solidFill>
                <a:latin typeface="Arial"/>
                <a:ea typeface="宋体"/>
              </a:defRPr>
            </a:lvl1pPr>
          </a:lstStyle>
          <a:p>
            <a:pPr indent="0" algn="r">
              <a:lnSpc>
                <a:spcPct val="100000"/>
              </a:lnSpc>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fld id="{2B8E02BB-FF21-47E7-B38B-CBCC1E3E2FE2}" type="slidenum">
              <a:rPr b="0" lang="zh-CN" sz="1200" spc="-1" strike="noStrike">
                <a:solidFill>
                  <a:srgbClr val="000000"/>
                </a:solidFill>
                <a:latin typeface="Arial"/>
                <a:ea typeface="宋体"/>
              </a:rPr>
              <a:t>&lt;number&gt;</a:t>
            </a:fld>
            <a:endParaRPr b="0" lang="en-US" sz="1200" spc="-1" strike="noStrike">
              <a:solidFill>
                <a:srgbClr val="000000"/>
              </a:solidFill>
              <a:latin typeface="Times New Roman"/>
            </a:endParaRPr>
          </a:p>
        </p:txBody>
      </p:sp>
      <p:sp>
        <p:nvSpPr>
          <p:cNvPr id="2" name="PlaceHolder 3"/>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Click to edit the title text format</a:t>
            </a:r>
            <a:endParaRPr b="1" lang="en-US" sz="1900" spc="-1" strike="noStrike">
              <a:solidFill>
                <a:srgbClr val="000000"/>
              </a:solidFill>
              <a:latin typeface="Arial"/>
            </a:endParaRPr>
          </a:p>
        </p:txBody>
      </p:sp>
      <p:sp>
        <p:nvSpPr>
          <p:cNvPr id="3" name="PlaceHolder 4"/>
          <p:cNvSpPr>
            <a:spLocks noGrp="1"/>
          </p:cNvSpPr>
          <p:nvPr>
            <p:ph type="body"/>
          </p:nvPr>
        </p:nvSpPr>
        <p:spPr>
          <a:xfrm>
            <a:off x="122400" y="1272960"/>
            <a:ext cx="8618400" cy="1706400"/>
          </a:xfrm>
          <a:prstGeom prst="rect">
            <a:avLst/>
          </a:prstGeom>
          <a:noFill/>
          <a:ln w="0">
            <a:noFill/>
          </a:ln>
        </p:spPr>
        <p:txBody>
          <a:bodyPr lIns="0" rIns="0" tIns="0" bIns="0" anchor="t">
            <a:normAutofit/>
          </a:bodyPr>
          <a:p>
            <a:pPr indent="0">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144360" indent="-142920">
              <a:buClr>
                <a:srgbClr val="000000"/>
              </a:buClr>
              <a:buSzPct val="120000"/>
              <a:buFont typeface="Arial"/>
              <a:buChar cha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295200" indent="-149040">
              <a:buClr>
                <a:srgbClr val="000000"/>
              </a:buClr>
              <a:buFont typeface="Arial"/>
              <a:buChar cha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431640" indent="-134640">
              <a:buClr>
                <a:srgbClr val="000000"/>
              </a:buClr>
              <a:buSzPct val="89000"/>
              <a:buFont typeface="Arial"/>
              <a:buChar cha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582480" indent="-149040">
              <a:buClr>
                <a:srgbClr val="000000"/>
              </a:buClr>
              <a:buSzPct val="75000"/>
              <a:buFont typeface="Arial"/>
              <a:buChar cha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582480" indent="-149040">
              <a:buClr>
                <a:srgbClr val="000000"/>
              </a:buClr>
              <a:buSzPct val="75000"/>
              <a:buFont typeface="Arial"/>
              <a:buChar cha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582480" indent="-149040">
              <a:buClr>
                <a:srgbClr val="000000"/>
              </a:buClr>
              <a:buSzPct val="75000"/>
              <a:buFont typeface="Arial"/>
              <a:buChar cha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grpSp>
        <p:nvGrpSpPr>
          <p:cNvPr id="4" name="McK Slide Elements"/>
          <p:cNvGrpSpPr/>
          <p:nvPr/>
        </p:nvGrpSpPr>
        <p:grpSpPr>
          <a:xfrm>
            <a:off x="122400" y="531720"/>
            <a:ext cx="8618400" cy="6162840"/>
            <a:chOff x="122400" y="531720"/>
            <a:chExt cx="8618400" cy="6162840"/>
          </a:xfrm>
        </p:grpSpPr>
        <p:sp>
          <p:nvSpPr>
            <p:cNvPr id="5" name="McK Measure" hidden="1"/>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6" name="McK Footnote" hidden="1"/>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3"/>
          </p:nvPr>
        </p:nvSpPr>
        <p:spPr>
          <a:xfrm>
            <a:off x="8442360" y="36360"/>
            <a:ext cx="295200" cy="122400"/>
          </a:xfrm>
          <a:prstGeom prst="rect">
            <a:avLst/>
          </a:prstGeom>
          <a:noFill/>
          <a:ln w="0">
            <a:noFill/>
          </a:ln>
        </p:spPr>
        <p:txBody>
          <a:bodyPr lIns="0" rIns="0" tIns="0" bIns="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 name="PlaceHolder 2"/>
          <p:cNvSpPr>
            <a:spLocks noGrp="1"/>
          </p:cNvSpPr>
          <p:nvPr>
            <p:ph type="title"/>
          </p:nvPr>
        </p:nvSpPr>
        <p:spPr>
          <a:xfrm>
            <a:off x="2639880" y="2701440"/>
            <a:ext cx="502776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2400" spc="-1" strike="noStrike">
                <a:solidFill>
                  <a:srgbClr val="000000"/>
                </a:solidFill>
                <a:latin typeface="Arial"/>
              </a:rPr>
              <a:t>Click to edit the title text format</a:t>
            </a:r>
            <a:endParaRPr b="0" lang="en-US" sz="2400" spc="-1" strike="noStrike">
              <a:solidFill>
                <a:srgbClr val="000000"/>
              </a:solidFill>
              <a:latin typeface="Arial"/>
            </a:endParaRPr>
          </a:p>
        </p:txBody>
      </p:sp>
      <p:grpSp>
        <p:nvGrpSpPr>
          <p:cNvPr id="12" name="McK Title Elements"/>
          <p:cNvGrpSpPr/>
          <p:nvPr/>
        </p:nvGrpSpPr>
        <p:grpSpPr>
          <a:xfrm>
            <a:off x="2639880" y="2139840"/>
            <a:ext cx="5027760" cy="4510080"/>
            <a:chOff x="2639880" y="2139840"/>
            <a:chExt cx="5027760" cy="4510080"/>
          </a:xfrm>
        </p:grpSpPr>
        <p:sp>
          <p:nvSpPr>
            <p:cNvPr id="13" name="McK Confidential" hidden="1"/>
            <p:cNvSpPr/>
            <p:nvPr/>
          </p:nvSpPr>
          <p:spPr>
            <a:xfrm>
              <a:off x="2639880" y="2139840"/>
              <a:ext cx="14860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CONFIDENTIAL</a:t>
              </a:r>
              <a:endParaRPr b="0" lang="en-US" sz="1400" spc="-1" strike="noStrike">
                <a:solidFill>
                  <a:srgbClr val="000000"/>
                </a:solidFill>
                <a:latin typeface="Times New Roman"/>
              </a:endParaRPr>
            </a:p>
          </p:txBody>
        </p:sp>
        <p:sp>
          <p:nvSpPr>
            <p:cNvPr id="14" name="McK Document" hidden="1"/>
            <p:cNvSpPr/>
            <p:nvPr/>
          </p:nvSpPr>
          <p:spPr>
            <a:xfrm>
              <a:off x="2639880" y="4839120"/>
              <a:ext cx="502776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Document</a:t>
              </a:r>
              <a:endParaRPr b="0" lang="en-US" sz="1400" spc="-1" strike="noStrike">
                <a:solidFill>
                  <a:srgbClr val="000000"/>
                </a:solidFill>
                <a:latin typeface="Times New Roman"/>
              </a:endParaRPr>
            </a:p>
          </p:txBody>
        </p:sp>
        <p:sp>
          <p:nvSpPr>
            <p:cNvPr id="15" name="McK Date" hidden="1"/>
            <p:cNvSpPr/>
            <p:nvPr/>
          </p:nvSpPr>
          <p:spPr>
            <a:xfrm>
              <a:off x="2639880" y="5105520"/>
              <a:ext cx="50277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Date</a:t>
              </a:r>
              <a:endParaRPr b="0" lang="en-US" sz="1400" spc="-1" strike="noStrike">
                <a:solidFill>
                  <a:srgbClr val="000000"/>
                </a:solidFill>
                <a:latin typeface="Times New Roman"/>
              </a:endParaRPr>
            </a:p>
          </p:txBody>
        </p:sp>
        <p:sp>
          <p:nvSpPr>
            <p:cNvPr id="16" name="McK Disclaimer" hidden="1"/>
            <p:cNvSpPr/>
            <p:nvPr/>
          </p:nvSpPr>
          <p:spPr>
            <a:xfrm>
              <a:off x="2639880" y="5961960"/>
              <a:ext cx="3656160" cy="68796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900" spc="-1" strike="noStrike">
                  <a:solidFill>
                    <a:srgbClr val="000000"/>
                  </a:solidFill>
                  <a:latin typeface="Arial"/>
                  <a:ea typeface="宋体"/>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endParaRPr b="0" lang="en-US" sz="900" spc="-1" strike="noStrike">
                <a:solidFill>
                  <a:srgbClr val="000000"/>
                </a:solidFill>
                <a:latin typeface="Times New Roman"/>
              </a:endParaRPr>
            </a:p>
          </p:txBody>
        </p:sp>
      </p:grpSp>
      <p:sp>
        <p:nvSpPr>
          <p:cNvPr id="17" name="PlaceHolder 3"/>
          <p:cNvSpPr>
            <a:spLocks noGrp="1"/>
          </p:cNvSpPr>
          <p:nvPr>
            <p:ph type="body"/>
          </p:nvPr>
        </p:nvSpPr>
        <p:spPr>
          <a:xfrm>
            <a:off x="447840" y="1572480"/>
            <a:ext cx="8064000" cy="3897720"/>
          </a:xfrm>
          <a:prstGeom prst="rect">
            <a:avLst/>
          </a:prstGeom>
          <a:noFill/>
          <a:ln w="0">
            <a:noFill/>
          </a:ln>
        </p:spPr>
        <p:txBody>
          <a:bodyPr lIns="0" rIns="0" tIns="0" bIns="0" anchor="t">
            <a:normAutofit/>
          </a:bodyPr>
          <a:p>
            <a:pPr indent="0">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1440" indent="0" algn="ct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46160" algn="ctr">
              <a:buClr>
                <a:srgbClr val="000000"/>
              </a:buClr>
              <a:buFont typeface="Arial"/>
              <a:buChar cha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297000" algn="ctr">
              <a:buClr>
                <a:srgbClr val="000000"/>
              </a:buClr>
              <a:buSzPct val="89000"/>
              <a:buFont typeface="Arial"/>
              <a:buChar cha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433440" algn="ctr">
              <a:buClr>
                <a:srgbClr val="000000"/>
              </a:buClr>
              <a:buSzPct val="75000"/>
              <a:buFont typeface="Arial"/>
              <a:buChar char="–"/>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433440">
              <a:spcBef>
                <a:spcPts val="400"/>
              </a:spcBef>
              <a:buClr>
                <a:srgbClr val="000000"/>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433440">
              <a:spcBef>
                <a:spcPts val="400"/>
              </a:spcBef>
              <a:buClr>
                <a:srgbClr val="000000"/>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2"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png"/><Relationship Id="rId3" Type="http://schemas.openxmlformats.org/officeDocument/2006/relationships/image" Target="../media/image1.png"/><Relationship Id="rId4" Type="http://schemas.openxmlformats.org/officeDocument/2006/relationships/image" Target="../media/image1.png"/><Relationship Id="rId5" Type="http://schemas.openxmlformats.org/officeDocument/2006/relationships/image" Target="../media/image1.png"/><Relationship Id="rId6" Type="http://schemas.openxmlformats.org/officeDocument/2006/relationships/image" Target="../media/image1.png"/><Relationship Id="rId7" Type="http://schemas.openxmlformats.org/officeDocument/2006/relationships/image" Target="../media/image1.png"/><Relationship Id="rId8" Type="http://schemas.openxmlformats.org/officeDocument/2006/relationships/slideLayout" Target="../slideLayouts/slideLayout2.xml"/><Relationship Id="rId9"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2.xml"/><Relationship Id="rId5"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2.xml"/><Relationship Id="rId5"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
</Relationships>
</file>

<file path=ppt/slides/_rels/slide1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
</Relationships>
</file>

<file path=ppt/slides/_rels/slide12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24.xml"/>
</Relationships>
</file>

<file path=ppt/slides/_rels/slide12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25.xml"/>
</Relationships>
</file>

<file path=ppt/slides/_rels/slide12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2.xml"/><Relationship Id="rId4" Type="http://schemas.openxmlformats.org/officeDocument/2006/relationships/notesSlide" Target="../notesSlides/notesSlide126.xml"/>
</Relationships>
</file>

<file path=ppt/slides/_rels/slide12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27.xml"/>
</Relationships>
</file>

<file path=ppt/slides/_rels/slide12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28.xml"/>
</Relationships>
</file>

<file path=ppt/slides/_rels/slide12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29.xml"/>
</Relationships>
</file>

<file path=ppt/slides/_rels/slide13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31.xml"/>
</Relationships>
</file>

<file path=ppt/slides/_rels/slide13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2.xml"/><Relationship Id="rId4" Type="http://schemas.openxmlformats.org/officeDocument/2006/relationships/notesSlide" Target="../notesSlides/notesSlide132.xml"/>
</Relationships>
</file>

<file path=ppt/slides/_rels/slide13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33.xml"/>
</Relationships>
</file>

<file path=ppt/slides/_rels/slide13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34.xml"/>
</Relationships>
</file>

<file path=ppt/slides/_rels/slide13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35.xml"/>
</Relationships>
</file>

<file path=ppt/slides/_rels/slide13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2.xml"/><Relationship Id="rId4" Type="http://schemas.openxmlformats.org/officeDocument/2006/relationships/notesSlide" Target="../notesSlides/notesSlide136.xml"/>
</Relationships>
</file>

<file path=ppt/slides/_rels/slide13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37.xml"/>
</Relationships>
</file>

<file path=ppt/slides/_rels/slide13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38.xml"/>
</Relationships>
</file>

<file path=ppt/slides/_rels/slide13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39.xml"/>
</Relationships>
</file>

<file path=ppt/slides/_rels/slide14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40.xml"/>
</Relationships>
</file>

<file path=ppt/slides/_rels/slide14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41.xml"/>
</Relationships>
</file>

<file path=ppt/slides/_rels/slide14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2.xml"/><Relationship Id="rId4" Type="http://schemas.openxmlformats.org/officeDocument/2006/relationships/notesSlide" Target="../notesSlides/notesSlide142.xml"/>
</Relationships>
</file>

<file path=ppt/slides/_rels/slide14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43.xml"/>
</Relationships>
</file>

<file path=ppt/slides/_rels/slide14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44.xml"/>
</Relationships>
</file>

<file path=ppt/slides/_rels/slide14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45.xml"/>
</Relationships>
</file>

<file path=ppt/slides/_rels/slide14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slideLayout" Target="../slideLayouts/slideLayout2.xml"/><Relationship Id="rId3" Type="http://schemas.openxmlformats.org/officeDocument/2006/relationships/notesSlide" Target="../notesSlides/notesSlide146.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
</Relationships>
</file>

<file path=ppt/slides/_rels/slide1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
</Relationships>
</file>

<file path=ppt/slides/_rels/slide15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
</Relationships>
</file>

<file path=ppt/slides/_rels/slide15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53.xml"/>
</Relationships>
</file>

<file path=ppt/slides/_rels/slide15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
</Relationships>
</file>

<file path=ppt/slides/_rels/slide15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
</Relationships>
</file>

<file path=ppt/slides/_rels/slide15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
</Relationships>
</file>

<file path=ppt/slides/_rels/slide15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
</Relationships>
</file>

<file path=ppt/slides/_rels/slide15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
</Relationships>
</file>

<file path=ppt/slides/_rels/slide16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
</Relationships>
</file>

<file path=ppt/slides/_rels/slide16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
</Relationships>
</file>

<file path=ppt/slides/_rels/slide16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3.xml"/>
</Relationships>
</file>

<file path=ppt/slides/_rels/slide16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
</Relationships>
</file>

<file path=ppt/slides/_rels/slide16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
</Relationships>
</file>

<file path=ppt/slides/_rels/slide1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
</Relationships>
</file>

<file path=ppt/slides/_rels/slide1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
</Relationships>
</file>

<file path=ppt/slides/_rels/slide16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
</Relationships>
</file>

<file path=ppt/slides/_rels/slide17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
</Relationships>
</file>

<file path=ppt/slides/_rels/slide17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
</Relationships>
</file>

<file path=ppt/slides/_rels/slide17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
</Relationships>
</file>

<file path=ppt/slides/_rels/slide1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
</Relationships>
</file>

<file path=ppt/slides/_rels/slide1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
</Relationships>
</file>

<file path=ppt/slides/_rels/slide1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
</Relationships>
</file>

<file path=ppt/slides/_rels/slide1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
</Relationships>
</file>

<file path=ppt/slides/_rels/slide1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
</Relationships>
</file>

<file path=ppt/slides/_rels/slide17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
</Relationships>
</file>

<file path=ppt/slides/_rels/slide17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
</Relationships>
</file>

<file path=ppt/slides/_rels/slide18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
</Relationships>
</file>

<file path=ppt/slides/_rels/slide18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
</Relationships>
</file>

<file path=ppt/slides/_rels/slide18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
</Relationships>
</file>

<file path=ppt/slides/_rels/slide18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
</Relationships>
</file>

<file path=ppt/slides/_rels/slide18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
</Relationships>
</file>

<file path=ppt/slides/_rels/slide18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
</Relationships>
</file>

<file path=ppt/slides/_rels/slide18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
</Relationships>
</file>

<file path=ppt/slides/_rels/slide18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
</Relationships>
</file>

<file path=ppt/slides/_rels/slide18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
</Relationships>
</file>

<file path=ppt/slides/_rels/slide18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
</Relationships>
</file>

<file path=ppt/slides/_rels/slide19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
</Relationships>
</file>

<file path=ppt/slides/_rels/slide19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
</Relationships>
</file>

<file path=ppt/slides/_rels/slide19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
</Relationships>
</file>

<file path=ppt/slides/_rels/slide19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
</Relationships>
</file>

<file path=ppt/slides/_rels/slide19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
</Relationships>
</file>

<file path=ppt/slides/_rels/slide19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
</Relationships>
</file>

<file path=ppt/slides/_rels/slide19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
</Relationships>
</file>

<file path=ppt/slides/_rels/slide19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
</Relationships>
</file>

<file path=ppt/slides/_rels/slide19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
</Relationships>
</file>

<file path=ppt/slides/_rels/slide19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
</Relationships>
</file>

<file path=ppt/slides/_rels/slide20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
</Relationships>
</file>

<file path=ppt/slides/_rels/slide20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
</Relationships>
</file>

<file path=ppt/slides/_rels/slide20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
</Relationships>
</file>

<file path=ppt/slides/_rels/slide20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
</Relationships>
</file>

<file path=ppt/slides/_rels/slide20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
</Relationships>
</file>

<file path=ppt/slides/_rels/slide20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
</Relationships>
</file>

<file path=ppt/slides/_rels/slide20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
</Relationships>
</file>

<file path=ppt/slides/_rels/slide20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
</Relationships>
</file>

<file path=ppt/slides/_rels/slide20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
</Relationships>
</file>

<file path=ppt/slides/_rels/slide20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9.xml"/>
</Relationships>
</file>

<file path=ppt/slides/_rels/slide2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0.xml"/>
</Relationships>
</file>

<file path=ppt/slides/_rels/slide2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
</Relationships>
</file>

<file path=ppt/slides/_rels/slide2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2.xml"/>
</Relationships>
</file>

<file path=ppt/slides/_rels/slide2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
</Relationships>
</file>

<file path=ppt/slides/_rels/slide2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4.xml"/>
</Relationships>
</file>

<file path=ppt/slides/_rels/slide2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
</Relationships>
</file>

<file path=ppt/slides/_rels/slide2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6.xml"/>
</Relationships>
</file>

<file path=ppt/slides/_rels/slide2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
</Relationships>
</file>

<file path=ppt/slides/_rels/slide2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
</Relationships>
</file>

<file path=ppt/slides/_rels/slide2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
</Relationships>
</file>

<file path=ppt/slides/_rels/slide2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0.xml"/>
</Relationships>
</file>

<file path=ppt/slides/_rels/slide2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1.xml"/>
</Relationships>
</file>

<file path=ppt/slides/_rels/slide2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
</Relationships>
</file>

<file path=ppt/slides/_rels/slide2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3.xml"/>
</Relationships>
</file>

<file path=ppt/slides/_rels/slide2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
</Relationships>
</file>

<file path=ppt/slides/_rels/slide2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5.xml"/>
</Relationships>
</file>

<file path=ppt/slides/_rels/slide2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
</Relationships>
</file>

<file path=ppt/slides/_rels/slide2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7.xml"/>
</Relationships>
</file>

<file path=ppt/slides/_rels/slide2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
</Relationships>
</file>

<file path=ppt/slides/_rels/slide2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9.xml"/>
</Relationships>
</file>

<file path=ppt/slides/_rels/slide2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
</Relationships>
</file>

<file path=ppt/slides/_rels/slide23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
</Relationships>
</file>

<file path=ppt/slides/_rels/slide2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
</Relationships>
</file>

<file path=ppt/slides/_rels/slide2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
</Relationships>
</file>

<file path=ppt/slides/_rels/slide2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
</Relationships>
</file>

<file path=ppt/slides/_rels/slide2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
</Relationships>
</file>

<file path=ppt/slides/_rels/slide2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6.xml"/>
</Relationships>
</file>

<file path=ppt/slides/_rels/slide2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7.xml"/>
</Relationships>
</file>

<file path=ppt/slides/_rels/slide2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8.xml"/>
</Relationships>
</file>

<file path=ppt/slides/_rels/slide23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9.xml"/>
</Relationships>
</file>

<file path=ppt/slides/_rels/slide2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0.xml"/>
</Relationships>
</file>

<file path=ppt/slides/_rels/slide24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1.xml"/>
</Relationships>
</file>

<file path=ppt/slides/_rels/slide2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2.xml"/>
</Relationships>
</file>

<file path=ppt/slides/_rels/slide2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3.xml"/>
</Relationships>
</file>

<file path=ppt/slides/_rels/slide24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4.xml"/>
</Relationships>
</file>

<file path=ppt/slides/_rels/slide24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5.xml"/>
</Relationships>
</file>

<file path=ppt/slides/_rels/slide24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6.xml"/>
</Relationships>
</file>

<file path=ppt/slides/_rels/slide24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7.xml"/>
</Relationships>
</file>

<file path=ppt/slides/_rels/slide24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8.xml"/>
</Relationships>
</file>

<file path=ppt/slides/_rels/slide24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9.xml"/>
</Relationships>
</file>

<file path=ppt/slides/_rels/slide25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0.xml"/>
</Relationships>
</file>

<file path=ppt/slides/_rels/slide2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
</Relationships>
</file>

<file path=ppt/slides/_rels/slide2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2.xml"/>
</Relationships>
</file>

<file path=ppt/slides/_rels/slide2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
</Relationships>
</file>

<file path=ppt/slides/_rels/slide2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4.xml"/>
</Relationships>
</file>

<file path=ppt/slides/_rels/slide2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
</Relationships>
</file>

<file path=ppt/slides/_rels/slide2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
</Relationships>
</file>

<file path=ppt/slides/_rels/slide2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
</Relationships>
</file>

<file path=ppt/slides/_rels/slide2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
</Relationships>
</file>

<file path=ppt/slides/_rels/slide2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
</Relationships>
</file>

<file path=ppt/slides/_rels/slide2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
</Relationships>
</file>

<file path=ppt/slides/_rels/slide2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1.xml"/>
</Relationships>
</file>

<file path=ppt/slides/_rels/slide26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
</Relationships>
</file>

<file path=ppt/slides/_rels/slide2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3.xml"/>
</Relationships>
</file>

<file path=ppt/slides/_rels/slide2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4.xml"/>
</Relationships>
</file>

<file path=ppt/slides/_rels/slide26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5.xml"/>
</Relationships>
</file>

<file path=ppt/slides/_rels/slide2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6.xml"/>
</Relationships>
</file>

<file path=ppt/slides/_rels/slide26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267.xml"/>
</Relationships>
</file>

<file path=ppt/slides/_rels/slide26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268.xml"/>
</Relationships>
</file>

<file path=ppt/slides/_rels/slide26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1.xml"/><Relationship Id="rId5" Type="http://schemas.openxmlformats.org/officeDocument/2006/relationships/notesSlide" Target="../notesSlides/notesSlide269.xml"/>
</Relationships>
</file>

<file path=ppt/slides/_rels/slide27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1.xml"/><Relationship Id="rId5" Type="http://schemas.openxmlformats.org/officeDocument/2006/relationships/notesSlide" Target="../notesSlides/notesSlide270.xml"/>
</Relationships>
</file>

<file path=ppt/slides/_rels/slide27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1.xml"/><Relationship Id="rId6" Type="http://schemas.openxmlformats.org/officeDocument/2006/relationships/notesSlide" Target="../notesSlides/notesSlide271.xml"/>
</Relationships>
</file>

<file path=ppt/slides/_rels/slide27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oleObject" Target="../embeddings/oleObject5.bin"/><Relationship Id="rId6" Type="http://schemas.openxmlformats.org/officeDocument/2006/relationships/slideLayout" Target="../slideLayouts/slideLayout1.xml"/><Relationship Id="rId7" Type="http://schemas.openxmlformats.org/officeDocument/2006/relationships/notesSlide" Target="../notesSlides/notesSlide272.xml"/>
</Relationships>
</file>

<file path=ppt/slides/_rels/slide27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273.xml"/>
</Relationships>
</file>

<file path=ppt/slides/_rels/slide27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1.xml"/><Relationship Id="rId5" Type="http://schemas.openxmlformats.org/officeDocument/2006/relationships/notesSlide" Target="../notesSlides/notesSlide274.xml"/>
</Relationships>
</file>

<file path=ppt/slides/_rels/slide27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1.xml"/><Relationship Id="rId6" Type="http://schemas.openxmlformats.org/officeDocument/2006/relationships/notesSlide" Target="../notesSlides/notesSlide275.xml"/>
</Relationships>
</file>

<file path=ppt/slides/_rels/slide27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oleObject" Target="../embeddings/oleObject5.bin"/><Relationship Id="rId6" Type="http://schemas.openxmlformats.org/officeDocument/2006/relationships/slideLayout" Target="../slideLayouts/slideLayout1.xml"/><Relationship Id="rId7" Type="http://schemas.openxmlformats.org/officeDocument/2006/relationships/notesSlide" Target="../notesSlides/notesSlide276.xml"/>
</Relationships>
</file>

<file path=ppt/slides/_rels/slide27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2.xml"/><Relationship Id="rId5" Type="http://schemas.openxmlformats.org/officeDocument/2006/relationships/notesSlide" Target="../notesSlides/notesSlide277.xml"/>
</Relationships>
</file>

<file path=ppt/slides/_rels/slide27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2.xml"/><Relationship Id="rId6" Type="http://schemas.openxmlformats.org/officeDocument/2006/relationships/notesSlide" Target="../notesSlides/notesSlide278.xml"/>
</Relationships>
</file>

<file path=ppt/slides/_rels/slide27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2.xml"/><Relationship Id="rId6" Type="http://schemas.openxmlformats.org/officeDocument/2006/relationships/notesSlide" Target="../notesSlides/notesSlide279.xml"/>
</Relationships>
</file>

<file path=ppt/slides/_rels/slide28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2.xml"/><Relationship Id="rId4" Type="http://schemas.openxmlformats.org/officeDocument/2006/relationships/notesSlide" Target="../notesSlides/notesSlide280.xml"/>
</Relationships>
</file>

<file path=ppt/slides/_rels/slide28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2.xml"/><Relationship Id="rId5" Type="http://schemas.openxmlformats.org/officeDocument/2006/relationships/notesSlide" Target="../notesSlides/notesSlide281.xml"/>
</Relationships>
</file>

<file path=ppt/slides/_rels/slide28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2.xml"/><Relationship Id="rId6" Type="http://schemas.openxmlformats.org/officeDocument/2006/relationships/notesSlide" Target="../notesSlides/notesSlide282.xml"/>
</Relationships>
</file>

<file path=ppt/slides/_rels/slide28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2.xml"/><Relationship Id="rId4" Type="http://schemas.openxmlformats.org/officeDocument/2006/relationships/notesSlide" Target="../notesSlides/notesSlide283.xml"/>
</Relationships>
</file>

<file path=ppt/slides/_rels/slide28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2.xml"/><Relationship Id="rId5" Type="http://schemas.openxmlformats.org/officeDocument/2006/relationships/notesSlide" Target="../notesSlides/notesSlide284.xml"/>
</Relationships>
</file>

<file path=ppt/slides/_rels/slide28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2.xml"/><Relationship Id="rId6" Type="http://schemas.openxmlformats.org/officeDocument/2006/relationships/notesSlide" Target="../notesSlides/notesSlide285.xml"/>
</Relationships>
</file>

<file path=ppt/slides/_rels/slide28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2.xml"/><Relationship Id="rId6" Type="http://schemas.openxmlformats.org/officeDocument/2006/relationships/notesSlide" Target="../notesSlides/notesSlide286.xml"/>
</Relationships>
</file>

<file path=ppt/slides/_rels/slide28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oleObject" Target="../embeddings/oleObject5.bin"/><Relationship Id="rId6" Type="http://schemas.openxmlformats.org/officeDocument/2006/relationships/slideLayout" Target="../slideLayouts/slideLayout1.xml"/><Relationship Id="rId7" Type="http://schemas.openxmlformats.org/officeDocument/2006/relationships/notesSlide" Target="../notesSlides/notesSlide287.xml"/>
</Relationships>
</file>

<file path=ppt/slides/_rels/slide28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oleObject" Target="../embeddings/oleObject5.bin"/><Relationship Id="rId6" Type="http://schemas.openxmlformats.org/officeDocument/2006/relationships/oleObject" Target="../embeddings/oleObject6.bin"/><Relationship Id="rId7" Type="http://schemas.openxmlformats.org/officeDocument/2006/relationships/oleObject" Target="../embeddings/oleObject7.bin"/><Relationship Id="rId8" Type="http://schemas.openxmlformats.org/officeDocument/2006/relationships/oleObject" Target="../embeddings/oleObject8.bin"/><Relationship Id="rId9" Type="http://schemas.openxmlformats.org/officeDocument/2006/relationships/oleObject" Target="../embeddings/oleObject9.bin"/><Relationship Id="rId10" Type="http://schemas.openxmlformats.org/officeDocument/2006/relationships/slideLayout" Target="../slideLayouts/slideLayout1.xml"/><Relationship Id="rId11" Type="http://schemas.openxmlformats.org/officeDocument/2006/relationships/notesSlide" Target="../notesSlides/notesSlide288.xml"/>
</Relationships>
</file>

<file path=ppt/slides/_rels/slide28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oleObject" Target="../embeddings/oleObject5.bin"/><Relationship Id="rId6" Type="http://schemas.openxmlformats.org/officeDocument/2006/relationships/oleObject" Target="../embeddings/oleObject6.bin"/><Relationship Id="rId7" Type="http://schemas.openxmlformats.org/officeDocument/2006/relationships/oleObject" Target="../embeddings/oleObject7.bin"/><Relationship Id="rId8" Type="http://schemas.openxmlformats.org/officeDocument/2006/relationships/oleObject" Target="../embeddings/oleObject8.bin"/><Relationship Id="rId9" Type="http://schemas.openxmlformats.org/officeDocument/2006/relationships/oleObject" Target="../embeddings/oleObject9.bin"/><Relationship Id="rId10" Type="http://schemas.openxmlformats.org/officeDocument/2006/relationships/oleObject" Target="../embeddings/oleObject10.bin"/><Relationship Id="rId11" Type="http://schemas.openxmlformats.org/officeDocument/2006/relationships/oleObject" Target="../embeddings/oleObject11.bin"/><Relationship Id="rId12" Type="http://schemas.openxmlformats.org/officeDocument/2006/relationships/oleObject" Target="../embeddings/oleObject12.bin"/><Relationship Id="rId13" Type="http://schemas.openxmlformats.org/officeDocument/2006/relationships/oleObject" Target="../embeddings/oleObject13.bin"/><Relationship Id="rId14" Type="http://schemas.openxmlformats.org/officeDocument/2006/relationships/oleObject" Target="../embeddings/oleObject14.bin"/><Relationship Id="rId15" Type="http://schemas.openxmlformats.org/officeDocument/2006/relationships/oleObject" Target="../embeddings/oleObject15.bin"/><Relationship Id="rId16" Type="http://schemas.openxmlformats.org/officeDocument/2006/relationships/oleObject" Target="../embeddings/oleObject16.bin"/><Relationship Id="rId17" Type="http://schemas.openxmlformats.org/officeDocument/2006/relationships/oleObject" Target="../embeddings/oleObject17.bin"/><Relationship Id="rId18" Type="http://schemas.openxmlformats.org/officeDocument/2006/relationships/slideLayout" Target="../slideLayouts/slideLayout2.xml"/><Relationship Id="rId19" Type="http://schemas.openxmlformats.org/officeDocument/2006/relationships/notesSlide" Target="../notesSlides/notesSlide289.xml"/>
</Relationships>
</file>

<file path=ppt/slides/_rels/slide29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2.xml"/><Relationship Id="rId4" Type="http://schemas.openxmlformats.org/officeDocument/2006/relationships/notesSlide" Target="../notesSlides/notesSlide290.xml"/>
</Relationships>
</file>

<file path=ppt/slides/_rels/slide29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2.xml"/><Relationship Id="rId5" Type="http://schemas.openxmlformats.org/officeDocument/2006/relationships/notesSlide" Target="../notesSlides/notesSlide291.xml"/>
</Relationships>
</file>

<file path=ppt/slides/_rels/slide29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2.xml"/><Relationship Id="rId6" Type="http://schemas.openxmlformats.org/officeDocument/2006/relationships/notesSlide" Target="../notesSlides/notesSlide292.xml"/>
</Relationships>
</file>

<file path=ppt/slides/_rels/slide293.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293.xml"/>
</Relationships>
</file>

<file path=ppt/slides/_rels/slide294.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1.xml"/><Relationship Id="rId5" Type="http://schemas.openxmlformats.org/officeDocument/2006/relationships/notesSlide" Target="../notesSlides/notesSlide294.xml"/>
</Relationships>
</file>

<file path=ppt/slides/_rels/slide295.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1.xml"/><Relationship Id="rId6" Type="http://schemas.openxmlformats.org/officeDocument/2006/relationships/notesSlide" Target="../notesSlides/notesSlide295.xml"/>
</Relationships>
</file>

<file path=ppt/slides/_rels/slide296.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296.xml"/>
</Relationships>
</file>

<file path=ppt/slides/_rels/slide297.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slideLayout" Target="../slideLayouts/slideLayout1.xml"/><Relationship Id="rId5" Type="http://schemas.openxmlformats.org/officeDocument/2006/relationships/notesSlide" Target="../notesSlides/notesSlide297.xml"/>
</Relationships>
</file>

<file path=ppt/slides/_rels/slide298.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1.xml"/><Relationship Id="rId6" Type="http://schemas.openxmlformats.org/officeDocument/2006/relationships/notesSlide" Target="../notesSlides/notesSlide298.xml"/>
</Relationships>
</file>

<file path=ppt/slides/_rels/slide299.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299.xml"/>
</Relationships>
</file>

<file path=ppt/slides/_rels/slide300.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slideLayout" Target="../slideLayouts/slideLayout1.xml"/><Relationship Id="rId6" Type="http://schemas.openxmlformats.org/officeDocument/2006/relationships/notesSlide" Target="../notesSlides/notesSlide300.xml"/>
</Relationships>
</file>

<file path=ppt/slides/_rels/slide301.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oleObject" Target="../embeddings/oleObject3.bin"/><Relationship Id="rId4" Type="http://schemas.openxmlformats.org/officeDocument/2006/relationships/oleObject" Target="../embeddings/oleObject4.bin"/><Relationship Id="rId5" Type="http://schemas.openxmlformats.org/officeDocument/2006/relationships/oleObject" Target="../embeddings/oleObject5.bin"/><Relationship Id="rId6" Type="http://schemas.openxmlformats.org/officeDocument/2006/relationships/slideLayout" Target="../slideLayouts/slideLayout1.xml"/><Relationship Id="rId7" Type="http://schemas.openxmlformats.org/officeDocument/2006/relationships/notesSlide" Target="../notesSlides/notesSlide301.xml"/>
</Relationships>
</file>

<file path=ppt/slides/_rels/slide30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oleObject" Target="../embeddings/oleObject2.bin"/><Relationship Id="rId3" Type="http://schemas.openxmlformats.org/officeDocument/2006/relationships/slideLayout" Target="../slideLayouts/slideLayout1.xml"/><Relationship Id="rId4" Type="http://schemas.openxmlformats.org/officeDocument/2006/relationships/notesSlide" Target="../notesSlides/notesSlide302.xml"/>
</Relationships>
</file>

<file path=ppt/slides/_rels/slide30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3.xml"/>
</Relationships>
</file>

<file path=ppt/slides/_rels/slide30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4.xml"/>
</Relationships>
</file>

<file path=ppt/slides/_rels/slide30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5.xml"/>
</Relationships>
</file>

<file path=ppt/slides/_rels/slide30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6.xml"/>
</Relationships>
</file>

<file path=ppt/slides/_rels/slide30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McK Confidential"/>
          <p:cNvSpPr/>
          <p:nvPr/>
        </p:nvSpPr>
        <p:spPr>
          <a:xfrm>
            <a:off x="2639880" y="2139840"/>
            <a:ext cx="14860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CONFIDENTIAL</a:t>
            </a:r>
            <a:endParaRPr b="0" lang="en-US" sz="1400" spc="-1" strike="noStrike">
              <a:solidFill>
                <a:srgbClr val="000000"/>
              </a:solidFill>
              <a:latin typeface="Times New Roman"/>
            </a:endParaRPr>
          </a:p>
        </p:txBody>
      </p:sp>
      <p:sp>
        <p:nvSpPr>
          <p:cNvPr id="27" name="PlaceHolder 1"/>
          <p:cNvSpPr>
            <a:spLocks noGrp="1"/>
          </p:cNvSpPr>
          <p:nvPr>
            <p:ph type="title"/>
          </p:nvPr>
        </p:nvSpPr>
        <p:spPr>
          <a:xfrm>
            <a:off x="2639880" y="2701440"/>
            <a:ext cx="5027760" cy="366120"/>
          </a:xfrm>
          <a:prstGeom prst="rect">
            <a:avLst/>
          </a:prstGeom>
          <a:noFill/>
          <a:ln w="0">
            <a:noFill/>
          </a:ln>
        </p:spPr>
        <p:txBody>
          <a:bodyPr lIns="0" rIns="0" tIns="0" bIns="0" anchor="t">
            <a:noAutofit/>
          </a:bodyPr>
          <a:p>
            <a:pPr indent="0">
              <a:lnSpc>
                <a:spcPct val="100000"/>
              </a:lnSpc>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2400" spc="-1" strike="noStrike">
                <a:solidFill>
                  <a:srgbClr val="000000"/>
                </a:solidFill>
                <a:latin typeface="Arial Black"/>
                <a:ea typeface="-윤고딕130"/>
              </a:rPr>
              <a:t>Frequently Used Template </a:t>
            </a:r>
            <a:endParaRPr b="0" lang="en-US" sz="2400" spc="-1" strike="noStrike">
              <a:solidFill>
                <a:srgbClr val="000000"/>
              </a:solidFill>
              <a:latin typeface="Arial"/>
            </a:endParaRPr>
          </a:p>
        </p:txBody>
      </p:sp>
      <p:sp>
        <p:nvSpPr>
          <p:cNvPr id="28" name="PlaceHolder 2"/>
          <p:cNvSpPr>
            <a:spLocks noGrp="1"/>
          </p:cNvSpPr>
          <p:nvPr>
            <p:ph type="subTitle"/>
          </p:nvPr>
        </p:nvSpPr>
        <p:spPr>
          <a:xfrm>
            <a:off x="2639880" y="3882600"/>
            <a:ext cx="5027760" cy="21384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rPr>
              <a:t> </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9" name=""/>
          <p:cNvGrpSpPr/>
          <p:nvPr/>
        </p:nvGrpSpPr>
        <p:grpSpPr>
          <a:xfrm>
            <a:off x="2517840" y="1506600"/>
            <a:ext cx="4062240" cy="3735000"/>
            <a:chOff x="2517840" y="1506600"/>
            <a:chExt cx="4062240" cy="3735000"/>
          </a:xfrm>
        </p:grpSpPr>
        <p:sp>
          <p:nvSpPr>
            <p:cNvPr id="30" name=""/>
            <p:cNvSpPr/>
            <p:nvPr/>
          </p:nvSpPr>
          <p:spPr>
            <a:xfrm>
              <a:off x="2978280" y="2914560"/>
              <a:ext cx="2031840" cy="1866600"/>
            </a:xfrm>
            <a:prstGeom prst="cube">
              <a:avLst>
                <a:gd name="adj" fmla="val 25000"/>
              </a:avLst>
            </a:prstGeom>
            <a:solidFill>
              <a:srgbClr val="ffffff">
                <a:alpha val="50000"/>
              </a:srgbClr>
            </a:solidFill>
            <a:ln w="12600">
              <a:solidFill>
                <a:srgbClr val="d0d0d0"/>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1" name=""/>
            <p:cNvSpPr/>
            <p:nvPr/>
          </p:nvSpPr>
          <p:spPr>
            <a:xfrm>
              <a:off x="2978280" y="1506600"/>
              <a:ext cx="2031840" cy="1868400"/>
            </a:xfrm>
            <a:prstGeom prst="cube">
              <a:avLst>
                <a:gd name="adj" fmla="val 25000"/>
              </a:avLst>
            </a:prstGeom>
            <a:solidFill>
              <a:srgbClr val="ffffff">
                <a:alpha val="50000"/>
              </a:srgbClr>
            </a:solidFill>
            <a:ln w="12600">
              <a:solidFill>
                <a:srgbClr val="d0d0d0"/>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2" name=""/>
            <p:cNvSpPr/>
            <p:nvPr/>
          </p:nvSpPr>
          <p:spPr>
            <a:xfrm>
              <a:off x="4549680" y="1506600"/>
              <a:ext cx="2030400" cy="1868400"/>
            </a:xfrm>
            <a:prstGeom prst="cube">
              <a:avLst>
                <a:gd name="adj" fmla="val 25000"/>
              </a:avLst>
            </a:prstGeom>
            <a:solidFill>
              <a:srgbClr val="ffffff">
                <a:alpha val="50000"/>
              </a:srgbClr>
            </a:solidFill>
            <a:ln w="12600">
              <a:solidFill>
                <a:srgbClr val="d0d0d0"/>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3" name=""/>
            <p:cNvSpPr/>
            <p:nvPr/>
          </p:nvSpPr>
          <p:spPr>
            <a:xfrm>
              <a:off x="4549680" y="2914560"/>
              <a:ext cx="2030400" cy="1866600"/>
            </a:xfrm>
            <a:prstGeom prst="cube">
              <a:avLst>
                <a:gd name="adj" fmla="val 25000"/>
              </a:avLst>
            </a:prstGeom>
            <a:solidFill>
              <a:srgbClr val="ffffff">
                <a:alpha val="50000"/>
              </a:srgbClr>
            </a:solidFill>
            <a:ln w="12600">
              <a:solidFill>
                <a:srgbClr val="d0d0d0"/>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4" name=""/>
            <p:cNvSpPr/>
            <p:nvPr/>
          </p:nvSpPr>
          <p:spPr>
            <a:xfrm>
              <a:off x="2517840" y="3375000"/>
              <a:ext cx="2031840" cy="1866600"/>
            </a:xfrm>
            <a:prstGeom prst="cube">
              <a:avLst>
                <a:gd name="adj" fmla="val 25000"/>
              </a:avLst>
            </a:prstGeom>
            <a:solidFill>
              <a:srgbClr val="ffffff">
                <a:alpha val="50000"/>
              </a:srgbClr>
            </a:solidFill>
            <a:ln w="12600">
              <a:solidFill>
                <a:srgbClr val="d0d0d0"/>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5" name=""/>
            <p:cNvSpPr/>
            <p:nvPr/>
          </p:nvSpPr>
          <p:spPr>
            <a:xfrm>
              <a:off x="2517840" y="1966680"/>
              <a:ext cx="2031840" cy="1868400"/>
            </a:xfrm>
            <a:prstGeom prst="cube">
              <a:avLst>
                <a:gd name="adj" fmla="val 25000"/>
              </a:avLst>
            </a:prstGeom>
            <a:solidFill>
              <a:srgbClr val="ffffff">
                <a:alpha val="50000"/>
              </a:srgbClr>
            </a:solidFill>
            <a:ln w="12600">
              <a:solidFill>
                <a:srgbClr val="d0d0d0"/>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6" name=""/>
            <p:cNvSpPr/>
            <p:nvPr/>
          </p:nvSpPr>
          <p:spPr>
            <a:xfrm>
              <a:off x="4087800" y="1966680"/>
              <a:ext cx="2031840" cy="1868400"/>
            </a:xfrm>
            <a:prstGeom prst="cube">
              <a:avLst>
                <a:gd name="adj" fmla="val 25000"/>
              </a:avLst>
            </a:prstGeom>
            <a:solidFill>
              <a:srgbClr val="ffffff">
                <a:alpha val="50000"/>
              </a:srgbClr>
            </a:solidFill>
            <a:ln w="12600">
              <a:solidFill>
                <a:srgbClr val="d0d0d0"/>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7" name=""/>
            <p:cNvSpPr/>
            <p:nvPr/>
          </p:nvSpPr>
          <p:spPr>
            <a:xfrm>
              <a:off x="4087800" y="3375000"/>
              <a:ext cx="2031840" cy="1866600"/>
            </a:xfrm>
            <a:prstGeom prst="cube">
              <a:avLst>
                <a:gd name="adj" fmla="val 25000"/>
              </a:avLst>
            </a:prstGeom>
            <a:solidFill>
              <a:srgbClr val="ffffff">
                <a:alpha val="50000"/>
              </a:srgbClr>
            </a:solidFill>
            <a:ln w="12600">
              <a:solidFill>
                <a:srgbClr val="d0d0d0"/>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sp>
        <p:nvSpPr>
          <p:cNvPr id="38" name=""/>
          <p:cNvSpPr/>
          <p:nvPr/>
        </p:nvSpPr>
        <p:spPr>
          <a:xfrm>
            <a:off x="3040200" y="2093760"/>
            <a:ext cx="1284120" cy="244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9" name=""/>
          <p:cNvSpPr/>
          <p:nvPr/>
        </p:nvSpPr>
        <p:spPr>
          <a:xfrm>
            <a:off x="4630680" y="2093760"/>
            <a:ext cx="1282680" cy="244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0" name=""/>
          <p:cNvSpPr/>
          <p:nvPr/>
        </p:nvSpPr>
        <p:spPr>
          <a:xfrm>
            <a:off x="2735280" y="4943520"/>
            <a:ext cx="128412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1" name=""/>
          <p:cNvSpPr/>
          <p:nvPr/>
        </p:nvSpPr>
        <p:spPr>
          <a:xfrm>
            <a:off x="4110120" y="4943520"/>
            <a:ext cx="128268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2" name=""/>
          <p:cNvSpPr/>
          <p:nvPr/>
        </p:nvSpPr>
        <p:spPr>
          <a:xfrm rot="16200000">
            <a:off x="1707840" y="4471920"/>
            <a:ext cx="1247760" cy="244440"/>
          </a:xfrm>
          <a:prstGeom prst="rect">
            <a:avLst/>
          </a:prstGeom>
          <a:noFill/>
          <a:ln w="0">
            <a:noFill/>
          </a:ln>
        </p:spPr>
        <p:style>
          <a:lnRef idx="0"/>
          <a:fillRef idx="0"/>
          <a:effectRef idx="0"/>
          <a:fontRef idx="minor"/>
        </p:style>
        <p:txBody>
          <a:bodyPr lIns="0" rIns="0" tIns="0" bIns="0" anchor="b">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3" name=""/>
          <p:cNvSpPr/>
          <p:nvPr/>
        </p:nvSpPr>
        <p:spPr>
          <a:xfrm rot="16200000">
            <a:off x="1708560" y="3050280"/>
            <a:ext cx="1246320" cy="244440"/>
          </a:xfrm>
          <a:prstGeom prst="rect">
            <a:avLst/>
          </a:prstGeom>
          <a:noFill/>
          <a:ln w="0">
            <a:noFill/>
          </a:ln>
        </p:spPr>
        <p:style>
          <a:lnRef idx="0"/>
          <a:fillRef idx="0"/>
          <a:effectRef idx="0"/>
          <a:fontRef idx="minor"/>
        </p:style>
        <p:txBody>
          <a:bodyPr lIns="0" rIns="0" tIns="0" bIns="0" anchor="b">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4" name=""/>
          <p:cNvSpPr/>
          <p:nvPr/>
        </p:nvSpPr>
        <p:spPr>
          <a:xfrm>
            <a:off x="2678040" y="5311800"/>
            <a:ext cx="1284480" cy="2444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5" name=""/>
          <p:cNvSpPr/>
          <p:nvPr/>
        </p:nvSpPr>
        <p:spPr>
          <a:xfrm>
            <a:off x="4281480" y="5311800"/>
            <a:ext cx="1281240" cy="2444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6" name=""/>
          <p:cNvSpPr/>
          <p:nvPr/>
        </p:nvSpPr>
        <p:spPr>
          <a:xfrm rot="18944400">
            <a:off x="5687640" y="5046480"/>
            <a:ext cx="750960" cy="2444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7" name=""/>
          <p:cNvSpPr/>
          <p:nvPr/>
        </p:nvSpPr>
        <p:spPr>
          <a:xfrm rot="18944400">
            <a:off x="6170760" y="4579560"/>
            <a:ext cx="792000" cy="2444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2</a:t>
            </a:r>
            <a:r>
              <a:rPr b="1" lang="en-US" sz="1900" spc="-1" strike="noStrike">
                <a:solidFill>
                  <a:srgbClr val="000000"/>
                </a:solidFill>
                <a:latin typeface="Arial"/>
              </a:rPr>
              <a:t>X2 CUBED</a:t>
            </a:r>
            <a:endParaRPr b="1" lang="en-US" sz="1900" spc="-1" strike="noStrike">
              <a:solidFill>
                <a:srgbClr val="000000"/>
              </a:solidFill>
              <a:latin typeface="Arial"/>
            </a:endParaRPr>
          </a:p>
        </p:txBody>
      </p:sp>
      <p:sp>
        <p:nvSpPr>
          <p:cNvPr id="4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BA4AE39-35A2-4F90-AB5E-76BD9EFA7490}" type="slidenum">
              <a:t>2</a:t>
            </a:fld>
          </a:p>
        </p:txBody>
      </p:sp>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
          <p:cNvSpPr/>
          <p:nvPr/>
        </p:nvSpPr>
        <p:spPr>
          <a:xfrm>
            <a:off x="6267600" y="3209760"/>
            <a:ext cx="1190520" cy="2105280"/>
          </a:xfrm>
          <a:prstGeom prst="rect">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2" name=""/>
          <p:cNvSpPr/>
          <p:nvPr/>
        </p:nvSpPr>
        <p:spPr>
          <a:xfrm>
            <a:off x="2220840" y="2762280"/>
            <a:ext cx="836640" cy="1019160"/>
          </a:xfrm>
          <a:prstGeom prst="rect">
            <a:avLst/>
          </a:prstGeom>
          <a:solidFill>
            <a:srgbClr val="ffffff"/>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3" name=""/>
          <p:cNvSpPr/>
          <p:nvPr/>
        </p:nvSpPr>
        <p:spPr>
          <a:xfrm>
            <a:off x="2220840" y="1790640"/>
            <a:ext cx="836640" cy="981000"/>
          </a:xfrm>
          <a:prstGeom prst="rect">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 name=""/>
          <p:cNvSpPr/>
          <p:nvPr/>
        </p:nvSpPr>
        <p:spPr>
          <a:xfrm>
            <a:off x="1400040" y="2523960"/>
            <a:ext cx="836640" cy="1257480"/>
          </a:xfrm>
          <a:prstGeom prst="rect">
            <a:avLst/>
          </a:prstGeom>
          <a:solidFill>
            <a:srgbClr val="ffffff">
              <a:alpha val="50000"/>
            </a:srgbClr>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5" name=""/>
          <p:cNvSpPr/>
          <p:nvPr/>
        </p:nvSpPr>
        <p:spPr>
          <a:xfrm>
            <a:off x="2230560" y="3086280"/>
            <a:ext cx="836640" cy="695160"/>
          </a:xfrm>
          <a:prstGeom prst="rect">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6" name=""/>
          <p:cNvSpPr/>
          <p:nvPr/>
        </p:nvSpPr>
        <p:spPr>
          <a:xfrm>
            <a:off x="1400040" y="2990880"/>
            <a:ext cx="836640" cy="790560"/>
          </a:xfrm>
          <a:prstGeom prst="rect">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7" name=""/>
          <p:cNvSpPr/>
          <p:nvPr/>
        </p:nvSpPr>
        <p:spPr>
          <a:xfrm>
            <a:off x="1400040" y="2886120"/>
            <a:ext cx="836640" cy="114120"/>
          </a:xfrm>
          <a:prstGeom prst="rect">
            <a:avLst/>
          </a:prstGeom>
          <a:solidFill>
            <a:srgbClr val="d0d0d0">
              <a:alpha val="50000"/>
            </a:srgbClr>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2</a:t>
            </a:r>
            <a:r>
              <a:rPr b="1" lang="en-US" sz="1900" spc="-1" strike="noStrike">
                <a:solidFill>
                  <a:srgbClr val="000000"/>
                </a:solidFill>
                <a:latin typeface="Arial"/>
              </a:rPr>
              <a:t>X2 TOWER</a:t>
            </a:r>
            <a:endParaRPr b="1" lang="en-US" sz="1900" spc="-1" strike="noStrike">
              <a:solidFill>
                <a:srgbClr val="000000"/>
              </a:solidFill>
              <a:latin typeface="Arial"/>
            </a:endParaRPr>
          </a:p>
        </p:txBody>
      </p:sp>
      <p:sp>
        <p:nvSpPr>
          <p:cNvPr id="5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6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82658E9-9508-4776-BF45-541FBBBB5EEB}" type="slidenum">
              <a:t>3</a:t>
            </a:fld>
          </a:p>
        </p:txBody>
      </p:sp>
    </p:spTree>
  </p:cSld>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61" name=""/>
          <p:cNvCxnSpPr>
            <a:stCxn id="62" idx="2"/>
            <a:endCxn id="63" idx="0"/>
          </p:cNvCxnSpPr>
          <p:nvPr/>
        </p:nvCxnSpPr>
        <p:spPr>
          <a:xfrm flipH="1" rot="16200000">
            <a:off x="5599800" y="1723680"/>
            <a:ext cx="656280" cy="3072600"/>
          </a:xfrm>
          <a:prstGeom prst="bentConnector3">
            <a:avLst>
              <a:gd name="adj1" fmla="val 49835"/>
            </a:avLst>
          </a:prstGeom>
          <a:ln w="19080">
            <a:solidFill>
              <a:srgbClr val="000000"/>
            </a:solidFill>
            <a:miter/>
          </a:ln>
        </p:spPr>
      </p:cxnSp>
      <p:cxnSp>
        <p:nvCxnSpPr>
          <p:cNvPr id="64" name=""/>
          <p:cNvCxnSpPr>
            <a:stCxn id="62" idx="2"/>
            <a:endCxn id="65" idx="0"/>
          </p:cNvCxnSpPr>
          <p:nvPr/>
        </p:nvCxnSpPr>
        <p:spPr>
          <a:xfrm flipH="1" rot="16200000">
            <a:off x="4835520" y="2488680"/>
            <a:ext cx="656280" cy="1542240"/>
          </a:xfrm>
          <a:prstGeom prst="bentConnector3">
            <a:avLst>
              <a:gd name="adj1" fmla="val 49835"/>
            </a:avLst>
          </a:prstGeom>
          <a:ln w="19080">
            <a:solidFill>
              <a:srgbClr val="000000"/>
            </a:solidFill>
            <a:miter/>
          </a:ln>
        </p:spPr>
      </p:cxnSp>
      <p:cxnSp>
        <p:nvCxnSpPr>
          <p:cNvPr id="66" name=""/>
          <p:cNvCxnSpPr>
            <a:stCxn id="62" idx="2"/>
            <a:endCxn id="67" idx="0"/>
          </p:cNvCxnSpPr>
          <p:nvPr/>
        </p:nvCxnSpPr>
        <p:spPr>
          <a:xfrm rot="5400000">
            <a:off x="3303720" y="2499120"/>
            <a:ext cx="656280" cy="1521720"/>
          </a:xfrm>
          <a:prstGeom prst="bentConnector3">
            <a:avLst>
              <a:gd name="adj1" fmla="val 49835"/>
            </a:avLst>
          </a:prstGeom>
          <a:ln w="19080">
            <a:solidFill>
              <a:srgbClr val="000000"/>
            </a:solidFill>
            <a:miter/>
          </a:ln>
        </p:spPr>
      </p:cxnSp>
      <p:cxnSp>
        <p:nvCxnSpPr>
          <p:cNvPr id="68" name=""/>
          <p:cNvCxnSpPr>
            <a:stCxn id="62" idx="2"/>
            <a:endCxn id="69" idx="0"/>
          </p:cNvCxnSpPr>
          <p:nvPr/>
        </p:nvCxnSpPr>
        <p:spPr>
          <a:xfrm rot="5400000">
            <a:off x="2550600" y="1746000"/>
            <a:ext cx="656280" cy="3028320"/>
          </a:xfrm>
          <a:prstGeom prst="bentConnector3">
            <a:avLst>
              <a:gd name="adj1" fmla="val 49835"/>
            </a:avLst>
          </a:prstGeom>
          <a:ln w="19080">
            <a:solidFill>
              <a:srgbClr val="000000"/>
            </a:solidFill>
            <a:miter/>
          </a:ln>
        </p:spPr>
      </p:cxnSp>
      <p:cxnSp>
        <p:nvCxnSpPr>
          <p:cNvPr id="70" name=""/>
          <p:cNvCxnSpPr>
            <a:endCxn id="71" idx="0"/>
          </p:cNvCxnSpPr>
          <p:nvPr/>
        </p:nvCxnSpPr>
        <p:spPr>
          <a:xfrm>
            <a:off x="4392360" y="2931840"/>
            <a:ext cx="6840" cy="656280"/>
          </a:xfrm>
          <a:prstGeom prst="straightConnector1">
            <a:avLst/>
          </a:prstGeom>
          <a:ln w="19080">
            <a:solidFill>
              <a:srgbClr val="000000"/>
            </a:solidFill>
            <a:miter/>
          </a:ln>
        </p:spPr>
      </p:cxnSp>
      <p:sp>
        <p:nvSpPr>
          <p:cNvPr id="7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5</a:t>
            </a:r>
            <a:r>
              <a:rPr b="1" lang="en-US" sz="1900" spc="-1" strike="noStrike">
                <a:solidFill>
                  <a:srgbClr val="000000"/>
                </a:solidFill>
                <a:latin typeface="Arial"/>
              </a:rPr>
              <a:t>PS MARKETING</a:t>
            </a:r>
            <a:endParaRPr b="1" lang="en-US" sz="1900" spc="-1" strike="noStrike">
              <a:solidFill>
                <a:srgbClr val="000000"/>
              </a:solidFill>
              <a:latin typeface="Arial"/>
            </a:endParaRPr>
          </a:p>
        </p:txBody>
      </p:sp>
      <p:sp>
        <p:nvSpPr>
          <p:cNvPr id="71" name=""/>
          <p:cNvSpPr/>
          <p:nvPr/>
        </p:nvSpPr>
        <p:spPr>
          <a:xfrm>
            <a:off x="3730680" y="3587760"/>
            <a:ext cx="1336680" cy="731880"/>
          </a:xfrm>
          <a:prstGeom prst="rect">
            <a:avLst/>
          </a:prstGeom>
          <a:solidFill>
            <a:srgbClr val="d0d0d0"/>
          </a:solidFill>
          <a:ln w="12600">
            <a:solidFill>
              <a:srgbClr val="000000"/>
            </a:solidFill>
            <a:miter/>
          </a:ln>
        </p:spPr>
        <p:style>
          <a:lnRef idx="0"/>
          <a:fillRef idx="0"/>
          <a:effectRef idx="0"/>
          <a:fontRef idx="minor"/>
        </p:style>
        <p:txBody>
          <a:bodyPr lIns="109800" rIns="21240" tIns="21240" bIns="2124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Place</a:t>
            </a:r>
            <a:endParaRPr b="0" lang="en-US" sz="1600" spc="-1" strike="noStrike">
              <a:solidFill>
                <a:srgbClr val="000000"/>
              </a:solidFill>
              <a:latin typeface="Times New Roman"/>
            </a:endParaRPr>
          </a:p>
        </p:txBody>
      </p:sp>
      <p:sp>
        <p:nvSpPr>
          <p:cNvPr id="65" name=""/>
          <p:cNvSpPr/>
          <p:nvPr/>
        </p:nvSpPr>
        <p:spPr>
          <a:xfrm>
            <a:off x="5265720" y="3587760"/>
            <a:ext cx="1335240" cy="731880"/>
          </a:xfrm>
          <a:prstGeom prst="rect">
            <a:avLst/>
          </a:prstGeom>
          <a:solidFill>
            <a:srgbClr val="d0d0d0"/>
          </a:solidFill>
          <a:ln w="12600">
            <a:solidFill>
              <a:srgbClr val="000000"/>
            </a:solidFill>
            <a:miter/>
          </a:ln>
        </p:spPr>
        <p:style>
          <a:lnRef idx="0"/>
          <a:fillRef idx="0"/>
          <a:effectRef idx="0"/>
          <a:fontRef idx="minor"/>
        </p:style>
        <p:txBody>
          <a:bodyPr lIns="109800" rIns="21240" tIns="21240" bIns="2124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Price</a:t>
            </a:r>
            <a:endParaRPr b="0" lang="en-US" sz="1600" spc="-1" strike="noStrike">
              <a:solidFill>
                <a:srgbClr val="000000"/>
              </a:solidFill>
              <a:latin typeface="Times New Roman"/>
            </a:endParaRPr>
          </a:p>
        </p:txBody>
      </p:sp>
      <p:sp>
        <p:nvSpPr>
          <p:cNvPr id="69" name=""/>
          <p:cNvSpPr/>
          <p:nvPr/>
        </p:nvSpPr>
        <p:spPr>
          <a:xfrm>
            <a:off x="696960" y="3587760"/>
            <a:ext cx="1334880" cy="731880"/>
          </a:xfrm>
          <a:prstGeom prst="rect">
            <a:avLst/>
          </a:prstGeom>
          <a:solidFill>
            <a:srgbClr val="d0d0d0"/>
          </a:solidFill>
          <a:ln w="12600">
            <a:solidFill>
              <a:srgbClr val="000000"/>
            </a:solidFill>
            <a:miter/>
          </a:ln>
        </p:spPr>
        <p:style>
          <a:lnRef idx="0"/>
          <a:fillRef idx="0"/>
          <a:effectRef idx="0"/>
          <a:fontRef idx="minor"/>
        </p:style>
        <p:txBody>
          <a:bodyPr lIns="109800" rIns="21240" tIns="21240" bIns="2124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Product</a:t>
            </a:r>
            <a:endParaRPr b="0" lang="en-US" sz="1600" spc="-1" strike="noStrike">
              <a:solidFill>
                <a:srgbClr val="000000"/>
              </a:solidFill>
              <a:latin typeface="Times New Roman"/>
            </a:endParaRPr>
          </a:p>
        </p:txBody>
      </p:sp>
      <p:sp>
        <p:nvSpPr>
          <p:cNvPr id="67" name=""/>
          <p:cNvSpPr/>
          <p:nvPr/>
        </p:nvSpPr>
        <p:spPr>
          <a:xfrm>
            <a:off x="2203560" y="3587760"/>
            <a:ext cx="1334880" cy="731880"/>
          </a:xfrm>
          <a:prstGeom prst="rect">
            <a:avLst/>
          </a:prstGeom>
          <a:solidFill>
            <a:srgbClr val="d0d0d0"/>
          </a:solidFill>
          <a:ln w="12600">
            <a:solidFill>
              <a:srgbClr val="000000"/>
            </a:solidFill>
            <a:miter/>
          </a:ln>
        </p:spPr>
        <p:style>
          <a:lnRef idx="0"/>
          <a:fillRef idx="0"/>
          <a:effectRef idx="0"/>
          <a:fontRef idx="minor"/>
        </p:style>
        <p:txBody>
          <a:bodyPr lIns="109800" rIns="21240" tIns="21240" bIns="2124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Package</a:t>
            </a:r>
            <a:endParaRPr b="0" lang="en-US" sz="1600" spc="-1" strike="noStrike">
              <a:solidFill>
                <a:srgbClr val="000000"/>
              </a:solidFill>
              <a:latin typeface="Times New Roman"/>
            </a:endParaRPr>
          </a:p>
        </p:txBody>
      </p:sp>
      <p:sp>
        <p:nvSpPr>
          <p:cNvPr id="63" name=""/>
          <p:cNvSpPr/>
          <p:nvPr/>
        </p:nvSpPr>
        <p:spPr>
          <a:xfrm>
            <a:off x="6796080" y="3587760"/>
            <a:ext cx="1335240" cy="731880"/>
          </a:xfrm>
          <a:prstGeom prst="rect">
            <a:avLst/>
          </a:prstGeom>
          <a:solidFill>
            <a:srgbClr val="d0d0d0"/>
          </a:solidFill>
          <a:ln w="12600">
            <a:solidFill>
              <a:srgbClr val="000000"/>
            </a:solidFill>
            <a:miter/>
          </a:ln>
        </p:spPr>
        <p:style>
          <a:lnRef idx="0"/>
          <a:fillRef idx="0"/>
          <a:effectRef idx="0"/>
          <a:fontRef idx="minor"/>
        </p:style>
        <p:txBody>
          <a:bodyPr lIns="109800" rIns="21240" tIns="21240" bIns="2124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Positioning promotion</a:t>
            </a:r>
            <a:endParaRPr b="0" lang="en-US" sz="1600" spc="-1" strike="noStrike">
              <a:solidFill>
                <a:srgbClr val="000000"/>
              </a:solidFill>
              <a:latin typeface="Times New Roman"/>
            </a:endParaRPr>
          </a:p>
        </p:txBody>
      </p:sp>
      <p:sp>
        <p:nvSpPr>
          <p:cNvPr id="62" name=""/>
          <p:cNvSpPr/>
          <p:nvPr/>
        </p:nvSpPr>
        <p:spPr>
          <a:xfrm>
            <a:off x="3724200" y="2200320"/>
            <a:ext cx="1336680" cy="731880"/>
          </a:xfrm>
          <a:prstGeom prst="rect">
            <a:avLst/>
          </a:prstGeom>
          <a:solidFill>
            <a:srgbClr val="d0d0d0"/>
          </a:solidFill>
          <a:ln w="12600">
            <a:solidFill>
              <a:srgbClr val="000000"/>
            </a:solidFill>
            <a:miter/>
          </a:ln>
        </p:spPr>
        <p:style>
          <a:lnRef idx="0"/>
          <a:fillRef idx="0"/>
          <a:effectRef idx="0"/>
          <a:fontRef idx="minor"/>
        </p:style>
        <p:txBody>
          <a:bodyPr lIns="109800" rIns="21240" tIns="21240" bIns="2124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Product offering</a:t>
            </a:r>
            <a:endParaRPr b="0" lang="en-US" sz="1600" spc="-1" strike="noStrike">
              <a:solidFill>
                <a:srgbClr val="000000"/>
              </a:solidFill>
              <a:latin typeface="Times New Roman"/>
            </a:endParaRPr>
          </a:p>
        </p:txBody>
      </p:sp>
      <p:sp>
        <p:nvSpPr>
          <p:cNvPr id="7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C56F40B0-CD32-4EAB-8E46-CB2F79CE779A}" type="slidenum">
              <a:t>4</a:t>
            </a:fld>
          </a:p>
        </p:txBody>
      </p:sp>
    </p:spTree>
  </p:cSld>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5" name=""/>
          <p:cNvSpPr/>
          <p:nvPr/>
        </p:nvSpPr>
        <p:spPr>
          <a:xfrm>
            <a:off x="4522680" y="1801800"/>
            <a:ext cx="1357560" cy="242748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76" name=""/>
          <p:cNvSpPr/>
          <p:nvPr/>
        </p:nvSpPr>
        <p:spPr>
          <a:xfrm flipH="1">
            <a:off x="3138480" y="1801800"/>
            <a:ext cx="1357200" cy="242748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77" name=""/>
          <p:cNvSpPr/>
          <p:nvPr/>
        </p:nvSpPr>
        <p:spPr>
          <a:xfrm>
            <a:off x="3125880" y="2690640"/>
            <a:ext cx="1357200" cy="242748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78" name=""/>
          <p:cNvSpPr/>
          <p:nvPr/>
        </p:nvSpPr>
        <p:spPr>
          <a:xfrm flipH="1">
            <a:off x="4548240" y="2690640"/>
            <a:ext cx="1357200" cy="242748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79" name=""/>
          <p:cNvSpPr/>
          <p:nvPr/>
        </p:nvSpPr>
        <p:spPr>
          <a:xfrm>
            <a:off x="5929200" y="2657520"/>
            <a:ext cx="0" cy="136188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80" name=""/>
          <p:cNvSpPr/>
          <p:nvPr/>
        </p:nvSpPr>
        <p:spPr>
          <a:xfrm>
            <a:off x="3090960" y="2657520"/>
            <a:ext cx="0" cy="136188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81" name=""/>
          <p:cNvSpPr/>
          <p:nvPr/>
        </p:nvSpPr>
        <p:spPr>
          <a:xfrm flipH="1">
            <a:off x="3128760" y="1780560"/>
            <a:ext cx="1361880" cy="84780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82" name=""/>
          <p:cNvSpPr/>
          <p:nvPr/>
        </p:nvSpPr>
        <p:spPr>
          <a:xfrm>
            <a:off x="4519440" y="1780560"/>
            <a:ext cx="1362240" cy="84780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83" name=""/>
          <p:cNvSpPr/>
          <p:nvPr/>
        </p:nvSpPr>
        <p:spPr>
          <a:xfrm flipH="1" flipV="1">
            <a:off x="3128760" y="4304880"/>
            <a:ext cx="1361880" cy="84780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84" name=""/>
          <p:cNvSpPr/>
          <p:nvPr/>
        </p:nvSpPr>
        <p:spPr>
          <a:xfrm flipV="1">
            <a:off x="4519440" y="4304880"/>
            <a:ext cx="1362240" cy="84780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85" name=""/>
          <p:cNvSpPr/>
          <p:nvPr/>
        </p:nvSpPr>
        <p:spPr>
          <a:xfrm flipV="1">
            <a:off x="3138480" y="2638080"/>
            <a:ext cx="2752560" cy="164772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86" name=""/>
          <p:cNvSpPr/>
          <p:nvPr/>
        </p:nvSpPr>
        <p:spPr>
          <a:xfrm flipH="1" flipV="1">
            <a:off x="3090960" y="2638440"/>
            <a:ext cx="2828880" cy="165744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87" name=""/>
          <p:cNvSpPr/>
          <p:nvPr/>
        </p:nvSpPr>
        <p:spPr>
          <a:xfrm>
            <a:off x="4519440" y="2219400"/>
            <a:ext cx="0" cy="272412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88" name=""/>
          <p:cNvSpPr/>
          <p:nvPr/>
        </p:nvSpPr>
        <p:spPr>
          <a:xfrm>
            <a:off x="2500200" y="2035080"/>
            <a:ext cx="1238400" cy="1238400"/>
          </a:xfrm>
          <a:prstGeom prst="ellipse">
            <a:avLst/>
          </a:prstGeom>
          <a:blipFill rotWithShape="0">
            <a:blip r:embed="rId1"/>
            <a:srcRect/>
            <a:stretch/>
          </a:blipFill>
          <a:ln w="0">
            <a:noFill/>
          </a:ln>
        </p:spPr>
        <p:style>
          <a:lnRef idx="0"/>
          <a:fillRef idx="0"/>
          <a:effectRef idx="0"/>
          <a:fontRef idx="minor"/>
        </p:style>
        <p:txBody>
          <a:bodyPr lIns="0" rIns="0" tIns="0" bIns="0" anchor="ctr">
            <a:no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Strategy</a:t>
            </a:r>
            <a:endParaRPr b="0" lang="en-US" sz="1600" spc="-1" strike="noStrike">
              <a:solidFill>
                <a:srgbClr val="000000"/>
              </a:solidFill>
              <a:latin typeface="Times New Roman"/>
            </a:endParaRPr>
          </a:p>
        </p:txBody>
      </p:sp>
      <p:sp>
        <p:nvSpPr>
          <p:cNvPr id="89" name=""/>
          <p:cNvSpPr/>
          <p:nvPr/>
        </p:nvSpPr>
        <p:spPr>
          <a:xfrm>
            <a:off x="5310360" y="2035080"/>
            <a:ext cx="1238040" cy="1238400"/>
          </a:xfrm>
          <a:prstGeom prst="ellipse">
            <a:avLst/>
          </a:prstGeom>
          <a:blipFill rotWithShape="0">
            <a:blip r:embed="rId2"/>
            <a:srcRect/>
            <a:stretch/>
          </a:blipFill>
          <a:ln w="0">
            <a:noFill/>
          </a:ln>
        </p:spPr>
        <p:style>
          <a:lnRef idx="0"/>
          <a:fillRef idx="0"/>
          <a:effectRef idx="0"/>
          <a:fontRef idx="minor"/>
        </p:style>
        <p:txBody>
          <a:bodyPr lIns="0" rIns="0" tIns="0" bIns="0" anchor="ctr">
            <a:no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Skills</a:t>
            </a:r>
            <a:endParaRPr b="0" lang="en-US" sz="1600" spc="-1" strike="noStrike">
              <a:solidFill>
                <a:srgbClr val="000000"/>
              </a:solidFill>
              <a:latin typeface="Times New Roman"/>
            </a:endParaRPr>
          </a:p>
        </p:txBody>
      </p:sp>
      <p:sp>
        <p:nvSpPr>
          <p:cNvPr id="90" name=""/>
          <p:cNvSpPr/>
          <p:nvPr/>
        </p:nvSpPr>
        <p:spPr>
          <a:xfrm>
            <a:off x="5310360" y="3676680"/>
            <a:ext cx="1238040" cy="1238400"/>
          </a:xfrm>
          <a:prstGeom prst="ellipse">
            <a:avLst/>
          </a:prstGeom>
          <a:blipFill rotWithShape="0">
            <a:blip r:embed="rId3"/>
            <a:srcRect/>
            <a:stretch/>
          </a:blipFill>
          <a:ln w="0">
            <a:noFill/>
          </a:ln>
        </p:spPr>
        <p:style>
          <a:lnRef idx="0"/>
          <a:fillRef idx="0"/>
          <a:effectRef idx="0"/>
          <a:fontRef idx="minor"/>
        </p:style>
        <p:txBody>
          <a:bodyPr lIns="0" rIns="0" tIns="0" bIns="0" anchor="ctr">
            <a:no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Systems</a:t>
            </a:r>
            <a:endParaRPr b="0" lang="en-US" sz="1600" spc="-1" strike="noStrike">
              <a:solidFill>
                <a:srgbClr val="000000"/>
              </a:solidFill>
              <a:latin typeface="Times New Roman"/>
            </a:endParaRPr>
          </a:p>
        </p:txBody>
      </p:sp>
      <p:sp>
        <p:nvSpPr>
          <p:cNvPr id="91" name=""/>
          <p:cNvSpPr/>
          <p:nvPr/>
        </p:nvSpPr>
        <p:spPr>
          <a:xfrm>
            <a:off x="2514600" y="3676680"/>
            <a:ext cx="1238400" cy="1238400"/>
          </a:xfrm>
          <a:prstGeom prst="ellipse">
            <a:avLst/>
          </a:prstGeom>
          <a:blipFill rotWithShape="0">
            <a:blip r:embed="rId4"/>
            <a:srcRect/>
            <a:stretch/>
          </a:blipFill>
          <a:ln w="0">
            <a:noFill/>
          </a:ln>
        </p:spPr>
        <p:style>
          <a:lnRef idx="0"/>
          <a:fillRef idx="0"/>
          <a:effectRef idx="0"/>
          <a:fontRef idx="minor"/>
        </p:style>
        <p:txBody>
          <a:bodyPr lIns="0" rIns="0" tIns="0" bIns="0" anchor="ctr">
            <a:no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Staff</a:t>
            </a:r>
            <a:endParaRPr b="0" lang="en-US" sz="1600" spc="-1" strike="noStrike">
              <a:solidFill>
                <a:srgbClr val="000000"/>
              </a:solidFill>
              <a:latin typeface="Times New Roman"/>
            </a:endParaRPr>
          </a:p>
        </p:txBody>
      </p:sp>
      <p:sp>
        <p:nvSpPr>
          <p:cNvPr id="92" name=""/>
          <p:cNvSpPr/>
          <p:nvPr/>
        </p:nvSpPr>
        <p:spPr>
          <a:xfrm>
            <a:off x="3905280" y="2833560"/>
            <a:ext cx="1238400" cy="1238400"/>
          </a:xfrm>
          <a:prstGeom prst="ellipse">
            <a:avLst/>
          </a:prstGeom>
          <a:blipFill rotWithShape="0">
            <a:blip r:embed="rId5"/>
            <a:srcRect/>
            <a:stretch/>
          </a:blipFill>
          <a:ln w="0">
            <a:noFill/>
          </a:ln>
        </p:spPr>
        <p:style>
          <a:lnRef idx="0"/>
          <a:fillRef idx="0"/>
          <a:effectRef idx="0"/>
          <a:fontRef idx="minor"/>
        </p:style>
        <p:txBody>
          <a:bodyPr lIns="0" rIns="0" tIns="0" bIns="0" anchor="ctr">
            <a:no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Shared </a:t>
            </a:r>
            <a:endParaRPr b="0" lang="en-US" sz="1600" spc="-1" strike="noStrike">
              <a:solidFill>
                <a:srgbClr val="000000"/>
              </a:solidFill>
              <a:latin typeface="Times New Roman"/>
            </a:endParaRPr>
          </a:p>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values</a:t>
            </a:r>
            <a:endParaRPr b="0" lang="en-US" sz="1600" spc="-1" strike="noStrike">
              <a:solidFill>
                <a:srgbClr val="000000"/>
              </a:solidFill>
              <a:latin typeface="Times New Roman"/>
            </a:endParaRPr>
          </a:p>
        </p:txBody>
      </p:sp>
      <p:sp>
        <p:nvSpPr>
          <p:cNvPr id="93" name=""/>
          <p:cNvSpPr/>
          <p:nvPr/>
        </p:nvSpPr>
        <p:spPr>
          <a:xfrm>
            <a:off x="3905280" y="4546440"/>
            <a:ext cx="1238400" cy="1238400"/>
          </a:xfrm>
          <a:prstGeom prst="ellipse">
            <a:avLst/>
          </a:prstGeom>
          <a:blipFill rotWithShape="0">
            <a:blip r:embed="rId6"/>
            <a:srcRect/>
            <a:stretch/>
          </a:blipFill>
          <a:ln w="0">
            <a:noFill/>
          </a:ln>
        </p:spPr>
        <p:style>
          <a:lnRef idx="0"/>
          <a:fillRef idx="0"/>
          <a:effectRef idx="0"/>
          <a:fontRef idx="minor"/>
        </p:style>
        <p:txBody>
          <a:bodyPr lIns="0" rIns="0" tIns="0" bIns="0" anchor="ctr">
            <a:no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Structure</a:t>
            </a:r>
            <a:endParaRPr b="0" lang="en-US" sz="1600" spc="-1" strike="noStrike">
              <a:solidFill>
                <a:srgbClr val="000000"/>
              </a:solidFill>
              <a:latin typeface="Times New Roman"/>
            </a:endParaRPr>
          </a:p>
        </p:txBody>
      </p:sp>
      <p:sp>
        <p:nvSpPr>
          <p:cNvPr id="94" name=""/>
          <p:cNvSpPr/>
          <p:nvPr/>
        </p:nvSpPr>
        <p:spPr>
          <a:xfrm>
            <a:off x="3905280" y="1166760"/>
            <a:ext cx="1238400" cy="1238400"/>
          </a:xfrm>
          <a:prstGeom prst="ellipse">
            <a:avLst/>
          </a:prstGeom>
          <a:blipFill rotWithShape="0">
            <a:blip r:embed="rId7"/>
            <a:srcRect/>
            <a:stretch/>
          </a:blipFill>
          <a:ln w="0">
            <a:noFill/>
          </a:ln>
        </p:spPr>
        <p:style>
          <a:lnRef idx="0"/>
          <a:fillRef idx="0"/>
          <a:effectRef idx="0"/>
          <a:fontRef idx="minor"/>
        </p:style>
        <p:txBody>
          <a:bodyPr lIns="0" rIns="0" tIns="0" bIns="0" anchor="ctr">
            <a:no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Style</a:t>
            </a:r>
            <a:endParaRPr b="0" lang="en-US" sz="1600" spc="-1" strike="noStrike">
              <a:solidFill>
                <a:srgbClr val="000000"/>
              </a:solidFill>
              <a:latin typeface="Times New Roman"/>
            </a:endParaRPr>
          </a:p>
        </p:txBody>
      </p:sp>
      <p:sp>
        <p:nvSpPr>
          <p:cNvPr id="95" name=""/>
          <p:cNvSpPr/>
          <p:nvPr/>
        </p:nvSpPr>
        <p:spPr>
          <a:xfrm>
            <a:off x="3747960" y="4295880"/>
            <a:ext cx="1562400" cy="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9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7</a:t>
            </a:r>
            <a:r>
              <a:rPr b="1" lang="en-US" sz="1900" spc="-1" strike="noStrike">
                <a:solidFill>
                  <a:srgbClr val="000000"/>
                </a:solidFill>
                <a:latin typeface="Arial"/>
              </a:rPr>
              <a:t>S</a:t>
            </a:r>
            <a:endParaRPr b="1" lang="en-US" sz="1900" spc="-1" strike="noStrike">
              <a:solidFill>
                <a:srgbClr val="000000"/>
              </a:solidFill>
              <a:latin typeface="Arial"/>
            </a:endParaRPr>
          </a:p>
        </p:txBody>
      </p:sp>
      <p:sp>
        <p:nvSpPr>
          <p:cNvPr id="9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9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B40A4C6-FCD0-4849-AC53-0FB8C7DC8009}" type="slidenum">
              <a:t>5</a:t>
            </a:fld>
          </a:p>
        </p:txBody>
      </p:sp>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
          <p:cNvSpPr/>
          <p:nvPr/>
        </p:nvSpPr>
        <p:spPr>
          <a:xfrm>
            <a:off x="1020600" y="2363760"/>
            <a:ext cx="6712200" cy="2168640"/>
          </a:xfrm>
          <a:custGeom>
            <a:avLst/>
            <a:gdLst>
              <a:gd name="textAreaLeft" fmla="*/ 0 w 6712200"/>
              <a:gd name="textAreaRight" fmla="*/ 6712560 w 6712200"/>
              <a:gd name="textAreaTop" fmla="*/ 0 h 2168640"/>
              <a:gd name="textAreaBottom" fmla="*/ 2169000 h 2168640"/>
            </a:gdLst>
            <a:ahLst/>
            <a:rect l="textAreaLeft" t="textAreaTop" r="textAreaRight" b="textAreaBottom"/>
            <a:pathLst>
              <a:path w="21600" h="21600">
                <a:moveTo>
                  <a:pt x="0" y="10800"/>
                </a:moveTo>
                <a:lnTo>
                  <a:pt x="4300" y="6500"/>
                </a:lnTo>
                <a:lnTo>
                  <a:pt x="4300" y="8600"/>
                </a:lnTo>
                <a:lnTo>
                  <a:pt x="8600" y="8600"/>
                </a:lnTo>
                <a:lnTo>
                  <a:pt x="8600" y="4300"/>
                </a:lnTo>
                <a:lnTo>
                  <a:pt x="6500" y="4300"/>
                </a:lnTo>
                <a:lnTo>
                  <a:pt x="10800" y="0"/>
                </a:lnTo>
                <a:lnTo>
                  <a:pt x="15100" y="4300"/>
                </a:lnTo>
                <a:lnTo>
                  <a:pt x="13000" y="4300"/>
                </a:lnTo>
                <a:lnTo>
                  <a:pt x="13000" y="8600"/>
                </a:lnTo>
                <a:lnTo>
                  <a:pt x="17300" y="8600"/>
                </a:lnTo>
                <a:lnTo>
                  <a:pt x="17300" y="6500"/>
                </a:lnTo>
                <a:lnTo>
                  <a:pt x="21600" y="10800"/>
                </a:lnTo>
                <a:lnTo>
                  <a:pt x="17300" y="15100"/>
                </a:lnTo>
                <a:lnTo>
                  <a:pt x="17300" y="13000"/>
                </a:lnTo>
                <a:lnTo>
                  <a:pt x="13000" y="13000"/>
                </a:lnTo>
                <a:lnTo>
                  <a:pt x="13000" y="17300"/>
                </a:lnTo>
                <a:lnTo>
                  <a:pt x="15100" y="17300"/>
                </a:lnTo>
                <a:lnTo>
                  <a:pt x="10800" y="21600"/>
                </a:lnTo>
                <a:lnTo>
                  <a:pt x="6500" y="17300"/>
                </a:lnTo>
                <a:lnTo>
                  <a:pt x="8600" y="17300"/>
                </a:lnTo>
                <a:lnTo>
                  <a:pt x="8600" y="13000"/>
                </a:lnTo>
                <a:lnTo>
                  <a:pt x="4300" y="13000"/>
                </a:lnTo>
                <a:lnTo>
                  <a:pt x="4300" y="15100"/>
                </a:lnTo>
                <a:close/>
              </a:path>
            </a:pathLst>
          </a:custGeom>
          <a:blipFill rotWithShape="0">
            <a:blip r:embed="rId1"/>
            <a:srcRect/>
            <a:stretch/>
          </a:blip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ARROW 3D</a:t>
            </a:r>
            <a:endParaRPr b="1" lang="en-US" sz="1900" spc="-1" strike="noStrike">
              <a:solidFill>
                <a:srgbClr val="000000"/>
              </a:solidFill>
              <a:latin typeface="Arial"/>
            </a:endParaRPr>
          </a:p>
        </p:txBody>
      </p:sp>
      <p:sp>
        <p:nvSpPr>
          <p:cNvPr id="10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0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9F7619E-F3C9-4240-82B3-C4A5C78733A6}"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
          <p:cNvSpPr/>
          <p:nvPr/>
        </p:nvSpPr>
        <p:spPr>
          <a:xfrm>
            <a:off x="4479840" y="3324240"/>
            <a:ext cx="2411640" cy="250524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4" name=""/>
          <p:cNvSpPr/>
          <p:nvPr/>
        </p:nvSpPr>
        <p:spPr>
          <a:xfrm>
            <a:off x="6226200" y="3324240"/>
            <a:ext cx="2411280" cy="250524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5" name=""/>
          <p:cNvSpPr/>
          <p:nvPr/>
        </p:nvSpPr>
        <p:spPr>
          <a:xfrm>
            <a:off x="4479840" y="1440000"/>
            <a:ext cx="2411640" cy="250488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6" name=""/>
          <p:cNvSpPr/>
          <p:nvPr/>
        </p:nvSpPr>
        <p:spPr>
          <a:xfrm>
            <a:off x="6226200" y="1440000"/>
            <a:ext cx="2411280" cy="2504880"/>
          </a:xfrm>
          <a:prstGeom prst="cube">
            <a:avLst>
              <a:gd name="adj" fmla="val 25000"/>
            </a:avLst>
          </a:prstGeom>
          <a:solidFill>
            <a:srgbClr val="ff0000">
              <a:alpha val="50000"/>
            </a:srgbClr>
          </a:solidFill>
          <a:ln w="9360">
            <a:solidFill>
              <a:srgbClr val="ff9933"/>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7" name=""/>
          <p:cNvSpPr/>
          <p:nvPr/>
        </p:nvSpPr>
        <p:spPr>
          <a:xfrm>
            <a:off x="1338120" y="3951360"/>
            <a:ext cx="110520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8" name=""/>
          <p:cNvSpPr/>
          <p:nvPr/>
        </p:nvSpPr>
        <p:spPr>
          <a:xfrm>
            <a:off x="2138400" y="395136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09" name=""/>
          <p:cNvSpPr/>
          <p:nvPr/>
        </p:nvSpPr>
        <p:spPr>
          <a:xfrm>
            <a:off x="2957400" y="395136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0" name=""/>
          <p:cNvSpPr/>
          <p:nvPr/>
        </p:nvSpPr>
        <p:spPr>
          <a:xfrm>
            <a:off x="1338120" y="311292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1" name=""/>
          <p:cNvSpPr/>
          <p:nvPr/>
        </p:nvSpPr>
        <p:spPr>
          <a:xfrm>
            <a:off x="2138400" y="311292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2" name=""/>
          <p:cNvSpPr/>
          <p:nvPr/>
        </p:nvSpPr>
        <p:spPr>
          <a:xfrm>
            <a:off x="2957400" y="311292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3" name=""/>
          <p:cNvSpPr/>
          <p:nvPr/>
        </p:nvSpPr>
        <p:spPr>
          <a:xfrm>
            <a:off x="1338120" y="229392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4" name=""/>
          <p:cNvSpPr/>
          <p:nvPr/>
        </p:nvSpPr>
        <p:spPr>
          <a:xfrm>
            <a:off x="2138400" y="229392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5" name=""/>
          <p:cNvSpPr/>
          <p:nvPr/>
        </p:nvSpPr>
        <p:spPr>
          <a:xfrm>
            <a:off x="2957400" y="229392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6" name=""/>
          <p:cNvSpPr/>
          <p:nvPr/>
        </p:nvSpPr>
        <p:spPr>
          <a:xfrm>
            <a:off x="1062000" y="423720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7" name=""/>
          <p:cNvSpPr/>
          <p:nvPr/>
        </p:nvSpPr>
        <p:spPr>
          <a:xfrm>
            <a:off x="1862280" y="423720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8" name=""/>
          <p:cNvSpPr/>
          <p:nvPr/>
        </p:nvSpPr>
        <p:spPr>
          <a:xfrm>
            <a:off x="2681280" y="423720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9" name=""/>
          <p:cNvSpPr/>
          <p:nvPr/>
        </p:nvSpPr>
        <p:spPr>
          <a:xfrm>
            <a:off x="1062000" y="3398760"/>
            <a:ext cx="1104840" cy="111456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0" name=""/>
          <p:cNvSpPr/>
          <p:nvPr/>
        </p:nvSpPr>
        <p:spPr>
          <a:xfrm>
            <a:off x="1862280" y="33987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1" name=""/>
          <p:cNvSpPr/>
          <p:nvPr/>
        </p:nvSpPr>
        <p:spPr>
          <a:xfrm>
            <a:off x="3114720" y="3398760"/>
            <a:ext cx="1104840" cy="111456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2" name=""/>
          <p:cNvSpPr/>
          <p:nvPr/>
        </p:nvSpPr>
        <p:spPr>
          <a:xfrm>
            <a:off x="1062000" y="257004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3" name=""/>
          <p:cNvSpPr/>
          <p:nvPr/>
        </p:nvSpPr>
        <p:spPr>
          <a:xfrm>
            <a:off x="1862280" y="2225520"/>
            <a:ext cx="1104840" cy="111456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4" name=""/>
          <p:cNvSpPr/>
          <p:nvPr/>
        </p:nvSpPr>
        <p:spPr>
          <a:xfrm>
            <a:off x="2681280" y="257004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5" name=""/>
          <p:cNvSpPr/>
          <p:nvPr/>
        </p:nvSpPr>
        <p:spPr>
          <a:xfrm>
            <a:off x="785880" y="45036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6" name=""/>
          <p:cNvSpPr/>
          <p:nvPr/>
        </p:nvSpPr>
        <p:spPr>
          <a:xfrm>
            <a:off x="1585800" y="45036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7" name=""/>
          <p:cNvSpPr/>
          <p:nvPr/>
        </p:nvSpPr>
        <p:spPr>
          <a:xfrm>
            <a:off x="2405160" y="45036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8" name=""/>
          <p:cNvSpPr/>
          <p:nvPr/>
        </p:nvSpPr>
        <p:spPr>
          <a:xfrm>
            <a:off x="785880" y="28368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29" name=""/>
          <p:cNvSpPr/>
          <p:nvPr/>
        </p:nvSpPr>
        <p:spPr>
          <a:xfrm>
            <a:off x="1585800" y="28368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30" name=""/>
          <p:cNvSpPr/>
          <p:nvPr/>
        </p:nvSpPr>
        <p:spPr>
          <a:xfrm>
            <a:off x="2405160" y="28368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3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CUBES1 3D</a:t>
            </a:r>
            <a:endParaRPr b="1" lang="en-US" sz="1900" spc="-1" strike="noStrike">
              <a:solidFill>
                <a:srgbClr val="000000"/>
              </a:solidFill>
              <a:latin typeface="Arial"/>
            </a:endParaRPr>
          </a:p>
        </p:txBody>
      </p:sp>
      <p:sp>
        <p:nvSpPr>
          <p:cNvPr id="13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8332B3F-8F8D-4DC0-B623-AE38526B6658}"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4" name=""/>
          <p:cNvSpPr/>
          <p:nvPr/>
        </p:nvSpPr>
        <p:spPr>
          <a:xfrm>
            <a:off x="890640" y="340344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35" name=""/>
          <p:cNvSpPr/>
          <p:nvPr/>
        </p:nvSpPr>
        <p:spPr>
          <a:xfrm>
            <a:off x="1690560" y="340344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36" name=""/>
          <p:cNvSpPr/>
          <p:nvPr/>
        </p:nvSpPr>
        <p:spPr>
          <a:xfrm>
            <a:off x="2509920" y="340344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37" name=""/>
          <p:cNvSpPr/>
          <p:nvPr/>
        </p:nvSpPr>
        <p:spPr>
          <a:xfrm>
            <a:off x="890640" y="25653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38" name=""/>
          <p:cNvSpPr/>
          <p:nvPr/>
        </p:nvSpPr>
        <p:spPr>
          <a:xfrm>
            <a:off x="1690560" y="256536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39" name=""/>
          <p:cNvSpPr/>
          <p:nvPr/>
        </p:nvSpPr>
        <p:spPr>
          <a:xfrm>
            <a:off x="890640" y="1746360"/>
            <a:ext cx="1104840" cy="111420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0" name=""/>
          <p:cNvSpPr/>
          <p:nvPr/>
        </p:nvSpPr>
        <p:spPr>
          <a:xfrm>
            <a:off x="1690560" y="1746360"/>
            <a:ext cx="110520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1" name=""/>
          <p:cNvSpPr/>
          <p:nvPr/>
        </p:nvSpPr>
        <p:spPr>
          <a:xfrm>
            <a:off x="2509920" y="1746360"/>
            <a:ext cx="1104840" cy="111420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2" name=""/>
          <p:cNvSpPr/>
          <p:nvPr/>
        </p:nvSpPr>
        <p:spPr>
          <a:xfrm>
            <a:off x="614520" y="368928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3" name=""/>
          <p:cNvSpPr/>
          <p:nvPr/>
        </p:nvSpPr>
        <p:spPr>
          <a:xfrm>
            <a:off x="1414440" y="368928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4" name=""/>
          <p:cNvSpPr/>
          <p:nvPr/>
        </p:nvSpPr>
        <p:spPr>
          <a:xfrm>
            <a:off x="2233440" y="368928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5" name=""/>
          <p:cNvSpPr/>
          <p:nvPr/>
        </p:nvSpPr>
        <p:spPr>
          <a:xfrm>
            <a:off x="614520" y="2851200"/>
            <a:ext cx="1104840" cy="111420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6" name=""/>
          <p:cNvSpPr/>
          <p:nvPr/>
        </p:nvSpPr>
        <p:spPr>
          <a:xfrm>
            <a:off x="1414440" y="285120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7" name=""/>
          <p:cNvSpPr/>
          <p:nvPr/>
        </p:nvSpPr>
        <p:spPr>
          <a:xfrm>
            <a:off x="2254320" y="2851200"/>
            <a:ext cx="1104840" cy="111420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8" name=""/>
          <p:cNvSpPr/>
          <p:nvPr/>
        </p:nvSpPr>
        <p:spPr>
          <a:xfrm>
            <a:off x="614520" y="202248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9" name=""/>
          <p:cNvSpPr/>
          <p:nvPr/>
        </p:nvSpPr>
        <p:spPr>
          <a:xfrm>
            <a:off x="1414440" y="13683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0" name=""/>
          <p:cNvSpPr/>
          <p:nvPr/>
        </p:nvSpPr>
        <p:spPr>
          <a:xfrm>
            <a:off x="2233440" y="202248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1" name=""/>
          <p:cNvSpPr/>
          <p:nvPr/>
        </p:nvSpPr>
        <p:spPr>
          <a:xfrm>
            <a:off x="338040" y="3956040"/>
            <a:ext cx="1104840" cy="111456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2" name=""/>
          <p:cNvSpPr/>
          <p:nvPr/>
        </p:nvSpPr>
        <p:spPr>
          <a:xfrm>
            <a:off x="1138320" y="395604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3" name=""/>
          <p:cNvSpPr/>
          <p:nvPr/>
        </p:nvSpPr>
        <p:spPr>
          <a:xfrm>
            <a:off x="1957320" y="3956040"/>
            <a:ext cx="1104840" cy="111456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4" name=""/>
          <p:cNvSpPr/>
          <p:nvPr/>
        </p:nvSpPr>
        <p:spPr>
          <a:xfrm>
            <a:off x="1138320" y="228924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5" name=""/>
          <p:cNvSpPr/>
          <p:nvPr/>
        </p:nvSpPr>
        <p:spPr>
          <a:xfrm>
            <a:off x="4282920" y="3456000"/>
            <a:ext cx="1708200" cy="1774800"/>
          </a:xfrm>
          <a:prstGeom prst="cube">
            <a:avLst>
              <a:gd name="adj" fmla="val 25000"/>
            </a:avLst>
          </a:prstGeom>
          <a:solidFill>
            <a:srgbClr val="ffffff"/>
          </a:solidFill>
          <a:ln w="9360">
            <a:solidFill>
              <a:srgbClr val="3399ff"/>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6" name=""/>
          <p:cNvSpPr/>
          <p:nvPr/>
        </p:nvSpPr>
        <p:spPr>
          <a:xfrm>
            <a:off x="5560920" y="3456000"/>
            <a:ext cx="1708200" cy="1774800"/>
          </a:xfrm>
          <a:prstGeom prst="cube">
            <a:avLst>
              <a:gd name="adj" fmla="val 25000"/>
            </a:avLst>
          </a:prstGeom>
          <a:solidFill>
            <a:srgbClr val="ffffff"/>
          </a:solidFill>
          <a:ln w="9360">
            <a:solidFill>
              <a:srgbClr val="3399ff"/>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7" name=""/>
          <p:cNvSpPr/>
          <p:nvPr/>
        </p:nvSpPr>
        <p:spPr>
          <a:xfrm>
            <a:off x="4282920" y="2108160"/>
            <a:ext cx="1708200" cy="1774800"/>
          </a:xfrm>
          <a:prstGeom prst="cube">
            <a:avLst>
              <a:gd name="adj" fmla="val 25000"/>
            </a:avLst>
          </a:prstGeom>
          <a:solidFill>
            <a:srgbClr val="ffffff"/>
          </a:solidFill>
          <a:ln w="9360">
            <a:solidFill>
              <a:srgbClr val="3399ff"/>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8" name=""/>
          <p:cNvSpPr/>
          <p:nvPr/>
        </p:nvSpPr>
        <p:spPr>
          <a:xfrm>
            <a:off x="5595840" y="1392120"/>
            <a:ext cx="2411640" cy="2505240"/>
          </a:xfrm>
          <a:prstGeom prst="cube">
            <a:avLst>
              <a:gd name="adj" fmla="val 25000"/>
            </a:avLst>
          </a:prstGeom>
          <a:solidFill>
            <a:srgbClr val="ff0000">
              <a:alpha val="50000"/>
            </a:srgbClr>
          </a:solidFill>
          <a:ln w="9360">
            <a:solidFill>
              <a:srgbClr val="ff9933"/>
            </a:solidFill>
            <a:prstDash val="dash"/>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CUBES2 3D</a:t>
            </a:r>
            <a:endParaRPr b="1" lang="en-US" sz="1900" spc="-1" strike="noStrike">
              <a:solidFill>
                <a:srgbClr val="000000"/>
              </a:solidFill>
              <a:latin typeface="Arial"/>
            </a:endParaRPr>
          </a:p>
        </p:txBody>
      </p:sp>
      <p:sp>
        <p:nvSpPr>
          <p:cNvPr id="16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6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04819D6-6819-4B80-8195-B54A0C1D9CA1}"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2" name=""/>
          <p:cNvSpPr/>
          <p:nvPr/>
        </p:nvSpPr>
        <p:spPr>
          <a:xfrm>
            <a:off x="1139760" y="34653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3" name=""/>
          <p:cNvSpPr/>
          <p:nvPr/>
        </p:nvSpPr>
        <p:spPr>
          <a:xfrm>
            <a:off x="1940040" y="34653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4" name=""/>
          <p:cNvSpPr/>
          <p:nvPr/>
        </p:nvSpPr>
        <p:spPr>
          <a:xfrm>
            <a:off x="2759040" y="34653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5" name=""/>
          <p:cNvSpPr/>
          <p:nvPr/>
        </p:nvSpPr>
        <p:spPr>
          <a:xfrm>
            <a:off x="1139760" y="262728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6" name=""/>
          <p:cNvSpPr/>
          <p:nvPr/>
        </p:nvSpPr>
        <p:spPr>
          <a:xfrm>
            <a:off x="1940040" y="262728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7" name=""/>
          <p:cNvSpPr/>
          <p:nvPr/>
        </p:nvSpPr>
        <p:spPr>
          <a:xfrm>
            <a:off x="2759040" y="262728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8" name=""/>
          <p:cNvSpPr/>
          <p:nvPr/>
        </p:nvSpPr>
        <p:spPr>
          <a:xfrm>
            <a:off x="1139760" y="18082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9" name=""/>
          <p:cNvSpPr/>
          <p:nvPr/>
        </p:nvSpPr>
        <p:spPr>
          <a:xfrm>
            <a:off x="1940040" y="18082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0" name=""/>
          <p:cNvSpPr/>
          <p:nvPr/>
        </p:nvSpPr>
        <p:spPr>
          <a:xfrm>
            <a:off x="2759040" y="18082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1" name=""/>
          <p:cNvSpPr/>
          <p:nvPr/>
        </p:nvSpPr>
        <p:spPr>
          <a:xfrm>
            <a:off x="863640" y="37512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2" name=""/>
          <p:cNvSpPr/>
          <p:nvPr/>
        </p:nvSpPr>
        <p:spPr>
          <a:xfrm>
            <a:off x="1663560" y="375120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3" name=""/>
          <p:cNvSpPr/>
          <p:nvPr/>
        </p:nvSpPr>
        <p:spPr>
          <a:xfrm>
            <a:off x="2482920" y="37512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4" name=""/>
          <p:cNvSpPr/>
          <p:nvPr/>
        </p:nvSpPr>
        <p:spPr>
          <a:xfrm>
            <a:off x="863640" y="291312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5" name=""/>
          <p:cNvSpPr/>
          <p:nvPr/>
        </p:nvSpPr>
        <p:spPr>
          <a:xfrm>
            <a:off x="1663560" y="2913120"/>
            <a:ext cx="110520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6" name=""/>
          <p:cNvSpPr/>
          <p:nvPr/>
        </p:nvSpPr>
        <p:spPr>
          <a:xfrm>
            <a:off x="2482920" y="291312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7" name=""/>
          <p:cNvSpPr/>
          <p:nvPr/>
        </p:nvSpPr>
        <p:spPr>
          <a:xfrm>
            <a:off x="863640" y="20844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8" name=""/>
          <p:cNvSpPr/>
          <p:nvPr/>
        </p:nvSpPr>
        <p:spPr>
          <a:xfrm>
            <a:off x="1663560" y="208440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9" name=""/>
          <p:cNvSpPr/>
          <p:nvPr/>
        </p:nvSpPr>
        <p:spPr>
          <a:xfrm>
            <a:off x="2482920" y="20844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0" name=""/>
          <p:cNvSpPr/>
          <p:nvPr/>
        </p:nvSpPr>
        <p:spPr>
          <a:xfrm>
            <a:off x="587520" y="40179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1" name=""/>
          <p:cNvSpPr/>
          <p:nvPr/>
        </p:nvSpPr>
        <p:spPr>
          <a:xfrm>
            <a:off x="1387440" y="4017960"/>
            <a:ext cx="1104840" cy="1114560"/>
          </a:xfrm>
          <a:prstGeom prst="cube">
            <a:avLst>
              <a:gd name="adj" fmla="val 25000"/>
            </a:avLst>
          </a:prstGeom>
          <a:solidFill>
            <a:srgbClr val="ffffff">
              <a:alpha val="50000"/>
            </a:srgbClr>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2" name=""/>
          <p:cNvSpPr/>
          <p:nvPr/>
        </p:nvSpPr>
        <p:spPr>
          <a:xfrm>
            <a:off x="2206800" y="4017960"/>
            <a:ext cx="1104840" cy="1114560"/>
          </a:xfrm>
          <a:prstGeom prst="cube">
            <a:avLst>
              <a:gd name="adj" fmla="val 25000"/>
            </a:avLst>
          </a:prstGeom>
          <a:solidFill>
            <a:srgbClr val="ffffff">
              <a:alpha val="50000"/>
            </a:srgbClr>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3" name=""/>
          <p:cNvSpPr/>
          <p:nvPr/>
        </p:nvSpPr>
        <p:spPr>
          <a:xfrm>
            <a:off x="587520" y="3179880"/>
            <a:ext cx="1104840" cy="1114200"/>
          </a:xfrm>
          <a:prstGeom prst="cube">
            <a:avLst>
              <a:gd name="adj" fmla="val 25000"/>
            </a:avLst>
          </a:prstGeom>
          <a:solidFill>
            <a:srgbClr val="ffffff">
              <a:alpha val="50000"/>
            </a:srgbClr>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4" name=""/>
          <p:cNvSpPr/>
          <p:nvPr/>
        </p:nvSpPr>
        <p:spPr>
          <a:xfrm>
            <a:off x="1387440" y="31798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5" name=""/>
          <p:cNvSpPr/>
          <p:nvPr/>
        </p:nvSpPr>
        <p:spPr>
          <a:xfrm>
            <a:off x="2206800" y="31798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6" name=""/>
          <p:cNvSpPr/>
          <p:nvPr/>
        </p:nvSpPr>
        <p:spPr>
          <a:xfrm>
            <a:off x="587520" y="2351160"/>
            <a:ext cx="1104840" cy="1114200"/>
          </a:xfrm>
          <a:prstGeom prst="cube">
            <a:avLst>
              <a:gd name="adj" fmla="val 25000"/>
            </a:avLst>
          </a:prstGeom>
          <a:solidFill>
            <a:srgbClr val="ffffff">
              <a:alpha val="50000"/>
            </a:srgbClr>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7" name=""/>
          <p:cNvSpPr/>
          <p:nvPr/>
        </p:nvSpPr>
        <p:spPr>
          <a:xfrm>
            <a:off x="1387440" y="235116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8" name=""/>
          <p:cNvSpPr/>
          <p:nvPr/>
        </p:nvSpPr>
        <p:spPr>
          <a:xfrm>
            <a:off x="2206800" y="2351160"/>
            <a:ext cx="1104840" cy="1114200"/>
          </a:xfrm>
          <a:prstGeom prst="cube">
            <a:avLst>
              <a:gd name="adj" fmla="val 25000"/>
            </a:avLst>
          </a:prstGeom>
          <a:solidFill>
            <a:srgbClr val="ffffff">
              <a:alpha val="50000"/>
            </a:srgbClr>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9" name=""/>
          <p:cNvSpPr/>
          <p:nvPr/>
        </p:nvSpPr>
        <p:spPr>
          <a:xfrm>
            <a:off x="5396040" y="34653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0" name=""/>
          <p:cNvSpPr/>
          <p:nvPr/>
        </p:nvSpPr>
        <p:spPr>
          <a:xfrm>
            <a:off x="6195960" y="34653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1" name=""/>
          <p:cNvSpPr/>
          <p:nvPr/>
        </p:nvSpPr>
        <p:spPr>
          <a:xfrm>
            <a:off x="7015320" y="34653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2" name=""/>
          <p:cNvSpPr/>
          <p:nvPr/>
        </p:nvSpPr>
        <p:spPr>
          <a:xfrm>
            <a:off x="5396040" y="262728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3" name=""/>
          <p:cNvSpPr/>
          <p:nvPr/>
        </p:nvSpPr>
        <p:spPr>
          <a:xfrm>
            <a:off x="6195960" y="262728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4" name=""/>
          <p:cNvSpPr/>
          <p:nvPr/>
        </p:nvSpPr>
        <p:spPr>
          <a:xfrm>
            <a:off x="7015320" y="262728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5" name=""/>
          <p:cNvSpPr/>
          <p:nvPr/>
        </p:nvSpPr>
        <p:spPr>
          <a:xfrm>
            <a:off x="5396040" y="18082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6" name=""/>
          <p:cNvSpPr/>
          <p:nvPr/>
        </p:nvSpPr>
        <p:spPr>
          <a:xfrm>
            <a:off x="6195960" y="18082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7" name=""/>
          <p:cNvSpPr/>
          <p:nvPr/>
        </p:nvSpPr>
        <p:spPr>
          <a:xfrm>
            <a:off x="7015320" y="18082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8" name=""/>
          <p:cNvSpPr/>
          <p:nvPr/>
        </p:nvSpPr>
        <p:spPr>
          <a:xfrm>
            <a:off x="5119560" y="375120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9" name=""/>
          <p:cNvSpPr/>
          <p:nvPr/>
        </p:nvSpPr>
        <p:spPr>
          <a:xfrm>
            <a:off x="5919840" y="37512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0" name=""/>
          <p:cNvSpPr/>
          <p:nvPr/>
        </p:nvSpPr>
        <p:spPr>
          <a:xfrm>
            <a:off x="6738840" y="37512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1" name=""/>
          <p:cNvSpPr/>
          <p:nvPr/>
        </p:nvSpPr>
        <p:spPr>
          <a:xfrm>
            <a:off x="5119560" y="2913120"/>
            <a:ext cx="110520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2" name=""/>
          <p:cNvSpPr/>
          <p:nvPr/>
        </p:nvSpPr>
        <p:spPr>
          <a:xfrm>
            <a:off x="5919840" y="291312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3" name=""/>
          <p:cNvSpPr/>
          <p:nvPr/>
        </p:nvSpPr>
        <p:spPr>
          <a:xfrm>
            <a:off x="7172280" y="2913120"/>
            <a:ext cx="1104840" cy="111420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4" name=""/>
          <p:cNvSpPr/>
          <p:nvPr/>
        </p:nvSpPr>
        <p:spPr>
          <a:xfrm>
            <a:off x="5119560" y="2084400"/>
            <a:ext cx="110520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5" name=""/>
          <p:cNvSpPr/>
          <p:nvPr/>
        </p:nvSpPr>
        <p:spPr>
          <a:xfrm>
            <a:off x="5919840" y="20844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6" name=""/>
          <p:cNvSpPr/>
          <p:nvPr/>
        </p:nvSpPr>
        <p:spPr>
          <a:xfrm>
            <a:off x="6738840" y="208440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7" name=""/>
          <p:cNvSpPr/>
          <p:nvPr/>
        </p:nvSpPr>
        <p:spPr>
          <a:xfrm>
            <a:off x="4843440" y="40179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8" name=""/>
          <p:cNvSpPr/>
          <p:nvPr/>
        </p:nvSpPr>
        <p:spPr>
          <a:xfrm>
            <a:off x="5643720" y="40179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9" name=""/>
          <p:cNvSpPr/>
          <p:nvPr/>
        </p:nvSpPr>
        <p:spPr>
          <a:xfrm>
            <a:off x="6462720" y="4017960"/>
            <a:ext cx="1104840" cy="111456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0" name=""/>
          <p:cNvSpPr/>
          <p:nvPr/>
        </p:nvSpPr>
        <p:spPr>
          <a:xfrm>
            <a:off x="4559400" y="3179880"/>
            <a:ext cx="1104840" cy="1114200"/>
          </a:xfrm>
          <a:prstGeom prst="cube">
            <a:avLst>
              <a:gd name="adj" fmla="val 25000"/>
            </a:avLst>
          </a:prstGeom>
          <a:solidFill>
            <a:srgbClr val="ffffff">
              <a:alpha val="50000"/>
            </a:srgbClr>
          </a:solidFill>
          <a:ln w="9360">
            <a:solidFill>
              <a:srgbClr val="3399ff"/>
            </a:solidFill>
            <a:prstDash val="sysDot"/>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1" name=""/>
          <p:cNvSpPr/>
          <p:nvPr/>
        </p:nvSpPr>
        <p:spPr>
          <a:xfrm>
            <a:off x="5643720" y="31798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2" name=""/>
          <p:cNvSpPr/>
          <p:nvPr/>
        </p:nvSpPr>
        <p:spPr>
          <a:xfrm>
            <a:off x="6462720" y="317988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3" name=""/>
          <p:cNvSpPr/>
          <p:nvPr/>
        </p:nvSpPr>
        <p:spPr>
          <a:xfrm>
            <a:off x="4843440" y="235116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 name=""/>
          <p:cNvSpPr/>
          <p:nvPr/>
        </p:nvSpPr>
        <p:spPr>
          <a:xfrm>
            <a:off x="5643720" y="235116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5" name=""/>
          <p:cNvSpPr/>
          <p:nvPr/>
        </p:nvSpPr>
        <p:spPr>
          <a:xfrm>
            <a:off x="6462720" y="2351160"/>
            <a:ext cx="1104840" cy="1114200"/>
          </a:xfrm>
          <a:prstGeom prst="cube">
            <a:avLst>
              <a:gd name="adj" fmla="val 25000"/>
            </a:avLst>
          </a:prstGeom>
          <a:solidFill>
            <a:srgbClr val="ffffff"/>
          </a:solidFill>
          <a:ln w="9360">
            <a:solidFill>
              <a:srgbClr val="3399ff"/>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CUBES3 3D</a:t>
            </a:r>
            <a:endParaRPr b="1" lang="en-US" sz="1900" spc="-1" strike="noStrike">
              <a:solidFill>
                <a:srgbClr val="000000"/>
              </a:solidFill>
              <a:latin typeface="Arial"/>
            </a:endParaRPr>
          </a:p>
        </p:txBody>
      </p:sp>
      <p:sp>
        <p:nvSpPr>
          <p:cNvPr id="21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1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EC9016C-905D-4C8C-A2C3-747B16AF35FE}"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
          <p:cNvSpPr/>
          <p:nvPr/>
        </p:nvSpPr>
        <p:spPr>
          <a:xfrm>
            <a:off x="2246400" y="1789200"/>
            <a:ext cx="4856040" cy="3098880"/>
          </a:xfrm>
          <a:custGeom>
            <a:avLst/>
            <a:gdLst/>
            <a:ahLst/>
            <a:rect l="l" t="t" r="r" b="b"/>
            <a:pathLst>
              <a:path w="3059" h="1952">
                <a:moveTo>
                  <a:pt x="0" y="0"/>
                </a:moveTo>
                <a:lnTo>
                  <a:pt x="2250" y="0"/>
                </a:lnTo>
                <a:lnTo>
                  <a:pt x="2250" y="478"/>
                </a:lnTo>
                <a:lnTo>
                  <a:pt x="2855" y="478"/>
                </a:lnTo>
                <a:lnTo>
                  <a:pt x="2855" y="243"/>
                </a:lnTo>
                <a:lnTo>
                  <a:pt x="3058" y="971"/>
                </a:lnTo>
                <a:lnTo>
                  <a:pt x="2848" y="1684"/>
                </a:lnTo>
                <a:lnTo>
                  <a:pt x="2841" y="1684"/>
                </a:lnTo>
                <a:lnTo>
                  <a:pt x="2841" y="1450"/>
                </a:lnTo>
                <a:lnTo>
                  <a:pt x="2250" y="1450"/>
                </a:lnTo>
                <a:lnTo>
                  <a:pt x="2250" y="1951"/>
                </a:lnTo>
                <a:lnTo>
                  <a:pt x="0" y="1951"/>
                </a:lnTo>
                <a:lnTo>
                  <a:pt x="0" y="1450"/>
                </a:lnTo>
                <a:lnTo>
                  <a:pt x="606" y="1450"/>
                </a:lnTo>
                <a:lnTo>
                  <a:pt x="606" y="1676"/>
                </a:lnTo>
                <a:lnTo>
                  <a:pt x="807" y="971"/>
                </a:lnTo>
                <a:lnTo>
                  <a:pt x="606" y="250"/>
                </a:lnTo>
                <a:lnTo>
                  <a:pt x="606" y="478"/>
                </a:lnTo>
                <a:lnTo>
                  <a:pt x="0" y="478"/>
                </a:lnTo>
                <a:lnTo>
                  <a:pt x="0" y="0"/>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20" name=""/>
          <p:cNvSpPr/>
          <p:nvPr/>
        </p:nvSpPr>
        <p:spPr>
          <a:xfrm>
            <a:off x="2394000" y="1895400"/>
            <a:ext cx="34178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21" name=""/>
          <p:cNvSpPr/>
          <p:nvPr/>
        </p:nvSpPr>
        <p:spPr>
          <a:xfrm>
            <a:off x="2394000" y="3224160"/>
            <a:ext cx="9032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22" name=""/>
          <p:cNvSpPr/>
          <p:nvPr/>
        </p:nvSpPr>
        <p:spPr>
          <a:xfrm>
            <a:off x="3679920" y="3224160"/>
            <a:ext cx="34178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23" name=""/>
          <p:cNvSpPr/>
          <p:nvPr/>
        </p:nvSpPr>
        <p:spPr>
          <a:xfrm>
            <a:off x="2394000" y="4529160"/>
            <a:ext cx="34178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2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CUTOUT 3D</a:t>
            </a:r>
            <a:endParaRPr b="1" lang="en-US" sz="1900" spc="-1" strike="noStrike">
              <a:solidFill>
                <a:srgbClr val="000000"/>
              </a:solidFill>
              <a:latin typeface="Arial"/>
            </a:endParaRPr>
          </a:p>
        </p:txBody>
      </p:sp>
      <p:sp>
        <p:nvSpPr>
          <p:cNvPr id="22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96B4DD0-90DE-4894-9F3D-33953D341159}" type="slidenum">
              <a:t>10</a:t>
            </a:fld>
          </a:p>
        </p:txBody>
      </p:sp>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7" name=""/>
          <p:cNvSpPr/>
          <p:nvPr/>
        </p:nvSpPr>
        <p:spPr>
          <a:xfrm flipH="1" flipV="1">
            <a:off x="5885640" y="2741760"/>
            <a:ext cx="1274760" cy="1674720"/>
          </a:xfrm>
          <a:prstGeom prst="rightArrow">
            <a:avLst>
              <a:gd name="adj1" fmla="val 67806"/>
              <a:gd name="adj2" fmla="val 20509"/>
            </a:avLst>
          </a:prstGeom>
          <a:solidFill>
            <a:srgbClr val="d0d0d0"/>
          </a:solidFill>
          <a:ln w="9360">
            <a:solidFill>
              <a:srgbClr val="000000"/>
            </a:solidFill>
            <a:miter/>
          </a:ln>
        </p:spPr>
        <p:style>
          <a:lnRef idx="0"/>
          <a:fillRef idx="0"/>
          <a:effectRef idx="0"/>
          <a:fontRef idx="minor"/>
        </p:style>
        <p:txBody>
          <a:bodyPr lIns="90000" rIns="0" tIns="91440" bIns="0" anchor="t" rot="10800000">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endParaRPr b="0" lang="en-US" sz="2400" spc="-1" strike="noStrike">
              <a:solidFill>
                <a:srgbClr val="000000"/>
              </a:solidFill>
              <a:latin typeface="Times New Roman"/>
            </a:endParaRPr>
          </a:p>
        </p:txBody>
      </p:sp>
      <p:sp>
        <p:nvSpPr>
          <p:cNvPr id="228" name=""/>
          <p:cNvSpPr/>
          <p:nvPr/>
        </p:nvSpPr>
        <p:spPr>
          <a:xfrm flipV="1">
            <a:off x="1839960" y="2741760"/>
            <a:ext cx="1274760" cy="1674720"/>
          </a:xfrm>
          <a:prstGeom prst="rightArrow">
            <a:avLst>
              <a:gd name="adj1" fmla="val 67806"/>
              <a:gd name="adj2" fmla="val 20509"/>
            </a:avLst>
          </a:prstGeom>
          <a:solidFill>
            <a:srgbClr val="d0d0d0"/>
          </a:solidFill>
          <a:ln w="9360">
            <a:solidFill>
              <a:srgbClr val="000000"/>
            </a:solidFill>
            <a:miter/>
          </a:ln>
        </p:spPr>
        <p:style>
          <a:lnRef idx="0"/>
          <a:fillRef idx="0"/>
          <a:effectRef idx="0"/>
          <a:fontRef idx="minor"/>
        </p:style>
        <p:txBody>
          <a:bodyPr lIns="90000" rIns="0" tIns="91440" bIns="0" anchor="t" rot="10800000">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endParaRPr b="0" lang="en-US" sz="2400" spc="-1" strike="noStrike">
              <a:solidFill>
                <a:srgbClr val="000000"/>
              </a:solidFill>
              <a:latin typeface="Times New Roman"/>
            </a:endParaRPr>
          </a:p>
        </p:txBody>
      </p:sp>
      <p:sp>
        <p:nvSpPr>
          <p:cNvPr id="229" name=""/>
          <p:cNvSpPr/>
          <p:nvPr/>
        </p:nvSpPr>
        <p:spPr>
          <a:xfrm rot="5400000">
            <a:off x="3888360" y="1124640"/>
            <a:ext cx="1274760" cy="1673280"/>
          </a:xfrm>
          <a:prstGeom prst="rightArrow">
            <a:avLst>
              <a:gd name="adj1" fmla="val 67806"/>
              <a:gd name="adj2" fmla="val 20509"/>
            </a:avLst>
          </a:prstGeom>
          <a:solidFill>
            <a:srgbClr val="d0d0d0"/>
          </a:solidFill>
          <a:ln w="9360">
            <a:solidFill>
              <a:srgbClr val="000000"/>
            </a:solidFill>
            <a:miter/>
          </a:ln>
        </p:spPr>
        <p:style>
          <a:lnRef idx="0"/>
          <a:fillRef idx="0"/>
          <a:effectRef idx="0"/>
          <a:fontRef idx="minor"/>
        </p:style>
        <p:txBody>
          <a:bodyPr lIns="0" tIns="90000" bIns="0" anchor="t" anchorCtr="1" vert="eaVert" rot="10800000">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endParaRPr b="0" lang="en-US" sz="2400" spc="-1" strike="noStrike">
              <a:solidFill>
                <a:srgbClr val="000000"/>
              </a:solidFill>
              <a:latin typeface="Times New Roman"/>
            </a:endParaRPr>
          </a:p>
        </p:txBody>
      </p:sp>
      <p:sp>
        <p:nvSpPr>
          <p:cNvPr id="230" name=""/>
          <p:cNvSpPr/>
          <p:nvPr/>
        </p:nvSpPr>
        <p:spPr>
          <a:xfrm flipV="1" rot="16200000">
            <a:off x="3885840" y="4352040"/>
            <a:ext cx="1274760" cy="1675080"/>
          </a:xfrm>
          <a:prstGeom prst="rightArrow">
            <a:avLst>
              <a:gd name="adj1" fmla="val 67806"/>
              <a:gd name="adj2" fmla="val 20509"/>
            </a:avLst>
          </a:prstGeom>
          <a:solidFill>
            <a:srgbClr val="d0d0d0"/>
          </a:solidFill>
          <a:ln w="9360">
            <a:solidFill>
              <a:srgbClr val="000000"/>
            </a:solidFill>
            <a:miter/>
          </a:ln>
        </p:spPr>
        <p:style>
          <a:lnRef idx="0"/>
          <a:fillRef idx="0"/>
          <a:effectRef idx="0"/>
          <a:fontRef idx="minor"/>
        </p:style>
        <p:txBody>
          <a:bodyPr lIns="0" tIns="90000" bIns="0" anchor="t" anchorCtr="1" vert="eaVert" rot="10800000">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endParaRPr b="0" lang="en-US" sz="2400" spc="-1" strike="noStrike">
              <a:solidFill>
                <a:srgbClr val="000000"/>
              </a:solidFill>
              <a:latin typeface="Times New Roman"/>
            </a:endParaRPr>
          </a:p>
        </p:txBody>
      </p:sp>
      <p:sp>
        <p:nvSpPr>
          <p:cNvPr id="231" name=""/>
          <p:cNvSpPr/>
          <p:nvPr/>
        </p:nvSpPr>
        <p:spPr>
          <a:xfrm>
            <a:off x="4064040" y="1709640"/>
            <a:ext cx="882720" cy="48888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New entrant</a:t>
            </a:r>
            <a:endParaRPr b="0" lang="en-US" sz="1600" spc="-1" strike="noStrike">
              <a:solidFill>
                <a:srgbClr val="000000"/>
              </a:solidFill>
              <a:latin typeface="Times New Roman"/>
            </a:endParaRPr>
          </a:p>
        </p:txBody>
      </p:sp>
      <p:sp>
        <p:nvSpPr>
          <p:cNvPr id="232" name=""/>
          <p:cNvSpPr/>
          <p:nvPr/>
        </p:nvSpPr>
        <p:spPr>
          <a:xfrm>
            <a:off x="1874880" y="3463920"/>
            <a:ext cx="995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Suppliers</a:t>
            </a:r>
            <a:endParaRPr b="0" lang="en-US" sz="1600" spc="-1" strike="noStrike">
              <a:solidFill>
                <a:srgbClr val="000000"/>
              </a:solidFill>
              <a:latin typeface="Times New Roman"/>
            </a:endParaRPr>
          </a:p>
        </p:txBody>
      </p:sp>
      <p:sp>
        <p:nvSpPr>
          <p:cNvPr id="233" name=""/>
          <p:cNvSpPr/>
          <p:nvPr/>
        </p:nvSpPr>
        <p:spPr>
          <a:xfrm>
            <a:off x="3271680" y="2757600"/>
            <a:ext cx="2468880" cy="1643040"/>
          </a:xfrm>
          <a:prstGeom prst="rect">
            <a:avLst/>
          </a:prstGeom>
          <a:solidFill>
            <a:srgbClr val="909090"/>
          </a:solidFill>
          <a:ln w="12600">
            <a:solidFill>
              <a:srgbClr val="000000"/>
            </a:solidFill>
            <a:miter/>
          </a:ln>
        </p:spPr>
        <p:style>
          <a:lnRef idx="0"/>
          <a:fillRef idx="0"/>
          <a:effectRef idx="0"/>
          <a:fontRef idx="minor"/>
        </p:style>
        <p:txBody>
          <a:bodyPr lIns="90000" rIns="90000" tIns="46800" bIns="46800" anchor="ctr">
            <a:noAutofit/>
          </a:bodyPr>
          <a:p>
            <a:pPr algn="ct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r>
              <a:rPr b="1" lang="en-US" sz="1600" spc="-1" strike="noStrike">
                <a:solidFill>
                  <a:srgbClr val="000000"/>
                </a:solidFill>
                <a:latin typeface="Arial"/>
                <a:ea typeface="宋体"/>
              </a:rPr>
              <a:t>Industry</a:t>
            </a:r>
            <a:br>
              <a:rPr sz="1600"/>
            </a:br>
            <a:r>
              <a:rPr b="1" lang="en-US" sz="1600" spc="-1" strike="noStrike">
                <a:solidFill>
                  <a:srgbClr val="000000"/>
                </a:solidFill>
                <a:latin typeface="Arial"/>
                <a:ea typeface="宋体"/>
              </a:rPr>
              <a:t>competitors</a:t>
            </a:r>
            <a:endParaRPr b="0" lang="en-US" sz="1600" spc="-1" strike="noStrike">
              <a:solidFill>
                <a:srgbClr val="000000"/>
              </a:solidFill>
              <a:latin typeface="Times New Roman"/>
            </a:endParaRPr>
          </a:p>
        </p:txBody>
      </p:sp>
      <p:sp>
        <p:nvSpPr>
          <p:cNvPr id="234" name=""/>
          <p:cNvSpPr/>
          <p:nvPr/>
        </p:nvSpPr>
        <p:spPr>
          <a:xfrm>
            <a:off x="5959440" y="3463920"/>
            <a:ext cx="995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Buyers</a:t>
            </a:r>
            <a:endParaRPr b="0" lang="en-US" sz="1600" spc="-1" strike="noStrike">
              <a:solidFill>
                <a:srgbClr val="000000"/>
              </a:solidFill>
              <a:latin typeface="Times New Roman"/>
            </a:endParaRPr>
          </a:p>
        </p:txBody>
      </p:sp>
      <p:sp>
        <p:nvSpPr>
          <p:cNvPr id="235" name=""/>
          <p:cNvSpPr/>
          <p:nvPr/>
        </p:nvSpPr>
        <p:spPr>
          <a:xfrm>
            <a:off x="4006800" y="5200560"/>
            <a:ext cx="1076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Substitutes</a:t>
            </a:r>
            <a:endParaRPr b="0" lang="en-US" sz="1600" spc="-1" strike="noStrike">
              <a:solidFill>
                <a:srgbClr val="000000"/>
              </a:solidFill>
              <a:latin typeface="Times New Roman"/>
            </a:endParaRPr>
          </a:p>
        </p:txBody>
      </p:sp>
      <p:sp>
        <p:nvSpPr>
          <p:cNvPr id="23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FORCES AT WORK</a:t>
            </a:r>
            <a:endParaRPr b="1" lang="en-US" sz="1900" spc="-1" strike="noStrike">
              <a:solidFill>
                <a:srgbClr val="000000"/>
              </a:solidFill>
              <a:latin typeface="Arial"/>
            </a:endParaRPr>
          </a:p>
        </p:txBody>
      </p:sp>
      <p:sp>
        <p:nvSpPr>
          <p:cNvPr id="23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2BE8190-A1A6-4517-841E-14E5E38FF8E1}" type="slidenum">
              <a:t>11</a:t>
            </a:fld>
          </a:p>
        </p:txBody>
      </p:sp>
    </p:spTree>
  </p:cSld>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9" name=""/>
          <p:cNvSpPr/>
          <p:nvPr/>
        </p:nvSpPr>
        <p:spPr>
          <a:xfrm flipH="1">
            <a:off x="4497480" y="2003400"/>
            <a:ext cx="3100320" cy="2908440"/>
          </a:xfrm>
          <a:custGeom>
            <a:avLst/>
            <a:gdLst/>
            <a:ahLst/>
            <a:rect l="l" t="t" r="r" b="b"/>
            <a:pathLst>
              <a:path w="1953" h="1832">
                <a:moveTo>
                  <a:pt x="0" y="0"/>
                </a:moveTo>
                <a:lnTo>
                  <a:pt x="1653" y="1"/>
                </a:lnTo>
                <a:lnTo>
                  <a:pt x="1953" y="287"/>
                </a:lnTo>
                <a:lnTo>
                  <a:pt x="1953" y="1542"/>
                </a:lnTo>
                <a:lnTo>
                  <a:pt x="1653" y="1828"/>
                </a:lnTo>
                <a:lnTo>
                  <a:pt x="0" y="1832"/>
                </a:lnTo>
              </a:path>
            </a:pathLst>
          </a:custGeom>
          <a:solidFill>
            <a:srgbClr val="909090"/>
          </a:solidFill>
          <a:ln w="12600">
            <a:solidFill>
              <a:srgbClr val="66ff33"/>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240" name=""/>
          <p:cNvSpPr/>
          <p:nvPr/>
        </p:nvSpPr>
        <p:spPr>
          <a:xfrm flipH="1">
            <a:off x="5249160" y="2523960"/>
            <a:ext cx="2336760" cy="1854360"/>
          </a:xfrm>
          <a:custGeom>
            <a:avLst/>
            <a:gdLst/>
            <a:ahLst/>
            <a:rect l="l" t="t" r="r" b="b"/>
            <a:pathLst>
              <a:path w="1472" h="1168">
                <a:moveTo>
                  <a:pt x="8" y="0"/>
                </a:moveTo>
                <a:lnTo>
                  <a:pt x="1276" y="0"/>
                </a:lnTo>
                <a:lnTo>
                  <a:pt x="1472" y="232"/>
                </a:lnTo>
                <a:lnTo>
                  <a:pt x="1472" y="976"/>
                </a:lnTo>
                <a:lnTo>
                  <a:pt x="1260" y="1168"/>
                </a:lnTo>
                <a:lnTo>
                  <a:pt x="0" y="1168"/>
                </a:lnTo>
              </a:path>
            </a:pathLst>
          </a:custGeom>
          <a:solidFill>
            <a:srgbClr val="ffcc00"/>
          </a:solidFill>
          <a:ln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241" name=""/>
          <p:cNvSpPr/>
          <p:nvPr/>
        </p:nvSpPr>
        <p:spPr>
          <a:xfrm flipH="1">
            <a:off x="5496840" y="3006720"/>
            <a:ext cx="2082600" cy="898560"/>
          </a:xfrm>
          <a:custGeom>
            <a:avLst/>
            <a:gdLst/>
            <a:ahLst/>
            <a:rect l="l" t="t" r="r" b="b"/>
            <a:pathLst>
              <a:path w="1312" h="566">
                <a:moveTo>
                  <a:pt x="0" y="0"/>
                </a:moveTo>
                <a:lnTo>
                  <a:pt x="1000" y="0"/>
                </a:lnTo>
                <a:lnTo>
                  <a:pt x="1312" y="284"/>
                </a:lnTo>
                <a:lnTo>
                  <a:pt x="1012" y="564"/>
                </a:lnTo>
                <a:lnTo>
                  <a:pt x="0" y="566"/>
                </a:lnTo>
              </a:path>
            </a:pathLst>
          </a:custGeom>
          <a:solidFill>
            <a:srgbClr val="ffffff"/>
          </a:solidFill>
          <a:ln w="12600">
            <a:solidFill>
              <a:srgbClr val="33ccff"/>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242" name=""/>
          <p:cNvSpPr/>
          <p:nvPr/>
        </p:nvSpPr>
        <p:spPr>
          <a:xfrm>
            <a:off x="1359000" y="2003400"/>
            <a:ext cx="3100320" cy="2908440"/>
          </a:xfrm>
          <a:custGeom>
            <a:avLst/>
            <a:gdLst/>
            <a:ahLst/>
            <a:rect l="l" t="t" r="r" b="b"/>
            <a:pathLst>
              <a:path w="1953" h="1832">
                <a:moveTo>
                  <a:pt x="0" y="0"/>
                </a:moveTo>
                <a:lnTo>
                  <a:pt x="1653" y="1"/>
                </a:lnTo>
                <a:lnTo>
                  <a:pt x="1953" y="287"/>
                </a:lnTo>
                <a:lnTo>
                  <a:pt x="1953" y="1542"/>
                </a:lnTo>
                <a:lnTo>
                  <a:pt x="1653" y="1828"/>
                </a:lnTo>
                <a:lnTo>
                  <a:pt x="0" y="1832"/>
                </a:lnTo>
              </a:path>
            </a:pathLst>
          </a:custGeom>
          <a:solidFill>
            <a:srgbClr val="909090"/>
          </a:solidFill>
          <a:ln w="12600">
            <a:solidFill>
              <a:srgbClr val="66ff33"/>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243" name=""/>
          <p:cNvSpPr/>
          <p:nvPr/>
        </p:nvSpPr>
        <p:spPr>
          <a:xfrm>
            <a:off x="1355760" y="2523960"/>
            <a:ext cx="2336760" cy="1854360"/>
          </a:xfrm>
          <a:custGeom>
            <a:avLst/>
            <a:gdLst/>
            <a:ahLst/>
            <a:rect l="l" t="t" r="r" b="b"/>
            <a:pathLst>
              <a:path w="1472" h="1168">
                <a:moveTo>
                  <a:pt x="8" y="0"/>
                </a:moveTo>
                <a:lnTo>
                  <a:pt x="1276" y="0"/>
                </a:lnTo>
                <a:lnTo>
                  <a:pt x="1472" y="232"/>
                </a:lnTo>
                <a:lnTo>
                  <a:pt x="1472" y="976"/>
                </a:lnTo>
                <a:lnTo>
                  <a:pt x="1260" y="1168"/>
                </a:lnTo>
                <a:lnTo>
                  <a:pt x="0" y="1168"/>
                </a:lnTo>
              </a:path>
            </a:pathLst>
          </a:custGeom>
          <a:solidFill>
            <a:srgbClr val="ffcc00"/>
          </a:solidFill>
          <a:ln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244" name=""/>
          <p:cNvSpPr/>
          <p:nvPr/>
        </p:nvSpPr>
        <p:spPr>
          <a:xfrm>
            <a:off x="1357200" y="3006720"/>
            <a:ext cx="2082960" cy="898560"/>
          </a:xfrm>
          <a:custGeom>
            <a:avLst/>
            <a:gdLst/>
            <a:ahLst/>
            <a:rect l="l" t="t" r="r" b="b"/>
            <a:pathLst>
              <a:path w="1312" h="566">
                <a:moveTo>
                  <a:pt x="0" y="0"/>
                </a:moveTo>
                <a:lnTo>
                  <a:pt x="1000" y="0"/>
                </a:lnTo>
                <a:lnTo>
                  <a:pt x="1312" y="284"/>
                </a:lnTo>
                <a:lnTo>
                  <a:pt x="1012" y="564"/>
                </a:lnTo>
                <a:lnTo>
                  <a:pt x="0" y="566"/>
                </a:lnTo>
              </a:path>
            </a:pathLst>
          </a:custGeom>
          <a:solidFill>
            <a:srgbClr val="ffffff"/>
          </a:solidFill>
          <a:ln w="12600">
            <a:solidFill>
              <a:srgbClr val="33ccff"/>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245" name=""/>
          <p:cNvSpPr/>
          <p:nvPr/>
        </p:nvSpPr>
        <p:spPr>
          <a:xfrm>
            <a:off x="3467160" y="2482920"/>
            <a:ext cx="2012760" cy="1955880"/>
          </a:xfrm>
          <a:prstGeom prst="ellipse">
            <a:avLst/>
          </a:prstGeom>
          <a:solidFill>
            <a:srgbClr val="ff000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46" name=""/>
          <p:cNvSpPr/>
          <p:nvPr/>
        </p:nvSpPr>
        <p:spPr>
          <a:xfrm>
            <a:off x="1407960" y="2117880"/>
            <a:ext cx="230832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47" name=""/>
          <p:cNvSpPr/>
          <p:nvPr/>
        </p:nvSpPr>
        <p:spPr>
          <a:xfrm>
            <a:off x="5734080" y="2116080"/>
            <a:ext cx="17082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48" name=""/>
          <p:cNvSpPr/>
          <p:nvPr/>
        </p:nvSpPr>
        <p:spPr>
          <a:xfrm>
            <a:off x="1407960" y="2641680"/>
            <a:ext cx="194796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49" name=""/>
          <p:cNvSpPr/>
          <p:nvPr/>
        </p:nvSpPr>
        <p:spPr>
          <a:xfrm>
            <a:off x="5734080" y="2638440"/>
            <a:ext cx="16686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50" name=""/>
          <p:cNvSpPr/>
          <p:nvPr/>
        </p:nvSpPr>
        <p:spPr>
          <a:xfrm>
            <a:off x="1407960" y="3316320"/>
            <a:ext cx="17910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51" name=""/>
          <p:cNvSpPr/>
          <p:nvPr/>
        </p:nvSpPr>
        <p:spPr>
          <a:xfrm>
            <a:off x="5734080" y="3314880"/>
            <a:ext cx="179064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52" name=""/>
          <p:cNvSpPr/>
          <p:nvPr/>
        </p:nvSpPr>
        <p:spPr>
          <a:xfrm>
            <a:off x="1407960" y="3997440"/>
            <a:ext cx="17910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53" name=""/>
          <p:cNvSpPr/>
          <p:nvPr/>
        </p:nvSpPr>
        <p:spPr>
          <a:xfrm>
            <a:off x="5734080" y="3992400"/>
            <a:ext cx="1790640" cy="244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54" name=""/>
          <p:cNvSpPr/>
          <p:nvPr/>
        </p:nvSpPr>
        <p:spPr>
          <a:xfrm>
            <a:off x="1407960" y="4498920"/>
            <a:ext cx="23688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55" name=""/>
          <p:cNvSpPr/>
          <p:nvPr/>
        </p:nvSpPr>
        <p:spPr>
          <a:xfrm>
            <a:off x="5734080" y="4495680"/>
            <a:ext cx="17906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5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JOINT</a:t>
            </a:r>
            <a:endParaRPr b="1" lang="en-US" sz="1900" spc="-1" strike="noStrike">
              <a:solidFill>
                <a:srgbClr val="000000"/>
              </a:solidFill>
              <a:latin typeface="Arial"/>
            </a:endParaRPr>
          </a:p>
        </p:txBody>
      </p:sp>
      <p:sp>
        <p:nvSpPr>
          <p:cNvPr id="25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5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0FC6C152-6970-470F-906E-359B665CEFDD}" type="slidenum">
              <a:t>12</a:t>
            </a:fld>
          </a:p>
        </p:txBody>
      </p:sp>
    </p:spTree>
  </p:cSld>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9" name=""/>
          <p:cNvSpPr/>
          <p:nvPr/>
        </p:nvSpPr>
        <p:spPr>
          <a:xfrm>
            <a:off x="6576840" y="4108320"/>
            <a:ext cx="1347840" cy="1579680"/>
          </a:xfrm>
          <a:custGeom>
            <a:avLst/>
            <a:gdLst/>
            <a:ahLst/>
            <a:rect l="l" t="t" r="r" b="b"/>
            <a:pathLst>
              <a:path w="979" h="1146">
                <a:moveTo>
                  <a:pt x="498" y="1145"/>
                </a:moveTo>
                <a:lnTo>
                  <a:pt x="0" y="401"/>
                </a:lnTo>
                <a:lnTo>
                  <a:pt x="366" y="0"/>
                </a:lnTo>
                <a:lnTo>
                  <a:pt x="978" y="631"/>
                </a:lnTo>
                <a:lnTo>
                  <a:pt x="498" y="1145"/>
                </a:lnTo>
              </a:path>
            </a:pathLst>
          </a:custGeom>
          <a:solidFill>
            <a:srgbClr val="d0d0d0"/>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60" name=""/>
          <p:cNvSpPr/>
          <p:nvPr/>
        </p:nvSpPr>
        <p:spPr>
          <a:xfrm>
            <a:off x="1743120" y="4108320"/>
            <a:ext cx="5338800" cy="559080"/>
          </a:xfrm>
          <a:custGeom>
            <a:avLst/>
            <a:gdLst/>
            <a:ahLst/>
            <a:rect l="l" t="t" r="r" b="b"/>
            <a:pathLst>
              <a:path w="3876" h="405">
                <a:moveTo>
                  <a:pt x="0" y="404"/>
                </a:moveTo>
                <a:lnTo>
                  <a:pt x="3510" y="404"/>
                </a:lnTo>
                <a:lnTo>
                  <a:pt x="3875" y="0"/>
                </a:lnTo>
                <a:lnTo>
                  <a:pt x="692" y="2"/>
                </a:lnTo>
                <a:lnTo>
                  <a:pt x="0" y="404"/>
                </a:lnTo>
              </a:path>
            </a:pathLst>
          </a:custGeom>
          <a:solidFill>
            <a:srgbClr val="ffffff">
              <a:alpha val="50000"/>
            </a:srgbClr>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61" name=""/>
          <p:cNvSpPr/>
          <p:nvPr/>
        </p:nvSpPr>
        <p:spPr>
          <a:xfrm>
            <a:off x="1060560" y="4662360"/>
            <a:ext cx="6203880" cy="1025640"/>
          </a:xfrm>
          <a:custGeom>
            <a:avLst/>
            <a:gdLst/>
            <a:ahLst/>
            <a:rect l="l" t="t" r="r" b="b"/>
            <a:pathLst>
              <a:path w="4504" h="744">
                <a:moveTo>
                  <a:pt x="0" y="743"/>
                </a:moveTo>
                <a:lnTo>
                  <a:pt x="4503" y="743"/>
                </a:lnTo>
                <a:lnTo>
                  <a:pt x="4003" y="0"/>
                </a:lnTo>
                <a:lnTo>
                  <a:pt x="494" y="0"/>
                </a:lnTo>
                <a:lnTo>
                  <a:pt x="0" y="743"/>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62" name=""/>
          <p:cNvSpPr/>
          <p:nvPr/>
        </p:nvSpPr>
        <p:spPr>
          <a:xfrm>
            <a:off x="5775480" y="3133800"/>
            <a:ext cx="1176120" cy="1368360"/>
          </a:xfrm>
          <a:custGeom>
            <a:avLst/>
            <a:gdLst/>
            <a:ahLst/>
            <a:rect l="l" t="t" r="r" b="b"/>
            <a:pathLst>
              <a:path w="854" h="993">
                <a:moveTo>
                  <a:pt x="0" y="269"/>
                </a:moveTo>
                <a:lnTo>
                  <a:pt x="505" y="992"/>
                </a:lnTo>
                <a:lnTo>
                  <a:pt x="853" y="621"/>
                </a:lnTo>
                <a:lnTo>
                  <a:pt x="245" y="0"/>
                </a:lnTo>
                <a:lnTo>
                  <a:pt x="0" y="269"/>
                </a:lnTo>
              </a:path>
            </a:pathLst>
          </a:custGeom>
          <a:solidFill>
            <a:srgbClr val="d0d0d0"/>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63" name=""/>
          <p:cNvSpPr/>
          <p:nvPr/>
        </p:nvSpPr>
        <p:spPr>
          <a:xfrm>
            <a:off x="2546280" y="3133800"/>
            <a:ext cx="3565440" cy="371520"/>
          </a:xfrm>
          <a:custGeom>
            <a:avLst/>
            <a:gdLst/>
            <a:ahLst/>
            <a:rect l="l" t="t" r="r" b="b"/>
            <a:pathLst>
              <a:path w="2589" h="269">
                <a:moveTo>
                  <a:pt x="0" y="268"/>
                </a:moveTo>
                <a:lnTo>
                  <a:pt x="2342" y="268"/>
                </a:lnTo>
                <a:lnTo>
                  <a:pt x="2588" y="0"/>
                </a:lnTo>
                <a:lnTo>
                  <a:pt x="653" y="0"/>
                </a:lnTo>
                <a:lnTo>
                  <a:pt x="0" y="268"/>
                </a:lnTo>
              </a:path>
            </a:pathLst>
          </a:custGeom>
          <a:solidFill>
            <a:srgbClr val="ffffff">
              <a:alpha val="50000"/>
            </a:srgbClr>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64" name=""/>
          <p:cNvSpPr/>
          <p:nvPr/>
        </p:nvSpPr>
        <p:spPr>
          <a:xfrm>
            <a:off x="1855800" y="3503520"/>
            <a:ext cx="4619520" cy="1000080"/>
          </a:xfrm>
          <a:custGeom>
            <a:avLst/>
            <a:gdLst/>
            <a:ahLst/>
            <a:rect l="l" t="t" r="r" b="b"/>
            <a:pathLst>
              <a:path w="3354" h="726">
                <a:moveTo>
                  <a:pt x="0" y="725"/>
                </a:moveTo>
                <a:lnTo>
                  <a:pt x="3353" y="725"/>
                </a:lnTo>
                <a:lnTo>
                  <a:pt x="2844" y="0"/>
                </a:lnTo>
                <a:lnTo>
                  <a:pt x="499" y="0"/>
                </a:lnTo>
                <a:lnTo>
                  <a:pt x="0" y="725"/>
                </a:lnTo>
              </a:path>
            </a:pathLst>
          </a:custGeom>
          <a:solidFill>
            <a:srgbClr val="ffffff"/>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65" name=""/>
          <p:cNvSpPr/>
          <p:nvPr/>
        </p:nvSpPr>
        <p:spPr>
          <a:xfrm>
            <a:off x="3360600" y="2136600"/>
            <a:ext cx="1783080" cy="181080"/>
          </a:xfrm>
          <a:custGeom>
            <a:avLst/>
            <a:gdLst/>
            <a:ahLst/>
            <a:rect l="l" t="t" r="r" b="b"/>
            <a:pathLst>
              <a:path w="1295" h="131">
                <a:moveTo>
                  <a:pt x="0" y="130"/>
                </a:moveTo>
                <a:lnTo>
                  <a:pt x="1166" y="130"/>
                </a:lnTo>
                <a:lnTo>
                  <a:pt x="1294" y="0"/>
                </a:lnTo>
                <a:lnTo>
                  <a:pt x="403" y="0"/>
                </a:lnTo>
                <a:lnTo>
                  <a:pt x="0" y="130"/>
                </a:lnTo>
              </a:path>
            </a:pathLst>
          </a:custGeom>
          <a:solidFill>
            <a:srgbClr val="ffffff">
              <a:alpha val="50000"/>
            </a:srgbClr>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66" name=""/>
          <p:cNvSpPr/>
          <p:nvPr/>
        </p:nvSpPr>
        <p:spPr>
          <a:xfrm>
            <a:off x="4946760" y="2138400"/>
            <a:ext cx="1012680" cy="1198440"/>
          </a:xfrm>
          <a:custGeom>
            <a:avLst/>
            <a:gdLst/>
            <a:ahLst/>
            <a:rect l="l" t="t" r="r" b="b"/>
            <a:pathLst>
              <a:path w="735" h="870">
                <a:moveTo>
                  <a:pt x="502" y="869"/>
                </a:moveTo>
                <a:lnTo>
                  <a:pt x="734" y="619"/>
                </a:lnTo>
                <a:lnTo>
                  <a:pt x="126" y="0"/>
                </a:lnTo>
                <a:lnTo>
                  <a:pt x="0" y="130"/>
                </a:lnTo>
                <a:lnTo>
                  <a:pt x="502" y="869"/>
                </a:lnTo>
              </a:path>
            </a:pathLst>
          </a:custGeom>
          <a:solidFill>
            <a:srgbClr val="d0d0d0"/>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67" name=""/>
          <p:cNvSpPr/>
          <p:nvPr/>
        </p:nvSpPr>
        <p:spPr>
          <a:xfrm>
            <a:off x="2660760" y="2316240"/>
            <a:ext cx="3001680" cy="1020600"/>
          </a:xfrm>
          <a:custGeom>
            <a:avLst/>
            <a:gdLst/>
            <a:ahLst/>
            <a:rect l="l" t="t" r="r" b="b"/>
            <a:pathLst>
              <a:path w="2179" h="741">
                <a:moveTo>
                  <a:pt x="0" y="740"/>
                </a:moveTo>
                <a:lnTo>
                  <a:pt x="2178" y="740"/>
                </a:lnTo>
                <a:lnTo>
                  <a:pt x="1672" y="0"/>
                </a:lnTo>
                <a:lnTo>
                  <a:pt x="505" y="0"/>
                </a:lnTo>
                <a:lnTo>
                  <a:pt x="0" y="740"/>
                </a:lnTo>
              </a:path>
            </a:pathLst>
          </a:custGeom>
          <a:solidFill>
            <a:srgbClr val="ffffff"/>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68" name=""/>
          <p:cNvSpPr/>
          <p:nvPr/>
        </p:nvSpPr>
        <p:spPr>
          <a:xfrm>
            <a:off x="4156200" y="1150920"/>
            <a:ext cx="858600" cy="1012680"/>
          </a:xfrm>
          <a:custGeom>
            <a:avLst/>
            <a:gdLst/>
            <a:ahLst/>
            <a:rect l="l" t="t" r="r" b="b"/>
            <a:pathLst>
              <a:path w="623" h="735">
                <a:moveTo>
                  <a:pt x="505" y="734"/>
                </a:moveTo>
                <a:lnTo>
                  <a:pt x="622" y="620"/>
                </a:lnTo>
                <a:lnTo>
                  <a:pt x="0" y="0"/>
                </a:lnTo>
                <a:lnTo>
                  <a:pt x="505" y="734"/>
                </a:lnTo>
              </a:path>
            </a:pathLst>
          </a:custGeom>
          <a:solidFill>
            <a:srgbClr val="d0d0d0"/>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69" name=""/>
          <p:cNvSpPr/>
          <p:nvPr/>
        </p:nvSpPr>
        <p:spPr>
          <a:xfrm>
            <a:off x="3462480" y="1150920"/>
            <a:ext cx="1392120" cy="1012680"/>
          </a:xfrm>
          <a:custGeom>
            <a:avLst/>
            <a:gdLst/>
            <a:ahLst/>
            <a:rect l="l" t="t" r="r" b="b"/>
            <a:pathLst>
              <a:path w="1011" h="735">
                <a:moveTo>
                  <a:pt x="0" y="734"/>
                </a:moveTo>
                <a:lnTo>
                  <a:pt x="1010" y="734"/>
                </a:lnTo>
                <a:lnTo>
                  <a:pt x="505" y="0"/>
                </a:lnTo>
                <a:lnTo>
                  <a:pt x="0" y="734"/>
                </a:lnTo>
              </a:path>
            </a:pathLst>
          </a:custGeom>
          <a:solidFill>
            <a:srgbClr val="ffffff"/>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70" name=""/>
          <p:cNvSpPr/>
          <p:nvPr/>
        </p:nvSpPr>
        <p:spPr>
          <a:xfrm>
            <a:off x="1776240" y="5084640"/>
            <a:ext cx="477072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71" name=""/>
          <p:cNvSpPr/>
          <p:nvPr/>
        </p:nvSpPr>
        <p:spPr>
          <a:xfrm>
            <a:off x="3300480" y="2779560"/>
            <a:ext cx="1722240" cy="24480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72" name=""/>
          <p:cNvSpPr/>
          <p:nvPr/>
        </p:nvSpPr>
        <p:spPr>
          <a:xfrm>
            <a:off x="3836880" y="1773360"/>
            <a:ext cx="65088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73" name=""/>
          <p:cNvSpPr/>
          <p:nvPr/>
        </p:nvSpPr>
        <p:spPr>
          <a:xfrm>
            <a:off x="2514600" y="3894120"/>
            <a:ext cx="32940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62120"/>
                <a:tab algn="l" pos="1523880"/>
                <a:tab algn="l" pos="2286000"/>
                <a:tab algn="l" pos="3048120"/>
                <a:tab algn="l" pos="3809880"/>
                <a:tab algn="l" pos="4572000"/>
                <a:tab algn="l" pos="5334120"/>
                <a:tab algn="l" pos="6095880"/>
                <a:tab algn="l" pos="6858000"/>
                <a:tab algn="l" pos="7620120"/>
                <a:tab algn="l" pos="8381880"/>
                <a:tab algn="l" pos="9144000"/>
                <a:tab algn="l" pos="9906120"/>
                <a:tab algn="l" pos="1066788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7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SEPARATE 4</a:t>
            </a:r>
            <a:endParaRPr b="1" lang="en-US" sz="1900" spc="-1" strike="noStrike">
              <a:solidFill>
                <a:srgbClr val="000000"/>
              </a:solidFill>
              <a:latin typeface="Arial"/>
            </a:endParaRPr>
          </a:p>
        </p:txBody>
      </p:sp>
      <p:sp>
        <p:nvSpPr>
          <p:cNvPr id="27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7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DDFC755-F155-47E0-A8AC-A5A1C2C7280F}" type="slidenum">
              <a:t>13</a:t>
            </a:fld>
          </a:p>
        </p:txBody>
      </p:sp>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7" name=""/>
          <p:cNvSpPr/>
          <p:nvPr/>
        </p:nvSpPr>
        <p:spPr>
          <a:xfrm>
            <a:off x="4132440" y="1241280"/>
            <a:ext cx="3139920" cy="4280040"/>
          </a:xfrm>
          <a:custGeom>
            <a:avLst/>
            <a:gdLst/>
            <a:ahLst/>
            <a:rect l="l" t="t" r="r" b="b"/>
            <a:pathLst>
              <a:path w="1978" h="2696">
                <a:moveTo>
                  <a:pt x="0" y="340"/>
                </a:moveTo>
                <a:lnTo>
                  <a:pt x="1564" y="340"/>
                </a:lnTo>
                <a:lnTo>
                  <a:pt x="1564" y="0"/>
                </a:lnTo>
                <a:lnTo>
                  <a:pt x="1977" y="1361"/>
                </a:lnTo>
                <a:lnTo>
                  <a:pt x="1564" y="2695"/>
                </a:lnTo>
                <a:lnTo>
                  <a:pt x="1564" y="2392"/>
                </a:lnTo>
                <a:lnTo>
                  <a:pt x="0" y="2392"/>
                </a:lnTo>
              </a:path>
            </a:pathLst>
          </a:custGeom>
          <a:solidFill>
            <a:srgbClr val="90909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78" name=""/>
          <p:cNvSpPr/>
          <p:nvPr/>
        </p:nvSpPr>
        <p:spPr>
          <a:xfrm>
            <a:off x="1488960" y="1781280"/>
            <a:ext cx="3213360" cy="1577880"/>
          </a:xfrm>
          <a:custGeom>
            <a:avLst/>
            <a:gdLst/>
            <a:ahLst/>
            <a:rect l="l" t="t" r="r" b="b"/>
            <a:pathLst>
              <a:path w="2024" h="994">
                <a:moveTo>
                  <a:pt x="1638" y="434"/>
                </a:moveTo>
                <a:lnTo>
                  <a:pt x="1638" y="0"/>
                </a:lnTo>
                <a:lnTo>
                  <a:pt x="2023" y="993"/>
                </a:lnTo>
                <a:lnTo>
                  <a:pt x="0" y="993"/>
                </a:lnTo>
                <a:lnTo>
                  <a:pt x="0" y="434"/>
                </a:lnTo>
                <a:lnTo>
                  <a:pt x="1638" y="434"/>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79" name=""/>
          <p:cNvSpPr/>
          <p:nvPr/>
        </p:nvSpPr>
        <p:spPr>
          <a:xfrm>
            <a:off x="1488960" y="3465360"/>
            <a:ext cx="3213360" cy="1576440"/>
          </a:xfrm>
          <a:custGeom>
            <a:avLst/>
            <a:gdLst/>
            <a:ahLst/>
            <a:rect l="l" t="t" r="r" b="b"/>
            <a:pathLst>
              <a:path w="2024" h="993">
                <a:moveTo>
                  <a:pt x="1638" y="558"/>
                </a:moveTo>
                <a:lnTo>
                  <a:pt x="1638" y="992"/>
                </a:lnTo>
                <a:lnTo>
                  <a:pt x="2023" y="0"/>
                </a:lnTo>
                <a:lnTo>
                  <a:pt x="0" y="0"/>
                </a:lnTo>
                <a:lnTo>
                  <a:pt x="0" y="558"/>
                </a:lnTo>
                <a:lnTo>
                  <a:pt x="1638" y="558"/>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80" name=""/>
          <p:cNvSpPr/>
          <p:nvPr/>
        </p:nvSpPr>
        <p:spPr>
          <a:xfrm>
            <a:off x="1611360" y="2571840"/>
            <a:ext cx="19526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81" name=""/>
          <p:cNvSpPr/>
          <p:nvPr/>
        </p:nvSpPr>
        <p:spPr>
          <a:xfrm>
            <a:off x="1611360" y="3565440"/>
            <a:ext cx="19526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82" name=""/>
          <p:cNvSpPr/>
          <p:nvPr/>
        </p:nvSpPr>
        <p:spPr>
          <a:xfrm>
            <a:off x="4815000" y="1973160"/>
            <a:ext cx="161748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8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A 3D</a:t>
            </a:r>
            <a:endParaRPr b="1" lang="en-US" sz="1900" spc="-1" strike="noStrike">
              <a:solidFill>
                <a:srgbClr val="000000"/>
              </a:solidFill>
              <a:latin typeface="Arial"/>
            </a:endParaRPr>
          </a:p>
        </p:txBody>
      </p:sp>
      <p:sp>
        <p:nvSpPr>
          <p:cNvPr id="28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8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9943041-B673-4A35-AB70-8C90E855EA64}" type="slidenum">
              <a:t>14</a:t>
            </a:fld>
          </a:p>
        </p:txBody>
      </p:sp>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86" name=""/>
          <p:cNvGrpSpPr/>
          <p:nvPr/>
        </p:nvGrpSpPr>
        <p:grpSpPr>
          <a:xfrm>
            <a:off x="1468440" y="1503360"/>
            <a:ext cx="6091200" cy="4113360"/>
            <a:chOff x="1468440" y="1503360"/>
            <a:chExt cx="6091200" cy="4113360"/>
          </a:xfrm>
        </p:grpSpPr>
        <p:sp>
          <p:nvSpPr>
            <p:cNvPr id="287" name=""/>
            <p:cNvSpPr/>
            <p:nvPr/>
          </p:nvSpPr>
          <p:spPr>
            <a:xfrm>
              <a:off x="5446800" y="1503360"/>
              <a:ext cx="2112840" cy="4113360"/>
            </a:xfrm>
            <a:custGeom>
              <a:avLst/>
              <a:gdLst/>
              <a:ahLst/>
              <a:rect l="l" t="t" r="r" b="b"/>
              <a:pathLst>
                <a:path w="1331" h="2591">
                  <a:moveTo>
                    <a:pt x="0" y="2187"/>
                  </a:moveTo>
                  <a:lnTo>
                    <a:pt x="784" y="2187"/>
                  </a:lnTo>
                  <a:lnTo>
                    <a:pt x="784" y="2590"/>
                  </a:lnTo>
                  <a:lnTo>
                    <a:pt x="1330" y="1295"/>
                  </a:lnTo>
                  <a:lnTo>
                    <a:pt x="784" y="0"/>
                  </a:lnTo>
                  <a:lnTo>
                    <a:pt x="784" y="393"/>
                  </a:lnTo>
                  <a:lnTo>
                    <a:pt x="0" y="393"/>
                  </a:lnTo>
                  <a:lnTo>
                    <a:pt x="352" y="1295"/>
                  </a:lnTo>
                  <a:lnTo>
                    <a:pt x="0" y="2187"/>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88" name=""/>
            <p:cNvSpPr/>
            <p:nvPr/>
          </p:nvSpPr>
          <p:spPr>
            <a:xfrm>
              <a:off x="3246480" y="2127240"/>
              <a:ext cx="2597040" cy="1376640"/>
            </a:xfrm>
            <a:custGeom>
              <a:avLst/>
              <a:gdLst/>
              <a:ahLst/>
              <a:rect l="l" t="t" r="r" b="b"/>
              <a:pathLst>
                <a:path w="1636" h="867">
                  <a:moveTo>
                    <a:pt x="1298" y="0"/>
                  </a:moveTo>
                  <a:lnTo>
                    <a:pt x="1635" y="866"/>
                  </a:lnTo>
                  <a:lnTo>
                    <a:pt x="368" y="866"/>
                  </a:lnTo>
                  <a:lnTo>
                    <a:pt x="0" y="0"/>
                  </a:lnTo>
                  <a:lnTo>
                    <a:pt x="1298" y="0"/>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89" name=""/>
            <p:cNvSpPr/>
            <p:nvPr/>
          </p:nvSpPr>
          <p:spPr>
            <a:xfrm>
              <a:off x="3246480" y="3602160"/>
              <a:ext cx="2597040" cy="1376280"/>
            </a:xfrm>
            <a:custGeom>
              <a:avLst/>
              <a:gdLst/>
              <a:ahLst/>
              <a:rect l="l" t="t" r="r" b="b"/>
              <a:pathLst>
                <a:path w="1636" h="867">
                  <a:moveTo>
                    <a:pt x="1298" y="866"/>
                  </a:moveTo>
                  <a:lnTo>
                    <a:pt x="1635" y="0"/>
                  </a:lnTo>
                  <a:lnTo>
                    <a:pt x="352" y="0"/>
                  </a:lnTo>
                  <a:lnTo>
                    <a:pt x="0" y="866"/>
                  </a:lnTo>
                  <a:lnTo>
                    <a:pt x="1298" y="866"/>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90" name=""/>
            <p:cNvSpPr/>
            <p:nvPr/>
          </p:nvSpPr>
          <p:spPr>
            <a:xfrm>
              <a:off x="1468440" y="2127240"/>
              <a:ext cx="2225520" cy="2837160"/>
            </a:xfrm>
            <a:custGeom>
              <a:avLst/>
              <a:gdLst/>
              <a:ahLst/>
              <a:rect l="l" t="t" r="r" b="b"/>
              <a:pathLst>
                <a:path w="1402" h="1787">
                  <a:moveTo>
                    <a:pt x="1401" y="884"/>
                  </a:moveTo>
                  <a:lnTo>
                    <a:pt x="1032" y="0"/>
                  </a:lnTo>
                  <a:lnTo>
                    <a:pt x="0" y="0"/>
                  </a:lnTo>
                  <a:lnTo>
                    <a:pt x="0" y="1786"/>
                  </a:lnTo>
                  <a:lnTo>
                    <a:pt x="1032" y="1786"/>
                  </a:lnTo>
                  <a:lnTo>
                    <a:pt x="1401" y="884"/>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291" name=""/>
          <p:cNvSpPr/>
          <p:nvPr/>
        </p:nvSpPr>
        <p:spPr>
          <a:xfrm>
            <a:off x="1623960" y="3454560"/>
            <a:ext cx="16812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92" name=""/>
          <p:cNvSpPr/>
          <p:nvPr/>
        </p:nvSpPr>
        <p:spPr>
          <a:xfrm>
            <a:off x="3780000" y="2311560"/>
            <a:ext cx="16826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93" name=""/>
          <p:cNvSpPr/>
          <p:nvPr/>
        </p:nvSpPr>
        <p:spPr>
          <a:xfrm>
            <a:off x="3780000" y="3848040"/>
            <a:ext cx="16826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94" name=""/>
          <p:cNvSpPr/>
          <p:nvPr/>
        </p:nvSpPr>
        <p:spPr>
          <a:xfrm>
            <a:off x="6135840" y="3454560"/>
            <a:ext cx="110304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9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B 3D</a:t>
            </a:r>
            <a:endParaRPr b="1" lang="en-US" sz="1900" spc="-1" strike="noStrike">
              <a:solidFill>
                <a:srgbClr val="000000"/>
              </a:solidFill>
              <a:latin typeface="Arial"/>
            </a:endParaRPr>
          </a:p>
        </p:txBody>
      </p:sp>
      <p:sp>
        <p:nvSpPr>
          <p:cNvPr id="29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9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5C0F110-5CB2-4DC7-B901-2B5FF16E8A2B}" type="slidenum">
              <a:t>15</a:t>
            </a:fld>
          </a:p>
        </p:txBody>
      </p:sp>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298" name=""/>
          <p:cNvGrpSpPr/>
          <p:nvPr/>
        </p:nvGrpSpPr>
        <p:grpSpPr>
          <a:xfrm>
            <a:off x="1568520" y="1455840"/>
            <a:ext cx="5805360" cy="4181400"/>
            <a:chOff x="1568520" y="1455840"/>
            <a:chExt cx="5805360" cy="4181400"/>
          </a:xfrm>
        </p:grpSpPr>
        <p:sp>
          <p:nvSpPr>
            <p:cNvPr id="299" name=""/>
            <p:cNvSpPr/>
            <p:nvPr/>
          </p:nvSpPr>
          <p:spPr>
            <a:xfrm>
              <a:off x="1568520" y="3618000"/>
              <a:ext cx="5803920" cy="2019240"/>
            </a:xfrm>
            <a:custGeom>
              <a:avLst/>
              <a:gdLst/>
              <a:ahLst/>
              <a:rect l="l" t="t" r="r" b="b"/>
              <a:pathLst>
                <a:path w="3656" h="1272">
                  <a:moveTo>
                    <a:pt x="0" y="283"/>
                  </a:moveTo>
                  <a:lnTo>
                    <a:pt x="0" y="941"/>
                  </a:lnTo>
                  <a:lnTo>
                    <a:pt x="3303" y="938"/>
                  </a:lnTo>
                  <a:lnTo>
                    <a:pt x="3303" y="1271"/>
                  </a:lnTo>
                  <a:lnTo>
                    <a:pt x="3655" y="0"/>
                  </a:lnTo>
                  <a:lnTo>
                    <a:pt x="3303" y="0"/>
                  </a:lnTo>
                  <a:lnTo>
                    <a:pt x="3102" y="616"/>
                  </a:lnTo>
                  <a:lnTo>
                    <a:pt x="3102" y="286"/>
                  </a:lnTo>
                  <a:lnTo>
                    <a:pt x="0" y="283"/>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00" name=""/>
            <p:cNvSpPr/>
            <p:nvPr/>
          </p:nvSpPr>
          <p:spPr>
            <a:xfrm>
              <a:off x="1569960" y="1455840"/>
              <a:ext cx="5803920" cy="2019240"/>
            </a:xfrm>
            <a:custGeom>
              <a:avLst/>
              <a:gdLst/>
              <a:ahLst/>
              <a:rect l="l" t="t" r="r" b="b"/>
              <a:pathLst>
                <a:path w="3656" h="1272">
                  <a:moveTo>
                    <a:pt x="0" y="987"/>
                  </a:moveTo>
                  <a:lnTo>
                    <a:pt x="0" y="329"/>
                  </a:lnTo>
                  <a:lnTo>
                    <a:pt x="3303" y="331"/>
                  </a:lnTo>
                  <a:lnTo>
                    <a:pt x="3303" y="0"/>
                  </a:lnTo>
                  <a:lnTo>
                    <a:pt x="3655" y="1271"/>
                  </a:lnTo>
                  <a:lnTo>
                    <a:pt x="3303" y="1271"/>
                  </a:lnTo>
                  <a:lnTo>
                    <a:pt x="3102" y="654"/>
                  </a:lnTo>
                  <a:lnTo>
                    <a:pt x="3102" y="985"/>
                  </a:lnTo>
                  <a:lnTo>
                    <a:pt x="0" y="987"/>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grpSp>
      <p:sp>
        <p:nvSpPr>
          <p:cNvPr id="301" name=""/>
          <p:cNvSpPr/>
          <p:nvPr/>
        </p:nvSpPr>
        <p:spPr>
          <a:xfrm>
            <a:off x="1757520" y="2089080"/>
            <a:ext cx="397008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02" name=""/>
          <p:cNvSpPr/>
          <p:nvPr/>
        </p:nvSpPr>
        <p:spPr>
          <a:xfrm>
            <a:off x="1757520" y="3422520"/>
            <a:ext cx="397008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03" name=""/>
          <p:cNvSpPr/>
          <p:nvPr/>
        </p:nvSpPr>
        <p:spPr>
          <a:xfrm>
            <a:off x="1757520" y="4170240"/>
            <a:ext cx="397008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0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C 3D</a:t>
            </a:r>
            <a:endParaRPr b="1" lang="en-US" sz="1900" spc="-1" strike="noStrike">
              <a:solidFill>
                <a:srgbClr val="000000"/>
              </a:solidFill>
              <a:latin typeface="Arial"/>
            </a:endParaRPr>
          </a:p>
        </p:txBody>
      </p:sp>
      <p:sp>
        <p:nvSpPr>
          <p:cNvPr id="30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0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A39E435-0A69-436A-B32C-44D4CA1D7457}" type="slidenum">
              <a:t>16</a:t>
            </a:fld>
          </a:p>
        </p:txBody>
      </p:sp>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7" name=""/>
          <p:cNvSpPr/>
          <p:nvPr/>
        </p:nvSpPr>
        <p:spPr>
          <a:xfrm>
            <a:off x="4778280" y="1812960"/>
            <a:ext cx="2457720" cy="3092400"/>
          </a:xfrm>
          <a:custGeom>
            <a:avLst/>
            <a:gdLst/>
            <a:ahLst/>
            <a:rect l="l" t="t" r="r" b="b"/>
            <a:pathLst>
              <a:path w="1448" h="1879">
                <a:moveTo>
                  <a:pt x="0" y="1518"/>
                </a:moveTo>
                <a:lnTo>
                  <a:pt x="0" y="655"/>
                </a:lnTo>
                <a:lnTo>
                  <a:pt x="1087" y="392"/>
                </a:lnTo>
                <a:lnTo>
                  <a:pt x="1087" y="0"/>
                </a:lnTo>
                <a:lnTo>
                  <a:pt x="1447" y="895"/>
                </a:lnTo>
                <a:lnTo>
                  <a:pt x="1087" y="1878"/>
                </a:lnTo>
                <a:lnTo>
                  <a:pt x="1087" y="1518"/>
                </a:lnTo>
                <a:lnTo>
                  <a:pt x="0" y="1518"/>
                </a:lnTo>
              </a:path>
            </a:pathLst>
          </a:custGeom>
          <a:solidFill>
            <a:srgbClr val="00000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08" name=""/>
          <p:cNvSpPr/>
          <p:nvPr/>
        </p:nvSpPr>
        <p:spPr>
          <a:xfrm>
            <a:off x="3052800" y="2457360"/>
            <a:ext cx="2297160" cy="2343240"/>
          </a:xfrm>
          <a:custGeom>
            <a:avLst/>
            <a:gdLst/>
            <a:ahLst/>
            <a:rect l="l" t="t" r="r" b="b"/>
            <a:pathLst>
              <a:path w="1353" h="1423">
                <a:moveTo>
                  <a:pt x="0" y="1118"/>
                </a:moveTo>
                <a:lnTo>
                  <a:pt x="16" y="511"/>
                </a:lnTo>
                <a:lnTo>
                  <a:pt x="1016" y="263"/>
                </a:lnTo>
                <a:lnTo>
                  <a:pt x="1016" y="0"/>
                </a:lnTo>
                <a:lnTo>
                  <a:pt x="1352" y="679"/>
                </a:lnTo>
                <a:lnTo>
                  <a:pt x="1016" y="1422"/>
                </a:lnTo>
                <a:lnTo>
                  <a:pt x="1016" y="1118"/>
                </a:lnTo>
                <a:lnTo>
                  <a:pt x="0" y="1118"/>
                </a:lnTo>
              </a:path>
            </a:pathLst>
          </a:custGeom>
          <a:solidFill>
            <a:srgbClr val="90909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09" name=""/>
          <p:cNvSpPr/>
          <p:nvPr/>
        </p:nvSpPr>
        <p:spPr>
          <a:xfrm>
            <a:off x="1330200" y="2995560"/>
            <a:ext cx="2295720" cy="1646280"/>
          </a:xfrm>
          <a:custGeom>
            <a:avLst/>
            <a:gdLst/>
            <a:ahLst/>
            <a:rect l="l" t="t" r="r" b="b"/>
            <a:pathLst>
              <a:path w="1352" h="1000">
                <a:moveTo>
                  <a:pt x="0" y="791"/>
                </a:moveTo>
                <a:lnTo>
                  <a:pt x="0" y="440"/>
                </a:lnTo>
                <a:lnTo>
                  <a:pt x="1023" y="184"/>
                </a:lnTo>
                <a:lnTo>
                  <a:pt x="1023" y="0"/>
                </a:lnTo>
                <a:lnTo>
                  <a:pt x="1351" y="480"/>
                </a:lnTo>
                <a:lnTo>
                  <a:pt x="1023" y="999"/>
                </a:lnTo>
                <a:lnTo>
                  <a:pt x="1023" y="791"/>
                </a:lnTo>
                <a:lnTo>
                  <a:pt x="0" y="791"/>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10" name=""/>
          <p:cNvSpPr/>
          <p:nvPr/>
        </p:nvSpPr>
        <p:spPr>
          <a:xfrm>
            <a:off x="1433520" y="3840120"/>
            <a:ext cx="171144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11" name=""/>
          <p:cNvSpPr/>
          <p:nvPr/>
        </p:nvSpPr>
        <p:spPr>
          <a:xfrm>
            <a:off x="3763800" y="3579840"/>
            <a:ext cx="132408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12" name=""/>
          <p:cNvSpPr/>
          <p:nvPr/>
        </p:nvSpPr>
        <p:spPr>
          <a:xfrm>
            <a:off x="5445000" y="3392640"/>
            <a:ext cx="144792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ffffff"/>
                </a:solidFill>
                <a:latin typeface="Arial"/>
                <a:ea typeface="宋体"/>
              </a:rPr>
              <a:t>Text</a:t>
            </a:r>
            <a:endParaRPr b="0" lang="en-US" sz="1600" spc="-1" strike="noStrike">
              <a:solidFill>
                <a:srgbClr val="000000"/>
              </a:solidFill>
              <a:latin typeface="Times New Roman"/>
            </a:endParaRPr>
          </a:p>
        </p:txBody>
      </p:sp>
      <p:sp>
        <p:nvSpPr>
          <p:cNvPr id="31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D 3D</a:t>
            </a:r>
            <a:endParaRPr b="1" lang="en-US" sz="1900" spc="-1" strike="noStrike">
              <a:solidFill>
                <a:srgbClr val="000000"/>
              </a:solidFill>
              <a:latin typeface="Arial"/>
            </a:endParaRPr>
          </a:p>
        </p:txBody>
      </p:sp>
      <p:sp>
        <p:nvSpPr>
          <p:cNvPr id="31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1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CE10969F-66F3-4F63-87B7-2B925D695316}" type="slidenum">
              <a:t>17</a:t>
            </a:fld>
          </a:p>
        </p:txBody>
      </p:sp>
    </p:spTree>
  </p:cSld>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6" name=""/>
          <p:cNvSpPr/>
          <p:nvPr/>
        </p:nvSpPr>
        <p:spPr>
          <a:xfrm>
            <a:off x="5040360" y="1455840"/>
            <a:ext cx="2635200" cy="4074840"/>
          </a:xfrm>
          <a:custGeom>
            <a:avLst/>
            <a:gdLst/>
            <a:ahLst/>
            <a:rect l="l" t="t" r="r" b="b"/>
            <a:pathLst>
              <a:path w="1660" h="2567">
                <a:moveTo>
                  <a:pt x="0" y="256"/>
                </a:moveTo>
                <a:lnTo>
                  <a:pt x="1080" y="256"/>
                </a:lnTo>
                <a:lnTo>
                  <a:pt x="1080" y="0"/>
                </a:lnTo>
                <a:lnTo>
                  <a:pt x="1659" y="1283"/>
                </a:lnTo>
                <a:lnTo>
                  <a:pt x="1080" y="2566"/>
                </a:lnTo>
                <a:lnTo>
                  <a:pt x="1080" y="2309"/>
                </a:lnTo>
                <a:lnTo>
                  <a:pt x="0" y="2309"/>
                </a:lnTo>
                <a:lnTo>
                  <a:pt x="0" y="1283"/>
                </a:lnTo>
                <a:lnTo>
                  <a:pt x="0" y="256"/>
                </a:lnTo>
              </a:path>
            </a:pathLst>
          </a:custGeom>
          <a:solidFill>
            <a:srgbClr val="00000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17" name=""/>
          <p:cNvSpPr/>
          <p:nvPr/>
        </p:nvSpPr>
        <p:spPr>
          <a:xfrm>
            <a:off x="3376440" y="1862280"/>
            <a:ext cx="2399040" cy="3260520"/>
          </a:xfrm>
          <a:custGeom>
            <a:avLst/>
            <a:gdLst/>
            <a:ahLst/>
            <a:rect l="l" t="t" r="r" b="b"/>
            <a:pathLst>
              <a:path w="1511" h="2054">
                <a:moveTo>
                  <a:pt x="0" y="203"/>
                </a:moveTo>
                <a:lnTo>
                  <a:pt x="1048" y="203"/>
                </a:lnTo>
                <a:lnTo>
                  <a:pt x="1048" y="0"/>
                </a:lnTo>
                <a:lnTo>
                  <a:pt x="1510" y="1026"/>
                </a:lnTo>
                <a:lnTo>
                  <a:pt x="1048" y="2053"/>
                </a:lnTo>
                <a:lnTo>
                  <a:pt x="1048" y="1849"/>
                </a:lnTo>
                <a:lnTo>
                  <a:pt x="0" y="1849"/>
                </a:lnTo>
                <a:lnTo>
                  <a:pt x="0" y="1026"/>
                </a:lnTo>
                <a:lnTo>
                  <a:pt x="0" y="203"/>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18" name=""/>
          <p:cNvSpPr/>
          <p:nvPr/>
        </p:nvSpPr>
        <p:spPr>
          <a:xfrm>
            <a:off x="2049480" y="2203560"/>
            <a:ext cx="1915920" cy="2597040"/>
          </a:xfrm>
          <a:custGeom>
            <a:avLst/>
            <a:gdLst/>
            <a:ahLst/>
            <a:rect l="l" t="t" r="r" b="b"/>
            <a:pathLst>
              <a:path w="1207" h="1636">
                <a:moveTo>
                  <a:pt x="0" y="244"/>
                </a:moveTo>
                <a:lnTo>
                  <a:pt x="837" y="244"/>
                </a:lnTo>
                <a:lnTo>
                  <a:pt x="837" y="0"/>
                </a:lnTo>
                <a:lnTo>
                  <a:pt x="1206" y="812"/>
                </a:lnTo>
                <a:lnTo>
                  <a:pt x="837" y="1635"/>
                </a:lnTo>
                <a:lnTo>
                  <a:pt x="837" y="1390"/>
                </a:lnTo>
                <a:lnTo>
                  <a:pt x="0" y="1390"/>
                </a:lnTo>
                <a:lnTo>
                  <a:pt x="0" y="812"/>
                </a:lnTo>
                <a:lnTo>
                  <a:pt x="0" y="244"/>
                </a:lnTo>
              </a:path>
            </a:pathLst>
          </a:custGeom>
          <a:solidFill>
            <a:srgbClr val="90909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19" name=""/>
          <p:cNvSpPr/>
          <p:nvPr/>
        </p:nvSpPr>
        <p:spPr>
          <a:xfrm>
            <a:off x="1025640" y="2592360"/>
            <a:ext cx="1438200" cy="1819440"/>
          </a:xfrm>
          <a:custGeom>
            <a:avLst/>
            <a:gdLst/>
            <a:ahLst/>
            <a:rect l="l" t="t" r="r" b="b"/>
            <a:pathLst>
              <a:path w="906" h="1146">
                <a:moveTo>
                  <a:pt x="0" y="224"/>
                </a:moveTo>
                <a:lnTo>
                  <a:pt x="645" y="224"/>
                </a:lnTo>
                <a:lnTo>
                  <a:pt x="645" y="0"/>
                </a:lnTo>
                <a:lnTo>
                  <a:pt x="905" y="567"/>
                </a:lnTo>
                <a:lnTo>
                  <a:pt x="645" y="1145"/>
                </a:lnTo>
                <a:lnTo>
                  <a:pt x="645" y="920"/>
                </a:lnTo>
                <a:lnTo>
                  <a:pt x="0" y="920"/>
                </a:lnTo>
                <a:lnTo>
                  <a:pt x="0" y="567"/>
                </a:lnTo>
                <a:lnTo>
                  <a:pt x="0" y="224"/>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20" name=""/>
          <p:cNvSpPr/>
          <p:nvPr/>
        </p:nvSpPr>
        <p:spPr>
          <a:xfrm>
            <a:off x="1154160" y="3389400"/>
            <a:ext cx="79524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21" name=""/>
          <p:cNvSpPr/>
          <p:nvPr/>
        </p:nvSpPr>
        <p:spPr>
          <a:xfrm>
            <a:off x="2610000" y="3389400"/>
            <a:ext cx="102528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22" name=""/>
          <p:cNvSpPr/>
          <p:nvPr/>
        </p:nvSpPr>
        <p:spPr>
          <a:xfrm>
            <a:off x="4127400" y="3387600"/>
            <a:ext cx="124308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23" name=""/>
          <p:cNvSpPr/>
          <p:nvPr/>
        </p:nvSpPr>
        <p:spPr>
          <a:xfrm>
            <a:off x="5950080" y="3387600"/>
            <a:ext cx="124272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ffffff"/>
                </a:solidFill>
                <a:latin typeface="Arial"/>
                <a:ea typeface="宋体"/>
              </a:rPr>
              <a:t>Text</a:t>
            </a:r>
            <a:endParaRPr b="0" lang="en-US" sz="1600" spc="-1" strike="noStrike">
              <a:solidFill>
                <a:srgbClr val="000000"/>
              </a:solidFill>
              <a:latin typeface="Times New Roman"/>
            </a:endParaRPr>
          </a:p>
        </p:txBody>
      </p:sp>
      <p:sp>
        <p:nvSpPr>
          <p:cNvPr id="32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E 3D</a:t>
            </a:r>
            <a:endParaRPr b="1" lang="en-US" sz="1900" spc="-1" strike="noStrike">
              <a:solidFill>
                <a:srgbClr val="000000"/>
              </a:solidFill>
              <a:latin typeface="Arial"/>
            </a:endParaRPr>
          </a:p>
        </p:txBody>
      </p:sp>
      <p:sp>
        <p:nvSpPr>
          <p:cNvPr id="32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2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2FF2543-DCD3-4937-8886-9BB26A732A93}" type="slidenum">
              <a:t>18</a:t>
            </a:fld>
          </a:p>
        </p:txBody>
      </p:sp>
    </p:spTree>
  </p:cSld>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7" name=""/>
          <p:cNvSpPr/>
          <p:nvPr/>
        </p:nvSpPr>
        <p:spPr>
          <a:xfrm>
            <a:off x="4519440" y="2192400"/>
            <a:ext cx="3292560" cy="2313000"/>
          </a:xfrm>
          <a:custGeom>
            <a:avLst/>
            <a:gdLst/>
            <a:ahLst/>
            <a:rect l="l" t="t" r="r" b="b"/>
            <a:pathLst>
              <a:path w="1800" h="1303">
                <a:moveTo>
                  <a:pt x="0" y="128"/>
                </a:moveTo>
                <a:lnTo>
                  <a:pt x="1423" y="128"/>
                </a:lnTo>
                <a:lnTo>
                  <a:pt x="1423" y="0"/>
                </a:lnTo>
                <a:lnTo>
                  <a:pt x="1799" y="655"/>
                </a:lnTo>
                <a:lnTo>
                  <a:pt x="1423" y="1302"/>
                </a:lnTo>
                <a:lnTo>
                  <a:pt x="1423" y="1174"/>
                </a:lnTo>
                <a:lnTo>
                  <a:pt x="0" y="1174"/>
                </a:lnTo>
                <a:lnTo>
                  <a:pt x="0" y="655"/>
                </a:lnTo>
                <a:lnTo>
                  <a:pt x="0" y="128"/>
                </a:lnTo>
              </a:path>
            </a:pathLst>
          </a:custGeom>
          <a:solidFill>
            <a:srgbClr val="00000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28" name=""/>
          <p:cNvSpPr/>
          <p:nvPr/>
        </p:nvSpPr>
        <p:spPr>
          <a:xfrm>
            <a:off x="2530440" y="2401920"/>
            <a:ext cx="2633760" cy="2198520"/>
          </a:xfrm>
          <a:custGeom>
            <a:avLst/>
            <a:gdLst/>
            <a:ahLst/>
            <a:rect l="l" t="t" r="r" b="b"/>
            <a:pathLst>
              <a:path w="1440" h="1239">
                <a:moveTo>
                  <a:pt x="0" y="184"/>
                </a:moveTo>
                <a:lnTo>
                  <a:pt x="1079" y="184"/>
                </a:lnTo>
                <a:lnTo>
                  <a:pt x="1079" y="0"/>
                </a:lnTo>
                <a:lnTo>
                  <a:pt x="1439" y="615"/>
                </a:lnTo>
                <a:lnTo>
                  <a:pt x="1079" y="1238"/>
                </a:lnTo>
                <a:lnTo>
                  <a:pt x="1079" y="1054"/>
                </a:lnTo>
                <a:lnTo>
                  <a:pt x="0" y="1054"/>
                </a:lnTo>
                <a:lnTo>
                  <a:pt x="0" y="615"/>
                </a:lnTo>
                <a:lnTo>
                  <a:pt x="0" y="184"/>
                </a:lnTo>
              </a:path>
            </a:pathLst>
          </a:custGeom>
          <a:solidFill>
            <a:srgbClr val="90909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29" name=""/>
          <p:cNvSpPr/>
          <p:nvPr/>
        </p:nvSpPr>
        <p:spPr>
          <a:xfrm>
            <a:off x="1125360" y="2744640"/>
            <a:ext cx="1976760" cy="1914840"/>
          </a:xfrm>
          <a:custGeom>
            <a:avLst/>
            <a:gdLst/>
            <a:ahLst/>
            <a:rect l="l" t="t" r="r" b="b"/>
            <a:pathLst>
              <a:path w="1080" h="1079">
                <a:moveTo>
                  <a:pt x="0" y="215"/>
                </a:moveTo>
                <a:lnTo>
                  <a:pt x="768" y="215"/>
                </a:lnTo>
                <a:lnTo>
                  <a:pt x="768" y="0"/>
                </a:lnTo>
                <a:lnTo>
                  <a:pt x="1079" y="543"/>
                </a:lnTo>
                <a:lnTo>
                  <a:pt x="768" y="1078"/>
                </a:lnTo>
                <a:lnTo>
                  <a:pt x="768" y="862"/>
                </a:lnTo>
                <a:lnTo>
                  <a:pt x="0" y="862"/>
                </a:lnTo>
                <a:lnTo>
                  <a:pt x="0" y="543"/>
                </a:lnTo>
                <a:lnTo>
                  <a:pt x="0" y="215"/>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30" name=""/>
          <p:cNvSpPr/>
          <p:nvPr/>
        </p:nvSpPr>
        <p:spPr>
          <a:xfrm>
            <a:off x="1233360" y="3568680"/>
            <a:ext cx="151308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31" name=""/>
          <p:cNvSpPr/>
          <p:nvPr/>
        </p:nvSpPr>
        <p:spPr>
          <a:xfrm>
            <a:off x="3298680" y="3368520"/>
            <a:ext cx="1509840" cy="24480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32" name=""/>
          <p:cNvSpPr/>
          <p:nvPr/>
        </p:nvSpPr>
        <p:spPr>
          <a:xfrm>
            <a:off x="5359320" y="3251160"/>
            <a:ext cx="210672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ffffff"/>
                </a:solidFill>
                <a:latin typeface="Arial"/>
                <a:ea typeface="宋体"/>
              </a:rPr>
              <a:t>Text</a:t>
            </a:r>
            <a:endParaRPr b="0" lang="en-US" sz="1600" spc="-1" strike="noStrike">
              <a:solidFill>
                <a:srgbClr val="000000"/>
              </a:solidFill>
              <a:latin typeface="Times New Roman"/>
            </a:endParaRPr>
          </a:p>
        </p:txBody>
      </p:sp>
      <p:sp>
        <p:nvSpPr>
          <p:cNvPr id="33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G 3D</a:t>
            </a:r>
            <a:endParaRPr b="1" lang="en-US" sz="1900" spc="-1" strike="noStrike">
              <a:solidFill>
                <a:srgbClr val="000000"/>
              </a:solidFill>
              <a:latin typeface="Arial"/>
            </a:endParaRPr>
          </a:p>
        </p:txBody>
      </p:sp>
      <p:sp>
        <p:nvSpPr>
          <p:cNvPr id="33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3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0315B4EC-5CE6-4B4A-B661-4FC0CFF63716}" type="slidenum">
              <a:t>19</a:t>
            </a:fld>
          </a:p>
        </p:txBody>
      </p:sp>
    </p:spTree>
  </p:cSld>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6" name=""/>
          <p:cNvSpPr/>
          <p:nvPr/>
        </p:nvSpPr>
        <p:spPr>
          <a:xfrm>
            <a:off x="1603440" y="1446120"/>
            <a:ext cx="5630760" cy="3881520"/>
          </a:xfrm>
          <a:custGeom>
            <a:avLst/>
            <a:gdLst/>
            <a:ahLst/>
            <a:rect l="l" t="t" r="r" b="b"/>
            <a:pathLst>
              <a:path w="2629" h="2129">
                <a:moveTo>
                  <a:pt x="2629" y="0"/>
                </a:moveTo>
                <a:lnTo>
                  <a:pt x="0" y="0"/>
                </a:lnTo>
                <a:lnTo>
                  <a:pt x="0" y="520"/>
                </a:lnTo>
                <a:lnTo>
                  <a:pt x="1196" y="520"/>
                </a:lnTo>
                <a:lnTo>
                  <a:pt x="1196" y="265"/>
                </a:lnTo>
                <a:lnTo>
                  <a:pt x="1433" y="1060"/>
                </a:lnTo>
                <a:lnTo>
                  <a:pt x="1196" y="1854"/>
                </a:lnTo>
                <a:lnTo>
                  <a:pt x="1196" y="1590"/>
                </a:lnTo>
                <a:lnTo>
                  <a:pt x="0" y="1590"/>
                </a:lnTo>
                <a:lnTo>
                  <a:pt x="0" y="2129"/>
                </a:lnTo>
                <a:lnTo>
                  <a:pt x="2629" y="2129"/>
                </a:lnTo>
                <a:lnTo>
                  <a:pt x="2629" y="0"/>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37" name=""/>
          <p:cNvSpPr/>
          <p:nvPr/>
        </p:nvSpPr>
        <p:spPr>
          <a:xfrm>
            <a:off x="1652760" y="3244680"/>
            <a:ext cx="2547720" cy="2448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38" name=""/>
          <p:cNvSpPr/>
          <p:nvPr/>
        </p:nvSpPr>
        <p:spPr>
          <a:xfrm>
            <a:off x="4799160" y="3244680"/>
            <a:ext cx="2290680" cy="24480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3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I 3D</a:t>
            </a:r>
            <a:endParaRPr b="1" lang="en-US" sz="1900" spc="-1" strike="noStrike">
              <a:solidFill>
                <a:srgbClr val="000000"/>
              </a:solidFill>
              <a:latin typeface="Arial"/>
            </a:endParaRPr>
          </a:p>
        </p:txBody>
      </p:sp>
      <p:sp>
        <p:nvSpPr>
          <p:cNvPr id="34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4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7CD06E8-8212-4A2E-9E9A-0D283DE5E882}" type="slidenum">
              <a:t>20</a:t>
            </a:fld>
          </a:p>
        </p:txBody>
      </p:sp>
    </p:spTree>
  </p:cSld>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2" name=""/>
          <p:cNvSpPr/>
          <p:nvPr/>
        </p:nvSpPr>
        <p:spPr>
          <a:xfrm>
            <a:off x="4357800" y="1446120"/>
            <a:ext cx="3074760" cy="3996000"/>
          </a:xfrm>
          <a:custGeom>
            <a:avLst/>
            <a:gdLst/>
            <a:ahLst/>
            <a:rect l="l" t="t" r="r" b="b"/>
            <a:pathLst>
              <a:path w="1864" h="2495">
                <a:moveTo>
                  <a:pt x="0" y="312"/>
                </a:moveTo>
                <a:lnTo>
                  <a:pt x="1471" y="312"/>
                </a:lnTo>
                <a:lnTo>
                  <a:pt x="1471" y="0"/>
                </a:lnTo>
                <a:lnTo>
                  <a:pt x="1863" y="1247"/>
                </a:lnTo>
                <a:lnTo>
                  <a:pt x="1471" y="2494"/>
                </a:lnTo>
                <a:lnTo>
                  <a:pt x="1471" y="2214"/>
                </a:lnTo>
                <a:lnTo>
                  <a:pt x="0" y="2214"/>
                </a:lnTo>
                <a:lnTo>
                  <a:pt x="432" y="1263"/>
                </a:lnTo>
                <a:lnTo>
                  <a:pt x="0" y="312"/>
                </a:lnTo>
              </a:path>
            </a:pathLst>
          </a:custGeom>
          <a:solidFill>
            <a:srgbClr val="90909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43" name=""/>
          <p:cNvSpPr/>
          <p:nvPr/>
        </p:nvSpPr>
        <p:spPr>
          <a:xfrm>
            <a:off x="1693800" y="3840120"/>
            <a:ext cx="3062520" cy="1154160"/>
          </a:xfrm>
          <a:custGeom>
            <a:avLst/>
            <a:gdLst/>
            <a:ahLst/>
            <a:rect l="l" t="t" r="r" b="b"/>
            <a:pathLst>
              <a:path w="1856" h="720">
                <a:moveTo>
                  <a:pt x="1527" y="312"/>
                </a:moveTo>
                <a:lnTo>
                  <a:pt x="1527" y="719"/>
                </a:lnTo>
                <a:lnTo>
                  <a:pt x="1855" y="0"/>
                </a:lnTo>
                <a:lnTo>
                  <a:pt x="0" y="0"/>
                </a:lnTo>
                <a:lnTo>
                  <a:pt x="0" y="312"/>
                </a:lnTo>
                <a:lnTo>
                  <a:pt x="1527" y="312"/>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44" name=""/>
          <p:cNvSpPr/>
          <p:nvPr/>
        </p:nvSpPr>
        <p:spPr>
          <a:xfrm>
            <a:off x="1693800" y="1946160"/>
            <a:ext cx="3062520" cy="1152720"/>
          </a:xfrm>
          <a:custGeom>
            <a:avLst/>
            <a:gdLst/>
            <a:ahLst/>
            <a:rect l="l" t="t" r="r" b="b"/>
            <a:pathLst>
              <a:path w="1856" h="720">
                <a:moveTo>
                  <a:pt x="1527" y="407"/>
                </a:moveTo>
                <a:lnTo>
                  <a:pt x="1527" y="0"/>
                </a:lnTo>
                <a:lnTo>
                  <a:pt x="1855" y="719"/>
                </a:lnTo>
                <a:lnTo>
                  <a:pt x="0" y="719"/>
                </a:lnTo>
                <a:lnTo>
                  <a:pt x="0" y="407"/>
                </a:lnTo>
                <a:lnTo>
                  <a:pt x="1527" y="407"/>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45" name=""/>
          <p:cNvSpPr/>
          <p:nvPr/>
        </p:nvSpPr>
        <p:spPr>
          <a:xfrm>
            <a:off x="1695600" y="3187800"/>
            <a:ext cx="3232080" cy="579240"/>
          </a:xfrm>
          <a:custGeom>
            <a:avLst/>
            <a:gdLst/>
            <a:ahLst/>
            <a:rect l="l" t="t" r="r" b="b"/>
            <a:pathLst>
              <a:path w="1959" h="362">
                <a:moveTo>
                  <a:pt x="0" y="0"/>
                </a:moveTo>
                <a:lnTo>
                  <a:pt x="1885" y="0"/>
                </a:lnTo>
                <a:lnTo>
                  <a:pt x="1958" y="184"/>
                </a:lnTo>
                <a:lnTo>
                  <a:pt x="1882" y="361"/>
                </a:lnTo>
                <a:lnTo>
                  <a:pt x="0" y="360"/>
                </a:lnTo>
                <a:lnTo>
                  <a:pt x="0" y="0"/>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46" name=""/>
          <p:cNvSpPr/>
          <p:nvPr/>
        </p:nvSpPr>
        <p:spPr>
          <a:xfrm>
            <a:off x="1808280" y="2739960"/>
            <a:ext cx="26352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47" name=""/>
          <p:cNvSpPr/>
          <p:nvPr/>
        </p:nvSpPr>
        <p:spPr>
          <a:xfrm>
            <a:off x="1808280" y="3367080"/>
            <a:ext cx="26352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48" name=""/>
          <p:cNvSpPr/>
          <p:nvPr/>
        </p:nvSpPr>
        <p:spPr>
          <a:xfrm>
            <a:off x="1779480" y="3949560"/>
            <a:ext cx="26352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49" name=""/>
          <p:cNvSpPr/>
          <p:nvPr/>
        </p:nvSpPr>
        <p:spPr>
          <a:xfrm>
            <a:off x="5203800" y="3336840"/>
            <a:ext cx="206856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5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J 3D</a:t>
            </a:r>
            <a:endParaRPr b="1" lang="en-US" sz="1900" spc="-1" strike="noStrike">
              <a:solidFill>
                <a:srgbClr val="000000"/>
              </a:solidFill>
              <a:latin typeface="Arial"/>
            </a:endParaRPr>
          </a:p>
        </p:txBody>
      </p:sp>
      <p:sp>
        <p:nvSpPr>
          <p:cNvPr id="35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5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6468DB79-43D3-41FB-A704-E36278AFFAC1}" type="slidenum">
              <a:t>21</a:t>
            </a:fld>
          </a:p>
        </p:txBody>
      </p:sp>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3" name=""/>
          <p:cNvSpPr/>
          <p:nvPr/>
        </p:nvSpPr>
        <p:spPr>
          <a:xfrm>
            <a:off x="1467000" y="2690640"/>
            <a:ext cx="2162160" cy="1352880"/>
          </a:xfrm>
          <a:custGeom>
            <a:avLst/>
            <a:gdLst/>
            <a:ahLst/>
            <a:rect l="l" t="t" r="r" b="b"/>
            <a:pathLst>
              <a:path w="1528" h="985">
                <a:moveTo>
                  <a:pt x="0" y="208"/>
                </a:moveTo>
                <a:lnTo>
                  <a:pt x="1284" y="208"/>
                </a:lnTo>
                <a:lnTo>
                  <a:pt x="1284" y="0"/>
                </a:lnTo>
                <a:lnTo>
                  <a:pt x="1527" y="472"/>
                </a:lnTo>
                <a:lnTo>
                  <a:pt x="1284" y="984"/>
                </a:lnTo>
                <a:lnTo>
                  <a:pt x="1284" y="752"/>
                </a:lnTo>
                <a:lnTo>
                  <a:pt x="0" y="752"/>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54" name=""/>
          <p:cNvSpPr/>
          <p:nvPr/>
        </p:nvSpPr>
        <p:spPr>
          <a:xfrm flipH="1">
            <a:off x="1371600" y="1906560"/>
            <a:ext cx="556272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55" name=""/>
          <p:cNvSpPr/>
          <p:nvPr/>
        </p:nvSpPr>
        <p:spPr>
          <a:xfrm flipH="1">
            <a:off x="1371600" y="2279520"/>
            <a:ext cx="3913200" cy="0"/>
          </a:xfrm>
          <a:prstGeom prst="line">
            <a:avLst/>
          </a:prstGeom>
          <a:ln w="12600">
            <a:solidFill>
              <a:srgbClr val="90909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56" name=""/>
          <p:cNvSpPr/>
          <p:nvPr/>
        </p:nvSpPr>
        <p:spPr>
          <a:xfrm flipH="1">
            <a:off x="1371600" y="2639880"/>
            <a:ext cx="2602080" cy="0"/>
          </a:xfrm>
          <a:prstGeom prst="line">
            <a:avLst/>
          </a:prstGeom>
          <a:ln w="12600">
            <a:solidFill>
              <a:srgbClr val="d0d0d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57" name=""/>
          <p:cNvSpPr/>
          <p:nvPr/>
        </p:nvSpPr>
        <p:spPr>
          <a:xfrm flipH="1">
            <a:off x="1371600" y="4002120"/>
            <a:ext cx="2602080" cy="0"/>
          </a:xfrm>
          <a:prstGeom prst="line">
            <a:avLst/>
          </a:prstGeom>
          <a:ln w="12600">
            <a:solidFill>
              <a:srgbClr val="d0d0d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58" name=""/>
          <p:cNvSpPr/>
          <p:nvPr/>
        </p:nvSpPr>
        <p:spPr>
          <a:xfrm flipH="1">
            <a:off x="1371600" y="4330800"/>
            <a:ext cx="3913200" cy="0"/>
          </a:xfrm>
          <a:prstGeom prst="line">
            <a:avLst/>
          </a:prstGeom>
          <a:ln w="12600">
            <a:solidFill>
              <a:srgbClr val="90909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59" name=""/>
          <p:cNvSpPr/>
          <p:nvPr/>
        </p:nvSpPr>
        <p:spPr>
          <a:xfrm flipH="1">
            <a:off x="1371600" y="4648320"/>
            <a:ext cx="556272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60" name=""/>
          <p:cNvSpPr/>
          <p:nvPr/>
        </p:nvSpPr>
        <p:spPr>
          <a:xfrm>
            <a:off x="1566720" y="3213000"/>
            <a:ext cx="16830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6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N 3D</a:t>
            </a:r>
            <a:endParaRPr b="1" lang="en-US" sz="1900" spc="-1" strike="noStrike">
              <a:solidFill>
                <a:srgbClr val="000000"/>
              </a:solidFill>
              <a:latin typeface="Arial"/>
            </a:endParaRPr>
          </a:p>
        </p:txBody>
      </p:sp>
      <p:sp>
        <p:nvSpPr>
          <p:cNvPr id="362" name=""/>
          <p:cNvSpPr/>
          <p:nvPr/>
        </p:nvSpPr>
        <p:spPr>
          <a:xfrm>
            <a:off x="6076800" y="1660680"/>
            <a:ext cx="2229120" cy="3314520"/>
          </a:xfrm>
          <a:custGeom>
            <a:avLst/>
            <a:gdLst/>
            <a:ahLst/>
            <a:rect l="l" t="t" r="r" b="b"/>
            <a:pathLst>
              <a:path w="1576" h="2415">
                <a:moveTo>
                  <a:pt x="0" y="224"/>
                </a:moveTo>
                <a:lnTo>
                  <a:pt x="983" y="224"/>
                </a:lnTo>
                <a:lnTo>
                  <a:pt x="983" y="0"/>
                </a:lnTo>
                <a:lnTo>
                  <a:pt x="1575" y="1191"/>
                </a:lnTo>
                <a:lnTo>
                  <a:pt x="983" y="2414"/>
                </a:lnTo>
                <a:lnTo>
                  <a:pt x="983" y="2222"/>
                </a:lnTo>
                <a:lnTo>
                  <a:pt x="0" y="2222"/>
                </a:lnTo>
              </a:path>
            </a:pathLst>
          </a:custGeom>
          <a:solidFill>
            <a:srgbClr val="00000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63" name=""/>
          <p:cNvSpPr/>
          <p:nvPr/>
        </p:nvSpPr>
        <p:spPr>
          <a:xfrm>
            <a:off x="4956120" y="1968480"/>
            <a:ext cx="1789200" cy="2743200"/>
          </a:xfrm>
          <a:custGeom>
            <a:avLst/>
            <a:gdLst/>
            <a:ahLst/>
            <a:rect l="l" t="t" r="r" b="b"/>
            <a:pathLst>
              <a:path w="1265" h="1999">
                <a:moveTo>
                  <a:pt x="0" y="264"/>
                </a:moveTo>
                <a:lnTo>
                  <a:pt x="792" y="264"/>
                </a:lnTo>
                <a:lnTo>
                  <a:pt x="792" y="0"/>
                </a:lnTo>
                <a:lnTo>
                  <a:pt x="1264" y="983"/>
                </a:lnTo>
                <a:lnTo>
                  <a:pt x="792" y="1998"/>
                </a:lnTo>
                <a:lnTo>
                  <a:pt x="792" y="1766"/>
                </a:lnTo>
                <a:lnTo>
                  <a:pt x="8" y="1766"/>
                </a:lnTo>
              </a:path>
            </a:pathLst>
          </a:custGeom>
          <a:solidFill>
            <a:srgbClr val="90909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64" name=""/>
          <p:cNvSpPr/>
          <p:nvPr/>
        </p:nvSpPr>
        <p:spPr>
          <a:xfrm>
            <a:off x="4095720" y="2330280"/>
            <a:ext cx="1382760" cy="2062440"/>
          </a:xfrm>
          <a:custGeom>
            <a:avLst/>
            <a:gdLst/>
            <a:ahLst/>
            <a:rect l="l" t="t" r="r" b="b"/>
            <a:pathLst>
              <a:path w="977" h="1503">
                <a:moveTo>
                  <a:pt x="0" y="263"/>
                </a:moveTo>
                <a:lnTo>
                  <a:pt x="608" y="263"/>
                </a:lnTo>
                <a:lnTo>
                  <a:pt x="608" y="0"/>
                </a:lnTo>
                <a:lnTo>
                  <a:pt x="976" y="751"/>
                </a:lnTo>
                <a:lnTo>
                  <a:pt x="608" y="1502"/>
                </a:lnTo>
                <a:lnTo>
                  <a:pt x="608" y="1247"/>
                </a:lnTo>
                <a:lnTo>
                  <a:pt x="0" y="1247"/>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65" name=""/>
          <p:cNvSpPr/>
          <p:nvPr/>
        </p:nvSpPr>
        <p:spPr>
          <a:xfrm>
            <a:off x="4191120" y="3243240"/>
            <a:ext cx="106668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66" name=""/>
          <p:cNvSpPr/>
          <p:nvPr/>
        </p:nvSpPr>
        <p:spPr>
          <a:xfrm>
            <a:off x="5545080" y="3225960"/>
            <a:ext cx="101124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67" name=""/>
          <p:cNvSpPr/>
          <p:nvPr/>
        </p:nvSpPr>
        <p:spPr>
          <a:xfrm>
            <a:off x="6842160" y="3225960"/>
            <a:ext cx="129708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ffffff"/>
                </a:solidFill>
                <a:latin typeface="Arial"/>
                <a:ea typeface="宋体"/>
              </a:rPr>
              <a:t>Text</a:t>
            </a:r>
            <a:endParaRPr b="0" lang="en-US" sz="1600" spc="-1" strike="noStrike">
              <a:solidFill>
                <a:srgbClr val="000000"/>
              </a:solidFill>
              <a:latin typeface="Times New Roman"/>
            </a:endParaRPr>
          </a:p>
        </p:txBody>
      </p:sp>
      <p:sp>
        <p:nvSpPr>
          <p:cNvPr id="36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6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63DB5E67-406F-4F2D-A5C0-5246A8562C3E}" type="slidenum">
              <a:t>22</a:t>
            </a:fld>
          </a:p>
        </p:txBody>
      </p:sp>
    </p:spTree>
  </p:cSld>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0" name=""/>
          <p:cNvSpPr/>
          <p:nvPr/>
        </p:nvSpPr>
        <p:spPr>
          <a:xfrm>
            <a:off x="1419120" y="1446120"/>
            <a:ext cx="6029280" cy="3272040"/>
          </a:xfrm>
          <a:custGeom>
            <a:avLst/>
            <a:gdLst/>
            <a:ahLst/>
            <a:rect l="l" t="t" r="r" b="b"/>
            <a:pathLst>
              <a:path w="4263" h="2383">
                <a:moveTo>
                  <a:pt x="0" y="991"/>
                </a:moveTo>
                <a:lnTo>
                  <a:pt x="3750" y="991"/>
                </a:lnTo>
                <a:lnTo>
                  <a:pt x="3207" y="0"/>
                </a:lnTo>
                <a:lnTo>
                  <a:pt x="3630" y="0"/>
                </a:lnTo>
                <a:lnTo>
                  <a:pt x="4262" y="1207"/>
                </a:lnTo>
                <a:lnTo>
                  <a:pt x="3630" y="2382"/>
                </a:lnTo>
                <a:lnTo>
                  <a:pt x="3254" y="2382"/>
                </a:lnTo>
                <a:lnTo>
                  <a:pt x="3774" y="1391"/>
                </a:lnTo>
                <a:lnTo>
                  <a:pt x="0" y="1391"/>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71" name=""/>
          <p:cNvSpPr/>
          <p:nvPr/>
        </p:nvSpPr>
        <p:spPr>
          <a:xfrm>
            <a:off x="1419120" y="1446120"/>
            <a:ext cx="5034240" cy="1230480"/>
          </a:xfrm>
          <a:custGeom>
            <a:avLst/>
            <a:gdLst/>
            <a:ahLst/>
            <a:rect l="l" t="t" r="r" b="b"/>
            <a:pathLst>
              <a:path w="3559" h="896">
                <a:moveTo>
                  <a:pt x="0" y="496"/>
                </a:moveTo>
                <a:lnTo>
                  <a:pt x="2943" y="496"/>
                </a:lnTo>
                <a:lnTo>
                  <a:pt x="2663" y="0"/>
                </a:lnTo>
                <a:lnTo>
                  <a:pt x="3063" y="0"/>
                </a:lnTo>
                <a:lnTo>
                  <a:pt x="3558" y="895"/>
                </a:lnTo>
                <a:lnTo>
                  <a:pt x="0" y="895"/>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72" name=""/>
          <p:cNvSpPr/>
          <p:nvPr/>
        </p:nvSpPr>
        <p:spPr>
          <a:xfrm>
            <a:off x="1419120" y="3487680"/>
            <a:ext cx="5034240" cy="1230480"/>
          </a:xfrm>
          <a:custGeom>
            <a:avLst/>
            <a:gdLst/>
            <a:ahLst/>
            <a:rect l="l" t="t" r="r" b="b"/>
            <a:pathLst>
              <a:path w="3559" h="896">
                <a:moveTo>
                  <a:pt x="0" y="399"/>
                </a:moveTo>
                <a:lnTo>
                  <a:pt x="2943" y="399"/>
                </a:lnTo>
                <a:lnTo>
                  <a:pt x="2687" y="895"/>
                </a:lnTo>
                <a:lnTo>
                  <a:pt x="3087" y="895"/>
                </a:lnTo>
                <a:lnTo>
                  <a:pt x="3558" y="0"/>
                </a:lnTo>
                <a:lnTo>
                  <a:pt x="0" y="0"/>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73" name=""/>
          <p:cNvSpPr/>
          <p:nvPr/>
        </p:nvSpPr>
        <p:spPr>
          <a:xfrm>
            <a:off x="1508040" y="2308320"/>
            <a:ext cx="425304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74" name=""/>
          <p:cNvSpPr/>
          <p:nvPr/>
        </p:nvSpPr>
        <p:spPr>
          <a:xfrm>
            <a:off x="1508040" y="2944800"/>
            <a:ext cx="530712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75" name=""/>
          <p:cNvSpPr/>
          <p:nvPr/>
        </p:nvSpPr>
        <p:spPr>
          <a:xfrm>
            <a:off x="1508040" y="3630600"/>
            <a:ext cx="425304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7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P 3D</a:t>
            </a:r>
            <a:endParaRPr b="1" lang="en-US" sz="1900" spc="-1" strike="noStrike">
              <a:solidFill>
                <a:srgbClr val="000000"/>
              </a:solidFill>
              <a:latin typeface="Arial"/>
            </a:endParaRPr>
          </a:p>
        </p:txBody>
      </p:sp>
      <p:sp>
        <p:nvSpPr>
          <p:cNvPr id="37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7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629A54D-C639-4530-A51F-6132577C686E}" type="slidenum">
              <a:t>23</a:t>
            </a:fld>
          </a:p>
        </p:txBody>
      </p:sp>
    </p:spTree>
  </p:cSld>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Q 3D</a:t>
            </a:r>
            <a:endParaRPr b="1" lang="en-US" sz="1900" spc="-1" strike="noStrike">
              <a:solidFill>
                <a:srgbClr val="000000"/>
              </a:solidFill>
              <a:latin typeface="Arial"/>
            </a:endParaRPr>
          </a:p>
        </p:txBody>
      </p:sp>
      <p:sp>
        <p:nvSpPr>
          <p:cNvPr id="380" name=""/>
          <p:cNvSpPr/>
          <p:nvPr/>
        </p:nvSpPr>
        <p:spPr>
          <a:xfrm>
            <a:off x="2048040" y="1146240"/>
            <a:ext cx="4870440" cy="4464000"/>
          </a:xfrm>
          <a:custGeom>
            <a:avLst/>
            <a:gdLst/>
            <a:ahLst/>
            <a:rect l="l" t="t" r="r" b="b"/>
            <a:pathLst>
              <a:path w="3068" h="2812">
                <a:moveTo>
                  <a:pt x="2629" y="350"/>
                </a:moveTo>
                <a:lnTo>
                  <a:pt x="0" y="350"/>
                </a:lnTo>
                <a:lnTo>
                  <a:pt x="0" y="870"/>
                </a:lnTo>
                <a:lnTo>
                  <a:pt x="1196" y="870"/>
                </a:lnTo>
                <a:lnTo>
                  <a:pt x="1196" y="615"/>
                </a:lnTo>
                <a:lnTo>
                  <a:pt x="1433" y="1410"/>
                </a:lnTo>
                <a:lnTo>
                  <a:pt x="1196" y="2204"/>
                </a:lnTo>
                <a:lnTo>
                  <a:pt x="1196" y="1940"/>
                </a:lnTo>
                <a:lnTo>
                  <a:pt x="0" y="1940"/>
                </a:lnTo>
                <a:lnTo>
                  <a:pt x="0" y="2479"/>
                </a:lnTo>
                <a:lnTo>
                  <a:pt x="2629" y="2479"/>
                </a:lnTo>
                <a:lnTo>
                  <a:pt x="2629" y="2811"/>
                </a:lnTo>
                <a:lnTo>
                  <a:pt x="3067" y="1410"/>
                </a:lnTo>
                <a:lnTo>
                  <a:pt x="2629" y="0"/>
                </a:lnTo>
                <a:lnTo>
                  <a:pt x="2629" y="350"/>
                </a:lnTo>
              </a:path>
            </a:pathLst>
          </a:custGeom>
          <a:solidFill>
            <a:srgbClr val="ffffff"/>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81" name=""/>
          <p:cNvSpPr/>
          <p:nvPr/>
        </p:nvSpPr>
        <p:spPr>
          <a:xfrm>
            <a:off x="2090880" y="3252960"/>
            <a:ext cx="221904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82" name=""/>
          <p:cNvSpPr/>
          <p:nvPr/>
        </p:nvSpPr>
        <p:spPr>
          <a:xfrm>
            <a:off x="4602240" y="3252960"/>
            <a:ext cx="22860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8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8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8A20A80-8186-4F62-BAC8-C12281BCA729}" type="slidenum">
              <a:t>24</a:t>
            </a:fld>
          </a:p>
        </p:txBody>
      </p:sp>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5" name=""/>
          <p:cNvSpPr/>
          <p:nvPr/>
        </p:nvSpPr>
        <p:spPr>
          <a:xfrm>
            <a:off x="2048040" y="1146240"/>
            <a:ext cx="4870440" cy="4464000"/>
          </a:xfrm>
          <a:custGeom>
            <a:avLst/>
            <a:gdLst/>
            <a:ahLst/>
            <a:rect l="l" t="t" r="r" b="b"/>
            <a:pathLst>
              <a:path w="3068" h="2812">
                <a:moveTo>
                  <a:pt x="2629" y="350"/>
                </a:moveTo>
                <a:lnTo>
                  <a:pt x="0" y="350"/>
                </a:lnTo>
                <a:lnTo>
                  <a:pt x="0" y="870"/>
                </a:lnTo>
                <a:lnTo>
                  <a:pt x="1196" y="870"/>
                </a:lnTo>
                <a:lnTo>
                  <a:pt x="1196" y="615"/>
                </a:lnTo>
                <a:lnTo>
                  <a:pt x="1433" y="1410"/>
                </a:lnTo>
                <a:lnTo>
                  <a:pt x="1196" y="2204"/>
                </a:lnTo>
                <a:lnTo>
                  <a:pt x="1196" y="1940"/>
                </a:lnTo>
                <a:lnTo>
                  <a:pt x="0" y="1940"/>
                </a:lnTo>
                <a:lnTo>
                  <a:pt x="0" y="2479"/>
                </a:lnTo>
                <a:lnTo>
                  <a:pt x="2629" y="2479"/>
                </a:lnTo>
                <a:lnTo>
                  <a:pt x="2629" y="2811"/>
                </a:lnTo>
                <a:lnTo>
                  <a:pt x="3067" y="1410"/>
                </a:lnTo>
                <a:lnTo>
                  <a:pt x="2629" y="0"/>
                </a:lnTo>
                <a:lnTo>
                  <a:pt x="2629" y="350"/>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386" name=""/>
          <p:cNvSpPr/>
          <p:nvPr/>
        </p:nvSpPr>
        <p:spPr>
          <a:xfrm>
            <a:off x="2090880" y="3252960"/>
            <a:ext cx="221904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87" name=""/>
          <p:cNvSpPr/>
          <p:nvPr/>
        </p:nvSpPr>
        <p:spPr>
          <a:xfrm>
            <a:off x="4602240" y="3252960"/>
            <a:ext cx="22860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38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Q 3D</a:t>
            </a:r>
            <a:endParaRPr b="1" lang="en-US" sz="1900" spc="-1" strike="noStrike">
              <a:solidFill>
                <a:srgbClr val="000000"/>
              </a:solidFill>
              <a:latin typeface="Arial"/>
            </a:endParaRPr>
          </a:p>
        </p:txBody>
      </p:sp>
      <p:sp>
        <p:nvSpPr>
          <p:cNvPr id="38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9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0BD63FDE-5A14-42D3-93E9-F3189E02EC75}" type="slidenum">
              <a:t>25</a:t>
            </a:fld>
          </a:p>
        </p:txBody>
      </p:sp>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391" name=""/>
          <p:cNvGrpSpPr/>
          <p:nvPr/>
        </p:nvGrpSpPr>
        <p:grpSpPr>
          <a:xfrm>
            <a:off x="1168560" y="2568240"/>
            <a:ext cx="6260760" cy="1295640"/>
            <a:chOff x="1168560" y="2568240"/>
            <a:chExt cx="6260760" cy="1295640"/>
          </a:xfrm>
        </p:grpSpPr>
        <p:sp>
          <p:nvSpPr>
            <p:cNvPr id="392" name=""/>
            <p:cNvSpPr/>
            <p:nvPr/>
          </p:nvSpPr>
          <p:spPr>
            <a:xfrm flipV="1">
              <a:off x="1168560" y="2796480"/>
              <a:ext cx="2477520" cy="1066680"/>
            </a:xfrm>
            <a:prstGeom prst="blockArc">
              <a:avLst>
                <a:gd name="adj1" fmla="val 10800362"/>
                <a:gd name="adj2" fmla="val 21599638"/>
                <a:gd name="adj3" fmla="val 6079"/>
              </a:avLst>
            </a:prstGeom>
            <a:solidFill>
              <a:srgbClr val="ffffff"/>
            </a:solidFill>
            <a:ln w="9360">
              <a:solidFill>
                <a:srgbClr val="000000"/>
              </a:solidFill>
              <a:miter/>
            </a:ln>
          </p:spPr>
          <p:style>
            <a:lnRef idx="0"/>
            <a:fillRef idx="0"/>
            <a:effectRef idx="0"/>
            <a:fontRef idx="minor"/>
          </p:style>
          <p:txBody>
            <a:bodyPr lIns="0" rIns="0" tIns="0" bIns="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93" name=""/>
            <p:cNvSpPr/>
            <p:nvPr/>
          </p:nvSpPr>
          <p:spPr>
            <a:xfrm flipV="1">
              <a:off x="4951800" y="2796480"/>
              <a:ext cx="2477520" cy="1066680"/>
            </a:xfrm>
            <a:prstGeom prst="blockArc">
              <a:avLst>
                <a:gd name="adj1" fmla="val 10800362"/>
                <a:gd name="adj2" fmla="val 21599638"/>
                <a:gd name="adj3" fmla="val 6079"/>
              </a:avLst>
            </a:prstGeom>
            <a:solidFill>
              <a:srgbClr val="ffffff"/>
            </a:solidFill>
            <a:ln w="9360">
              <a:solidFill>
                <a:srgbClr val="000000"/>
              </a:solidFill>
              <a:miter/>
            </a:ln>
          </p:spPr>
          <p:style>
            <a:lnRef idx="0"/>
            <a:fillRef idx="0"/>
            <a:effectRef idx="0"/>
            <a:fontRef idx="minor"/>
          </p:style>
          <p:txBody>
            <a:bodyPr lIns="0" rIns="0" tIns="0" bIns="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94" name=""/>
            <p:cNvSpPr/>
            <p:nvPr/>
          </p:nvSpPr>
          <p:spPr>
            <a:xfrm flipV="1">
              <a:off x="3076920" y="2567880"/>
              <a:ext cx="2477520" cy="1066680"/>
            </a:xfrm>
            <a:prstGeom prst="blockArc">
              <a:avLst>
                <a:gd name="adj1" fmla="val 10800362"/>
                <a:gd name="adj2" fmla="val 21599638"/>
                <a:gd name="adj3" fmla="val 6079"/>
              </a:avLst>
            </a:prstGeom>
            <a:solidFill>
              <a:srgbClr val="ffffff"/>
            </a:solidFill>
            <a:ln w="9360">
              <a:solidFill>
                <a:srgbClr val="000000"/>
              </a:solidFill>
              <a:miter/>
            </a:ln>
          </p:spPr>
          <p:style>
            <a:lnRef idx="0"/>
            <a:fillRef idx="0"/>
            <a:effectRef idx="0"/>
            <a:fontRef idx="minor"/>
          </p:style>
          <p:txBody>
            <a:bodyPr lIns="0" rIns="0" tIns="0" bIns="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95" name=""/>
            <p:cNvSpPr/>
            <p:nvPr/>
          </p:nvSpPr>
          <p:spPr>
            <a:xfrm>
              <a:off x="3076920" y="2568600"/>
              <a:ext cx="2477520" cy="1066680"/>
            </a:xfrm>
            <a:prstGeom prst="blockArc">
              <a:avLst>
                <a:gd name="adj1" fmla="val 10800000"/>
                <a:gd name="adj2" fmla="val 0"/>
                <a:gd name="adj3" fmla="val 6083"/>
              </a:avLst>
            </a:prstGeom>
            <a:solidFill>
              <a:srgbClr val="ffffff"/>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96" name=""/>
            <p:cNvSpPr/>
            <p:nvPr/>
          </p:nvSpPr>
          <p:spPr>
            <a:xfrm>
              <a:off x="1168560" y="2797200"/>
              <a:ext cx="2477520" cy="1066680"/>
            </a:xfrm>
            <a:prstGeom prst="blockArc">
              <a:avLst>
                <a:gd name="adj1" fmla="val 10800000"/>
                <a:gd name="adj2" fmla="val 0"/>
                <a:gd name="adj3" fmla="val 6083"/>
              </a:avLst>
            </a:prstGeom>
            <a:solidFill>
              <a:srgbClr val="ffffff"/>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397" name=""/>
            <p:cNvSpPr/>
            <p:nvPr/>
          </p:nvSpPr>
          <p:spPr>
            <a:xfrm>
              <a:off x="4951800" y="2797200"/>
              <a:ext cx="2477520" cy="1066680"/>
            </a:xfrm>
            <a:prstGeom prst="blockArc">
              <a:avLst>
                <a:gd name="adj1" fmla="val 10800000"/>
                <a:gd name="adj2" fmla="val 0"/>
                <a:gd name="adj3" fmla="val 6083"/>
              </a:avLst>
            </a:prstGeom>
            <a:solidFill>
              <a:srgbClr val="ffffff"/>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sp>
        <p:nvSpPr>
          <p:cNvPr id="398" name=""/>
          <p:cNvSpPr/>
          <p:nvPr/>
        </p:nvSpPr>
        <p:spPr>
          <a:xfrm>
            <a:off x="1873080" y="2786040"/>
            <a:ext cx="889200" cy="244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Plan</a:t>
            </a:r>
            <a:endParaRPr b="0" lang="en-US" sz="1600" spc="-1" strike="noStrike">
              <a:solidFill>
                <a:srgbClr val="000000"/>
              </a:solidFill>
              <a:latin typeface="Times New Roman"/>
            </a:endParaRPr>
          </a:p>
        </p:txBody>
      </p:sp>
      <p:sp>
        <p:nvSpPr>
          <p:cNvPr id="399" name=""/>
          <p:cNvSpPr/>
          <p:nvPr/>
        </p:nvSpPr>
        <p:spPr>
          <a:xfrm>
            <a:off x="3835440" y="2971800"/>
            <a:ext cx="104148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Implement</a:t>
            </a:r>
            <a:endParaRPr b="0" lang="en-US" sz="1600" spc="-1" strike="noStrike">
              <a:solidFill>
                <a:srgbClr val="000000"/>
              </a:solidFill>
              <a:latin typeface="Times New Roman"/>
            </a:endParaRPr>
          </a:p>
        </p:txBody>
      </p:sp>
      <p:sp>
        <p:nvSpPr>
          <p:cNvPr id="400" name=""/>
          <p:cNvSpPr/>
          <p:nvPr/>
        </p:nvSpPr>
        <p:spPr>
          <a:xfrm>
            <a:off x="5919840" y="2786040"/>
            <a:ext cx="888840" cy="24444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Support</a:t>
            </a:r>
            <a:endParaRPr b="0" lang="en-US" sz="1600" spc="-1" strike="noStrike">
              <a:solidFill>
                <a:srgbClr val="000000"/>
              </a:solidFill>
              <a:latin typeface="Times New Roman"/>
            </a:endParaRPr>
          </a:p>
        </p:txBody>
      </p:sp>
      <p:sp>
        <p:nvSpPr>
          <p:cNvPr id="40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LINKS 3</a:t>
            </a:r>
            <a:endParaRPr b="1" lang="en-US" sz="1900" spc="-1" strike="noStrike">
              <a:solidFill>
                <a:srgbClr val="000000"/>
              </a:solidFill>
              <a:latin typeface="Arial"/>
            </a:endParaRPr>
          </a:p>
        </p:txBody>
      </p:sp>
      <p:sp>
        <p:nvSpPr>
          <p:cNvPr id="40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0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EEE867F-7246-4CEE-9832-FA35A76A8DBB}" type="slidenum">
              <a:t>26</a:t>
            </a:fld>
          </a:p>
        </p:txBody>
      </p:sp>
    </p:spTree>
  </p:cSld>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04" name=""/>
          <p:cNvGrpSpPr/>
          <p:nvPr/>
        </p:nvGrpSpPr>
        <p:grpSpPr>
          <a:xfrm>
            <a:off x="4094640" y="4014360"/>
            <a:ext cx="5633640" cy="2707200"/>
            <a:chOff x="4094640" y="4014360"/>
            <a:chExt cx="5633640" cy="2707200"/>
          </a:xfrm>
        </p:grpSpPr>
        <p:sp>
          <p:nvSpPr>
            <p:cNvPr id="405" name=""/>
            <p:cNvSpPr/>
            <p:nvPr/>
          </p:nvSpPr>
          <p:spPr>
            <a:xfrm flipH="1" flipV="1">
              <a:off x="4094640" y="4030200"/>
              <a:ext cx="4269240" cy="269100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06" name=""/>
            <p:cNvSpPr/>
            <p:nvPr/>
          </p:nvSpPr>
          <p:spPr>
            <a:xfrm flipH="1" flipV="1">
              <a:off x="4130640" y="4049640"/>
              <a:ext cx="4892400" cy="267192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07" name=""/>
            <p:cNvSpPr/>
            <p:nvPr/>
          </p:nvSpPr>
          <p:spPr>
            <a:xfrm flipH="1" flipV="1">
              <a:off x="4095720" y="4014360"/>
              <a:ext cx="5632560" cy="270684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08" name=""/>
            <p:cNvSpPr/>
            <p:nvPr/>
          </p:nvSpPr>
          <p:spPr>
            <a:xfrm flipH="1" flipV="1">
              <a:off x="4121280" y="4033800"/>
              <a:ext cx="5389200" cy="203040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09" name=""/>
            <p:cNvSpPr/>
            <p:nvPr/>
          </p:nvSpPr>
          <p:spPr>
            <a:xfrm flipH="1" flipV="1">
              <a:off x="4140360" y="4033800"/>
              <a:ext cx="5370120" cy="162072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10" name=""/>
            <p:cNvSpPr/>
            <p:nvPr/>
          </p:nvSpPr>
          <p:spPr>
            <a:xfrm flipH="1" flipV="1">
              <a:off x="4149720" y="4014360"/>
              <a:ext cx="5351760" cy="104940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11" name=""/>
            <p:cNvSpPr/>
            <p:nvPr/>
          </p:nvSpPr>
          <p:spPr>
            <a:xfrm flipH="1" flipV="1">
              <a:off x="4131000" y="4014360"/>
              <a:ext cx="5370480" cy="63972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grpSp>
      <p:sp>
        <p:nvSpPr>
          <p:cNvPr id="412" name=""/>
          <p:cNvSpPr/>
          <p:nvPr/>
        </p:nvSpPr>
        <p:spPr>
          <a:xfrm>
            <a:off x="0" y="6234120"/>
            <a:ext cx="8961480" cy="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13" name=""/>
          <p:cNvSpPr/>
          <p:nvPr/>
        </p:nvSpPr>
        <p:spPr>
          <a:xfrm>
            <a:off x="385920" y="5829480"/>
            <a:ext cx="3789360" cy="1276200"/>
          </a:xfrm>
          <a:prstGeom prst="star5">
            <a:avLst/>
          </a:prstGeom>
          <a:blipFill rotWithShape="0">
            <a:blip r:embed="rId1"/>
            <a:srcRect/>
            <a:stretch/>
          </a:blip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14" name=""/>
          <p:cNvSpPr/>
          <p:nvPr/>
        </p:nvSpPr>
        <p:spPr>
          <a:xfrm>
            <a:off x="533520" y="870120"/>
            <a:ext cx="108000" cy="88560"/>
          </a:xfrm>
          <a:prstGeom prst="star5">
            <a:avLst/>
          </a:prstGeom>
          <a:gradFill rotWithShape="0">
            <a:gsLst>
              <a:gs pos="0">
                <a:srgbClr val="000000"/>
              </a:gs>
              <a:gs pos="100000">
                <a:srgbClr val="4d4d4d"/>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15" name=""/>
          <p:cNvSpPr/>
          <p:nvPr/>
        </p:nvSpPr>
        <p:spPr>
          <a:xfrm>
            <a:off x="1293840" y="455760"/>
            <a:ext cx="223920" cy="182520"/>
          </a:xfrm>
          <a:prstGeom prst="star5">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16" name=""/>
          <p:cNvSpPr/>
          <p:nvPr/>
        </p:nvSpPr>
        <p:spPr>
          <a:xfrm>
            <a:off x="3071880" y="907920"/>
            <a:ext cx="79200" cy="76320"/>
          </a:xfrm>
          <a:custGeom>
            <a:avLst/>
            <a:gdLst>
              <a:gd name="textAreaLeft" fmla="*/ 32760 w 79200"/>
              <a:gd name="textAreaRight" fmla="*/ 46440 w 79200"/>
              <a:gd name="textAreaTop" fmla="*/ 31320 h 76320"/>
              <a:gd name="textAreaBottom" fmla="*/ 45000 h 76320"/>
            </a:gdLst>
            <a:ahLst/>
            <a:rect l="textAreaLeft" t="textAreaTop" r="textAreaRight" b="textAreaBottom"/>
            <a:pathLst>
              <a:path w="21600" h="21600">
                <a:moveTo>
                  <a:pt x="0" y="10800"/>
                </a:moveTo>
                <a:lnTo>
                  <a:pt x="8900" y="8900"/>
                </a:lnTo>
                <a:lnTo>
                  <a:pt x="10800" y="0"/>
                </a:lnTo>
                <a:lnTo>
                  <a:pt x="12700" y="8900"/>
                </a:lnTo>
                <a:lnTo>
                  <a:pt x="21600" y="10800"/>
                </a:lnTo>
                <a:lnTo>
                  <a:pt x="12700" y="12700"/>
                </a:lnTo>
                <a:lnTo>
                  <a:pt x="10800" y="21600"/>
                </a:lnTo>
                <a:lnTo>
                  <a:pt x="8900" y="12700"/>
                </a:lnTo>
                <a:lnTo>
                  <a:pt x="0" y="10800"/>
                </a:lnTo>
                <a:close/>
              </a:path>
            </a:pathLst>
          </a:cu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17" name=""/>
          <p:cNvSpPr/>
          <p:nvPr/>
        </p:nvSpPr>
        <p:spPr>
          <a:xfrm>
            <a:off x="8397720" y="1828800"/>
            <a:ext cx="250920" cy="241200"/>
          </a:xfrm>
          <a:custGeom>
            <a:avLst/>
            <a:gdLst>
              <a:gd name="textAreaLeft" fmla="*/ 103320 w 250920"/>
              <a:gd name="textAreaRight" fmla="*/ 147600 w 250920"/>
              <a:gd name="textAreaTop" fmla="*/ 99360 h 241200"/>
              <a:gd name="textAreaBottom" fmla="*/ 141840 h 241200"/>
            </a:gdLst>
            <a:ahLst/>
            <a:rect l="textAreaLeft" t="textAreaTop" r="textAreaRight" b="textAreaBottom"/>
            <a:pathLst>
              <a:path w="21600" h="21600">
                <a:moveTo>
                  <a:pt x="0" y="10800"/>
                </a:moveTo>
                <a:lnTo>
                  <a:pt x="8900" y="8900"/>
                </a:lnTo>
                <a:lnTo>
                  <a:pt x="10800" y="0"/>
                </a:lnTo>
                <a:lnTo>
                  <a:pt x="12700" y="8900"/>
                </a:lnTo>
                <a:lnTo>
                  <a:pt x="21600" y="10800"/>
                </a:lnTo>
                <a:lnTo>
                  <a:pt x="12700" y="12700"/>
                </a:lnTo>
                <a:lnTo>
                  <a:pt x="10800" y="21600"/>
                </a:lnTo>
                <a:lnTo>
                  <a:pt x="8900" y="12700"/>
                </a:lnTo>
                <a:lnTo>
                  <a:pt x="0" y="10800"/>
                </a:lnTo>
                <a:close/>
              </a:path>
            </a:pathLst>
          </a:cu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18" name=""/>
          <p:cNvSpPr/>
          <p:nvPr/>
        </p:nvSpPr>
        <p:spPr>
          <a:xfrm>
            <a:off x="5518080" y="825480"/>
            <a:ext cx="169920" cy="181080"/>
          </a:xfrm>
          <a:custGeom>
            <a:avLst/>
            <a:gdLst>
              <a:gd name="textAreaLeft" fmla="*/ 69840 w 169920"/>
              <a:gd name="textAreaRight" fmla="*/ 100080 w 169920"/>
              <a:gd name="textAreaTop" fmla="*/ 74520 h 181080"/>
              <a:gd name="textAreaBottom" fmla="*/ 106560 h 181080"/>
            </a:gdLst>
            <a:ahLst/>
            <a:rect l="textAreaLeft" t="textAreaTop" r="textAreaRight" b="textAreaBottom"/>
            <a:pathLst>
              <a:path w="21600" h="21600">
                <a:moveTo>
                  <a:pt x="0" y="10800"/>
                </a:moveTo>
                <a:lnTo>
                  <a:pt x="8900" y="8900"/>
                </a:lnTo>
                <a:lnTo>
                  <a:pt x="10800" y="0"/>
                </a:lnTo>
                <a:lnTo>
                  <a:pt x="12700" y="8900"/>
                </a:lnTo>
                <a:lnTo>
                  <a:pt x="21600" y="10800"/>
                </a:lnTo>
                <a:lnTo>
                  <a:pt x="12700" y="12700"/>
                </a:lnTo>
                <a:lnTo>
                  <a:pt x="10800" y="21600"/>
                </a:lnTo>
                <a:lnTo>
                  <a:pt x="8900" y="12700"/>
                </a:lnTo>
                <a:lnTo>
                  <a:pt x="0" y="10800"/>
                </a:lnTo>
                <a:close/>
              </a:path>
            </a:pathLst>
          </a:cu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19" name=""/>
          <p:cNvSpPr/>
          <p:nvPr/>
        </p:nvSpPr>
        <p:spPr>
          <a:xfrm>
            <a:off x="4465800" y="546120"/>
            <a:ext cx="126720" cy="88920"/>
          </a:xfrm>
          <a:custGeom>
            <a:avLst/>
            <a:gdLst>
              <a:gd name="textAreaLeft" fmla="*/ 52200 w 126720"/>
              <a:gd name="textAreaRight" fmla="*/ 74520 w 126720"/>
              <a:gd name="textAreaTop" fmla="*/ 36720 h 88920"/>
              <a:gd name="textAreaBottom" fmla="*/ 52200 h 88920"/>
            </a:gdLst>
            <a:ahLst/>
            <a:rect l="textAreaLeft" t="textAreaTop" r="textAreaRight" b="textAreaBottom"/>
            <a:pathLst>
              <a:path w="21600" h="21600">
                <a:moveTo>
                  <a:pt x="0" y="10800"/>
                </a:moveTo>
                <a:lnTo>
                  <a:pt x="8900" y="8900"/>
                </a:lnTo>
                <a:lnTo>
                  <a:pt x="10800" y="0"/>
                </a:lnTo>
                <a:lnTo>
                  <a:pt x="12700" y="8900"/>
                </a:lnTo>
                <a:lnTo>
                  <a:pt x="21600" y="10800"/>
                </a:lnTo>
                <a:lnTo>
                  <a:pt x="12700" y="12700"/>
                </a:lnTo>
                <a:lnTo>
                  <a:pt x="10800" y="21600"/>
                </a:lnTo>
                <a:lnTo>
                  <a:pt x="8900" y="12700"/>
                </a:lnTo>
                <a:lnTo>
                  <a:pt x="0" y="10800"/>
                </a:lnTo>
                <a:close/>
              </a:path>
            </a:pathLst>
          </a:cu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0" name=""/>
          <p:cNvSpPr/>
          <p:nvPr/>
        </p:nvSpPr>
        <p:spPr>
          <a:xfrm>
            <a:off x="-82440" y="1967040"/>
            <a:ext cx="304560" cy="244440"/>
          </a:xfrm>
          <a:prstGeom prst="star5">
            <a:avLst/>
          </a:prstGeom>
          <a:gradFill rotWithShape="0">
            <a:gsLst>
              <a:gs pos="0">
                <a:srgbClr val="000000"/>
              </a:gs>
              <a:gs pos="100000">
                <a:srgbClr val="4d4d4d"/>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1" name=""/>
          <p:cNvSpPr/>
          <p:nvPr/>
        </p:nvSpPr>
        <p:spPr>
          <a:xfrm>
            <a:off x="-201600" y="0"/>
            <a:ext cx="368280" cy="355680"/>
          </a:xfrm>
          <a:custGeom>
            <a:avLst/>
            <a:gdLst>
              <a:gd name="textAreaLeft" fmla="*/ 151560 w 368280"/>
              <a:gd name="textAreaRight" fmla="*/ 216720 w 368280"/>
              <a:gd name="textAreaTop" fmla="*/ 146520 h 355680"/>
              <a:gd name="textAreaBottom" fmla="*/ 209160 h 355680"/>
            </a:gdLst>
            <a:ahLst/>
            <a:rect l="textAreaLeft" t="textAreaTop" r="textAreaRight" b="textAreaBottom"/>
            <a:pathLst>
              <a:path w="21600" h="21600">
                <a:moveTo>
                  <a:pt x="0" y="10800"/>
                </a:moveTo>
                <a:lnTo>
                  <a:pt x="8900" y="8900"/>
                </a:lnTo>
                <a:lnTo>
                  <a:pt x="10800" y="0"/>
                </a:lnTo>
                <a:lnTo>
                  <a:pt x="12700" y="8900"/>
                </a:lnTo>
                <a:lnTo>
                  <a:pt x="21600" y="10800"/>
                </a:lnTo>
                <a:lnTo>
                  <a:pt x="12700" y="12700"/>
                </a:lnTo>
                <a:lnTo>
                  <a:pt x="10800" y="21600"/>
                </a:lnTo>
                <a:lnTo>
                  <a:pt x="8900" y="12700"/>
                </a:lnTo>
                <a:lnTo>
                  <a:pt x="0" y="10800"/>
                </a:lnTo>
                <a:close/>
              </a:path>
            </a:pathLst>
          </a:cu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2" name=""/>
          <p:cNvSpPr/>
          <p:nvPr/>
        </p:nvSpPr>
        <p:spPr>
          <a:xfrm>
            <a:off x="3470400" y="1455840"/>
            <a:ext cx="108000" cy="88920"/>
          </a:xfrm>
          <a:prstGeom prst="star5">
            <a:avLst/>
          </a:prstGeom>
          <a:gradFill rotWithShape="0">
            <a:gsLst>
              <a:gs pos="0">
                <a:srgbClr val="000000"/>
              </a:gs>
              <a:gs pos="100000">
                <a:srgbClr val="4d4d4d"/>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3" name=""/>
          <p:cNvSpPr/>
          <p:nvPr/>
        </p:nvSpPr>
        <p:spPr>
          <a:xfrm>
            <a:off x="428760" y="407880"/>
            <a:ext cx="250560" cy="241560"/>
          </a:xfrm>
          <a:custGeom>
            <a:avLst/>
            <a:gdLst>
              <a:gd name="textAreaLeft" fmla="*/ 103320 w 250560"/>
              <a:gd name="textAreaRight" fmla="*/ 147240 w 250560"/>
              <a:gd name="textAreaTop" fmla="*/ 99360 h 241560"/>
              <a:gd name="textAreaBottom" fmla="*/ 142200 h 241560"/>
            </a:gdLst>
            <a:ahLst/>
            <a:rect l="textAreaLeft" t="textAreaTop" r="textAreaRight" b="textAreaBottom"/>
            <a:pathLst>
              <a:path w="21600" h="21600">
                <a:moveTo>
                  <a:pt x="0" y="10800"/>
                </a:moveTo>
                <a:lnTo>
                  <a:pt x="8900" y="8900"/>
                </a:lnTo>
                <a:lnTo>
                  <a:pt x="10800" y="0"/>
                </a:lnTo>
                <a:lnTo>
                  <a:pt x="12700" y="8900"/>
                </a:lnTo>
                <a:lnTo>
                  <a:pt x="21600" y="10800"/>
                </a:lnTo>
                <a:lnTo>
                  <a:pt x="12700" y="12700"/>
                </a:lnTo>
                <a:lnTo>
                  <a:pt x="10800" y="21600"/>
                </a:lnTo>
                <a:lnTo>
                  <a:pt x="8900" y="12700"/>
                </a:lnTo>
                <a:lnTo>
                  <a:pt x="0" y="10800"/>
                </a:lnTo>
                <a:close/>
              </a:path>
            </a:pathLst>
          </a:cu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4" name=""/>
          <p:cNvSpPr/>
          <p:nvPr/>
        </p:nvSpPr>
        <p:spPr>
          <a:xfrm>
            <a:off x="7570800" y="868320"/>
            <a:ext cx="162000" cy="155520"/>
          </a:xfrm>
          <a:custGeom>
            <a:avLst/>
            <a:gdLst>
              <a:gd name="textAreaLeft" fmla="*/ 66600 w 162000"/>
              <a:gd name="textAreaRight" fmla="*/ 95400 w 162000"/>
              <a:gd name="textAreaTop" fmla="*/ 64080 h 155520"/>
              <a:gd name="textAreaBottom" fmla="*/ 91440 h 155520"/>
            </a:gdLst>
            <a:ahLst/>
            <a:rect l="textAreaLeft" t="textAreaTop" r="textAreaRight" b="textAreaBottom"/>
            <a:pathLst>
              <a:path w="21600" h="21600">
                <a:moveTo>
                  <a:pt x="0" y="10800"/>
                </a:moveTo>
                <a:lnTo>
                  <a:pt x="8900" y="8900"/>
                </a:lnTo>
                <a:lnTo>
                  <a:pt x="10800" y="0"/>
                </a:lnTo>
                <a:lnTo>
                  <a:pt x="12700" y="8900"/>
                </a:lnTo>
                <a:lnTo>
                  <a:pt x="21600" y="10800"/>
                </a:lnTo>
                <a:lnTo>
                  <a:pt x="12700" y="12700"/>
                </a:lnTo>
                <a:lnTo>
                  <a:pt x="10800" y="21600"/>
                </a:lnTo>
                <a:lnTo>
                  <a:pt x="8900" y="12700"/>
                </a:lnTo>
                <a:lnTo>
                  <a:pt x="0" y="10800"/>
                </a:lnTo>
                <a:close/>
              </a:path>
            </a:pathLst>
          </a:cu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5" name=""/>
          <p:cNvSpPr/>
          <p:nvPr/>
        </p:nvSpPr>
        <p:spPr>
          <a:xfrm>
            <a:off x="6981840" y="360360"/>
            <a:ext cx="120600" cy="117360"/>
          </a:xfrm>
          <a:custGeom>
            <a:avLst/>
            <a:gdLst>
              <a:gd name="textAreaLeft" fmla="*/ 49680 w 120600"/>
              <a:gd name="textAreaRight" fmla="*/ 70920 w 120600"/>
              <a:gd name="textAreaTop" fmla="*/ 48240 h 117360"/>
              <a:gd name="textAreaBottom" fmla="*/ 69120 h 117360"/>
            </a:gdLst>
            <a:ahLst/>
            <a:rect l="textAreaLeft" t="textAreaTop" r="textAreaRight" b="textAreaBottom"/>
            <a:pathLst>
              <a:path w="21600" h="21600">
                <a:moveTo>
                  <a:pt x="0" y="10800"/>
                </a:moveTo>
                <a:lnTo>
                  <a:pt x="8900" y="8900"/>
                </a:lnTo>
                <a:lnTo>
                  <a:pt x="10800" y="0"/>
                </a:lnTo>
                <a:lnTo>
                  <a:pt x="12700" y="8900"/>
                </a:lnTo>
                <a:lnTo>
                  <a:pt x="21600" y="10800"/>
                </a:lnTo>
                <a:lnTo>
                  <a:pt x="12700" y="12700"/>
                </a:lnTo>
                <a:lnTo>
                  <a:pt x="10800" y="21600"/>
                </a:lnTo>
                <a:lnTo>
                  <a:pt x="8900" y="12700"/>
                </a:lnTo>
                <a:lnTo>
                  <a:pt x="0" y="10800"/>
                </a:lnTo>
                <a:close/>
              </a:path>
            </a:pathLst>
          </a:cu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6" name=""/>
          <p:cNvSpPr/>
          <p:nvPr/>
        </p:nvSpPr>
        <p:spPr>
          <a:xfrm>
            <a:off x="3267000" y="2089080"/>
            <a:ext cx="76320" cy="763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7" name=""/>
          <p:cNvSpPr/>
          <p:nvPr/>
        </p:nvSpPr>
        <p:spPr>
          <a:xfrm>
            <a:off x="3267000" y="1236600"/>
            <a:ext cx="76320" cy="763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8" name=""/>
          <p:cNvSpPr/>
          <p:nvPr/>
        </p:nvSpPr>
        <p:spPr>
          <a:xfrm>
            <a:off x="5424480" y="376200"/>
            <a:ext cx="279360" cy="27936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9" name=""/>
          <p:cNvSpPr/>
          <p:nvPr/>
        </p:nvSpPr>
        <p:spPr>
          <a:xfrm>
            <a:off x="1849320" y="731880"/>
            <a:ext cx="76320" cy="763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0" name=""/>
          <p:cNvSpPr/>
          <p:nvPr/>
        </p:nvSpPr>
        <p:spPr>
          <a:xfrm>
            <a:off x="8383680" y="1106640"/>
            <a:ext cx="75960" cy="7596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1" name=""/>
          <p:cNvSpPr/>
          <p:nvPr/>
        </p:nvSpPr>
        <p:spPr>
          <a:xfrm>
            <a:off x="3916440" y="507960"/>
            <a:ext cx="75960" cy="763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2" name=""/>
          <p:cNvSpPr/>
          <p:nvPr/>
        </p:nvSpPr>
        <p:spPr>
          <a:xfrm>
            <a:off x="6946920" y="1108080"/>
            <a:ext cx="76320" cy="763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3" name=""/>
          <p:cNvSpPr/>
          <p:nvPr/>
        </p:nvSpPr>
        <p:spPr>
          <a:xfrm>
            <a:off x="6410160" y="611280"/>
            <a:ext cx="76320" cy="7596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4" name=""/>
          <p:cNvSpPr/>
          <p:nvPr/>
        </p:nvSpPr>
        <p:spPr>
          <a:xfrm>
            <a:off x="7718400" y="1427040"/>
            <a:ext cx="114480" cy="11448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5" name=""/>
          <p:cNvSpPr/>
          <p:nvPr/>
        </p:nvSpPr>
        <p:spPr>
          <a:xfrm>
            <a:off x="4635360" y="1127160"/>
            <a:ext cx="76320" cy="763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6" name=""/>
          <p:cNvSpPr/>
          <p:nvPr/>
        </p:nvSpPr>
        <p:spPr>
          <a:xfrm>
            <a:off x="2386080" y="593640"/>
            <a:ext cx="237960" cy="2383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7" name=""/>
          <p:cNvSpPr/>
          <p:nvPr/>
        </p:nvSpPr>
        <p:spPr>
          <a:xfrm flipH="1">
            <a:off x="1251000" y="1058760"/>
            <a:ext cx="117360" cy="1177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8" name=""/>
          <p:cNvSpPr/>
          <p:nvPr/>
        </p:nvSpPr>
        <p:spPr>
          <a:xfrm>
            <a:off x="701640" y="3456000"/>
            <a:ext cx="117360" cy="11736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39" name=""/>
          <p:cNvSpPr/>
          <p:nvPr/>
        </p:nvSpPr>
        <p:spPr>
          <a:xfrm>
            <a:off x="2252520" y="3549600"/>
            <a:ext cx="76320" cy="763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40" name=""/>
          <p:cNvSpPr/>
          <p:nvPr/>
        </p:nvSpPr>
        <p:spPr>
          <a:xfrm>
            <a:off x="3387600" y="3141720"/>
            <a:ext cx="76320" cy="7632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41" name=""/>
          <p:cNvSpPr/>
          <p:nvPr/>
        </p:nvSpPr>
        <p:spPr>
          <a:xfrm>
            <a:off x="701640" y="1917720"/>
            <a:ext cx="117360" cy="11736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42" name=""/>
          <p:cNvSpPr/>
          <p:nvPr/>
        </p:nvSpPr>
        <p:spPr>
          <a:xfrm>
            <a:off x="0" y="1160640"/>
            <a:ext cx="117360" cy="11736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43" name=""/>
          <p:cNvSpPr/>
          <p:nvPr/>
        </p:nvSpPr>
        <p:spPr>
          <a:xfrm>
            <a:off x="1728720" y="1774800"/>
            <a:ext cx="108000" cy="88920"/>
          </a:xfrm>
          <a:prstGeom prst="star5">
            <a:avLst/>
          </a:prstGeom>
          <a:gradFill rotWithShape="0">
            <a:gsLst>
              <a:gs pos="0">
                <a:srgbClr val="000000"/>
              </a:gs>
              <a:gs pos="100000">
                <a:srgbClr val="4d4d4d"/>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44" name=""/>
          <p:cNvSpPr/>
          <p:nvPr/>
        </p:nvSpPr>
        <p:spPr>
          <a:xfrm>
            <a:off x="3227400" y="353880"/>
            <a:ext cx="155520" cy="155880"/>
          </a:xfrm>
          <a:prstGeom prst="ellipse">
            <a:avLst/>
          </a:prstGeom>
          <a:gradFill rotWithShape="0">
            <a:gsLst>
              <a:gs pos="0">
                <a:srgbClr val="000000"/>
              </a:gs>
              <a:gs pos="100000">
                <a:srgbClr val="000000"/>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45" name=""/>
          <p:cNvSpPr/>
          <p:nvPr/>
        </p:nvSpPr>
        <p:spPr>
          <a:xfrm>
            <a:off x="5827680" y="5784840"/>
            <a:ext cx="2778120" cy="936720"/>
          </a:xfrm>
          <a:prstGeom prst="star5">
            <a:avLst/>
          </a:prstGeom>
          <a:blipFill rotWithShape="0">
            <a:blip r:embed="rId2"/>
            <a:srcRect/>
            <a:stretch/>
          </a:blip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46" name=""/>
          <p:cNvSpPr/>
          <p:nvPr/>
        </p:nvSpPr>
        <p:spPr>
          <a:xfrm>
            <a:off x="3914640" y="5694480"/>
            <a:ext cx="1927440" cy="650880"/>
          </a:xfrm>
          <a:prstGeom prst="star5">
            <a:avLst/>
          </a:prstGeom>
          <a:blipFill rotWithShape="0">
            <a:blip r:embed="rId3"/>
            <a:srcRect/>
            <a:stretch/>
          </a:blip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47" name=""/>
          <p:cNvSpPr/>
          <p:nvPr/>
        </p:nvSpPr>
        <p:spPr>
          <a:xfrm>
            <a:off x="0" y="4444920"/>
            <a:ext cx="8961480" cy="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48" name=""/>
          <p:cNvSpPr/>
          <p:nvPr/>
        </p:nvSpPr>
        <p:spPr>
          <a:xfrm>
            <a:off x="0" y="4957920"/>
            <a:ext cx="8961480" cy="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49" name=""/>
          <p:cNvSpPr/>
          <p:nvPr/>
        </p:nvSpPr>
        <p:spPr>
          <a:xfrm>
            <a:off x="0" y="5622840"/>
            <a:ext cx="8961480" cy="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50" name=""/>
          <p:cNvSpPr/>
          <p:nvPr/>
        </p:nvSpPr>
        <p:spPr>
          <a:xfrm>
            <a:off x="0" y="4200480"/>
            <a:ext cx="8961480" cy="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51" name=""/>
          <p:cNvSpPr/>
          <p:nvPr/>
        </p:nvSpPr>
        <p:spPr>
          <a:xfrm>
            <a:off x="0" y="4664160"/>
            <a:ext cx="8961480" cy="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52" name=""/>
          <p:cNvSpPr/>
          <p:nvPr/>
        </p:nvSpPr>
        <p:spPr>
          <a:xfrm>
            <a:off x="0" y="4022640"/>
            <a:ext cx="8961480" cy="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grpSp>
        <p:nvGrpSpPr>
          <p:cNvPr id="453" name=""/>
          <p:cNvGrpSpPr/>
          <p:nvPr/>
        </p:nvGrpSpPr>
        <p:grpSpPr>
          <a:xfrm>
            <a:off x="-1528920" y="4014360"/>
            <a:ext cx="5670720" cy="2707200"/>
            <a:chOff x="-1528920" y="4014360"/>
            <a:chExt cx="5670720" cy="2707200"/>
          </a:xfrm>
        </p:grpSpPr>
        <p:sp>
          <p:nvSpPr>
            <p:cNvPr id="454" name=""/>
            <p:cNvSpPr/>
            <p:nvPr/>
          </p:nvSpPr>
          <p:spPr>
            <a:xfrm flipV="1">
              <a:off x="-155520" y="4030200"/>
              <a:ext cx="4297320" cy="269100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55" name=""/>
            <p:cNvSpPr/>
            <p:nvPr/>
          </p:nvSpPr>
          <p:spPr>
            <a:xfrm flipV="1">
              <a:off x="-819000" y="4049640"/>
              <a:ext cx="4924440" cy="267192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56" name=""/>
            <p:cNvSpPr/>
            <p:nvPr/>
          </p:nvSpPr>
          <p:spPr>
            <a:xfrm flipV="1">
              <a:off x="-1528920" y="4014360"/>
              <a:ext cx="5669280" cy="270684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57" name=""/>
            <p:cNvSpPr/>
            <p:nvPr/>
          </p:nvSpPr>
          <p:spPr>
            <a:xfrm flipV="1">
              <a:off x="-1309680" y="4033800"/>
              <a:ext cx="5424480" cy="203040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58" name=""/>
            <p:cNvSpPr/>
            <p:nvPr/>
          </p:nvSpPr>
          <p:spPr>
            <a:xfrm flipV="1">
              <a:off x="-1309680" y="4033800"/>
              <a:ext cx="5405400" cy="162072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59" name=""/>
            <p:cNvSpPr/>
            <p:nvPr/>
          </p:nvSpPr>
          <p:spPr>
            <a:xfrm flipV="1">
              <a:off x="-1300320" y="4014360"/>
              <a:ext cx="5386680" cy="104940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60" name=""/>
            <p:cNvSpPr/>
            <p:nvPr/>
          </p:nvSpPr>
          <p:spPr>
            <a:xfrm flipV="1">
              <a:off x="-1300320" y="4014360"/>
              <a:ext cx="5405760" cy="639720"/>
            </a:xfrm>
            <a:prstGeom prst="line">
              <a:avLst/>
            </a:prstGeom>
            <a:ln w="9360">
              <a:solidFill>
                <a:srgbClr val="777777"/>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grpSp>
      <p:sp>
        <p:nvSpPr>
          <p:cNvPr id="46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PERSPECTIVE 3D</a:t>
            </a:r>
            <a:endParaRPr b="1" lang="en-US" sz="1900" spc="-1" strike="noStrike">
              <a:solidFill>
                <a:srgbClr val="000000"/>
              </a:solidFill>
              <a:latin typeface="Arial"/>
            </a:endParaRPr>
          </a:p>
        </p:txBody>
      </p:sp>
      <p:sp>
        <p:nvSpPr>
          <p:cNvPr id="46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6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304BDBD-DC9B-479E-8A44-C648162A8008}" type="slidenum">
              <a:t>27</a:t>
            </a:fld>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64" name=""/>
          <p:cNvGrpSpPr/>
          <p:nvPr/>
        </p:nvGrpSpPr>
        <p:grpSpPr>
          <a:xfrm>
            <a:off x="1868400" y="1146240"/>
            <a:ext cx="5022360" cy="4614120"/>
            <a:chOff x="1868400" y="1146240"/>
            <a:chExt cx="5022360" cy="4614120"/>
          </a:xfrm>
        </p:grpSpPr>
        <p:sp>
          <p:nvSpPr>
            <p:cNvPr id="465" name=""/>
            <p:cNvSpPr/>
            <p:nvPr/>
          </p:nvSpPr>
          <p:spPr>
            <a:xfrm>
              <a:off x="3975840" y="3030480"/>
              <a:ext cx="2197800" cy="2729880"/>
            </a:xfrm>
            <a:custGeom>
              <a:avLst/>
              <a:gdLst/>
              <a:ahLst/>
              <a:rect l="l" t="t" r="r" b="b"/>
              <a:pathLst>
                <a:path w="898" h="1146">
                  <a:moveTo>
                    <a:pt x="286" y="0"/>
                  </a:moveTo>
                  <a:lnTo>
                    <a:pt x="297" y="6"/>
                  </a:lnTo>
                  <a:lnTo>
                    <a:pt x="308" y="14"/>
                  </a:lnTo>
                  <a:lnTo>
                    <a:pt x="319" y="25"/>
                  </a:lnTo>
                  <a:lnTo>
                    <a:pt x="330" y="38"/>
                  </a:lnTo>
                  <a:lnTo>
                    <a:pt x="339" y="53"/>
                  </a:lnTo>
                  <a:lnTo>
                    <a:pt x="348" y="67"/>
                  </a:lnTo>
                  <a:lnTo>
                    <a:pt x="356" y="85"/>
                  </a:lnTo>
                  <a:lnTo>
                    <a:pt x="362" y="101"/>
                  </a:lnTo>
                  <a:lnTo>
                    <a:pt x="367" y="118"/>
                  </a:lnTo>
                  <a:lnTo>
                    <a:pt x="370" y="135"/>
                  </a:lnTo>
                  <a:lnTo>
                    <a:pt x="371" y="151"/>
                  </a:lnTo>
                  <a:lnTo>
                    <a:pt x="371" y="166"/>
                  </a:lnTo>
                  <a:lnTo>
                    <a:pt x="197" y="842"/>
                  </a:lnTo>
                  <a:lnTo>
                    <a:pt x="196" y="853"/>
                  </a:lnTo>
                  <a:lnTo>
                    <a:pt x="195" y="862"/>
                  </a:lnTo>
                  <a:lnTo>
                    <a:pt x="0" y="810"/>
                  </a:lnTo>
                  <a:lnTo>
                    <a:pt x="379" y="1145"/>
                  </a:lnTo>
                  <a:lnTo>
                    <a:pt x="874" y="1044"/>
                  </a:lnTo>
                  <a:lnTo>
                    <a:pt x="674" y="990"/>
                  </a:lnTo>
                  <a:lnTo>
                    <a:pt x="679" y="982"/>
                  </a:lnTo>
                  <a:lnTo>
                    <a:pt x="682" y="972"/>
                  </a:lnTo>
                  <a:lnTo>
                    <a:pt x="895" y="180"/>
                  </a:lnTo>
                  <a:lnTo>
                    <a:pt x="897" y="168"/>
                  </a:lnTo>
                  <a:lnTo>
                    <a:pt x="897" y="156"/>
                  </a:lnTo>
                  <a:lnTo>
                    <a:pt x="894" y="143"/>
                  </a:lnTo>
                  <a:lnTo>
                    <a:pt x="889" y="132"/>
                  </a:lnTo>
                  <a:lnTo>
                    <a:pt x="881" y="122"/>
                  </a:lnTo>
                  <a:lnTo>
                    <a:pt x="873" y="114"/>
                  </a:lnTo>
                  <a:lnTo>
                    <a:pt x="862" y="107"/>
                  </a:lnTo>
                  <a:lnTo>
                    <a:pt x="851" y="103"/>
                  </a:lnTo>
                  <a:lnTo>
                    <a:pt x="800" y="86"/>
                  </a:lnTo>
                  <a:lnTo>
                    <a:pt x="750" y="72"/>
                  </a:lnTo>
                  <a:lnTo>
                    <a:pt x="698" y="60"/>
                  </a:lnTo>
                  <a:lnTo>
                    <a:pt x="646" y="50"/>
                  </a:lnTo>
                  <a:lnTo>
                    <a:pt x="594" y="43"/>
                  </a:lnTo>
                  <a:lnTo>
                    <a:pt x="286" y="0"/>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466" name=""/>
            <p:cNvSpPr/>
            <p:nvPr/>
          </p:nvSpPr>
          <p:spPr>
            <a:xfrm>
              <a:off x="4095720" y="1146240"/>
              <a:ext cx="2795040" cy="2151360"/>
            </a:xfrm>
            <a:custGeom>
              <a:avLst/>
              <a:gdLst/>
              <a:ahLst/>
              <a:rect l="l" t="t" r="r" b="b"/>
              <a:pathLst>
                <a:path w="1142" h="903">
                  <a:moveTo>
                    <a:pt x="95" y="902"/>
                  </a:moveTo>
                  <a:lnTo>
                    <a:pt x="100" y="885"/>
                  </a:lnTo>
                  <a:lnTo>
                    <a:pt x="109" y="869"/>
                  </a:lnTo>
                  <a:lnTo>
                    <a:pt x="120" y="852"/>
                  </a:lnTo>
                  <a:lnTo>
                    <a:pt x="134" y="837"/>
                  </a:lnTo>
                  <a:lnTo>
                    <a:pt x="151" y="822"/>
                  </a:lnTo>
                  <a:lnTo>
                    <a:pt x="170" y="807"/>
                  </a:lnTo>
                  <a:lnTo>
                    <a:pt x="192" y="793"/>
                  </a:lnTo>
                  <a:lnTo>
                    <a:pt x="215" y="782"/>
                  </a:lnTo>
                  <a:lnTo>
                    <a:pt x="240" y="771"/>
                  </a:lnTo>
                  <a:lnTo>
                    <a:pt x="267" y="761"/>
                  </a:lnTo>
                  <a:lnTo>
                    <a:pt x="919" y="704"/>
                  </a:lnTo>
                  <a:lnTo>
                    <a:pt x="929" y="702"/>
                  </a:lnTo>
                  <a:lnTo>
                    <a:pt x="939" y="699"/>
                  </a:lnTo>
                  <a:lnTo>
                    <a:pt x="956" y="900"/>
                  </a:lnTo>
                  <a:lnTo>
                    <a:pt x="1141" y="430"/>
                  </a:lnTo>
                  <a:lnTo>
                    <a:pt x="877" y="0"/>
                  </a:lnTo>
                  <a:lnTo>
                    <a:pt x="895" y="205"/>
                  </a:lnTo>
                  <a:lnTo>
                    <a:pt x="885" y="204"/>
                  </a:lnTo>
                  <a:lnTo>
                    <a:pt x="875" y="204"/>
                  </a:lnTo>
                  <a:lnTo>
                    <a:pt x="57" y="275"/>
                  </a:lnTo>
                  <a:lnTo>
                    <a:pt x="45" y="277"/>
                  </a:lnTo>
                  <a:lnTo>
                    <a:pt x="34" y="282"/>
                  </a:lnTo>
                  <a:lnTo>
                    <a:pt x="24" y="289"/>
                  </a:lnTo>
                  <a:lnTo>
                    <a:pt x="14" y="298"/>
                  </a:lnTo>
                  <a:lnTo>
                    <a:pt x="7" y="308"/>
                  </a:lnTo>
                  <a:lnTo>
                    <a:pt x="2" y="319"/>
                  </a:lnTo>
                  <a:lnTo>
                    <a:pt x="0" y="331"/>
                  </a:lnTo>
                  <a:lnTo>
                    <a:pt x="0" y="343"/>
                  </a:lnTo>
                  <a:lnTo>
                    <a:pt x="6" y="419"/>
                  </a:lnTo>
                  <a:lnTo>
                    <a:pt x="14" y="494"/>
                  </a:lnTo>
                  <a:lnTo>
                    <a:pt x="25" y="569"/>
                  </a:lnTo>
                  <a:lnTo>
                    <a:pt x="39" y="643"/>
                  </a:lnTo>
                  <a:lnTo>
                    <a:pt x="57" y="729"/>
                  </a:lnTo>
                  <a:lnTo>
                    <a:pt x="75" y="816"/>
                  </a:lnTo>
                  <a:lnTo>
                    <a:pt x="95" y="902"/>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467" name=""/>
            <p:cNvSpPr/>
            <p:nvPr/>
          </p:nvSpPr>
          <p:spPr>
            <a:xfrm>
              <a:off x="1868400" y="1969920"/>
              <a:ext cx="2971800" cy="2601720"/>
            </a:xfrm>
            <a:custGeom>
              <a:avLst/>
              <a:gdLst/>
              <a:ahLst/>
              <a:rect l="l" t="t" r="r" b="b"/>
              <a:pathLst>
                <a:path w="1214" h="1092">
                  <a:moveTo>
                    <a:pt x="1213" y="609"/>
                  </a:moveTo>
                  <a:lnTo>
                    <a:pt x="1196" y="626"/>
                  </a:lnTo>
                  <a:lnTo>
                    <a:pt x="1178" y="640"/>
                  </a:lnTo>
                  <a:lnTo>
                    <a:pt x="1159" y="652"/>
                  </a:lnTo>
                  <a:lnTo>
                    <a:pt x="1138" y="661"/>
                  </a:lnTo>
                  <a:lnTo>
                    <a:pt x="1116" y="667"/>
                  </a:lnTo>
                  <a:lnTo>
                    <a:pt x="1099" y="666"/>
                  </a:lnTo>
                  <a:lnTo>
                    <a:pt x="1082" y="662"/>
                  </a:lnTo>
                  <a:lnTo>
                    <a:pt x="1065" y="656"/>
                  </a:lnTo>
                  <a:lnTo>
                    <a:pt x="1047" y="647"/>
                  </a:lnTo>
                  <a:lnTo>
                    <a:pt x="1029" y="636"/>
                  </a:lnTo>
                  <a:lnTo>
                    <a:pt x="1011" y="623"/>
                  </a:lnTo>
                  <a:lnTo>
                    <a:pt x="993" y="608"/>
                  </a:lnTo>
                  <a:lnTo>
                    <a:pt x="977" y="591"/>
                  </a:lnTo>
                  <a:lnTo>
                    <a:pt x="469" y="165"/>
                  </a:lnTo>
                  <a:lnTo>
                    <a:pt x="461" y="159"/>
                  </a:lnTo>
                  <a:lnTo>
                    <a:pt x="451" y="155"/>
                  </a:lnTo>
                  <a:lnTo>
                    <a:pt x="581" y="0"/>
                  </a:lnTo>
                  <a:lnTo>
                    <a:pt x="117" y="201"/>
                  </a:lnTo>
                  <a:lnTo>
                    <a:pt x="0" y="693"/>
                  </a:lnTo>
                  <a:lnTo>
                    <a:pt x="133" y="534"/>
                  </a:lnTo>
                  <a:lnTo>
                    <a:pt x="138" y="543"/>
                  </a:lnTo>
                  <a:lnTo>
                    <a:pt x="145" y="549"/>
                  </a:lnTo>
                  <a:lnTo>
                    <a:pt x="775" y="1077"/>
                  </a:lnTo>
                  <a:lnTo>
                    <a:pt x="785" y="1084"/>
                  </a:lnTo>
                  <a:lnTo>
                    <a:pt x="797" y="1089"/>
                  </a:lnTo>
                  <a:lnTo>
                    <a:pt x="808" y="1091"/>
                  </a:lnTo>
                  <a:lnTo>
                    <a:pt x="821" y="1091"/>
                  </a:lnTo>
                  <a:lnTo>
                    <a:pt x="833" y="1089"/>
                  </a:lnTo>
                  <a:lnTo>
                    <a:pt x="844" y="1085"/>
                  </a:lnTo>
                  <a:lnTo>
                    <a:pt x="855" y="1078"/>
                  </a:lnTo>
                  <a:lnTo>
                    <a:pt x="863" y="1069"/>
                  </a:lnTo>
                  <a:lnTo>
                    <a:pt x="1089" y="803"/>
                  </a:lnTo>
                  <a:lnTo>
                    <a:pt x="1108" y="778"/>
                  </a:lnTo>
                  <a:lnTo>
                    <a:pt x="1128" y="752"/>
                  </a:lnTo>
                  <a:lnTo>
                    <a:pt x="1146" y="724"/>
                  </a:lnTo>
                  <a:lnTo>
                    <a:pt x="1164" y="696"/>
                  </a:lnTo>
                  <a:lnTo>
                    <a:pt x="1182" y="667"/>
                  </a:lnTo>
                  <a:lnTo>
                    <a:pt x="1198" y="638"/>
                  </a:lnTo>
                  <a:lnTo>
                    <a:pt x="1213" y="609"/>
                  </a:lnTo>
                </a:path>
              </a:pathLst>
            </a:custGeom>
            <a:solidFill>
              <a:srgbClr val="d0d0d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468" name=""/>
            <p:cNvSpPr/>
            <p:nvPr/>
          </p:nvSpPr>
          <p:spPr>
            <a:xfrm>
              <a:off x="4313880" y="2975400"/>
              <a:ext cx="611640" cy="595800"/>
            </a:xfrm>
            <a:prstGeom prst="ellipse">
              <a:avLst/>
            </a:prstGeom>
            <a:solidFill>
              <a:srgbClr val="d0d0d0"/>
            </a:solidFill>
            <a:ln cap="rnd" w="12600">
              <a:solidFill>
                <a:srgbClr val="000000"/>
              </a:solidFill>
              <a:miter/>
            </a:ln>
          </p:spPr>
          <p:style>
            <a:lnRef idx="0"/>
            <a:fillRef idx="0"/>
            <a:effectRef idx="0"/>
            <a:fontRef idx="minor"/>
          </p:style>
          <p:txBody>
            <a:bodyPr lIns="90000" rIns="90000" tIns="46800" bIns="4680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sp>
        <p:nvSpPr>
          <p:cNvPr id="469" name=""/>
          <p:cNvSpPr/>
          <p:nvPr/>
        </p:nvSpPr>
        <p:spPr>
          <a:xfrm rot="2296800">
            <a:off x="2696760" y="3328920"/>
            <a:ext cx="144468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70" name=""/>
          <p:cNvSpPr/>
          <p:nvPr/>
        </p:nvSpPr>
        <p:spPr>
          <a:xfrm rot="21303000">
            <a:off x="4741560" y="2271600"/>
            <a:ext cx="144792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71" name=""/>
          <p:cNvSpPr/>
          <p:nvPr/>
        </p:nvSpPr>
        <p:spPr>
          <a:xfrm rot="17224800">
            <a:off x="4626720" y="4295880"/>
            <a:ext cx="140508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7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PROPELLER 3D</a:t>
            </a:r>
            <a:endParaRPr b="1" lang="en-US" sz="1900" spc="-1" strike="noStrike">
              <a:solidFill>
                <a:srgbClr val="000000"/>
              </a:solidFill>
              <a:latin typeface="Arial"/>
            </a:endParaRPr>
          </a:p>
        </p:txBody>
      </p:sp>
      <p:sp>
        <p:nvSpPr>
          <p:cNvPr id="47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7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912DCE5-DF91-44DF-96D3-228FAE44B447}" type="slidenum">
              <a:t>28</a:t>
            </a:fld>
          </a:p>
        </p:txBody>
      </p:sp>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5" name=""/>
          <p:cNvSpPr/>
          <p:nvPr/>
        </p:nvSpPr>
        <p:spPr>
          <a:xfrm>
            <a:off x="647640" y="3243240"/>
            <a:ext cx="1763640" cy="1762200"/>
          </a:xfrm>
          <a:prstGeom prst="noSmoking">
            <a:avLst>
              <a:gd name="adj" fmla="val 12500"/>
            </a:avLst>
          </a:prstGeom>
          <a:solidFill>
            <a:srgbClr val="d0d0d0"/>
          </a:solidFill>
          <a:ln w="936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6" name=""/>
          <p:cNvSpPr/>
          <p:nvPr/>
        </p:nvSpPr>
        <p:spPr>
          <a:xfrm flipH="1">
            <a:off x="7278840" y="4233960"/>
            <a:ext cx="650880" cy="736560"/>
          </a:xfrm>
          <a:prstGeom prst="donut">
            <a:avLst>
              <a:gd name="adj" fmla="val 4722"/>
            </a:avLst>
          </a:prstGeom>
          <a:solidFill>
            <a:srgbClr val="c0c0c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7" name=""/>
          <p:cNvSpPr/>
          <p:nvPr/>
        </p:nvSpPr>
        <p:spPr>
          <a:xfrm flipH="1">
            <a:off x="7726320" y="4233960"/>
            <a:ext cx="650880" cy="736560"/>
          </a:xfrm>
          <a:prstGeom prst="donut">
            <a:avLst>
              <a:gd name="adj" fmla="val 4722"/>
            </a:avLst>
          </a:prstGeom>
          <a:solidFill>
            <a:srgbClr val="c0c0c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8" name=""/>
          <p:cNvSpPr/>
          <p:nvPr/>
        </p:nvSpPr>
        <p:spPr>
          <a:xfrm>
            <a:off x="4489560" y="3063960"/>
            <a:ext cx="1041120" cy="1085760"/>
          </a:xfrm>
          <a:prstGeom prst="donut">
            <a:avLst>
              <a:gd name="adj" fmla="val 5518"/>
            </a:avLst>
          </a:prstGeom>
          <a:solidFill>
            <a:srgbClr val="d0d0d0">
              <a:alpha val="50000"/>
            </a:srgbClr>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9" name=""/>
          <p:cNvSpPr/>
          <p:nvPr/>
        </p:nvSpPr>
        <p:spPr>
          <a:xfrm>
            <a:off x="3882960" y="3533760"/>
            <a:ext cx="1851120" cy="1930320"/>
          </a:xfrm>
          <a:prstGeom prst="donut">
            <a:avLst>
              <a:gd name="adj" fmla="val 5518"/>
            </a:avLst>
          </a:prstGeom>
          <a:solidFill>
            <a:srgbClr val="d0d0d0">
              <a:alpha val="50000"/>
            </a:srgbClr>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0" name=""/>
          <p:cNvSpPr/>
          <p:nvPr/>
        </p:nvSpPr>
        <p:spPr>
          <a:xfrm flipH="1">
            <a:off x="7059600" y="3833640"/>
            <a:ext cx="650880" cy="736920"/>
          </a:xfrm>
          <a:prstGeom prst="donut">
            <a:avLst>
              <a:gd name="adj" fmla="val 4722"/>
            </a:avLst>
          </a:prstGeom>
          <a:solidFill>
            <a:srgbClr val="c0c0c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1" name=""/>
          <p:cNvSpPr/>
          <p:nvPr/>
        </p:nvSpPr>
        <p:spPr>
          <a:xfrm flipH="1">
            <a:off x="7507440" y="3833640"/>
            <a:ext cx="650880" cy="736920"/>
          </a:xfrm>
          <a:prstGeom prst="donut">
            <a:avLst>
              <a:gd name="adj" fmla="val 4722"/>
            </a:avLst>
          </a:prstGeom>
          <a:solidFill>
            <a:srgbClr val="c0c0c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2" name=""/>
          <p:cNvSpPr/>
          <p:nvPr/>
        </p:nvSpPr>
        <p:spPr>
          <a:xfrm flipH="1">
            <a:off x="7954920" y="3833640"/>
            <a:ext cx="650880" cy="736920"/>
          </a:xfrm>
          <a:prstGeom prst="donut">
            <a:avLst>
              <a:gd name="adj" fmla="val 4722"/>
            </a:avLst>
          </a:prstGeom>
          <a:solidFill>
            <a:srgbClr val="c0c0c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RINGS 3D</a:t>
            </a:r>
            <a:endParaRPr b="1" lang="en-US" sz="1900" spc="-1" strike="noStrike">
              <a:solidFill>
                <a:srgbClr val="000000"/>
              </a:solidFill>
              <a:latin typeface="Arial"/>
            </a:endParaRPr>
          </a:p>
        </p:txBody>
      </p:sp>
      <p:sp>
        <p:nvSpPr>
          <p:cNvPr id="48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8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B2E14A5-90EA-48E7-A63F-B6EC80BCF9E6}" type="slidenum">
              <a:t>29</a:t>
            </a:fld>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6" name=""/>
          <p:cNvSpPr/>
          <p:nvPr/>
        </p:nvSpPr>
        <p:spPr>
          <a:xfrm>
            <a:off x="685800" y="2781360"/>
            <a:ext cx="7493040" cy="2690640"/>
          </a:xfrm>
          <a:custGeom>
            <a:avLst/>
            <a:gdLst/>
            <a:ahLst/>
            <a:rect l="l" t="t" r="r" b="b"/>
            <a:pathLst>
              <a:path w="4720" h="1695">
                <a:moveTo>
                  <a:pt x="0" y="624"/>
                </a:moveTo>
                <a:lnTo>
                  <a:pt x="0" y="560"/>
                </a:lnTo>
                <a:lnTo>
                  <a:pt x="1440" y="560"/>
                </a:lnTo>
                <a:lnTo>
                  <a:pt x="1440" y="624"/>
                </a:lnTo>
                <a:lnTo>
                  <a:pt x="1380" y="624"/>
                </a:lnTo>
                <a:lnTo>
                  <a:pt x="1312" y="696"/>
                </a:lnTo>
                <a:lnTo>
                  <a:pt x="1128" y="696"/>
                </a:lnTo>
                <a:lnTo>
                  <a:pt x="1016" y="752"/>
                </a:lnTo>
                <a:lnTo>
                  <a:pt x="768" y="752"/>
                </a:lnTo>
                <a:lnTo>
                  <a:pt x="760" y="800"/>
                </a:lnTo>
                <a:lnTo>
                  <a:pt x="920" y="1104"/>
                </a:lnTo>
                <a:lnTo>
                  <a:pt x="2416" y="1104"/>
                </a:lnTo>
                <a:lnTo>
                  <a:pt x="3952" y="584"/>
                </a:lnTo>
                <a:lnTo>
                  <a:pt x="3952" y="264"/>
                </a:lnTo>
                <a:lnTo>
                  <a:pt x="3912" y="184"/>
                </a:lnTo>
                <a:lnTo>
                  <a:pt x="3704" y="184"/>
                </a:lnTo>
                <a:lnTo>
                  <a:pt x="3616" y="120"/>
                </a:lnTo>
                <a:lnTo>
                  <a:pt x="3416" y="120"/>
                </a:lnTo>
                <a:lnTo>
                  <a:pt x="3336" y="64"/>
                </a:lnTo>
                <a:lnTo>
                  <a:pt x="3288" y="64"/>
                </a:lnTo>
                <a:lnTo>
                  <a:pt x="3288" y="0"/>
                </a:lnTo>
                <a:lnTo>
                  <a:pt x="4720" y="0"/>
                </a:lnTo>
                <a:lnTo>
                  <a:pt x="4720" y="80"/>
                </a:lnTo>
                <a:lnTo>
                  <a:pt x="4664" y="80"/>
                </a:lnTo>
                <a:lnTo>
                  <a:pt x="4576" y="136"/>
                </a:lnTo>
                <a:lnTo>
                  <a:pt x="4416" y="128"/>
                </a:lnTo>
                <a:lnTo>
                  <a:pt x="4280" y="184"/>
                </a:lnTo>
                <a:lnTo>
                  <a:pt x="4048" y="184"/>
                </a:lnTo>
                <a:lnTo>
                  <a:pt x="4048" y="248"/>
                </a:lnTo>
                <a:lnTo>
                  <a:pt x="4048" y="648"/>
                </a:lnTo>
                <a:lnTo>
                  <a:pt x="2552" y="1168"/>
                </a:lnTo>
                <a:lnTo>
                  <a:pt x="2552" y="1296"/>
                </a:lnTo>
                <a:lnTo>
                  <a:pt x="2800" y="1296"/>
                </a:lnTo>
                <a:lnTo>
                  <a:pt x="2880" y="1424"/>
                </a:lnTo>
                <a:lnTo>
                  <a:pt x="3088" y="1439"/>
                </a:lnTo>
                <a:lnTo>
                  <a:pt x="3136" y="1551"/>
                </a:lnTo>
                <a:lnTo>
                  <a:pt x="3216" y="1551"/>
                </a:lnTo>
                <a:lnTo>
                  <a:pt x="3216" y="1695"/>
                </a:lnTo>
                <a:lnTo>
                  <a:pt x="1760" y="1695"/>
                </a:lnTo>
                <a:lnTo>
                  <a:pt x="1760" y="1551"/>
                </a:lnTo>
                <a:lnTo>
                  <a:pt x="1832" y="1551"/>
                </a:lnTo>
                <a:lnTo>
                  <a:pt x="1912" y="1431"/>
                </a:lnTo>
                <a:lnTo>
                  <a:pt x="2112" y="1431"/>
                </a:lnTo>
                <a:lnTo>
                  <a:pt x="2216" y="1288"/>
                </a:lnTo>
                <a:lnTo>
                  <a:pt x="2416" y="1288"/>
                </a:lnTo>
                <a:lnTo>
                  <a:pt x="2416" y="1184"/>
                </a:lnTo>
                <a:lnTo>
                  <a:pt x="832" y="1184"/>
                </a:lnTo>
                <a:lnTo>
                  <a:pt x="664" y="824"/>
                </a:lnTo>
                <a:lnTo>
                  <a:pt x="664" y="752"/>
                </a:lnTo>
                <a:lnTo>
                  <a:pt x="504" y="752"/>
                </a:lnTo>
                <a:lnTo>
                  <a:pt x="432" y="752"/>
                </a:lnTo>
                <a:lnTo>
                  <a:pt x="336" y="688"/>
                </a:lnTo>
                <a:lnTo>
                  <a:pt x="160" y="688"/>
                </a:lnTo>
                <a:lnTo>
                  <a:pt x="78" y="654"/>
                </a:lnTo>
                <a:lnTo>
                  <a:pt x="0" y="624"/>
                </a:lnTo>
                <a:close/>
              </a:path>
            </a:pathLst>
          </a:custGeom>
          <a:blipFill rotWithShape="0">
            <a:blip r:embed="rId1"/>
            <a:srcRect/>
            <a:stretch/>
          </a:blipFill>
          <a:ln w="936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487" name=""/>
          <p:cNvSpPr/>
          <p:nvPr/>
        </p:nvSpPr>
        <p:spPr>
          <a:xfrm>
            <a:off x="762120" y="3200400"/>
            <a:ext cx="2057400" cy="244440"/>
          </a:xfrm>
          <a:prstGeom prst="rect">
            <a:avLst/>
          </a:prstGeom>
          <a:noFill/>
          <a:ln w="0">
            <a:noFill/>
          </a:ln>
        </p:spPr>
        <p:style>
          <a:lnRef idx="0"/>
          <a:fillRef idx="0"/>
          <a:effectRef idx="0"/>
          <a:fontRef idx="minor"/>
        </p:style>
        <p:txBody>
          <a:bodyPr lIns="0" rIns="0" tIns="0" bIns="0" anchor="b"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8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SCALE</a:t>
            </a:r>
            <a:endParaRPr b="1" lang="en-US" sz="1900" spc="-1" strike="noStrike">
              <a:solidFill>
                <a:srgbClr val="000000"/>
              </a:solidFill>
              <a:latin typeface="Arial"/>
            </a:endParaRPr>
          </a:p>
        </p:txBody>
      </p:sp>
      <p:sp>
        <p:nvSpPr>
          <p:cNvPr id="489" name=""/>
          <p:cNvSpPr/>
          <p:nvPr/>
        </p:nvSpPr>
        <p:spPr>
          <a:xfrm>
            <a:off x="6064200" y="2362320"/>
            <a:ext cx="2057400" cy="244440"/>
          </a:xfrm>
          <a:prstGeom prst="rect">
            <a:avLst/>
          </a:prstGeom>
          <a:noFill/>
          <a:ln w="0">
            <a:noFill/>
          </a:ln>
        </p:spPr>
        <p:style>
          <a:lnRef idx="0"/>
          <a:fillRef idx="0"/>
          <a:effectRef idx="0"/>
          <a:fontRef idx="minor"/>
        </p:style>
        <p:txBody>
          <a:bodyPr lIns="0" rIns="0" tIns="0" bIns="0" anchor="b" anchorCtr="1">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9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9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571B6AA-061E-4961-BC26-2E095509004D}" type="slidenum">
              <a:t>30</a:t>
            </a:fld>
          </a:p>
        </p:txBody>
      </p:sp>
    </p:spTree>
  </p:cSld>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2" name=""/>
          <p:cNvSpPr/>
          <p:nvPr/>
        </p:nvSpPr>
        <p:spPr>
          <a:xfrm>
            <a:off x="3757680" y="1973160"/>
            <a:ext cx="1224000" cy="2509920"/>
          </a:xfrm>
          <a:custGeom>
            <a:avLst/>
            <a:gdLst/>
            <a:ahLst/>
            <a:rect l="l" t="t" r="r" b="b"/>
            <a:pathLst>
              <a:path w="865" h="1828">
                <a:moveTo>
                  <a:pt x="432" y="0"/>
                </a:moveTo>
                <a:lnTo>
                  <a:pt x="561" y="828"/>
                </a:lnTo>
                <a:lnTo>
                  <a:pt x="561" y="1539"/>
                </a:lnTo>
                <a:lnTo>
                  <a:pt x="648" y="1539"/>
                </a:lnTo>
                <a:lnTo>
                  <a:pt x="864" y="1658"/>
                </a:lnTo>
                <a:lnTo>
                  <a:pt x="864" y="1827"/>
                </a:lnTo>
                <a:lnTo>
                  <a:pt x="0" y="1827"/>
                </a:lnTo>
                <a:lnTo>
                  <a:pt x="0" y="1674"/>
                </a:lnTo>
                <a:lnTo>
                  <a:pt x="172" y="1556"/>
                </a:lnTo>
                <a:lnTo>
                  <a:pt x="273" y="1556"/>
                </a:lnTo>
                <a:lnTo>
                  <a:pt x="273" y="828"/>
                </a:lnTo>
                <a:lnTo>
                  <a:pt x="432" y="0"/>
                </a:lnTo>
              </a:path>
            </a:pathLst>
          </a:custGeom>
          <a:blipFill rotWithShape="0">
            <a:blip r:embed="rId1"/>
            <a:srcRect/>
            <a:stretch/>
          </a:blip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3" name=""/>
          <p:cNvSpPr/>
          <p:nvPr/>
        </p:nvSpPr>
        <p:spPr>
          <a:xfrm>
            <a:off x="2975040" y="1581120"/>
            <a:ext cx="2887560" cy="1082880"/>
          </a:xfrm>
          <a:custGeom>
            <a:avLst/>
            <a:gdLst/>
            <a:ahLst/>
            <a:rect l="l" t="t" r="r" b="b"/>
            <a:pathLst>
              <a:path w="2042" h="789">
                <a:moveTo>
                  <a:pt x="0" y="788"/>
                </a:moveTo>
                <a:lnTo>
                  <a:pt x="2041" y="78"/>
                </a:lnTo>
                <a:lnTo>
                  <a:pt x="1996" y="0"/>
                </a:lnTo>
                <a:lnTo>
                  <a:pt x="985" y="178"/>
                </a:lnTo>
                <a:lnTo>
                  <a:pt x="834" y="230"/>
                </a:lnTo>
                <a:lnTo>
                  <a:pt x="8" y="682"/>
                </a:lnTo>
                <a:lnTo>
                  <a:pt x="0" y="78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4" name=""/>
          <p:cNvSpPr/>
          <p:nvPr/>
        </p:nvSpPr>
        <p:spPr>
          <a:xfrm>
            <a:off x="4294080" y="1938240"/>
            <a:ext cx="150840" cy="14616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95" name=""/>
          <p:cNvSpPr/>
          <p:nvPr/>
        </p:nvSpPr>
        <p:spPr>
          <a:xfrm>
            <a:off x="5765760" y="1717560"/>
            <a:ext cx="519120" cy="124632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96" name=""/>
          <p:cNvSpPr/>
          <p:nvPr/>
        </p:nvSpPr>
        <p:spPr>
          <a:xfrm>
            <a:off x="5754600" y="1717560"/>
            <a:ext cx="0" cy="123840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97" name=""/>
          <p:cNvSpPr/>
          <p:nvPr/>
        </p:nvSpPr>
        <p:spPr>
          <a:xfrm flipH="1">
            <a:off x="5207040" y="1720800"/>
            <a:ext cx="541440" cy="120672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98" name=""/>
          <p:cNvSpPr/>
          <p:nvPr/>
        </p:nvSpPr>
        <p:spPr>
          <a:xfrm>
            <a:off x="5141880" y="2935440"/>
            <a:ext cx="1174680" cy="377640"/>
          </a:xfrm>
          <a:custGeom>
            <a:avLst/>
            <a:gdLst/>
            <a:ahLst/>
            <a:rect l="l" t="t" r="r" b="b"/>
            <a:pathLst>
              <a:path w="830" h="276">
                <a:moveTo>
                  <a:pt x="4" y="0"/>
                </a:moveTo>
                <a:lnTo>
                  <a:pt x="0" y="28"/>
                </a:lnTo>
                <a:lnTo>
                  <a:pt x="4" y="65"/>
                </a:lnTo>
                <a:lnTo>
                  <a:pt x="16" y="102"/>
                </a:lnTo>
                <a:lnTo>
                  <a:pt x="38" y="139"/>
                </a:lnTo>
                <a:lnTo>
                  <a:pt x="74" y="172"/>
                </a:lnTo>
                <a:lnTo>
                  <a:pt x="117" y="202"/>
                </a:lnTo>
                <a:lnTo>
                  <a:pt x="161" y="223"/>
                </a:lnTo>
                <a:lnTo>
                  <a:pt x="197" y="237"/>
                </a:lnTo>
                <a:lnTo>
                  <a:pt x="239" y="251"/>
                </a:lnTo>
                <a:lnTo>
                  <a:pt x="278" y="260"/>
                </a:lnTo>
                <a:lnTo>
                  <a:pt x="317" y="266"/>
                </a:lnTo>
                <a:lnTo>
                  <a:pt x="354" y="270"/>
                </a:lnTo>
                <a:lnTo>
                  <a:pt x="402" y="275"/>
                </a:lnTo>
                <a:lnTo>
                  <a:pt x="447" y="273"/>
                </a:lnTo>
                <a:lnTo>
                  <a:pt x="490" y="270"/>
                </a:lnTo>
                <a:lnTo>
                  <a:pt x="541" y="265"/>
                </a:lnTo>
                <a:lnTo>
                  <a:pt x="579" y="255"/>
                </a:lnTo>
                <a:lnTo>
                  <a:pt x="620" y="244"/>
                </a:lnTo>
                <a:lnTo>
                  <a:pt x="659" y="230"/>
                </a:lnTo>
                <a:lnTo>
                  <a:pt x="686" y="219"/>
                </a:lnTo>
                <a:lnTo>
                  <a:pt x="715" y="201"/>
                </a:lnTo>
                <a:lnTo>
                  <a:pt x="737" y="186"/>
                </a:lnTo>
                <a:lnTo>
                  <a:pt x="762" y="166"/>
                </a:lnTo>
                <a:lnTo>
                  <a:pt x="785" y="147"/>
                </a:lnTo>
                <a:lnTo>
                  <a:pt x="800" y="125"/>
                </a:lnTo>
                <a:lnTo>
                  <a:pt x="814" y="100"/>
                </a:lnTo>
                <a:lnTo>
                  <a:pt x="824" y="73"/>
                </a:lnTo>
                <a:lnTo>
                  <a:pt x="829" y="40"/>
                </a:lnTo>
                <a:lnTo>
                  <a:pt x="827" y="1"/>
                </a:lnTo>
                <a:lnTo>
                  <a:pt x="4"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9" name=""/>
          <p:cNvSpPr/>
          <p:nvPr/>
        </p:nvSpPr>
        <p:spPr>
          <a:xfrm>
            <a:off x="3110040" y="2611440"/>
            <a:ext cx="519120" cy="124452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0" name=""/>
          <p:cNvSpPr/>
          <p:nvPr/>
        </p:nvSpPr>
        <p:spPr>
          <a:xfrm>
            <a:off x="3102120" y="2611440"/>
            <a:ext cx="0" cy="123840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1" name=""/>
          <p:cNvSpPr/>
          <p:nvPr/>
        </p:nvSpPr>
        <p:spPr>
          <a:xfrm flipH="1">
            <a:off x="2544840" y="2612880"/>
            <a:ext cx="549360" cy="121464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2" name=""/>
          <p:cNvSpPr/>
          <p:nvPr/>
        </p:nvSpPr>
        <p:spPr>
          <a:xfrm>
            <a:off x="2487600" y="3827520"/>
            <a:ext cx="1174680" cy="377640"/>
          </a:xfrm>
          <a:custGeom>
            <a:avLst/>
            <a:gdLst/>
            <a:ahLst/>
            <a:rect l="l" t="t" r="r" b="b"/>
            <a:pathLst>
              <a:path w="830" h="276">
                <a:moveTo>
                  <a:pt x="4" y="0"/>
                </a:moveTo>
                <a:lnTo>
                  <a:pt x="0" y="28"/>
                </a:lnTo>
                <a:lnTo>
                  <a:pt x="4" y="65"/>
                </a:lnTo>
                <a:lnTo>
                  <a:pt x="16" y="102"/>
                </a:lnTo>
                <a:lnTo>
                  <a:pt x="38" y="139"/>
                </a:lnTo>
                <a:lnTo>
                  <a:pt x="74" y="172"/>
                </a:lnTo>
                <a:lnTo>
                  <a:pt x="117" y="202"/>
                </a:lnTo>
                <a:lnTo>
                  <a:pt x="161" y="223"/>
                </a:lnTo>
                <a:lnTo>
                  <a:pt x="197" y="237"/>
                </a:lnTo>
                <a:lnTo>
                  <a:pt x="239" y="251"/>
                </a:lnTo>
                <a:lnTo>
                  <a:pt x="278" y="260"/>
                </a:lnTo>
                <a:lnTo>
                  <a:pt x="317" y="266"/>
                </a:lnTo>
                <a:lnTo>
                  <a:pt x="354" y="270"/>
                </a:lnTo>
                <a:lnTo>
                  <a:pt x="402" y="275"/>
                </a:lnTo>
                <a:lnTo>
                  <a:pt x="447" y="273"/>
                </a:lnTo>
                <a:lnTo>
                  <a:pt x="490" y="270"/>
                </a:lnTo>
                <a:lnTo>
                  <a:pt x="541" y="265"/>
                </a:lnTo>
                <a:lnTo>
                  <a:pt x="579" y="255"/>
                </a:lnTo>
                <a:lnTo>
                  <a:pt x="620" y="244"/>
                </a:lnTo>
                <a:lnTo>
                  <a:pt x="659" y="230"/>
                </a:lnTo>
                <a:lnTo>
                  <a:pt x="686" y="219"/>
                </a:lnTo>
                <a:lnTo>
                  <a:pt x="715" y="201"/>
                </a:lnTo>
                <a:lnTo>
                  <a:pt x="737" y="186"/>
                </a:lnTo>
                <a:lnTo>
                  <a:pt x="762" y="166"/>
                </a:lnTo>
                <a:lnTo>
                  <a:pt x="785" y="147"/>
                </a:lnTo>
                <a:lnTo>
                  <a:pt x="800" y="125"/>
                </a:lnTo>
                <a:lnTo>
                  <a:pt x="814" y="100"/>
                </a:lnTo>
                <a:lnTo>
                  <a:pt x="824" y="73"/>
                </a:lnTo>
                <a:lnTo>
                  <a:pt x="829" y="40"/>
                </a:lnTo>
                <a:lnTo>
                  <a:pt x="827" y="1"/>
                </a:lnTo>
                <a:lnTo>
                  <a:pt x="4"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03" name=""/>
          <p:cNvSpPr/>
          <p:nvPr/>
        </p:nvSpPr>
        <p:spPr>
          <a:xfrm>
            <a:off x="2630520" y="4287960"/>
            <a:ext cx="936720" cy="2444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04" name=""/>
          <p:cNvSpPr/>
          <p:nvPr/>
        </p:nvSpPr>
        <p:spPr>
          <a:xfrm>
            <a:off x="5294160" y="3390840"/>
            <a:ext cx="938520" cy="2444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0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SCALES</a:t>
            </a:r>
            <a:endParaRPr b="1" lang="en-US" sz="1900" spc="-1" strike="noStrike">
              <a:solidFill>
                <a:srgbClr val="000000"/>
              </a:solidFill>
              <a:latin typeface="Arial"/>
            </a:endParaRPr>
          </a:p>
        </p:txBody>
      </p:sp>
      <p:sp>
        <p:nvSpPr>
          <p:cNvPr id="50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0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F145DE7-EA83-40C6-835A-4970646BC231}" type="slidenum">
              <a:t>31</a:t>
            </a:fld>
          </a:p>
        </p:txBody>
      </p:sp>
    </p:spTree>
  </p:cSld>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8" name=""/>
          <p:cNvSpPr/>
          <p:nvPr/>
        </p:nvSpPr>
        <p:spPr>
          <a:xfrm>
            <a:off x="2300400" y="1144440"/>
            <a:ext cx="4367160" cy="4230720"/>
          </a:xfrm>
          <a:prstGeom prst="ellipse">
            <a:avLst/>
          </a:prstGeom>
          <a:no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09" name=""/>
          <p:cNvSpPr/>
          <p:nvPr/>
        </p:nvSpPr>
        <p:spPr>
          <a:xfrm>
            <a:off x="2722680" y="1873080"/>
            <a:ext cx="3546360" cy="3521160"/>
          </a:xfrm>
          <a:prstGeom prst="ellipse">
            <a:avLst/>
          </a:prstGeom>
          <a:no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10" name=""/>
          <p:cNvSpPr/>
          <p:nvPr/>
        </p:nvSpPr>
        <p:spPr>
          <a:xfrm>
            <a:off x="2981160" y="2470320"/>
            <a:ext cx="3005280" cy="2930400"/>
          </a:xfrm>
          <a:prstGeom prst="ellipse">
            <a:avLst/>
          </a:prstGeom>
          <a:no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11" name=""/>
          <p:cNvSpPr/>
          <p:nvPr/>
        </p:nvSpPr>
        <p:spPr>
          <a:xfrm>
            <a:off x="3309840" y="3081240"/>
            <a:ext cx="2371680" cy="2313000"/>
          </a:xfrm>
          <a:prstGeom prst="ellipse">
            <a:avLst/>
          </a:prstGeom>
          <a:no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12" name=""/>
          <p:cNvSpPr/>
          <p:nvPr/>
        </p:nvSpPr>
        <p:spPr>
          <a:xfrm>
            <a:off x="3635280" y="3711600"/>
            <a:ext cx="1720800" cy="1695600"/>
          </a:xfrm>
          <a:prstGeom prst="ellipse">
            <a:avLst/>
          </a:prstGeom>
          <a:no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13" name=""/>
          <p:cNvSpPr/>
          <p:nvPr/>
        </p:nvSpPr>
        <p:spPr>
          <a:xfrm>
            <a:off x="3894120" y="4280040"/>
            <a:ext cx="1179360" cy="1145880"/>
          </a:xfrm>
          <a:prstGeom prst="ellipse">
            <a:avLst/>
          </a:prstGeom>
          <a:noFill/>
          <a:ln w="12600">
            <a:solidFill>
              <a:srgbClr val="ffffff"/>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14" name=""/>
          <p:cNvSpPr/>
          <p:nvPr/>
        </p:nvSpPr>
        <p:spPr>
          <a:xfrm>
            <a:off x="3835440" y="1324080"/>
            <a:ext cx="131292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15" name=""/>
          <p:cNvSpPr/>
          <p:nvPr/>
        </p:nvSpPr>
        <p:spPr>
          <a:xfrm>
            <a:off x="3941640" y="2048040"/>
            <a:ext cx="1103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16" name=""/>
          <p:cNvSpPr/>
          <p:nvPr/>
        </p:nvSpPr>
        <p:spPr>
          <a:xfrm>
            <a:off x="3998880" y="2641680"/>
            <a:ext cx="98424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17" name=""/>
          <p:cNvSpPr/>
          <p:nvPr/>
        </p:nvSpPr>
        <p:spPr>
          <a:xfrm>
            <a:off x="3998880" y="3236760"/>
            <a:ext cx="984240" cy="24480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18" name=""/>
          <p:cNvSpPr/>
          <p:nvPr/>
        </p:nvSpPr>
        <p:spPr>
          <a:xfrm>
            <a:off x="4164120" y="3855960"/>
            <a:ext cx="66024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19" name=""/>
          <p:cNvSpPr/>
          <p:nvPr/>
        </p:nvSpPr>
        <p:spPr>
          <a:xfrm>
            <a:off x="4164120" y="4678200"/>
            <a:ext cx="660240" cy="24480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2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SIZES IN</a:t>
            </a:r>
            <a:endParaRPr b="1" lang="en-US" sz="1900" spc="-1" strike="noStrike">
              <a:solidFill>
                <a:srgbClr val="000000"/>
              </a:solidFill>
              <a:latin typeface="Arial"/>
            </a:endParaRPr>
          </a:p>
        </p:txBody>
      </p:sp>
      <p:sp>
        <p:nvSpPr>
          <p:cNvPr id="52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2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A1E6519-2C70-47B8-9B7A-A73186049FC2}" type="slidenum">
              <a:t>32</a:t>
            </a:fld>
          </a:p>
        </p:txBody>
      </p:sp>
    </p:spTree>
  </p:cSld>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3" name=""/>
          <p:cNvSpPr/>
          <p:nvPr/>
        </p:nvSpPr>
        <p:spPr>
          <a:xfrm rot="5400000">
            <a:off x="222840" y="3616920"/>
            <a:ext cx="2195640" cy="1866960"/>
          </a:xfrm>
          <a:prstGeom prst="ellipse">
            <a:avLst/>
          </a:prstGeom>
          <a:solidFill>
            <a:srgbClr val="969696">
              <a:alpha val="50000"/>
            </a:srgbClr>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24" name=""/>
          <p:cNvSpPr/>
          <p:nvPr/>
        </p:nvSpPr>
        <p:spPr>
          <a:xfrm rot="5400000">
            <a:off x="347040" y="4011480"/>
            <a:ext cx="1400040" cy="1117800"/>
          </a:xfrm>
          <a:prstGeom prst="ellipse">
            <a:avLst/>
          </a:prstGeom>
          <a:solidFill>
            <a:srgbClr val="4d4d4d"/>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25" name=""/>
          <p:cNvSpPr/>
          <p:nvPr/>
        </p:nvSpPr>
        <p:spPr>
          <a:xfrm>
            <a:off x="650880" y="871560"/>
            <a:ext cx="2370240" cy="2127240"/>
          </a:xfrm>
          <a:prstGeom prst="flowChartMagneticDrum">
            <a:avLst/>
          </a:prstGeom>
          <a:gradFill rotWithShape="0">
            <a:gsLst>
              <a:gs pos="0">
                <a:srgbClr val="ffffff"/>
              </a:gs>
              <a:gs pos="100000">
                <a:srgbClr val="757575"/>
              </a:gs>
            </a:gsLst>
            <a:lin ang="10800000"/>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26" name=""/>
          <p:cNvSpPr/>
          <p:nvPr/>
        </p:nvSpPr>
        <p:spPr>
          <a:xfrm>
            <a:off x="2459160" y="1093680"/>
            <a:ext cx="1828800" cy="1641600"/>
          </a:xfrm>
          <a:prstGeom prst="flowChartMagneticDrum">
            <a:avLst/>
          </a:prstGeom>
          <a:gradFill rotWithShape="0">
            <a:gsLst>
              <a:gs pos="0">
                <a:srgbClr val="ffffff"/>
              </a:gs>
              <a:gs pos="100000">
                <a:srgbClr val="757575"/>
              </a:gs>
            </a:gsLst>
            <a:lin ang="10800000"/>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27" name=""/>
          <p:cNvSpPr/>
          <p:nvPr/>
        </p:nvSpPr>
        <p:spPr>
          <a:xfrm>
            <a:off x="3938760" y="1330200"/>
            <a:ext cx="1301400" cy="1168560"/>
          </a:xfrm>
          <a:prstGeom prst="flowChartMagneticDrum">
            <a:avLst/>
          </a:prstGeom>
          <a:gradFill rotWithShape="0">
            <a:gsLst>
              <a:gs pos="0">
                <a:srgbClr val="ffffff"/>
              </a:gs>
              <a:gs pos="100000">
                <a:srgbClr val="757575"/>
              </a:gs>
            </a:gsLst>
            <a:lin ang="10800000"/>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28" name=""/>
          <p:cNvSpPr/>
          <p:nvPr/>
        </p:nvSpPr>
        <p:spPr>
          <a:xfrm>
            <a:off x="5032440" y="1549440"/>
            <a:ext cx="857160" cy="768240"/>
          </a:xfrm>
          <a:prstGeom prst="flowChartMagneticDrum">
            <a:avLst/>
          </a:prstGeom>
          <a:gradFill rotWithShape="0">
            <a:gsLst>
              <a:gs pos="0">
                <a:srgbClr val="ffffff"/>
              </a:gs>
              <a:gs pos="100000">
                <a:srgbClr val="757575"/>
              </a:gs>
            </a:gsLst>
            <a:lin ang="10800000"/>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29" name=""/>
          <p:cNvSpPr/>
          <p:nvPr/>
        </p:nvSpPr>
        <p:spPr>
          <a:xfrm>
            <a:off x="5759280" y="1639800"/>
            <a:ext cx="654120" cy="587520"/>
          </a:xfrm>
          <a:prstGeom prst="flowChartMagneticDrum">
            <a:avLst/>
          </a:prstGeom>
          <a:gradFill rotWithShape="0">
            <a:gsLst>
              <a:gs pos="0">
                <a:srgbClr val="ffffff"/>
              </a:gs>
              <a:gs pos="100000">
                <a:srgbClr val="757575"/>
              </a:gs>
            </a:gsLst>
            <a:lin ang="10800000"/>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30" name=""/>
          <p:cNvSpPr/>
          <p:nvPr/>
        </p:nvSpPr>
        <p:spPr>
          <a:xfrm rot="5400000">
            <a:off x="433440" y="4325040"/>
            <a:ext cx="709560" cy="568440"/>
          </a:xfrm>
          <a:prstGeom prst="ellipse">
            <a:avLst/>
          </a:prstGeom>
          <a:solidFill>
            <a:srgbClr val="000000"/>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31" name=""/>
          <p:cNvSpPr/>
          <p:nvPr/>
        </p:nvSpPr>
        <p:spPr>
          <a:xfrm rot="5400000">
            <a:off x="6646320" y="840240"/>
            <a:ext cx="2195280" cy="1866960"/>
          </a:xfrm>
          <a:prstGeom prst="ellipse">
            <a:avLst/>
          </a:prstGeom>
          <a:solidFill>
            <a:srgbClr val="ffffff">
              <a:alpha val="50000"/>
            </a:srgbClr>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32" name=""/>
          <p:cNvSpPr/>
          <p:nvPr/>
        </p:nvSpPr>
        <p:spPr>
          <a:xfrm rot="5400000">
            <a:off x="6789600" y="1214280"/>
            <a:ext cx="1400040" cy="1117440"/>
          </a:xfrm>
          <a:prstGeom prst="ellipse">
            <a:avLst/>
          </a:prstGeom>
          <a:solidFill>
            <a:srgbClr val="ffffff"/>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33" name=""/>
          <p:cNvSpPr/>
          <p:nvPr/>
        </p:nvSpPr>
        <p:spPr>
          <a:xfrm rot="5400000">
            <a:off x="6856560" y="1548360"/>
            <a:ext cx="709920" cy="568440"/>
          </a:xfrm>
          <a:prstGeom prst="ellipse">
            <a:avLst/>
          </a:prstGeom>
          <a:solidFill>
            <a:srgbClr val="d0d0d0"/>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34" name=""/>
          <p:cNvSpPr/>
          <p:nvPr/>
        </p:nvSpPr>
        <p:spPr>
          <a:xfrm rot="5400000">
            <a:off x="4986000" y="3423960"/>
            <a:ext cx="1590840" cy="1866960"/>
          </a:xfrm>
          <a:prstGeom prst="ellipse">
            <a:avLst/>
          </a:prstGeom>
          <a:gradFill rotWithShape="0">
            <a:gsLst>
              <a:gs pos="0">
                <a:srgbClr val="969696"/>
              </a:gs>
              <a:gs pos="100000">
                <a:srgbClr val="454545"/>
              </a:gs>
            </a:gsLst>
            <a:path path="rect">
              <a:fillToRect l="50000" t="50000" r="50000" b="50000"/>
            </a:path>
          </a:gra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35" name=""/>
          <p:cNvSpPr/>
          <p:nvPr/>
        </p:nvSpPr>
        <p:spPr>
          <a:xfrm rot="5400000">
            <a:off x="3976560" y="4081320"/>
            <a:ext cx="1400040" cy="1117440"/>
          </a:xfrm>
          <a:prstGeom prst="ellipse">
            <a:avLst/>
          </a:prstGeom>
          <a:solidFill>
            <a:srgbClr val="c0c0c0">
              <a:alpha val="50000"/>
            </a:srgbClr>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36" name=""/>
          <p:cNvSpPr/>
          <p:nvPr/>
        </p:nvSpPr>
        <p:spPr>
          <a:xfrm rot="5400000">
            <a:off x="3231720" y="4559040"/>
            <a:ext cx="514080" cy="568440"/>
          </a:xfrm>
          <a:prstGeom prst="ellipse">
            <a:avLst/>
          </a:prstGeom>
          <a:solidFill>
            <a:srgbClr val="dddddd"/>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3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SPIRAL1 3D</a:t>
            </a:r>
            <a:endParaRPr b="1" lang="en-US" sz="1900" spc="-1" strike="noStrike">
              <a:solidFill>
                <a:srgbClr val="000000"/>
              </a:solidFill>
              <a:latin typeface="Arial"/>
            </a:endParaRPr>
          </a:p>
        </p:txBody>
      </p:sp>
      <p:sp>
        <p:nvSpPr>
          <p:cNvPr id="53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3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F0A414BB-B322-4511-B7F0-98257C136D8B}" type="slidenum">
              <a:t>33</a:t>
            </a:fld>
          </a:p>
        </p:txBody>
      </p:sp>
    </p:spTree>
  </p:cSld>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0" name=""/>
          <p:cNvSpPr/>
          <p:nvPr/>
        </p:nvSpPr>
        <p:spPr>
          <a:xfrm>
            <a:off x="2589120" y="0"/>
            <a:ext cx="2955960" cy="3152880"/>
          </a:xfrm>
          <a:prstGeom prst="donut">
            <a:avLst>
              <a:gd name="adj" fmla="val 3814"/>
            </a:avLst>
          </a:prstGeom>
          <a:solidFill>
            <a:srgbClr val="c0c0c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1" name=""/>
          <p:cNvSpPr/>
          <p:nvPr/>
        </p:nvSpPr>
        <p:spPr>
          <a:xfrm>
            <a:off x="3036960" y="449280"/>
            <a:ext cx="2247840" cy="2273400"/>
          </a:xfrm>
          <a:prstGeom prst="donut">
            <a:avLst>
              <a:gd name="adj" fmla="val 3814"/>
            </a:avLst>
          </a:prstGeom>
          <a:solidFill>
            <a:srgbClr val="c0c0c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2" name=""/>
          <p:cNvSpPr/>
          <p:nvPr/>
        </p:nvSpPr>
        <p:spPr>
          <a:xfrm>
            <a:off x="569880" y="2967120"/>
            <a:ext cx="2955960" cy="3152520"/>
          </a:xfrm>
          <a:prstGeom prst="donut">
            <a:avLst>
              <a:gd name="adj" fmla="val 3814"/>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3" name=""/>
          <p:cNvSpPr/>
          <p:nvPr/>
        </p:nvSpPr>
        <p:spPr>
          <a:xfrm>
            <a:off x="1889280" y="3346560"/>
            <a:ext cx="1850760" cy="1930320"/>
          </a:xfrm>
          <a:prstGeom prst="donut">
            <a:avLst>
              <a:gd name="adj" fmla="val 5518"/>
            </a:avLst>
          </a:prstGeom>
          <a:solidFill>
            <a:srgbClr val="d0d0d0">
              <a:alpha val="50000"/>
            </a:srgbClr>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4" name=""/>
          <p:cNvSpPr/>
          <p:nvPr/>
        </p:nvSpPr>
        <p:spPr>
          <a:xfrm>
            <a:off x="6445080" y="665280"/>
            <a:ext cx="1479600" cy="1695240"/>
          </a:xfrm>
          <a:prstGeom prst="donut">
            <a:avLst>
              <a:gd name="adj" fmla="val 23199"/>
            </a:avLst>
          </a:prstGeom>
          <a:solidFill>
            <a:srgbClr val="969696"/>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5" name=""/>
          <p:cNvSpPr/>
          <p:nvPr/>
        </p:nvSpPr>
        <p:spPr>
          <a:xfrm>
            <a:off x="6848640" y="1069920"/>
            <a:ext cx="806400" cy="949320"/>
          </a:xfrm>
          <a:prstGeom prst="donut">
            <a:avLst>
              <a:gd name="adj" fmla="val 34055"/>
            </a:avLst>
          </a:prstGeom>
          <a:solidFill>
            <a:srgbClr val="4d4d4d"/>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6" name=""/>
          <p:cNvSpPr/>
          <p:nvPr/>
        </p:nvSpPr>
        <p:spPr>
          <a:xfrm>
            <a:off x="5872320" y="3486240"/>
            <a:ext cx="2759040" cy="2943000"/>
          </a:xfrm>
          <a:prstGeom prst="donut">
            <a:avLst>
              <a:gd name="adj" fmla="val 6092"/>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7" name=""/>
          <p:cNvSpPr/>
          <p:nvPr/>
        </p:nvSpPr>
        <p:spPr>
          <a:xfrm>
            <a:off x="6281640" y="3978360"/>
            <a:ext cx="2241720" cy="2334960"/>
          </a:xfrm>
          <a:prstGeom prst="donut">
            <a:avLst>
              <a:gd name="adj" fmla="val 5518"/>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8" name=""/>
          <p:cNvSpPr/>
          <p:nvPr/>
        </p:nvSpPr>
        <p:spPr>
          <a:xfrm>
            <a:off x="6727680" y="4416480"/>
            <a:ext cx="1498680" cy="1762200"/>
          </a:xfrm>
          <a:prstGeom prst="donut">
            <a:avLst>
              <a:gd name="adj" fmla="val 6037"/>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49" name=""/>
          <p:cNvSpPr/>
          <p:nvPr/>
        </p:nvSpPr>
        <p:spPr>
          <a:xfrm>
            <a:off x="7074000" y="5114880"/>
            <a:ext cx="806400" cy="949320"/>
          </a:xfrm>
          <a:prstGeom prst="donut">
            <a:avLst>
              <a:gd name="adj" fmla="val 11439"/>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50" name=""/>
          <p:cNvSpPr/>
          <p:nvPr/>
        </p:nvSpPr>
        <p:spPr>
          <a:xfrm>
            <a:off x="4944960" y="3062160"/>
            <a:ext cx="1168560" cy="54936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3600" spc="-1" strike="noStrike">
                <a:solidFill>
                  <a:srgbClr val="000000"/>
                </a:solidFill>
                <a:latin typeface="Arial"/>
                <a:ea typeface="宋体"/>
              </a:rPr>
              <a:t>Spiral</a:t>
            </a:r>
            <a:endParaRPr b="0" lang="en-US" sz="3600" spc="-1" strike="noStrike">
              <a:solidFill>
                <a:srgbClr val="000000"/>
              </a:solidFill>
              <a:latin typeface="Times New Roman"/>
            </a:endParaRPr>
          </a:p>
        </p:txBody>
      </p:sp>
      <p:sp>
        <p:nvSpPr>
          <p:cNvPr id="551" name=""/>
          <p:cNvSpPr/>
          <p:nvPr/>
        </p:nvSpPr>
        <p:spPr>
          <a:xfrm>
            <a:off x="7078680" y="1317600"/>
            <a:ext cx="403200" cy="473040"/>
          </a:xfrm>
          <a:prstGeom prst="donut">
            <a:avLst>
              <a:gd name="adj" fmla="val 19879"/>
            </a:avLst>
          </a:prstGeom>
          <a:solidFill>
            <a:srgbClr val="c0c0c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52" name=""/>
          <p:cNvSpPr/>
          <p:nvPr/>
        </p:nvSpPr>
        <p:spPr>
          <a:xfrm>
            <a:off x="7272360" y="5483160"/>
            <a:ext cx="393840" cy="463680"/>
          </a:xfrm>
          <a:prstGeom prst="donut">
            <a:avLst>
              <a:gd name="adj" fmla="val 0"/>
            </a:avLst>
          </a:prstGeom>
          <a:solidFill>
            <a:srgbClr val="d0d0d0"/>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53" name=""/>
          <p:cNvSpPr/>
          <p:nvPr/>
        </p:nvSpPr>
        <p:spPr>
          <a:xfrm>
            <a:off x="2776680" y="3584520"/>
            <a:ext cx="1041120" cy="1085760"/>
          </a:xfrm>
          <a:prstGeom prst="donut">
            <a:avLst>
              <a:gd name="adj" fmla="val 5518"/>
            </a:avLst>
          </a:prstGeom>
          <a:solidFill>
            <a:srgbClr val="d0d0d0">
              <a:alpha val="50000"/>
            </a:srgbClr>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54" name=""/>
          <p:cNvSpPr/>
          <p:nvPr/>
        </p:nvSpPr>
        <p:spPr>
          <a:xfrm>
            <a:off x="3537000" y="388800"/>
            <a:ext cx="1851120" cy="1930680"/>
          </a:xfrm>
          <a:prstGeom prst="donut">
            <a:avLst>
              <a:gd name="adj" fmla="val 5518"/>
            </a:avLst>
          </a:prstGeom>
          <a:solidFill>
            <a:srgbClr val="b2b2b2">
              <a:alpha val="50000"/>
            </a:srgbClr>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55" name=""/>
          <p:cNvSpPr/>
          <p:nvPr/>
        </p:nvSpPr>
        <p:spPr>
          <a:xfrm>
            <a:off x="4195800" y="627120"/>
            <a:ext cx="1041480" cy="1085760"/>
          </a:xfrm>
          <a:prstGeom prst="donut">
            <a:avLst>
              <a:gd name="adj" fmla="val 5518"/>
            </a:avLst>
          </a:prstGeom>
          <a:solidFill>
            <a:srgbClr val="c0c0c0">
              <a:alpha val="50000"/>
            </a:srgbClr>
          </a:solid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56" name=""/>
          <p:cNvSpPr/>
          <p:nvPr/>
        </p:nvSpPr>
        <p:spPr>
          <a:xfrm>
            <a:off x="6586560" y="2293920"/>
            <a:ext cx="1422360" cy="54936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3600" spc="-1" strike="noStrike">
                <a:solidFill>
                  <a:srgbClr val="000000"/>
                </a:solidFill>
                <a:latin typeface="Arial"/>
                <a:ea typeface="宋体"/>
              </a:rPr>
              <a:t>Brakes</a:t>
            </a:r>
            <a:endParaRPr b="0" lang="en-US" sz="3600" spc="-1" strike="noStrike">
              <a:solidFill>
                <a:srgbClr val="000000"/>
              </a:solidFill>
              <a:latin typeface="Times New Roman"/>
            </a:endParaRPr>
          </a:p>
        </p:txBody>
      </p:sp>
      <p:sp>
        <p:nvSpPr>
          <p:cNvPr id="557" name=""/>
          <p:cNvSpPr/>
          <p:nvPr/>
        </p:nvSpPr>
        <p:spPr>
          <a:xfrm>
            <a:off x="2390760" y="6172200"/>
            <a:ext cx="2540160" cy="54936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3600" spc="-1" strike="noStrike">
                <a:solidFill>
                  <a:srgbClr val="000000"/>
                </a:solidFill>
                <a:latin typeface="Arial"/>
                <a:ea typeface="宋体"/>
              </a:rPr>
              <a:t>Tube in tube</a:t>
            </a:r>
            <a:endParaRPr b="0" lang="en-US" sz="3600" spc="-1" strike="noStrike">
              <a:solidFill>
                <a:srgbClr val="000000"/>
              </a:solidFill>
              <a:latin typeface="Times New Roman"/>
            </a:endParaRPr>
          </a:p>
        </p:txBody>
      </p:sp>
      <p:sp>
        <p:nvSpPr>
          <p:cNvPr id="55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SPIRAL2 3D</a:t>
            </a:r>
            <a:endParaRPr b="1" lang="en-US" sz="1900" spc="-1" strike="noStrike">
              <a:solidFill>
                <a:srgbClr val="000000"/>
              </a:solidFill>
              <a:latin typeface="Arial"/>
            </a:endParaRPr>
          </a:p>
        </p:txBody>
      </p:sp>
      <p:sp>
        <p:nvSpPr>
          <p:cNvPr id="55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6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724AFEF-5784-4852-A4DC-9ABF51C6B8BB}" type="slidenum">
              <a:t>34</a:t>
            </a:fld>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1" name=""/>
          <p:cNvSpPr/>
          <p:nvPr/>
        </p:nvSpPr>
        <p:spPr>
          <a:xfrm flipH="1" flipV="1">
            <a:off x="2036160" y="1670760"/>
            <a:ext cx="1127160" cy="1095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62" name=""/>
          <p:cNvSpPr/>
          <p:nvPr/>
        </p:nvSpPr>
        <p:spPr>
          <a:xfrm flipH="1" flipV="1">
            <a:off x="5241240" y="1670760"/>
            <a:ext cx="1127160" cy="1095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63" name=""/>
          <p:cNvSpPr/>
          <p:nvPr/>
        </p:nvSpPr>
        <p:spPr>
          <a:xfrm>
            <a:off x="2014560" y="4697280"/>
            <a:ext cx="1127160" cy="1095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64" name=""/>
          <p:cNvSpPr/>
          <p:nvPr/>
        </p:nvSpPr>
        <p:spPr>
          <a:xfrm>
            <a:off x="5197320" y="4697280"/>
            <a:ext cx="1127160" cy="1095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65" name=""/>
          <p:cNvSpPr/>
          <p:nvPr/>
        </p:nvSpPr>
        <p:spPr>
          <a:xfrm>
            <a:off x="4052880" y="3336840"/>
            <a:ext cx="425520" cy="412920"/>
          </a:xfrm>
          <a:prstGeom prst="ellipse">
            <a:avLst/>
          </a:prstGeom>
          <a:solidFill>
            <a:srgbClr val="33cc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66" name=""/>
          <p:cNvSpPr/>
          <p:nvPr/>
        </p:nvSpPr>
        <p:spPr>
          <a:xfrm>
            <a:off x="2075040" y="2124000"/>
            <a:ext cx="87444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67" name=""/>
          <p:cNvSpPr/>
          <p:nvPr/>
        </p:nvSpPr>
        <p:spPr>
          <a:xfrm>
            <a:off x="5413320" y="2124000"/>
            <a:ext cx="8748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68" name=""/>
          <p:cNvSpPr/>
          <p:nvPr/>
        </p:nvSpPr>
        <p:spPr>
          <a:xfrm>
            <a:off x="2163600" y="5121360"/>
            <a:ext cx="8748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69" name=""/>
          <p:cNvSpPr/>
          <p:nvPr/>
        </p:nvSpPr>
        <p:spPr>
          <a:xfrm>
            <a:off x="5351400" y="5121360"/>
            <a:ext cx="8748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7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SPOTLIGHT</a:t>
            </a:r>
            <a:endParaRPr b="1" lang="en-US" sz="1900" spc="-1" strike="noStrike">
              <a:solidFill>
                <a:srgbClr val="000000"/>
              </a:solidFill>
              <a:latin typeface="Arial"/>
            </a:endParaRPr>
          </a:p>
        </p:txBody>
      </p:sp>
      <p:sp>
        <p:nvSpPr>
          <p:cNvPr id="57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7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F4BA483-0AC7-4409-BFF2-98A6C02E4AFB}" type="slidenum">
              <a:t>35</a:t>
            </a:fld>
          </a:p>
        </p:txBody>
      </p:sp>
    </p:spTree>
  </p:cSld>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3" name=""/>
          <p:cNvSpPr/>
          <p:nvPr/>
        </p:nvSpPr>
        <p:spPr>
          <a:xfrm>
            <a:off x="527040" y="2489040"/>
            <a:ext cx="7620120" cy="2729160"/>
          </a:xfrm>
          <a:custGeom>
            <a:avLst/>
            <a:gdLst/>
            <a:ahLst/>
            <a:rect l="l" t="t" r="r" b="b"/>
            <a:pathLst>
              <a:path w="4800" h="1719">
                <a:moveTo>
                  <a:pt x="0" y="1719"/>
                </a:moveTo>
                <a:lnTo>
                  <a:pt x="288" y="1719"/>
                </a:lnTo>
                <a:lnTo>
                  <a:pt x="288" y="1415"/>
                </a:lnTo>
                <a:lnTo>
                  <a:pt x="1040" y="1415"/>
                </a:lnTo>
                <a:lnTo>
                  <a:pt x="1040" y="1144"/>
                </a:lnTo>
                <a:lnTo>
                  <a:pt x="1800" y="1144"/>
                </a:lnTo>
                <a:lnTo>
                  <a:pt x="1800" y="848"/>
                </a:lnTo>
                <a:lnTo>
                  <a:pt x="2544" y="848"/>
                </a:lnTo>
                <a:lnTo>
                  <a:pt x="2544" y="560"/>
                </a:lnTo>
                <a:lnTo>
                  <a:pt x="3304" y="560"/>
                </a:lnTo>
                <a:lnTo>
                  <a:pt x="3304" y="280"/>
                </a:lnTo>
                <a:lnTo>
                  <a:pt x="4048" y="280"/>
                </a:lnTo>
                <a:lnTo>
                  <a:pt x="4048" y="0"/>
                </a:lnTo>
                <a:lnTo>
                  <a:pt x="4800" y="0"/>
                </a:lnTo>
              </a:path>
            </a:pathLst>
          </a:custGeom>
          <a:noFill/>
          <a:ln w="28440">
            <a:solidFill>
              <a:srgbClr val="d0d0d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574" name=""/>
          <p:cNvSpPr/>
          <p:nvPr/>
        </p:nvSpPr>
        <p:spPr>
          <a:xfrm>
            <a:off x="1069920" y="4830840"/>
            <a:ext cx="1073160" cy="244440"/>
          </a:xfrm>
          <a:prstGeom prst="rect">
            <a:avLst/>
          </a:prstGeom>
          <a:noFill/>
          <a:ln w="0">
            <a:noFill/>
          </a:ln>
        </p:spPr>
        <p:style>
          <a:lnRef idx="0"/>
          <a:fillRef idx="0"/>
          <a:effectRef idx="0"/>
          <a:fontRef idx="minor"/>
        </p:style>
        <p:txBody>
          <a:bodyPr lIns="0" rIns="0" tIns="0" bIns="0" anchor="t"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75" name=""/>
          <p:cNvSpPr/>
          <p:nvPr/>
        </p:nvSpPr>
        <p:spPr>
          <a:xfrm>
            <a:off x="2352600" y="4398840"/>
            <a:ext cx="1073160" cy="244440"/>
          </a:xfrm>
          <a:prstGeom prst="rect">
            <a:avLst/>
          </a:prstGeom>
          <a:noFill/>
          <a:ln w="0">
            <a:noFill/>
          </a:ln>
        </p:spPr>
        <p:style>
          <a:lnRef idx="0"/>
          <a:fillRef idx="0"/>
          <a:effectRef idx="0"/>
          <a:fontRef idx="minor"/>
        </p:style>
        <p:txBody>
          <a:bodyPr lIns="0" rIns="0" tIns="0" bIns="0" anchor="t"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76" name=""/>
          <p:cNvSpPr/>
          <p:nvPr/>
        </p:nvSpPr>
        <p:spPr>
          <a:xfrm>
            <a:off x="3571920" y="3967200"/>
            <a:ext cx="1073160" cy="244440"/>
          </a:xfrm>
          <a:prstGeom prst="rect">
            <a:avLst/>
          </a:prstGeom>
          <a:noFill/>
          <a:ln w="0">
            <a:noFill/>
          </a:ln>
        </p:spPr>
        <p:style>
          <a:lnRef idx="0"/>
          <a:fillRef idx="0"/>
          <a:effectRef idx="0"/>
          <a:fontRef idx="minor"/>
        </p:style>
        <p:txBody>
          <a:bodyPr lIns="0" rIns="0" tIns="0" bIns="0" anchor="t"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77" name=""/>
          <p:cNvSpPr/>
          <p:nvPr/>
        </p:nvSpPr>
        <p:spPr>
          <a:xfrm>
            <a:off x="4765680" y="3524400"/>
            <a:ext cx="1073160" cy="244440"/>
          </a:xfrm>
          <a:prstGeom prst="rect">
            <a:avLst/>
          </a:prstGeom>
          <a:noFill/>
          <a:ln w="0">
            <a:noFill/>
          </a:ln>
        </p:spPr>
        <p:style>
          <a:lnRef idx="0"/>
          <a:fillRef idx="0"/>
          <a:effectRef idx="0"/>
          <a:fontRef idx="minor"/>
        </p:style>
        <p:txBody>
          <a:bodyPr lIns="0" rIns="0" tIns="0" bIns="0" anchor="t"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78" name=""/>
          <p:cNvSpPr/>
          <p:nvPr/>
        </p:nvSpPr>
        <p:spPr>
          <a:xfrm>
            <a:off x="5985000" y="3054240"/>
            <a:ext cx="1073160" cy="244440"/>
          </a:xfrm>
          <a:prstGeom prst="rect">
            <a:avLst/>
          </a:prstGeom>
          <a:noFill/>
          <a:ln w="0">
            <a:noFill/>
          </a:ln>
        </p:spPr>
        <p:style>
          <a:lnRef idx="0"/>
          <a:fillRef idx="0"/>
          <a:effectRef idx="0"/>
          <a:fontRef idx="minor"/>
        </p:style>
        <p:txBody>
          <a:bodyPr lIns="0" rIns="0" tIns="0" bIns="0" anchor="t"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79" name=""/>
          <p:cNvSpPr/>
          <p:nvPr/>
        </p:nvSpPr>
        <p:spPr>
          <a:xfrm>
            <a:off x="7165800" y="2610000"/>
            <a:ext cx="1073160" cy="244440"/>
          </a:xfrm>
          <a:prstGeom prst="rect">
            <a:avLst/>
          </a:prstGeom>
          <a:noFill/>
          <a:ln w="0">
            <a:noFill/>
          </a:ln>
        </p:spPr>
        <p:style>
          <a:lnRef idx="0"/>
          <a:fillRef idx="0"/>
          <a:effectRef idx="0"/>
          <a:fontRef idx="minor"/>
        </p:style>
        <p:txBody>
          <a:bodyPr lIns="0" rIns="0" tIns="0" bIns="0" anchor="t"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58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STAIRCASE</a:t>
            </a:r>
            <a:endParaRPr b="1" lang="en-US" sz="1900" spc="-1" strike="noStrike">
              <a:solidFill>
                <a:srgbClr val="000000"/>
              </a:solidFill>
              <a:latin typeface="Arial"/>
            </a:endParaRPr>
          </a:p>
        </p:txBody>
      </p:sp>
      <p:sp>
        <p:nvSpPr>
          <p:cNvPr id="58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8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A2974184-9426-4374-B327-76DE2A161753}" type="slidenum">
              <a:t>36</a:t>
            </a:fld>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3" name=""/>
          <p:cNvSpPr/>
          <p:nvPr/>
        </p:nvSpPr>
        <p:spPr>
          <a:xfrm>
            <a:off x="6472080" y="4371840"/>
            <a:ext cx="1762200" cy="1762200"/>
          </a:xfrm>
          <a:custGeom>
            <a:avLst/>
            <a:gdLst>
              <a:gd name="textAreaLeft" fmla="*/ 395280 w 1762200"/>
              <a:gd name="textAreaRight" fmla="*/ 1366920 w 1762200"/>
              <a:gd name="textAreaTop" fmla="*/ 395280 h 1762200"/>
              <a:gd name="textAreaBottom" fmla="*/ 1366920 h 1762200"/>
            </a:gdLst>
            <a:ahLst/>
            <a:rect l="textAreaLeft" t="textAreaTop" r="textAreaRight" b="textAreaBottom"/>
            <a:pathLst>
              <a:path w="21600" h="21600">
                <a:moveTo>
                  <a:pt x="0" y="10800"/>
                </a:moveTo>
                <a:lnTo>
                  <a:pt x="2412" y="11534"/>
                </a:lnTo>
                <a:lnTo>
                  <a:pt x="198" y="12861"/>
                </a:lnTo>
                <a:lnTo>
                  <a:pt x="2706" y="13121"/>
                </a:lnTo>
                <a:lnTo>
                  <a:pt x="786" y="14846"/>
                </a:lnTo>
                <a:lnTo>
                  <a:pt x="3366" y="14753"/>
                </a:lnTo>
                <a:lnTo>
                  <a:pt x="1742" y="16682"/>
                </a:lnTo>
                <a:lnTo>
                  <a:pt x="4256" y="16099"/>
                </a:lnTo>
                <a:lnTo>
                  <a:pt x="3163" y="18437"/>
                </a:lnTo>
                <a:lnTo>
                  <a:pt x="5388" y="17250"/>
                </a:lnTo>
                <a:lnTo>
                  <a:pt x="4761" y="19754"/>
                </a:lnTo>
                <a:lnTo>
                  <a:pt x="6718" y="18164"/>
                </a:lnTo>
                <a:lnTo>
                  <a:pt x="6580" y="20741"/>
                </a:lnTo>
                <a:lnTo>
                  <a:pt x="8338" y="18852"/>
                </a:lnTo>
                <a:lnTo>
                  <a:pt x="8555" y="21364"/>
                </a:lnTo>
                <a:lnTo>
                  <a:pt x="9920" y="19174"/>
                </a:lnTo>
                <a:lnTo>
                  <a:pt x="10800" y="21600"/>
                </a:lnTo>
                <a:lnTo>
                  <a:pt x="11534" y="19188"/>
                </a:lnTo>
                <a:lnTo>
                  <a:pt x="12861" y="21402"/>
                </a:lnTo>
                <a:lnTo>
                  <a:pt x="13121" y="18894"/>
                </a:lnTo>
                <a:lnTo>
                  <a:pt x="14846" y="20814"/>
                </a:lnTo>
                <a:lnTo>
                  <a:pt x="14753" y="18234"/>
                </a:lnTo>
                <a:lnTo>
                  <a:pt x="16682" y="19858"/>
                </a:lnTo>
                <a:lnTo>
                  <a:pt x="16099" y="17344"/>
                </a:lnTo>
                <a:lnTo>
                  <a:pt x="18437" y="18437"/>
                </a:lnTo>
                <a:lnTo>
                  <a:pt x="17250" y="16212"/>
                </a:lnTo>
                <a:lnTo>
                  <a:pt x="19754" y="16839"/>
                </a:lnTo>
                <a:lnTo>
                  <a:pt x="18164" y="14882"/>
                </a:lnTo>
                <a:lnTo>
                  <a:pt x="20741" y="15020"/>
                </a:lnTo>
                <a:lnTo>
                  <a:pt x="18852" y="13262"/>
                </a:lnTo>
                <a:lnTo>
                  <a:pt x="21364" y="13045"/>
                </a:lnTo>
                <a:lnTo>
                  <a:pt x="19174" y="11680"/>
                </a:lnTo>
                <a:lnTo>
                  <a:pt x="21600" y="10800"/>
                </a:lnTo>
                <a:lnTo>
                  <a:pt x="19188" y="10066"/>
                </a:lnTo>
                <a:lnTo>
                  <a:pt x="21402" y="8739"/>
                </a:lnTo>
                <a:lnTo>
                  <a:pt x="18894" y="8479"/>
                </a:lnTo>
                <a:lnTo>
                  <a:pt x="20814" y="6754"/>
                </a:lnTo>
                <a:lnTo>
                  <a:pt x="18234" y="6847"/>
                </a:lnTo>
                <a:lnTo>
                  <a:pt x="19858" y="4918"/>
                </a:lnTo>
                <a:lnTo>
                  <a:pt x="17344" y="5501"/>
                </a:lnTo>
                <a:lnTo>
                  <a:pt x="18437" y="3163"/>
                </a:lnTo>
                <a:lnTo>
                  <a:pt x="16212" y="4350"/>
                </a:lnTo>
                <a:lnTo>
                  <a:pt x="16839" y="1846"/>
                </a:lnTo>
                <a:lnTo>
                  <a:pt x="14882" y="3436"/>
                </a:lnTo>
                <a:lnTo>
                  <a:pt x="15020" y="859"/>
                </a:lnTo>
                <a:lnTo>
                  <a:pt x="13262" y="2748"/>
                </a:lnTo>
                <a:lnTo>
                  <a:pt x="13045" y="236"/>
                </a:lnTo>
                <a:lnTo>
                  <a:pt x="11680" y="2426"/>
                </a:lnTo>
                <a:lnTo>
                  <a:pt x="10800" y="0"/>
                </a:lnTo>
                <a:lnTo>
                  <a:pt x="10066" y="2412"/>
                </a:lnTo>
                <a:lnTo>
                  <a:pt x="8739" y="198"/>
                </a:lnTo>
                <a:lnTo>
                  <a:pt x="8479" y="2706"/>
                </a:lnTo>
                <a:lnTo>
                  <a:pt x="6754" y="786"/>
                </a:lnTo>
                <a:lnTo>
                  <a:pt x="6847" y="3366"/>
                </a:lnTo>
                <a:lnTo>
                  <a:pt x="4918" y="1742"/>
                </a:lnTo>
                <a:lnTo>
                  <a:pt x="5501" y="4256"/>
                </a:lnTo>
                <a:lnTo>
                  <a:pt x="3163" y="3163"/>
                </a:lnTo>
                <a:lnTo>
                  <a:pt x="4350" y="5388"/>
                </a:lnTo>
                <a:lnTo>
                  <a:pt x="1846" y="4761"/>
                </a:lnTo>
                <a:lnTo>
                  <a:pt x="3436" y="6718"/>
                </a:lnTo>
                <a:lnTo>
                  <a:pt x="859" y="6580"/>
                </a:lnTo>
                <a:lnTo>
                  <a:pt x="2748" y="8338"/>
                </a:lnTo>
                <a:lnTo>
                  <a:pt x="236" y="8555"/>
                </a:lnTo>
                <a:lnTo>
                  <a:pt x="2426" y="9920"/>
                </a:lnTo>
                <a:lnTo>
                  <a:pt x="0" y="10800"/>
                </a:lnTo>
                <a:close/>
              </a:path>
            </a:pathLst>
          </a:custGeom>
          <a:blipFill rotWithShape="0">
            <a:blip r:embed="rId1"/>
            <a:srcRect/>
            <a:stretch/>
          </a:blip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84" name=""/>
          <p:cNvSpPr/>
          <p:nvPr/>
        </p:nvSpPr>
        <p:spPr>
          <a:xfrm flipV="1">
            <a:off x="609480" y="3574440"/>
            <a:ext cx="1454400" cy="1454040"/>
          </a:xfrm>
          <a:custGeom>
            <a:avLst/>
            <a:gdLst>
              <a:gd name="textAreaLeft" fmla="*/ 554400 w 1454400"/>
              <a:gd name="textAreaRight" fmla="*/ 900000 w 1454400"/>
              <a:gd name="textAreaTop" fmla="*/ 554040 h 1454040"/>
              <a:gd name="textAreaBottom" fmla="*/ 900000 h 1454040"/>
            </a:gdLst>
            <a:ahLst/>
            <a:rect l="textAreaLeft" t="textAreaTop" r="textAreaRight" b="textAreaBottom"/>
            <a:pathLst>
              <a:path w="21600" h="21600">
                <a:moveTo>
                  <a:pt x="0" y="10800"/>
                </a:moveTo>
                <a:lnTo>
                  <a:pt x="7182" y="11117"/>
                </a:lnTo>
                <a:lnTo>
                  <a:pt x="198" y="12861"/>
                </a:lnTo>
                <a:lnTo>
                  <a:pt x="7309" y="11801"/>
                </a:lnTo>
                <a:lnTo>
                  <a:pt x="786" y="14846"/>
                </a:lnTo>
                <a:lnTo>
                  <a:pt x="7593" y="12505"/>
                </a:lnTo>
                <a:lnTo>
                  <a:pt x="1742" y="16682"/>
                </a:lnTo>
                <a:lnTo>
                  <a:pt x="7977" y="13086"/>
                </a:lnTo>
                <a:lnTo>
                  <a:pt x="3163" y="18437"/>
                </a:lnTo>
                <a:lnTo>
                  <a:pt x="8465" y="13582"/>
                </a:lnTo>
                <a:lnTo>
                  <a:pt x="4761" y="19754"/>
                </a:lnTo>
                <a:lnTo>
                  <a:pt x="9039" y="13977"/>
                </a:lnTo>
                <a:lnTo>
                  <a:pt x="6580" y="20741"/>
                </a:lnTo>
                <a:lnTo>
                  <a:pt x="9738" y="14273"/>
                </a:lnTo>
                <a:lnTo>
                  <a:pt x="8555" y="21364"/>
                </a:lnTo>
                <a:lnTo>
                  <a:pt x="10420" y="14412"/>
                </a:lnTo>
                <a:lnTo>
                  <a:pt x="10800" y="21600"/>
                </a:lnTo>
                <a:lnTo>
                  <a:pt x="11117" y="14418"/>
                </a:lnTo>
                <a:lnTo>
                  <a:pt x="12861" y="21402"/>
                </a:lnTo>
                <a:lnTo>
                  <a:pt x="11801" y="14291"/>
                </a:lnTo>
                <a:lnTo>
                  <a:pt x="14846" y="20814"/>
                </a:lnTo>
                <a:lnTo>
                  <a:pt x="12505" y="14007"/>
                </a:lnTo>
                <a:lnTo>
                  <a:pt x="16682" y="19858"/>
                </a:lnTo>
                <a:lnTo>
                  <a:pt x="13086" y="13623"/>
                </a:lnTo>
                <a:lnTo>
                  <a:pt x="18437" y="18437"/>
                </a:lnTo>
                <a:lnTo>
                  <a:pt x="13582" y="13135"/>
                </a:lnTo>
                <a:lnTo>
                  <a:pt x="19754" y="16839"/>
                </a:lnTo>
                <a:lnTo>
                  <a:pt x="13977" y="12561"/>
                </a:lnTo>
                <a:lnTo>
                  <a:pt x="20741" y="15020"/>
                </a:lnTo>
                <a:lnTo>
                  <a:pt x="14273" y="11862"/>
                </a:lnTo>
                <a:lnTo>
                  <a:pt x="21364" y="13045"/>
                </a:lnTo>
                <a:lnTo>
                  <a:pt x="14412" y="11180"/>
                </a:lnTo>
                <a:lnTo>
                  <a:pt x="21600" y="10800"/>
                </a:lnTo>
                <a:lnTo>
                  <a:pt x="14418" y="10483"/>
                </a:lnTo>
                <a:lnTo>
                  <a:pt x="21402" y="8739"/>
                </a:lnTo>
                <a:lnTo>
                  <a:pt x="14291" y="9799"/>
                </a:lnTo>
                <a:lnTo>
                  <a:pt x="20814" y="6754"/>
                </a:lnTo>
                <a:lnTo>
                  <a:pt x="14007" y="9095"/>
                </a:lnTo>
                <a:lnTo>
                  <a:pt x="19858" y="4918"/>
                </a:lnTo>
                <a:lnTo>
                  <a:pt x="13623" y="8514"/>
                </a:lnTo>
                <a:lnTo>
                  <a:pt x="18437" y="3163"/>
                </a:lnTo>
                <a:lnTo>
                  <a:pt x="13135" y="8018"/>
                </a:lnTo>
                <a:lnTo>
                  <a:pt x="16839" y="1846"/>
                </a:lnTo>
                <a:lnTo>
                  <a:pt x="12561" y="7623"/>
                </a:lnTo>
                <a:lnTo>
                  <a:pt x="15020" y="859"/>
                </a:lnTo>
                <a:lnTo>
                  <a:pt x="11862" y="7327"/>
                </a:lnTo>
                <a:lnTo>
                  <a:pt x="13045" y="236"/>
                </a:lnTo>
                <a:lnTo>
                  <a:pt x="11180" y="7188"/>
                </a:lnTo>
                <a:lnTo>
                  <a:pt x="10800" y="0"/>
                </a:lnTo>
                <a:lnTo>
                  <a:pt x="10483" y="7182"/>
                </a:lnTo>
                <a:lnTo>
                  <a:pt x="8739" y="198"/>
                </a:lnTo>
                <a:lnTo>
                  <a:pt x="9799" y="7309"/>
                </a:lnTo>
                <a:lnTo>
                  <a:pt x="6754" y="786"/>
                </a:lnTo>
                <a:lnTo>
                  <a:pt x="9095" y="7593"/>
                </a:lnTo>
                <a:lnTo>
                  <a:pt x="4918" y="1742"/>
                </a:lnTo>
                <a:lnTo>
                  <a:pt x="8514" y="7977"/>
                </a:lnTo>
                <a:lnTo>
                  <a:pt x="3163" y="3163"/>
                </a:lnTo>
                <a:lnTo>
                  <a:pt x="8018" y="8465"/>
                </a:lnTo>
                <a:lnTo>
                  <a:pt x="1846" y="4761"/>
                </a:lnTo>
                <a:lnTo>
                  <a:pt x="7623" y="9039"/>
                </a:lnTo>
                <a:lnTo>
                  <a:pt x="859" y="6580"/>
                </a:lnTo>
                <a:lnTo>
                  <a:pt x="7327" y="9738"/>
                </a:lnTo>
                <a:lnTo>
                  <a:pt x="236" y="8555"/>
                </a:lnTo>
                <a:lnTo>
                  <a:pt x="7188" y="10420"/>
                </a:lnTo>
                <a:lnTo>
                  <a:pt x="0" y="10800"/>
                </a:lnTo>
                <a:close/>
              </a:path>
            </a:pathLst>
          </a:custGeom>
          <a:solidFill>
            <a:srgbClr val="b2b2b2"/>
          </a:solidFill>
          <a:ln w="0">
            <a:noFill/>
          </a:ln>
        </p:spPr>
        <p:style>
          <a:lnRef idx="0"/>
          <a:fillRef idx="0"/>
          <a:effectRef idx="0"/>
          <a:fontRef idx="minor"/>
        </p:style>
        <p:txBody>
          <a:bodyPr lIns="0" rIns="0" tIns="0" bIns="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85" name=""/>
          <p:cNvSpPr/>
          <p:nvPr/>
        </p:nvSpPr>
        <p:spPr>
          <a:xfrm>
            <a:off x="1219320" y="380880"/>
            <a:ext cx="3565440" cy="3565800"/>
          </a:xfrm>
          <a:custGeom>
            <a:avLst/>
            <a:gdLst>
              <a:gd name="textAreaLeft" fmla="*/ 799920 w 3565440"/>
              <a:gd name="textAreaRight" fmla="*/ 2765520 w 3565440"/>
              <a:gd name="textAreaTop" fmla="*/ 799920 h 3565800"/>
              <a:gd name="textAreaBottom" fmla="*/ 2765880 h 3565800"/>
            </a:gdLst>
            <a:ahLst/>
            <a:rect l="textAreaLeft" t="textAreaTop" r="textAreaRight" b="textAreaBottom"/>
            <a:pathLst>
              <a:path w="21600" h="21600">
                <a:moveTo>
                  <a:pt x="0" y="10800"/>
                </a:moveTo>
                <a:lnTo>
                  <a:pt x="2412" y="11534"/>
                </a:lnTo>
                <a:lnTo>
                  <a:pt x="198" y="12861"/>
                </a:lnTo>
                <a:lnTo>
                  <a:pt x="2706" y="13121"/>
                </a:lnTo>
                <a:lnTo>
                  <a:pt x="786" y="14846"/>
                </a:lnTo>
                <a:lnTo>
                  <a:pt x="3366" y="14753"/>
                </a:lnTo>
                <a:lnTo>
                  <a:pt x="1742" y="16682"/>
                </a:lnTo>
                <a:lnTo>
                  <a:pt x="4256" y="16099"/>
                </a:lnTo>
                <a:lnTo>
                  <a:pt x="3163" y="18437"/>
                </a:lnTo>
                <a:lnTo>
                  <a:pt x="5388" y="17250"/>
                </a:lnTo>
                <a:lnTo>
                  <a:pt x="4761" y="19754"/>
                </a:lnTo>
                <a:lnTo>
                  <a:pt x="6718" y="18164"/>
                </a:lnTo>
                <a:lnTo>
                  <a:pt x="6580" y="20741"/>
                </a:lnTo>
                <a:lnTo>
                  <a:pt x="8338" y="18852"/>
                </a:lnTo>
                <a:lnTo>
                  <a:pt x="8555" y="21364"/>
                </a:lnTo>
                <a:lnTo>
                  <a:pt x="9920" y="19174"/>
                </a:lnTo>
                <a:lnTo>
                  <a:pt x="10800" y="21600"/>
                </a:lnTo>
                <a:lnTo>
                  <a:pt x="11534" y="19188"/>
                </a:lnTo>
                <a:lnTo>
                  <a:pt x="12861" y="21402"/>
                </a:lnTo>
                <a:lnTo>
                  <a:pt x="13121" y="18894"/>
                </a:lnTo>
                <a:lnTo>
                  <a:pt x="14846" y="20814"/>
                </a:lnTo>
                <a:lnTo>
                  <a:pt x="14753" y="18234"/>
                </a:lnTo>
                <a:lnTo>
                  <a:pt x="16682" y="19858"/>
                </a:lnTo>
                <a:lnTo>
                  <a:pt x="16099" y="17344"/>
                </a:lnTo>
                <a:lnTo>
                  <a:pt x="18437" y="18437"/>
                </a:lnTo>
                <a:lnTo>
                  <a:pt x="17250" y="16212"/>
                </a:lnTo>
                <a:lnTo>
                  <a:pt x="19754" y="16839"/>
                </a:lnTo>
                <a:lnTo>
                  <a:pt x="18164" y="14882"/>
                </a:lnTo>
                <a:lnTo>
                  <a:pt x="20741" y="15020"/>
                </a:lnTo>
                <a:lnTo>
                  <a:pt x="18852" y="13262"/>
                </a:lnTo>
                <a:lnTo>
                  <a:pt x="21364" y="13045"/>
                </a:lnTo>
                <a:lnTo>
                  <a:pt x="19174" y="11680"/>
                </a:lnTo>
                <a:lnTo>
                  <a:pt x="21600" y="10800"/>
                </a:lnTo>
                <a:lnTo>
                  <a:pt x="19188" y="10066"/>
                </a:lnTo>
                <a:lnTo>
                  <a:pt x="21402" y="8739"/>
                </a:lnTo>
                <a:lnTo>
                  <a:pt x="18894" y="8479"/>
                </a:lnTo>
                <a:lnTo>
                  <a:pt x="20814" y="6754"/>
                </a:lnTo>
                <a:lnTo>
                  <a:pt x="18234" y="6847"/>
                </a:lnTo>
                <a:lnTo>
                  <a:pt x="19858" y="4918"/>
                </a:lnTo>
                <a:lnTo>
                  <a:pt x="17344" y="5501"/>
                </a:lnTo>
                <a:lnTo>
                  <a:pt x="18437" y="3163"/>
                </a:lnTo>
                <a:lnTo>
                  <a:pt x="16212" y="4350"/>
                </a:lnTo>
                <a:lnTo>
                  <a:pt x="16839" y="1846"/>
                </a:lnTo>
                <a:lnTo>
                  <a:pt x="14882" y="3436"/>
                </a:lnTo>
                <a:lnTo>
                  <a:pt x="15020" y="859"/>
                </a:lnTo>
                <a:lnTo>
                  <a:pt x="13262" y="2748"/>
                </a:lnTo>
                <a:lnTo>
                  <a:pt x="13045" y="236"/>
                </a:lnTo>
                <a:lnTo>
                  <a:pt x="11680" y="2426"/>
                </a:lnTo>
                <a:lnTo>
                  <a:pt x="10800" y="0"/>
                </a:lnTo>
                <a:lnTo>
                  <a:pt x="10066" y="2412"/>
                </a:lnTo>
                <a:lnTo>
                  <a:pt x="8739" y="198"/>
                </a:lnTo>
                <a:lnTo>
                  <a:pt x="8479" y="2706"/>
                </a:lnTo>
                <a:lnTo>
                  <a:pt x="6754" y="786"/>
                </a:lnTo>
                <a:lnTo>
                  <a:pt x="6847" y="3366"/>
                </a:lnTo>
                <a:lnTo>
                  <a:pt x="4918" y="1742"/>
                </a:lnTo>
                <a:lnTo>
                  <a:pt x="5501" y="4256"/>
                </a:lnTo>
                <a:lnTo>
                  <a:pt x="3163" y="3163"/>
                </a:lnTo>
                <a:lnTo>
                  <a:pt x="4350" y="5388"/>
                </a:lnTo>
                <a:lnTo>
                  <a:pt x="1846" y="4761"/>
                </a:lnTo>
                <a:lnTo>
                  <a:pt x="3436" y="6718"/>
                </a:lnTo>
                <a:lnTo>
                  <a:pt x="859" y="6580"/>
                </a:lnTo>
                <a:lnTo>
                  <a:pt x="2748" y="8338"/>
                </a:lnTo>
                <a:lnTo>
                  <a:pt x="236" y="8555"/>
                </a:lnTo>
                <a:lnTo>
                  <a:pt x="2426" y="9920"/>
                </a:lnTo>
                <a:lnTo>
                  <a:pt x="0" y="10800"/>
                </a:lnTo>
                <a:close/>
              </a:path>
            </a:pathLst>
          </a:custGeom>
          <a:gradFill rotWithShape="0">
            <a:gsLst>
              <a:gs pos="0">
                <a:srgbClr val="000000"/>
              </a:gs>
              <a:gs pos="100000">
                <a:srgbClr val="ff9933"/>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86" name=""/>
          <p:cNvSpPr/>
          <p:nvPr/>
        </p:nvSpPr>
        <p:spPr>
          <a:xfrm>
            <a:off x="4944960" y="0"/>
            <a:ext cx="3565800" cy="3565440"/>
          </a:xfrm>
          <a:custGeom>
            <a:avLst/>
            <a:gdLst>
              <a:gd name="textAreaLeft" fmla="*/ 1299600 w 3565800"/>
              <a:gd name="textAreaRight" fmla="*/ 2266200 w 3565800"/>
              <a:gd name="textAreaTop" fmla="*/ 1299600 h 3565440"/>
              <a:gd name="textAreaBottom" fmla="*/ 2265840 h 3565440"/>
            </a:gdLst>
            <a:ahLst/>
            <a:rect l="textAreaLeft" t="textAreaTop" r="textAreaRight" b="textAreaBottom"/>
            <a:pathLst>
              <a:path w="21600" h="21600">
                <a:moveTo>
                  <a:pt x="0" y="10800"/>
                </a:moveTo>
                <a:lnTo>
                  <a:pt x="6677" y="11161"/>
                </a:lnTo>
                <a:lnTo>
                  <a:pt x="198" y="12861"/>
                </a:lnTo>
                <a:lnTo>
                  <a:pt x="6821" y="11941"/>
                </a:lnTo>
                <a:lnTo>
                  <a:pt x="786" y="14846"/>
                </a:lnTo>
                <a:lnTo>
                  <a:pt x="7145" y="12743"/>
                </a:lnTo>
                <a:lnTo>
                  <a:pt x="1742" y="16682"/>
                </a:lnTo>
                <a:lnTo>
                  <a:pt x="7583" y="13405"/>
                </a:lnTo>
                <a:lnTo>
                  <a:pt x="3163" y="18437"/>
                </a:lnTo>
                <a:lnTo>
                  <a:pt x="8140" y="13971"/>
                </a:lnTo>
                <a:lnTo>
                  <a:pt x="4761" y="19754"/>
                </a:lnTo>
                <a:lnTo>
                  <a:pt x="8793" y="14420"/>
                </a:lnTo>
                <a:lnTo>
                  <a:pt x="6580" y="20741"/>
                </a:lnTo>
                <a:lnTo>
                  <a:pt x="9590" y="14758"/>
                </a:lnTo>
                <a:lnTo>
                  <a:pt x="8555" y="21364"/>
                </a:lnTo>
                <a:lnTo>
                  <a:pt x="10367" y="14916"/>
                </a:lnTo>
                <a:lnTo>
                  <a:pt x="10800" y="21600"/>
                </a:lnTo>
                <a:lnTo>
                  <a:pt x="11161" y="14923"/>
                </a:lnTo>
                <a:lnTo>
                  <a:pt x="12861" y="21402"/>
                </a:lnTo>
                <a:lnTo>
                  <a:pt x="11941" y="14779"/>
                </a:lnTo>
                <a:lnTo>
                  <a:pt x="14846" y="20814"/>
                </a:lnTo>
                <a:lnTo>
                  <a:pt x="12743" y="14455"/>
                </a:lnTo>
                <a:lnTo>
                  <a:pt x="16682" y="19858"/>
                </a:lnTo>
                <a:lnTo>
                  <a:pt x="13405" y="14017"/>
                </a:lnTo>
                <a:lnTo>
                  <a:pt x="18437" y="18437"/>
                </a:lnTo>
                <a:lnTo>
                  <a:pt x="13971" y="13460"/>
                </a:lnTo>
                <a:lnTo>
                  <a:pt x="19754" y="16839"/>
                </a:lnTo>
                <a:lnTo>
                  <a:pt x="14420" y="12807"/>
                </a:lnTo>
                <a:lnTo>
                  <a:pt x="20741" y="15020"/>
                </a:lnTo>
                <a:lnTo>
                  <a:pt x="14758" y="12010"/>
                </a:lnTo>
                <a:lnTo>
                  <a:pt x="21364" y="13045"/>
                </a:lnTo>
                <a:lnTo>
                  <a:pt x="14916" y="11233"/>
                </a:lnTo>
                <a:lnTo>
                  <a:pt x="21600" y="10800"/>
                </a:lnTo>
                <a:lnTo>
                  <a:pt x="14923" y="10439"/>
                </a:lnTo>
                <a:lnTo>
                  <a:pt x="21402" y="8739"/>
                </a:lnTo>
                <a:lnTo>
                  <a:pt x="14779" y="9659"/>
                </a:lnTo>
                <a:lnTo>
                  <a:pt x="20814" y="6754"/>
                </a:lnTo>
                <a:lnTo>
                  <a:pt x="14455" y="8857"/>
                </a:lnTo>
                <a:lnTo>
                  <a:pt x="19858" y="4918"/>
                </a:lnTo>
                <a:lnTo>
                  <a:pt x="14017" y="8195"/>
                </a:lnTo>
                <a:lnTo>
                  <a:pt x="18437" y="3163"/>
                </a:lnTo>
                <a:lnTo>
                  <a:pt x="13460" y="7629"/>
                </a:lnTo>
                <a:lnTo>
                  <a:pt x="16839" y="1846"/>
                </a:lnTo>
                <a:lnTo>
                  <a:pt x="12807" y="7180"/>
                </a:lnTo>
                <a:lnTo>
                  <a:pt x="15020" y="859"/>
                </a:lnTo>
                <a:lnTo>
                  <a:pt x="12010" y="6842"/>
                </a:lnTo>
                <a:lnTo>
                  <a:pt x="13045" y="236"/>
                </a:lnTo>
                <a:lnTo>
                  <a:pt x="11233" y="6684"/>
                </a:lnTo>
                <a:lnTo>
                  <a:pt x="10800" y="0"/>
                </a:lnTo>
                <a:lnTo>
                  <a:pt x="10439" y="6677"/>
                </a:lnTo>
                <a:lnTo>
                  <a:pt x="8739" y="198"/>
                </a:lnTo>
                <a:lnTo>
                  <a:pt x="9659" y="6821"/>
                </a:lnTo>
                <a:lnTo>
                  <a:pt x="6754" y="786"/>
                </a:lnTo>
                <a:lnTo>
                  <a:pt x="8857" y="7145"/>
                </a:lnTo>
                <a:lnTo>
                  <a:pt x="4918" y="1742"/>
                </a:lnTo>
                <a:lnTo>
                  <a:pt x="8195" y="7583"/>
                </a:lnTo>
                <a:lnTo>
                  <a:pt x="3163" y="3163"/>
                </a:lnTo>
                <a:lnTo>
                  <a:pt x="7629" y="8140"/>
                </a:lnTo>
                <a:lnTo>
                  <a:pt x="1846" y="4761"/>
                </a:lnTo>
                <a:lnTo>
                  <a:pt x="7180" y="8793"/>
                </a:lnTo>
                <a:lnTo>
                  <a:pt x="859" y="6580"/>
                </a:lnTo>
                <a:lnTo>
                  <a:pt x="6842" y="9590"/>
                </a:lnTo>
                <a:lnTo>
                  <a:pt x="236" y="8555"/>
                </a:lnTo>
                <a:lnTo>
                  <a:pt x="6684" y="10367"/>
                </a:lnTo>
                <a:lnTo>
                  <a:pt x="0" y="10800"/>
                </a:lnTo>
                <a:close/>
              </a:path>
            </a:pathLst>
          </a:custGeom>
          <a:gradFill rotWithShape="0">
            <a:gsLst>
              <a:gs pos="0">
                <a:srgbClr val="969696"/>
              </a:gs>
              <a:gs pos="100000">
                <a:srgbClr val="dddddd"/>
              </a:gs>
            </a:gsLst>
            <a:path path="rect">
              <a:fillToRect l="50000" t="50000" r="50000" b="50000"/>
            </a:path>
          </a:gra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87" name=""/>
          <p:cNvSpPr/>
          <p:nvPr/>
        </p:nvSpPr>
        <p:spPr>
          <a:xfrm>
            <a:off x="4419720" y="3962520"/>
            <a:ext cx="2485800" cy="2485800"/>
          </a:xfrm>
          <a:custGeom>
            <a:avLst/>
            <a:gdLst>
              <a:gd name="textAreaLeft" fmla="*/ 557640 w 2485800"/>
              <a:gd name="textAreaRight" fmla="*/ 1928160 w 2485800"/>
              <a:gd name="textAreaTop" fmla="*/ 557640 h 2485800"/>
              <a:gd name="textAreaBottom" fmla="*/ 1928160 h 2485800"/>
            </a:gdLst>
            <a:ahLst/>
            <a:rect l="textAreaLeft" t="textAreaTop" r="textAreaRight" b="textAreaBottom"/>
            <a:pathLst>
              <a:path w="21600" h="21600">
                <a:moveTo>
                  <a:pt x="0" y="10800"/>
                </a:moveTo>
                <a:lnTo>
                  <a:pt x="2412" y="11534"/>
                </a:lnTo>
                <a:lnTo>
                  <a:pt x="198" y="12861"/>
                </a:lnTo>
                <a:lnTo>
                  <a:pt x="2706" y="13121"/>
                </a:lnTo>
                <a:lnTo>
                  <a:pt x="786" y="14846"/>
                </a:lnTo>
                <a:lnTo>
                  <a:pt x="3366" y="14753"/>
                </a:lnTo>
                <a:lnTo>
                  <a:pt x="1742" y="16682"/>
                </a:lnTo>
                <a:lnTo>
                  <a:pt x="4256" y="16099"/>
                </a:lnTo>
                <a:lnTo>
                  <a:pt x="3163" y="18437"/>
                </a:lnTo>
                <a:lnTo>
                  <a:pt x="5388" y="17250"/>
                </a:lnTo>
                <a:lnTo>
                  <a:pt x="4761" y="19754"/>
                </a:lnTo>
                <a:lnTo>
                  <a:pt x="6718" y="18164"/>
                </a:lnTo>
                <a:lnTo>
                  <a:pt x="6580" y="20741"/>
                </a:lnTo>
                <a:lnTo>
                  <a:pt x="8338" y="18852"/>
                </a:lnTo>
                <a:lnTo>
                  <a:pt x="8555" y="21364"/>
                </a:lnTo>
                <a:lnTo>
                  <a:pt x="9920" y="19174"/>
                </a:lnTo>
                <a:lnTo>
                  <a:pt x="10800" y="21600"/>
                </a:lnTo>
                <a:lnTo>
                  <a:pt x="11534" y="19188"/>
                </a:lnTo>
                <a:lnTo>
                  <a:pt x="12861" y="21402"/>
                </a:lnTo>
                <a:lnTo>
                  <a:pt x="13121" y="18894"/>
                </a:lnTo>
                <a:lnTo>
                  <a:pt x="14846" y="20814"/>
                </a:lnTo>
                <a:lnTo>
                  <a:pt x="14753" y="18234"/>
                </a:lnTo>
                <a:lnTo>
                  <a:pt x="16682" y="19858"/>
                </a:lnTo>
                <a:lnTo>
                  <a:pt x="16099" y="17344"/>
                </a:lnTo>
                <a:lnTo>
                  <a:pt x="18437" y="18437"/>
                </a:lnTo>
                <a:lnTo>
                  <a:pt x="17250" y="16212"/>
                </a:lnTo>
                <a:lnTo>
                  <a:pt x="19754" y="16839"/>
                </a:lnTo>
                <a:lnTo>
                  <a:pt x="18164" y="14882"/>
                </a:lnTo>
                <a:lnTo>
                  <a:pt x="20741" y="15020"/>
                </a:lnTo>
                <a:lnTo>
                  <a:pt x="18852" y="13262"/>
                </a:lnTo>
                <a:lnTo>
                  <a:pt x="21364" y="13045"/>
                </a:lnTo>
                <a:lnTo>
                  <a:pt x="19174" y="11680"/>
                </a:lnTo>
                <a:lnTo>
                  <a:pt x="21600" y="10800"/>
                </a:lnTo>
                <a:lnTo>
                  <a:pt x="19188" y="10066"/>
                </a:lnTo>
                <a:lnTo>
                  <a:pt x="21402" y="8739"/>
                </a:lnTo>
                <a:lnTo>
                  <a:pt x="18894" y="8479"/>
                </a:lnTo>
                <a:lnTo>
                  <a:pt x="20814" y="6754"/>
                </a:lnTo>
                <a:lnTo>
                  <a:pt x="18234" y="6847"/>
                </a:lnTo>
                <a:lnTo>
                  <a:pt x="19858" y="4918"/>
                </a:lnTo>
                <a:lnTo>
                  <a:pt x="17344" y="5501"/>
                </a:lnTo>
                <a:lnTo>
                  <a:pt x="18437" y="3163"/>
                </a:lnTo>
                <a:lnTo>
                  <a:pt x="16212" y="4350"/>
                </a:lnTo>
                <a:lnTo>
                  <a:pt x="16839" y="1846"/>
                </a:lnTo>
                <a:lnTo>
                  <a:pt x="14882" y="3436"/>
                </a:lnTo>
                <a:lnTo>
                  <a:pt x="15020" y="859"/>
                </a:lnTo>
                <a:lnTo>
                  <a:pt x="13262" y="2748"/>
                </a:lnTo>
                <a:lnTo>
                  <a:pt x="13045" y="236"/>
                </a:lnTo>
                <a:lnTo>
                  <a:pt x="11680" y="2426"/>
                </a:lnTo>
                <a:lnTo>
                  <a:pt x="10800" y="0"/>
                </a:lnTo>
                <a:lnTo>
                  <a:pt x="10066" y="2412"/>
                </a:lnTo>
                <a:lnTo>
                  <a:pt x="8739" y="198"/>
                </a:lnTo>
                <a:lnTo>
                  <a:pt x="8479" y="2706"/>
                </a:lnTo>
                <a:lnTo>
                  <a:pt x="6754" y="786"/>
                </a:lnTo>
                <a:lnTo>
                  <a:pt x="6847" y="3366"/>
                </a:lnTo>
                <a:lnTo>
                  <a:pt x="4918" y="1742"/>
                </a:lnTo>
                <a:lnTo>
                  <a:pt x="5501" y="4256"/>
                </a:lnTo>
                <a:lnTo>
                  <a:pt x="3163" y="3163"/>
                </a:lnTo>
                <a:lnTo>
                  <a:pt x="4350" y="5388"/>
                </a:lnTo>
                <a:lnTo>
                  <a:pt x="1846" y="4761"/>
                </a:lnTo>
                <a:lnTo>
                  <a:pt x="3436" y="6718"/>
                </a:lnTo>
                <a:lnTo>
                  <a:pt x="859" y="6580"/>
                </a:lnTo>
                <a:lnTo>
                  <a:pt x="2748" y="8338"/>
                </a:lnTo>
                <a:lnTo>
                  <a:pt x="236" y="8555"/>
                </a:lnTo>
                <a:lnTo>
                  <a:pt x="2426" y="9920"/>
                </a:lnTo>
                <a:lnTo>
                  <a:pt x="0" y="10800"/>
                </a:lnTo>
                <a:close/>
              </a:path>
            </a:pathLst>
          </a:custGeom>
          <a:blipFill rotWithShape="0">
            <a:blip r:embed="rId2"/>
            <a:srcRect/>
            <a:stretch/>
          </a:blip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88" name=""/>
          <p:cNvSpPr/>
          <p:nvPr/>
        </p:nvSpPr>
        <p:spPr>
          <a:xfrm>
            <a:off x="6494400" y="1655640"/>
            <a:ext cx="420840" cy="427320"/>
          </a:xfrm>
          <a:prstGeom prst="ellipse">
            <a:avLst/>
          </a:prstGeom>
          <a:solidFill>
            <a:srgbClr val="dddddd"/>
          </a:solidFill>
          <a:ln w="0">
            <a:noFill/>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89" name=""/>
          <p:cNvSpPr/>
          <p:nvPr/>
        </p:nvSpPr>
        <p:spPr>
          <a:xfrm>
            <a:off x="798480" y="5168880"/>
            <a:ext cx="2882880" cy="1552680"/>
          </a:xfrm>
          <a:prstGeom prst="sun">
            <a:avLst>
              <a:gd name="adj" fmla="val 25000"/>
            </a:avLst>
          </a:prstGeom>
          <a:blipFill rotWithShape="0">
            <a:blip r:embed="rId3"/>
            <a:srcRect/>
            <a:stretch/>
          </a:blipFill>
          <a:ln w="936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9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STARS 3D</a:t>
            </a:r>
            <a:endParaRPr b="1" lang="en-US" sz="1900" spc="-1" strike="noStrike">
              <a:solidFill>
                <a:srgbClr val="000000"/>
              </a:solidFill>
              <a:latin typeface="Arial"/>
            </a:endParaRPr>
          </a:p>
        </p:txBody>
      </p:sp>
      <p:sp>
        <p:nvSpPr>
          <p:cNvPr id="59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9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6A322C3-5A14-4827-A54E-BC614BA5168D}" type="slidenum">
              <a:t>37</a:t>
            </a:fld>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593" name=""/>
          <p:cNvGrpSpPr/>
          <p:nvPr/>
        </p:nvGrpSpPr>
        <p:grpSpPr>
          <a:xfrm>
            <a:off x="2847960" y="1953720"/>
            <a:ext cx="3271320" cy="3245040"/>
            <a:chOff x="2847960" y="1953720"/>
            <a:chExt cx="3271320" cy="3245040"/>
          </a:xfrm>
        </p:grpSpPr>
        <p:sp>
          <p:nvSpPr>
            <p:cNvPr id="594" name=""/>
            <p:cNvSpPr/>
            <p:nvPr/>
          </p:nvSpPr>
          <p:spPr>
            <a:xfrm>
              <a:off x="4212000" y="2299320"/>
              <a:ext cx="1333440" cy="1435680"/>
            </a:xfrm>
            <a:prstGeom prst="rect">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95" name=""/>
            <p:cNvSpPr/>
            <p:nvPr/>
          </p:nvSpPr>
          <p:spPr>
            <a:xfrm>
              <a:off x="4782600" y="1957320"/>
              <a:ext cx="1333080" cy="1382760"/>
            </a:xfrm>
            <a:prstGeom prst="rect">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596" name=""/>
            <p:cNvSpPr/>
            <p:nvPr/>
          </p:nvSpPr>
          <p:spPr>
            <a:xfrm flipV="1">
              <a:off x="4212000" y="1953720"/>
              <a:ext cx="572400" cy="34020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97" name=""/>
            <p:cNvSpPr/>
            <p:nvPr/>
          </p:nvSpPr>
          <p:spPr>
            <a:xfrm flipV="1">
              <a:off x="5548680" y="1956960"/>
              <a:ext cx="569160" cy="34020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98" name=""/>
            <p:cNvSpPr/>
            <p:nvPr/>
          </p:nvSpPr>
          <p:spPr>
            <a:xfrm flipV="1">
              <a:off x="5548680" y="3348360"/>
              <a:ext cx="570600" cy="38772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99" name=""/>
            <p:cNvSpPr/>
            <p:nvPr/>
          </p:nvSpPr>
          <p:spPr>
            <a:xfrm>
              <a:off x="2854800" y="3740040"/>
              <a:ext cx="1355400" cy="1453680"/>
            </a:xfrm>
            <a:prstGeom prst="rect">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600" name=""/>
            <p:cNvSpPr/>
            <p:nvPr/>
          </p:nvSpPr>
          <p:spPr>
            <a:xfrm>
              <a:off x="3439080" y="3342240"/>
              <a:ext cx="1341360" cy="1437480"/>
            </a:xfrm>
            <a:prstGeom prst="rect">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601" name=""/>
            <p:cNvSpPr/>
            <p:nvPr/>
          </p:nvSpPr>
          <p:spPr>
            <a:xfrm flipV="1">
              <a:off x="2847960" y="3342240"/>
              <a:ext cx="585720" cy="40104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02" name=""/>
            <p:cNvSpPr/>
            <p:nvPr/>
          </p:nvSpPr>
          <p:spPr>
            <a:xfrm flipV="1">
              <a:off x="4216680" y="3342240"/>
              <a:ext cx="562320" cy="39096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03" name=""/>
            <p:cNvSpPr/>
            <p:nvPr/>
          </p:nvSpPr>
          <p:spPr>
            <a:xfrm flipV="1">
              <a:off x="2854800" y="4782600"/>
              <a:ext cx="584280" cy="41076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04" name=""/>
            <p:cNvSpPr/>
            <p:nvPr/>
          </p:nvSpPr>
          <p:spPr>
            <a:xfrm flipV="1">
              <a:off x="4212000" y="4779720"/>
              <a:ext cx="572400" cy="41904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605" name=""/>
          <p:cNvSpPr/>
          <p:nvPr/>
        </p:nvSpPr>
        <p:spPr>
          <a:xfrm>
            <a:off x="4870440" y="2411280"/>
            <a:ext cx="5922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606" name=""/>
          <p:cNvSpPr/>
          <p:nvPr/>
        </p:nvSpPr>
        <p:spPr>
          <a:xfrm>
            <a:off x="3527280" y="3844800"/>
            <a:ext cx="59076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60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WIRE CUBES</a:t>
            </a:r>
            <a:endParaRPr b="1" lang="en-US" sz="1900" spc="-1" strike="noStrike">
              <a:solidFill>
                <a:srgbClr val="000000"/>
              </a:solidFill>
              <a:latin typeface="Arial"/>
            </a:endParaRPr>
          </a:p>
        </p:txBody>
      </p:sp>
      <p:sp>
        <p:nvSpPr>
          <p:cNvPr id="60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60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C3C7D99-3117-49E8-AD48-930236FF51B2}" type="slidenum">
              <a:t>38</a:t>
            </a:fld>
          </a:p>
        </p:txBody>
      </p:sp>
    </p:spTree>
  </p:cSld>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0" name=""/>
          <p:cNvSpPr/>
          <p:nvPr/>
        </p:nvSpPr>
        <p:spPr>
          <a:xfrm>
            <a:off x="5667480" y="2643120"/>
            <a:ext cx="1858680" cy="2217960"/>
          </a:xfrm>
          <a:custGeom>
            <a:avLst/>
            <a:gdLst/>
            <a:ahLst/>
            <a:rect l="l" t="t" r="r" b="b"/>
            <a:pathLst>
              <a:path w="936" h="1151">
                <a:moveTo>
                  <a:pt x="0" y="231"/>
                </a:moveTo>
                <a:lnTo>
                  <a:pt x="599" y="231"/>
                </a:lnTo>
                <a:lnTo>
                  <a:pt x="599" y="0"/>
                </a:lnTo>
                <a:lnTo>
                  <a:pt x="935" y="575"/>
                </a:lnTo>
                <a:lnTo>
                  <a:pt x="599" y="1150"/>
                </a:lnTo>
                <a:lnTo>
                  <a:pt x="599" y="919"/>
                </a:lnTo>
                <a:lnTo>
                  <a:pt x="0" y="919"/>
                </a:lnTo>
                <a:lnTo>
                  <a:pt x="0" y="575"/>
                </a:lnTo>
                <a:lnTo>
                  <a:pt x="0" y="23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611" name=""/>
          <p:cNvSpPr/>
          <p:nvPr/>
        </p:nvSpPr>
        <p:spPr>
          <a:xfrm>
            <a:off x="4971960" y="1887480"/>
            <a:ext cx="482760" cy="3813120"/>
          </a:xfrm>
          <a:prstGeom prst="rect">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612" name=""/>
          <p:cNvSpPr/>
          <p:nvPr/>
        </p:nvSpPr>
        <p:spPr>
          <a:xfrm>
            <a:off x="3706920" y="1887480"/>
            <a:ext cx="1079280" cy="1038240"/>
          </a:xfrm>
          <a:custGeom>
            <a:avLst/>
            <a:gdLst/>
            <a:ahLst/>
            <a:rect l="l" t="t" r="r" b="b"/>
            <a:pathLst>
              <a:path w="361" h="360">
                <a:moveTo>
                  <a:pt x="0" y="72"/>
                </a:moveTo>
                <a:lnTo>
                  <a:pt x="256" y="72"/>
                </a:lnTo>
                <a:lnTo>
                  <a:pt x="256" y="0"/>
                </a:lnTo>
                <a:lnTo>
                  <a:pt x="360" y="184"/>
                </a:lnTo>
                <a:lnTo>
                  <a:pt x="256" y="359"/>
                </a:lnTo>
                <a:lnTo>
                  <a:pt x="256" y="288"/>
                </a:lnTo>
                <a:lnTo>
                  <a:pt x="0" y="288"/>
                </a:lnTo>
                <a:lnTo>
                  <a:pt x="0" y="184"/>
                </a:lnTo>
                <a:lnTo>
                  <a:pt x="0" y="7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613" name=""/>
          <p:cNvSpPr/>
          <p:nvPr/>
        </p:nvSpPr>
        <p:spPr>
          <a:xfrm>
            <a:off x="3119400" y="2813040"/>
            <a:ext cx="1077840" cy="1038240"/>
          </a:xfrm>
          <a:custGeom>
            <a:avLst/>
            <a:gdLst/>
            <a:ahLst/>
            <a:rect l="l" t="t" r="r" b="b"/>
            <a:pathLst>
              <a:path w="361" h="360">
                <a:moveTo>
                  <a:pt x="0" y="72"/>
                </a:moveTo>
                <a:lnTo>
                  <a:pt x="256" y="72"/>
                </a:lnTo>
                <a:lnTo>
                  <a:pt x="256" y="0"/>
                </a:lnTo>
                <a:lnTo>
                  <a:pt x="360" y="184"/>
                </a:lnTo>
                <a:lnTo>
                  <a:pt x="256" y="359"/>
                </a:lnTo>
                <a:lnTo>
                  <a:pt x="256" y="288"/>
                </a:lnTo>
                <a:lnTo>
                  <a:pt x="0" y="288"/>
                </a:lnTo>
                <a:lnTo>
                  <a:pt x="0" y="184"/>
                </a:lnTo>
                <a:lnTo>
                  <a:pt x="0" y="7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614" name=""/>
          <p:cNvSpPr/>
          <p:nvPr/>
        </p:nvSpPr>
        <p:spPr>
          <a:xfrm>
            <a:off x="3386160" y="3736800"/>
            <a:ext cx="1077840" cy="1038240"/>
          </a:xfrm>
          <a:custGeom>
            <a:avLst/>
            <a:gdLst/>
            <a:ahLst/>
            <a:rect l="l" t="t" r="r" b="b"/>
            <a:pathLst>
              <a:path w="361" h="360">
                <a:moveTo>
                  <a:pt x="0" y="72"/>
                </a:moveTo>
                <a:lnTo>
                  <a:pt x="256" y="72"/>
                </a:lnTo>
                <a:lnTo>
                  <a:pt x="256" y="0"/>
                </a:lnTo>
                <a:lnTo>
                  <a:pt x="360" y="184"/>
                </a:lnTo>
                <a:lnTo>
                  <a:pt x="256" y="359"/>
                </a:lnTo>
                <a:lnTo>
                  <a:pt x="256" y="288"/>
                </a:lnTo>
                <a:lnTo>
                  <a:pt x="0" y="288"/>
                </a:lnTo>
                <a:lnTo>
                  <a:pt x="0" y="184"/>
                </a:lnTo>
                <a:lnTo>
                  <a:pt x="0" y="7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615" name=""/>
          <p:cNvSpPr/>
          <p:nvPr/>
        </p:nvSpPr>
        <p:spPr>
          <a:xfrm>
            <a:off x="3706920" y="4662360"/>
            <a:ext cx="1079280" cy="1038240"/>
          </a:xfrm>
          <a:custGeom>
            <a:avLst/>
            <a:gdLst/>
            <a:ahLst/>
            <a:rect l="l" t="t" r="r" b="b"/>
            <a:pathLst>
              <a:path w="361" h="360">
                <a:moveTo>
                  <a:pt x="0" y="72"/>
                </a:moveTo>
                <a:lnTo>
                  <a:pt x="256" y="72"/>
                </a:lnTo>
                <a:lnTo>
                  <a:pt x="256" y="0"/>
                </a:lnTo>
                <a:lnTo>
                  <a:pt x="360" y="184"/>
                </a:lnTo>
                <a:lnTo>
                  <a:pt x="256" y="359"/>
                </a:lnTo>
                <a:lnTo>
                  <a:pt x="256" y="288"/>
                </a:lnTo>
                <a:lnTo>
                  <a:pt x="0" y="288"/>
                </a:lnTo>
                <a:lnTo>
                  <a:pt x="0" y="184"/>
                </a:lnTo>
                <a:lnTo>
                  <a:pt x="0" y="7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616" name=""/>
          <p:cNvSpPr/>
          <p:nvPr/>
        </p:nvSpPr>
        <p:spPr>
          <a:xfrm>
            <a:off x="1525680" y="2741760"/>
            <a:ext cx="1077840" cy="1038240"/>
          </a:xfrm>
          <a:custGeom>
            <a:avLst/>
            <a:gdLst/>
            <a:ahLst/>
            <a:rect l="l" t="t" r="r" b="b"/>
            <a:pathLst>
              <a:path w="361" h="360">
                <a:moveTo>
                  <a:pt x="0" y="72"/>
                </a:moveTo>
                <a:lnTo>
                  <a:pt x="256" y="72"/>
                </a:lnTo>
                <a:lnTo>
                  <a:pt x="256" y="0"/>
                </a:lnTo>
                <a:lnTo>
                  <a:pt x="360" y="184"/>
                </a:lnTo>
                <a:lnTo>
                  <a:pt x="256" y="359"/>
                </a:lnTo>
                <a:lnTo>
                  <a:pt x="256" y="288"/>
                </a:lnTo>
                <a:lnTo>
                  <a:pt x="0" y="288"/>
                </a:lnTo>
                <a:lnTo>
                  <a:pt x="0" y="184"/>
                </a:lnTo>
                <a:lnTo>
                  <a:pt x="0" y="7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617" name=""/>
          <p:cNvSpPr/>
          <p:nvPr/>
        </p:nvSpPr>
        <p:spPr>
          <a:xfrm>
            <a:off x="2006640" y="3736800"/>
            <a:ext cx="1079640" cy="1038240"/>
          </a:xfrm>
          <a:custGeom>
            <a:avLst/>
            <a:gdLst/>
            <a:ahLst/>
            <a:rect l="l" t="t" r="r" b="b"/>
            <a:pathLst>
              <a:path w="361" h="360">
                <a:moveTo>
                  <a:pt x="0" y="72"/>
                </a:moveTo>
                <a:lnTo>
                  <a:pt x="256" y="72"/>
                </a:lnTo>
                <a:lnTo>
                  <a:pt x="256" y="0"/>
                </a:lnTo>
                <a:lnTo>
                  <a:pt x="360" y="184"/>
                </a:lnTo>
                <a:lnTo>
                  <a:pt x="256" y="359"/>
                </a:lnTo>
                <a:lnTo>
                  <a:pt x="256" y="288"/>
                </a:lnTo>
                <a:lnTo>
                  <a:pt x="0" y="288"/>
                </a:lnTo>
                <a:lnTo>
                  <a:pt x="0" y="184"/>
                </a:lnTo>
                <a:lnTo>
                  <a:pt x="0" y="7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618" name=""/>
          <p:cNvSpPr/>
          <p:nvPr/>
        </p:nvSpPr>
        <p:spPr>
          <a:xfrm>
            <a:off x="1614600" y="3138480"/>
            <a:ext cx="826920" cy="2444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19" name=""/>
          <p:cNvSpPr/>
          <p:nvPr/>
        </p:nvSpPr>
        <p:spPr>
          <a:xfrm>
            <a:off x="2095560" y="4133880"/>
            <a:ext cx="828720" cy="2444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20" name=""/>
          <p:cNvSpPr/>
          <p:nvPr/>
        </p:nvSpPr>
        <p:spPr>
          <a:xfrm>
            <a:off x="3795840" y="2284560"/>
            <a:ext cx="828720" cy="2444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21" name=""/>
          <p:cNvSpPr/>
          <p:nvPr/>
        </p:nvSpPr>
        <p:spPr>
          <a:xfrm>
            <a:off x="3208320" y="3209760"/>
            <a:ext cx="827280" cy="24480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22" name=""/>
          <p:cNvSpPr/>
          <p:nvPr/>
        </p:nvSpPr>
        <p:spPr>
          <a:xfrm>
            <a:off x="3475080" y="4133880"/>
            <a:ext cx="826920" cy="2444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23" name=""/>
          <p:cNvSpPr/>
          <p:nvPr/>
        </p:nvSpPr>
        <p:spPr>
          <a:xfrm>
            <a:off x="3795840" y="5059440"/>
            <a:ext cx="826920" cy="2444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24" name=""/>
          <p:cNvSpPr/>
          <p:nvPr/>
        </p:nvSpPr>
        <p:spPr>
          <a:xfrm>
            <a:off x="5756400" y="3629160"/>
            <a:ext cx="1365120" cy="244440"/>
          </a:xfrm>
          <a:prstGeom prst="rect">
            <a:avLst/>
          </a:prstGeom>
          <a:noFill/>
          <a:ln w="0">
            <a:noFill/>
          </a:ln>
        </p:spPr>
        <p:style>
          <a:lnRef idx="0"/>
          <a:fillRef idx="0"/>
          <a:effectRef idx="0"/>
          <a:fontRef idx="minor"/>
        </p:style>
        <p:txBody>
          <a:bodyPr lIns="0" rIns="0" tIns="0" bIns="0" anchor="ctr">
            <a:normAutofit/>
          </a:bodyPr>
          <a:p>
            <a:pP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2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ARROWS</a:t>
            </a:r>
            <a:endParaRPr b="1" lang="en-US" sz="1900" spc="-1" strike="noStrike">
              <a:solidFill>
                <a:srgbClr val="000000"/>
              </a:solidFill>
              <a:latin typeface="Arial"/>
            </a:endParaRPr>
          </a:p>
        </p:txBody>
      </p:sp>
      <p:sp>
        <p:nvSpPr>
          <p:cNvPr id="62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62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E850120-ACFE-4D8D-8EA1-DAC604516888}" type="slidenum">
              <a:t>39</a:t>
            </a:fld>
          </a:p>
        </p:txBody>
      </p:sp>
    </p:spTree>
  </p:cSld>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1</a:t>
            </a:r>
            <a:endParaRPr b="1" lang="en-US" sz="1900" spc="-1" strike="noStrike">
              <a:solidFill>
                <a:srgbClr val="000000"/>
              </a:solidFill>
              <a:latin typeface="Arial"/>
            </a:endParaRPr>
          </a:p>
        </p:txBody>
      </p:sp>
      <p:sp>
        <p:nvSpPr>
          <p:cNvPr id="629" name=""/>
          <p:cNvSpPr/>
          <p:nvPr/>
        </p:nvSpPr>
        <p:spPr>
          <a:xfrm>
            <a:off x="2044800" y="2079720"/>
            <a:ext cx="4860720" cy="996840"/>
          </a:xfrm>
          <a:prstGeom prst="cube">
            <a:avLst>
              <a:gd name="adj" fmla="val 25000"/>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630" name=""/>
          <p:cNvGrpSpPr/>
          <p:nvPr/>
        </p:nvGrpSpPr>
        <p:grpSpPr>
          <a:xfrm>
            <a:off x="2629080" y="3084480"/>
            <a:ext cx="3650760" cy="1114200"/>
            <a:chOff x="2629080" y="3084480"/>
            <a:chExt cx="3650760" cy="1114200"/>
          </a:xfrm>
        </p:grpSpPr>
        <p:sp>
          <p:nvSpPr>
            <p:cNvPr id="631" name=""/>
            <p:cNvSpPr/>
            <p:nvPr/>
          </p:nvSpPr>
          <p:spPr>
            <a:xfrm>
              <a:off x="2629080" y="308448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32" name=""/>
            <p:cNvSpPr/>
            <p:nvPr/>
          </p:nvSpPr>
          <p:spPr>
            <a:xfrm>
              <a:off x="3358080" y="308448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33" name=""/>
            <p:cNvSpPr/>
            <p:nvPr/>
          </p:nvSpPr>
          <p:spPr>
            <a:xfrm>
              <a:off x="4087440" y="308448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34" name=""/>
            <p:cNvSpPr/>
            <p:nvPr/>
          </p:nvSpPr>
          <p:spPr>
            <a:xfrm>
              <a:off x="4818960" y="308448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35" name=""/>
            <p:cNvSpPr/>
            <p:nvPr/>
          </p:nvSpPr>
          <p:spPr>
            <a:xfrm>
              <a:off x="5548320" y="308448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36" name=""/>
            <p:cNvSpPr/>
            <p:nvPr/>
          </p:nvSpPr>
          <p:spPr>
            <a:xfrm>
              <a:off x="6279840" y="308448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grpSp>
        <p:nvGrpSpPr>
          <p:cNvPr id="637" name=""/>
          <p:cNvGrpSpPr/>
          <p:nvPr/>
        </p:nvGrpSpPr>
        <p:grpSpPr>
          <a:xfrm>
            <a:off x="2629080" y="1143000"/>
            <a:ext cx="3627000" cy="1114200"/>
            <a:chOff x="2629080" y="1143000"/>
            <a:chExt cx="3627000" cy="1114200"/>
          </a:xfrm>
        </p:grpSpPr>
        <p:sp>
          <p:nvSpPr>
            <p:cNvPr id="638" name=""/>
            <p:cNvSpPr/>
            <p:nvPr/>
          </p:nvSpPr>
          <p:spPr>
            <a:xfrm>
              <a:off x="262908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39" name=""/>
            <p:cNvSpPr/>
            <p:nvPr/>
          </p:nvSpPr>
          <p:spPr>
            <a:xfrm>
              <a:off x="285444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0" name=""/>
            <p:cNvSpPr/>
            <p:nvPr/>
          </p:nvSpPr>
          <p:spPr>
            <a:xfrm>
              <a:off x="308016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1" name=""/>
            <p:cNvSpPr/>
            <p:nvPr/>
          </p:nvSpPr>
          <p:spPr>
            <a:xfrm>
              <a:off x="330804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2" name=""/>
            <p:cNvSpPr/>
            <p:nvPr/>
          </p:nvSpPr>
          <p:spPr>
            <a:xfrm>
              <a:off x="353376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3" name=""/>
            <p:cNvSpPr/>
            <p:nvPr/>
          </p:nvSpPr>
          <p:spPr>
            <a:xfrm>
              <a:off x="376236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4" name=""/>
            <p:cNvSpPr/>
            <p:nvPr/>
          </p:nvSpPr>
          <p:spPr>
            <a:xfrm>
              <a:off x="421560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5" name=""/>
            <p:cNvSpPr/>
            <p:nvPr/>
          </p:nvSpPr>
          <p:spPr>
            <a:xfrm>
              <a:off x="398772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6" name=""/>
            <p:cNvSpPr/>
            <p:nvPr/>
          </p:nvSpPr>
          <p:spPr>
            <a:xfrm>
              <a:off x="444132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7" name=""/>
            <p:cNvSpPr/>
            <p:nvPr/>
          </p:nvSpPr>
          <p:spPr>
            <a:xfrm>
              <a:off x="466704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8" name=""/>
            <p:cNvSpPr/>
            <p:nvPr/>
          </p:nvSpPr>
          <p:spPr>
            <a:xfrm>
              <a:off x="489492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49" name=""/>
            <p:cNvSpPr/>
            <p:nvPr/>
          </p:nvSpPr>
          <p:spPr>
            <a:xfrm>
              <a:off x="512064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50" name=""/>
            <p:cNvSpPr/>
            <p:nvPr/>
          </p:nvSpPr>
          <p:spPr>
            <a:xfrm>
              <a:off x="534852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51" name=""/>
            <p:cNvSpPr/>
            <p:nvPr/>
          </p:nvSpPr>
          <p:spPr>
            <a:xfrm>
              <a:off x="557424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52" name=""/>
            <p:cNvSpPr/>
            <p:nvPr/>
          </p:nvSpPr>
          <p:spPr>
            <a:xfrm>
              <a:off x="580248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53" name=""/>
            <p:cNvSpPr/>
            <p:nvPr/>
          </p:nvSpPr>
          <p:spPr>
            <a:xfrm>
              <a:off x="602820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54" name=""/>
            <p:cNvSpPr/>
            <p:nvPr/>
          </p:nvSpPr>
          <p:spPr>
            <a:xfrm>
              <a:off x="6256080" y="1143000"/>
              <a:ext cx="0" cy="1114200"/>
            </a:xfrm>
            <a:prstGeom prst="line">
              <a:avLst/>
            </a:prstGeom>
            <a:ln w="25560">
              <a:solidFill>
                <a:srgbClr val="000000"/>
              </a:solidFill>
              <a:miter/>
              <a:tailEnd len="lg"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655" name=""/>
          <p:cNvSpPr/>
          <p:nvPr/>
        </p:nvSpPr>
        <p:spPr>
          <a:xfrm>
            <a:off x="2097000" y="2573280"/>
            <a:ext cx="4496040" cy="244440"/>
          </a:xfrm>
          <a:prstGeom prst="rect">
            <a:avLst/>
          </a:prstGeom>
          <a:noFill/>
          <a:ln w="0">
            <a:noFill/>
          </a:ln>
        </p:spPr>
        <p:style>
          <a:lnRef idx="0"/>
          <a:fillRef idx="0"/>
          <a:effectRef idx="0"/>
          <a:fontRef idx="minor"/>
        </p:style>
        <p:txBody>
          <a:bodyPr lIns="0" rIns="0" tIns="0" bIns="0" anchor="ctr">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5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65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F7FCE9F7-8476-49EE-BEFF-7B475CC6FDD5}" type="slidenum">
              <a:t>40</a:t>
            </a:fld>
          </a:p>
        </p:txBody>
      </p:sp>
    </p:spTree>
  </p:cSld>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2</a:t>
            </a:r>
            <a:endParaRPr b="1" lang="en-US" sz="1900" spc="-1" strike="noStrike">
              <a:solidFill>
                <a:srgbClr val="000000"/>
              </a:solidFill>
              <a:latin typeface="Arial"/>
            </a:endParaRPr>
          </a:p>
        </p:txBody>
      </p:sp>
      <p:sp>
        <p:nvSpPr>
          <p:cNvPr id="659" name=""/>
          <p:cNvSpPr/>
          <p:nvPr/>
        </p:nvSpPr>
        <p:spPr>
          <a:xfrm>
            <a:off x="1987560" y="2214720"/>
            <a:ext cx="4911840" cy="41724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660" name=""/>
          <p:cNvSpPr/>
          <p:nvPr/>
        </p:nvSpPr>
        <p:spPr>
          <a:xfrm>
            <a:off x="1987560" y="153180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661" name=""/>
          <p:cNvGrpSpPr/>
          <p:nvPr/>
        </p:nvGrpSpPr>
        <p:grpSpPr>
          <a:xfrm>
            <a:off x="2451240" y="1963800"/>
            <a:ext cx="4001760" cy="315360"/>
            <a:chOff x="2451240" y="1963800"/>
            <a:chExt cx="4001760" cy="315360"/>
          </a:xfrm>
        </p:grpSpPr>
        <p:sp>
          <p:nvSpPr>
            <p:cNvPr id="662" name=""/>
            <p:cNvSpPr/>
            <p:nvPr/>
          </p:nvSpPr>
          <p:spPr>
            <a:xfrm>
              <a:off x="245124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63" name=""/>
            <p:cNvSpPr/>
            <p:nvPr/>
          </p:nvSpPr>
          <p:spPr>
            <a:xfrm>
              <a:off x="325008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64" name=""/>
            <p:cNvSpPr/>
            <p:nvPr/>
          </p:nvSpPr>
          <p:spPr>
            <a:xfrm>
              <a:off x="405000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65" name=""/>
            <p:cNvSpPr/>
            <p:nvPr/>
          </p:nvSpPr>
          <p:spPr>
            <a:xfrm>
              <a:off x="485136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66" name=""/>
            <p:cNvSpPr/>
            <p:nvPr/>
          </p:nvSpPr>
          <p:spPr>
            <a:xfrm>
              <a:off x="565092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67" name=""/>
            <p:cNvSpPr/>
            <p:nvPr/>
          </p:nvSpPr>
          <p:spPr>
            <a:xfrm>
              <a:off x="645300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sp>
        <p:nvSpPr>
          <p:cNvPr id="668" name=""/>
          <p:cNvSpPr/>
          <p:nvPr/>
        </p:nvSpPr>
        <p:spPr>
          <a:xfrm>
            <a:off x="4494240" y="264492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669" name=""/>
          <p:cNvGrpSpPr/>
          <p:nvPr/>
        </p:nvGrpSpPr>
        <p:grpSpPr>
          <a:xfrm>
            <a:off x="2413080" y="1143000"/>
            <a:ext cx="4077360" cy="477360"/>
            <a:chOff x="2413080" y="1143000"/>
            <a:chExt cx="4077360" cy="477360"/>
          </a:xfrm>
        </p:grpSpPr>
        <p:sp>
          <p:nvSpPr>
            <p:cNvPr id="670" name=""/>
            <p:cNvSpPr/>
            <p:nvPr/>
          </p:nvSpPr>
          <p:spPr>
            <a:xfrm>
              <a:off x="24130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71" name=""/>
            <p:cNvSpPr/>
            <p:nvPr/>
          </p:nvSpPr>
          <p:spPr>
            <a:xfrm>
              <a:off x="264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72" name=""/>
            <p:cNvSpPr/>
            <p:nvPr/>
          </p:nvSpPr>
          <p:spPr>
            <a:xfrm>
              <a:off x="286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73" name=""/>
            <p:cNvSpPr/>
            <p:nvPr/>
          </p:nvSpPr>
          <p:spPr>
            <a:xfrm>
              <a:off x="309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74" name=""/>
            <p:cNvSpPr/>
            <p:nvPr/>
          </p:nvSpPr>
          <p:spPr>
            <a:xfrm>
              <a:off x="33274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75" name=""/>
            <p:cNvSpPr/>
            <p:nvPr/>
          </p:nvSpPr>
          <p:spPr>
            <a:xfrm>
              <a:off x="3558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76" name=""/>
            <p:cNvSpPr/>
            <p:nvPr/>
          </p:nvSpPr>
          <p:spPr>
            <a:xfrm>
              <a:off x="40165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77" name=""/>
            <p:cNvSpPr/>
            <p:nvPr/>
          </p:nvSpPr>
          <p:spPr>
            <a:xfrm>
              <a:off x="37857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78" name=""/>
            <p:cNvSpPr/>
            <p:nvPr/>
          </p:nvSpPr>
          <p:spPr>
            <a:xfrm>
              <a:off x="42444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79" name=""/>
            <p:cNvSpPr/>
            <p:nvPr/>
          </p:nvSpPr>
          <p:spPr>
            <a:xfrm>
              <a:off x="44726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80" name=""/>
            <p:cNvSpPr/>
            <p:nvPr/>
          </p:nvSpPr>
          <p:spPr>
            <a:xfrm>
              <a:off x="47026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81" name=""/>
            <p:cNvSpPr/>
            <p:nvPr/>
          </p:nvSpPr>
          <p:spPr>
            <a:xfrm>
              <a:off x="49309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82" name=""/>
            <p:cNvSpPr/>
            <p:nvPr/>
          </p:nvSpPr>
          <p:spPr>
            <a:xfrm>
              <a:off x="516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83" name=""/>
            <p:cNvSpPr/>
            <p:nvPr/>
          </p:nvSpPr>
          <p:spPr>
            <a:xfrm>
              <a:off x="538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84" name=""/>
            <p:cNvSpPr/>
            <p:nvPr/>
          </p:nvSpPr>
          <p:spPr>
            <a:xfrm>
              <a:off x="561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685" name=""/>
            <p:cNvGrpSpPr/>
            <p:nvPr/>
          </p:nvGrpSpPr>
          <p:grpSpPr>
            <a:xfrm>
              <a:off x="5847480" y="1143000"/>
              <a:ext cx="206280" cy="477000"/>
              <a:chOff x="5847480" y="1143000"/>
              <a:chExt cx="206280" cy="477000"/>
            </a:xfrm>
          </p:grpSpPr>
          <p:sp>
            <p:nvSpPr>
              <p:cNvPr id="686" name=""/>
              <p:cNvSpPr/>
              <p:nvPr/>
            </p:nvSpPr>
            <p:spPr>
              <a:xfrm>
                <a:off x="584748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87" name=""/>
              <p:cNvSpPr/>
              <p:nvPr/>
            </p:nvSpPr>
            <p:spPr>
              <a:xfrm>
                <a:off x="605376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688" name=""/>
            <p:cNvGrpSpPr/>
            <p:nvPr/>
          </p:nvGrpSpPr>
          <p:grpSpPr>
            <a:xfrm>
              <a:off x="6284520" y="1143000"/>
              <a:ext cx="205920" cy="477000"/>
              <a:chOff x="6284520" y="1143000"/>
              <a:chExt cx="205920" cy="477000"/>
            </a:xfrm>
          </p:grpSpPr>
          <p:sp>
            <p:nvSpPr>
              <p:cNvPr id="689" name=""/>
              <p:cNvSpPr/>
              <p:nvPr/>
            </p:nvSpPr>
            <p:spPr>
              <a:xfrm>
                <a:off x="628452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690" name=""/>
              <p:cNvSpPr/>
              <p:nvPr/>
            </p:nvSpPr>
            <p:spPr>
              <a:xfrm>
                <a:off x="649044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sp>
        <p:nvSpPr>
          <p:cNvPr id="691" name=""/>
          <p:cNvSpPr/>
          <p:nvPr/>
        </p:nvSpPr>
        <p:spPr>
          <a:xfrm>
            <a:off x="2090880" y="16653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92" name=""/>
          <p:cNvSpPr/>
          <p:nvPr/>
        </p:nvSpPr>
        <p:spPr>
          <a:xfrm>
            <a:off x="2090880" y="234468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69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69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AA1ABF37-4711-4A56-B4A3-A50490AD2C9F}" type="slidenum">
              <a:t>41</a:t>
            </a:fld>
          </a:p>
        </p:txBody>
      </p:sp>
    </p:spTree>
  </p:cSld>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3</a:t>
            </a:r>
            <a:endParaRPr b="1" lang="en-US" sz="1900" spc="-1" strike="noStrike">
              <a:solidFill>
                <a:srgbClr val="000000"/>
              </a:solidFill>
              <a:latin typeface="Arial"/>
            </a:endParaRPr>
          </a:p>
        </p:txBody>
      </p:sp>
      <p:sp>
        <p:nvSpPr>
          <p:cNvPr id="696" name=""/>
          <p:cNvSpPr/>
          <p:nvPr/>
        </p:nvSpPr>
        <p:spPr>
          <a:xfrm>
            <a:off x="1987560" y="288756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697" name=""/>
          <p:cNvSpPr/>
          <p:nvPr/>
        </p:nvSpPr>
        <p:spPr>
          <a:xfrm>
            <a:off x="1987560" y="221292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698" name=""/>
          <p:cNvSpPr/>
          <p:nvPr/>
        </p:nvSpPr>
        <p:spPr>
          <a:xfrm>
            <a:off x="1987560" y="153180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699" name=""/>
          <p:cNvGrpSpPr/>
          <p:nvPr/>
        </p:nvGrpSpPr>
        <p:grpSpPr>
          <a:xfrm>
            <a:off x="3768840" y="2638440"/>
            <a:ext cx="1390320" cy="313920"/>
            <a:chOff x="3768840" y="2638440"/>
            <a:chExt cx="1390320" cy="313920"/>
          </a:xfrm>
        </p:grpSpPr>
        <p:sp>
          <p:nvSpPr>
            <p:cNvPr id="700" name=""/>
            <p:cNvSpPr/>
            <p:nvPr/>
          </p:nvSpPr>
          <p:spPr>
            <a:xfrm>
              <a:off x="376884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01" name=""/>
            <p:cNvSpPr/>
            <p:nvPr/>
          </p:nvSpPr>
          <p:spPr>
            <a:xfrm>
              <a:off x="515916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702" name=""/>
          <p:cNvGrpSpPr/>
          <p:nvPr/>
        </p:nvGrpSpPr>
        <p:grpSpPr>
          <a:xfrm>
            <a:off x="2451240" y="1963800"/>
            <a:ext cx="4001760" cy="315360"/>
            <a:chOff x="2451240" y="1963800"/>
            <a:chExt cx="4001760" cy="315360"/>
          </a:xfrm>
        </p:grpSpPr>
        <p:sp>
          <p:nvSpPr>
            <p:cNvPr id="703" name=""/>
            <p:cNvSpPr/>
            <p:nvPr/>
          </p:nvSpPr>
          <p:spPr>
            <a:xfrm>
              <a:off x="245124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04" name=""/>
            <p:cNvSpPr/>
            <p:nvPr/>
          </p:nvSpPr>
          <p:spPr>
            <a:xfrm>
              <a:off x="325008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05" name=""/>
            <p:cNvSpPr/>
            <p:nvPr/>
          </p:nvSpPr>
          <p:spPr>
            <a:xfrm>
              <a:off x="405000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06" name=""/>
            <p:cNvSpPr/>
            <p:nvPr/>
          </p:nvSpPr>
          <p:spPr>
            <a:xfrm>
              <a:off x="485136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07" name=""/>
            <p:cNvSpPr/>
            <p:nvPr/>
          </p:nvSpPr>
          <p:spPr>
            <a:xfrm>
              <a:off x="565092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08" name=""/>
            <p:cNvSpPr/>
            <p:nvPr/>
          </p:nvSpPr>
          <p:spPr>
            <a:xfrm>
              <a:off x="645300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sp>
        <p:nvSpPr>
          <p:cNvPr id="709" name=""/>
          <p:cNvSpPr/>
          <p:nvPr/>
        </p:nvSpPr>
        <p:spPr>
          <a:xfrm>
            <a:off x="4494240" y="331776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710" name=""/>
          <p:cNvGrpSpPr/>
          <p:nvPr/>
        </p:nvGrpSpPr>
        <p:grpSpPr>
          <a:xfrm>
            <a:off x="2413080" y="1143000"/>
            <a:ext cx="4077360" cy="477360"/>
            <a:chOff x="2413080" y="1143000"/>
            <a:chExt cx="4077360" cy="477360"/>
          </a:xfrm>
        </p:grpSpPr>
        <p:sp>
          <p:nvSpPr>
            <p:cNvPr id="711" name=""/>
            <p:cNvSpPr/>
            <p:nvPr/>
          </p:nvSpPr>
          <p:spPr>
            <a:xfrm>
              <a:off x="24130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12" name=""/>
            <p:cNvSpPr/>
            <p:nvPr/>
          </p:nvSpPr>
          <p:spPr>
            <a:xfrm>
              <a:off x="264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13" name=""/>
            <p:cNvSpPr/>
            <p:nvPr/>
          </p:nvSpPr>
          <p:spPr>
            <a:xfrm>
              <a:off x="286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14" name=""/>
            <p:cNvSpPr/>
            <p:nvPr/>
          </p:nvSpPr>
          <p:spPr>
            <a:xfrm>
              <a:off x="309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15" name=""/>
            <p:cNvSpPr/>
            <p:nvPr/>
          </p:nvSpPr>
          <p:spPr>
            <a:xfrm>
              <a:off x="33274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16" name=""/>
            <p:cNvSpPr/>
            <p:nvPr/>
          </p:nvSpPr>
          <p:spPr>
            <a:xfrm>
              <a:off x="3558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17" name=""/>
            <p:cNvSpPr/>
            <p:nvPr/>
          </p:nvSpPr>
          <p:spPr>
            <a:xfrm>
              <a:off x="40165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18" name=""/>
            <p:cNvSpPr/>
            <p:nvPr/>
          </p:nvSpPr>
          <p:spPr>
            <a:xfrm>
              <a:off x="37857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19" name=""/>
            <p:cNvSpPr/>
            <p:nvPr/>
          </p:nvSpPr>
          <p:spPr>
            <a:xfrm>
              <a:off x="42444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20" name=""/>
            <p:cNvSpPr/>
            <p:nvPr/>
          </p:nvSpPr>
          <p:spPr>
            <a:xfrm>
              <a:off x="44726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21" name=""/>
            <p:cNvSpPr/>
            <p:nvPr/>
          </p:nvSpPr>
          <p:spPr>
            <a:xfrm>
              <a:off x="47026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22" name=""/>
            <p:cNvSpPr/>
            <p:nvPr/>
          </p:nvSpPr>
          <p:spPr>
            <a:xfrm>
              <a:off x="49309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23" name=""/>
            <p:cNvSpPr/>
            <p:nvPr/>
          </p:nvSpPr>
          <p:spPr>
            <a:xfrm>
              <a:off x="516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24" name=""/>
            <p:cNvSpPr/>
            <p:nvPr/>
          </p:nvSpPr>
          <p:spPr>
            <a:xfrm>
              <a:off x="538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25" name=""/>
            <p:cNvSpPr/>
            <p:nvPr/>
          </p:nvSpPr>
          <p:spPr>
            <a:xfrm>
              <a:off x="561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726" name=""/>
            <p:cNvGrpSpPr/>
            <p:nvPr/>
          </p:nvGrpSpPr>
          <p:grpSpPr>
            <a:xfrm>
              <a:off x="5847480" y="1143000"/>
              <a:ext cx="206280" cy="477000"/>
              <a:chOff x="5847480" y="1143000"/>
              <a:chExt cx="206280" cy="477000"/>
            </a:xfrm>
          </p:grpSpPr>
          <p:sp>
            <p:nvSpPr>
              <p:cNvPr id="727" name=""/>
              <p:cNvSpPr/>
              <p:nvPr/>
            </p:nvSpPr>
            <p:spPr>
              <a:xfrm>
                <a:off x="584748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28" name=""/>
              <p:cNvSpPr/>
              <p:nvPr/>
            </p:nvSpPr>
            <p:spPr>
              <a:xfrm>
                <a:off x="605376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729" name=""/>
            <p:cNvGrpSpPr/>
            <p:nvPr/>
          </p:nvGrpSpPr>
          <p:grpSpPr>
            <a:xfrm>
              <a:off x="6284520" y="1143000"/>
              <a:ext cx="205920" cy="477000"/>
              <a:chOff x="6284520" y="1143000"/>
              <a:chExt cx="205920" cy="477000"/>
            </a:xfrm>
          </p:grpSpPr>
          <p:sp>
            <p:nvSpPr>
              <p:cNvPr id="730" name=""/>
              <p:cNvSpPr/>
              <p:nvPr/>
            </p:nvSpPr>
            <p:spPr>
              <a:xfrm>
                <a:off x="628452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31" name=""/>
              <p:cNvSpPr/>
              <p:nvPr/>
            </p:nvSpPr>
            <p:spPr>
              <a:xfrm>
                <a:off x="649044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sp>
        <p:nvSpPr>
          <p:cNvPr id="732" name=""/>
          <p:cNvSpPr/>
          <p:nvPr/>
        </p:nvSpPr>
        <p:spPr>
          <a:xfrm>
            <a:off x="2090880" y="1671480"/>
            <a:ext cx="4671720" cy="24480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733" name=""/>
          <p:cNvSpPr/>
          <p:nvPr/>
        </p:nvSpPr>
        <p:spPr>
          <a:xfrm>
            <a:off x="2090880" y="23493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734" name=""/>
          <p:cNvSpPr/>
          <p:nvPr/>
        </p:nvSpPr>
        <p:spPr>
          <a:xfrm>
            <a:off x="2090880" y="30225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73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3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E2921F7-96EF-4E93-9EB8-1445CCA85728}" type="slidenum">
              <a:t>42</a:t>
            </a:fld>
          </a:p>
        </p:txBody>
      </p:sp>
    </p:spTree>
  </p:cSld>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3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4</a:t>
            </a:r>
            <a:endParaRPr b="1" lang="en-US" sz="1900" spc="-1" strike="noStrike">
              <a:solidFill>
                <a:srgbClr val="000000"/>
              </a:solidFill>
              <a:latin typeface="Arial"/>
            </a:endParaRPr>
          </a:p>
        </p:txBody>
      </p:sp>
      <p:sp>
        <p:nvSpPr>
          <p:cNvPr id="738" name=""/>
          <p:cNvSpPr/>
          <p:nvPr/>
        </p:nvSpPr>
        <p:spPr>
          <a:xfrm>
            <a:off x="1987560" y="357336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739" name=""/>
          <p:cNvSpPr/>
          <p:nvPr/>
        </p:nvSpPr>
        <p:spPr>
          <a:xfrm>
            <a:off x="1987560" y="2892600"/>
            <a:ext cx="4911840" cy="41724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740" name=""/>
          <p:cNvSpPr/>
          <p:nvPr/>
        </p:nvSpPr>
        <p:spPr>
          <a:xfrm>
            <a:off x="1987560" y="221292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741" name=""/>
          <p:cNvSpPr/>
          <p:nvPr/>
        </p:nvSpPr>
        <p:spPr>
          <a:xfrm>
            <a:off x="1987560" y="153180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742" name=""/>
          <p:cNvGrpSpPr/>
          <p:nvPr/>
        </p:nvGrpSpPr>
        <p:grpSpPr>
          <a:xfrm>
            <a:off x="3768840" y="3324240"/>
            <a:ext cx="1390320" cy="313920"/>
            <a:chOff x="3768840" y="3324240"/>
            <a:chExt cx="1390320" cy="313920"/>
          </a:xfrm>
        </p:grpSpPr>
        <p:sp>
          <p:nvSpPr>
            <p:cNvPr id="743" name=""/>
            <p:cNvSpPr/>
            <p:nvPr/>
          </p:nvSpPr>
          <p:spPr>
            <a:xfrm>
              <a:off x="3768840" y="33242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44" name=""/>
            <p:cNvSpPr/>
            <p:nvPr/>
          </p:nvSpPr>
          <p:spPr>
            <a:xfrm>
              <a:off x="5159160" y="33242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745" name=""/>
          <p:cNvGrpSpPr/>
          <p:nvPr/>
        </p:nvGrpSpPr>
        <p:grpSpPr>
          <a:xfrm>
            <a:off x="2470320" y="2641680"/>
            <a:ext cx="3982680" cy="317160"/>
            <a:chOff x="2470320" y="2641680"/>
            <a:chExt cx="3982680" cy="317160"/>
          </a:xfrm>
        </p:grpSpPr>
        <p:sp>
          <p:nvSpPr>
            <p:cNvPr id="746" name=""/>
            <p:cNvSpPr/>
            <p:nvPr/>
          </p:nvSpPr>
          <p:spPr>
            <a:xfrm>
              <a:off x="3798000" y="2641680"/>
              <a:ext cx="0" cy="3171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47" name=""/>
            <p:cNvSpPr/>
            <p:nvPr/>
          </p:nvSpPr>
          <p:spPr>
            <a:xfrm>
              <a:off x="6453000" y="2641680"/>
              <a:ext cx="0" cy="3171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48" name=""/>
            <p:cNvSpPr/>
            <p:nvPr/>
          </p:nvSpPr>
          <p:spPr>
            <a:xfrm>
              <a:off x="5125320" y="2641680"/>
              <a:ext cx="0" cy="3171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49" name=""/>
            <p:cNvSpPr/>
            <p:nvPr/>
          </p:nvSpPr>
          <p:spPr>
            <a:xfrm>
              <a:off x="2470320" y="2641680"/>
              <a:ext cx="0" cy="3171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750" name=""/>
          <p:cNvGrpSpPr/>
          <p:nvPr/>
        </p:nvGrpSpPr>
        <p:grpSpPr>
          <a:xfrm>
            <a:off x="2451240" y="1963800"/>
            <a:ext cx="4001760" cy="315360"/>
            <a:chOff x="2451240" y="1963800"/>
            <a:chExt cx="4001760" cy="315360"/>
          </a:xfrm>
        </p:grpSpPr>
        <p:sp>
          <p:nvSpPr>
            <p:cNvPr id="751" name=""/>
            <p:cNvSpPr/>
            <p:nvPr/>
          </p:nvSpPr>
          <p:spPr>
            <a:xfrm>
              <a:off x="245124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52" name=""/>
            <p:cNvSpPr/>
            <p:nvPr/>
          </p:nvSpPr>
          <p:spPr>
            <a:xfrm>
              <a:off x="325008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53" name=""/>
            <p:cNvSpPr/>
            <p:nvPr/>
          </p:nvSpPr>
          <p:spPr>
            <a:xfrm>
              <a:off x="405000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54" name=""/>
            <p:cNvSpPr/>
            <p:nvPr/>
          </p:nvSpPr>
          <p:spPr>
            <a:xfrm>
              <a:off x="485136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55" name=""/>
            <p:cNvSpPr/>
            <p:nvPr/>
          </p:nvSpPr>
          <p:spPr>
            <a:xfrm>
              <a:off x="565092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56" name=""/>
            <p:cNvSpPr/>
            <p:nvPr/>
          </p:nvSpPr>
          <p:spPr>
            <a:xfrm>
              <a:off x="6453000" y="19638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sp>
        <p:nvSpPr>
          <p:cNvPr id="757" name=""/>
          <p:cNvSpPr/>
          <p:nvPr/>
        </p:nvSpPr>
        <p:spPr>
          <a:xfrm>
            <a:off x="4494240" y="400356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758" name=""/>
          <p:cNvGrpSpPr/>
          <p:nvPr/>
        </p:nvGrpSpPr>
        <p:grpSpPr>
          <a:xfrm>
            <a:off x="2413080" y="1143000"/>
            <a:ext cx="4077360" cy="477360"/>
            <a:chOff x="2413080" y="1143000"/>
            <a:chExt cx="4077360" cy="477360"/>
          </a:xfrm>
        </p:grpSpPr>
        <p:sp>
          <p:nvSpPr>
            <p:cNvPr id="759" name=""/>
            <p:cNvSpPr/>
            <p:nvPr/>
          </p:nvSpPr>
          <p:spPr>
            <a:xfrm>
              <a:off x="24130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0" name=""/>
            <p:cNvSpPr/>
            <p:nvPr/>
          </p:nvSpPr>
          <p:spPr>
            <a:xfrm>
              <a:off x="264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1" name=""/>
            <p:cNvSpPr/>
            <p:nvPr/>
          </p:nvSpPr>
          <p:spPr>
            <a:xfrm>
              <a:off x="286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2" name=""/>
            <p:cNvSpPr/>
            <p:nvPr/>
          </p:nvSpPr>
          <p:spPr>
            <a:xfrm>
              <a:off x="309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3" name=""/>
            <p:cNvSpPr/>
            <p:nvPr/>
          </p:nvSpPr>
          <p:spPr>
            <a:xfrm>
              <a:off x="33274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4" name=""/>
            <p:cNvSpPr/>
            <p:nvPr/>
          </p:nvSpPr>
          <p:spPr>
            <a:xfrm>
              <a:off x="3558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5" name=""/>
            <p:cNvSpPr/>
            <p:nvPr/>
          </p:nvSpPr>
          <p:spPr>
            <a:xfrm>
              <a:off x="40165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6" name=""/>
            <p:cNvSpPr/>
            <p:nvPr/>
          </p:nvSpPr>
          <p:spPr>
            <a:xfrm>
              <a:off x="37857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7" name=""/>
            <p:cNvSpPr/>
            <p:nvPr/>
          </p:nvSpPr>
          <p:spPr>
            <a:xfrm>
              <a:off x="42444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8" name=""/>
            <p:cNvSpPr/>
            <p:nvPr/>
          </p:nvSpPr>
          <p:spPr>
            <a:xfrm>
              <a:off x="44726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69" name=""/>
            <p:cNvSpPr/>
            <p:nvPr/>
          </p:nvSpPr>
          <p:spPr>
            <a:xfrm>
              <a:off x="47026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70" name=""/>
            <p:cNvSpPr/>
            <p:nvPr/>
          </p:nvSpPr>
          <p:spPr>
            <a:xfrm>
              <a:off x="49309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71" name=""/>
            <p:cNvSpPr/>
            <p:nvPr/>
          </p:nvSpPr>
          <p:spPr>
            <a:xfrm>
              <a:off x="516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72" name=""/>
            <p:cNvSpPr/>
            <p:nvPr/>
          </p:nvSpPr>
          <p:spPr>
            <a:xfrm>
              <a:off x="538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73" name=""/>
            <p:cNvSpPr/>
            <p:nvPr/>
          </p:nvSpPr>
          <p:spPr>
            <a:xfrm>
              <a:off x="561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774" name=""/>
            <p:cNvGrpSpPr/>
            <p:nvPr/>
          </p:nvGrpSpPr>
          <p:grpSpPr>
            <a:xfrm>
              <a:off x="5847480" y="1143000"/>
              <a:ext cx="206280" cy="477000"/>
              <a:chOff x="5847480" y="1143000"/>
              <a:chExt cx="206280" cy="477000"/>
            </a:xfrm>
          </p:grpSpPr>
          <p:sp>
            <p:nvSpPr>
              <p:cNvPr id="775" name=""/>
              <p:cNvSpPr/>
              <p:nvPr/>
            </p:nvSpPr>
            <p:spPr>
              <a:xfrm>
                <a:off x="584748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76" name=""/>
              <p:cNvSpPr/>
              <p:nvPr/>
            </p:nvSpPr>
            <p:spPr>
              <a:xfrm>
                <a:off x="605376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777" name=""/>
            <p:cNvGrpSpPr/>
            <p:nvPr/>
          </p:nvGrpSpPr>
          <p:grpSpPr>
            <a:xfrm>
              <a:off x="6284520" y="1143000"/>
              <a:ext cx="205920" cy="477000"/>
              <a:chOff x="6284520" y="1143000"/>
              <a:chExt cx="205920" cy="477000"/>
            </a:xfrm>
          </p:grpSpPr>
          <p:sp>
            <p:nvSpPr>
              <p:cNvPr id="778" name=""/>
              <p:cNvSpPr/>
              <p:nvPr/>
            </p:nvSpPr>
            <p:spPr>
              <a:xfrm>
                <a:off x="628452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79" name=""/>
              <p:cNvSpPr/>
              <p:nvPr/>
            </p:nvSpPr>
            <p:spPr>
              <a:xfrm>
                <a:off x="649044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sp>
        <p:nvSpPr>
          <p:cNvPr id="780" name=""/>
          <p:cNvSpPr/>
          <p:nvPr/>
        </p:nvSpPr>
        <p:spPr>
          <a:xfrm>
            <a:off x="2090880" y="167004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781" name=""/>
          <p:cNvSpPr/>
          <p:nvPr/>
        </p:nvSpPr>
        <p:spPr>
          <a:xfrm>
            <a:off x="2090880" y="23493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782" name=""/>
          <p:cNvSpPr/>
          <p:nvPr/>
        </p:nvSpPr>
        <p:spPr>
          <a:xfrm>
            <a:off x="2090880" y="302904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783" name=""/>
          <p:cNvSpPr/>
          <p:nvPr/>
        </p:nvSpPr>
        <p:spPr>
          <a:xfrm>
            <a:off x="2090880" y="37083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78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8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10FF50A-EBDE-45A2-995C-11269FCE2EFA}" type="slidenum">
              <a:t>43</a:t>
            </a:fld>
          </a:p>
        </p:txBody>
      </p:sp>
    </p:spTree>
  </p:cSld>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5</a:t>
            </a:r>
            <a:endParaRPr b="1" lang="en-US" sz="1900" spc="-1" strike="noStrike">
              <a:solidFill>
                <a:srgbClr val="000000"/>
              </a:solidFill>
              <a:latin typeface="Arial"/>
            </a:endParaRPr>
          </a:p>
        </p:txBody>
      </p:sp>
      <p:sp>
        <p:nvSpPr>
          <p:cNvPr id="787" name=""/>
          <p:cNvSpPr/>
          <p:nvPr/>
        </p:nvSpPr>
        <p:spPr>
          <a:xfrm>
            <a:off x="1987560" y="424656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788" name=""/>
          <p:cNvSpPr/>
          <p:nvPr/>
        </p:nvSpPr>
        <p:spPr>
          <a:xfrm>
            <a:off x="1987560" y="356544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789" name=""/>
          <p:cNvSpPr/>
          <p:nvPr/>
        </p:nvSpPr>
        <p:spPr>
          <a:xfrm>
            <a:off x="1987560" y="288612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790" name=""/>
          <p:cNvSpPr/>
          <p:nvPr/>
        </p:nvSpPr>
        <p:spPr>
          <a:xfrm>
            <a:off x="1987560" y="2206800"/>
            <a:ext cx="4911840" cy="41724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791" name=""/>
          <p:cNvSpPr/>
          <p:nvPr/>
        </p:nvSpPr>
        <p:spPr>
          <a:xfrm>
            <a:off x="1987560" y="153180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792" name=""/>
          <p:cNvGrpSpPr/>
          <p:nvPr/>
        </p:nvGrpSpPr>
        <p:grpSpPr>
          <a:xfrm>
            <a:off x="3768840" y="3997440"/>
            <a:ext cx="1390320" cy="313920"/>
            <a:chOff x="3768840" y="3997440"/>
            <a:chExt cx="1390320" cy="313920"/>
          </a:xfrm>
        </p:grpSpPr>
        <p:sp>
          <p:nvSpPr>
            <p:cNvPr id="793" name=""/>
            <p:cNvSpPr/>
            <p:nvPr/>
          </p:nvSpPr>
          <p:spPr>
            <a:xfrm>
              <a:off x="3768840" y="3997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94" name=""/>
            <p:cNvSpPr/>
            <p:nvPr/>
          </p:nvSpPr>
          <p:spPr>
            <a:xfrm>
              <a:off x="5159160" y="3997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795" name=""/>
          <p:cNvGrpSpPr/>
          <p:nvPr/>
        </p:nvGrpSpPr>
        <p:grpSpPr>
          <a:xfrm>
            <a:off x="2470320" y="3314880"/>
            <a:ext cx="3982680" cy="316800"/>
            <a:chOff x="2470320" y="3314880"/>
            <a:chExt cx="3982680" cy="316800"/>
          </a:xfrm>
        </p:grpSpPr>
        <p:sp>
          <p:nvSpPr>
            <p:cNvPr id="796" name=""/>
            <p:cNvSpPr/>
            <p:nvPr/>
          </p:nvSpPr>
          <p:spPr>
            <a:xfrm>
              <a:off x="3798000" y="3314880"/>
              <a:ext cx="0" cy="3168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97" name=""/>
            <p:cNvSpPr/>
            <p:nvPr/>
          </p:nvSpPr>
          <p:spPr>
            <a:xfrm>
              <a:off x="6453000" y="3314880"/>
              <a:ext cx="0" cy="3168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98" name=""/>
            <p:cNvSpPr/>
            <p:nvPr/>
          </p:nvSpPr>
          <p:spPr>
            <a:xfrm>
              <a:off x="5125320" y="3314880"/>
              <a:ext cx="0" cy="3168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799" name=""/>
            <p:cNvSpPr/>
            <p:nvPr/>
          </p:nvSpPr>
          <p:spPr>
            <a:xfrm>
              <a:off x="2470320" y="3314880"/>
              <a:ext cx="0" cy="3168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800" name=""/>
          <p:cNvGrpSpPr/>
          <p:nvPr/>
        </p:nvGrpSpPr>
        <p:grpSpPr>
          <a:xfrm>
            <a:off x="2451240" y="2637000"/>
            <a:ext cx="4001760" cy="315360"/>
            <a:chOff x="2451240" y="2637000"/>
            <a:chExt cx="4001760" cy="315360"/>
          </a:xfrm>
        </p:grpSpPr>
        <p:sp>
          <p:nvSpPr>
            <p:cNvPr id="801" name=""/>
            <p:cNvSpPr/>
            <p:nvPr/>
          </p:nvSpPr>
          <p:spPr>
            <a:xfrm>
              <a:off x="2451240" y="26370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02" name=""/>
            <p:cNvSpPr/>
            <p:nvPr/>
          </p:nvSpPr>
          <p:spPr>
            <a:xfrm>
              <a:off x="3250080" y="26370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03" name=""/>
            <p:cNvSpPr/>
            <p:nvPr/>
          </p:nvSpPr>
          <p:spPr>
            <a:xfrm>
              <a:off x="4050000" y="26370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04" name=""/>
            <p:cNvSpPr/>
            <p:nvPr/>
          </p:nvSpPr>
          <p:spPr>
            <a:xfrm>
              <a:off x="4851360" y="26370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05" name=""/>
            <p:cNvSpPr/>
            <p:nvPr/>
          </p:nvSpPr>
          <p:spPr>
            <a:xfrm>
              <a:off x="5650920" y="26370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06" name=""/>
            <p:cNvSpPr/>
            <p:nvPr/>
          </p:nvSpPr>
          <p:spPr>
            <a:xfrm>
              <a:off x="6453000" y="2637000"/>
              <a:ext cx="0" cy="315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807" name=""/>
          <p:cNvGrpSpPr/>
          <p:nvPr/>
        </p:nvGrpSpPr>
        <p:grpSpPr>
          <a:xfrm>
            <a:off x="2451240" y="1954080"/>
            <a:ext cx="4001760" cy="313920"/>
            <a:chOff x="2451240" y="1954080"/>
            <a:chExt cx="4001760" cy="313920"/>
          </a:xfrm>
        </p:grpSpPr>
        <p:sp>
          <p:nvSpPr>
            <p:cNvPr id="808" name=""/>
            <p:cNvSpPr/>
            <p:nvPr/>
          </p:nvSpPr>
          <p:spPr>
            <a:xfrm>
              <a:off x="2451240" y="195408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09" name=""/>
            <p:cNvSpPr/>
            <p:nvPr/>
          </p:nvSpPr>
          <p:spPr>
            <a:xfrm>
              <a:off x="3022200" y="195408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10" name=""/>
            <p:cNvSpPr/>
            <p:nvPr/>
          </p:nvSpPr>
          <p:spPr>
            <a:xfrm>
              <a:off x="3593880" y="195408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11" name=""/>
            <p:cNvSpPr/>
            <p:nvPr/>
          </p:nvSpPr>
          <p:spPr>
            <a:xfrm>
              <a:off x="4164840" y="195408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12" name=""/>
            <p:cNvSpPr/>
            <p:nvPr/>
          </p:nvSpPr>
          <p:spPr>
            <a:xfrm>
              <a:off x="4736520" y="195408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13" name=""/>
            <p:cNvSpPr/>
            <p:nvPr/>
          </p:nvSpPr>
          <p:spPr>
            <a:xfrm>
              <a:off x="5307480" y="195408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14" name=""/>
            <p:cNvSpPr/>
            <p:nvPr/>
          </p:nvSpPr>
          <p:spPr>
            <a:xfrm>
              <a:off x="5879160" y="195408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15" name=""/>
            <p:cNvSpPr/>
            <p:nvPr/>
          </p:nvSpPr>
          <p:spPr>
            <a:xfrm>
              <a:off x="6453000" y="195408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sp>
        <p:nvSpPr>
          <p:cNvPr id="816" name=""/>
          <p:cNvSpPr/>
          <p:nvPr/>
        </p:nvSpPr>
        <p:spPr>
          <a:xfrm>
            <a:off x="4494240" y="467676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817" name=""/>
          <p:cNvGrpSpPr/>
          <p:nvPr/>
        </p:nvGrpSpPr>
        <p:grpSpPr>
          <a:xfrm>
            <a:off x="2413080" y="1143000"/>
            <a:ext cx="4077360" cy="477360"/>
            <a:chOff x="2413080" y="1143000"/>
            <a:chExt cx="4077360" cy="477360"/>
          </a:xfrm>
        </p:grpSpPr>
        <p:sp>
          <p:nvSpPr>
            <p:cNvPr id="818" name=""/>
            <p:cNvSpPr/>
            <p:nvPr/>
          </p:nvSpPr>
          <p:spPr>
            <a:xfrm>
              <a:off x="24130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19" name=""/>
            <p:cNvSpPr/>
            <p:nvPr/>
          </p:nvSpPr>
          <p:spPr>
            <a:xfrm>
              <a:off x="264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0" name=""/>
            <p:cNvSpPr/>
            <p:nvPr/>
          </p:nvSpPr>
          <p:spPr>
            <a:xfrm>
              <a:off x="286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1" name=""/>
            <p:cNvSpPr/>
            <p:nvPr/>
          </p:nvSpPr>
          <p:spPr>
            <a:xfrm>
              <a:off x="309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2" name=""/>
            <p:cNvSpPr/>
            <p:nvPr/>
          </p:nvSpPr>
          <p:spPr>
            <a:xfrm>
              <a:off x="33274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3" name=""/>
            <p:cNvSpPr/>
            <p:nvPr/>
          </p:nvSpPr>
          <p:spPr>
            <a:xfrm>
              <a:off x="3558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4" name=""/>
            <p:cNvSpPr/>
            <p:nvPr/>
          </p:nvSpPr>
          <p:spPr>
            <a:xfrm>
              <a:off x="40165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5" name=""/>
            <p:cNvSpPr/>
            <p:nvPr/>
          </p:nvSpPr>
          <p:spPr>
            <a:xfrm>
              <a:off x="37857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6" name=""/>
            <p:cNvSpPr/>
            <p:nvPr/>
          </p:nvSpPr>
          <p:spPr>
            <a:xfrm>
              <a:off x="42444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7" name=""/>
            <p:cNvSpPr/>
            <p:nvPr/>
          </p:nvSpPr>
          <p:spPr>
            <a:xfrm>
              <a:off x="44726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8" name=""/>
            <p:cNvSpPr/>
            <p:nvPr/>
          </p:nvSpPr>
          <p:spPr>
            <a:xfrm>
              <a:off x="47026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29" name=""/>
            <p:cNvSpPr/>
            <p:nvPr/>
          </p:nvSpPr>
          <p:spPr>
            <a:xfrm>
              <a:off x="49309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30" name=""/>
            <p:cNvSpPr/>
            <p:nvPr/>
          </p:nvSpPr>
          <p:spPr>
            <a:xfrm>
              <a:off x="516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31" name=""/>
            <p:cNvSpPr/>
            <p:nvPr/>
          </p:nvSpPr>
          <p:spPr>
            <a:xfrm>
              <a:off x="538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32" name=""/>
            <p:cNvSpPr/>
            <p:nvPr/>
          </p:nvSpPr>
          <p:spPr>
            <a:xfrm>
              <a:off x="561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833" name=""/>
            <p:cNvGrpSpPr/>
            <p:nvPr/>
          </p:nvGrpSpPr>
          <p:grpSpPr>
            <a:xfrm>
              <a:off x="5847480" y="1143000"/>
              <a:ext cx="206280" cy="477000"/>
              <a:chOff x="5847480" y="1143000"/>
              <a:chExt cx="206280" cy="477000"/>
            </a:xfrm>
          </p:grpSpPr>
          <p:sp>
            <p:nvSpPr>
              <p:cNvPr id="834" name=""/>
              <p:cNvSpPr/>
              <p:nvPr/>
            </p:nvSpPr>
            <p:spPr>
              <a:xfrm>
                <a:off x="584748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35" name=""/>
              <p:cNvSpPr/>
              <p:nvPr/>
            </p:nvSpPr>
            <p:spPr>
              <a:xfrm>
                <a:off x="605376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836" name=""/>
            <p:cNvGrpSpPr/>
            <p:nvPr/>
          </p:nvGrpSpPr>
          <p:grpSpPr>
            <a:xfrm>
              <a:off x="6284520" y="1143000"/>
              <a:ext cx="205920" cy="477000"/>
              <a:chOff x="6284520" y="1143000"/>
              <a:chExt cx="205920" cy="477000"/>
            </a:xfrm>
          </p:grpSpPr>
          <p:sp>
            <p:nvSpPr>
              <p:cNvPr id="837" name=""/>
              <p:cNvSpPr/>
              <p:nvPr/>
            </p:nvSpPr>
            <p:spPr>
              <a:xfrm>
                <a:off x="628452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38" name=""/>
              <p:cNvSpPr/>
              <p:nvPr/>
            </p:nvSpPr>
            <p:spPr>
              <a:xfrm>
                <a:off x="649044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sp>
        <p:nvSpPr>
          <p:cNvPr id="839" name=""/>
          <p:cNvSpPr/>
          <p:nvPr/>
        </p:nvSpPr>
        <p:spPr>
          <a:xfrm>
            <a:off x="2090880" y="167004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840" name=""/>
          <p:cNvSpPr/>
          <p:nvPr/>
        </p:nvSpPr>
        <p:spPr>
          <a:xfrm>
            <a:off x="2090880" y="234324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841" name=""/>
          <p:cNvSpPr/>
          <p:nvPr/>
        </p:nvSpPr>
        <p:spPr>
          <a:xfrm>
            <a:off x="2090880" y="30225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842" name=""/>
          <p:cNvSpPr/>
          <p:nvPr/>
        </p:nvSpPr>
        <p:spPr>
          <a:xfrm>
            <a:off x="2090880" y="3701880"/>
            <a:ext cx="4671720" cy="24480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843" name=""/>
          <p:cNvSpPr/>
          <p:nvPr/>
        </p:nvSpPr>
        <p:spPr>
          <a:xfrm>
            <a:off x="2090880" y="43815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84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84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B591029-5BB4-44CD-8EC7-30DB3FD720A2}" type="slidenum">
              <a:t>44</a:t>
            </a:fld>
          </a:p>
        </p:txBody>
      </p:sp>
    </p:spTree>
  </p:cSld>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6</a:t>
            </a:r>
            <a:endParaRPr b="1" lang="en-US" sz="1900" spc="-1" strike="noStrike">
              <a:solidFill>
                <a:srgbClr val="000000"/>
              </a:solidFill>
              <a:latin typeface="Arial"/>
            </a:endParaRPr>
          </a:p>
        </p:txBody>
      </p:sp>
      <p:sp>
        <p:nvSpPr>
          <p:cNvPr id="847" name=""/>
          <p:cNvSpPr/>
          <p:nvPr/>
        </p:nvSpPr>
        <p:spPr>
          <a:xfrm>
            <a:off x="1987560" y="4930920"/>
            <a:ext cx="4911840" cy="41724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48" name=""/>
          <p:cNvSpPr/>
          <p:nvPr/>
        </p:nvSpPr>
        <p:spPr>
          <a:xfrm>
            <a:off x="1987560" y="424980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49" name=""/>
          <p:cNvSpPr/>
          <p:nvPr/>
        </p:nvSpPr>
        <p:spPr>
          <a:xfrm>
            <a:off x="1987560" y="357012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50" name=""/>
          <p:cNvSpPr/>
          <p:nvPr/>
        </p:nvSpPr>
        <p:spPr>
          <a:xfrm>
            <a:off x="1987560" y="289080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51" name=""/>
          <p:cNvSpPr/>
          <p:nvPr/>
        </p:nvSpPr>
        <p:spPr>
          <a:xfrm>
            <a:off x="1987560" y="221148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52" name=""/>
          <p:cNvSpPr/>
          <p:nvPr/>
        </p:nvSpPr>
        <p:spPr>
          <a:xfrm>
            <a:off x="1987560" y="1531800"/>
            <a:ext cx="4911840" cy="417600"/>
          </a:xfrm>
          <a:prstGeom prst="cube">
            <a:avLst>
              <a:gd name="adj" fmla="val 25000"/>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853" name=""/>
          <p:cNvGrpSpPr/>
          <p:nvPr/>
        </p:nvGrpSpPr>
        <p:grpSpPr>
          <a:xfrm>
            <a:off x="3768840" y="4681440"/>
            <a:ext cx="1390320" cy="313920"/>
            <a:chOff x="3768840" y="4681440"/>
            <a:chExt cx="1390320" cy="313920"/>
          </a:xfrm>
        </p:grpSpPr>
        <p:sp>
          <p:nvSpPr>
            <p:cNvPr id="854" name=""/>
            <p:cNvSpPr/>
            <p:nvPr/>
          </p:nvSpPr>
          <p:spPr>
            <a:xfrm>
              <a:off x="3768840" y="4681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55" name=""/>
            <p:cNvSpPr/>
            <p:nvPr/>
          </p:nvSpPr>
          <p:spPr>
            <a:xfrm>
              <a:off x="5159160" y="4681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856" name=""/>
          <p:cNvGrpSpPr/>
          <p:nvPr/>
        </p:nvGrpSpPr>
        <p:grpSpPr>
          <a:xfrm>
            <a:off x="2470320" y="3998880"/>
            <a:ext cx="3982680" cy="317160"/>
            <a:chOff x="2470320" y="3998880"/>
            <a:chExt cx="3982680" cy="317160"/>
          </a:xfrm>
        </p:grpSpPr>
        <p:sp>
          <p:nvSpPr>
            <p:cNvPr id="857" name=""/>
            <p:cNvSpPr/>
            <p:nvPr/>
          </p:nvSpPr>
          <p:spPr>
            <a:xfrm>
              <a:off x="3798000" y="3998880"/>
              <a:ext cx="0" cy="3171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58" name=""/>
            <p:cNvSpPr/>
            <p:nvPr/>
          </p:nvSpPr>
          <p:spPr>
            <a:xfrm>
              <a:off x="6453000" y="3998880"/>
              <a:ext cx="0" cy="3171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59" name=""/>
            <p:cNvSpPr/>
            <p:nvPr/>
          </p:nvSpPr>
          <p:spPr>
            <a:xfrm>
              <a:off x="5125320" y="3998880"/>
              <a:ext cx="0" cy="3171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60" name=""/>
            <p:cNvSpPr/>
            <p:nvPr/>
          </p:nvSpPr>
          <p:spPr>
            <a:xfrm>
              <a:off x="2470320" y="3998880"/>
              <a:ext cx="0" cy="3171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861" name=""/>
          <p:cNvGrpSpPr/>
          <p:nvPr/>
        </p:nvGrpSpPr>
        <p:grpSpPr>
          <a:xfrm>
            <a:off x="2451240" y="3321000"/>
            <a:ext cx="4001760" cy="315720"/>
            <a:chOff x="2451240" y="3321000"/>
            <a:chExt cx="4001760" cy="315720"/>
          </a:xfrm>
        </p:grpSpPr>
        <p:sp>
          <p:nvSpPr>
            <p:cNvPr id="862" name=""/>
            <p:cNvSpPr/>
            <p:nvPr/>
          </p:nvSpPr>
          <p:spPr>
            <a:xfrm>
              <a:off x="2451240" y="3321000"/>
              <a:ext cx="0" cy="3157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63" name=""/>
            <p:cNvSpPr/>
            <p:nvPr/>
          </p:nvSpPr>
          <p:spPr>
            <a:xfrm>
              <a:off x="3250080" y="3321000"/>
              <a:ext cx="0" cy="3157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64" name=""/>
            <p:cNvSpPr/>
            <p:nvPr/>
          </p:nvSpPr>
          <p:spPr>
            <a:xfrm>
              <a:off x="4050000" y="3321000"/>
              <a:ext cx="0" cy="3157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65" name=""/>
            <p:cNvSpPr/>
            <p:nvPr/>
          </p:nvSpPr>
          <p:spPr>
            <a:xfrm>
              <a:off x="4851360" y="3321000"/>
              <a:ext cx="0" cy="3157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66" name=""/>
            <p:cNvSpPr/>
            <p:nvPr/>
          </p:nvSpPr>
          <p:spPr>
            <a:xfrm>
              <a:off x="5650920" y="3321000"/>
              <a:ext cx="0" cy="3157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67" name=""/>
            <p:cNvSpPr/>
            <p:nvPr/>
          </p:nvSpPr>
          <p:spPr>
            <a:xfrm>
              <a:off x="6453000" y="3321000"/>
              <a:ext cx="0" cy="3157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868" name=""/>
          <p:cNvGrpSpPr/>
          <p:nvPr/>
        </p:nvGrpSpPr>
        <p:grpSpPr>
          <a:xfrm>
            <a:off x="2451240" y="1962000"/>
            <a:ext cx="4001760" cy="314280"/>
            <a:chOff x="2451240" y="1962000"/>
            <a:chExt cx="4001760" cy="314280"/>
          </a:xfrm>
        </p:grpSpPr>
        <p:sp>
          <p:nvSpPr>
            <p:cNvPr id="869" name=""/>
            <p:cNvSpPr/>
            <p:nvPr/>
          </p:nvSpPr>
          <p:spPr>
            <a:xfrm>
              <a:off x="245124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0" name=""/>
            <p:cNvSpPr/>
            <p:nvPr/>
          </p:nvSpPr>
          <p:spPr>
            <a:xfrm>
              <a:off x="306576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1" name=""/>
            <p:cNvSpPr/>
            <p:nvPr/>
          </p:nvSpPr>
          <p:spPr>
            <a:xfrm>
              <a:off x="337284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2" name=""/>
            <p:cNvSpPr/>
            <p:nvPr/>
          </p:nvSpPr>
          <p:spPr>
            <a:xfrm>
              <a:off x="367992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3" name=""/>
            <p:cNvSpPr/>
            <p:nvPr/>
          </p:nvSpPr>
          <p:spPr>
            <a:xfrm>
              <a:off x="398952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4" name=""/>
            <p:cNvSpPr/>
            <p:nvPr/>
          </p:nvSpPr>
          <p:spPr>
            <a:xfrm>
              <a:off x="429732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5" name=""/>
            <p:cNvSpPr/>
            <p:nvPr/>
          </p:nvSpPr>
          <p:spPr>
            <a:xfrm>
              <a:off x="460404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6" name=""/>
            <p:cNvSpPr/>
            <p:nvPr/>
          </p:nvSpPr>
          <p:spPr>
            <a:xfrm>
              <a:off x="491184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7" name=""/>
            <p:cNvSpPr/>
            <p:nvPr/>
          </p:nvSpPr>
          <p:spPr>
            <a:xfrm>
              <a:off x="522108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8" name=""/>
            <p:cNvSpPr/>
            <p:nvPr/>
          </p:nvSpPr>
          <p:spPr>
            <a:xfrm>
              <a:off x="552852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79" name=""/>
            <p:cNvSpPr/>
            <p:nvPr/>
          </p:nvSpPr>
          <p:spPr>
            <a:xfrm>
              <a:off x="583560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80" name=""/>
            <p:cNvSpPr/>
            <p:nvPr/>
          </p:nvSpPr>
          <p:spPr>
            <a:xfrm>
              <a:off x="645300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81" name=""/>
            <p:cNvSpPr/>
            <p:nvPr/>
          </p:nvSpPr>
          <p:spPr>
            <a:xfrm>
              <a:off x="614340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82" name=""/>
            <p:cNvSpPr/>
            <p:nvPr/>
          </p:nvSpPr>
          <p:spPr>
            <a:xfrm>
              <a:off x="2757960" y="196200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883" name=""/>
          <p:cNvGrpSpPr/>
          <p:nvPr/>
        </p:nvGrpSpPr>
        <p:grpSpPr>
          <a:xfrm>
            <a:off x="2451240" y="2638440"/>
            <a:ext cx="4001760" cy="313920"/>
            <a:chOff x="2451240" y="2638440"/>
            <a:chExt cx="4001760" cy="313920"/>
          </a:xfrm>
        </p:grpSpPr>
        <p:sp>
          <p:nvSpPr>
            <p:cNvPr id="884" name=""/>
            <p:cNvSpPr/>
            <p:nvPr/>
          </p:nvSpPr>
          <p:spPr>
            <a:xfrm>
              <a:off x="245124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85" name=""/>
            <p:cNvSpPr/>
            <p:nvPr/>
          </p:nvSpPr>
          <p:spPr>
            <a:xfrm>
              <a:off x="302220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86" name=""/>
            <p:cNvSpPr/>
            <p:nvPr/>
          </p:nvSpPr>
          <p:spPr>
            <a:xfrm>
              <a:off x="359388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87" name=""/>
            <p:cNvSpPr/>
            <p:nvPr/>
          </p:nvSpPr>
          <p:spPr>
            <a:xfrm>
              <a:off x="416484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88" name=""/>
            <p:cNvSpPr/>
            <p:nvPr/>
          </p:nvSpPr>
          <p:spPr>
            <a:xfrm>
              <a:off x="473652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89" name=""/>
            <p:cNvSpPr/>
            <p:nvPr/>
          </p:nvSpPr>
          <p:spPr>
            <a:xfrm>
              <a:off x="530748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90" name=""/>
            <p:cNvSpPr/>
            <p:nvPr/>
          </p:nvSpPr>
          <p:spPr>
            <a:xfrm>
              <a:off x="587916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91" name=""/>
            <p:cNvSpPr/>
            <p:nvPr/>
          </p:nvSpPr>
          <p:spPr>
            <a:xfrm>
              <a:off x="6453000" y="2638440"/>
              <a:ext cx="0" cy="31392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sp>
        <p:nvSpPr>
          <p:cNvPr id="892" name=""/>
          <p:cNvSpPr/>
          <p:nvPr/>
        </p:nvSpPr>
        <p:spPr>
          <a:xfrm>
            <a:off x="4494240" y="5361120"/>
            <a:ext cx="0" cy="31428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893" name=""/>
          <p:cNvGrpSpPr/>
          <p:nvPr/>
        </p:nvGrpSpPr>
        <p:grpSpPr>
          <a:xfrm>
            <a:off x="2413080" y="1143000"/>
            <a:ext cx="4077360" cy="477360"/>
            <a:chOff x="2413080" y="1143000"/>
            <a:chExt cx="4077360" cy="477360"/>
          </a:xfrm>
        </p:grpSpPr>
        <p:sp>
          <p:nvSpPr>
            <p:cNvPr id="894" name=""/>
            <p:cNvSpPr/>
            <p:nvPr/>
          </p:nvSpPr>
          <p:spPr>
            <a:xfrm>
              <a:off x="24130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95" name=""/>
            <p:cNvSpPr/>
            <p:nvPr/>
          </p:nvSpPr>
          <p:spPr>
            <a:xfrm>
              <a:off x="264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96" name=""/>
            <p:cNvSpPr/>
            <p:nvPr/>
          </p:nvSpPr>
          <p:spPr>
            <a:xfrm>
              <a:off x="286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97" name=""/>
            <p:cNvSpPr/>
            <p:nvPr/>
          </p:nvSpPr>
          <p:spPr>
            <a:xfrm>
              <a:off x="309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98" name=""/>
            <p:cNvSpPr/>
            <p:nvPr/>
          </p:nvSpPr>
          <p:spPr>
            <a:xfrm>
              <a:off x="33274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899" name=""/>
            <p:cNvSpPr/>
            <p:nvPr/>
          </p:nvSpPr>
          <p:spPr>
            <a:xfrm>
              <a:off x="3558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00" name=""/>
            <p:cNvSpPr/>
            <p:nvPr/>
          </p:nvSpPr>
          <p:spPr>
            <a:xfrm>
              <a:off x="40165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01" name=""/>
            <p:cNvSpPr/>
            <p:nvPr/>
          </p:nvSpPr>
          <p:spPr>
            <a:xfrm>
              <a:off x="37857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02" name=""/>
            <p:cNvSpPr/>
            <p:nvPr/>
          </p:nvSpPr>
          <p:spPr>
            <a:xfrm>
              <a:off x="42444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03" name=""/>
            <p:cNvSpPr/>
            <p:nvPr/>
          </p:nvSpPr>
          <p:spPr>
            <a:xfrm>
              <a:off x="44726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04" name=""/>
            <p:cNvSpPr/>
            <p:nvPr/>
          </p:nvSpPr>
          <p:spPr>
            <a:xfrm>
              <a:off x="470268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05" name=""/>
            <p:cNvSpPr/>
            <p:nvPr/>
          </p:nvSpPr>
          <p:spPr>
            <a:xfrm>
              <a:off x="493092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06" name=""/>
            <p:cNvSpPr/>
            <p:nvPr/>
          </p:nvSpPr>
          <p:spPr>
            <a:xfrm>
              <a:off x="516096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07" name=""/>
            <p:cNvSpPr/>
            <p:nvPr/>
          </p:nvSpPr>
          <p:spPr>
            <a:xfrm>
              <a:off x="538920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08" name=""/>
            <p:cNvSpPr/>
            <p:nvPr/>
          </p:nvSpPr>
          <p:spPr>
            <a:xfrm>
              <a:off x="5619240" y="1143000"/>
              <a:ext cx="0" cy="47736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909" name=""/>
            <p:cNvGrpSpPr/>
            <p:nvPr/>
          </p:nvGrpSpPr>
          <p:grpSpPr>
            <a:xfrm>
              <a:off x="5847480" y="1143000"/>
              <a:ext cx="206280" cy="477000"/>
              <a:chOff x="5847480" y="1143000"/>
              <a:chExt cx="206280" cy="477000"/>
            </a:xfrm>
          </p:grpSpPr>
          <p:sp>
            <p:nvSpPr>
              <p:cNvPr id="910" name=""/>
              <p:cNvSpPr/>
              <p:nvPr/>
            </p:nvSpPr>
            <p:spPr>
              <a:xfrm>
                <a:off x="584748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11" name=""/>
              <p:cNvSpPr/>
              <p:nvPr/>
            </p:nvSpPr>
            <p:spPr>
              <a:xfrm>
                <a:off x="605376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nvGrpSpPr>
            <p:cNvPr id="912" name=""/>
            <p:cNvGrpSpPr/>
            <p:nvPr/>
          </p:nvGrpSpPr>
          <p:grpSpPr>
            <a:xfrm>
              <a:off x="6284520" y="1143000"/>
              <a:ext cx="205920" cy="477000"/>
              <a:chOff x="6284520" y="1143000"/>
              <a:chExt cx="205920" cy="477000"/>
            </a:xfrm>
          </p:grpSpPr>
          <p:sp>
            <p:nvSpPr>
              <p:cNvPr id="913" name=""/>
              <p:cNvSpPr/>
              <p:nvPr/>
            </p:nvSpPr>
            <p:spPr>
              <a:xfrm>
                <a:off x="628452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914" name=""/>
              <p:cNvSpPr/>
              <p:nvPr/>
            </p:nvSpPr>
            <p:spPr>
              <a:xfrm>
                <a:off x="6490440" y="1143000"/>
                <a:ext cx="0" cy="477000"/>
              </a:xfrm>
              <a:prstGeom prst="line">
                <a:avLst/>
              </a:prstGeom>
              <a:ln w="25560">
                <a:solidFill>
                  <a:srgbClr val="000000"/>
                </a:solidFill>
                <a:miter/>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sp>
        <p:nvSpPr>
          <p:cNvPr id="915" name=""/>
          <p:cNvSpPr/>
          <p:nvPr/>
        </p:nvSpPr>
        <p:spPr>
          <a:xfrm>
            <a:off x="2090880" y="167004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16" name=""/>
          <p:cNvSpPr/>
          <p:nvPr/>
        </p:nvSpPr>
        <p:spPr>
          <a:xfrm>
            <a:off x="2090880" y="23493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17" name=""/>
          <p:cNvSpPr/>
          <p:nvPr/>
        </p:nvSpPr>
        <p:spPr>
          <a:xfrm>
            <a:off x="2090880" y="302904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18" name=""/>
          <p:cNvSpPr/>
          <p:nvPr/>
        </p:nvSpPr>
        <p:spPr>
          <a:xfrm>
            <a:off x="2090880" y="37083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19" name=""/>
          <p:cNvSpPr/>
          <p:nvPr/>
        </p:nvSpPr>
        <p:spPr>
          <a:xfrm>
            <a:off x="2090880" y="4387680"/>
            <a:ext cx="4671720" cy="24480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20" name=""/>
          <p:cNvSpPr/>
          <p:nvPr/>
        </p:nvSpPr>
        <p:spPr>
          <a:xfrm>
            <a:off x="2090880" y="5067360"/>
            <a:ext cx="4671720" cy="244440"/>
          </a:xfrm>
          <a:prstGeom prst="rect">
            <a:avLst/>
          </a:prstGeom>
          <a:noFill/>
          <a:ln w="0">
            <a:noFill/>
          </a:ln>
        </p:spPr>
        <p:style>
          <a:lnRef idx="0"/>
          <a:fillRef idx="0"/>
          <a:effectRef idx="0"/>
          <a:fontRef idx="minor"/>
        </p:style>
        <p:txBody>
          <a:bodyPr lIns="0" rIns="0" tIns="0" bIns="0" anchor="ctr" anchorCtr="1">
            <a:normAutofit/>
          </a:bodyPr>
          <a:p>
            <a:pPr algn="ctr">
              <a:lnSpc>
                <a:spcPct val="100000"/>
              </a:lnSpc>
              <a:tabLst>
                <a:tab algn="l" pos="0"/>
                <a:tab algn="l" pos="878040"/>
                <a:tab algn="l" pos="1755720"/>
                <a:tab algn="l" pos="2633760"/>
                <a:tab algn="l" pos="3511440"/>
                <a:tab algn="l" pos="4389480"/>
                <a:tab algn="l" pos="5267160"/>
                <a:tab algn="l" pos="6145200"/>
                <a:tab algn="l" pos="7023240"/>
                <a:tab algn="l" pos="7900920"/>
                <a:tab algn="l" pos="8778960"/>
                <a:tab algn="l" pos="9656640"/>
                <a:tab algn="l" pos="1053468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2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92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839D3B5C-0E01-453A-AD78-5F7AB67D51A4}" type="slidenum">
              <a:t>45</a:t>
            </a:fld>
          </a:p>
        </p:txBody>
      </p:sp>
    </p:spTree>
  </p:cSld>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2</a:t>
            </a:r>
            <a:endParaRPr b="1" lang="en-US" sz="1900" spc="-1" strike="noStrike">
              <a:solidFill>
                <a:srgbClr val="000000"/>
              </a:solidFill>
              <a:latin typeface="Arial"/>
            </a:endParaRPr>
          </a:p>
        </p:txBody>
      </p:sp>
      <p:sp>
        <p:nvSpPr>
          <p:cNvPr id="924" name=""/>
          <p:cNvSpPr/>
          <p:nvPr/>
        </p:nvSpPr>
        <p:spPr>
          <a:xfrm>
            <a:off x="866880" y="2171880"/>
            <a:ext cx="3470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925" name=""/>
          <p:cNvGrpSpPr/>
          <p:nvPr/>
        </p:nvGrpSpPr>
        <p:grpSpPr>
          <a:xfrm>
            <a:off x="768240" y="1131840"/>
            <a:ext cx="3781440" cy="914400"/>
            <a:chOff x="768240" y="1131840"/>
            <a:chExt cx="3781440" cy="914400"/>
          </a:xfrm>
        </p:grpSpPr>
        <p:sp>
          <p:nvSpPr>
            <p:cNvPr id="926" name=""/>
            <p:cNvSpPr/>
            <p:nvPr/>
          </p:nvSpPr>
          <p:spPr>
            <a:xfrm>
              <a:off x="768240" y="1131840"/>
              <a:ext cx="3781440" cy="914400"/>
            </a:xfrm>
            <a:custGeom>
              <a:avLst/>
              <a:gdLst/>
              <a:ahLst/>
              <a:rect l="l" t="t" r="r" b="b"/>
              <a:pathLst>
                <a:path w="2382" h="576">
                  <a:moveTo>
                    <a:pt x="0" y="0"/>
                  </a:moveTo>
                  <a:lnTo>
                    <a:pt x="2278" y="0"/>
                  </a:lnTo>
                  <a:lnTo>
                    <a:pt x="2382" y="288"/>
                  </a:lnTo>
                  <a:lnTo>
                    <a:pt x="2278"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27" name=""/>
            <p:cNvSpPr/>
            <p:nvPr/>
          </p:nvSpPr>
          <p:spPr>
            <a:xfrm>
              <a:off x="819000" y="1182600"/>
              <a:ext cx="3565800" cy="7876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928" name=""/>
          <p:cNvGrpSpPr/>
          <p:nvPr/>
        </p:nvGrpSpPr>
        <p:grpSpPr>
          <a:xfrm>
            <a:off x="4368960" y="1131840"/>
            <a:ext cx="3781440" cy="914400"/>
            <a:chOff x="4368960" y="1131840"/>
            <a:chExt cx="3781440" cy="914400"/>
          </a:xfrm>
        </p:grpSpPr>
        <p:sp>
          <p:nvSpPr>
            <p:cNvPr id="929" name=""/>
            <p:cNvSpPr/>
            <p:nvPr/>
          </p:nvSpPr>
          <p:spPr>
            <a:xfrm>
              <a:off x="4368960" y="1131840"/>
              <a:ext cx="3781440" cy="914400"/>
            </a:xfrm>
            <a:custGeom>
              <a:avLst/>
              <a:gdLst/>
              <a:ahLst/>
              <a:rect l="l" t="t" r="r" b="b"/>
              <a:pathLst>
                <a:path w="2382" h="576">
                  <a:moveTo>
                    <a:pt x="0" y="0"/>
                  </a:moveTo>
                  <a:lnTo>
                    <a:pt x="2278" y="0"/>
                  </a:lnTo>
                  <a:lnTo>
                    <a:pt x="2382" y="288"/>
                  </a:lnTo>
                  <a:lnTo>
                    <a:pt x="2278"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30" name=""/>
            <p:cNvSpPr/>
            <p:nvPr/>
          </p:nvSpPr>
          <p:spPr>
            <a:xfrm>
              <a:off x="4584960" y="1182600"/>
              <a:ext cx="3402000" cy="7876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931" name=""/>
          <p:cNvSpPr/>
          <p:nvPr/>
        </p:nvSpPr>
        <p:spPr>
          <a:xfrm>
            <a:off x="4626000" y="2171880"/>
            <a:ext cx="3470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3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93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23F60BF-0A24-4AA3-8028-BE12EF604FA9}" type="slidenum">
              <a:t>46</a:t>
            </a:fld>
          </a:p>
        </p:txBody>
      </p:sp>
    </p:spTree>
  </p:cSld>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4" name=""/>
          <p:cNvSpPr/>
          <p:nvPr/>
        </p:nvSpPr>
        <p:spPr>
          <a:xfrm>
            <a:off x="122400" y="2182680"/>
            <a:ext cx="13604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3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2 TITLE</a:t>
            </a:r>
            <a:endParaRPr b="1" lang="en-US" sz="1900" spc="-1" strike="noStrike">
              <a:solidFill>
                <a:srgbClr val="000000"/>
              </a:solidFill>
              <a:latin typeface="Arial"/>
            </a:endParaRPr>
          </a:p>
        </p:txBody>
      </p:sp>
      <p:sp>
        <p:nvSpPr>
          <p:cNvPr id="936" name=""/>
          <p:cNvSpPr/>
          <p:nvPr/>
        </p:nvSpPr>
        <p:spPr>
          <a:xfrm>
            <a:off x="1494000" y="2182680"/>
            <a:ext cx="3470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937" name=""/>
          <p:cNvGrpSpPr/>
          <p:nvPr/>
        </p:nvGrpSpPr>
        <p:grpSpPr>
          <a:xfrm>
            <a:off x="1395360" y="1143000"/>
            <a:ext cx="3781440" cy="914400"/>
            <a:chOff x="1395360" y="1143000"/>
            <a:chExt cx="3781440" cy="914400"/>
          </a:xfrm>
        </p:grpSpPr>
        <p:sp>
          <p:nvSpPr>
            <p:cNvPr id="938" name=""/>
            <p:cNvSpPr/>
            <p:nvPr/>
          </p:nvSpPr>
          <p:spPr>
            <a:xfrm>
              <a:off x="1395360" y="1143000"/>
              <a:ext cx="3781440" cy="914400"/>
            </a:xfrm>
            <a:custGeom>
              <a:avLst/>
              <a:gdLst/>
              <a:ahLst/>
              <a:rect l="l" t="t" r="r" b="b"/>
              <a:pathLst>
                <a:path w="2382" h="576">
                  <a:moveTo>
                    <a:pt x="0" y="0"/>
                  </a:moveTo>
                  <a:lnTo>
                    <a:pt x="2278" y="0"/>
                  </a:lnTo>
                  <a:lnTo>
                    <a:pt x="2382" y="288"/>
                  </a:lnTo>
                  <a:lnTo>
                    <a:pt x="2278"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39" name=""/>
            <p:cNvSpPr/>
            <p:nvPr/>
          </p:nvSpPr>
          <p:spPr>
            <a:xfrm>
              <a:off x="1446120" y="1193760"/>
              <a:ext cx="3565800" cy="7876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940" name=""/>
          <p:cNvGrpSpPr/>
          <p:nvPr/>
        </p:nvGrpSpPr>
        <p:grpSpPr>
          <a:xfrm>
            <a:off x="4995720" y="1143000"/>
            <a:ext cx="3781440" cy="914400"/>
            <a:chOff x="4995720" y="1143000"/>
            <a:chExt cx="3781440" cy="914400"/>
          </a:xfrm>
        </p:grpSpPr>
        <p:sp>
          <p:nvSpPr>
            <p:cNvPr id="941" name=""/>
            <p:cNvSpPr/>
            <p:nvPr/>
          </p:nvSpPr>
          <p:spPr>
            <a:xfrm>
              <a:off x="4995720" y="1143000"/>
              <a:ext cx="3781440" cy="914400"/>
            </a:xfrm>
            <a:custGeom>
              <a:avLst/>
              <a:gdLst/>
              <a:ahLst/>
              <a:rect l="l" t="t" r="r" b="b"/>
              <a:pathLst>
                <a:path w="2382" h="576">
                  <a:moveTo>
                    <a:pt x="0" y="0"/>
                  </a:moveTo>
                  <a:lnTo>
                    <a:pt x="2278" y="0"/>
                  </a:lnTo>
                  <a:lnTo>
                    <a:pt x="2382" y="288"/>
                  </a:lnTo>
                  <a:lnTo>
                    <a:pt x="2278"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42" name=""/>
            <p:cNvSpPr/>
            <p:nvPr/>
          </p:nvSpPr>
          <p:spPr>
            <a:xfrm>
              <a:off x="5211720" y="1193760"/>
              <a:ext cx="3402000" cy="7876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943" name=""/>
          <p:cNvSpPr/>
          <p:nvPr/>
        </p:nvSpPr>
        <p:spPr>
          <a:xfrm>
            <a:off x="5253120" y="2182680"/>
            <a:ext cx="3470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4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94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A816E931-CEEC-44F0-8D51-7ED2A4AD69F9}" type="slidenum">
              <a:t>47</a:t>
            </a:fld>
          </a:p>
        </p:txBody>
      </p:sp>
    </p:spTree>
  </p:cSld>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4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3</a:t>
            </a:r>
            <a:endParaRPr b="1" lang="en-US" sz="1900" spc="-1" strike="noStrike">
              <a:solidFill>
                <a:srgbClr val="000000"/>
              </a:solidFill>
              <a:latin typeface="Arial"/>
            </a:endParaRPr>
          </a:p>
        </p:txBody>
      </p:sp>
      <p:sp>
        <p:nvSpPr>
          <p:cNvPr id="947" name=""/>
          <p:cNvSpPr/>
          <p:nvPr/>
        </p:nvSpPr>
        <p:spPr>
          <a:xfrm>
            <a:off x="865080" y="2171880"/>
            <a:ext cx="23050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948" name=""/>
          <p:cNvGrpSpPr/>
          <p:nvPr/>
        </p:nvGrpSpPr>
        <p:grpSpPr>
          <a:xfrm>
            <a:off x="768240" y="1131840"/>
            <a:ext cx="2595600" cy="914400"/>
            <a:chOff x="768240" y="1131840"/>
            <a:chExt cx="2595600" cy="914400"/>
          </a:xfrm>
        </p:grpSpPr>
        <p:sp>
          <p:nvSpPr>
            <p:cNvPr id="949" name=""/>
            <p:cNvSpPr/>
            <p:nvPr/>
          </p:nvSpPr>
          <p:spPr>
            <a:xfrm>
              <a:off x="768240" y="1131840"/>
              <a:ext cx="2595600" cy="914400"/>
            </a:xfrm>
            <a:custGeom>
              <a:avLst/>
              <a:gdLst/>
              <a:ahLst/>
              <a:rect l="l" t="t" r="r" b="b"/>
              <a:pathLst>
                <a:path w="1635" h="576">
                  <a:moveTo>
                    <a:pt x="0" y="0"/>
                  </a:moveTo>
                  <a:lnTo>
                    <a:pt x="1531" y="0"/>
                  </a:lnTo>
                  <a:lnTo>
                    <a:pt x="1635" y="288"/>
                  </a:lnTo>
                  <a:lnTo>
                    <a:pt x="1531"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50" name=""/>
            <p:cNvSpPr/>
            <p:nvPr/>
          </p:nvSpPr>
          <p:spPr>
            <a:xfrm>
              <a:off x="819000" y="1182600"/>
              <a:ext cx="23799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951" name=""/>
          <p:cNvGrpSpPr/>
          <p:nvPr/>
        </p:nvGrpSpPr>
        <p:grpSpPr>
          <a:xfrm>
            <a:off x="3197160" y="1131840"/>
            <a:ext cx="2595600" cy="914400"/>
            <a:chOff x="3197160" y="1131840"/>
            <a:chExt cx="2595600" cy="914400"/>
          </a:xfrm>
        </p:grpSpPr>
        <p:sp>
          <p:nvSpPr>
            <p:cNvPr id="952" name=""/>
            <p:cNvSpPr/>
            <p:nvPr/>
          </p:nvSpPr>
          <p:spPr>
            <a:xfrm>
              <a:off x="3197160" y="1131840"/>
              <a:ext cx="2595600" cy="914400"/>
            </a:xfrm>
            <a:custGeom>
              <a:avLst/>
              <a:gdLst/>
              <a:ahLst/>
              <a:rect l="l" t="t" r="r" b="b"/>
              <a:pathLst>
                <a:path w="1635" h="576">
                  <a:moveTo>
                    <a:pt x="0" y="0"/>
                  </a:moveTo>
                  <a:lnTo>
                    <a:pt x="1531" y="0"/>
                  </a:lnTo>
                  <a:lnTo>
                    <a:pt x="1635" y="288"/>
                  </a:lnTo>
                  <a:lnTo>
                    <a:pt x="153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53" name=""/>
            <p:cNvSpPr/>
            <p:nvPr/>
          </p:nvSpPr>
          <p:spPr>
            <a:xfrm>
              <a:off x="3413160" y="1182600"/>
              <a:ext cx="22161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954" name=""/>
          <p:cNvSpPr/>
          <p:nvPr/>
        </p:nvSpPr>
        <p:spPr>
          <a:xfrm>
            <a:off x="3457440" y="2171880"/>
            <a:ext cx="238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955" name=""/>
          <p:cNvGrpSpPr/>
          <p:nvPr/>
        </p:nvGrpSpPr>
        <p:grpSpPr>
          <a:xfrm>
            <a:off x="5611680" y="1131840"/>
            <a:ext cx="2595600" cy="914400"/>
            <a:chOff x="5611680" y="1131840"/>
            <a:chExt cx="2595600" cy="914400"/>
          </a:xfrm>
        </p:grpSpPr>
        <p:sp>
          <p:nvSpPr>
            <p:cNvPr id="956" name=""/>
            <p:cNvSpPr/>
            <p:nvPr/>
          </p:nvSpPr>
          <p:spPr>
            <a:xfrm>
              <a:off x="5611680" y="1131840"/>
              <a:ext cx="2595600" cy="914400"/>
            </a:xfrm>
            <a:custGeom>
              <a:avLst/>
              <a:gdLst/>
              <a:ahLst/>
              <a:rect l="l" t="t" r="r" b="b"/>
              <a:pathLst>
                <a:path w="1635" h="576">
                  <a:moveTo>
                    <a:pt x="0" y="0"/>
                  </a:moveTo>
                  <a:lnTo>
                    <a:pt x="1531" y="0"/>
                  </a:lnTo>
                  <a:lnTo>
                    <a:pt x="1635" y="288"/>
                  </a:lnTo>
                  <a:lnTo>
                    <a:pt x="153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57" name=""/>
            <p:cNvSpPr/>
            <p:nvPr/>
          </p:nvSpPr>
          <p:spPr>
            <a:xfrm>
              <a:off x="5827680" y="1182600"/>
              <a:ext cx="22161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958" name=""/>
          <p:cNvSpPr/>
          <p:nvPr/>
        </p:nvSpPr>
        <p:spPr>
          <a:xfrm>
            <a:off x="5873760" y="2171880"/>
            <a:ext cx="23828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5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96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3A0E79A-046C-416F-BF25-12A5F6FECBFD}" type="slidenum">
              <a:t>48</a:t>
            </a:fld>
          </a:p>
        </p:txBody>
      </p:sp>
    </p:spTree>
  </p:cSld>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1" name=""/>
          <p:cNvSpPr/>
          <p:nvPr/>
        </p:nvSpPr>
        <p:spPr>
          <a:xfrm>
            <a:off x="122400" y="2182680"/>
            <a:ext cx="1268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6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3 TITLE</a:t>
            </a:r>
            <a:endParaRPr b="1" lang="en-US" sz="1900" spc="-1" strike="noStrike">
              <a:solidFill>
                <a:srgbClr val="000000"/>
              </a:solidFill>
              <a:latin typeface="Arial"/>
            </a:endParaRPr>
          </a:p>
        </p:txBody>
      </p:sp>
      <p:sp>
        <p:nvSpPr>
          <p:cNvPr id="963" name=""/>
          <p:cNvSpPr/>
          <p:nvPr/>
        </p:nvSpPr>
        <p:spPr>
          <a:xfrm>
            <a:off x="1488960" y="2182680"/>
            <a:ext cx="2286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964" name=""/>
          <p:cNvGrpSpPr/>
          <p:nvPr/>
        </p:nvGrpSpPr>
        <p:grpSpPr>
          <a:xfrm>
            <a:off x="1392120" y="1143000"/>
            <a:ext cx="2576520" cy="914400"/>
            <a:chOff x="1392120" y="1143000"/>
            <a:chExt cx="2576520" cy="914400"/>
          </a:xfrm>
        </p:grpSpPr>
        <p:sp>
          <p:nvSpPr>
            <p:cNvPr id="965" name=""/>
            <p:cNvSpPr/>
            <p:nvPr/>
          </p:nvSpPr>
          <p:spPr>
            <a:xfrm>
              <a:off x="1392120" y="1143000"/>
              <a:ext cx="2576520" cy="914400"/>
            </a:xfrm>
            <a:custGeom>
              <a:avLst/>
              <a:gdLst/>
              <a:ahLst/>
              <a:rect l="l" t="t" r="r" b="b"/>
              <a:pathLst>
                <a:path w="1623" h="576">
                  <a:moveTo>
                    <a:pt x="0" y="0"/>
                  </a:moveTo>
                  <a:lnTo>
                    <a:pt x="1519" y="0"/>
                  </a:lnTo>
                  <a:lnTo>
                    <a:pt x="1623" y="288"/>
                  </a:lnTo>
                  <a:lnTo>
                    <a:pt x="1519"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66" name=""/>
            <p:cNvSpPr/>
            <p:nvPr/>
          </p:nvSpPr>
          <p:spPr>
            <a:xfrm>
              <a:off x="1442880" y="1193760"/>
              <a:ext cx="236088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967" name=""/>
          <p:cNvGrpSpPr/>
          <p:nvPr/>
        </p:nvGrpSpPr>
        <p:grpSpPr>
          <a:xfrm>
            <a:off x="3801960" y="1143000"/>
            <a:ext cx="2576520" cy="914400"/>
            <a:chOff x="3801960" y="1143000"/>
            <a:chExt cx="2576520" cy="914400"/>
          </a:xfrm>
        </p:grpSpPr>
        <p:sp>
          <p:nvSpPr>
            <p:cNvPr id="968" name=""/>
            <p:cNvSpPr/>
            <p:nvPr/>
          </p:nvSpPr>
          <p:spPr>
            <a:xfrm>
              <a:off x="3801960" y="1143000"/>
              <a:ext cx="2576520" cy="914400"/>
            </a:xfrm>
            <a:custGeom>
              <a:avLst/>
              <a:gdLst/>
              <a:ahLst/>
              <a:rect l="l" t="t" r="r" b="b"/>
              <a:pathLst>
                <a:path w="1623" h="576">
                  <a:moveTo>
                    <a:pt x="0" y="0"/>
                  </a:moveTo>
                  <a:lnTo>
                    <a:pt x="1519" y="0"/>
                  </a:lnTo>
                  <a:lnTo>
                    <a:pt x="1623" y="288"/>
                  </a:lnTo>
                  <a:lnTo>
                    <a:pt x="1519"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69" name=""/>
            <p:cNvSpPr/>
            <p:nvPr/>
          </p:nvSpPr>
          <p:spPr>
            <a:xfrm>
              <a:off x="4017960" y="1193760"/>
              <a:ext cx="219708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970" name=""/>
          <p:cNvSpPr/>
          <p:nvPr/>
        </p:nvSpPr>
        <p:spPr>
          <a:xfrm>
            <a:off x="4070520" y="2182680"/>
            <a:ext cx="2366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971" name=""/>
          <p:cNvGrpSpPr/>
          <p:nvPr/>
        </p:nvGrpSpPr>
        <p:grpSpPr>
          <a:xfrm>
            <a:off x="6208560" y="1143000"/>
            <a:ext cx="2574720" cy="914400"/>
            <a:chOff x="6208560" y="1143000"/>
            <a:chExt cx="2574720" cy="914400"/>
          </a:xfrm>
        </p:grpSpPr>
        <p:sp>
          <p:nvSpPr>
            <p:cNvPr id="972" name=""/>
            <p:cNvSpPr/>
            <p:nvPr/>
          </p:nvSpPr>
          <p:spPr>
            <a:xfrm>
              <a:off x="6208560" y="1143000"/>
              <a:ext cx="2574720" cy="914400"/>
            </a:xfrm>
            <a:custGeom>
              <a:avLst/>
              <a:gdLst/>
              <a:ahLst/>
              <a:rect l="l" t="t" r="r" b="b"/>
              <a:pathLst>
                <a:path w="1622" h="576">
                  <a:moveTo>
                    <a:pt x="0" y="0"/>
                  </a:moveTo>
                  <a:lnTo>
                    <a:pt x="1518" y="0"/>
                  </a:lnTo>
                  <a:lnTo>
                    <a:pt x="1622" y="288"/>
                  </a:lnTo>
                  <a:lnTo>
                    <a:pt x="1518"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73" name=""/>
            <p:cNvSpPr/>
            <p:nvPr/>
          </p:nvSpPr>
          <p:spPr>
            <a:xfrm>
              <a:off x="6424560" y="1193760"/>
              <a:ext cx="219528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974" name=""/>
          <p:cNvSpPr/>
          <p:nvPr/>
        </p:nvSpPr>
        <p:spPr>
          <a:xfrm>
            <a:off x="6467400" y="2182680"/>
            <a:ext cx="23655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7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97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1B9C86E-7D9E-4B00-A269-F8E3FD90FBD5}" type="slidenum">
              <a:t>49</a:t>
            </a:fld>
          </a:p>
        </p:txBody>
      </p:sp>
    </p:spTree>
  </p:cSld>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7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4</a:t>
            </a:r>
            <a:endParaRPr b="1" lang="en-US" sz="1900" spc="-1" strike="noStrike">
              <a:solidFill>
                <a:srgbClr val="000000"/>
              </a:solidFill>
              <a:latin typeface="Arial"/>
            </a:endParaRPr>
          </a:p>
        </p:txBody>
      </p:sp>
      <p:sp>
        <p:nvSpPr>
          <p:cNvPr id="978" name=""/>
          <p:cNvSpPr/>
          <p:nvPr/>
        </p:nvSpPr>
        <p:spPr>
          <a:xfrm>
            <a:off x="870120" y="2171880"/>
            <a:ext cx="16905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979" name=""/>
          <p:cNvGrpSpPr/>
          <p:nvPr/>
        </p:nvGrpSpPr>
        <p:grpSpPr>
          <a:xfrm>
            <a:off x="768240" y="1131840"/>
            <a:ext cx="1978200" cy="914400"/>
            <a:chOff x="768240" y="1131840"/>
            <a:chExt cx="1978200" cy="914400"/>
          </a:xfrm>
        </p:grpSpPr>
        <p:sp>
          <p:nvSpPr>
            <p:cNvPr id="980" name=""/>
            <p:cNvSpPr/>
            <p:nvPr/>
          </p:nvSpPr>
          <p:spPr>
            <a:xfrm>
              <a:off x="768240" y="1131840"/>
              <a:ext cx="1978200" cy="914400"/>
            </a:xfrm>
            <a:custGeom>
              <a:avLst/>
              <a:gdLst/>
              <a:ahLst/>
              <a:rect l="l" t="t" r="r" b="b"/>
              <a:pathLst>
                <a:path w="1246" h="576">
                  <a:moveTo>
                    <a:pt x="0" y="0"/>
                  </a:moveTo>
                  <a:lnTo>
                    <a:pt x="1142" y="0"/>
                  </a:lnTo>
                  <a:lnTo>
                    <a:pt x="1246" y="288"/>
                  </a:lnTo>
                  <a:lnTo>
                    <a:pt x="1142"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81" name=""/>
            <p:cNvSpPr/>
            <p:nvPr/>
          </p:nvSpPr>
          <p:spPr>
            <a:xfrm>
              <a:off x="819000" y="1182600"/>
              <a:ext cx="17622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982" name=""/>
          <p:cNvGrpSpPr/>
          <p:nvPr/>
        </p:nvGrpSpPr>
        <p:grpSpPr>
          <a:xfrm>
            <a:off x="2579760" y="1131840"/>
            <a:ext cx="1979640" cy="914400"/>
            <a:chOff x="2579760" y="1131840"/>
            <a:chExt cx="1979640" cy="914400"/>
          </a:xfrm>
        </p:grpSpPr>
        <p:sp>
          <p:nvSpPr>
            <p:cNvPr id="983" name=""/>
            <p:cNvSpPr/>
            <p:nvPr/>
          </p:nvSpPr>
          <p:spPr>
            <a:xfrm>
              <a:off x="2579760" y="1131840"/>
              <a:ext cx="1979640" cy="914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84" name=""/>
            <p:cNvSpPr/>
            <p:nvPr/>
          </p:nvSpPr>
          <p:spPr>
            <a:xfrm>
              <a:off x="2795760" y="1182600"/>
              <a:ext cx="16002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985" name=""/>
          <p:cNvSpPr/>
          <p:nvPr/>
        </p:nvSpPr>
        <p:spPr>
          <a:xfrm>
            <a:off x="2836800" y="2171880"/>
            <a:ext cx="1763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986" name=""/>
          <p:cNvGrpSpPr/>
          <p:nvPr/>
        </p:nvGrpSpPr>
        <p:grpSpPr>
          <a:xfrm>
            <a:off x="4387680" y="1131840"/>
            <a:ext cx="1979640" cy="914400"/>
            <a:chOff x="4387680" y="1131840"/>
            <a:chExt cx="1979640" cy="914400"/>
          </a:xfrm>
        </p:grpSpPr>
        <p:sp>
          <p:nvSpPr>
            <p:cNvPr id="987" name=""/>
            <p:cNvSpPr/>
            <p:nvPr/>
          </p:nvSpPr>
          <p:spPr>
            <a:xfrm>
              <a:off x="4387680" y="1131840"/>
              <a:ext cx="1979640" cy="914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88" name=""/>
            <p:cNvSpPr/>
            <p:nvPr/>
          </p:nvSpPr>
          <p:spPr>
            <a:xfrm>
              <a:off x="4603680" y="1182600"/>
              <a:ext cx="16002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989" name=""/>
          <p:cNvGrpSpPr/>
          <p:nvPr/>
        </p:nvGrpSpPr>
        <p:grpSpPr>
          <a:xfrm>
            <a:off x="6200640" y="1131840"/>
            <a:ext cx="1977840" cy="914400"/>
            <a:chOff x="6200640" y="1131840"/>
            <a:chExt cx="1977840" cy="914400"/>
          </a:xfrm>
        </p:grpSpPr>
        <p:sp>
          <p:nvSpPr>
            <p:cNvPr id="990" name=""/>
            <p:cNvSpPr/>
            <p:nvPr/>
          </p:nvSpPr>
          <p:spPr>
            <a:xfrm>
              <a:off x="6200640" y="1131840"/>
              <a:ext cx="1977840" cy="914400"/>
            </a:xfrm>
            <a:custGeom>
              <a:avLst/>
              <a:gdLst/>
              <a:ahLst/>
              <a:rect l="l" t="t" r="r" b="b"/>
              <a:pathLst>
                <a:path w="1246" h="576">
                  <a:moveTo>
                    <a:pt x="0" y="0"/>
                  </a:moveTo>
                  <a:lnTo>
                    <a:pt x="1142" y="0"/>
                  </a:lnTo>
                  <a:lnTo>
                    <a:pt x="1246" y="288"/>
                  </a:lnTo>
                  <a:lnTo>
                    <a:pt x="1142"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991" name=""/>
            <p:cNvSpPr/>
            <p:nvPr/>
          </p:nvSpPr>
          <p:spPr>
            <a:xfrm>
              <a:off x="6416640" y="1182600"/>
              <a:ext cx="15984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992" name=""/>
          <p:cNvSpPr/>
          <p:nvPr/>
        </p:nvSpPr>
        <p:spPr>
          <a:xfrm>
            <a:off x="4645080" y="2171880"/>
            <a:ext cx="1763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93" name=""/>
          <p:cNvSpPr/>
          <p:nvPr/>
        </p:nvSpPr>
        <p:spPr>
          <a:xfrm>
            <a:off x="6462720" y="2171880"/>
            <a:ext cx="1763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9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99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FD33CB4C-817F-47C3-A3BA-5EC12EC344DD}" type="slidenum">
              <a:t>50</a:t>
            </a:fld>
          </a:p>
        </p:txBody>
      </p:sp>
    </p:spTree>
  </p:cSld>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6" name=""/>
          <p:cNvSpPr/>
          <p:nvPr/>
        </p:nvSpPr>
        <p:spPr>
          <a:xfrm>
            <a:off x="122400" y="2182680"/>
            <a:ext cx="13698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99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4 TITLE</a:t>
            </a:r>
            <a:endParaRPr b="1" lang="en-US" sz="1900" spc="-1" strike="noStrike">
              <a:solidFill>
                <a:srgbClr val="000000"/>
              </a:solidFill>
              <a:latin typeface="Arial"/>
            </a:endParaRPr>
          </a:p>
        </p:txBody>
      </p:sp>
      <p:sp>
        <p:nvSpPr>
          <p:cNvPr id="998" name=""/>
          <p:cNvSpPr/>
          <p:nvPr/>
        </p:nvSpPr>
        <p:spPr>
          <a:xfrm>
            <a:off x="1506600" y="2182680"/>
            <a:ext cx="16905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999" name=""/>
          <p:cNvGrpSpPr/>
          <p:nvPr/>
        </p:nvGrpSpPr>
        <p:grpSpPr>
          <a:xfrm>
            <a:off x="1405080" y="1143000"/>
            <a:ext cx="1977840" cy="914400"/>
            <a:chOff x="1405080" y="1143000"/>
            <a:chExt cx="1977840" cy="914400"/>
          </a:xfrm>
        </p:grpSpPr>
        <p:sp>
          <p:nvSpPr>
            <p:cNvPr id="1000" name=""/>
            <p:cNvSpPr/>
            <p:nvPr/>
          </p:nvSpPr>
          <p:spPr>
            <a:xfrm>
              <a:off x="1405080" y="1143000"/>
              <a:ext cx="1977840" cy="914400"/>
            </a:xfrm>
            <a:custGeom>
              <a:avLst/>
              <a:gdLst/>
              <a:ahLst/>
              <a:rect l="l" t="t" r="r" b="b"/>
              <a:pathLst>
                <a:path w="1246" h="576">
                  <a:moveTo>
                    <a:pt x="0" y="0"/>
                  </a:moveTo>
                  <a:lnTo>
                    <a:pt x="1142" y="0"/>
                  </a:lnTo>
                  <a:lnTo>
                    <a:pt x="1246" y="288"/>
                  </a:lnTo>
                  <a:lnTo>
                    <a:pt x="1142"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01" name=""/>
            <p:cNvSpPr/>
            <p:nvPr/>
          </p:nvSpPr>
          <p:spPr>
            <a:xfrm>
              <a:off x="1455840" y="1193760"/>
              <a:ext cx="17622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02" name=""/>
          <p:cNvGrpSpPr/>
          <p:nvPr/>
        </p:nvGrpSpPr>
        <p:grpSpPr>
          <a:xfrm>
            <a:off x="3216240" y="1143000"/>
            <a:ext cx="1979640" cy="914400"/>
            <a:chOff x="3216240" y="1143000"/>
            <a:chExt cx="1979640" cy="914400"/>
          </a:xfrm>
        </p:grpSpPr>
        <p:sp>
          <p:nvSpPr>
            <p:cNvPr id="1003" name=""/>
            <p:cNvSpPr/>
            <p:nvPr/>
          </p:nvSpPr>
          <p:spPr>
            <a:xfrm>
              <a:off x="3216240" y="1143000"/>
              <a:ext cx="1979640" cy="914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04" name=""/>
            <p:cNvSpPr/>
            <p:nvPr/>
          </p:nvSpPr>
          <p:spPr>
            <a:xfrm>
              <a:off x="3432240" y="1193760"/>
              <a:ext cx="16002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005" name=""/>
          <p:cNvSpPr/>
          <p:nvPr/>
        </p:nvSpPr>
        <p:spPr>
          <a:xfrm>
            <a:off x="3473280" y="2182680"/>
            <a:ext cx="1764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006" name=""/>
          <p:cNvGrpSpPr/>
          <p:nvPr/>
        </p:nvGrpSpPr>
        <p:grpSpPr>
          <a:xfrm>
            <a:off x="5024520" y="1143000"/>
            <a:ext cx="1979640" cy="914400"/>
            <a:chOff x="5024520" y="1143000"/>
            <a:chExt cx="1979640" cy="914400"/>
          </a:xfrm>
        </p:grpSpPr>
        <p:sp>
          <p:nvSpPr>
            <p:cNvPr id="1007" name=""/>
            <p:cNvSpPr/>
            <p:nvPr/>
          </p:nvSpPr>
          <p:spPr>
            <a:xfrm>
              <a:off x="5024520" y="1143000"/>
              <a:ext cx="1979640" cy="914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08" name=""/>
            <p:cNvSpPr/>
            <p:nvPr/>
          </p:nvSpPr>
          <p:spPr>
            <a:xfrm>
              <a:off x="5240520" y="1193760"/>
              <a:ext cx="16002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09" name=""/>
          <p:cNvGrpSpPr/>
          <p:nvPr/>
        </p:nvGrpSpPr>
        <p:grpSpPr>
          <a:xfrm>
            <a:off x="6837480" y="1143000"/>
            <a:ext cx="1977840" cy="914400"/>
            <a:chOff x="6837480" y="1143000"/>
            <a:chExt cx="1977840" cy="914400"/>
          </a:xfrm>
        </p:grpSpPr>
        <p:sp>
          <p:nvSpPr>
            <p:cNvPr id="1010" name=""/>
            <p:cNvSpPr/>
            <p:nvPr/>
          </p:nvSpPr>
          <p:spPr>
            <a:xfrm>
              <a:off x="6837480" y="1143000"/>
              <a:ext cx="1977840" cy="914400"/>
            </a:xfrm>
            <a:custGeom>
              <a:avLst/>
              <a:gdLst/>
              <a:ahLst/>
              <a:rect l="l" t="t" r="r" b="b"/>
              <a:pathLst>
                <a:path w="1246" h="576">
                  <a:moveTo>
                    <a:pt x="0" y="0"/>
                  </a:moveTo>
                  <a:lnTo>
                    <a:pt x="1142" y="0"/>
                  </a:lnTo>
                  <a:lnTo>
                    <a:pt x="1246" y="288"/>
                  </a:lnTo>
                  <a:lnTo>
                    <a:pt x="1142"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11" name=""/>
            <p:cNvSpPr/>
            <p:nvPr/>
          </p:nvSpPr>
          <p:spPr>
            <a:xfrm>
              <a:off x="7053480" y="1193760"/>
              <a:ext cx="15984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012" name=""/>
          <p:cNvSpPr/>
          <p:nvPr/>
        </p:nvSpPr>
        <p:spPr>
          <a:xfrm>
            <a:off x="5281560" y="2182680"/>
            <a:ext cx="1763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13" name=""/>
          <p:cNvSpPr/>
          <p:nvPr/>
        </p:nvSpPr>
        <p:spPr>
          <a:xfrm>
            <a:off x="7099200" y="2182680"/>
            <a:ext cx="1763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1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01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24A8097-F554-477A-8667-A72F2192A761}" type="slidenum">
              <a:t>51</a:t>
            </a:fld>
          </a:p>
        </p:txBody>
      </p:sp>
    </p:spTree>
  </p:cSld>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1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5</a:t>
            </a:r>
            <a:endParaRPr b="1" lang="en-US" sz="1900" spc="-1" strike="noStrike">
              <a:solidFill>
                <a:srgbClr val="000000"/>
              </a:solidFill>
              <a:latin typeface="Arial"/>
            </a:endParaRPr>
          </a:p>
        </p:txBody>
      </p:sp>
      <p:sp>
        <p:nvSpPr>
          <p:cNvPr id="1017" name=""/>
          <p:cNvSpPr/>
          <p:nvPr/>
        </p:nvSpPr>
        <p:spPr>
          <a:xfrm>
            <a:off x="870120" y="2181240"/>
            <a:ext cx="1276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018" name=""/>
          <p:cNvGrpSpPr/>
          <p:nvPr/>
        </p:nvGrpSpPr>
        <p:grpSpPr>
          <a:xfrm>
            <a:off x="768240" y="1141560"/>
            <a:ext cx="1614600" cy="914400"/>
            <a:chOff x="768240" y="1141560"/>
            <a:chExt cx="1614600" cy="914400"/>
          </a:xfrm>
        </p:grpSpPr>
        <p:sp>
          <p:nvSpPr>
            <p:cNvPr id="1019" name=""/>
            <p:cNvSpPr/>
            <p:nvPr/>
          </p:nvSpPr>
          <p:spPr>
            <a:xfrm>
              <a:off x="768240" y="1141560"/>
              <a:ext cx="1614600" cy="914400"/>
            </a:xfrm>
            <a:custGeom>
              <a:avLst/>
              <a:gdLst/>
              <a:ahLst/>
              <a:rect l="l" t="t" r="r" b="b"/>
              <a:pathLst>
                <a:path w="1017" h="576">
                  <a:moveTo>
                    <a:pt x="0" y="0"/>
                  </a:moveTo>
                  <a:lnTo>
                    <a:pt x="913" y="0"/>
                  </a:lnTo>
                  <a:lnTo>
                    <a:pt x="1017" y="288"/>
                  </a:lnTo>
                  <a:lnTo>
                    <a:pt x="913"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20" name=""/>
            <p:cNvSpPr/>
            <p:nvPr/>
          </p:nvSpPr>
          <p:spPr>
            <a:xfrm>
              <a:off x="819000" y="1192320"/>
              <a:ext cx="1398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21" name=""/>
          <p:cNvGrpSpPr/>
          <p:nvPr/>
        </p:nvGrpSpPr>
        <p:grpSpPr>
          <a:xfrm>
            <a:off x="2206800" y="1141560"/>
            <a:ext cx="1616040" cy="914400"/>
            <a:chOff x="2206800" y="1141560"/>
            <a:chExt cx="1616040" cy="914400"/>
          </a:xfrm>
        </p:grpSpPr>
        <p:sp>
          <p:nvSpPr>
            <p:cNvPr id="1022" name=""/>
            <p:cNvSpPr/>
            <p:nvPr/>
          </p:nvSpPr>
          <p:spPr>
            <a:xfrm>
              <a:off x="2206800" y="1141560"/>
              <a:ext cx="161604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23" name=""/>
            <p:cNvSpPr/>
            <p:nvPr/>
          </p:nvSpPr>
          <p:spPr>
            <a:xfrm>
              <a:off x="2422440" y="1192320"/>
              <a:ext cx="1236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024" name=""/>
          <p:cNvSpPr/>
          <p:nvPr/>
        </p:nvSpPr>
        <p:spPr>
          <a:xfrm>
            <a:off x="2463840" y="2181240"/>
            <a:ext cx="1413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025" name=""/>
          <p:cNvGrpSpPr/>
          <p:nvPr/>
        </p:nvGrpSpPr>
        <p:grpSpPr>
          <a:xfrm>
            <a:off x="3641760" y="1141560"/>
            <a:ext cx="1616040" cy="914400"/>
            <a:chOff x="3641760" y="1141560"/>
            <a:chExt cx="1616040" cy="914400"/>
          </a:xfrm>
        </p:grpSpPr>
        <p:sp>
          <p:nvSpPr>
            <p:cNvPr id="1026" name=""/>
            <p:cNvSpPr/>
            <p:nvPr/>
          </p:nvSpPr>
          <p:spPr>
            <a:xfrm>
              <a:off x="3641760" y="1141560"/>
              <a:ext cx="161604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27" name=""/>
            <p:cNvSpPr/>
            <p:nvPr/>
          </p:nvSpPr>
          <p:spPr>
            <a:xfrm>
              <a:off x="3857760" y="1192320"/>
              <a:ext cx="1236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28" name=""/>
          <p:cNvGrpSpPr/>
          <p:nvPr/>
        </p:nvGrpSpPr>
        <p:grpSpPr>
          <a:xfrm>
            <a:off x="5081760" y="1141560"/>
            <a:ext cx="1616040" cy="914400"/>
            <a:chOff x="5081760" y="1141560"/>
            <a:chExt cx="1616040" cy="914400"/>
          </a:xfrm>
        </p:grpSpPr>
        <p:sp>
          <p:nvSpPr>
            <p:cNvPr id="1029" name=""/>
            <p:cNvSpPr/>
            <p:nvPr/>
          </p:nvSpPr>
          <p:spPr>
            <a:xfrm>
              <a:off x="5081760" y="1141560"/>
              <a:ext cx="161604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30" name=""/>
            <p:cNvSpPr/>
            <p:nvPr/>
          </p:nvSpPr>
          <p:spPr>
            <a:xfrm>
              <a:off x="5297400" y="1192320"/>
              <a:ext cx="1236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31" name=""/>
          <p:cNvGrpSpPr/>
          <p:nvPr/>
        </p:nvGrpSpPr>
        <p:grpSpPr>
          <a:xfrm>
            <a:off x="6515280" y="1141560"/>
            <a:ext cx="1614240" cy="914400"/>
            <a:chOff x="6515280" y="1141560"/>
            <a:chExt cx="1614240" cy="914400"/>
          </a:xfrm>
        </p:grpSpPr>
        <p:sp>
          <p:nvSpPr>
            <p:cNvPr id="1032" name=""/>
            <p:cNvSpPr/>
            <p:nvPr/>
          </p:nvSpPr>
          <p:spPr>
            <a:xfrm>
              <a:off x="6515280" y="1141560"/>
              <a:ext cx="1614240" cy="914400"/>
            </a:xfrm>
            <a:custGeom>
              <a:avLst/>
              <a:gdLst/>
              <a:ahLst/>
              <a:rect l="l" t="t" r="r" b="b"/>
              <a:pathLst>
                <a:path w="1017" h="576">
                  <a:moveTo>
                    <a:pt x="0" y="0"/>
                  </a:moveTo>
                  <a:lnTo>
                    <a:pt x="913" y="0"/>
                  </a:lnTo>
                  <a:lnTo>
                    <a:pt x="1017" y="288"/>
                  </a:lnTo>
                  <a:lnTo>
                    <a:pt x="91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33" name=""/>
            <p:cNvSpPr/>
            <p:nvPr/>
          </p:nvSpPr>
          <p:spPr>
            <a:xfrm>
              <a:off x="6730920" y="1192320"/>
              <a:ext cx="12351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034" name=""/>
          <p:cNvSpPr/>
          <p:nvPr/>
        </p:nvSpPr>
        <p:spPr>
          <a:xfrm>
            <a:off x="3902040" y="2181240"/>
            <a:ext cx="1413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35" name=""/>
          <p:cNvSpPr/>
          <p:nvPr/>
        </p:nvSpPr>
        <p:spPr>
          <a:xfrm>
            <a:off x="5340240" y="2181240"/>
            <a:ext cx="1413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36" name=""/>
          <p:cNvSpPr/>
          <p:nvPr/>
        </p:nvSpPr>
        <p:spPr>
          <a:xfrm>
            <a:off x="6778800" y="2181240"/>
            <a:ext cx="1412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3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03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6427FEF-1D86-4220-92A8-3A903EBF3BD6}" type="slidenum">
              <a:t>52</a:t>
            </a:fld>
          </a:p>
        </p:txBody>
      </p:sp>
    </p:spTree>
  </p:cSld>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9" name=""/>
          <p:cNvSpPr/>
          <p:nvPr/>
        </p:nvSpPr>
        <p:spPr>
          <a:xfrm>
            <a:off x="122400" y="2181240"/>
            <a:ext cx="1268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4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5 TITLE</a:t>
            </a:r>
            <a:endParaRPr b="1" lang="en-US" sz="1900" spc="-1" strike="noStrike">
              <a:solidFill>
                <a:srgbClr val="000000"/>
              </a:solidFill>
              <a:latin typeface="Arial"/>
            </a:endParaRPr>
          </a:p>
        </p:txBody>
      </p:sp>
      <p:sp>
        <p:nvSpPr>
          <p:cNvPr id="1041" name=""/>
          <p:cNvSpPr/>
          <p:nvPr/>
        </p:nvSpPr>
        <p:spPr>
          <a:xfrm>
            <a:off x="1498680" y="2181240"/>
            <a:ext cx="1276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042" name=""/>
          <p:cNvGrpSpPr/>
          <p:nvPr/>
        </p:nvGrpSpPr>
        <p:grpSpPr>
          <a:xfrm>
            <a:off x="1397160" y="1141560"/>
            <a:ext cx="1614240" cy="914400"/>
            <a:chOff x="1397160" y="1141560"/>
            <a:chExt cx="1614240" cy="914400"/>
          </a:xfrm>
        </p:grpSpPr>
        <p:sp>
          <p:nvSpPr>
            <p:cNvPr id="1043" name=""/>
            <p:cNvSpPr/>
            <p:nvPr/>
          </p:nvSpPr>
          <p:spPr>
            <a:xfrm>
              <a:off x="1397160" y="1141560"/>
              <a:ext cx="1614240" cy="914400"/>
            </a:xfrm>
            <a:custGeom>
              <a:avLst/>
              <a:gdLst/>
              <a:ahLst/>
              <a:rect l="l" t="t" r="r" b="b"/>
              <a:pathLst>
                <a:path w="1017" h="576">
                  <a:moveTo>
                    <a:pt x="0" y="0"/>
                  </a:moveTo>
                  <a:lnTo>
                    <a:pt x="913" y="0"/>
                  </a:lnTo>
                  <a:lnTo>
                    <a:pt x="1017" y="288"/>
                  </a:lnTo>
                  <a:lnTo>
                    <a:pt x="913"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44" name=""/>
            <p:cNvSpPr/>
            <p:nvPr/>
          </p:nvSpPr>
          <p:spPr>
            <a:xfrm>
              <a:off x="1447560" y="1192320"/>
              <a:ext cx="13982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45" name=""/>
          <p:cNvGrpSpPr/>
          <p:nvPr/>
        </p:nvGrpSpPr>
        <p:grpSpPr>
          <a:xfrm>
            <a:off x="2835360" y="1141560"/>
            <a:ext cx="1616040" cy="914400"/>
            <a:chOff x="2835360" y="1141560"/>
            <a:chExt cx="1616040" cy="914400"/>
          </a:xfrm>
        </p:grpSpPr>
        <p:sp>
          <p:nvSpPr>
            <p:cNvPr id="1046" name=""/>
            <p:cNvSpPr/>
            <p:nvPr/>
          </p:nvSpPr>
          <p:spPr>
            <a:xfrm>
              <a:off x="2835360" y="1141560"/>
              <a:ext cx="161604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47" name=""/>
            <p:cNvSpPr/>
            <p:nvPr/>
          </p:nvSpPr>
          <p:spPr>
            <a:xfrm>
              <a:off x="3051000" y="1192320"/>
              <a:ext cx="1236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048" name=""/>
          <p:cNvSpPr/>
          <p:nvPr/>
        </p:nvSpPr>
        <p:spPr>
          <a:xfrm>
            <a:off x="3092400" y="2181240"/>
            <a:ext cx="1413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049" name=""/>
          <p:cNvGrpSpPr/>
          <p:nvPr/>
        </p:nvGrpSpPr>
        <p:grpSpPr>
          <a:xfrm>
            <a:off x="4270320" y="1141560"/>
            <a:ext cx="1616040" cy="914400"/>
            <a:chOff x="4270320" y="1141560"/>
            <a:chExt cx="1616040" cy="914400"/>
          </a:xfrm>
        </p:grpSpPr>
        <p:sp>
          <p:nvSpPr>
            <p:cNvPr id="1050" name=""/>
            <p:cNvSpPr/>
            <p:nvPr/>
          </p:nvSpPr>
          <p:spPr>
            <a:xfrm>
              <a:off x="4270320" y="1141560"/>
              <a:ext cx="161604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51" name=""/>
            <p:cNvSpPr/>
            <p:nvPr/>
          </p:nvSpPr>
          <p:spPr>
            <a:xfrm>
              <a:off x="4486320" y="1192320"/>
              <a:ext cx="1236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52" name=""/>
          <p:cNvGrpSpPr/>
          <p:nvPr/>
        </p:nvGrpSpPr>
        <p:grpSpPr>
          <a:xfrm>
            <a:off x="5710320" y="1141560"/>
            <a:ext cx="1616040" cy="914400"/>
            <a:chOff x="5710320" y="1141560"/>
            <a:chExt cx="1616040" cy="914400"/>
          </a:xfrm>
        </p:grpSpPr>
        <p:sp>
          <p:nvSpPr>
            <p:cNvPr id="1053" name=""/>
            <p:cNvSpPr/>
            <p:nvPr/>
          </p:nvSpPr>
          <p:spPr>
            <a:xfrm>
              <a:off x="5710320" y="1141560"/>
              <a:ext cx="161604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54" name=""/>
            <p:cNvSpPr/>
            <p:nvPr/>
          </p:nvSpPr>
          <p:spPr>
            <a:xfrm>
              <a:off x="5925960" y="1192320"/>
              <a:ext cx="1236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55" name=""/>
          <p:cNvGrpSpPr/>
          <p:nvPr/>
        </p:nvGrpSpPr>
        <p:grpSpPr>
          <a:xfrm>
            <a:off x="7143840" y="1141560"/>
            <a:ext cx="1614240" cy="914400"/>
            <a:chOff x="7143840" y="1141560"/>
            <a:chExt cx="1614240" cy="914400"/>
          </a:xfrm>
        </p:grpSpPr>
        <p:sp>
          <p:nvSpPr>
            <p:cNvPr id="1056" name=""/>
            <p:cNvSpPr/>
            <p:nvPr/>
          </p:nvSpPr>
          <p:spPr>
            <a:xfrm>
              <a:off x="7143840" y="1141560"/>
              <a:ext cx="1614240" cy="914400"/>
            </a:xfrm>
            <a:custGeom>
              <a:avLst/>
              <a:gdLst/>
              <a:ahLst/>
              <a:rect l="l" t="t" r="r" b="b"/>
              <a:pathLst>
                <a:path w="1017" h="576">
                  <a:moveTo>
                    <a:pt x="0" y="0"/>
                  </a:moveTo>
                  <a:lnTo>
                    <a:pt x="913" y="0"/>
                  </a:lnTo>
                  <a:lnTo>
                    <a:pt x="1017" y="288"/>
                  </a:lnTo>
                  <a:lnTo>
                    <a:pt x="91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57" name=""/>
            <p:cNvSpPr/>
            <p:nvPr/>
          </p:nvSpPr>
          <p:spPr>
            <a:xfrm>
              <a:off x="7359480" y="1192320"/>
              <a:ext cx="12351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058" name=""/>
          <p:cNvSpPr/>
          <p:nvPr/>
        </p:nvSpPr>
        <p:spPr>
          <a:xfrm>
            <a:off x="4530600" y="2181240"/>
            <a:ext cx="1413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59" name=""/>
          <p:cNvSpPr/>
          <p:nvPr/>
        </p:nvSpPr>
        <p:spPr>
          <a:xfrm>
            <a:off x="5969160" y="2181240"/>
            <a:ext cx="1412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60" name=""/>
          <p:cNvSpPr/>
          <p:nvPr/>
        </p:nvSpPr>
        <p:spPr>
          <a:xfrm>
            <a:off x="7407360" y="2181240"/>
            <a:ext cx="1412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6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06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049D0AE-8DDE-465F-8AF6-DCD38A7F2D01}" type="slidenum">
              <a:t>53</a:t>
            </a:fld>
          </a:p>
        </p:txBody>
      </p:sp>
    </p:spTree>
  </p:cSld>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6</a:t>
            </a:r>
            <a:endParaRPr b="1" lang="en-US" sz="1900" spc="-1" strike="noStrike">
              <a:solidFill>
                <a:srgbClr val="000000"/>
              </a:solidFill>
              <a:latin typeface="Arial"/>
            </a:endParaRPr>
          </a:p>
        </p:txBody>
      </p:sp>
      <p:sp>
        <p:nvSpPr>
          <p:cNvPr id="1064" name=""/>
          <p:cNvSpPr/>
          <p:nvPr/>
        </p:nvSpPr>
        <p:spPr>
          <a:xfrm>
            <a:off x="863640" y="2181240"/>
            <a:ext cx="1084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65" name=""/>
          <p:cNvSpPr/>
          <p:nvPr/>
        </p:nvSpPr>
        <p:spPr>
          <a:xfrm>
            <a:off x="2235240" y="2181240"/>
            <a:ext cx="1197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066" name=""/>
          <p:cNvGrpSpPr/>
          <p:nvPr/>
        </p:nvGrpSpPr>
        <p:grpSpPr>
          <a:xfrm>
            <a:off x="768240" y="1141560"/>
            <a:ext cx="1371600" cy="914400"/>
            <a:chOff x="768240" y="1141560"/>
            <a:chExt cx="1371600" cy="914400"/>
          </a:xfrm>
        </p:grpSpPr>
        <p:sp>
          <p:nvSpPr>
            <p:cNvPr id="1067" name=""/>
            <p:cNvSpPr/>
            <p:nvPr/>
          </p:nvSpPr>
          <p:spPr>
            <a:xfrm>
              <a:off x="768240" y="1141560"/>
              <a:ext cx="1371600" cy="914400"/>
            </a:xfrm>
            <a:custGeom>
              <a:avLst/>
              <a:gdLst/>
              <a:ahLst/>
              <a:rect l="l" t="t" r="r" b="b"/>
              <a:pathLst>
                <a:path w="864" h="576">
                  <a:moveTo>
                    <a:pt x="0" y="0"/>
                  </a:moveTo>
                  <a:lnTo>
                    <a:pt x="760" y="0"/>
                  </a:lnTo>
                  <a:lnTo>
                    <a:pt x="864" y="288"/>
                  </a:lnTo>
                  <a:lnTo>
                    <a:pt x="760"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68" name=""/>
            <p:cNvSpPr/>
            <p:nvPr/>
          </p:nvSpPr>
          <p:spPr>
            <a:xfrm>
              <a:off x="819000" y="1192320"/>
              <a:ext cx="11559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69" name=""/>
          <p:cNvGrpSpPr/>
          <p:nvPr/>
        </p:nvGrpSpPr>
        <p:grpSpPr>
          <a:xfrm>
            <a:off x="1971720" y="1141560"/>
            <a:ext cx="1373040" cy="914400"/>
            <a:chOff x="1971720" y="1141560"/>
            <a:chExt cx="1373040" cy="914400"/>
          </a:xfrm>
        </p:grpSpPr>
        <p:sp>
          <p:nvSpPr>
            <p:cNvPr id="1070" name=""/>
            <p:cNvSpPr/>
            <p:nvPr/>
          </p:nvSpPr>
          <p:spPr>
            <a:xfrm>
              <a:off x="1971720" y="1141560"/>
              <a:ext cx="1373040" cy="914400"/>
            </a:xfrm>
            <a:custGeom>
              <a:avLst/>
              <a:gdLst/>
              <a:ahLst/>
              <a:rect l="l" t="t" r="r" b="b"/>
              <a:pathLst>
                <a:path w="865" h="576">
                  <a:moveTo>
                    <a:pt x="0" y="0"/>
                  </a:moveTo>
                  <a:lnTo>
                    <a:pt x="761" y="0"/>
                  </a:lnTo>
                  <a:lnTo>
                    <a:pt x="865" y="288"/>
                  </a:lnTo>
                  <a:lnTo>
                    <a:pt x="76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71" name=""/>
            <p:cNvSpPr/>
            <p:nvPr/>
          </p:nvSpPr>
          <p:spPr>
            <a:xfrm>
              <a:off x="2187720" y="1192320"/>
              <a:ext cx="993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72" name=""/>
          <p:cNvGrpSpPr/>
          <p:nvPr/>
        </p:nvGrpSpPr>
        <p:grpSpPr>
          <a:xfrm>
            <a:off x="3178080" y="1141560"/>
            <a:ext cx="1374840" cy="914400"/>
            <a:chOff x="3178080" y="1141560"/>
            <a:chExt cx="1374840" cy="914400"/>
          </a:xfrm>
        </p:grpSpPr>
        <p:sp>
          <p:nvSpPr>
            <p:cNvPr id="1073" name=""/>
            <p:cNvSpPr/>
            <p:nvPr/>
          </p:nvSpPr>
          <p:spPr>
            <a:xfrm>
              <a:off x="3178080" y="1141560"/>
              <a:ext cx="1374840" cy="914400"/>
            </a:xfrm>
            <a:custGeom>
              <a:avLst/>
              <a:gdLst/>
              <a:ahLst/>
              <a:rect l="l" t="t" r="r" b="b"/>
              <a:pathLst>
                <a:path w="866" h="576">
                  <a:moveTo>
                    <a:pt x="0" y="0"/>
                  </a:moveTo>
                  <a:lnTo>
                    <a:pt x="762" y="0"/>
                  </a:lnTo>
                  <a:lnTo>
                    <a:pt x="866" y="288"/>
                  </a:lnTo>
                  <a:lnTo>
                    <a:pt x="762"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74" name=""/>
            <p:cNvSpPr/>
            <p:nvPr/>
          </p:nvSpPr>
          <p:spPr>
            <a:xfrm>
              <a:off x="3394080" y="1192320"/>
              <a:ext cx="9954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75" name=""/>
          <p:cNvGrpSpPr/>
          <p:nvPr/>
        </p:nvGrpSpPr>
        <p:grpSpPr>
          <a:xfrm>
            <a:off x="4389480" y="1141560"/>
            <a:ext cx="1373040" cy="914400"/>
            <a:chOff x="4389480" y="1141560"/>
            <a:chExt cx="1373040" cy="914400"/>
          </a:xfrm>
        </p:grpSpPr>
        <p:sp>
          <p:nvSpPr>
            <p:cNvPr id="1076" name=""/>
            <p:cNvSpPr/>
            <p:nvPr/>
          </p:nvSpPr>
          <p:spPr>
            <a:xfrm>
              <a:off x="4389480" y="1141560"/>
              <a:ext cx="1373040" cy="914400"/>
            </a:xfrm>
            <a:custGeom>
              <a:avLst/>
              <a:gdLst/>
              <a:ahLst/>
              <a:rect l="l" t="t" r="r" b="b"/>
              <a:pathLst>
                <a:path w="865" h="576">
                  <a:moveTo>
                    <a:pt x="0" y="0"/>
                  </a:moveTo>
                  <a:lnTo>
                    <a:pt x="761" y="0"/>
                  </a:lnTo>
                  <a:lnTo>
                    <a:pt x="865" y="288"/>
                  </a:lnTo>
                  <a:lnTo>
                    <a:pt x="76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77" name=""/>
            <p:cNvSpPr/>
            <p:nvPr/>
          </p:nvSpPr>
          <p:spPr>
            <a:xfrm>
              <a:off x="4605120" y="1192320"/>
              <a:ext cx="993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78" name=""/>
          <p:cNvGrpSpPr/>
          <p:nvPr/>
        </p:nvGrpSpPr>
        <p:grpSpPr>
          <a:xfrm>
            <a:off x="5597640" y="1141560"/>
            <a:ext cx="1373040" cy="914400"/>
            <a:chOff x="5597640" y="1141560"/>
            <a:chExt cx="1373040" cy="914400"/>
          </a:xfrm>
        </p:grpSpPr>
        <p:sp>
          <p:nvSpPr>
            <p:cNvPr id="1079" name=""/>
            <p:cNvSpPr/>
            <p:nvPr/>
          </p:nvSpPr>
          <p:spPr>
            <a:xfrm>
              <a:off x="5597640" y="1141560"/>
              <a:ext cx="1373040" cy="914400"/>
            </a:xfrm>
            <a:custGeom>
              <a:avLst/>
              <a:gdLst/>
              <a:ahLst/>
              <a:rect l="l" t="t" r="r" b="b"/>
              <a:pathLst>
                <a:path w="865" h="576">
                  <a:moveTo>
                    <a:pt x="0" y="0"/>
                  </a:moveTo>
                  <a:lnTo>
                    <a:pt x="761" y="0"/>
                  </a:lnTo>
                  <a:lnTo>
                    <a:pt x="865" y="288"/>
                  </a:lnTo>
                  <a:lnTo>
                    <a:pt x="76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80" name=""/>
            <p:cNvSpPr/>
            <p:nvPr/>
          </p:nvSpPr>
          <p:spPr>
            <a:xfrm>
              <a:off x="5813280" y="1192320"/>
              <a:ext cx="9932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081" name=""/>
          <p:cNvSpPr/>
          <p:nvPr/>
        </p:nvSpPr>
        <p:spPr>
          <a:xfrm>
            <a:off x="3441600" y="2181240"/>
            <a:ext cx="1197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82" name=""/>
          <p:cNvSpPr/>
          <p:nvPr/>
        </p:nvSpPr>
        <p:spPr>
          <a:xfrm>
            <a:off x="4646520" y="2181240"/>
            <a:ext cx="1197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83" name=""/>
          <p:cNvSpPr/>
          <p:nvPr/>
        </p:nvSpPr>
        <p:spPr>
          <a:xfrm>
            <a:off x="5861160" y="2181240"/>
            <a:ext cx="1197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084" name=""/>
          <p:cNvGrpSpPr/>
          <p:nvPr/>
        </p:nvGrpSpPr>
        <p:grpSpPr>
          <a:xfrm>
            <a:off x="6805440" y="1141560"/>
            <a:ext cx="1371600" cy="914400"/>
            <a:chOff x="6805440" y="1141560"/>
            <a:chExt cx="1371600" cy="914400"/>
          </a:xfrm>
        </p:grpSpPr>
        <p:sp>
          <p:nvSpPr>
            <p:cNvPr id="1085" name=""/>
            <p:cNvSpPr/>
            <p:nvPr/>
          </p:nvSpPr>
          <p:spPr>
            <a:xfrm>
              <a:off x="6805440" y="1141560"/>
              <a:ext cx="1371600" cy="914400"/>
            </a:xfrm>
            <a:custGeom>
              <a:avLst/>
              <a:gdLst/>
              <a:ahLst/>
              <a:rect l="l" t="t" r="r" b="b"/>
              <a:pathLst>
                <a:path w="864" h="576">
                  <a:moveTo>
                    <a:pt x="0" y="0"/>
                  </a:moveTo>
                  <a:lnTo>
                    <a:pt x="760" y="0"/>
                  </a:lnTo>
                  <a:lnTo>
                    <a:pt x="864" y="288"/>
                  </a:lnTo>
                  <a:lnTo>
                    <a:pt x="760"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86" name=""/>
            <p:cNvSpPr/>
            <p:nvPr/>
          </p:nvSpPr>
          <p:spPr>
            <a:xfrm>
              <a:off x="7021080" y="1192320"/>
              <a:ext cx="9921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087" name=""/>
          <p:cNvSpPr/>
          <p:nvPr/>
        </p:nvSpPr>
        <p:spPr>
          <a:xfrm>
            <a:off x="7061040" y="2181240"/>
            <a:ext cx="1197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8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08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86B5B39-CE1A-427D-9876-8C310A0B9F33}" type="slidenum">
              <a:t>54</a:t>
            </a:fld>
          </a:p>
        </p:txBody>
      </p:sp>
    </p:spTree>
  </p:cSld>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90" name=""/>
          <p:cNvSpPr/>
          <p:nvPr/>
        </p:nvSpPr>
        <p:spPr>
          <a:xfrm>
            <a:off x="122400" y="2181240"/>
            <a:ext cx="1223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9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6 TITLE</a:t>
            </a:r>
            <a:endParaRPr b="1" lang="en-US" sz="1900" spc="-1" strike="noStrike">
              <a:solidFill>
                <a:srgbClr val="000000"/>
              </a:solidFill>
              <a:latin typeface="Arial"/>
            </a:endParaRPr>
          </a:p>
        </p:txBody>
      </p:sp>
      <p:sp>
        <p:nvSpPr>
          <p:cNvPr id="1092" name=""/>
          <p:cNvSpPr/>
          <p:nvPr/>
        </p:nvSpPr>
        <p:spPr>
          <a:xfrm>
            <a:off x="1492200" y="2181240"/>
            <a:ext cx="1084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093" name=""/>
          <p:cNvSpPr/>
          <p:nvPr/>
        </p:nvSpPr>
        <p:spPr>
          <a:xfrm>
            <a:off x="2863800" y="2181240"/>
            <a:ext cx="1197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094" name=""/>
          <p:cNvGrpSpPr/>
          <p:nvPr/>
        </p:nvGrpSpPr>
        <p:grpSpPr>
          <a:xfrm>
            <a:off x="1397160" y="1141560"/>
            <a:ext cx="1371600" cy="914400"/>
            <a:chOff x="1397160" y="1141560"/>
            <a:chExt cx="1371600" cy="914400"/>
          </a:xfrm>
        </p:grpSpPr>
        <p:sp>
          <p:nvSpPr>
            <p:cNvPr id="1095" name=""/>
            <p:cNvSpPr/>
            <p:nvPr/>
          </p:nvSpPr>
          <p:spPr>
            <a:xfrm>
              <a:off x="1397160" y="1141560"/>
              <a:ext cx="1371600" cy="914400"/>
            </a:xfrm>
            <a:custGeom>
              <a:avLst/>
              <a:gdLst/>
              <a:ahLst/>
              <a:rect l="l" t="t" r="r" b="b"/>
              <a:pathLst>
                <a:path w="864" h="576">
                  <a:moveTo>
                    <a:pt x="0" y="0"/>
                  </a:moveTo>
                  <a:lnTo>
                    <a:pt x="760" y="0"/>
                  </a:lnTo>
                  <a:lnTo>
                    <a:pt x="864" y="288"/>
                  </a:lnTo>
                  <a:lnTo>
                    <a:pt x="760"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96" name=""/>
            <p:cNvSpPr/>
            <p:nvPr/>
          </p:nvSpPr>
          <p:spPr>
            <a:xfrm>
              <a:off x="1447920" y="1192320"/>
              <a:ext cx="11559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097" name=""/>
          <p:cNvGrpSpPr/>
          <p:nvPr/>
        </p:nvGrpSpPr>
        <p:grpSpPr>
          <a:xfrm>
            <a:off x="2600280" y="1141560"/>
            <a:ext cx="1373040" cy="914400"/>
            <a:chOff x="2600280" y="1141560"/>
            <a:chExt cx="1373040" cy="914400"/>
          </a:xfrm>
        </p:grpSpPr>
        <p:sp>
          <p:nvSpPr>
            <p:cNvPr id="1098" name=""/>
            <p:cNvSpPr/>
            <p:nvPr/>
          </p:nvSpPr>
          <p:spPr>
            <a:xfrm>
              <a:off x="2600280" y="1141560"/>
              <a:ext cx="1373040" cy="914400"/>
            </a:xfrm>
            <a:custGeom>
              <a:avLst/>
              <a:gdLst/>
              <a:ahLst/>
              <a:rect l="l" t="t" r="r" b="b"/>
              <a:pathLst>
                <a:path w="865" h="576">
                  <a:moveTo>
                    <a:pt x="0" y="0"/>
                  </a:moveTo>
                  <a:lnTo>
                    <a:pt x="761" y="0"/>
                  </a:lnTo>
                  <a:lnTo>
                    <a:pt x="865" y="288"/>
                  </a:lnTo>
                  <a:lnTo>
                    <a:pt x="76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099" name=""/>
            <p:cNvSpPr/>
            <p:nvPr/>
          </p:nvSpPr>
          <p:spPr>
            <a:xfrm>
              <a:off x="2816280" y="1192320"/>
              <a:ext cx="9936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100" name=""/>
          <p:cNvGrpSpPr/>
          <p:nvPr/>
        </p:nvGrpSpPr>
        <p:grpSpPr>
          <a:xfrm>
            <a:off x="3807000" y="1141560"/>
            <a:ext cx="1374480" cy="914400"/>
            <a:chOff x="3807000" y="1141560"/>
            <a:chExt cx="1374480" cy="914400"/>
          </a:xfrm>
        </p:grpSpPr>
        <p:sp>
          <p:nvSpPr>
            <p:cNvPr id="1101" name=""/>
            <p:cNvSpPr/>
            <p:nvPr/>
          </p:nvSpPr>
          <p:spPr>
            <a:xfrm>
              <a:off x="3807000" y="1141560"/>
              <a:ext cx="1374480" cy="914400"/>
            </a:xfrm>
            <a:custGeom>
              <a:avLst/>
              <a:gdLst/>
              <a:ahLst/>
              <a:rect l="l" t="t" r="r" b="b"/>
              <a:pathLst>
                <a:path w="866" h="576">
                  <a:moveTo>
                    <a:pt x="0" y="0"/>
                  </a:moveTo>
                  <a:lnTo>
                    <a:pt x="762" y="0"/>
                  </a:lnTo>
                  <a:lnTo>
                    <a:pt x="866" y="288"/>
                  </a:lnTo>
                  <a:lnTo>
                    <a:pt x="762"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102" name=""/>
            <p:cNvSpPr/>
            <p:nvPr/>
          </p:nvSpPr>
          <p:spPr>
            <a:xfrm>
              <a:off x="4022640" y="1192320"/>
              <a:ext cx="9950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103" name=""/>
          <p:cNvGrpSpPr/>
          <p:nvPr/>
        </p:nvGrpSpPr>
        <p:grpSpPr>
          <a:xfrm>
            <a:off x="5018040" y="1141560"/>
            <a:ext cx="1373400" cy="914400"/>
            <a:chOff x="5018040" y="1141560"/>
            <a:chExt cx="1373400" cy="914400"/>
          </a:xfrm>
        </p:grpSpPr>
        <p:sp>
          <p:nvSpPr>
            <p:cNvPr id="1104" name=""/>
            <p:cNvSpPr/>
            <p:nvPr/>
          </p:nvSpPr>
          <p:spPr>
            <a:xfrm>
              <a:off x="5018040" y="1141560"/>
              <a:ext cx="1373400" cy="914400"/>
            </a:xfrm>
            <a:custGeom>
              <a:avLst/>
              <a:gdLst/>
              <a:ahLst/>
              <a:rect l="l" t="t" r="r" b="b"/>
              <a:pathLst>
                <a:path w="865" h="576">
                  <a:moveTo>
                    <a:pt x="0" y="0"/>
                  </a:moveTo>
                  <a:lnTo>
                    <a:pt x="761" y="0"/>
                  </a:lnTo>
                  <a:lnTo>
                    <a:pt x="865" y="288"/>
                  </a:lnTo>
                  <a:lnTo>
                    <a:pt x="76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105" name=""/>
            <p:cNvSpPr/>
            <p:nvPr/>
          </p:nvSpPr>
          <p:spPr>
            <a:xfrm>
              <a:off x="5234040" y="1192320"/>
              <a:ext cx="9939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1106" name=""/>
          <p:cNvGrpSpPr/>
          <p:nvPr/>
        </p:nvGrpSpPr>
        <p:grpSpPr>
          <a:xfrm>
            <a:off x="6226200" y="1141560"/>
            <a:ext cx="1373040" cy="914400"/>
            <a:chOff x="6226200" y="1141560"/>
            <a:chExt cx="1373040" cy="914400"/>
          </a:xfrm>
        </p:grpSpPr>
        <p:sp>
          <p:nvSpPr>
            <p:cNvPr id="1107" name=""/>
            <p:cNvSpPr/>
            <p:nvPr/>
          </p:nvSpPr>
          <p:spPr>
            <a:xfrm>
              <a:off x="6226200" y="1141560"/>
              <a:ext cx="1373040" cy="914400"/>
            </a:xfrm>
            <a:custGeom>
              <a:avLst/>
              <a:gdLst/>
              <a:ahLst/>
              <a:rect l="l" t="t" r="r" b="b"/>
              <a:pathLst>
                <a:path w="865" h="576">
                  <a:moveTo>
                    <a:pt x="0" y="0"/>
                  </a:moveTo>
                  <a:lnTo>
                    <a:pt x="761" y="0"/>
                  </a:lnTo>
                  <a:lnTo>
                    <a:pt x="865" y="288"/>
                  </a:lnTo>
                  <a:lnTo>
                    <a:pt x="76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108" name=""/>
            <p:cNvSpPr/>
            <p:nvPr/>
          </p:nvSpPr>
          <p:spPr>
            <a:xfrm>
              <a:off x="6441840" y="1192320"/>
              <a:ext cx="9932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109" name=""/>
          <p:cNvSpPr/>
          <p:nvPr/>
        </p:nvSpPr>
        <p:spPr>
          <a:xfrm>
            <a:off x="4070520" y="2181240"/>
            <a:ext cx="1196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10" name=""/>
          <p:cNvSpPr/>
          <p:nvPr/>
        </p:nvSpPr>
        <p:spPr>
          <a:xfrm>
            <a:off x="5275440" y="2181240"/>
            <a:ext cx="1196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11" name=""/>
          <p:cNvSpPr/>
          <p:nvPr/>
        </p:nvSpPr>
        <p:spPr>
          <a:xfrm>
            <a:off x="6489720" y="2181240"/>
            <a:ext cx="1197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112" name=""/>
          <p:cNvGrpSpPr/>
          <p:nvPr/>
        </p:nvGrpSpPr>
        <p:grpSpPr>
          <a:xfrm>
            <a:off x="7434360" y="1141560"/>
            <a:ext cx="1371600" cy="914400"/>
            <a:chOff x="7434360" y="1141560"/>
            <a:chExt cx="1371600" cy="914400"/>
          </a:xfrm>
        </p:grpSpPr>
        <p:sp>
          <p:nvSpPr>
            <p:cNvPr id="1113" name=""/>
            <p:cNvSpPr/>
            <p:nvPr/>
          </p:nvSpPr>
          <p:spPr>
            <a:xfrm>
              <a:off x="7434360" y="1141560"/>
              <a:ext cx="1371600" cy="914400"/>
            </a:xfrm>
            <a:custGeom>
              <a:avLst/>
              <a:gdLst/>
              <a:ahLst/>
              <a:rect l="l" t="t" r="r" b="b"/>
              <a:pathLst>
                <a:path w="864" h="576">
                  <a:moveTo>
                    <a:pt x="0" y="0"/>
                  </a:moveTo>
                  <a:lnTo>
                    <a:pt x="760" y="0"/>
                  </a:lnTo>
                  <a:lnTo>
                    <a:pt x="864" y="288"/>
                  </a:lnTo>
                  <a:lnTo>
                    <a:pt x="760"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1114" name=""/>
            <p:cNvSpPr/>
            <p:nvPr/>
          </p:nvSpPr>
          <p:spPr>
            <a:xfrm>
              <a:off x="7650000" y="1192320"/>
              <a:ext cx="9921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1115" name=""/>
          <p:cNvSpPr/>
          <p:nvPr/>
        </p:nvSpPr>
        <p:spPr>
          <a:xfrm>
            <a:off x="7689960" y="2181240"/>
            <a:ext cx="1197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1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11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F12E8C7-C186-4DC7-A10E-F9581C5AC864}" type="slidenum">
              <a:t>55</a:t>
            </a:fld>
          </a:p>
        </p:txBody>
      </p:sp>
    </p:spTree>
  </p:cSld>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1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BLADES</a:t>
            </a:r>
            <a:endParaRPr b="1" lang="en-US" sz="1900" spc="-1" strike="noStrike">
              <a:solidFill>
                <a:srgbClr val="000000"/>
              </a:solidFill>
              <a:latin typeface="Arial"/>
            </a:endParaRPr>
          </a:p>
        </p:txBody>
      </p:sp>
      <p:grpSp>
        <p:nvGrpSpPr>
          <p:cNvPr id="1119" name=""/>
          <p:cNvGrpSpPr/>
          <p:nvPr/>
        </p:nvGrpSpPr>
        <p:grpSpPr>
          <a:xfrm>
            <a:off x="2187720" y="1120680"/>
            <a:ext cx="4636800" cy="4579920"/>
            <a:chOff x="2187720" y="1120680"/>
            <a:chExt cx="4636800" cy="4579920"/>
          </a:xfrm>
        </p:grpSpPr>
        <p:sp>
          <p:nvSpPr>
            <p:cNvPr id="1120" name=""/>
            <p:cNvSpPr/>
            <p:nvPr/>
          </p:nvSpPr>
          <p:spPr>
            <a:xfrm>
              <a:off x="2187720" y="2288880"/>
              <a:ext cx="2792160" cy="1166760"/>
            </a:xfrm>
            <a:custGeom>
              <a:avLst/>
              <a:gdLst/>
              <a:ahLst/>
              <a:rect l="l" t="t" r="r" b="b"/>
              <a:pathLst>
                <a:path w="1136" h="491">
                  <a:moveTo>
                    <a:pt x="1135" y="473"/>
                  </a:moveTo>
                  <a:lnTo>
                    <a:pt x="1132" y="437"/>
                  </a:lnTo>
                  <a:lnTo>
                    <a:pt x="1126" y="401"/>
                  </a:lnTo>
                  <a:lnTo>
                    <a:pt x="1117" y="366"/>
                  </a:lnTo>
                  <a:lnTo>
                    <a:pt x="1104" y="331"/>
                  </a:lnTo>
                  <a:lnTo>
                    <a:pt x="1090" y="298"/>
                  </a:lnTo>
                  <a:lnTo>
                    <a:pt x="1072" y="264"/>
                  </a:lnTo>
                  <a:lnTo>
                    <a:pt x="1051" y="233"/>
                  </a:lnTo>
                  <a:lnTo>
                    <a:pt x="1027" y="203"/>
                  </a:lnTo>
                  <a:lnTo>
                    <a:pt x="1002" y="174"/>
                  </a:lnTo>
                  <a:lnTo>
                    <a:pt x="974" y="148"/>
                  </a:lnTo>
                  <a:lnTo>
                    <a:pt x="943" y="123"/>
                  </a:lnTo>
                  <a:lnTo>
                    <a:pt x="911" y="99"/>
                  </a:lnTo>
                  <a:lnTo>
                    <a:pt x="876" y="78"/>
                  </a:lnTo>
                  <a:lnTo>
                    <a:pt x="840" y="60"/>
                  </a:lnTo>
                  <a:lnTo>
                    <a:pt x="803" y="44"/>
                  </a:lnTo>
                  <a:lnTo>
                    <a:pt x="764" y="30"/>
                  </a:lnTo>
                  <a:lnTo>
                    <a:pt x="724" y="19"/>
                  </a:lnTo>
                  <a:lnTo>
                    <a:pt x="683" y="10"/>
                  </a:lnTo>
                  <a:lnTo>
                    <a:pt x="642" y="4"/>
                  </a:lnTo>
                  <a:lnTo>
                    <a:pt x="600" y="1"/>
                  </a:lnTo>
                  <a:lnTo>
                    <a:pt x="559" y="0"/>
                  </a:lnTo>
                  <a:lnTo>
                    <a:pt x="517" y="2"/>
                  </a:lnTo>
                  <a:lnTo>
                    <a:pt x="474" y="6"/>
                  </a:lnTo>
                  <a:lnTo>
                    <a:pt x="433" y="14"/>
                  </a:lnTo>
                  <a:lnTo>
                    <a:pt x="394" y="24"/>
                  </a:lnTo>
                  <a:lnTo>
                    <a:pt x="354" y="37"/>
                  </a:lnTo>
                  <a:lnTo>
                    <a:pt x="316" y="51"/>
                  </a:lnTo>
                  <a:lnTo>
                    <a:pt x="279" y="68"/>
                  </a:lnTo>
                  <a:lnTo>
                    <a:pt x="243" y="88"/>
                  </a:lnTo>
                  <a:lnTo>
                    <a:pt x="210" y="110"/>
                  </a:lnTo>
                  <a:lnTo>
                    <a:pt x="179" y="134"/>
                  </a:lnTo>
                  <a:lnTo>
                    <a:pt x="149" y="159"/>
                  </a:lnTo>
                  <a:lnTo>
                    <a:pt x="122" y="187"/>
                  </a:lnTo>
                  <a:lnTo>
                    <a:pt x="97" y="217"/>
                  </a:lnTo>
                  <a:lnTo>
                    <a:pt x="75" y="247"/>
                  </a:lnTo>
                  <a:lnTo>
                    <a:pt x="56" y="280"/>
                  </a:lnTo>
                  <a:lnTo>
                    <a:pt x="39" y="312"/>
                  </a:lnTo>
                  <a:lnTo>
                    <a:pt x="25" y="347"/>
                  </a:lnTo>
                  <a:lnTo>
                    <a:pt x="14" y="382"/>
                  </a:lnTo>
                  <a:lnTo>
                    <a:pt x="7" y="417"/>
                  </a:lnTo>
                  <a:lnTo>
                    <a:pt x="2" y="454"/>
                  </a:lnTo>
                  <a:lnTo>
                    <a:pt x="0" y="490"/>
                  </a:lnTo>
                  <a:lnTo>
                    <a:pt x="568" y="490"/>
                  </a:lnTo>
                  <a:lnTo>
                    <a:pt x="640" y="490"/>
                  </a:lnTo>
                  <a:lnTo>
                    <a:pt x="651" y="467"/>
                  </a:lnTo>
                  <a:lnTo>
                    <a:pt x="664" y="445"/>
                  </a:lnTo>
                  <a:lnTo>
                    <a:pt x="679" y="425"/>
                  </a:lnTo>
                  <a:lnTo>
                    <a:pt x="696" y="406"/>
                  </a:lnTo>
                  <a:lnTo>
                    <a:pt x="716" y="389"/>
                  </a:lnTo>
                  <a:lnTo>
                    <a:pt x="738" y="374"/>
                  </a:lnTo>
                  <a:lnTo>
                    <a:pt x="761" y="361"/>
                  </a:lnTo>
                  <a:lnTo>
                    <a:pt x="785" y="350"/>
                  </a:lnTo>
                  <a:lnTo>
                    <a:pt x="811" y="340"/>
                  </a:lnTo>
                  <a:lnTo>
                    <a:pt x="837" y="334"/>
                  </a:lnTo>
                  <a:lnTo>
                    <a:pt x="864" y="330"/>
                  </a:lnTo>
                  <a:lnTo>
                    <a:pt x="891" y="330"/>
                  </a:lnTo>
                  <a:lnTo>
                    <a:pt x="919" y="330"/>
                  </a:lnTo>
                  <a:lnTo>
                    <a:pt x="947" y="335"/>
                  </a:lnTo>
                  <a:lnTo>
                    <a:pt x="974" y="341"/>
                  </a:lnTo>
                  <a:lnTo>
                    <a:pt x="1000" y="351"/>
                  </a:lnTo>
                  <a:lnTo>
                    <a:pt x="1025" y="362"/>
                  </a:lnTo>
                  <a:lnTo>
                    <a:pt x="1048" y="375"/>
                  </a:lnTo>
                  <a:lnTo>
                    <a:pt x="1070" y="392"/>
                  </a:lnTo>
                  <a:lnTo>
                    <a:pt x="1090" y="410"/>
                  </a:lnTo>
                  <a:lnTo>
                    <a:pt x="1107" y="429"/>
                  </a:lnTo>
                  <a:lnTo>
                    <a:pt x="1122" y="451"/>
                  </a:lnTo>
                  <a:lnTo>
                    <a:pt x="1135" y="47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21" name=""/>
            <p:cNvSpPr/>
            <p:nvPr/>
          </p:nvSpPr>
          <p:spPr>
            <a:xfrm>
              <a:off x="3370320" y="3003480"/>
              <a:ext cx="1212840" cy="2697120"/>
            </a:xfrm>
            <a:custGeom>
              <a:avLst/>
              <a:gdLst/>
              <a:ahLst/>
              <a:rect l="l" t="t" r="r" b="b"/>
              <a:pathLst>
                <a:path w="493" h="1134">
                  <a:moveTo>
                    <a:pt x="475" y="0"/>
                  </a:moveTo>
                  <a:lnTo>
                    <a:pt x="439" y="3"/>
                  </a:lnTo>
                  <a:lnTo>
                    <a:pt x="403" y="9"/>
                  </a:lnTo>
                  <a:lnTo>
                    <a:pt x="367" y="18"/>
                  </a:lnTo>
                  <a:lnTo>
                    <a:pt x="333" y="30"/>
                  </a:lnTo>
                  <a:lnTo>
                    <a:pt x="299" y="45"/>
                  </a:lnTo>
                  <a:lnTo>
                    <a:pt x="266" y="63"/>
                  </a:lnTo>
                  <a:lnTo>
                    <a:pt x="234" y="84"/>
                  </a:lnTo>
                  <a:lnTo>
                    <a:pt x="204" y="107"/>
                  </a:lnTo>
                  <a:lnTo>
                    <a:pt x="176" y="133"/>
                  </a:lnTo>
                  <a:lnTo>
                    <a:pt x="148" y="161"/>
                  </a:lnTo>
                  <a:lnTo>
                    <a:pt x="123" y="191"/>
                  </a:lnTo>
                  <a:lnTo>
                    <a:pt x="101" y="224"/>
                  </a:lnTo>
                  <a:lnTo>
                    <a:pt x="80" y="258"/>
                  </a:lnTo>
                  <a:lnTo>
                    <a:pt x="61" y="294"/>
                  </a:lnTo>
                  <a:lnTo>
                    <a:pt x="45" y="332"/>
                  </a:lnTo>
                  <a:lnTo>
                    <a:pt x="31" y="370"/>
                  </a:lnTo>
                  <a:lnTo>
                    <a:pt x="20" y="411"/>
                  </a:lnTo>
                  <a:lnTo>
                    <a:pt x="11" y="451"/>
                  </a:lnTo>
                  <a:lnTo>
                    <a:pt x="5" y="492"/>
                  </a:lnTo>
                  <a:lnTo>
                    <a:pt x="1" y="534"/>
                  </a:lnTo>
                  <a:lnTo>
                    <a:pt x="0" y="576"/>
                  </a:lnTo>
                  <a:lnTo>
                    <a:pt x="3" y="617"/>
                  </a:lnTo>
                  <a:lnTo>
                    <a:pt x="7" y="659"/>
                  </a:lnTo>
                  <a:lnTo>
                    <a:pt x="14" y="701"/>
                  </a:lnTo>
                  <a:lnTo>
                    <a:pt x="25" y="741"/>
                  </a:lnTo>
                  <a:lnTo>
                    <a:pt x="37" y="780"/>
                  </a:lnTo>
                  <a:lnTo>
                    <a:pt x="52" y="818"/>
                  </a:lnTo>
                  <a:lnTo>
                    <a:pt x="69" y="855"/>
                  </a:lnTo>
                  <a:lnTo>
                    <a:pt x="89" y="890"/>
                  </a:lnTo>
                  <a:lnTo>
                    <a:pt x="111" y="924"/>
                  </a:lnTo>
                  <a:lnTo>
                    <a:pt x="135" y="955"/>
                  </a:lnTo>
                  <a:lnTo>
                    <a:pt x="161" y="984"/>
                  </a:lnTo>
                  <a:lnTo>
                    <a:pt x="188" y="1011"/>
                  </a:lnTo>
                  <a:lnTo>
                    <a:pt x="218" y="1036"/>
                  </a:lnTo>
                  <a:lnTo>
                    <a:pt x="249" y="1058"/>
                  </a:lnTo>
                  <a:lnTo>
                    <a:pt x="281" y="1078"/>
                  </a:lnTo>
                  <a:lnTo>
                    <a:pt x="314" y="1095"/>
                  </a:lnTo>
                  <a:lnTo>
                    <a:pt x="349" y="1108"/>
                  </a:lnTo>
                  <a:lnTo>
                    <a:pt x="384" y="1119"/>
                  </a:lnTo>
                  <a:lnTo>
                    <a:pt x="419" y="1126"/>
                  </a:lnTo>
                  <a:lnTo>
                    <a:pt x="455" y="1131"/>
                  </a:lnTo>
                  <a:lnTo>
                    <a:pt x="492" y="1133"/>
                  </a:lnTo>
                  <a:lnTo>
                    <a:pt x="492" y="566"/>
                  </a:lnTo>
                  <a:lnTo>
                    <a:pt x="492" y="494"/>
                  </a:lnTo>
                  <a:lnTo>
                    <a:pt x="468" y="484"/>
                  </a:lnTo>
                  <a:lnTo>
                    <a:pt x="447" y="470"/>
                  </a:lnTo>
                  <a:lnTo>
                    <a:pt x="426" y="456"/>
                  </a:lnTo>
                  <a:lnTo>
                    <a:pt x="408" y="438"/>
                  </a:lnTo>
                  <a:lnTo>
                    <a:pt x="391" y="418"/>
                  </a:lnTo>
                  <a:lnTo>
                    <a:pt x="375" y="397"/>
                  </a:lnTo>
                  <a:lnTo>
                    <a:pt x="362" y="374"/>
                  </a:lnTo>
                  <a:lnTo>
                    <a:pt x="351" y="349"/>
                  </a:lnTo>
                  <a:lnTo>
                    <a:pt x="342" y="324"/>
                  </a:lnTo>
                  <a:lnTo>
                    <a:pt x="336" y="298"/>
                  </a:lnTo>
                  <a:lnTo>
                    <a:pt x="332" y="271"/>
                  </a:lnTo>
                  <a:lnTo>
                    <a:pt x="331" y="243"/>
                  </a:lnTo>
                  <a:lnTo>
                    <a:pt x="332" y="215"/>
                  </a:lnTo>
                  <a:lnTo>
                    <a:pt x="336" y="188"/>
                  </a:lnTo>
                  <a:lnTo>
                    <a:pt x="343" y="161"/>
                  </a:lnTo>
                  <a:lnTo>
                    <a:pt x="352" y="135"/>
                  </a:lnTo>
                  <a:lnTo>
                    <a:pt x="363" y="110"/>
                  </a:lnTo>
                  <a:lnTo>
                    <a:pt x="377" y="86"/>
                  </a:lnTo>
                  <a:lnTo>
                    <a:pt x="393" y="65"/>
                  </a:lnTo>
                  <a:lnTo>
                    <a:pt x="412" y="45"/>
                  </a:lnTo>
                  <a:lnTo>
                    <a:pt x="431" y="28"/>
                  </a:lnTo>
                  <a:lnTo>
                    <a:pt x="452" y="12"/>
                  </a:lnTo>
                  <a:lnTo>
                    <a:pt x="475"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22" name=""/>
            <p:cNvSpPr/>
            <p:nvPr/>
          </p:nvSpPr>
          <p:spPr>
            <a:xfrm>
              <a:off x="4032360" y="3396960"/>
              <a:ext cx="2792160" cy="1168560"/>
            </a:xfrm>
            <a:custGeom>
              <a:avLst/>
              <a:gdLst/>
              <a:ahLst/>
              <a:rect l="l" t="t" r="r" b="b"/>
              <a:pathLst>
                <a:path w="1136" h="491">
                  <a:moveTo>
                    <a:pt x="0" y="17"/>
                  </a:moveTo>
                  <a:lnTo>
                    <a:pt x="3" y="53"/>
                  </a:lnTo>
                  <a:lnTo>
                    <a:pt x="9" y="89"/>
                  </a:lnTo>
                  <a:lnTo>
                    <a:pt x="18" y="125"/>
                  </a:lnTo>
                  <a:lnTo>
                    <a:pt x="31" y="159"/>
                  </a:lnTo>
                  <a:lnTo>
                    <a:pt x="45" y="193"/>
                  </a:lnTo>
                  <a:lnTo>
                    <a:pt x="63" y="226"/>
                  </a:lnTo>
                  <a:lnTo>
                    <a:pt x="84" y="257"/>
                  </a:lnTo>
                  <a:lnTo>
                    <a:pt x="108" y="287"/>
                  </a:lnTo>
                  <a:lnTo>
                    <a:pt x="133" y="316"/>
                  </a:lnTo>
                  <a:lnTo>
                    <a:pt x="161" y="343"/>
                  </a:lnTo>
                  <a:lnTo>
                    <a:pt x="192" y="368"/>
                  </a:lnTo>
                  <a:lnTo>
                    <a:pt x="224" y="391"/>
                  </a:lnTo>
                  <a:lnTo>
                    <a:pt x="259" y="412"/>
                  </a:lnTo>
                  <a:lnTo>
                    <a:pt x="295" y="430"/>
                  </a:lnTo>
                  <a:lnTo>
                    <a:pt x="332" y="447"/>
                  </a:lnTo>
                  <a:lnTo>
                    <a:pt x="371" y="460"/>
                  </a:lnTo>
                  <a:lnTo>
                    <a:pt x="411" y="472"/>
                  </a:lnTo>
                  <a:lnTo>
                    <a:pt x="452" y="480"/>
                  </a:lnTo>
                  <a:lnTo>
                    <a:pt x="493" y="486"/>
                  </a:lnTo>
                  <a:lnTo>
                    <a:pt x="534" y="489"/>
                  </a:lnTo>
                  <a:lnTo>
                    <a:pt x="576" y="490"/>
                  </a:lnTo>
                  <a:lnTo>
                    <a:pt x="618" y="489"/>
                  </a:lnTo>
                  <a:lnTo>
                    <a:pt x="660" y="484"/>
                  </a:lnTo>
                  <a:lnTo>
                    <a:pt x="701" y="476"/>
                  </a:lnTo>
                  <a:lnTo>
                    <a:pt x="741" y="467"/>
                  </a:lnTo>
                  <a:lnTo>
                    <a:pt x="781" y="454"/>
                  </a:lnTo>
                  <a:lnTo>
                    <a:pt x="819" y="440"/>
                  </a:lnTo>
                  <a:lnTo>
                    <a:pt x="856" y="422"/>
                  </a:lnTo>
                  <a:lnTo>
                    <a:pt x="892" y="402"/>
                  </a:lnTo>
                  <a:lnTo>
                    <a:pt x="925" y="381"/>
                  </a:lnTo>
                  <a:lnTo>
                    <a:pt x="956" y="357"/>
                  </a:lnTo>
                  <a:lnTo>
                    <a:pt x="986" y="331"/>
                  </a:lnTo>
                  <a:lnTo>
                    <a:pt x="1013" y="303"/>
                  </a:lnTo>
                  <a:lnTo>
                    <a:pt x="1038" y="274"/>
                  </a:lnTo>
                  <a:lnTo>
                    <a:pt x="1060" y="243"/>
                  </a:lnTo>
                  <a:lnTo>
                    <a:pt x="1079" y="211"/>
                  </a:lnTo>
                  <a:lnTo>
                    <a:pt x="1096" y="178"/>
                  </a:lnTo>
                  <a:lnTo>
                    <a:pt x="1110" y="143"/>
                  </a:lnTo>
                  <a:lnTo>
                    <a:pt x="1121" y="108"/>
                  </a:lnTo>
                  <a:lnTo>
                    <a:pt x="1128" y="73"/>
                  </a:lnTo>
                  <a:lnTo>
                    <a:pt x="1133" y="37"/>
                  </a:lnTo>
                  <a:lnTo>
                    <a:pt x="1135" y="0"/>
                  </a:lnTo>
                  <a:lnTo>
                    <a:pt x="567" y="0"/>
                  </a:lnTo>
                  <a:lnTo>
                    <a:pt x="495" y="0"/>
                  </a:lnTo>
                  <a:lnTo>
                    <a:pt x="484" y="22"/>
                  </a:lnTo>
                  <a:lnTo>
                    <a:pt x="470" y="43"/>
                  </a:lnTo>
                  <a:lnTo>
                    <a:pt x="455" y="62"/>
                  </a:lnTo>
                  <a:lnTo>
                    <a:pt x="436" y="80"/>
                  </a:lnTo>
                  <a:lnTo>
                    <a:pt x="416" y="95"/>
                  </a:lnTo>
                  <a:lnTo>
                    <a:pt x="394" y="108"/>
                  </a:lnTo>
                  <a:lnTo>
                    <a:pt x="371" y="119"/>
                  </a:lnTo>
                  <a:lnTo>
                    <a:pt x="346" y="128"/>
                  </a:lnTo>
                  <a:lnTo>
                    <a:pt x="320" y="134"/>
                  </a:lnTo>
                  <a:lnTo>
                    <a:pt x="295" y="137"/>
                  </a:lnTo>
                  <a:lnTo>
                    <a:pt x="268" y="138"/>
                  </a:lnTo>
                  <a:lnTo>
                    <a:pt x="238" y="140"/>
                  </a:lnTo>
                  <a:lnTo>
                    <a:pt x="210" y="139"/>
                  </a:lnTo>
                  <a:lnTo>
                    <a:pt x="181" y="136"/>
                  </a:lnTo>
                  <a:lnTo>
                    <a:pt x="154" y="129"/>
                  </a:lnTo>
                  <a:lnTo>
                    <a:pt x="126" y="119"/>
                  </a:lnTo>
                  <a:lnTo>
                    <a:pt x="101" y="108"/>
                  </a:lnTo>
                  <a:lnTo>
                    <a:pt x="76" y="94"/>
                  </a:lnTo>
                  <a:lnTo>
                    <a:pt x="54" y="77"/>
                  </a:lnTo>
                  <a:lnTo>
                    <a:pt x="34" y="60"/>
                  </a:lnTo>
                  <a:lnTo>
                    <a:pt x="16" y="39"/>
                  </a:lnTo>
                  <a:lnTo>
                    <a:pt x="0" y="17"/>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23" name=""/>
            <p:cNvSpPr/>
            <p:nvPr/>
          </p:nvSpPr>
          <p:spPr>
            <a:xfrm>
              <a:off x="4437000" y="1120680"/>
              <a:ext cx="1219320" cy="2705040"/>
            </a:xfrm>
            <a:custGeom>
              <a:avLst/>
              <a:gdLst/>
              <a:ahLst/>
              <a:rect l="l" t="t" r="r" b="b"/>
              <a:pathLst>
                <a:path w="496" h="1137">
                  <a:moveTo>
                    <a:pt x="20" y="1136"/>
                  </a:moveTo>
                  <a:lnTo>
                    <a:pt x="56" y="1134"/>
                  </a:lnTo>
                  <a:lnTo>
                    <a:pt x="91" y="1128"/>
                  </a:lnTo>
                  <a:lnTo>
                    <a:pt x="126" y="1119"/>
                  </a:lnTo>
                  <a:lnTo>
                    <a:pt x="160" y="1107"/>
                  </a:lnTo>
                  <a:lnTo>
                    <a:pt x="193" y="1093"/>
                  </a:lnTo>
                  <a:lnTo>
                    <a:pt x="225" y="1076"/>
                  </a:lnTo>
                  <a:lnTo>
                    <a:pt x="256" y="1055"/>
                  </a:lnTo>
                  <a:lnTo>
                    <a:pt x="287" y="1033"/>
                  </a:lnTo>
                  <a:lnTo>
                    <a:pt x="315" y="1008"/>
                  </a:lnTo>
                  <a:lnTo>
                    <a:pt x="341" y="981"/>
                  </a:lnTo>
                  <a:lnTo>
                    <a:pt x="366" y="951"/>
                  </a:lnTo>
                  <a:lnTo>
                    <a:pt x="390" y="920"/>
                  </a:lnTo>
                  <a:lnTo>
                    <a:pt x="411" y="887"/>
                  </a:lnTo>
                  <a:lnTo>
                    <a:pt x="429" y="852"/>
                  </a:lnTo>
                  <a:lnTo>
                    <a:pt x="446" y="816"/>
                  </a:lnTo>
                  <a:lnTo>
                    <a:pt x="460" y="779"/>
                  </a:lnTo>
                  <a:lnTo>
                    <a:pt x="472" y="740"/>
                  </a:lnTo>
                  <a:lnTo>
                    <a:pt x="481" y="700"/>
                  </a:lnTo>
                  <a:lnTo>
                    <a:pt x="488" y="660"/>
                  </a:lnTo>
                  <a:lnTo>
                    <a:pt x="492" y="619"/>
                  </a:lnTo>
                  <a:lnTo>
                    <a:pt x="495" y="578"/>
                  </a:lnTo>
                  <a:lnTo>
                    <a:pt x="494" y="537"/>
                  </a:lnTo>
                  <a:lnTo>
                    <a:pt x="491" y="496"/>
                  </a:lnTo>
                  <a:lnTo>
                    <a:pt x="485" y="456"/>
                  </a:lnTo>
                  <a:lnTo>
                    <a:pt x="476" y="416"/>
                  </a:lnTo>
                  <a:lnTo>
                    <a:pt x="465" y="377"/>
                  </a:lnTo>
                  <a:lnTo>
                    <a:pt x="452" y="339"/>
                  </a:lnTo>
                  <a:lnTo>
                    <a:pt x="436" y="302"/>
                  </a:lnTo>
                  <a:lnTo>
                    <a:pt x="418" y="266"/>
                  </a:lnTo>
                  <a:lnTo>
                    <a:pt x="399" y="232"/>
                  </a:lnTo>
                  <a:lnTo>
                    <a:pt x="376" y="200"/>
                  </a:lnTo>
                  <a:lnTo>
                    <a:pt x="352" y="170"/>
                  </a:lnTo>
                  <a:lnTo>
                    <a:pt x="327" y="142"/>
                  </a:lnTo>
                  <a:lnTo>
                    <a:pt x="299" y="115"/>
                  </a:lnTo>
                  <a:lnTo>
                    <a:pt x="270" y="92"/>
                  </a:lnTo>
                  <a:lnTo>
                    <a:pt x="239" y="71"/>
                  </a:lnTo>
                  <a:lnTo>
                    <a:pt x="207" y="52"/>
                  </a:lnTo>
                  <a:lnTo>
                    <a:pt x="175" y="37"/>
                  </a:lnTo>
                  <a:lnTo>
                    <a:pt x="141" y="24"/>
                  </a:lnTo>
                  <a:lnTo>
                    <a:pt x="106" y="14"/>
                  </a:lnTo>
                  <a:lnTo>
                    <a:pt x="71" y="7"/>
                  </a:lnTo>
                  <a:lnTo>
                    <a:pt x="36" y="2"/>
                  </a:lnTo>
                  <a:lnTo>
                    <a:pt x="0" y="0"/>
                  </a:lnTo>
                  <a:lnTo>
                    <a:pt x="0" y="594"/>
                  </a:lnTo>
                  <a:lnTo>
                    <a:pt x="25" y="612"/>
                  </a:lnTo>
                  <a:lnTo>
                    <a:pt x="49" y="632"/>
                  </a:lnTo>
                  <a:lnTo>
                    <a:pt x="70" y="655"/>
                  </a:lnTo>
                  <a:lnTo>
                    <a:pt x="91" y="680"/>
                  </a:lnTo>
                  <a:lnTo>
                    <a:pt x="108" y="706"/>
                  </a:lnTo>
                  <a:lnTo>
                    <a:pt x="124" y="735"/>
                  </a:lnTo>
                  <a:lnTo>
                    <a:pt x="137" y="765"/>
                  </a:lnTo>
                  <a:lnTo>
                    <a:pt x="148" y="796"/>
                  </a:lnTo>
                  <a:lnTo>
                    <a:pt x="156" y="828"/>
                  </a:lnTo>
                  <a:lnTo>
                    <a:pt x="161" y="860"/>
                  </a:lnTo>
                  <a:lnTo>
                    <a:pt x="164" y="894"/>
                  </a:lnTo>
                  <a:lnTo>
                    <a:pt x="164" y="921"/>
                  </a:lnTo>
                  <a:lnTo>
                    <a:pt x="159" y="949"/>
                  </a:lnTo>
                  <a:lnTo>
                    <a:pt x="153" y="976"/>
                  </a:lnTo>
                  <a:lnTo>
                    <a:pt x="144" y="1002"/>
                  </a:lnTo>
                  <a:lnTo>
                    <a:pt x="132" y="1027"/>
                  </a:lnTo>
                  <a:lnTo>
                    <a:pt x="119" y="1050"/>
                  </a:lnTo>
                  <a:lnTo>
                    <a:pt x="102" y="1072"/>
                  </a:lnTo>
                  <a:lnTo>
                    <a:pt x="84" y="1091"/>
                  </a:lnTo>
                  <a:lnTo>
                    <a:pt x="65" y="1109"/>
                  </a:lnTo>
                  <a:lnTo>
                    <a:pt x="43" y="1124"/>
                  </a:lnTo>
                  <a:lnTo>
                    <a:pt x="20" y="113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124" name=""/>
          <p:cNvSpPr/>
          <p:nvPr/>
        </p:nvSpPr>
        <p:spPr>
          <a:xfrm>
            <a:off x="4032360" y="2990880"/>
            <a:ext cx="873000" cy="846000"/>
          </a:xfrm>
          <a:prstGeom prst="ellipse">
            <a:avLst/>
          </a:prstGeom>
          <a:solidFill>
            <a:srgbClr val="d0d0d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25" name=""/>
          <p:cNvSpPr/>
          <p:nvPr/>
        </p:nvSpPr>
        <p:spPr>
          <a:xfrm rot="5400000">
            <a:off x="4408200" y="2052720"/>
            <a:ext cx="12603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26" name=""/>
          <p:cNvSpPr/>
          <p:nvPr/>
        </p:nvSpPr>
        <p:spPr>
          <a:xfrm>
            <a:off x="5119560" y="3851280"/>
            <a:ext cx="13017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27" name=""/>
          <p:cNvSpPr/>
          <p:nvPr/>
        </p:nvSpPr>
        <p:spPr>
          <a:xfrm flipH="1" rot="16200000">
            <a:off x="3341520" y="4528440"/>
            <a:ext cx="12556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28" name=""/>
          <p:cNvSpPr/>
          <p:nvPr/>
        </p:nvSpPr>
        <p:spPr>
          <a:xfrm>
            <a:off x="2703600" y="2755800"/>
            <a:ext cx="12985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2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13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7C85AC0-A342-4A6E-985D-66CFCAE6652F}" type="slidenum">
              <a:t>56</a:t>
            </a:fld>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3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BOX</a:t>
            </a:r>
            <a:endParaRPr b="1" lang="en-US" sz="1900" spc="-1" strike="noStrike">
              <a:solidFill>
                <a:srgbClr val="000000"/>
              </a:solidFill>
              <a:latin typeface="Arial"/>
            </a:endParaRPr>
          </a:p>
        </p:txBody>
      </p:sp>
      <p:grpSp>
        <p:nvGrpSpPr>
          <p:cNvPr id="1132" name=""/>
          <p:cNvGrpSpPr/>
          <p:nvPr/>
        </p:nvGrpSpPr>
        <p:grpSpPr>
          <a:xfrm>
            <a:off x="1093680" y="1141560"/>
            <a:ext cx="6760440" cy="4460400"/>
            <a:chOff x="1093680" y="1141560"/>
            <a:chExt cx="6760440" cy="4460400"/>
          </a:xfrm>
        </p:grpSpPr>
        <p:sp>
          <p:nvSpPr>
            <p:cNvPr id="1133" name=""/>
            <p:cNvSpPr/>
            <p:nvPr/>
          </p:nvSpPr>
          <p:spPr>
            <a:xfrm>
              <a:off x="1093680" y="1141560"/>
              <a:ext cx="3120120" cy="2031840"/>
            </a:xfrm>
            <a:prstGeom prst="rect">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34" name=""/>
            <p:cNvSpPr/>
            <p:nvPr/>
          </p:nvSpPr>
          <p:spPr>
            <a:xfrm>
              <a:off x="4734000" y="1141560"/>
              <a:ext cx="3120120" cy="2031840"/>
            </a:xfrm>
            <a:prstGeom prst="rect">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35" name=""/>
            <p:cNvSpPr/>
            <p:nvPr/>
          </p:nvSpPr>
          <p:spPr>
            <a:xfrm>
              <a:off x="1093680" y="3570120"/>
              <a:ext cx="3120120" cy="2031840"/>
            </a:xfrm>
            <a:prstGeom prst="rect">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136" name=""/>
            <p:cNvSpPr/>
            <p:nvPr/>
          </p:nvSpPr>
          <p:spPr>
            <a:xfrm>
              <a:off x="4734000" y="3570120"/>
              <a:ext cx="3120120" cy="2031840"/>
            </a:xfrm>
            <a:prstGeom prst="rect">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sp>
        <p:nvSpPr>
          <p:cNvPr id="1137" name=""/>
          <p:cNvSpPr/>
          <p:nvPr/>
        </p:nvSpPr>
        <p:spPr>
          <a:xfrm>
            <a:off x="1192320" y="1179360"/>
            <a:ext cx="29858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38" name=""/>
          <p:cNvSpPr/>
          <p:nvPr/>
        </p:nvSpPr>
        <p:spPr>
          <a:xfrm>
            <a:off x="4799160" y="1179360"/>
            <a:ext cx="2987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39" name=""/>
          <p:cNvSpPr/>
          <p:nvPr/>
        </p:nvSpPr>
        <p:spPr>
          <a:xfrm>
            <a:off x="4799160" y="5320080"/>
            <a:ext cx="298764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40" name=""/>
          <p:cNvSpPr/>
          <p:nvPr/>
        </p:nvSpPr>
        <p:spPr>
          <a:xfrm>
            <a:off x="1192320" y="5320080"/>
            <a:ext cx="298584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1141" name=""/>
          <p:cNvGrpSpPr/>
          <p:nvPr/>
        </p:nvGrpSpPr>
        <p:grpSpPr>
          <a:xfrm>
            <a:off x="2616120" y="1582560"/>
            <a:ext cx="3733560" cy="3625560"/>
            <a:chOff x="2616120" y="1582560"/>
            <a:chExt cx="3733560" cy="3625560"/>
          </a:xfrm>
        </p:grpSpPr>
        <p:sp>
          <p:nvSpPr>
            <p:cNvPr id="1142" name=""/>
            <p:cNvSpPr/>
            <p:nvPr/>
          </p:nvSpPr>
          <p:spPr>
            <a:xfrm>
              <a:off x="2840400" y="1582560"/>
              <a:ext cx="1944720" cy="1608480"/>
            </a:xfrm>
            <a:custGeom>
              <a:avLst/>
              <a:gdLst/>
              <a:ahLst/>
              <a:rect l="l" t="t" r="r" b="b"/>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solidFill>
              <a:srgbClr val="d0d0d0"/>
            </a:solidFill>
            <a:ln cap="rnd" w="1260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43" name=""/>
            <p:cNvSpPr/>
            <p:nvPr/>
          </p:nvSpPr>
          <p:spPr>
            <a:xfrm>
              <a:off x="4141440" y="3592800"/>
              <a:ext cx="1900440" cy="1615320"/>
            </a:xfrm>
            <a:custGeom>
              <a:avLst/>
              <a:gdLst/>
              <a:ahLst/>
              <a:rect l="l" t="t" r="r" b="b"/>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solidFill>
              <a:srgbClr val="d0d0d0"/>
            </a:solidFill>
            <a:ln cap="rnd" w="1260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44" name=""/>
            <p:cNvSpPr/>
            <p:nvPr/>
          </p:nvSpPr>
          <p:spPr>
            <a:xfrm>
              <a:off x="2616120" y="3004920"/>
              <a:ext cx="1711080" cy="1921320"/>
            </a:xfrm>
            <a:custGeom>
              <a:avLst/>
              <a:gdLst/>
              <a:ahLst/>
              <a:rect l="l" t="t" r="r" b="b"/>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solidFill>
              <a:srgbClr val="d0d0d0"/>
            </a:solidFill>
            <a:ln cap="rnd" w="1260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45" name=""/>
            <p:cNvSpPr/>
            <p:nvPr/>
          </p:nvSpPr>
          <p:spPr>
            <a:xfrm>
              <a:off x="4614480" y="1836000"/>
              <a:ext cx="1735200" cy="1903320"/>
            </a:xfrm>
            <a:custGeom>
              <a:avLst/>
              <a:gdLst/>
              <a:ahLst/>
              <a:rect l="l" t="t" r="r" b="b"/>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solidFill>
              <a:srgbClr val="d0d0d0"/>
            </a:solidFill>
            <a:ln cap="rnd" w="1260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14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14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8B733B86-AFB9-4D42-9945-481A63A1CAB5}" type="slidenum">
              <a:t>57</a:t>
            </a:fld>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4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BOX</a:t>
            </a:r>
            <a:endParaRPr b="1" lang="en-US" sz="1900" spc="-1" strike="noStrike">
              <a:solidFill>
                <a:srgbClr val="000000"/>
              </a:solidFill>
              <a:latin typeface="Arial"/>
            </a:endParaRPr>
          </a:p>
        </p:txBody>
      </p:sp>
      <p:sp>
        <p:nvSpPr>
          <p:cNvPr id="1149" name=""/>
          <p:cNvSpPr/>
          <p:nvPr/>
        </p:nvSpPr>
        <p:spPr>
          <a:xfrm>
            <a:off x="1566720" y="1141560"/>
            <a:ext cx="2706840" cy="2041200"/>
          </a:xfrm>
          <a:custGeom>
            <a:avLst/>
            <a:gdLst/>
            <a:ahLst/>
            <a:rect l="l" t="t" r="r" b="b"/>
            <a:pathLst>
              <a:path w="1705" h="1286">
                <a:moveTo>
                  <a:pt x="1704" y="0"/>
                </a:moveTo>
                <a:lnTo>
                  <a:pt x="1704" y="1285"/>
                </a:lnTo>
                <a:lnTo>
                  <a:pt x="1693" y="1285"/>
                </a:lnTo>
                <a:lnTo>
                  <a:pt x="1156" y="1285"/>
                </a:lnTo>
                <a:lnTo>
                  <a:pt x="1157" y="1253"/>
                </a:lnTo>
                <a:lnTo>
                  <a:pt x="1160" y="1226"/>
                </a:lnTo>
                <a:lnTo>
                  <a:pt x="1163" y="1206"/>
                </a:lnTo>
                <a:lnTo>
                  <a:pt x="1169" y="1185"/>
                </a:lnTo>
                <a:lnTo>
                  <a:pt x="1176" y="1159"/>
                </a:lnTo>
                <a:lnTo>
                  <a:pt x="1186" y="1127"/>
                </a:lnTo>
                <a:lnTo>
                  <a:pt x="1199" y="1093"/>
                </a:lnTo>
                <a:lnTo>
                  <a:pt x="1212" y="1061"/>
                </a:lnTo>
                <a:lnTo>
                  <a:pt x="1230" y="1023"/>
                </a:lnTo>
                <a:lnTo>
                  <a:pt x="1254" y="976"/>
                </a:lnTo>
                <a:lnTo>
                  <a:pt x="1283" y="925"/>
                </a:lnTo>
                <a:lnTo>
                  <a:pt x="1304" y="893"/>
                </a:lnTo>
                <a:lnTo>
                  <a:pt x="1322" y="865"/>
                </a:lnTo>
                <a:lnTo>
                  <a:pt x="1346" y="832"/>
                </a:lnTo>
                <a:lnTo>
                  <a:pt x="1382" y="791"/>
                </a:lnTo>
                <a:lnTo>
                  <a:pt x="1414" y="764"/>
                </a:lnTo>
                <a:lnTo>
                  <a:pt x="1443" y="740"/>
                </a:lnTo>
                <a:lnTo>
                  <a:pt x="1474" y="720"/>
                </a:lnTo>
                <a:lnTo>
                  <a:pt x="1506" y="708"/>
                </a:lnTo>
                <a:lnTo>
                  <a:pt x="1545" y="702"/>
                </a:lnTo>
                <a:lnTo>
                  <a:pt x="1571" y="808"/>
                </a:lnTo>
                <a:lnTo>
                  <a:pt x="1672" y="517"/>
                </a:lnTo>
                <a:lnTo>
                  <a:pt x="1469" y="359"/>
                </a:lnTo>
                <a:lnTo>
                  <a:pt x="1487" y="455"/>
                </a:lnTo>
                <a:lnTo>
                  <a:pt x="1453" y="464"/>
                </a:lnTo>
                <a:lnTo>
                  <a:pt x="1406" y="484"/>
                </a:lnTo>
                <a:lnTo>
                  <a:pt x="1372" y="499"/>
                </a:lnTo>
                <a:lnTo>
                  <a:pt x="1327" y="523"/>
                </a:lnTo>
                <a:lnTo>
                  <a:pt x="1276" y="555"/>
                </a:lnTo>
                <a:lnTo>
                  <a:pt x="1241" y="581"/>
                </a:lnTo>
                <a:lnTo>
                  <a:pt x="1182" y="631"/>
                </a:lnTo>
                <a:lnTo>
                  <a:pt x="1119" y="697"/>
                </a:lnTo>
                <a:lnTo>
                  <a:pt x="1059" y="775"/>
                </a:lnTo>
                <a:lnTo>
                  <a:pt x="1030" y="818"/>
                </a:lnTo>
                <a:lnTo>
                  <a:pt x="1007" y="855"/>
                </a:lnTo>
                <a:lnTo>
                  <a:pt x="969" y="921"/>
                </a:lnTo>
                <a:lnTo>
                  <a:pt x="946" y="976"/>
                </a:lnTo>
                <a:lnTo>
                  <a:pt x="927" y="1023"/>
                </a:lnTo>
                <a:lnTo>
                  <a:pt x="912" y="1076"/>
                </a:lnTo>
                <a:lnTo>
                  <a:pt x="886" y="1171"/>
                </a:lnTo>
                <a:lnTo>
                  <a:pt x="873" y="1221"/>
                </a:lnTo>
                <a:lnTo>
                  <a:pt x="862" y="1283"/>
                </a:lnTo>
                <a:lnTo>
                  <a:pt x="0" y="1283"/>
                </a:lnTo>
                <a:lnTo>
                  <a:pt x="0" y="0"/>
                </a:lnTo>
                <a:lnTo>
                  <a:pt x="1704"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50" name=""/>
          <p:cNvSpPr/>
          <p:nvPr/>
        </p:nvSpPr>
        <p:spPr>
          <a:xfrm>
            <a:off x="4700520" y="1141560"/>
            <a:ext cx="2718000" cy="2055600"/>
          </a:xfrm>
          <a:custGeom>
            <a:avLst/>
            <a:gdLst/>
            <a:ahLst/>
            <a:rect l="l" t="t" r="r" b="b"/>
            <a:pathLst>
              <a:path w="1712" h="1295">
                <a:moveTo>
                  <a:pt x="0" y="337"/>
                </a:moveTo>
                <a:lnTo>
                  <a:pt x="0" y="0"/>
                </a:lnTo>
                <a:lnTo>
                  <a:pt x="1711" y="0"/>
                </a:lnTo>
                <a:lnTo>
                  <a:pt x="1711" y="44"/>
                </a:lnTo>
                <a:lnTo>
                  <a:pt x="1711" y="1294"/>
                </a:lnTo>
                <a:lnTo>
                  <a:pt x="2" y="1294"/>
                </a:lnTo>
                <a:lnTo>
                  <a:pt x="2" y="666"/>
                </a:lnTo>
                <a:lnTo>
                  <a:pt x="28" y="670"/>
                </a:lnTo>
                <a:lnTo>
                  <a:pt x="60" y="676"/>
                </a:lnTo>
                <a:lnTo>
                  <a:pt x="91" y="684"/>
                </a:lnTo>
                <a:lnTo>
                  <a:pt x="126" y="694"/>
                </a:lnTo>
                <a:lnTo>
                  <a:pt x="154" y="705"/>
                </a:lnTo>
                <a:lnTo>
                  <a:pt x="181" y="719"/>
                </a:lnTo>
                <a:lnTo>
                  <a:pt x="200" y="733"/>
                </a:lnTo>
                <a:lnTo>
                  <a:pt x="227" y="751"/>
                </a:lnTo>
                <a:lnTo>
                  <a:pt x="250" y="770"/>
                </a:lnTo>
                <a:lnTo>
                  <a:pt x="272" y="791"/>
                </a:lnTo>
                <a:lnTo>
                  <a:pt x="298" y="816"/>
                </a:lnTo>
                <a:lnTo>
                  <a:pt x="327" y="846"/>
                </a:lnTo>
                <a:lnTo>
                  <a:pt x="355" y="879"/>
                </a:lnTo>
                <a:lnTo>
                  <a:pt x="379" y="910"/>
                </a:lnTo>
                <a:lnTo>
                  <a:pt x="403" y="944"/>
                </a:lnTo>
                <a:lnTo>
                  <a:pt x="423" y="978"/>
                </a:lnTo>
                <a:lnTo>
                  <a:pt x="447" y="1022"/>
                </a:lnTo>
                <a:lnTo>
                  <a:pt x="464" y="1058"/>
                </a:lnTo>
                <a:lnTo>
                  <a:pt x="483" y="1104"/>
                </a:lnTo>
                <a:lnTo>
                  <a:pt x="399" y="1129"/>
                </a:lnTo>
                <a:lnTo>
                  <a:pt x="643" y="1243"/>
                </a:lnTo>
                <a:lnTo>
                  <a:pt x="794" y="1019"/>
                </a:lnTo>
                <a:lnTo>
                  <a:pt x="714" y="1034"/>
                </a:lnTo>
                <a:lnTo>
                  <a:pt x="703" y="999"/>
                </a:lnTo>
                <a:lnTo>
                  <a:pt x="692" y="964"/>
                </a:lnTo>
                <a:lnTo>
                  <a:pt x="673" y="911"/>
                </a:lnTo>
                <a:lnTo>
                  <a:pt x="655" y="869"/>
                </a:lnTo>
                <a:lnTo>
                  <a:pt x="639" y="837"/>
                </a:lnTo>
                <a:lnTo>
                  <a:pt x="622" y="804"/>
                </a:lnTo>
                <a:lnTo>
                  <a:pt x="604" y="773"/>
                </a:lnTo>
                <a:lnTo>
                  <a:pt x="588" y="746"/>
                </a:lnTo>
                <a:lnTo>
                  <a:pt x="575" y="726"/>
                </a:lnTo>
                <a:lnTo>
                  <a:pt x="559" y="701"/>
                </a:lnTo>
                <a:lnTo>
                  <a:pt x="538" y="675"/>
                </a:lnTo>
                <a:lnTo>
                  <a:pt x="525" y="657"/>
                </a:lnTo>
                <a:lnTo>
                  <a:pt x="507" y="635"/>
                </a:lnTo>
                <a:lnTo>
                  <a:pt x="491" y="616"/>
                </a:lnTo>
                <a:lnTo>
                  <a:pt x="470" y="591"/>
                </a:lnTo>
                <a:lnTo>
                  <a:pt x="451" y="573"/>
                </a:lnTo>
                <a:lnTo>
                  <a:pt x="429" y="554"/>
                </a:lnTo>
                <a:lnTo>
                  <a:pt x="399" y="529"/>
                </a:lnTo>
                <a:lnTo>
                  <a:pt x="377" y="511"/>
                </a:lnTo>
                <a:lnTo>
                  <a:pt x="360" y="498"/>
                </a:lnTo>
                <a:lnTo>
                  <a:pt x="339" y="482"/>
                </a:lnTo>
                <a:lnTo>
                  <a:pt x="316" y="467"/>
                </a:lnTo>
                <a:lnTo>
                  <a:pt x="290" y="451"/>
                </a:lnTo>
                <a:lnTo>
                  <a:pt x="269" y="440"/>
                </a:lnTo>
                <a:lnTo>
                  <a:pt x="242" y="423"/>
                </a:lnTo>
                <a:lnTo>
                  <a:pt x="220" y="411"/>
                </a:lnTo>
                <a:lnTo>
                  <a:pt x="195" y="398"/>
                </a:lnTo>
                <a:lnTo>
                  <a:pt x="165" y="387"/>
                </a:lnTo>
                <a:lnTo>
                  <a:pt x="138" y="375"/>
                </a:lnTo>
                <a:lnTo>
                  <a:pt x="112" y="366"/>
                </a:lnTo>
                <a:lnTo>
                  <a:pt x="84" y="357"/>
                </a:lnTo>
                <a:lnTo>
                  <a:pt x="49" y="348"/>
                </a:lnTo>
                <a:lnTo>
                  <a:pt x="13" y="340"/>
                </a:lnTo>
                <a:lnTo>
                  <a:pt x="0" y="337"/>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51" name=""/>
          <p:cNvSpPr/>
          <p:nvPr/>
        </p:nvSpPr>
        <p:spPr>
          <a:xfrm>
            <a:off x="4700520" y="3584520"/>
            <a:ext cx="2706840" cy="2040120"/>
          </a:xfrm>
          <a:custGeom>
            <a:avLst/>
            <a:gdLst/>
            <a:ahLst/>
            <a:rect l="l" t="t" r="r" b="b"/>
            <a:pathLst>
              <a:path w="1705" h="1285">
                <a:moveTo>
                  <a:pt x="0" y="1284"/>
                </a:moveTo>
                <a:lnTo>
                  <a:pt x="0" y="0"/>
                </a:lnTo>
                <a:lnTo>
                  <a:pt x="10" y="0"/>
                </a:lnTo>
                <a:lnTo>
                  <a:pt x="547" y="0"/>
                </a:lnTo>
                <a:lnTo>
                  <a:pt x="546" y="31"/>
                </a:lnTo>
                <a:lnTo>
                  <a:pt x="543" y="58"/>
                </a:lnTo>
                <a:lnTo>
                  <a:pt x="540" y="78"/>
                </a:lnTo>
                <a:lnTo>
                  <a:pt x="534" y="98"/>
                </a:lnTo>
                <a:lnTo>
                  <a:pt x="527" y="125"/>
                </a:lnTo>
                <a:lnTo>
                  <a:pt x="517" y="157"/>
                </a:lnTo>
                <a:lnTo>
                  <a:pt x="504" y="191"/>
                </a:lnTo>
                <a:lnTo>
                  <a:pt x="491" y="223"/>
                </a:lnTo>
                <a:lnTo>
                  <a:pt x="473" y="261"/>
                </a:lnTo>
                <a:lnTo>
                  <a:pt x="449" y="308"/>
                </a:lnTo>
                <a:lnTo>
                  <a:pt x="420" y="358"/>
                </a:lnTo>
                <a:lnTo>
                  <a:pt x="399" y="391"/>
                </a:lnTo>
                <a:lnTo>
                  <a:pt x="381" y="419"/>
                </a:lnTo>
                <a:lnTo>
                  <a:pt x="357" y="451"/>
                </a:lnTo>
                <a:lnTo>
                  <a:pt x="321" y="493"/>
                </a:lnTo>
                <a:lnTo>
                  <a:pt x="289" y="520"/>
                </a:lnTo>
                <a:lnTo>
                  <a:pt x="260" y="543"/>
                </a:lnTo>
                <a:lnTo>
                  <a:pt x="229" y="563"/>
                </a:lnTo>
                <a:lnTo>
                  <a:pt x="197" y="576"/>
                </a:lnTo>
                <a:lnTo>
                  <a:pt x="158" y="582"/>
                </a:lnTo>
                <a:lnTo>
                  <a:pt x="132" y="476"/>
                </a:lnTo>
                <a:lnTo>
                  <a:pt x="31" y="766"/>
                </a:lnTo>
                <a:lnTo>
                  <a:pt x="234" y="925"/>
                </a:lnTo>
                <a:lnTo>
                  <a:pt x="216" y="829"/>
                </a:lnTo>
                <a:lnTo>
                  <a:pt x="250" y="819"/>
                </a:lnTo>
                <a:lnTo>
                  <a:pt x="297" y="799"/>
                </a:lnTo>
                <a:lnTo>
                  <a:pt x="331" y="785"/>
                </a:lnTo>
                <a:lnTo>
                  <a:pt x="376" y="760"/>
                </a:lnTo>
                <a:lnTo>
                  <a:pt x="427" y="729"/>
                </a:lnTo>
                <a:lnTo>
                  <a:pt x="462" y="702"/>
                </a:lnTo>
                <a:lnTo>
                  <a:pt x="521" y="652"/>
                </a:lnTo>
                <a:lnTo>
                  <a:pt x="584" y="587"/>
                </a:lnTo>
                <a:lnTo>
                  <a:pt x="644" y="508"/>
                </a:lnTo>
                <a:lnTo>
                  <a:pt x="673" y="466"/>
                </a:lnTo>
                <a:lnTo>
                  <a:pt x="696" y="429"/>
                </a:lnTo>
                <a:lnTo>
                  <a:pt x="734" y="363"/>
                </a:lnTo>
                <a:lnTo>
                  <a:pt x="757" y="308"/>
                </a:lnTo>
                <a:lnTo>
                  <a:pt x="776" y="261"/>
                </a:lnTo>
                <a:lnTo>
                  <a:pt x="791" y="208"/>
                </a:lnTo>
                <a:lnTo>
                  <a:pt x="817" y="113"/>
                </a:lnTo>
                <a:lnTo>
                  <a:pt x="830" y="63"/>
                </a:lnTo>
                <a:lnTo>
                  <a:pt x="841" y="1"/>
                </a:lnTo>
                <a:lnTo>
                  <a:pt x="1704" y="1"/>
                </a:lnTo>
                <a:lnTo>
                  <a:pt x="1704" y="1284"/>
                </a:lnTo>
                <a:lnTo>
                  <a:pt x="0" y="128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52" name=""/>
          <p:cNvSpPr/>
          <p:nvPr/>
        </p:nvSpPr>
        <p:spPr>
          <a:xfrm>
            <a:off x="1566720" y="3570120"/>
            <a:ext cx="2719440" cy="2054520"/>
          </a:xfrm>
          <a:custGeom>
            <a:avLst/>
            <a:gdLst/>
            <a:ahLst/>
            <a:rect l="l" t="t" r="r" b="b"/>
            <a:pathLst>
              <a:path w="1713" h="1294">
                <a:moveTo>
                  <a:pt x="1712" y="956"/>
                </a:moveTo>
                <a:lnTo>
                  <a:pt x="1712" y="1293"/>
                </a:lnTo>
                <a:lnTo>
                  <a:pt x="0" y="1293"/>
                </a:lnTo>
                <a:lnTo>
                  <a:pt x="0" y="1248"/>
                </a:lnTo>
                <a:lnTo>
                  <a:pt x="0" y="0"/>
                </a:lnTo>
                <a:lnTo>
                  <a:pt x="1709" y="0"/>
                </a:lnTo>
                <a:lnTo>
                  <a:pt x="1709" y="626"/>
                </a:lnTo>
                <a:lnTo>
                  <a:pt x="1683" y="622"/>
                </a:lnTo>
                <a:lnTo>
                  <a:pt x="1651" y="617"/>
                </a:lnTo>
                <a:lnTo>
                  <a:pt x="1620" y="609"/>
                </a:lnTo>
                <a:lnTo>
                  <a:pt x="1585" y="599"/>
                </a:lnTo>
                <a:lnTo>
                  <a:pt x="1556" y="587"/>
                </a:lnTo>
                <a:lnTo>
                  <a:pt x="1529" y="574"/>
                </a:lnTo>
                <a:lnTo>
                  <a:pt x="1511" y="560"/>
                </a:lnTo>
                <a:lnTo>
                  <a:pt x="1484" y="541"/>
                </a:lnTo>
                <a:lnTo>
                  <a:pt x="1461" y="523"/>
                </a:lnTo>
                <a:lnTo>
                  <a:pt x="1439" y="502"/>
                </a:lnTo>
                <a:lnTo>
                  <a:pt x="1413" y="477"/>
                </a:lnTo>
                <a:lnTo>
                  <a:pt x="1384" y="446"/>
                </a:lnTo>
                <a:lnTo>
                  <a:pt x="1356" y="414"/>
                </a:lnTo>
                <a:lnTo>
                  <a:pt x="1332" y="383"/>
                </a:lnTo>
                <a:lnTo>
                  <a:pt x="1308" y="349"/>
                </a:lnTo>
                <a:lnTo>
                  <a:pt x="1288" y="315"/>
                </a:lnTo>
                <a:lnTo>
                  <a:pt x="1264" y="271"/>
                </a:lnTo>
                <a:lnTo>
                  <a:pt x="1246" y="235"/>
                </a:lnTo>
                <a:lnTo>
                  <a:pt x="1228" y="189"/>
                </a:lnTo>
                <a:lnTo>
                  <a:pt x="1312" y="164"/>
                </a:lnTo>
                <a:lnTo>
                  <a:pt x="1068" y="50"/>
                </a:lnTo>
                <a:lnTo>
                  <a:pt x="916" y="274"/>
                </a:lnTo>
                <a:lnTo>
                  <a:pt x="997" y="259"/>
                </a:lnTo>
                <a:lnTo>
                  <a:pt x="1008" y="293"/>
                </a:lnTo>
                <a:lnTo>
                  <a:pt x="1019" y="329"/>
                </a:lnTo>
                <a:lnTo>
                  <a:pt x="1037" y="382"/>
                </a:lnTo>
                <a:lnTo>
                  <a:pt x="1055" y="424"/>
                </a:lnTo>
                <a:lnTo>
                  <a:pt x="1071" y="456"/>
                </a:lnTo>
                <a:lnTo>
                  <a:pt x="1089" y="488"/>
                </a:lnTo>
                <a:lnTo>
                  <a:pt x="1107" y="520"/>
                </a:lnTo>
                <a:lnTo>
                  <a:pt x="1123" y="546"/>
                </a:lnTo>
                <a:lnTo>
                  <a:pt x="1136" y="567"/>
                </a:lnTo>
                <a:lnTo>
                  <a:pt x="1152" y="591"/>
                </a:lnTo>
                <a:lnTo>
                  <a:pt x="1172" y="618"/>
                </a:lnTo>
                <a:lnTo>
                  <a:pt x="1186" y="635"/>
                </a:lnTo>
                <a:lnTo>
                  <a:pt x="1204" y="658"/>
                </a:lnTo>
                <a:lnTo>
                  <a:pt x="1220" y="676"/>
                </a:lnTo>
                <a:lnTo>
                  <a:pt x="1241" y="702"/>
                </a:lnTo>
                <a:lnTo>
                  <a:pt x="1259" y="719"/>
                </a:lnTo>
                <a:lnTo>
                  <a:pt x="1282" y="738"/>
                </a:lnTo>
                <a:lnTo>
                  <a:pt x="1312" y="764"/>
                </a:lnTo>
                <a:lnTo>
                  <a:pt x="1334" y="781"/>
                </a:lnTo>
                <a:lnTo>
                  <a:pt x="1351" y="794"/>
                </a:lnTo>
                <a:lnTo>
                  <a:pt x="1372" y="811"/>
                </a:lnTo>
                <a:lnTo>
                  <a:pt x="1394" y="825"/>
                </a:lnTo>
                <a:lnTo>
                  <a:pt x="1421" y="841"/>
                </a:lnTo>
                <a:lnTo>
                  <a:pt x="1441" y="853"/>
                </a:lnTo>
                <a:lnTo>
                  <a:pt x="1468" y="869"/>
                </a:lnTo>
                <a:lnTo>
                  <a:pt x="1491" y="881"/>
                </a:lnTo>
                <a:lnTo>
                  <a:pt x="1515" y="894"/>
                </a:lnTo>
                <a:lnTo>
                  <a:pt x="1546" y="906"/>
                </a:lnTo>
                <a:lnTo>
                  <a:pt x="1573" y="917"/>
                </a:lnTo>
                <a:lnTo>
                  <a:pt x="1599" y="926"/>
                </a:lnTo>
                <a:lnTo>
                  <a:pt x="1627" y="935"/>
                </a:lnTo>
                <a:lnTo>
                  <a:pt x="1662" y="944"/>
                </a:lnTo>
                <a:lnTo>
                  <a:pt x="1698" y="953"/>
                </a:lnTo>
                <a:lnTo>
                  <a:pt x="1712" y="95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53" name=""/>
          <p:cNvSpPr/>
          <p:nvPr/>
        </p:nvSpPr>
        <p:spPr>
          <a:xfrm>
            <a:off x="1662120" y="1208160"/>
            <a:ext cx="2295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54" name=""/>
          <p:cNvSpPr/>
          <p:nvPr/>
        </p:nvSpPr>
        <p:spPr>
          <a:xfrm>
            <a:off x="4795920" y="1208160"/>
            <a:ext cx="2295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55" name=""/>
          <p:cNvSpPr/>
          <p:nvPr/>
        </p:nvSpPr>
        <p:spPr>
          <a:xfrm>
            <a:off x="1662120" y="5304240"/>
            <a:ext cx="229536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56" name=""/>
          <p:cNvSpPr/>
          <p:nvPr/>
        </p:nvSpPr>
        <p:spPr>
          <a:xfrm>
            <a:off x="4795920" y="5304240"/>
            <a:ext cx="229536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5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15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F476715F-136A-4713-B8E1-81B55A426E37}" type="slidenum">
              <a:t>58</a:t>
            </a:fld>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5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1</a:t>
            </a:r>
            <a:endParaRPr b="1" lang="en-US" sz="1900" spc="-1" strike="noStrike">
              <a:solidFill>
                <a:srgbClr val="000000"/>
              </a:solidFill>
              <a:latin typeface="Arial"/>
            </a:endParaRPr>
          </a:p>
        </p:txBody>
      </p:sp>
      <p:sp>
        <p:nvSpPr>
          <p:cNvPr id="1160" name=""/>
          <p:cNvSpPr/>
          <p:nvPr/>
        </p:nvSpPr>
        <p:spPr>
          <a:xfrm>
            <a:off x="2459160" y="1141560"/>
            <a:ext cx="4089240" cy="3973320"/>
          </a:xfrm>
          <a:custGeom>
            <a:avLst/>
            <a:gdLst/>
            <a:ahLst/>
            <a:rect l="l" t="t" r="r" b="b"/>
            <a:pathLst>
              <a:path w="1725" h="1724">
                <a:moveTo>
                  <a:pt x="106" y="450"/>
                </a:moveTo>
                <a:lnTo>
                  <a:pt x="78" y="504"/>
                </a:lnTo>
                <a:lnTo>
                  <a:pt x="54" y="561"/>
                </a:lnTo>
                <a:lnTo>
                  <a:pt x="35" y="619"/>
                </a:lnTo>
                <a:lnTo>
                  <a:pt x="19" y="678"/>
                </a:lnTo>
                <a:lnTo>
                  <a:pt x="9" y="739"/>
                </a:lnTo>
                <a:lnTo>
                  <a:pt x="2" y="800"/>
                </a:lnTo>
                <a:lnTo>
                  <a:pt x="0" y="861"/>
                </a:lnTo>
                <a:lnTo>
                  <a:pt x="2" y="923"/>
                </a:lnTo>
                <a:lnTo>
                  <a:pt x="9" y="984"/>
                </a:lnTo>
                <a:lnTo>
                  <a:pt x="21" y="1045"/>
                </a:lnTo>
                <a:lnTo>
                  <a:pt x="35" y="1105"/>
                </a:lnTo>
                <a:lnTo>
                  <a:pt x="55" y="1162"/>
                </a:lnTo>
                <a:lnTo>
                  <a:pt x="78" y="1220"/>
                </a:lnTo>
                <a:lnTo>
                  <a:pt x="106" y="1275"/>
                </a:lnTo>
                <a:lnTo>
                  <a:pt x="137" y="1328"/>
                </a:lnTo>
                <a:lnTo>
                  <a:pt x="172" y="1378"/>
                </a:lnTo>
                <a:lnTo>
                  <a:pt x="211" y="1426"/>
                </a:lnTo>
                <a:lnTo>
                  <a:pt x="253" y="1471"/>
                </a:lnTo>
                <a:lnTo>
                  <a:pt x="298" y="1513"/>
                </a:lnTo>
                <a:lnTo>
                  <a:pt x="346" y="1552"/>
                </a:lnTo>
                <a:lnTo>
                  <a:pt x="396" y="1586"/>
                </a:lnTo>
                <a:lnTo>
                  <a:pt x="449" y="1618"/>
                </a:lnTo>
                <a:lnTo>
                  <a:pt x="504" y="1646"/>
                </a:lnTo>
                <a:lnTo>
                  <a:pt x="561" y="1669"/>
                </a:lnTo>
                <a:lnTo>
                  <a:pt x="619" y="1689"/>
                </a:lnTo>
                <a:lnTo>
                  <a:pt x="679" y="1703"/>
                </a:lnTo>
                <a:lnTo>
                  <a:pt x="740" y="1715"/>
                </a:lnTo>
                <a:lnTo>
                  <a:pt x="801" y="1721"/>
                </a:lnTo>
                <a:lnTo>
                  <a:pt x="862" y="1723"/>
                </a:lnTo>
                <a:lnTo>
                  <a:pt x="924" y="1721"/>
                </a:lnTo>
                <a:lnTo>
                  <a:pt x="985" y="1715"/>
                </a:lnTo>
                <a:lnTo>
                  <a:pt x="1046" y="1703"/>
                </a:lnTo>
                <a:lnTo>
                  <a:pt x="1105" y="1689"/>
                </a:lnTo>
                <a:lnTo>
                  <a:pt x="1163" y="1669"/>
                </a:lnTo>
                <a:lnTo>
                  <a:pt x="1220" y="1646"/>
                </a:lnTo>
                <a:lnTo>
                  <a:pt x="1276" y="1618"/>
                </a:lnTo>
                <a:lnTo>
                  <a:pt x="1329" y="1586"/>
                </a:lnTo>
                <a:lnTo>
                  <a:pt x="1379" y="1552"/>
                </a:lnTo>
                <a:lnTo>
                  <a:pt x="1427" y="1513"/>
                </a:lnTo>
                <a:lnTo>
                  <a:pt x="1472" y="1471"/>
                </a:lnTo>
                <a:lnTo>
                  <a:pt x="1514" y="1426"/>
                </a:lnTo>
                <a:lnTo>
                  <a:pt x="1553" y="1378"/>
                </a:lnTo>
                <a:lnTo>
                  <a:pt x="1587" y="1328"/>
                </a:lnTo>
                <a:lnTo>
                  <a:pt x="1619" y="1275"/>
                </a:lnTo>
                <a:lnTo>
                  <a:pt x="1647" y="1220"/>
                </a:lnTo>
                <a:lnTo>
                  <a:pt x="1670" y="1162"/>
                </a:lnTo>
                <a:lnTo>
                  <a:pt x="1689" y="1105"/>
                </a:lnTo>
                <a:lnTo>
                  <a:pt x="1704" y="1045"/>
                </a:lnTo>
                <a:lnTo>
                  <a:pt x="1716" y="984"/>
                </a:lnTo>
                <a:lnTo>
                  <a:pt x="1722" y="923"/>
                </a:lnTo>
                <a:lnTo>
                  <a:pt x="1724" y="861"/>
                </a:lnTo>
                <a:lnTo>
                  <a:pt x="1722" y="799"/>
                </a:lnTo>
                <a:lnTo>
                  <a:pt x="1715" y="737"/>
                </a:lnTo>
                <a:lnTo>
                  <a:pt x="1704" y="675"/>
                </a:lnTo>
                <a:lnTo>
                  <a:pt x="1688" y="615"/>
                </a:lnTo>
                <a:lnTo>
                  <a:pt x="1668" y="555"/>
                </a:lnTo>
                <a:lnTo>
                  <a:pt x="1643" y="498"/>
                </a:lnTo>
                <a:lnTo>
                  <a:pt x="1616" y="442"/>
                </a:lnTo>
                <a:lnTo>
                  <a:pt x="1583" y="389"/>
                </a:lnTo>
                <a:lnTo>
                  <a:pt x="1547" y="337"/>
                </a:lnTo>
                <a:lnTo>
                  <a:pt x="1507" y="289"/>
                </a:lnTo>
                <a:lnTo>
                  <a:pt x="1464" y="244"/>
                </a:lnTo>
                <a:lnTo>
                  <a:pt x="1417" y="201"/>
                </a:lnTo>
                <a:lnTo>
                  <a:pt x="1367" y="163"/>
                </a:lnTo>
                <a:lnTo>
                  <a:pt x="1316" y="129"/>
                </a:lnTo>
                <a:lnTo>
                  <a:pt x="1262" y="98"/>
                </a:lnTo>
                <a:lnTo>
                  <a:pt x="1205" y="70"/>
                </a:lnTo>
                <a:lnTo>
                  <a:pt x="1147" y="47"/>
                </a:lnTo>
                <a:lnTo>
                  <a:pt x="1087" y="29"/>
                </a:lnTo>
                <a:lnTo>
                  <a:pt x="1026" y="15"/>
                </a:lnTo>
                <a:lnTo>
                  <a:pt x="964" y="6"/>
                </a:lnTo>
                <a:lnTo>
                  <a:pt x="902" y="0"/>
                </a:lnTo>
                <a:lnTo>
                  <a:pt x="839" y="0"/>
                </a:lnTo>
                <a:lnTo>
                  <a:pt x="777" y="4"/>
                </a:lnTo>
                <a:lnTo>
                  <a:pt x="715" y="12"/>
                </a:lnTo>
                <a:lnTo>
                  <a:pt x="654" y="26"/>
                </a:lnTo>
                <a:lnTo>
                  <a:pt x="594" y="43"/>
                </a:lnTo>
                <a:lnTo>
                  <a:pt x="534" y="64"/>
                </a:lnTo>
                <a:lnTo>
                  <a:pt x="478" y="90"/>
                </a:lnTo>
                <a:lnTo>
                  <a:pt x="423" y="120"/>
                </a:lnTo>
                <a:lnTo>
                  <a:pt x="370" y="154"/>
                </a:lnTo>
                <a:lnTo>
                  <a:pt x="321" y="191"/>
                </a:lnTo>
                <a:lnTo>
                  <a:pt x="273" y="232"/>
                </a:lnTo>
                <a:lnTo>
                  <a:pt x="229" y="277"/>
                </a:lnTo>
                <a:lnTo>
                  <a:pt x="188" y="324"/>
                </a:lnTo>
                <a:lnTo>
                  <a:pt x="447" y="304"/>
                </a:lnTo>
                <a:lnTo>
                  <a:pt x="591" y="532"/>
                </a:lnTo>
                <a:lnTo>
                  <a:pt x="624" y="507"/>
                </a:lnTo>
                <a:lnTo>
                  <a:pt x="660" y="484"/>
                </a:lnTo>
                <a:lnTo>
                  <a:pt x="697" y="466"/>
                </a:lnTo>
                <a:lnTo>
                  <a:pt x="738" y="451"/>
                </a:lnTo>
                <a:lnTo>
                  <a:pt x="778" y="440"/>
                </a:lnTo>
                <a:lnTo>
                  <a:pt x="821" y="433"/>
                </a:lnTo>
                <a:lnTo>
                  <a:pt x="863" y="431"/>
                </a:lnTo>
                <a:lnTo>
                  <a:pt x="904" y="432"/>
                </a:lnTo>
                <a:lnTo>
                  <a:pt x="947" y="438"/>
                </a:lnTo>
                <a:lnTo>
                  <a:pt x="988" y="448"/>
                </a:lnTo>
                <a:lnTo>
                  <a:pt x="1027" y="462"/>
                </a:lnTo>
                <a:lnTo>
                  <a:pt x="1066" y="481"/>
                </a:lnTo>
                <a:lnTo>
                  <a:pt x="1103" y="502"/>
                </a:lnTo>
                <a:lnTo>
                  <a:pt x="1137" y="528"/>
                </a:lnTo>
                <a:lnTo>
                  <a:pt x="1169" y="555"/>
                </a:lnTo>
                <a:lnTo>
                  <a:pt x="1196" y="587"/>
                </a:lnTo>
                <a:lnTo>
                  <a:pt x="1222" y="621"/>
                </a:lnTo>
                <a:lnTo>
                  <a:pt x="1243" y="658"/>
                </a:lnTo>
                <a:lnTo>
                  <a:pt x="1262" y="696"/>
                </a:lnTo>
                <a:lnTo>
                  <a:pt x="1276" y="736"/>
                </a:lnTo>
                <a:lnTo>
                  <a:pt x="1286" y="777"/>
                </a:lnTo>
                <a:lnTo>
                  <a:pt x="1292" y="820"/>
                </a:lnTo>
                <a:lnTo>
                  <a:pt x="1293" y="861"/>
                </a:lnTo>
                <a:lnTo>
                  <a:pt x="1291" y="905"/>
                </a:lnTo>
                <a:lnTo>
                  <a:pt x="1285" y="948"/>
                </a:lnTo>
                <a:lnTo>
                  <a:pt x="1273" y="991"/>
                </a:lnTo>
                <a:lnTo>
                  <a:pt x="1258" y="1031"/>
                </a:lnTo>
                <a:lnTo>
                  <a:pt x="1239" y="1070"/>
                </a:lnTo>
                <a:lnTo>
                  <a:pt x="1216" y="1108"/>
                </a:lnTo>
                <a:lnTo>
                  <a:pt x="1189" y="1143"/>
                </a:lnTo>
                <a:lnTo>
                  <a:pt x="1160" y="1174"/>
                </a:lnTo>
                <a:lnTo>
                  <a:pt x="1126" y="1202"/>
                </a:lnTo>
                <a:lnTo>
                  <a:pt x="1091" y="1228"/>
                </a:lnTo>
                <a:lnTo>
                  <a:pt x="1053" y="1248"/>
                </a:lnTo>
                <a:lnTo>
                  <a:pt x="1012" y="1266"/>
                </a:lnTo>
                <a:lnTo>
                  <a:pt x="970" y="1278"/>
                </a:lnTo>
                <a:lnTo>
                  <a:pt x="927" y="1287"/>
                </a:lnTo>
                <a:lnTo>
                  <a:pt x="884" y="1292"/>
                </a:lnTo>
                <a:lnTo>
                  <a:pt x="840" y="1292"/>
                </a:lnTo>
                <a:lnTo>
                  <a:pt x="797" y="1287"/>
                </a:lnTo>
                <a:lnTo>
                  <a:pt x="754" y="1278"/>
                </a:lnTo>
                <a:lnTo>
                  <a:pt x="712" y="1266"/>
                </a:lnTo>
                <a:lnTo>
                  <a:pt x="672" y="1248"/>
                </a:lnTo>
                <a:lnTo>
                  <a:pt x="634" y="1228"/>
                </a:lnTo>
                <a:lnTo>
                  <a:pt x="599" y="1202"/>
                </a:lnTo>
                <a:lnTo>
                  <a:pt x="565" y="1174"/>
                </a:lnTo>
                <a:lnTo>
                  <a:pt x="535" y="1143"/>
                </a:lnTo>
                <a:lnTo>
                  <a:pt x="509" y="1108"/>
                </a:lnTo>
                <a:lnTo>
                  <a:pt x="485" y="1070"/>
                </a:lnTo>
                <a:lnTo>
                  <a:pt x="466" y="1031"/>
                </a:lnTo>
                <a:lnTo>
                  <a:pt x="452" y="991"/>
                </a:lnTo>
                <a:lnTo>
                  <a:pt x="440" y="948"/>
                </a:lnTo>
                <a:lnTo>
                  <a:pt x="433" y="905"/>
                </a:lnTo>
                <a:lnTo>
                  <a:pt x="431" y="861"/>
                </a:lnTo>
                <a:lnTo>
                  <a:pt x="435" y="820"/>
                </a:lnTo>
                <a:lnTo>
                  <a:pt x="442" y="779"/>
                </a:lnTo>
                <a:lnTo>
                  <a:pt x="452" y="739"/>
                </a:lnTo>
                <a:lnTo>
                  <a:pt x="465" y="699"/>
                </a:lnTo>
                <a:lnTo>
                  <a:pt x="481" y="661"/>
                </a:lnTo>
                <a:lnTo>
                  <a:pt x="501" y="624"/>
                </a:lnTo>
                <a:lnTo>
                  <a:pt x="623" y="670"/>
                </a:lnTo>
                <a:lnTo>
                  <a:pt x="560" y="559"/>
                </a:lnTo>
                <a:lnTo>
                  <a:pt x="494" y="447"/>
                </a:lnTo>
                <a:lnTo>
                  <a:pt x="426" y="339"/>
                </a:lnTo>
                <a:lnTo>
                  <a:pt x="285" y="350"/>
                </a:lnTo>
                <a:lnTo>
                  <a:pt x="146" y="365"/>
                </a:lnTo>
                <a:lnTo>
                  <a:pt x="6" y="382"/>
                </a:lnTo>
                <a:lnTo>
                  <a:pt x="106" y="45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61" name=""/>
          <p:cNvSpPr/>
          <p:nvPr/>
        </p:nvSpPr>
        <p:spPr>
          <a:xfrm>
            <a:off x="2554200" y="2830680"/>
            <a:ext cx="8571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62" name=""/>
          <p:cNvSpPr/>
          <p:nvPr/>
        </p:nvSpPr>
        <p:spPr>
          <a:xfrm>
            <a:off x="4065480" y="1521000"/>
            <a:ext cx="8589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63" name=""/>
          <p:cNvSpPr/>
          <p:nvPr/>
        </p:nvSpPr>
        <p:spPr>
          <a:xfrm>
            <a:off x="4065480" y="4494240"/>
            <a:ext cx="8589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6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16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E894ED1-1450-45EE-A8AA-28DF6B8ECFB5}" type="slidenum">
              <a:t>59</a:t>
            </a:fld>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6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2</a:t>
            </a:r>
            <a:endParaRPr b="1" lang="en-US" sz="1900" spc="-1" strike="noStrike">
              <a:solidFill>
                <a:srgbClr val="000000"/>
              </a:solidFill>
              <a:latin typeface="Arial"/>
            </a:endParaRPr>
          </a:p>
        </p:txBody>
      </p:sp>
      <p:grpSp>
        <p:nvGrpSpPr>
          <p:cNvPr id="1167" name=""/>
          <p:cNvGrpSpPr/>
          <p:nvPr/>
        </p:nvGrpSpPr>
        <p:grpSpPr>
          <a:xfrm>
            <a:off x="2475000" y="1177920"/>
            <a:ext cx="4176000" cy="4536720"/>
            <a:chOff x="2475000" y="1177920"/>
            <a:chExt cx="4176000" cy="4536720"/>
          </a:xfrm>
        </p:grpSpPr>
        <p:sp>
          <p:nvSpPr>
            <p:cNvPr id="1168" name=""/>
            <p:cNvSpPr/>
            <p:nvPr/>
          </p:nvSpPr>
          <p:spPr>
            <a:xfrm>
              <a:off x="4312440" y="1496880"/>
              <a:ext cx="2338560" cy="4217760"/>
            </a:xfrm>
            <a:custGeom>
              <a:avLst/>
              <a:gdLst/>
              <a:ahLst/>
              <a:rect l="l" t="t" r="r" b="b"/>
              <a:pathLst>
                <a:path w="976" h="1811">
                  <a:moveTo>
                    <a:pt x="279" y="1669"/>
                  </a:moveTo>
                  <a:lnTo>
                    <a:pt x="338" y="1654"/>
                  </a:lnTo>
                  <a:lnTo>
                    <a:pt x="394" y="1635"/>
                  </a:lnTo>
                  <a:lnTo>
                    <a:pt x="449" y="1612"/>
                  </a:lnTo>
                  <a:lnTo>
                    <a:pt x="502" y="1585"/>
                  </a:lnTo>
                  <a:lnTo>
                    <a:pt x="553" y="1555"/>
                  </a:lnTo>
                  <a:lnTo>
                    <a:pt x="601" y="1520"/>
                  </a:lnTo>
                  <a:lnTo>
                    <a:pt x="651" y="1485"/>
                  </a:lnTo>
                  <a:lnTo>
                    <a:pt x="697" y="1447"/>
                  </a:lnTo>
                  <a:lnTo>
                    <a:pt x="741" y="1405"/>
                  </a:lnTo>
                  <a:lnTo>
                    <a:pt x="782" y="1361"/>
                  </a:lnTo>
                  <a:lnTo>
                    <a:pt x="818" y="1313"/>
                  </a:lnTo>
                  <a:lnTo>
                    <a:pt x="851" y="1263"/>
                  </a:lnTo>
                  <a:lnTo>
                    <a:pt x="882" y="1210"/>
                  </a:lnTo>
                  <a:lnTo>
                    <a:pt x="908" y="1156"/>
                  </a:lnTo>
                  <a:lnTo>
                    <a:pt x="929" y="1100"/>
                  </a:lnTo>
                  <a:lnTo>
                    <a:pt x="947" y="1043"/>
                  </a:lnTo>
                  <a:lnTo>
                    <a:pt x="961" y="984"/>
                  </a:lnTo>
                  <a:lnTo>
                    <a:pt x="970" y="924"/>
                  </a:lnTo>
                  <a:lnTo>
                    <a:pt x="975" y="865"/>
                  </a:lnTo>
                  <a:lnTo>
                    <a:pt x="975" y="804"/>
                  </a:lnTo>
                  <a:lnTo>
                    <a:pt x="972" y="744"/>
                  </a:lnTo>
                  <a:lnTo>
                    <a:pt x="963" y="685"/>
                  </a:lnTo>
                  <a:lnTo>
                    <a:pt x="950" y="625"/>
                  </a:lnTo>
                  <a:lnTo>
                    <a:pt x="935" y="567"/>
                  </a:lnTo>
                  <a:lnTo>
                    <a:pt x="913" y="511"/>
                  </a:lnTo>
                  <a:lnTo>
                    <a:pt x="889" y="456"/>
                  </a:lnTo>
                  <a:lnTo>
                    <a:pt x="859" y="403"/>
                  </a:lnTo>
                  <a:lnTo>
                    <a:pt x="826" y="352"/>
                  </a:lnTo>
                  <a:lnTo>
                    <a:pt x="790" y="304"/>
                  </a:lnTo>
                  <a:lnTo>
                    <a:pt x="751" y="259"/>
                  </a:lnTo>
                  <a:lnTo>
                    <a:pt x="708" y="216"/>
                  </a:lnTo>
                  <a:lnTo>
                    <a:pt x="662" y="178"/>
                  </a:lnTo>
                  <a:lnTo>
                    <a:pt x="614" y="142"/>
                  </a:lnTo>
                  <a:lnTo>
                    <a:pt x="563" y="109"/>
                  </a:lnTo>
                  <a:lnTo>
                    <a:pt x="510" y="81"/>
                  </a:lnTo>
                  <a:lnTo>
                    <a:pt x="455" y="56"/>
                  </a:lnTo>
                  <a:lnTo>
                    <a:pt x="398" y="36"/>
                  </a:lnTo>
                  <a:lnTo>
                    <a:pt x="340" y="20"/>
                  </a:lnTo>
                  <a:lnTo>
                    <a:pt x="281" y="8"/>
                  </a:lnTo>
                  <a:lnTo>
                    <a:pt x="222" y="0"/>
                  </a:lnTo>
                  <a:lnTo>
                    <a:pt x="294" y="112"/>
                  </a:lnTo>
                  <a:lnTo>
                    <a:pt x="369" y="222"/>
                  </a:lnTo>
                  <a:lnTo>
                    <a:pt x="226" y="434"/>
                  </a:lnTo>
                  <a:lnTo>
                    <a:pt x="268" y="446"/>
                  </a:lnTo>
                  <a:lnTo>
                    <a:pt x="306" y="463"/>
                  </a:lnTo>
                  <a:lnTo>
                    <a:pt x="344" y="483"/>
                  </a:lnTo>
                  <a:lnTo>
                    <a:pt x="379" y="508"/>
                  </a:lnTo>
                  <a:lnTo>
                    <a:pt x="411" y="536"/>
                  </a:lnTo>
                  <a:lnTo>
                    <a:pt x="440" y="567"/>
                  </a:lnTo>
                  <a:lnTo>
                    <a:pt x="467" y="601"/>
                  </a:lnTo>
                  <a:lnTo>
                    <a:pt x="489" y="637"/>
                  </a:lnTo>
                  <a:lnTo>
                    <a:pt x="508" y="676"/>
                  </a:lnTo>
                  <a:lnTo>
                    <a:pt x="521" y="716"/>
                  </a:lnTo>
                  <a:lnTo>
                    <a:pt x="531" y="758"/>
                  </a:lnTo>
                  <a:lnTo>
                    <a:pt x="538" y="801"/>
                  </a:lnTo>
                  <a:lnTo>
                    <a:pt x="539" y="843"/>
                  </a:lnTo>
                  <a:lnTo>
                    <a:pt x="536" y="886"/>
                  </a:lnTo>
                  <a:lnTo>
                    <a:pt x="529" y="928"/>
                  </a:lnTo>
                  <a:lnTo>
                    <a:pt x="517" y="969"/>
                  </a:lnTo>
                  <a:lnTo>
                    <a:pt x="501" y="1009"/>
                  </a:lnTo>
                  <a:lnTo>
                    <a:pt x="482" y="1046"/>
                  </a:lnTo>
                  <a:lnTo>
                    <a:pt x="458" y="1082"/>
                  </a:lnTo>
                  <a:lnTo>
                    <a:pt x="431" y="1115"/>
                  </a:lnTo>
                  <a:lnTo>
                    <a:pt x="401" y="1145"/>
                  </a:lnTo>
                  <a:lnTo>
                    <a:pt x="367" y="1172"/>
                  </a:lnTo>
                  <a:lnTo>
                    <a:pt x="331" y="1196"/>
                  </a:lnTo>
                  <a:lnTo>
                    <a:pt x="293" y="1215"/>
                  </a:lnTo>
                  <a:lnTo>
                    <a:pt x="253" y="1230"/>
                  </a:lnTo>
                  <a:lnTo>
                    <a:pt x="253" y="1093"/>
                  </a:lnTo>
                  <a:lnTo>
                    <a:pt x="0" y="1420"/>
                  </a:lnTo>
                  <a:lnTo>
                    <a:pt x="279" y="1810"/>
                  </a:lnTo>
                  <a:lnTo>
                    <a:pt x="279" y="166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69" name=""/>
            <p:cNvSpPr/>
            <p:nvPr/>
          </p:nvSpPr>
          <p:spPr>
            <a:xfrm>
              <a:off x="2475000" y="1177920"/>
              <a:ext cx="2597400" cy="4245840"/>
            </a:xfrm>
            <a:custGeom>
              <a:avLst/>
              <a:gdLst/>
              <a:ahLst/>
              <a:rect l="l" t="t" r="r" b="b"/>
              <a:pathLst>
                <a:path w="1084" h="1823">
                  <a:moveTo>
                    <a:pt x="832" y="1394"/>
                  </a:moveTo>
                  <a:lnTo>
                    <a:pt x="789" y="1389"/>
                  </a:lnTo>
                  <a:lnTo>
                    <a:pt x="746" y="1380"/>
                  </a:lnTo>
                  <a:lnTo>
                    <a:pt x="705" y="1367"/>
                  </a:lnTo>
                  <a:lnTo>
                    <a:pt x="665" y="1349"/>
                  </a:lnTo>
                  <a:lnTo>
                    <a:pt x="628" y="1327"/>
                  </a:lnTo>
                  <a:lnTo>
                    <a:pt x="592" y="1301"/>
                  </a:lnTo>
                  <a:lnTo>
                    <a:pt x="559" y="1273"/>
                  </a:lnTo>
                  <a:lnTo>
                    <a:pt x="530" y="1240"/>
                  </a:lnTo>
                  <a:lnTo>
                    <a:pt x="504" y="1206"/>
                  </a:lnTo>
                  <a:lnTo>
                    <a:pt x="482" y="1168"/>
                  </a:lnTo>
                  <a:lnTo>
                    <a:pt x="464" y="1129"/>
                  </a:lnTo>
                  <a:lnTo>
                    <a:pt x="450" y="1087"/>
                  </a:lnTo>
                  <a:lnTo>
                    <a:pt x="440" y="1044"/>
                  </a:lnTo>
                  <a:lnTo>
                    <a:pt x="434" y="1002"/>
                  </a:lnTo>
                  <a:lnTo>
                    <a:pt x="434" y="958"/>
                  </a:lnTo>
                  <a:lnTo>
                    <a:pt x="438" y="915"/>
                  </a:lnTo>
                  <a:lnTo>
                    <a:pt x="446" y="872"/>
                  </a:lnTo>
                  <a:lnTo>
                    <a:pt x="458" y="831"/>
                  </a:lnTo>
                  <a:lnTo>
                    <a:pt x="475" y="790"/>
                  </a:lnTo>
                  <a:lnTo>
                    <a:pt x="495" y="752"/>
                  </a:lnTo>
                  <a:lnTo>
                    <a:pt x="520" y="716"/>
                  </a:lnTo>
                  <a:lnTo>
                    <a:pt x="548" y="683"/>
                  </a:lnTo>
                  <a:lnTo>
                    <a:pt x="580" y="653"/>
                  </a:lnTo>
                  <a:lnTo>
                    <a:pt x="613" y="626"/>
                  </a:lnTo>
                  <a:lnTo>
                    <a:pt x="651" y="603"/>
                  </a:lnTo>
                  <a:lnTo>
                    <a:pt x="688" y="584"/>
                  </a:lnTo>
                  <a:lnTo>
                    <a:pt x="727" y="569"/>
                  </a:lnTo>
                  <a:lnTo>
                    <a:pt x="768" y="559"/>
                  </a:lnTo>
                  <a:lnTo>
                    <a:pt x="809" y="552"/>
                  </a:lnTo>
                  <a:lnTo>
                    <a:pt x="851" y="549"/>
                  </a:lnTo>
                  <a:lnTo>
                    <a:pt x="851" y="675"/>
                  </a:lnTo>
                  <a:lnTo>
                    <a:pt x="1083" y="353"/>
                  </a:lnTo>
                  <a:lnTo>
                    <a:pt x="846" y="0"/>
                  </a:lnTo>
                  <a:lnTo>
                    <a:pt x="846" y="121"/>
                  </a:lnTo>
                  <a:lnTo>
                    <a:pt x="786" y="125"/>
                  </a:lnTo>
                  <a:lnTo>
                    <a:pt x="726" y="133"/>
                  </a:lnTo>
                  <a:lnTo>
                    <a:pt x="668" y="145"/>
                  </a:lnTo>
                  <a:lnTo>
                    <a:pt x="610" y="161"/>
                  </a:lnTo>
                  <a:lnTo>
                    <a:pt x="554" y="181"/>
                  </a:lnTo>
                  <a:lnTo>
                    <a:pt x="499" y="206"/>
                  </a:lnTo>
                  <a:lnTo>
                    <a:pt x="446" y="234"/>
                  </a:lnTo>
                  <a:lnTo>
                    <a:pt x="394" y="264"/>
                  </a:lnTo>
                  <a:lnTo>
                    <a:pt x="344" y="298"/>
                  </a:lnTo>
                  <a:lnTo>
                    <a:pt x="297" y="335"/>
                  </a:lnTo>
                  <a:lnTo>
                    <a:pt x="252" y="376"/>
                  </a:lnTo>
                  <a:lnTo>
                    <a:pt x="211" y="420"/>
                  </a:lnTo>
                  <a:lnTo>
                    <a:pt x="173" y="466"/>
                  </a:lnTo>
                  <a:lnTo>
                    <a:pt x="138" y="515"/>
                  </a:lnTo>
                  <a:lnTo>
                    <a:pt x="107" y="566"/>
                  </a:lnTo>
                  <a:lnTo>
                    <a:pt x="79" y="620"/>
                  </a:lnTo>
                  <a:lnTo>
                    <a:pt x="56" y="675"/>
                  </a:lnTo>
                  <a:lnTo>
                    <a:pt x="37" y="733"/>
                  </a:lnTo>
                  <a:lnTo>
                    <a:pt x="21" y="790"/>
                  </a:lnTo>
                  <a:lnTo>
                    <a:pt x="10" y="850"/>
                  </a:lnTo>
                  <a:lnTo>
                    <a:pt x="3" y="909"/>
                  </a:lnTo>
                  <a:lnTo>
                    <a:pt x="0" y="969"/>
                  </a:lnTo>
                  <a:lnTo>
                    <a:pt x="2" y="1029"/>
                  </a:lnTo>
                  <a:lnTo>
                    <a:pt x="7" y="1090"/>
                  </a:lnTo>
                  <a:lnTo>
                    <a:pt x="18" y="1148"/>
                  </a:lnTo>
                  <a:lnTo>
                    <a:pt x="31" y="1207"/>
                  </a:lnTo>
                  <a:lnTo>
                    <a:pt x="50" y="1264"/>
                  </a:lnTo>
                  <a:lnTo>
                    <a:pt x="73" y="1320"/>
                  </a:lnTo>
                  <a:lnTo>
                    <a:pt x="99" y="1374"/>
                  </a:lnTo>
                  <a:lnTo>
                    <a:pt x="129" y="1426"/>
                  </a:lnTo>
                  <a:lnTo>
                    <a:pt x="163" y="1476"/>
                  </a:lnTo>
                  <a:lnTo>
                    <a:pt x="200" y="1523"/>
                  </a:lnTo>
                  <a:lnTo>
                    <a:pt x="241" y="1568"/>
                  </a:lnTo>
                  <a:lnTo>
                    <a:pt x="283" y="1609"/>
                  </a:lnTo>
                  <a:lnTo>
                    <a:pt x="330" y="1647"/>
                  </a:lnTo>
                  <a:lnTo>
                    <a:pt x="379" y="1682"/>
                  </a:lnTo>
                  <a:lnTo>
                    <a:pt x="431" y="1713"/>
                  </a:lnTo>
                  <a:lnTo>
                    <a:pt x="484" y="1741"/>
                  </a:lnTo>
                  <a:lnTo>
                    <a:pt x="539" y="1765"/>
                  </a:lnTo>
                  <a:lnTo>
                    <a:pt x="595" y="1784"/>
                  </a:lnTo>
                  <a:lnTo>
                    <a:pt x="654" y="1800"/>
                  </a:lnTo>
                  <a:lnTo>
                    <a:pt x="713" y="1812"/>
                  </a:lnTo>
                  <a:lnTo>
                    <a:pt x="772" y="1819"/>
                  </a:lnTo>
                  <a:lnTo>
                    <a:pt x="833" y="1822"/>
                  </a:lnTo>
                  <a:lnTo>
                    <a:pt x="893" y="1821"/>
                  </a:lnTo>
                  <a:lnTo>
                    <a:pt x="708" y="1557"/>
                  </a:lnTo>
                  <a:lnTo>
                    <a:pt x="832" y="139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170" name=""/>
          <p:cNvSpPr/>
          <p:nvPr/>
        </p:nvSpPr>
        <p:spPr>
          <a:xfrm>
            <a:off x="2509920" y="3303720"/>
            <a:ext cx="9982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71" name=""/>
          <p:cNvSpPr/>
          <p:nvPr/>
        </p:nvSpPr>
        <p:spPr>
          <a:xfrm>
            <a:off x="5646600" y="3303720"/>
            <a:ext cx="9921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7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17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ED075EE-B70A-458E-8365-2D5FD1D20DFB}" type="slidenum">
              <a:t>60</a:t>
            </a:fld>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3</a:t>
            </a:r>
            <a:endParaRPr b="1" lang="en-US" sz="1900" spc="-1" strike="noStrike">
              <a:solidFill>
                <a:srgbClr val="000000"/>
              </a:solidFill>
              <a:latin typeface="Arial"/>
            </a:endParaRPr>
          </a:p>
        </p:txBody>
      </p:sp>
      <p:sp>
        <p:nvSpPr>
          <p:cNvPr id="1175" name=""/>
          <p:cNvSpPr/>
          <p:nvPr/>
        </p:nvSpPr>
        <p:spPr>
          <a:xfrm>
            <a:off x="2587680" y="1141560"/>
            <a:ext cx="3703680" cy="1739880"/>
          </a:xfrm>
          <a:custGeom>
            <a:avLst/>
            <a:gdLst/>
            <a:ahLst/>
            <a:rect l="l" t="t" r="r" b="b"/>
            <a:pathLst>
              <a:path w="1553" h="753">
                <a:moveTo>
                  <a:pt x="983" y="584"/>
                </a:moveTo>
                <a:lnTo>
                  <a:pt x="1417" y="541"/>
                </a:lnTo>
                <a:lnTo>
                  <a:pt x="1552" y="150"/>
                </a:lnTo>
                <a:lnTo>
                  <a:pt x="1447" y="227"/>
                </a:lnTo>
                <a:lnTo>
                  <a:pt x="1398" y="186"/>
                </a:lnTo>
                <a:lnTo>
                  <a:pt x="1347" y="149"/>
                </a:lnTo>
                <a:lnTo>
                  <a:pt x="1294" y="116"/>
                </a:lnTo>
                <a:lnTo>
                  <a:pt x="1238" y="87"/>
                </a:lnTo>
                <a:lnTo>
                  <a:pt x="1181" y="61"/>
                </a:lnTo>
                <a:lnTo>
                  <a:pt x="1122" y="41"/>
                </a:lnTo>
                <a:lnTo>
                  <a:pt x="1060" y="23"/>
                </a:lnTo>
                <a:lnTo>
                  <a:pt x="999" y="12"/>
                </a:lnTo>
                <a:lnTo>
                  <a:pt x="936" y="4"/>
                </a:lnTo>
                <a:lnTo>
                  <a:pt x="873" y="0"/>
                </a:lnTo>
                <a:lnTo>
                  <a:pt x="810" y="2"/>
                </a:lnTo>
                <a:lnTo>
                  <a:pt x="748" y="8"/>
                </a:lnTo>
                <a:lnTo>
                  <a:pt x="685" y="19"/>
                </a:lnTo>
                <a:lnTo>
                  <a:pt x="624" y="34"/>
                </a:lnTo>
                <a:lnTo>
                  <a:pt x="564" y="53"/>
                </a:lnTo>
                <a:lnTo>
                  <a:pt x="506" y="76"/>
                </a:lnTo>
                <a:lnTo>
                  <a:pt x="449" y="104"/>
                </a:lnTo>
                <a:lnTo>
                  <a:pt x="395" y="137"/>
                </a:lnTo>
                <a:lnTo>
                  <a:pt x="342" y="172"/>
                </a:lnTo>
                <a:lnTo>
                  <a:pt x="294" y="212"/>
                </a:lnTo>
                <a:lnTo>
                  <a:pt x="248" y="254"/>
                </a:lnTo>
                <a:lnTo>
                  <a:pt x="205" y="301"/>
                </a:lnTo>
                <a:lnTo>
                  <a:pt x="165" y="350"/>
                </a:lnTo>
                <a:lnTo>
                  <a:pt x="130" y="401"/>
                </a:lnTo>
                <a:lnTo>
                  <a:pt x="98" y="456"/>
                </a:lnTo>
                <a:lnTo>
                  <a:pt x="71" y="512"/>
                </a:lnTo>
                <a:lnTo>
                  <a:pt x="46" y="570"/>
                </a:lnTo>
                <a:lnTo>
                  <a:pt x="27" y="631"/>
                </a:lnTo>
                <a:lnTo>
                  <a:pt x="11" y="692"/>
                </a:lnTo>
                <a:lnTo>
                  <a:pt x="0" y="752"/>
                </a:lnTo>
                <a:lnTo>
                  <a:pt x="222" y="608"/>
                </a:lnTo>
                <a:lnTo>
                  <a:pt x="440" y="749"/>
                </a:lnTo>
                <a:lnTo>
                  <a:pt x="455" y="710"/>
                </a:lnTo>
                <a:lnTo>
                  <a:pt x="474" y="670"/>
                </a:lnTo>
                <a:lnTo>
                  <a:pt x="498" y="632"/>
                </a:lnTo>
                <a:lnTo>
                  <a:pt x="525" y="596"/>
                </a:lnTo>
                <a:lnTo>
                  <a:pt x="556" y="563"/>
                </a:lnTo>
                <a:lnTo>
                  <a:pt x="589" y="533"/>
                </a:lnTo>
                <a:lnTo>
                  <a:pt x="626" y="507"/>
                </a:lnTo>
                <a:lnTo>
                  <a:pt x="665" y="485"/>
                </a:lnTo>
                <a:lnTo>
                  <a:pt x="706" y="467"/>
                </a:lnTo>
                <a:lnTo>
                  <a:pt x="749" y="453"/>
                </a:lnTo>
                <a:lnTo>
                  <a:pt x="793" y="443"/>
                </a:lnTo>
                <a:lnTo>
                  <a:pt x="837" y="438"/>
                </a:lnTo>
                <a:lnTo>
                  <a:pt x="882" y="438"/>
                </a:lnTo>
                <a:lnTo>
                  <a:pt x="927" y="442"/>
                </a:lnTo>
                <a:lnTo>
                  <a:pt x="971" y="450"/>
                </a:lnTo>
                <a:lnTo>
                  <a:pt x="1014" y="464"/>
                </a:lnTo>
                <a:lnTo>
                  <a:pt x="1055" y="480"/>
                </a:lnTo>
                <a:lnTo>
                  <a:pt x="1095" y="502"/>
                </a:lnTo>
                <a:lnTo>
                  <a:pt x="983" y="58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76" name=""/>
          <p:cNvSpPr/>
          <p:nvPr/>
        </p:nvSpPr>
        <p:spPr>
          <a:xfrm>
            <a:off x="2255760" y="2676600"/>
            <a:ext cx="2911680" cy="2471760"/>
          </a:xfrm>
          <a:custGeom>
            <a:avLst/>
            <a:gdLst/>
            <a:ahLst/>
            <a:rect l="l" t="t" r="r" b="b"/>
            <a:pathLst>
              <a:path w="1221" h="1071">
                <a:moveTo>
                  <a:pt x="1220" y="1042"/>
                </a:moveTo>
                <a:lnTo>
                  <a:pt x="1002" y="847"/>
                </a:lnTo>
                <a:lnTo>
                  <a:pt x="1081" y="630"/>
                </a:lnTo>
                <a:lnTo>
                  <a:pt x="1038" y="635"/>
                </a:lnTo>
                <a:lnTo>
                  <a:pt x="994" y="636"/>
                </a:lnTo>
                <a:lnTo>
                  <a:pt x="950" y="634"/>
                </a:lnTo>
                <a:lnTo>
                  <a:pt x="906" y="626"/>
                </a:lnTo>
                <a:lnTo>
                  <a:pt x="865" y="614"/>
                </a:lnTo>
                <a:lnTo>
                  <a:pt x="823" y="599"/>
                </a:lnTo>
                <a:lnTo>
                  <a:pt x="784" y="579"/>
                </a:lnTo>
                <a:lnTo>
                  <a:pt x="747" y="556"/>
                </a:lnTo>
                <a:lnTo>
                  <a:pt x="713" y="528"/>
                </a:lnTo>
                <a:lnTo>
                  <a:pt x="682" y="496"/>
                </a:lnTo>
                <a:lnTo>
                  <a:pt x="653" y="463"/>
                </a:lnTo>
                <a:lnTo>
                  <a:pt x="629" y="427"/>
                </a:lnTo>
                <a:lnTo>
                  <a:pt x="609" y="390"/>
                </a:lnTo>
                <a:lnTo>
                  <a:pt x="594" y="352"/>
                </a:lnTo>
                <a:lnTo>
                  <a:pt x="581" y="314"/>
                </a:lnTo>
                <a:lnTo>
                  <a:pt x="573" y="273"/>
                </a:lnTo>
                <a:lnTo>
                  <a:pt x="568" y="232"/>
                </a:lnTo>
                <a:lnTo>
                  <a:pt x="712" y="232"/>
                </a:lnTo>
                <a:lnTo>
                  <a:pt x="368" y="0"/>
                </a:lnTo>
                <a:lnTo>
                  <a:pt x="0" y="235"/>
                </a:lnTo>
                <a:lnTo>
                  <a:pt x="134" y="234"/>
                </a:lnTo>
                <a:lnTo>
                  <a:pt x="139" y="296"/>
                </a:lnTo>
                <a:lnTo>
                  <a:pt x="148" y="358"/>
                </a:lnTo>
                <a:lnTo>
                  <a:pt x="161" y="419"/>
                </a:lnTo>
                <a:lnTo>
                  <a:pt x="178" y="479"/>
                </a:lnTo>
                <a:lnTo>
                  <a:pt x="200" y="538"/>
                </a:lnTo>
                <a:lnTo>
                  <a:pt x="227" y="595"/>
                </a:lnTo>
                <a:lnTo>
                  <a:pt x="257" y="650"/>
                </a:lnTo>
                <a:lnTo>
                  <a:pt x="291" y="702"/>
                </a:lnTo>
                <a:lnTo>
                  <a:pt x="328" y="751"/>
                </a:lnTo>
                <a:lnTo>
                  <a:pt x="369" y="797"/>
                </a:lnTo>
                <a:lnTo>
                  <a:pt x="413" y="841"/>
                </a:lnTo>
                <a:lnTo>
                  <a:pt x="459" y="882"/>
                </a:lnTo>
                <a:lnTo>
                  <a:pt x="509" y="919"/>
                </a:lnTo>
                <a:lnTo>
                  <a:pt x="562" y="951"/>
                </a:lnTo>
                <a:lnTo>
                  <a:pt x="617" y="981"/>
                </a:lnTo>
                <a:lnTo>
                  <a:pt x="673" y="1007"/>
                </a:lnTo>
                <a:lnTo>
                  <a:pt x="732" y="1027"/>
                </a:lnTo>
                <a:lnTo>
                  <a:pt x="791" y="1045"/>
                </a:lnTo>
                <a:lnTo>
                  <a:pt x="852" y="1057"/>
                </a:lnTo>
                <a:lnTo>
                  <a:pt x="913" y="1067"/>
                </a:lnTo>
                <a:lnTo>
                  <a:pt x="975" y="1070"/>
                </a:lnTo>
                <a:lnTo>
                  <a:pt x="1037" y="1070"/>
                </a:lnTo>
                <a:lnTo>
                  <a:pt x="1098" y="1066"/>
                </a:lnTo>
                <a:lnTo>
                  <a:pt x="1160" y="1056"/>
                </a:lnTo>
                <a:lnTo>
                  <a:pt x="1220" y="104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77" name=""/>
          <p:cNvSpPr/>
          <p:nvPr/>
        </p:nvSpPr>
        <p:spPr>
          <a:xfrm>
            <a:off x="4815000" y="1920960"/>
            <a:ext cx="1890720" cy="3325680"/>
          </a:xfrm>
          <a:custGeom>
            <a:avLst/>
            <a:gdLst/>
            <a:ahLst/>
            <a:rect l="l" t="t" r="r" b="b"/>
            <a:pathLst>
              <a:path w="793" h="1440">
                <a:moveTo>
                  <a:pt x="286" y="1316"/>
                </a:moveTo>
                <a:lnTo>
                  <a:pt x="340" y="1290"/>
                </a:lnTo>
                <a:lnTo>
                  <a:pt x="392" y="1260"/>
                </a:lnTo>
                <a:lnTo>
                  <a:pt x="442" y="1225"/>
                </a:lnTo>
                <a:lnTo>
                  <a:pt x="490" y="1187"/>
                </a:lnTo>
                <a:lnTo>
                  <a:pt x="535" y="1146"/>
                </a:lnTo>
                <a:lnTo>
                  <a:pt x="576" y="1102"/>
                </a:lnTo>
                <a:lnTo>
                  <a:pt x="616" y="1055"/>
                </a:lnTo>
                <a:lnTo>
                  <a:pt x="650" y="1005"/>
                </a:lnTo>
                <a:lnTo>
                  <a:pt x="682" y="953"/>
                </a:lnTo>
                <a:lnTo>
                  <a:pt x="709" y="900"/>
                </a:lnTo>
                <a:lnTo>
                  <a:pt x="734" y="844"/>
                </a:lnTo>
                <a:lnTo>
                  <a:pt x="753" y="786"/>
                </a:lnTo>
                <a:lnTo>
                  <a:pt x="770" y="727"/>
                </a:lnTo>
                <a:lnTo>
                  <a:pt x="781" y="668"/>
                </a:lnTo>
                <a:lnTo>
                  <a:pt x="789" y="608"/>
                </a:lnTo>
                <a:lnTo>
                  <a:pt x="792" y="547"/>
                </a:lnTo>
                <a:lnTo>
                  <a:pt x="790" y="487"/>
                </a:lnTo>
                <a:lnTo>
                  <a:pt x="786" y="427"/>
                </a:lnTo>
                <a:lnTo>
                  <a:pt x="775" y="367"/>
                </a:lnTo>
                <a:lnTo>
                  <a:pt x="762" y="308"/>
                </a:lnTo>
                <a:lnTo>
                  <a:pt x="744" y="249"/>
                </a:lnTo>
                <a:lnTo>
                  <a:pt x="722" y="193"/>
                </a:lnTo>
                <a:lnTo>
                  <a:pt x="697" y="137"/>
                </a:lnTo>
                <a:lnTo>
                  <a:pt x="667" y="84"/>
                </a:lnTo>
                <a:lnTo>
                  <a:pt x="639" y="41"/>
                </a:lnTo>
                <a:lnTo>
                  <a:pt x="609" y="0"/>
                </a:lnTo>
                <a:lnTo>
                  <a:pt x="521" y="247"/>
                </a:lnTo>
                <a:lnTo>
                  <a:pt x="277" y="280"/>
                </a:lnTo>
                <a:lnTo>
                  <a:pt x="294" y="308"/>
                </a:lnTo>
                <a:lnTo>
                  <a:pt x="316" y="347"/>
                </a:lnTo>
                <a:lnTo>
                  <a:pt x="332" y="389"/>
                </a:lnTo>
                <a:lnTo>
                  <a:pt x="345" y="431"/>
                </a:lnTo>
                <a:lnTo>
                  <a:pt x="353" y="475"/>
                </a:lnTo>
                <a:lnTo>
                  <a:pt x="357" y="519"/>
                </a:lnTo>
                <a:lnTo>
                  <a:pt x="355" y="564"/>
                </a:lnTo>
                <a:lnTo>
                  <a:pt x="350" y="608"/>
                </a:lnTo>
                <a:lnTo>
                  <a:pt x="339" y="652"/>
                </a:lnTo>
                <a:lnTo>
                  <a:pt x="325" y="694"/>
                </a:lnTo>
                <a:lnTo>
                  <a:pt x="306" y="734"/>
                </a:lnTo>
                <a:lnTo>
                  <a:pt x="284" y="772"/>
                </a:lnTo>
                <a:lnTo>
                  <a:pt x="257" y="808"/>
                </a:lnTo>
                <a:lnTo>
                  <a:pt x="227" y="841"/>
                </a:lnTo>
                <a:lnTo>
                  <a:pt x="193" y="871"/>
                </a:lnTo>
                <a:lnTo>
                  <a:pt x="156" y="896"/>
                </a:lnTo>
                <a:lnTo>
                  <a:pt x="113" y="761"/>
                </a:lnTo>
                <a:lnTo>
                  <a:pt x="0" y="1169"/>
                </a:lnTo>
                <a:lnTo>
                  <a:pt x="321" y="1439"/>
                </a:lnTo>
                <a:lnTo>
                  <a:pt x="286" y="131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78" name=""/>
          <p:cNvSpPr/>
          <p:nvPr/>
        </p:nvSpPr>
        <p:spPr>
          <a:xfrm>
            <a:off x="3360600" y="1584360"/>
            <a:ext cx="23814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79" name=""/>
          <p:cNvSpPr/>
          <p:nvPr/>
        </p:nvSpPr>
        <p:spPr>
          <a:xfrm>
            <a:off x="5562720" y="3565440"/>
            <a:ext cx="10666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80" name=""/>
          <p:cNvSpPr/>
          <p:nvPr/>
        </p:nvSpPr>
        <p:spPr>
          <a:xfrm>
            <a:off x="2895480" y="3905280"/>
            <a:ext cx="10461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8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18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131C6E4-B7D6-4725-AA1C-9D645AFBC33F}" type="slidenum">
              <a:t>61</a:t>
            </a:fld>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4</a:t>
            </a:r>
            <a:endParaRPr b="1" lang="en-US" sz="1900" spc="-1" strike="noStrike">
              <a:solidFill>
                <a:srgbClr val="000000"/>
              </a:solidFill>
              <a:latin typeface="Arial"/>
            </a:endParaRPr>
          </a:p>
        </p:txBody>
      </p:sp>
      <p:grpSp>
        <p:nvGrpSpPr>
          <p:cNvPr id="1184" name=""/>
          <p:cNvGrpSpPr/>
          <p:nvPr/>
        </p:nvGrpSpPr>
        <p:grpSpPr>
          <a:xfrm>
            <a:off x="2120760" y="1141560"/>
            <a:ext cx="4775040" cy="4635000"/>
            <a:chOff x="2120760" y="1141560"/>
            <a:chExt cx="4775040" cy="4635000"/>
          </a:xfrm>
        </p:grpSpPr>
        <p:sp>
          <p:nvSpPr>
            <p:cNvPr id="1185" name=""/>
            <p:cNvSpPr/>
            <p:nvPr/>
          </p:nvSpPr>
          <p:spPr>
            <a:xfrm>
              <a:off x="2407680" y="1141560"/>
              <a:ext cx="2487240" cy="2055960"/>
            </a:xfrm>
            <a:custGeom>
              <a:avLst/>
              <a:gdLst/>
              <a:ahLst/>
              <a:rect l="l" t="t" r="r" b="b"/>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86" name=""/>
            <p:cNvSpPr/>
            <p:nvPr/>
          </p:nvSpPr>
          <p:spPr>
            <a:xfrm>
              <a:off x="4071600" y="3711600"/>
              <a:ext cx="2430720" cy="2064960"/>
            </a:xfrm>
            <a:custGeom>
              <a:avLst/>
              <a:gdLst/>
              <a:ahLst/>
              <a:rect l="l" t="t" r="r" b="b"/>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87" name=""/>
            <p:cNvSpPr/>
            <p:nvPr/>
          </p:nvSpPr>
          <p:spPr>
            <a:xfrm>
              <a:off x="2120760" y="2959920"/>
              <a:ext cx="2188440" cy="2455920"/>
            </a:xfrm>
            <a:custGeom>
              <a:avLst/>
              <a:gdLst/>
              <a:ahLst/>
              <a:rect l="l" t="t" r="r" b="b"/>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88" name=""/>
            <p:cNvSpPr/>
            <p:nvPr/>
          </p:nvSpPr>
          <p:spPr>
            <a:xfrm>
              <a:off x="4676400" y="1465560"/>
              <a:ext cx="2219400" cy="2433240"/>
            </a:xfrm>
            <a:custGeom>
              <a:avLst/>
              <a:gdLst/>
              <a:ahLst/>
              <a:rect l="l" t="t" r="r" b="b"/>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189" name=""/>
          <p:cNvSpPr/>
          <p:nvPr/>
        </p:nvSpPr>
        <p:spPr>
          <a:xfrm>
            <a:off x="3097080" y="2152800"/>
            <a:ext cx="8510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90" name=""/>
          <p:cNvSpPr/>
          <p:nvPr/>
        </p:nvSpPr>
        <p:spPr>
          <a:xfrm>
            <a:off x="5281560" y="2503440"/>
            <a:ext cx="8510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91" name=""/>
          <p:cNvSpPr/>
          <p:nvPr/>
        </p:nvSpPr>
        <p:spPr>
          <a:xfrm>
            <a:off x="4979880" y="4503600"/>
            <a:ext cx="8542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92" name=""/>
          <p:cNvSpPr/>
          <p:nvPr/>
        </p:nvSpPr>
        <p:spPr>
          <a:xfrm>
            <a:off x="2803680" y="4081320"/>
            <a:ext cx="8474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19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19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CB9505A2-C2DE-4C57-A3EE-687E5AB12811}" type="slidenum">
              <a:t>62</a:t>
            </a:fld>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5</a:t>
            </a:r>
            <a:endParaRPr b="1" lang="en-US" sz="1900" spc="-1" strike="noStrike">
              <a:solidFill>
                <a:srgbClr val="000000"/>
              </a:solidFill>
              <a:latin typeface="Arial"/>
            </a:endParaRPr>
          </a:p>
        </p:txBody>
      </p:sp>
      <p:grpSp>
        <p:nvGrpSpPr>
          <p:cNvPr id="1196" name=""/>
          <p:cNvGrpSpPr/>
          <p:nvPr/>
        </p:nvGrpSpPr>
        <p:grpSpPr>
          <a:xfrm>
            <a:off x="2287440" y="1141560"/>
            <a:ext cx="4620600" cy="4350600"/>
            <a:chOff x="2287440" y="1141560"/>
            <a:chExt cx="4620600" cy="4350600"/>
          </a:xfrm>
        </p:grpSpPr>
        <p:sp>
          <p:nvSpPr>
            <p:cNvPr id="1197" name=""/>
            <p:cNvSpPr/>
            <p:nvPr/>
          </p:nvSpPr>
          <p:spPr>
            <a:xfrm>
              <a:off x="2757960" y="1141560"/>
              <a:ext cx="2313000" cy="1858320"/>
            </a:xfrm>
            <a:custGeom>
              <a:avLst/>
              <a:gdLst/>
              <a:ahLst/>
              <a:rect l="l" t="t" r="r" b="b"/>
              <a:pathLst>
                <a:path w="973" h="805">
                  <a:moveTo>
                    <a:pt x="402" y="804"/>
                  </a:moveTo>
                  <a:lnTo>
                    <a:pt x="424" y="765"/>
                  </a:lnTo>
                  <a:lnTo>
                    <a:pt x="450" y="730"/>
                  </a:lnTo>
                  <a:lnTo>
                    <a:pt x="479" y="698"/>
                  </a:lnTo>
                  <a:lnTo>
                    <a:pt x="512" y="668"/>
                  </a:lnTo>
                  <a:lnTo>
                    <a:pt x="548" y="642"/>
                  </a:lnTo>
                  <a:lnTo>
                    <a:pt x="583" y="621"/>
                  </a:lnTo>
                  <a:lnTo>
                    <a:pt x="620" y="603"/>
                  </a:lnTo>
                  <a:lnTo>
                    <a:pt x="660" y="589"/>
                  </a:lnTo>
                  <a:lnTo>
                    <a:pt x="699" y="579"/>
                  </a:lnTo>
                  <a:lnTo>
                    <a:pt x="740" y="572"/>
                  </a:lnTo>
                  <a:lnTo>
                    <a:pt x="752" y="722"/>
                  </a:lnTo>
                  <a:lnTo>
                    <a:pt x="972" y="356"/>
                  </a:lnTo>
                  <a:lnTo>
                    <a:pt x="712" y="0"/>
                  </a:lnTo>
                  <a:lnTo>
                    <a:pt x="713" y="134"/>
                  </a:lnTo>
                  <a:lnTo>
                    <a:pt x="651" y="142"/>
                  </a:lnTo>
                  <a:lnTo>
                    <a:pt x="590" y="154"/>
                  </a:lnTo>
                  <a:lnTo>
                    <a:pt x="530" y="170"/>
                  </a:lnTo>
                  <a:lnTo>
                    <a:pt x="471" y="191"/>
                  </a:lnTo>
                  <a:lnTo>
                    <a:pt x="414" y="216"/>
                  </a:lnTo>
                  <a:lnTo>
                    <a:pt x="359" y="245"/>
                  </a:lnTo>
                  <a:lnTo>
                    <a:pt x="305" y="278"/>
                  </a:lnTo>
                  <a:lnTo>
                    <a:pt x="257" y="312"/>
                  </a:lnTo>
                  <a:lnTo>
                    <a:pt x="212" y="349"/>
                  </a:lnTo>
                  <a:lnTo>
                    <a:pt x="170" y="390"/>
                  </a:lnTo>
                  <a:lnTo>
                    <a:pt x="129" y="432"/>
                  </a:lnTo>
                  <a:lnTo>
                    <a:pt x="92" y="478"/>
                  </a:lnTo>
                  <a:lnTo>
                    <a:pt x="58" y="526"/>
                  </a:lnTo>
                  <a:lnTo>
                    <a:pt x="27" y="576"/>
                  </a:lnTo>
                  <a:lnTo>
                    <a:pt x="0" y="628"/>
                  </a:lnTo>
                  <a:lnTo>
                    <a:pt x="264" y="607"/>
                  </a:lnTo>
                  <a:lnTo>
                    <a:pt x="402" y="80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98" name=""/>
            <p:cNvSpPr/>
            <p:nvPr/>
          </p:nvSpPr>
          <p:spPr>
            <a:xfrm>
              <a:off x="4813920" y="1450800"/>
              <a:ext cx="2094120" cy="1890000"/>
            </a:xfrm>
            <a:custGeom>
              <a:avLst/>
              <a:gdLst/>
              <a:ahLst/>
              <a:rect l="l" t="t" r="r" b="b"/>
              <a:pathLst>
                <a:path w="881" h="819">
                  <a:moveTo>
                    <a:pt x="583" y="818"/>
                  </a:moveTo>
                  <a:lnTo>
                    <a:pt x="685" y="715"/>
                  </a:lnTo>
                  <a:lnTo>
                    <a:pt x="784" y="609"/>
                  </a:lnTo>
                  <a:lnTo>
                    <a:pt x="880" y="502"/>
                  </a:lnTo>
                  <a:lnTo>
                    <a:pt x="734" y="542"/>
                  </a:lnTo>
                  <a:lnTo>
                    <a:pt x="709" y="487"/>
                  </a:lnTo>
                  <a:lnTo>
                    <a:pt x="681" y="433"/>
                  </a:lnTo>
                  <a:lnTo>
                    <a:pt x="650" y="383"/>
                  </a:lnTo>
                  <a:lnTo>
                    <a:pt x="615" y="334"/>
                  </a:lnTo>
                  <a:lnTo>
                    <a:pt x="576" y="288"/>
                  </a:lnTo>
                  <a:lnTo>
                    <a:pt x="534" y="245"/>
                  </a:lnTo>
                  <a:lnTo>
                    <a:pt x="490" y="204"/>
                  </a:lnTo>
                  <a:lnTo>
                    <a:pt x="443" y="168"/>
                  </a:lnTo>
                  <a:lnTo>
                    <a:pt x="393" y="133"/>
                  </a:lnTo>
                  <a:lnTo>
                    <a:pt x="342" y="103"/>
                  </a:lnTo>
                  <a:lnTo>
                    <a:pt x="288" y="76"/>
                  </a:lnTo>
                  <a:lnTo>
                    <a:pt x="233" y="54"/>
                  </a:lnTo>
                  <a:lnTo>
                    <a:pt x="176" y="34"/>
                  </a:lnTo>
                  <a:lnTo>
                    <a:pt x="118" y="19"/>
                  </a:lnTo>
                  <a:lnTo>
                    <a:pt x="60" y="8"/>
                  </a:lnTo>
                  <a:lnTo>
                    <a:pt x="0" y="0"/>
                  </a:lnTo>
                  <a:lnTo>
                    <a:pt x="147" y="218"/>
                  </a:lnTo>
                  <a:lnTo>
                    <a:pt x="27" y="444"/>
                  </a:lnTo>
                  <a:lnTo>
                    <a:pt x="70" y="456"/>
                  </a:lnTo>
                  <a:lnTo>
                    <a:pt x="111" y="474"/>
                  </a:lnTo>
                  <a:lnTo>
                    <a:pt x="149" y="496"/>
                  </a:lnTo>
                  <a:lnTo>
                    <a:pt x="187" y="522"/>
                  </a:lnTo>
                  <a:lnTo>
                    <a:pt x="220" y="551"/>
                  </a:lnTo>
                  <a:lnTo>
                    <a:pt x="252" y="584"/>
                  </a:lnTo>
                  <a:lnTo>
                    <a:pt x="279" y="618"/>
                  </a:lnTo>
                  <a:lnTo>
                    <a:pt x="302" y="657"/>
                  </a:lnTo>
                  <a:lnTo>
                    <a:pt x="146" y="699"/>
                  </a:lnTo>
                  <a:lnTo>
                    <a:pt x="583" y="81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199" name=""/>
            <p:cNvSpPr/>
            <p:nvPr/>
          </p:nvSpPr>
          <p:spPr>
            <a:xfrm>
              <a:off x="5132520" y="2999880"/>
              <a:ext cx="1583280" cy="2384280"/>
            </a:xfrm>
            <a:custGeom>
              <a:avLst/>
              <a:gdLst/>
              <a:ahLst/>
              <a:rect l="l" t="t" r="r" b="b"/>
              <a:pathLst>
                <a:path w="666" h="1033">
                  <a:moveTo>
                    <a:pt x="217" y="121"/>
                  </a:moveTo>
                  <a:lnTo>
                    <a:pt x="223" y="164"/>
                  </a:lnTo>
                  <a:lnTo>
                    <a:pt x="224" y="209"/>
                  </a:lnTo>
                  <a:lnTo>
                    <a:pt x="222" y="253"/>
                  </a:lnTo>
                  <a:lnTo>
                    <a:pt x="214" y="296"/>
                  </a:lnTo>
                  <a:lnTo>
                    <a:pt x="202" y="339"/>
                  </a:lnTo>
                  <a:lnTo>
                    <a:pt x="187" y="380"/>
                  </a:lnTo>
                  <a:lnTo>
                    <a:pt x="166" y="420"/>
                  </a:lnTo>
                  <a:lnTo>
                    <a:pt x="142" y="457"/>
                  </a:lnTo>
                  <a:lnTo>
                    <a:pt x="114" y="492"/>
                  </a:lnTo>
                  <a:lnTo>
                    <a:pt x="84" y="524"/>
                  </a:lnTo>
                  <a:lnTo>
                    <a:pt x="0" y="371"/>
                  </a:lnTo>
                  <a:lnTo>
                    <a:pt x="0" y="819"/>
                  </a:lnTo>
                  <a:lnTo>
                    <a:pt x="378" y="1032"/>
                  </a:lnTo>
                  <a:lnTo>
                    <a:pt x="306" y="909"/>
                  </a:lnTo>
                  <a:lnTo>
                    <a:pt x="354" y="871"/>
                  </a:lnTo>
                  <a:lnTo>
                    <a:pt x="398" y="831"/>
                  </a:lnTo>
                  <a:lnTo>
                    <a:pt x="440" y="787"/>
                  </a:lnTo>
                  <a:lnTo>
                    <a:pt x="480" y="741"/>
                  </a:lnTo>
                  <a:lnTo>
                    <a:pt x="515" y="692"/>
                  </a:lnTo>
                  <a:lnTo>
                    <a:pt x="547" y="641"/>
                  </a:lnTo>
                  <a:lnTo>
                    <a:pt x="575" y="588"/>
                  </a:lnTo>
                  <a:lnTo>
                    <a:pt x="600" y="533"/>
                  </a:lnTo>
                  <a:lnTo>
                    <a:pt x="621" y="476"/>
                  </a:lnTo>
                  <a:lnTo>
                    <a:pt x="638" y="419"/>
                  </a:lnTo>
                  <a:lnTo>
                    <a:pt x="651" y="359"/>
                  </a:lnTo>
                  <a:lnTo>
                    <a:pt x="659" y="300"/>
                  </a:lnTo>
                  <a:lnTo>
                    <a:pt x="664" y="239"/>
                  </a:lnTo>
                  <a:lnTo>
                    <a:pt x="665" y="180"/>
                  </a:lnTo>
                  <a:lnTo>
                    <a:pt x="662" y="119"/>
                  </a:lnTo>
                  <a:lnTo>
                    <a:pt x="654" y="59"/>
                  </a:lnTo>
                  <a:lnTo>
                    <a:pt x="642" y="0"/>
                  </a:lnTo>
                  <a:lnTo>
                    <a:pt x="454" y="190"/>
                  </a:lnTo>
                  <a:lnTo>
                    <a:pt x="217" y="12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00" name=""/>
            <p:cNvSpPr/>
            <p:nvPr/>
          </p:nvSpPr>
          <p:spPr>
            <a:xfrm>
              <a:off x="3154680" y="4021920"/>
              <a:ext cx="2448360" cy="1470240"/>
            </a:xfrm>
            <a:custGeom>
              <a:avLst/>
              <a:gdLst/>
              <a:ahLst/>
              <a:rect l="l" t="t" r="r" b="b"/>
              <a:pathLst>
                <a:path w="1030" h="637">
                  <a:moveTo>
                    <a:pt x="792" y="161"/>
                  </a:moveTo>
                  <a:lnTo>
                    <a:pt x="753" y="175"/>
                  </a:lnTo>
                  <a:lnTo>
                    <a:pt x="712" y="187"/>
                  </a:lnTo>
                  <a:lnTo>
                    <a:pt x="670" y="193"/>
                  </a:lnTo>
                  <a:lnTo>
                    <a:pt x="628" y="196"/>
                  </a:lnTo>
                  <a:lnTo>
                    <a:pt x="586" y="194"/>
                  </a:lnTo>
                  <a:lnTo>
                    <a:pt x="544" y="188"/>
                  </a:lnTo>
                  <a:lnTo>
                    <a:pt x="502" y="179"/>
                  </a:lnTo>
                  <a:lnTo>
                    <a:pt x="462" y="166"/>
                  </a:lnTo>
                  <a:lnTo>
                    <a:pt x="424" y="148"/>
                  </a:lnTo>
                  <a:lnTo>
                    <a:pt x="388" y="127"/>
                  </a:lnTo>
                  <a:lnTo>
                    <a:pt x="493" y="0"/>
                  </a:lnTo>
                  <a:lnTo>
                    <a:pt x="73" y="152"/>
                  </a:lnTo>
                  <a:lnTo>
                    <a:pt x="31" y="403"/>
                  </a:lnTo>
                  <a:lnTo>
                    <a:pt x="33" y="405"/>
                  </a:lnTo>
                  <a:lnTo>
                    <a:pt x="0" y="588"/>
                  </a:lnTo>
                  <a:lnTo>
                    <a:pt x="104" y="463"/>
                  </a:lnTo>
                  <a:lnTo>
                    <a:pt x="155" y="498"/>
                  </a:lnTo>
                  <a:lnTo>
                    <a:pt x="208" y="530"/>
                  </a:lnTo>
                  <a:lnTo>
                    <a:pt x="262" y="557"/>
                  </a:lnTo>
                  <a:lnTo>
                    <a:pt x="319" y="580"/>
                  </a:lnTo>
                  <a:lnTo>
                    <a:pt x="377" y="600"/>
                  </a:lnTo>
                  <a:lnTo>
                    <a:pt x="435" y="615"/>
                  </a:lnTo>
                  <a:lnTo>
                    <a:pt x="496" y="627"/>
                  </a:lnTo>
                  <a:lnTo>
                    <a:pt x="557" y="634"/>
                  </a:lnTo>
                  <a:lnTo>
                    <a:pt x="618" y="636"/>
                  </a:lnTo>
                  <a:lnTo>
                    <a:pt x="679" y="634"/>
                  </a:lnTo>
                  <a:lnTo>
                    <a:pt x="740" y="628"/>
                  </a:lnTo>
                  <a:lnTo>
                    <a:pt x="801" y="617"/>
                  </a:lnTo>
                  <a:lnTo>
                    <a:pt x="859" y="603"/>
                  </a:lnTo>
                  <a:lnTo>
                    <a:pt x="917" y="585"/>
                  </a:lnTo>
                  <a:lnTo>
                    <a:pt x="974" y="561"/>
                  </a:lnTo>
                  <a:lnTo>
                    <a:pt x="1029" y="534"/>
                  </a:lnTo>
                  <a:lnTo>
                    <a:pt x="795" y="398"/>
                  </a:lnTo>
                  <a:lnTo>
                    <a:pt x="792" y="16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01" name=""/>
            <p:cNvSpPr/>
            <p:nvPr/>
          </p:nvSpPr>
          <p:spPr>
            <a:xfrm>
              <a:off x="2287440" y="2625480"/>
              <a:ext cx="1656360" cy="2241360"/>
            </a:xfrm>
            <a:custGeom>
              <a:avLst/>
              <a:gdLst/>
              <a:ahLst/>
              <a:rect l="l" t="t" r="r" b="b"/>
              <a:pathLst>
                <a:path w="697" h="971">
                  <a:moveTo>
                    <a:pt x="648" y="639"/>
                  </a:moveTo>
                  <a:lnTo>
                    <a:pt x="621" y="603"/>
                  </a:lnTo>
                  <a:lnTo>
                    <a:pt x="599" y="563"/>
                  </a:lnTo>
                  <a:lnTo>
                    <a:pt x="580" y="522"/>
                  </a:lnTo>
                  <a:lnTo>
                    <a:pt x="566" y="480"/>
                  </a:lnTo>
                  <a:lnTo>
                    <a:pt x="556" y="436"/>
                  </a:lnTo>
                  <a:lnTo>
                    <a:pt x="551" y="392"/>
                  </a:lnTo>
                  <a:lnTo>
                    <a:pt x="550" y="347"/>
                  </a:lnTo>
                  <a:lnTo>
                    <a:pt x="554" y="302"/>
                  </a:lnTo>
                  <a:lnTo>
                    <a:pt x="696" y="368"/>
                  </a:lnTo>
                  <a:lnTo>
                    <a:pt x="445" y="0"/>
                  </a:lnTo>
                  <a:lnTo>
                    <a:pt x="0" y="44"/>
                  </a:lnTo>
                  <a:lnTo>
                    <a:pt x="148" y="113"/>
                  </a:lnTo>
                  <a:lnTo>
                    <a:pt x="133" y="173"/>
                  </a:lnTo>
                  <a:lnTo>
                    <a:pt x="121" y="233"/>
                  </a:lnTo>
                  <a:lnTo>
                    <a:pt x="116" y="295"/>
                  </a:lnTo>
                  <a:lnTo>
                    <a:pt x="112" y="357"/>
                  </a:lnTo>
                  <a:lnTo>
                    <a:pt x="114" y="418"/>
                  </a:lnTo>
                  <a:lnTo>
                    <a:pt x="120" y="479"/>
                  </a:lnTo>
                  <a:lnTo>
                    <a:pt x="131" y="540"/>
                  </a:lnTo>
                  <a:lnTo>
                    <a:pt x="145" y="599"/>
                  </a:lnTo>
                  <a:lnTo>
                    <a:pt x="163" y="659"/>
                  </a:lnTo>
                  <a:lnTo>
                    <a:pt x="187" y="716"/>
                  </a:lnTo>
                  <a:lnTo>
                    <a:pt x="214" y="771"/>
                  </a:lnTo>
                  <a:lnTo>
                    <a:pt x="244" y="825"/>
                  </a:lnTo>
                  <a:lnTo>
                    <a:pt x="278" y="876"/>
                  </a:lnTo>
                  <a:lnTo>
                    <a:pt x="316" y="925"/>
                  </a:lnTo>
                  <a:lnTo>
                    <a:pt x="357" y="970"/>
                  </a:lnTo>
                  <a:lnTo>
                    <a:pt x="399" y="730"/>
                  </a:lnTo>
                  <a:lnTo>
                    <a:pt x="648" y="63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202" name=""/>
          <p:cNvSpPr/>
          <p:nvPr/>
        </p:nvSpPr>
        <p:spPr>
          <a:xfrm>
            <a:off x="2660760" y="3519360"/>
            <a:ext cx="8604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03" name=""/>
          <p:cNvSpPr/>
          <p:nvPr/>
        </p:nvSpPr>
        <p:spPr>
          <a:xfrm>
            <a:off x="3503520" y="2009880"/>
            <a:ext cx="8622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04" name=""/>
          <p:cNvSpPr/>
          <p:nvPr/>
        </p:nvSpPr>
        <p:spPr>
          <a:xfrm>
            <a:off x="5280120" y="2284560"/>
            <a:ext cx="8571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05" name=""/>
          <p:cNvSpPr/>
          <p:nvPr/>
        </p:nvSpPr>
        <p:spPr>
          <a:xfrm>
            <a:off x="5643720" y="4021200"/>
            <a:ext cx="8604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06" name=""/>
          <p:cNvSpPr/>
          <p:nvPr/>
        </p:nvSpPr>
        <p:spPr>
          <a:xfrm>
            <a:off x="3894120" y="4802400"/>
            <a:ext cx="8604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0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20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EEBB1C0-2666-4C44-9D7E-7B4711906B43}" type="slidenum">
              <a:t>63</a:t>
            </a:fld>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6</a:t>
            </a:r>
            <a:endParaRPr b="1" lang="en-US" sz="1900" spc="-1" strike="noStrike">
              <a:solidFill>
                <a:srgbClr val="000000"/>
              </a:solidFill>
              <a:latin typeface="Arial"/>
            </a:endParaRPr>
          </a:p>
        </p:txBody>
      </p:sp>
      <p:grpSp>
        <p:nvGrpSpPr>
          <p:cNvPr id="1210" name=""/>
          <p:cNvGrpSpPr/>
          <p:nvPr/>
        </p:nvGrpSpPr>
        <p:grpSpPr>
          <a:xfrm>
            <a:off x="2411280" y="1130400"/>
            <a:ext cx="4430880" cy="4749840"/>
            <a:chOff x="2411280" y="1130400"/>
            <a:chExt cx="4430880" cy="4749840"/>
          </a:xfrm>
        </p:grpSpPr>
        <p:sp>
          <p:nvSpPr>
            <p:cNvPr id="1211" name=""/>
            <p:cNvSpPr/>
            <p:nvPr/>
          </p:nvSpPr>
          <p:spPr>
            <a:xfrm>
              <a:off x="4680000" y="1440000"/>
              <a:ext cx="2055600" cy="1633320"/>
            </a:xfrm>
            <a:custGeom>
              <a:avLst/>
              <a:gdLst/>
              <a:ahLst/>
              <a:rect l="l" t="t" r="r" b="b"/>
              <a:pathLst>
                <a:path w="869" h="712">
                  <a:moveTo>
                    <a:pt x="192" y="710"/>
                  </a:moveTo>
                  <a:lnTo>
                    <a:pt x="657" y="711"/>
                  </a:lnTo>
                  <a:lnTo>
                    <a:pt x="731" y="583"/>
                  </a:lnTo>
                  <a:lnTo>
                    <a:pt x="801" y="452"/>
                  </a:lnTo>
                  <a:lnTo>
                    <a:pt x="868" y="319"/>
                  </a:lnTo>
                  <a:lnTo>
                    <a:pt x="729" y="400"/>
                  </a:lnTo>
                  <a:lnTo>
                    <a:pt x="694" y="349"/>
                  </a:lnTo>
                  <a:lnTo>
                    <a:pt x="655" y="301"/>
                  </a:lnTo>
                  <a:lnTo>
                    <a:pt x="613" y="256"/>
                  </a:lnTo>
                  <a:lnTo>
                    <a:pt x="567" y="213"/>
                  </a:lnTo>
                  <a:lnTo>
                    <a:pt x="519" y="175"/>
                  </a:lnTo>
                  <a:lnTo>
                    <a:pt x="467" y="140"/>
                  </a:lnTo>
                  <a:lnTo>
                    <a:pt x="415" y="108"/>
                  </a:lnTo>
                  <a:lnTo>
                    <a:pt x="360" y="80"/>
                  </a:lnTo>
                  <a:lnTo>
                    <a:pt x="302" y="56"/>
                  </a:lnTo>
                  <a:lnTo>
                    <a:pt x="244" y="36"/>
                  </a:lnTo>
                  <a:lnTo>
                    <a:pt x="184" y="21"/>
                  </a:lnTo>
                  <a:lnTo>
                    <a:pt x="123" y="9"/>
                  </a:lnTo>
                  <a:lnTo>
                    <a:pt x="61" y="2"/>
                  </a:lnTo>
                  <a:lnTo>
                    <a:pt x="0" y="0"/>
                  </a:lnTo>
                  <a:lnTo>
                    <a:pt x="164" y="206"/>
                  </a:lnTo>
                  <a:lnTo>
                    <a:pt x="63" y="445"/>
                  </a:lnTo>
                  <a:lnTo>
                    <a:pt x="104" y="455"/>
                  </a:lnTo>
                  <a:lnTo>
                    <a:pt x="145" y="468"/>
                  </a:lnTo>
                  <a:lnTo>
                    <a:pt x="184" y="485"/>
                  </a:lnTo>
                  <a:lnTo>
                    <a:pt x="221" y="505"/>
                  </a:lnTo>
                  <a:lnTo>
                    <a:pt x="256" y="530"/>
                  </a:lnTo>
                  <a:lnTo>
                    <a:pt x="290" y="557"/>
                  </a:lnTo>
                  <a:lnTo>
                    <a:pt x="320" y="587"/>
                  </a:lnTo>
                  <a:lnTo>
                    <a:pt x="348" y="620"/>
                  </a:lnTo>
                  <a:lnTo>
                    <a:pt x="192" y="71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12" name=""/>
            <p:cNvSpPr/>
            <p:nvPr/>
          </p:nvSpPr>
          <p:spPr>
            <a:xfrm>
              <a:off x="5264280" y="2641680"/>
              <a:ext cx="1577880" cy="1963800"/>
            </a:xfrm>
            <a:custGeom>
              <a:avLst/>
              <a:gdLst/>
              <a:ahLst/>
              <a:rect l="l" t="t" r="r" b="b"/>
              <a:pathLst>
                <a:path w="667" h="856">
                  <a:moveTo>
                    <a:pt x="205" y="855"/>
                  </a:moveTo>
                  <a:lnTo>
                    <a:pt x="666" y="846"/>
                  </a:lnTo>
                  <a:lnTo>
                    <a:pt x="523" y="764"/>
                  </a:lnTo>
                  <a:lnTo>
                    <a:pt x="551" y="709"/>
                  </a:lnTo>
                  <a:lnTo>
                    <a:pt x="574" y="653"/>
                  </a:lnTo>
                  <a:lnTo>
                    <a:pt x="593" y="595"/>
                  </a:lnTo>
                  <a:lnTo>
                    <a:pt x="608" y="535"/>
                  </a:lnTo>
                  <a:lnTo>
                    <a:pt x="619" y="476"/>
                  </a:lnTo>
                  <a:lnTo>
                    <a:pt x="625" y="415"/>
                  </a:lnTo>
                  <a:lnTo>
                    <a:pt x="627" y="354"/>
                  </a:lnTo>
                  <a:lnTo>
                    <a:pt x="625" y="293"/>
                  </a:lnTo>
                  <a:lnTo>
                    <a:pt x="618" y="233"/>
                  </a:lnTo>
                  <a:lnTo>
                    <a:pt x="607" y="172"/>
                  </a:lnTo>
                  <a:lnTo>
                    <a:pt x="592" y="114"/>
                  </a:lnTo>
                  <a:lnTo>
                    <a:pt x="572" y="56"/>
                  </a:lnTo>
                  <a:lnTo>
                    <a:pt x="549" y="0"/>
                  </a:lnTo>
                  <a:lnTo>
                    <a:pt x="427" y="219"/>
                  </a:lnTo>
                  <a:lnTo>
                    <a:pt x="163" y="216"/>
                  </a:lnTo>
                  <a:lnTo>
                    <a:pt x="174" y="255"/>
                  </a:lnTo>
                  <a:lnTo>
                    <a:pt x="181" y="298"/>
                  </a:lnTo>
                  <a:lnTo>
                    <a:pt x="184" y="340"/>
                  </a:lnTo>
                  <a:lnTo>
                    <a:pt x="183" y="381"/>
                  </a:lnTo>
                  <a:lnTo>
                    <a:pt x="178" y="423"/>
                  </a:lnTo>
                  <a:lnTo>
                    <a:pt x="170" y="464"/>
                  </a:lnTo>
                  <a:lnTo>
                    <a:pt x="158" y="505"/>
                  </a:lnTo>
                  <a:lnTo>
                    <a:pt x="142" y="544"/>
                  </a:lnTo>
                  <a:lnTo>
                    <a:pt x="0" y="465"/>
                  </a:lnTo>
                  <a:lnTo>
                    <a:pt x="205" y="85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13" name=""/>
            <p:cNvSpPr/>
            <p:nvPr/>
          </p:nvSpPr>
          <p:spPr>
            <a:xfrm>
              <a:off x="4268880" y="4081320"/>
              <a:ext cx="2074680" cy="1798920"/>
            </a:xfrm>
            <a:custGeom>
              <a:avLst/>
              <a:gdLst/>
              <a:ahLst/>
              <a:rect l="l" t="t" r="r" b="b"/>
              <a:pathLst>
                <a:path w="877" h="784">
                  <a:moveTo>
                    <a:pt x="0" y="391"/>
                  </a:moveTo>
                  <a:lnTo>
                    <a:pt x="220" y="783"/>
                  </a:lnTo>
                  <a:lnTo>
                    <a:pt x="220" y="603"/>
                  </a:lnTo>
                  <a:lnTo>
                    <a:pt x="279" y="599"/>
                  </a:lnTo>
                  <a:lnTo>
                    <a:pt x="337" y="588"/>
                  </a:lnTo>
                  <a:lnTo>
                    <a:pt x="394" y="575"/>
                  </a:lnTo>
                  <a:lnTo>
                    <a:pt x="450" y="558"/>
                  </a:lnTo>
                  <a:lnTo>
                    <a:pt x="505" y="537"/>
                  </a:lnTo>
                  <a:lnTo>
                    <a:pt x="559" y="513"/>
                  </a:lnTo>
                  <a:lnTo>
                    <a:pt x="611" y="485"/>
                  </a:lnTo>
                  <a:lnTo>
                    <a:pt x="661" y="454"/>
                  </a:lnTo>
                  <a:lnTo>
                    <a:pt x="708" y="418"/>
                  </a:lnTo>
                  <a:lnTo>
                    <a:pt x="755" y="380"/>
                  </a:lnTo>
                  <a:lnTo>
                    <a:pt x="799" y="338"/>
                  </a:lnTo>
                  <a:lnTo>
                    <a:pt x="838" y="293"/>
                  </a:lnTo>
                  <a:lnTo>
                    <a:pt x="876" y="246"/>
                  </a:lnTo>
                  <a:lnTo>
                    <a:pt x="610" y="260"/>
                  </a:lnTo>
                  <a:lnTo>
                    <a:pt x="489" y="27"/>
                  </a:lnTo>
                  <a:lnTo>
                    <a:pt x="464" y="50"/>
                  </a:lnTo>
                  <a:lnTo>
                    <a:pt x="438" y="73"/>
                  </a:lnTo>
                  <a:lnTo>
                    <a:pt x="405" y="95"/>
                  </a:lnTo>
                  <a:lnTo>
                    <a:pt x="371" y="116"/>
                  </a:lnTo>
                  <a:lnTo>
                    <a:pt x="336" y="132"/>
                  </a:lnTo>
                  <a:lnTo>
                    <a:pt x="298" y="147"/>
                  </a:lnTo>
                  <a:lnTo>
                    <a:pt x="259" y="156"/>
                  </a:lnTo>
                  <a:lnTo>
                    <a:pt x="220" y="163"/>
                  </a:lnTo>
                  <a:lnTo>
                    <a:pt x="220" y="0"/>
                  </a:lnTo>
                  <a:lnTo>
                    <a:pt x="0" y="39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14" name=""/>
            <p:cNvSpPr/>
            <p:nvPr/>
          </p:nvSpPr>
          <p:spPr>
            <a:xfrm>
              <a:off x="2517840" y="3859200"/>
              <a:ext cx="1969920" cy="1603440"/>
            </a:xfrm>
            <a:custGeom>
              <a:avLst/>
              <a:gdLst/>
              <a:ahLst/>
              <a:rect l="l" t="t" r="r" b="b"/>
              <a:pathLst>
                <a:path w="833" h="699">
                  <a:moveTo>
                    <a:pt x="292" y="0"/>
                  </a:moveTo>
                  <a:lnTo>
                    <a:pt x="0" y="352"/>
                  </a:lnTo>
                  <a:lnTo>
                    <a:pt x="163" y="293"/>
                  </a:lnTo>
                  <a:lnTo>
                    <a:pt x="198" y="344"/>
                  </a:lnTo>
                  <a:lnTo>
                    <a:pt x="236" y="392"/>
                  </a:lnTo>
                  <a:lnTo>
                    <a:pt x="277" y="438"/>
                  </a:lnTo>
                  <a:lnTo>
                    <a:pt x="322" y="480"/>
                  </a:lnTo>
                  <a:lnTo>
                    <a:pt x="370" y="520"/>
                  </a:lnTo>
                  <a:lnTo>
                    <a:pt x="419" y="555"/>
                  </a:lnTo>
                  <a:lnTo>
                    <a:pt x="472" y="588"/>
                  </a:lnTo>
                  <a:lnTo>
                    <a:pt x="527" y="616"/>
                  </a:lnTo>
                  <a:lnTo>
                    <a:pt x="583" y="641"/>
                  </a:lnTo>
                  <a:lnTo>
                    <a:pt x="641" y="662"/>
                  </a:lnTo>
                  <a:lnTo>
                    <a:pt x="700" y="678"/>
                  </a:lnTo>
                  <a:lnTo>
                    <a:pt x="762" y="690"/>
                  </a:lnTo>
                  <a:lnTo>
                    <a:pt x="822" y="698"/>
                  </a:lnTo>
                  <a:lnTo>
                    <a:pt x="702" y="494"/>
                  </a:lnTo>
                  <a:lnTo>
                    <a:pt x="832" y="256"/>
                  </a:lnTo>
                  <a:lnTo>
                    <a:pt x="787" y="247"/>
                  </a:lnTo>
                  <a:lnTo>
                    <a:pt x="745" y="233"/>
                  </a:lnTo>
                  <a:lnTo>
                    <a:pt x="704" y="214"/>
                  </a:lnTo>
                  <a:lnTo>
                    <a:pt x="665" y="192"/>
                  </a:lnTo>
                  <a:lnTo>
                    <a:pt x="630" y="165"/>
                  </a:lnTo>
                  <a:lnTo>
                    <a:pt x="596" y="136"/>
                  </a:lnTo>
                  <a:lnTo>
                    <a:pt x="736" y="84"/>
                  </a:lnTo>
                  <a:lnTo>
                    <a:pt x="292"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15" name=""/>
            <p:cNvSpPr/>
            <p:nvPr/>
          </p:nvSpPr>
          <p:spPr>
            <a:xfrm>
              <a:off x="2922480" y="1130400"/>
              <a:ext cx="2051280" cy="1785960"/>
            </a:xfrm>
            <a:custGeom>
              <a:avLst/>
              <a:gdLst/>
              <a:ahLst/>
              <a:rect l="l" t="t" r="r" b="b"/>
              <a:pathLst>
                <a:path w="867" h="779">
                  <a:moveTo>
                    <a:pt x="379" y="778"/>
                  </a:moveTo>
                  <a:lnTo>
                    <a:pt x="402" y="748"/>
                  </a:lnTo>
                  <a:lnTo>
                    <a:pt x="425" y="721"/>
                  </a:lnTo>
                  <a:lnTo>
                    <a:pt x="452" y="694"/>
                  </a:lnTo>
                  <a:lnTo>
                    <a:pt x="480" y="671"/>
                  </a:lnTo>
                  <a:lnTo>
                    <a:pt x="514" y="646"/>
                  </a:lnTo>
                  <a:lnTo>
                    <a:pt x="550" y="626"/>
                  </a:lnTo>
                  <a:lnTo>
                    <a:pt x="588" y="609"/>
                  </a:lnTo>
                  <a:lnTo>
                    <a:pt x="627" y="594"/>
                  </a:lnTo>
                  <a:lnTo>
                    <a:pt x="668" y="585"/>
                  </a:lnTo>
                  <a:lnTo>
                    <a:pt x="692" y="750"/>
                  </a:lnTo>
                  <a:lnTo>
                    <a:pt x="866" y="349"/>
                  </a:lnTo>
                  <a:lnTo>
                    <a:pt x="605" y="0"/>
                  </a:lnTo>
                  <a:lnTo>
                    <a:pt x="606" y="149"/>
                  </a:lnTo>
                  <a:lnTo>
                    <a:pt x="545" y="162"/>
                  </a:lnTo>
                  <a:lnTo>
                    <a:pt x="484" y="180"/>
                  </a:lnTo>
                  <a:lnTo>
                    <a:pt x="425" y="201"/>
                  </a:lnTo>
                  <a:lnTo>
                    <a:pt x="368" y="225"/>
                  </a:lnTo>
                  <a:lnTo>
                    <a:pt x="313" y="255"/>
                  </a:lnTo>
                  <a:lnTo>
                    <a:pt x="259" y="287"/>
                  </a:lnTo>
                  <a:lnTo>
                    <a:pt x="208" y="325"/>
                  </a:lnTo>
                  <a:lnTo>
                    <a:pt x="160" y="366"/>
                  </a:lnTo>
                  <a:lnTo>
                    <a:pt x="115" y="411"/>
                  </a:lnTo>
                  <a:lnTo>
                    <a:pt x="74" y="458"/>
                  </a:lnTo>
                  <a:lnTo>
                    <a:pt x="35" y="509"/>
                  </a:lnTo>
                  <a:lnTo>
                    <a:pt x="0" y="563"/>
                  </a:lnTo>
                  <a:lnTo>
                    <a:pt x="247" y="564"/>
                  </a:lnTo>
                  <a:lnTo>
                    <a:pt x="379" y="77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16" name=""/>
            <p:cNvSpPr/>
            <p:nvPr/>
          </p:nvSpPr>
          <p:spPr>
            <a:xfrm>
              <a:off x="2411280" y="2486160"/>
              <a:ext cx="1608120" cy="1788840"/>
            </a:xfrm>
            <a:custGeom>
              <a:avLst/>
              <a:gdLst/>
              <a:ahLst/>
              <a:rect l="l" t="t" r="r" b="b"/>
              <a:pathLst>
                <a:path w="680" h="780">
                  <a:moveTo>
                    <a:pt x="448" y="0"/>
                  </a:moveTo>
                  <a:lnTo>
                    <a:pt x="0" y="1"/>
                  </a:lnTo>
                  <a:lnTo>
                    <a:pt x="141" y="82"/>
                  </a:lnTo>
                  <a:lnTo>
                    <a:pt x="120" y="138"/>
                  </a:lnTo>
                  <a:lnTo>
                    <a:pt x="102" y="196"/>
                  </a:lnTo>
                  <a:lnTo>
                    <a:pt x="89" y="253"/>
                  </a:lnTo>
                  <a:lnTo>
                    <a:pt x="80" y="313"/>
                  </a:lnTo>
                  <a:lnTo>
                    <a:pt x="74" y="373"/>
                  </a:lnTo>
                  <a:lnTo>
                    <a:pt x="73" y="431"/>
                  </a:lnTo>
                  <a:lnTo>
                    <a:pt x="75" y="491"/>
                  </a:lnTo>
                  <a:lnTo>
                    <a:pt x="82" y="551"/>
                  </a:lnTo>
                  <a:lnTo>
                    <a:pt x="93" y="609"/>
                  </a:lnTo>
                  <a:lnTo>
                    <a:pt x="107" y="668"/>
                  </a:lnTo>
                  <a:lnTo>
                    <a:pt x="126" y="724"/>
                  </a:lnTo>
                  <a:lnTo>
                    <a:pt x="148" y="779"/>
                  </a:lnTo>
                  <a:lnTo>
                    <a:pt x="324" y="566"/>
                  </a:lnTo>
                  <a:lnTo>
                    <a:pt x="551" y="603"/>
                  </a:lnTo>
                  <a:lnTo>
                    <a:pt x="535" y="562"/>
                  </a:lnTo>
                  <a:lnTo>
                    <a:pt x="523" y="521"/>
                  </a:lnTo>
                  <a:lnTo>
                    <a:pt x="516" y="478"/>
                  </a:lnTo>
                  <a:lnTo>
                    <a:pt x="512" y="435"/>
                  </a:lnTo>
                  <a:lnTo>
                    <a:pt x="513" y="391"/>
                  </a:lnTo>
                  <a:lnTo>
                    <a:pt x="518" y="348"/>
                  </a:lnTo>
                  <a:lnTo>
                    <a:pt x="528" y="306"/>
                  </a:lnTo>
                  <a:lnTo>
                    <a:pt x="679" y="392"/>
                  </a:lnTo>
                  <a:lnTo>
                    <a:pt x="448"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217" name=""/>
          <p:cNvSpPr/>
          <p:nvPr/>
        </p:nvSpPr>
        <p:spPr>
          <a:xfrm>
            <a:off x="2637000" y="3237120"/>
            <a:ext cx="9442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18" name=""/>
          <p:cNvSpPr/>
          <p:nvPr/>
        </p:nvSpPr>
        <p:spPr>
          <a:xfrm>
            <a:off x="3583080" y="1984320"/>
            <a:ext cx="8539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19" name=""/>
          <p:cNvSpPr/>
          <p:nvPr/>
        </p:nvSpPr>
        <p:spPr>
          <a:xfrm>
            <a:off x="5197320" y="2195640"/>
            <a:ext cx="8524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20" name=""/>
          <p:cNvSpPr/>
          <p:nvPr/>
        </p:nvSpPr>
        <p:spPr>
          <a:xfrm>
            <a:off x="5715000" y="3549600"/>
            <a:ext cx="9795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21" name=""/>
          <p:cNvSpPr/>
          <p:nvPr/>
        </p:nvSpPr>
        <p:spPr>
          <a:xfrm>
            <a:off x="4805280" y="4781520"/>
            <a:ext cx="8589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22" name=""/>
          <p:cNvSpPr/>
          <p:nvPr/>
        </p:nvSpPr>
        <p:spPr>
          <a:xfrm>
            <a:off x="3260880" y="4551480"/>
            <a:ext cx="8553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2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22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68C45AD0-675C-4691-AD57-4601D4BA19ED}" type="slidenum">
              <a:t>64</a:t>
            </a:fld>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7</a:t>
            </a:r>
            <a:endParaRPr b="1" lang="en-US" sz="1900" spc="-1" strike="noStrike">
              <a:solidFill>
                <a:srgbClr val="000000"/>
              </a:solidFill>
              <a:latin typeface="Arial"/>
            </a:endParaRPr>
          </a:p>
        </p:txBody>
      </p:sp>
      <p:grpSp>
        <p:nvGrpSpPr>
          <p:cNvPr id="1226" name=""/>
          <p:cNvGrpSpPr/>
          <p:nvPr/>
        </p:nvGrpSpPr>
        <p:grpSpPr>
          <a:xfrm>
            <a:off x="2362320" y="1295280"/>
            <a:ext cx="4273560" cy="4357800"/>
            <a:chOff x="2362320" y="1295280"/>
            <a:chExt cx="4273560" cy="4357800"/>
          </a:xfrm>
        </p:grpSpPr>
        <p:sp>
          <p:nvSpPr>
            <p:cNvPr id="1227" name=""/>
            <p:cNvSpPr/>
            <p:nvPr/>
          </p:nvSpPr>
          <p:spPr>
            <a:xfrm>
              <a:off x="4780080" y="3722760"/>
              <a:ext cx="1627200" cy="1535040"/>
            </a:xfrm>
            <a:custGeom>
              <a:avLst/>
              <a:gdLst/>
              <a:ahLst/>
              <a:rect l="l" t="t" r="r" b="b"/>
              <a:pathLst>
                <a:path w="1025" h="967">
                  <a:moveTo>
                    <a:pt x="89" y="315"/>
                  </a:moveTo>
                  <a:lnTo>
                    <a:pt x="116" y="292"/>
                  </a:lnTo>
                  <a:lnTo>
                    <a:pt x="143" y="266"/>
                  </a:lnTo>
                  <a:lnTo>
                    <a:pt x="168" y="241"/>
                  </a:lnTo>
                  <a:lnTo>
                    <a:pt x="192" y="213"/>
                  </a:lnTo>
                  <a:lnTo>
                    <a:pt x="214" y="185"/>
                  </a:lnTo>
                  <a:lnTo>
                    <a:pt x="234" y="155"/>
                  </a:lnTo>
                  <a:lnTo>
                    <a:pt x="253" y="125"/>
                  </a:lnTo>
                  <a:lnTo>
                    <a:pt x="270" y="93"/>
                  </a:lnTo>
                  <a:lnTo>
                    <a:pt x="285" y="61"/>
                  </a:lnTo>
                  <a:lnTo>
                    <a:pt x="299" y="28"/>
                  </a:lnTo>
                  <a:lnTo>
                    <a:pt x="310" y="0"/>
                  </a:lnTo>
                  <a:lnTo>
                    <a:pt x="667" y="233"/>
                  </a:lnTo>
                  <a:lnTo>
                    <a:pt x="1024" y="5"/>
                  </a:lnTo>
                  <a:lnTo>
                    <a:pt x="1010" y="75"/>
                  </a:lnTo>
                  <a:lnTo>
                    <a:pt x="993" y="146"/>
                  </a:lnTo>
                  <a:lnTo>
                    <a:pt x="972" y="214"/>
                  </a:lnTo>
                  <a:lnTo>
                    <a:pt x="947" y="282"/>
                  </a:lnTo>
                  <a:lnTo>
                    <a:pt x="920" y="348"/>
                  </a:lnTo>
                  <a:lnTo>
                    <a:pt x="888" y="412"/>
                  </a:lnTo>
                  <a:lnTo>
                    <a:pt x="854" y="474"/>
                  </a:lnTo>
                  <a:lnTo>
                    <a:pt x="816" y="536"/>
                  </a:lnTo>
                  <a:lnTo>
                    <a:pt x="776" y="594"/>
                  </a:lnTo>
                  <a:lnTo>
                    <a:pt x="732" y="651"/>
                  </a:lnTo>
                  <a:lnTo>
                    <a:pt x="685" y="706"/>
                  </a:lnTo>
                  <a:lnTo>
                    <a:pt x="635" y="759"/>
                  </a:lnTo>
                  <a:lnTo>
                    <a:pt x="583" y="809"/>
                  </a:lnTo>
                  <a:lnTo>
                    <a:pt x="527" y="856"/>
                  </a:lnTo>
                  <a:lnTo>
                    <a:pt x="616" y="966"/>
                  </a:lnTo>
                  <a:lnTo>
                    <a:pt x="58" y="777"/>
                  </a:lnTo>
                  <a:lnTo>
                    <a:pt x="0" y="206"/>
                  </a:lnTo>
                  <a:lnTo>
                    <a:pt x="89" y="31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28" name=""/>
            <p:cNvSpPr/>
            <p:nvPr/>
          </p:nvSpPr>
          <p:spPr>
            <a:xfrm>
              <a:off x="3541680" y="4132440"/>
              <a:ext cx="1919520" cy="1520640"/>
            </a:xfrm>
            <a:custGeom>
              <a:avLst/>
              <a:gdLst/>
              <a:ahLst/>
              <a:rect l="l" t="t" r="r" b="b"/>
              <a:pathLst>
                <a:path w="1209" h="958">
                  <a:moveTo>
                    <a:pt x="378" y="138"/>
                  </a:moveTo>
                  <a:lnTo>
                    <a:pt x="413" y="144"/>
                  </a:lnTo>
                  <a:lnTo>
                    <a:pt x="450" y="149"/>
                  </a:lnTo>
                  <a:lnTo>
                    <a:pt x="486" y="152"/>
                  </a:lnTo>
                  <a:lnTo>
                    <a:pt x="522" y="153"/>
                  </a:lnTo>
                  <a:lnTo>
                    <a:pt x="558" y="153"/>
                  </a:lnTo>
                  <a:lnTo>
                    <a:pt x="594" y="150"/>
                  </a:lnTo>
                  <a:lnTo>
                    <a:pt x="629" y="145"/>
                  </a:lnTo>
                  <a:lnTo>
                    <a:pt x="665" y="138"/>
                  </a:lnTo>
                  <a:lnTo>
                    <a:pt x="699" y="130"/>
                  </a:lnTo>
                  <a:lnTo>
                    <a:pt x="734" y="120"/>
                  </a:lnTo>
                  <a:lnTo>
                    <a:pt x="762" y="111"/>
                  </a:lnTo>
                  <a:lnTo>
                    <a:pt x="806" y="535"/>
                  </a:lnTo>
                  <a:lnTo>
                    <a:pt x="1208" y="669"/>
                  </a:lnTo>
                  <a:lnTo>
                    <a:pt x="1144" y="702"/>
                  </a:lnTo>
                  <a:lnTo>
                    <a:pt x="1079" y="734"/>
                  </a:lnTo>
                  <a:lnTo>
                    <a:pt x="1013" y="760"/>
                  </a:lnTo>
                  <a:lnTo>
                    <a:pt x="944" y="784"/>
                  </a:lnTo>
                  <a:lnTo>
                    <a:pt x="876" y="804"/>
                  </a:lnTo>
                  <a:lnTo>
                    <a:pt x="806" y="820"/>
                  </a:lnTo>
                  <a:lnTo>
                    <a:pt x="736" y="832"/>
                  </a:lnTo>
                  <a:lnTo>
                    <a:pt x="664" y="842"/>
                  </a:lnTo>
                  <a:lnTo>
                    <a:pt x="594" y="847"/>
                  </a:lnTo>
                  <a:lnTo>
                    <a:pt x="522" y="849"/>
                  </a:lnTo>
                  <a:lnTo>
                    <a:pt x="450" y="847"/>
                  </a:lnTo>
                  <a:lnTo>
                    <a:pt x="377" y="841"/>
                  </a:lnTo>
                  <a:lnTo>
                    <a:pt x="305" y="832"/>
                  </a:lnTo>
                  <a:lnTo>
                    <a:pt x="234" y="818"/>
                  </a:lnTo>
                  <a:lnTo>
                    <a:pt x="204" y="957"/>
                  </a:lnTo>
                  <a:lnTo>
                    <a:pt x="0" y="404"/>
                  </a:lnTo>
                  <a:lnTo>
                    <a:pt x="407" y="0"/>
                  </a:lnTo>
                  <a:lnTo>
                    <a:pt x="378" y="13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29" name=""/>
            <p:cNvSpPr/>
            <p:nvPr/>
          </p:nvSpPr>
          <p:spPr>
            <a:xfrm>
              <a:off x="2362320" y="3625920"/>
              <a:ext cx="1601640" cy="1755720"/>
            </a:xfrm>
            <a:custGeom>
              <a:avLst/>
              <a:gdLst/>
              <a:ahLst/>
              <a:rect l="l" t="t" r="r" b="b"/>
              <a:pathLst>
                <a:path w="1009" h="1106">
                  <a:moveTo>
                    <a:pt x="746" y="126"/>
                  </a:moveTo>
                  <a:lnTo>
                    <a:pt x="763" y="157"/>
                  </a:lnTo>
                  <a:lnTo>
                    <a:pt x="783" y="189"/>
                  </a:lnTo>
                  <a:lnTo>
                    <a:pt x="802" y="219"/>
                  </a:lnTo>
                  <a:lnTo>
                    <a:pt x="825" y="248"/>
                  </a:lnTo>
                  <a:lnTo>
                    <a:pt x="847" y="275"/>
                  </a:lnTo>
                  <a:lnTo>
                    <a:pt x="873" y="301"/>
                  </a:lnTo>
                  <a:lnTo>
                    <a:pt x="898" y="326"/>
                  </a:lnTo>
                  <a:lnTo>
                    <a:pt x="926" y="349"/>
                  </a:lnTo>
                  <a:lnTo>
                    <a:pt x="954" y="371"/>
                  </a:lnTo>
                  <a:lnTo>
                    <a:pt x="983" y="391"/>
                  </a:lnTo>
                  <a:lnTo>
                    <a:pt x="1008" y="408"/>
                  </a:lnTo>
                  <a:lnTo>
                    <a:pt x="706" y="709"/>
                  </a:lnTo>
                  <a:lnTo>
                    <a:pt x="855" y="1105"/>
                  </a:lnTo>
                  <a:lnTo>
                    <a:pt x="790" y="1077"/>
                  </a:lnTo>
                  <a:lnTo>
                    <a:pt x="724" y="1046"/>
                  </a:lnTo>
                  <a:lnTo>
                    <a:pt x="661" y="1011"/>
                  </a:lnTo>
                  <a:lnTo>
                    <a:pt x="600" y="972"/>
                  </a:lnTo>
                  <a:lnTo>
                    <a:pt x="541" y="932"/>
                  </a:lnTo>
                  <a:lnTo>
                    <a:pt x="485" y="888"/>
                  </a:lnTo>
                  <a:lnTo>
                    <a:pt x="432" y="841"/>
                  </a:lnTo>
                  <a:lnTo>
                    <a:pt x="379" y="791"/>
                  </a:lnTo>
                  <a:lnTo>
                    <a:pt x="331" y="740"/>
                  </a:lnTo>
                  <a:lnTo>
                    <a:pt x="284" y="685"/>
                  </a:lnTo>
                  <a:lnTo>
                    <a:pt x="240" y="628"/>
                  </a:lnTo>
                  <a:lnTo>
                    <a:pt x="198" y="568"/>
                  </a:lnTo>
                  <a:lnTo>
                    <a:pt x="160" y="507"/>
                  </a:lnTo>
                  <a:lnTo>
                    <a:pt x="126" y="442"/>
                  </a:lnTo>
                  <a:lnTo>
                    <a:pt x="0" y="506"/>
                  </a:lnTo>
                  <a:lnTo>
                    <a:pt x="301" y="0"/>
                  </a:lnTo>
                  <a:lnTo>
                    <a:pt x="871" y="62"/>
                  </a:lnTo>
                  <a:lnTo>
                    <a:pt x="746" y="12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30" name=""/>
            <p:cNvSpPr/>
            <p:nvPr/>
          </p:nvSpPr>
          <p:spPr>
            <a:xfrm>
              <a:off x="2367000" y="2376360"/>
              <a:ext cx="1414440" cy="1774800"/>
            </a:xfrm>
            <a:custGeom>
              <a:avLst/>
              <a:gdLst/>
              <a:ahLst/>
              <a:rect l="l" t="t" r="r" b="b"/>
              <a:pathLst>
                <a:path w="891" h="1118">
                  <a:moveTo>
                    <a:pt x="762" y="429"/>
                  </a:moveTo>
                  <a:lnTo>
                    <a:pt x="748" y="461"/>
                  </a:lnTo>
                  <a:lnTo>
                    <a:pt x="735" y="496"/>
                  </a:lnTo>
                  <a:lnTo>
                    <a:pt x="723" y="530"/>
                  </a:lnTo>
                  <a:lnTo>
                    <a:pt x="714" y="565"/>
                  </a:lnTo>
                  <a:lnTo>
                    <a:pt x="706" y="600"/>
                  </a:lnTo>
                  <a:lnTo>
                    <a:pt x="702" y="636"/>
                  </a:lnTo>
                  <a:lnTo>
                    <a:pt x="698" y="671"/>
                  </a:lnTo>
                  <a:lnTo>
                    <a:pt x="696" y="707"/>
                  </a:lnTo>
                  <a:lnTo>
                    <a:pt x="697" y="743"/>
                  </a:lnTo>
                  <a:lnTo>
                    <a:pt x="699" y="779"/>
                  </a:lnTo>
                  <a:lnTo>
                    <a:pt x="701" y="809"/>
                  </a:lnTo>
                  <a:lnTo>
                    <a:pt x="278" y="756"/>
                  </a:lnTo>
                  <a:lnTo>
                    <a:pt x="57" y="1117"/>
                  </a:lnTo>
                  <a:lnTo>
                    <a:pt x="39" y="1048"/>
                  </a:lnTo>
                  <a:lnTo>
                    <a:pt x="23" y="977"/>
                  </a:lnTo>
                  <a:lnTo>
                    <a:pt x="12" y="906"/>
                  </a:lnTo>
                  <a:lnTo>
                    <a:pt x="5" y="834"/>
                  </a:lnTo>
                  <a:lnTo>
                    <a:pt x="0" y="763"/>
                  </a:lnTo>
                  <a:lnTo>
                    <a:pt x="1" y="692"/>
                  </a:lnTo>
                  <a:lnTo>
                    <a:pt x="5" y="621"/>
                  </a:lnTo>
                  <a:lnTo>
                    <a:pt x="12" y="549"/>
                  </a:lnTo>
                  <a:lnTo>
                    <a:pt x="22" y="479"/>
                  </a:lnTo>
                  <a:lnTo>
                    <a:pt x="37" y="408"/>
                  </a:lnTo>
                  <a:lnTo>
                    <a:pt x="55" y="338"/>
                  </a:lnTo>
                  <a:lnTo>
                    <a:pt x="76" y="269"/>
                  </a:lnTo>
                  <a:lnTo>
                    <a:pt x="101" y="201"/>
                  </a:lnTo>
                  <a:lnTo>
                    <a:pt x="131" y="134"/>
                  </a:lnTo>
                  <a:lnTo>
                    <a:pt x="3" y="74"/>
                  </a:lnTo>
                  <a:lnTo>
                    <a:pt x="587" y="0"/>
                  </a:lnTo>
                  <a:lnTo>
                    <a:pt x="890" y="488"/>
                  </a:lnTo>
                  <a:lnTo>
                    <a:pt x="762" y="42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31" name=""/>
            <p:cNvSpPr/>
            <p:nvPr/>
          </p:nvSpPr>
          <p:spPr>
            <a:xfrm>
              <a:off x="2657520" y="1295280"/>
              <a:ext cx="1909800" cy="1597320"/>
            </a:xfrm>
            <a:custGeom>
              <a:avLst/>
              <a:gdLst/>
              <a:ahLst/>
              <a:rect l="l" t="t" r="r" b="b"/>
              <a:pathLst>
                <a:path w="1203" h="1006">
                  <a:moveTo>
                    <a:pt x="978" y="813"/>
                  </a:moveTo>
                  <a:lnTo>
                    <a:pt x="944" y="822"/>
                  </a:lnTo>
                  <a:lnTo>
                    <a:pt x="909" y="835"/>
                  </a:lnTo>
                  <a:lnTo>
                    <a:pt x="875" y="847"/>
                  </a:lnTo>
                  <a:lnTo>
                    <a:pt x="842" y="862"/>
                  </a:lnTo>
                  <a:lnTo>
                    <a:pt x="810" y="878"/>
                  </a:lnTo>
                  <a:lnTo>
                    <a:pt x="779" y="897"/>
                  </a:lnTo>
                  <a:lnTo>
                    <a:pt x="749" y="916"/>
                  </a:lnTo>
                  <a:lnTo>
                    <a:pt x="721" y="938"/>
                  </a:lnTo>
                  <a:lnTo>
                    <a:pt x="693" y="960"/>
                  </a:lnTo>
                  <a:lnTo>
                    <a:pt x="667" y="984"/>
                  </a:lnTo>
                  <a:lnTo>
                    <a:pt x="645" y="1005"/>
                  </a:lnTo>
                  <a:lnTo>
                    <a:pt x="420" y="643"/>
                  </a:lnTo>
                  <a:lnTo>
                    <a:pt x="0" y="699"/>
                  </a:lnTo>
                  <a:lnTo>
                    <a:pt x="42" y="641"/>
                  </a:lnTo>
                  <a:lnTo>
                    <a:pt x="88" y="584"/>
                  </a:lnTo>
                  <a:lnTo>
                    <a:pt x="135" y="531"/>
                  </a:lnTo>
                  <a:lnTo>
                    <a:pt x="187" y="480"/>
                  </a:lnTo>
                  <a:lnTo>
                    <a:pt x="239" y="432"/>
                  </a:lnTo>
                  <a:lnTo>
                    <a:pt x="295" y="387"/>
                  </a:lnTo>
                  <a:lnTo>
                    <a:pt x="352" y="346"/>
                  </a:lnTo>
                  <a:lnTo>
                    <a:pt x="413" y="305"/>
                  </a:lnTo>
                  <a:lnTo>
                    <a:pt x="474" y="270"/>
                  </a:lnTo>
                  <a:lnTo>
                    <a:pt x="538" y="237"/>
                  </a:lnTo>
                  <a:lnTo>
                    <a:pt x="603" y="207"/>
                  </a:lnTo>
                  <a:lnTo>
                    <a:pt x="671" y="180"/>
                  </a:lnTo>
                  <a:lnTo>
                    <a:pt x="739" y="157"/>
                  </a:lnTo>
                  <a:lnTo>
                    <a:pt x="810" y="138"/>
                  </a:lnTo>
                  <a:lnTo>
                    <a:pt x="776" y="0"/>
                  </a:lnTo>
                  <a:lnTo>
                    <a:pt x="1202" y="407"/>
                  </a:lnTo>
                  <a:lnTo>
                    <a:pt x="1013" y="949"/>
                  </a:lnTo>
                  <a:lnTo>
                    <a:pt x="978" y="81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32" name=""/>
            <p:cNvSpPr/>
            <p:nvPr/>
          </p:nvSpPr>
          <p:spPr>
            <a:xfrm>
              <a:off x="4162680" y="1454040"/>
              <a:ext cx="1633320" cy="1516320"/>
            </a:xfrm>
            <a:custGeom>
              <a:avLst/>
              <a:gdLst/>
              <a:ahLst/>
              <a:rect l="l" t="t" r="r" b="b"/>
              <a:pathLst>
                <a:path w="1029" h="955">
                  <a:moveTo>
                    <a:pt x="512" y="843"/>
                  </a:moveTo>
                  <a:lnTo>
                    <a:pt x="484" y="822"/>
                  </a:lnTo>
                  <a:lnTo>
                    <a:pt x="453" y="801"/>
                  </a:lnTo>
                  <a:lnTo>
                    <a:pt x="423" y="783"/>
                  </a:lnTo>
                  <a:lnTo>
                    <a:pt x="390" y="766"/>
                  </a:lnTo>
                  <a:lnTo>
                    <a:pt x="358" y="750"/>
                  </a:lnTo>
                  <a:lnTo>
                    <a:pt x="324" y="738"/>
                  </a:lnTo>
                  <a:lnTo>
                    <a:pt x="290" y="726"/>
                  </a:lnTo>
                  <a:lnTo>
                    <a:pt x="255" y="717"/>
                  </a:lnTo>
                  <a:lnTo>
                    <a:pt x="221" y="709"/>
                  </a:lnTo>
                  <a:lnTo>
                    <a:pt x="186" y="703"/>
                  </a:lnTo>
                  <a:lnTo>
                    <a:pt x="156" y="698"/>
                  </a:lnTo>
                  <a:lnTo>
                    <a:pt x="303" y="298"/>
                  </a:lnTo>
                  <a:lnTo>
                    <a:pt x="0" y="2"/>
                  </a:lnTo>
                  <a:lnTo>
                    <a:pt x="71" y="0"/>
                  </a:lnTo>
                  <a:lnTo>
                    <a:pt x="144" y="0"/>
                  </a:lnTo>
                  <a:lnTo>
                    <a:pt x="215" y="5"/>
                  </a:lnTo>
                  <a:lnTo>
                    <a:pt x="287" y="14"/>
                  </a:lnTo>
                  <a:lnTo>
                    <a:pt x="358" y="26"/>
                  </a:lnTo>
                  <a:lnTo>
                    <a:pt x="427" y="43"/>
                  </a:lnTo>
                  <a:lnTo>
                    <a:pt x="495" y="62"/>
                  </a:lnTo>
                  <a:lnTo>
                    <a:pt x="564" y="85"/>
                  </a:lnTo>
                  <a:lnTo>
                    <a:pt x="630" y="111"/>
                  </a:lnTo>
                  <a:lnTo>
                    <a:pt x="695" y="141"/>
                  </a:lnTo>
                  <a:lnTo>
                    <a:pt x="759" y="174"/>
                  </a:lnTo>
                  <a:lnTo>
                    <a:pt x="822" y="211"/>
                  </a:lnTo>
                  <a:lnTo>
                    <a:pt x="883" y="250"/>
                  </a:lnTo>
                  <a:lnTo>
                    <a:pt x="941" y="294"/>
                  </a:lnTo>
                  <a:lnTo>
                    <a:pt x="1028" y="183"/>
                  </a:lnTo>
                  <a:lnTo>
                    <a:pt x="970" y="769"/>
                  </a:lnTo>
                  <a:lnTo>
                    <a:pt x="426" y="954"/>
                  </a:lnTo>
                  <a:lnTo>
                    <a:pt x="512" y="84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33" name=""/>
            <p:cNvSpPr/>
            <p:nvPr/>
          </p:nvSpPr>
          <p:spPr>
            <a:xfrm>
              <a:off x="5081760" y="2058840"/>
              <a:ext cx="1554120" cy="1965600"/>
            </a:xfrm>
            <a:custGeom>
              <a:avLst/>
              <a:gdLst/>
              <a:ahLst/>
              <a:rect l="l" t="t" r="r" b="b"/>
              <a:pathLst>
                <a:path w="979" h="1238">
                  <a:moveTo>
                    <a:pt x="140" y="928"/>
                  </a:moveTo>
                  <a:lnTo>
                    <a:pt x="139" y="892"/>
                  </a:lnTo>
                  <a:lnTo>
                    <a:pt x="135" y="855"/>
                  </a:lnTo>
                  <a:lnTo>
                    <a:pt x="131" y="820"/>
                  </a:lnTo>
                  <a:lnTo>
                    <a:pt x="123" y="784"/>
                  </a:lnTo>
                  <a:lnTo>
                    <a:pt x="115" y="749"/>
                  </a:lnTo>
                  <a:lnTo>
                    <a:pt x="103" y="715"/>
                  </a:lnTo>
                  <a:lnTo>
                    <a:pt x="91" y="682"/>
                  </a:lnTo>
                  <a:lnTo>
                    <a:pt x="77" y="649"/>
                  </a:lnTo>
                  <a:lnTo>
                    <a:pt x="61" y="617"/>
                  </a:lnTo>
                  <a:lnTo>
                    <a:pt x="43" y="586"/>
                  </a:lnTo>
                  <a:lnTo>
                    <a:pt x="28" y="560"/>
                  </a:lnTo>
                  <a:lnTo>
                    <a:pt x="431" y="422"/>
                  </a:lnTo>
                  <a:lnTo>
                    <a:pt x="472" y="0"/>
                  </a:lnTo>
                  <a:lnTo>
                    <a:pt x="518" y="54"/>
                  </a:lnTo>
                  <a:lnTo>
                    <a:pt x="564" y="111"/>
                  </a:lnTo>
                  <a:lnTo>
                    <a:pt x="604" y="170"/>
                  </a:lnTo>
                  <a:lnTo>
                    <a:pt x="642" y="231"/>
                  </a:lnTo>
                  <a:lnTo>
                    <a:pt x="678" y="293"/>
                  </a:lnTo>
                  <a:lnTo>
                    <a:pt x="709" y="358"/>
                  </a:lnTo>
                  <a:lnTo>
                    <a:pt x="736" y="423"/>
                  </a:lnTo>
                  <a:lnTo>
                    <a:pt x="762" y="491"/>
                  </a:lnTo>
                  <a:lnTo>
                    <a:pt x="783" y="558"/>
                  </a:lnTo>
                  <a:lnTo>
                    <a:pt x="801" y="628"/>
                  </a:lnTo>
                  <a:lnTo>
                    <a:pt x="815" y="699"/>
                  </a:lnTo>
                  <a:lnTo>
                    <a:pt x="826" y="771"/>
                  </a:lnTo>
                  <a:lnTo>
                    <a:pt x="834" y="843"/>
                  </a:lnTo>
                  <a:lnTo>
                    <a:pt x="836" y="916"/>
                  </a:lnTo>
                  <a:lnTo>
                    <a:pt x="978" y="913"/>
                  </a:lnTo>
                  <a:lnTo>
                    <a:pt x="485" y="1237"/>
                  </a:lnTo>
                  <a:lnTo>
                    <a:pt x="0" y="931"/>
                  </a:lnTo>
                  <a:lnTo>
                    <a:pt x="140" y="92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234" name=""/>
          <p:cNvSpPr/>
          <p:nvPr/>
        </p:nvSpPr>
        <p:spPr>
          <a:xfrm>
            <a:off x="2509920" y="2906640"/>
            <a:ext cx="9190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35" name=""/>
          <p:cNvSpPr/>
          <p:nvPr/>
        </p:nvSpPr>
        <p:spPr>
          <a:xfrm>
            <a:off x="3328920" y="1959120"/>
            <a:ext cx="8542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36" name=""/>
          <p:cNvSpPr/>
          <p:nvPr/>
        </p:nvSpPr>
        <p:spPr>
          <a:xfrm>
            <a:off x="4676760" y="2043000"/>
            <a:ext cx="8524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37" name=""/>
          <p:cNvSpPr/>
          <p:nvPr/>
        </p:nvSpPr>
        <p:spPr>
          <a:xfrm>
            <a:off x="5334120" y="3117960"/>
            <a:ext cx="10285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38" name=""/>
          <p:cNvSpPr/>
          <p:nvPr/>
        </p:nvSpPr>
        <p:spPr>
          <a:xfrm>
            <a:off x="5059440" y="4349880"/>
            <a:ext cx="8586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39" name=""/>
          <p:cNvSpPr/>
          <p:nvPr/>
        </p:nvSpPr>
        <p:spPr>
          <a:xfrm>
            <a:off x="2765520" y="4157640"/>
            <a:ext cx="8557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40" name=""/>
          <p:cNvSpPr/>
          <p:nvPr/>
        </p:nvSpPr>
        <p:spPr>
          <a:xfrm>
            <a:off x="3832200" y="4803840"/>
            <a:ext cx="8557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4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24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BD387D3-26AE-4337-BDAE-975A7E0C20DF}" type="slidenum">
              <a:t>65</a:t>
            </a:fld>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4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8</a:t>
            </a:r>
            <a:endParaRPr b="1" lang="en-US" sz="1900" spc="-1" strike="noStrike">
              <a:solidFill>
                <a:srgbClr val="000000"/>
              </a:solidFill>
              <a:latin typeface="Arial"/>
            </a:endParaRPr>
          </a:p>
        </p:txBody>
      </p:sp>
      <p:grpSp>
        <p:nvGrpSpPr>
          <p:cNvPr id="1244" name=""/>
          <p:cNvGrpSpPr/>
          <p:nvPr/>
        </p:nvGrpSpPr>
        <p:grpSpPr>
          <a:xfrm>
            <a:off x="2166840" y="1216080"/>
            <a:ext cx="4617360" cy="4514040"/>
            <a:chOff x="2166840" y="1216080"/>
            <a:chExt cx="4617360" cy="4514040"/>
          </a:xfrm>
        </p:grpSpPr>
        <p:sp>
          <p:nvSpPr>
            <p:cNvPr id="1245" name=""/>
            <p:cNvSpPr/>
            <p:nvPr/>
          </p:nvSpPr>
          <p:spPr>
            <a:xfrm>
              <a:off x="3126600" y="4110120"/>
              <a:ext cx="1390680" cy="1363680"/>
            </a:xfrm>
            <a:custGeom>
              <a:avLst/>
              <a:gdLst/>
              <a:ahLst/>
              <a:rect l="l" t="t" r="r" b="b"/>
              <a:pathLst>
                <a:path w="584" h="590">
                  <a:moveTo>
                    <a:pt x="0" y="158"/>
                  </a:moveTo>
                  <a:lnTo>
                    <a:pt x="0" y="498"/>
                  </a:lnTo>
                  <a:lnTo>
                    <a:pt x="54" y="407"/>
                  </a:lnTo>
                  <a:lnTo>
                    <a:pt x="56" y="402"/>
                  </a:lnTo>
                  <a:lnTo>
                    <a:pt x="107" y="439"/>
                  </a:lnTo>
                  <a:lnTo>
                    <a:pt x="160" y="473"/>
                  </a:lnTo>
                  <a:lnTo>
                    <a:pt x="217" y="503"/>
                  </a:lnTo>
                  <a:lnTo>
                    <a:pt x="275" y="528"/>
                  </a:lnTo>
                  <a:lnTo>
                    <a:pt x="334" y="549"/>
                  </a:lnTo>
                  <a:lnTo>
                    <a:pt x="396" y="565"/>
                  </a:lnTo>
                  <a:lnTo>
                    <a:pt x="457" y="578"/>
                  </a:lnTo>
                  <a:lnTo>
                    <a:pt x="520" y="586"/>
                  </a:lnTo>
                  <a:lnTo>
                    <a:pt x="583" y="589"/>
                  </a:lnTo>
                  <a:lnTo>
                    <a:pt x="465" y="417"/>
                  </a:lnTo>
                  <a:lnTo>
                    <a:pt x="580" y="241"/>
                  </a:lnTo>
                  <a:lnTo>
                    <a:pt x="532" y="238"/>
                  </a:lnTo>
                  <a:lnTo>
                    <a:pt x="485" y="231"/>
                  </a:lnTo>
                  <a:lnTo>
                    <a:pt x="438" y="218"/>
                  </a:lnTo>
                  <a:lnTo>
                    <a:pt x="393" y="202"/>
                  </a:lnTo>
                  <a:lnTo>
                    <a:pt x="349" y="182"/>
                  </a:lnTo>
                  <a:lnTo>
                    <a:pt x="307" y="157"/>
                  </a:lnTo>
                  <a:lnTo>
                    <a:pt x="269" y="129"/>
                  </a:lnTo>
                  <a:lnTo>
                    <a:pt x="233" y="96"/>
                  </a:lnTo>
                  <a:lnTo>
                    <a:pt x="289" y="0"/>
                  </a:lnTo>
                  <a:lnTo>
                    <a:pt x="0" y="15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46" name=""/>
            <p:cNvSpPr/>
            <p:nvPr/>
          </p:nvSpPr>
          <p:spPr>
            <a:xfrm>
              <a:off x="4331520" y="4320720"/>
              <a:ext cx="1650240" cy="1409400"/>
            </a:xfrm>
            <a:custGeom>
              <a:avLst/>
              <a:gdLst/>
              <a:ahLst/>
              <a:rect l="l" t="t" r="r" b="b"/>
              <a:pathLst>
                <a:path w="693" h="610">
                  <a:moveTo>
                    <a:pt x="692" y="238"/>
                  </a:moveTo>
                  <a:lnTo>
                    <a:pt x="482" y="190"/>
                  </a:lnTo>
                  <a:lnTo>
                    <a:pt x="441" y="0"/>
                  </a:lnTo>
                  <a:lnTo>
                    <a:pt x="409" y="27"/>
                  </a:lnTo>
                  <a:lnTo>
                    <a:pt x="374" y="52"/>
                  </a:lnTo>
                  <a:lnTo>
                    <a:pt x="337" y="74"/>
                  </a:lnTo>
                  <a:lnTo>
                    <a:pt x="299" y="93"/>
                  </a:lnTo>
                  <a:lnTo>
                    <a:pt x="259" y="110"/>
                  </a:lnTo>
                  <a:lnTo>
                    <a:pt x="219" y="121"/>
                  </a:lnTo>
                  <a:lnTo>
                    <a:pt x="177" y="130"/>
                  </a:lnTo>
                  <a:lnTo>
                    <a:pt x="177" y="29"/>
                  </a:lnTo>
                  <a:lnTo>
                    <a:pt x="0" y="326"/>
                  </a:lnTo>
                  <a:lnTo>
                    <a:pt x="177" y="609"/>
                  </a:lnTo>
                  <a:lnTo>
                    <a:pt x="177" y="486"/>
                  </a:lnTo>
                  <a:lnTo>
                    <a:pt x="177" y="480"/>
                  </a:lnTo>
                  <a:lnTo>
                    <a:pt x="233" y="473"/>
                  </a:lnTo>
                  <a:lnTo>
                    <a:pt x="288" y="462"/>
                  </a:lnTo>
                  <a:lnTo>
                    <a:pt x="343" y="447"/>
                  </a:lnTo>
                  <a:lnTo>
                    <a:pt x="396" y="428"/>
                  </a:lnTo>
                  <a:lnTo>
                    <a:pt x="448" y="406"/>
                  </a:lnTo>
                  <a:lnTo>
                    <a:pt x="498" y="382"/>
                  </a:lnTo>
                  <a:lnTo>
                    <a:pt x="547" y="353"/>
                  </a:lnTo>
                  <a:lnTo>
                    <a:pt x="598" y="318"/>
                  </a:lnTo>
                  <a:lnTo>
                    <a:pt x="646" y="280"/>
                  </a:lnTo>
                  <a:lnTo>
                    <a:pt x="692" y="23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47" name=""/>
            <p:cNvSpPr/>
            <p:nvPr/>
          </p:nvSpPr>
          <p:spPr>
            <a:xfrm>
              <a:off x="5341320" y="3373200"/>
              <a:ext cx="1236240" cy="1523160"/>
            </a:xfrm>
            <a:custGeom>
              <a:avLst/>
              <a:gdLst/>
              <a:ahLst/>
              <a:rect l="l" t="t" r="r" b="b"/>
              <a:pathLst>
                <a:path w="519" h="659">
                  <a:moveTo>
                    <a:pt x="171" y="85"/>
                  </a:moveTo>
                  <a:lnTo>
                    <a:pt x="165" y="128"/>
                  </a:lnTo>
                  <a:lnTo>
                    <a:pt x="154" y="170"/>
                  </a:lnTo>
                  <a:lnTo>
                    <a:pt x="140" y="212"/>
                  </a:lnTo>
                  <a:lnTo>
                    <a:pt x="124" y="251"/>
                  </a:lnTo>
                  <a:lnTo>
                    <a:pt x="103" y="289"/>
                  </a:lnTo>
                  <a:lnTo>
                    <a:pt x="80" y="326"/>
                  </a:lnTo>
                  <a:lnTo>
                    <a:pt x="0" y="246"/>
                  </a:lnTo>
                  <a:lnTo>
                    <a:pt x="89" y="573"/>
                  </a:lnTo>
                  <a:lnTo>
                    <a:pt x="411" y="658"/>
                  </a:lnTo>
                  <a:lnTo>
                    <a:pt x="333" y="577"/>
                  </a:lnTo>
                  <a:lnTo>
                    <a:pt x="327" y="573"/>
                  </a:lnTo>
                  <a:lnTo>
                    <a:pt x="364" y="523"/>
                  </a:lnTo>
                  <a:lnTo>
                    <a:pt x="397" y="471"/>
                  </a:lnTo>
                  <a:lnTo>
                    <a:pt x="427" y="417"/>
                  </a:lnTo>
                  <a:lnTo>
                    <a:pt x="452" y="361"/>
                  </a:lnTo>
                  <a:lnTo>
                    <a:pt x="474" y="303"/>
                  </a:lnTo>
                  <a:lnTo>
                    <a:pt x="491" y="244"/>
                  </a:lnTo>
                  <a:lnTo>
                    <a:pt x="504" y="184"/>
                  </a:lnTo>
                  <a:lnTo>
                    <a:pt x="513" y="122"/>
                  </a:lnTo>
                  <a:lnTo>
                    <a:pt x="518" y="61"/>
                  </a:lnTo>
                  <a:lnTo>
                    <a:pt x="518" y="0"/>
                  </a:lnTo>
                  <a:lnTo>
                    <a:pt x="380" y="136"/>
                  </a:lnTo>
                  <a:lnTo>
                    <a:pt x="171" y="8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48" name=""/>
            <p:cNvSpPr/>
            <p:nvPr/>
          </p:nvSpPr>
          <p:spPr>
            <a:xfrm>
              <a:off x="5424480" y="2055240"/>
              <a:ext cx="1359720" cy="1564560"/>
            </a:xfrm>
            <a:custGeom>
              <a:avLst/>
              <a:gdLst/>
              <a:ahLst/>
              <a:rect l="l" t="t" r="r" b="b"/>
              <a:pathLst>
                <a:path w="571" h="677">
                  <a:moveTo>
                    <a:pt x="0" y="245"/>
                  </a:moveTo>
                  <a:lnTo>
                    <a:pt x="28" y="279"/>
                  </a:lnTo>
                  <a:lnTo>
                    <a:pt x="52" y="315"/>
                  </a:lnTo>
                  <a:lnTo>
                    <a:pt x="74" y="352"/>
                  </a:lnTo>
                  <a:lnTo>
                    <a:pt x="93" y="391"/>
                  </a:lnTo>
                  <a:lnTo>
                    <a:pt x="107" y="432"/>
                  </a:lnTo>
                  <a:lnTo>
                    <a:pt x="119" y="475"/>
                  </a:lnTo>
                  <a:lnTo>
                    <a:pt x="128" y="516"/>
                  </a:lnTo>
                  <a:lnTo>
                    <a:pt x="133" y="560"/>
                  </a:lnTo>
                  <a:lnTo>
                    <a:pt x="127" y="561"/>
                  </a:lnTo>
                  <a:lnTo>
                    <a:pt x="8" y="594"/>
                  </a:lnTo>
                  <a:lnTo>
                    <a:pt x="337" y="676"/>
                  </a:lnTo>
                  <a:lnTo>
                    <a:pt x="570" y="443"/>
                  </a:lnTo>
                  <a:lnTo>
                    <a:pt x="469" y="470"/>
                  </a:lnTo>
                  <a:lnTo>
                    <a:pt x="459" y="412"/>
                  </a:lnTo>
                  <a:lnTo>
                    <a:pt x="444" y="354"/>
                  </a:lnTo>
                  <a:lnTo>
                    <a:pt x="425" y="299"/>
                  </a:lnTo>
                  <a:lnTo>
                    <a:pt x="403" y="244"/>
                  </a:lnTo>
                  <a:lnTo>
                    <a:pt x="378" y="191"/>
                  </a:lnTo>
                  <a:lnTo>
                    <a:pt x="347" y="140"/>
                  </a:lnTo>
                  <a:lnTo>
                    <a:pt x="315" y="90"/>
                  </a:lnTo>
                  <a:lnTo>
                    <a:pt x="279" y="44"/>
                  </a:lnTo>
                  <a:lnTo>
                    <a:pt x="240" y="0"/>
                  </a:lnTo>
                  <a:lnTo>
                    <a:pt x="191" y="200"/>
                  </a:lnTo>
                  <a:lnTo>
                    <a:pt x="0" y="24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49" name=""/>
            <p:cNvSpPr/>
            <p:nvPr/>
          </p:nvSpPr>
          <p:spPr>
            <a:xfrm>
              <a:off x="4527000" y="1435680"/>
              <a:ext cx="1490400" cy="1216080"/>
            </a:xfrm>
            <a:custGeom>
              <a:avLst/>
              <a:gdLst/>
              <a:ahLst/>
              <a:rect l="l" t="t" r="r" b="b"/>
              <a:pathLst>
                <a:path w="626" h="526">
                  <a:moveTo>
                    <a:pt x="213" y="525"/>
                  </a:moveTo>
                  <a:lnTo>
                    <a:pt x="545" y="445"/>
                  </a:lnTo>
                  <a:lnTo>
                    <a:pt x="625" y="115"/>
                  </a:lnTo>
                  <a:lnTo>
                    <a:pt x="545" y="193"/>
                  </a:lnTo>
                  <a:lnTo>
                    <a:pt x="536" y="203"/>
                  </a:lnTo>
                  <a:lnTo>
                    <a:pt x="489" y="167"/>
                  </a:lnTo>
                  <a:lnTo>
                    <a:pt x="442" y="134"/>
                  </a:lnTo>
                  <a:lnTo>
                    <a:pt x="391" y="104"/>
                  </a:lnTo>
                  <a:lnTo>
                    <a:pt x="338" y="79"/>
                  </a:lnTo>
                  <a:lnTo>
                    <a:pt x="285" y="57"/>
                  </a:lnTo>
                  <a:lnTo>
                    <a:pt x="230" y="37"/>
                  </a:lnTo>
                  <a:lnTo>
                    <a:pt x="173" y="22"/>
                  </a:lnTo>
                  <a:lnTo>
                    <a:pt x="116" y="12"/>
                  </a:lnTo>
                  <a:lnTo>
                    <a:pt x="58" y="4"/>
                  </a:lnTo>
                  <a:lnTo>
                    <a:pt x="0" y="0"/>
                  </a:lnTo>
                  <a:lnTo>
                    <a:pt x="130" y="196"/>
                  </a:lnTo>
                  <a:lnTo>
                    <a:pt x="32" y="348"/>
                  </a:lnTo>
                  <a:lnTo>
                    <a:pt x="79" y="355"/>
                  </a:lnTo>
                  <a:lnTo>
                    <a:pt x="124" y="365"/>
                  </a:lnTo>
                  <a:lnTo>
                    <a:pt x="168" y="380"/>
                  </a:lnTo>
                  <a:lnTo>
                    <a:pt x="211" y="398"/>
                  </a:lnTo>
                  <a:lnTo>
                    <a:pt x="251" y="422"/>
                  </a:lnTo>
                  <a:lnTo>
                    <a:pt x="291" y="447"/>
                  </a:lnTo>
                  <a:lnTo>
                    <a:pt x="213" y="52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50" name=""/>
            <p:cNvSpPr/>
            <p:nvPr/>
          </p:nvSpPr>
          <p:spPr>
            <a:xfrm>
              <a:off x="3176640" y="1216080"/>
              <a:ext cx="1566720" cy="1347480"/>
            </a:xfrm>
            <a:custGeom>
              <a:avLst/>
              <a:gdLst/>
              <a:ahLst/>
              <a:rect l="l" t="t" r="r" b="b"/>
              <a:pathLst>
                <a:path w="658" h="583">
                  <a:moveTo>
                    <a:pt x="252" y="554"/>
                  </a:moveTo>
                  <a:lnTo>
                    <a:pt x="286" y="530"/>
                  </a:lnTo>
                  <a:lnTo>
                    <a:pt x="322" y="509"/>
                  </a:lnTo>
                  <a:lnTo>
                    <a:pt x="361" y="491"/>
                  </a:lnTo>
                  <a:lnTo>
                    <a:pt x="400" y="477"/>
                  </a:lnTo>
                  <a:lnTo>
                    <a:pt x="441" y="466"/>
                  </a:lnTo>
                  <a:lnTo>
                    <a:pt x="482" y="458"/>
                  </a:lnTo>
                  <a:lnTo>
                    <a:pt x="482" y="459"/>
                  </a:lnTo>
                  <a:lnTo>
                    <a:pt x="482" y="582"/>
                  </a:lnTo>
                  <a:lnTo>
                    <a:pt x="657" y="292"/>
                  </a:lnTo>
                  <a:lnTo>
                    <a:pt x="482" y="0"/>
                  </a:lnTo>
                  <a:lnTo>
                    <a:pt x="482" y="107"/>
                  </a:lnTo>
                  <a:lnTo>
                    <a:pt x="424" y="114"/>
                  </a:lnTo>
                  <a:lnTo>
                    <a:pt x="368" y="124"/>
                  </a:lnTo>
                  <a:lnTo>
                    <a:pt x="312" y="139"/>
                  </a:lnTo>
                  <a:lnTo>
                    <a:pt x="256" y="158"/>
                  </a:lnTo>
                  <a:lnTo>
                    <a:pt x="203" y="180"/>
                  </a:lnTo>
                  <a:lnTo>
                    <a:pt x="151" y="205"/>
                  </a:lnTo>
                  <a:lnTo>
                    <a:pt x="101" y="235"/>
                  </a:lnTo>
                  <a:lnTo>
                    <a:pt x="49" y="270"/>
                  </a:lnTo>
                  <a:lnTo>
                    <a:pt x="0" y="308"/>
                  </a:lnTo>
                  <a:lnTo>
                    <a:pt x="211" y="357"/>
                  </a:lnTo>
                  <a:lnTo>
                    <a:pt x="252" y="55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51" name=""/>
            <p:cNvSpPr/>
            <p:nvPr/>
          </p:nvSpPr>
          <p:spPr>
            <a:xfrm>
              <a:off x="2467080" y="1907280"/>
              <a:ext cx="1338120" cy="1458360"/>
            </a:xfrm>
            <a:custGeom>
              <a:avLst/>
              <a:gdLst/>
              <a:ahLst/>
              <a:rect l="l" t="t" r="r" b="b"/>
              <a:pathLst>
                <a:path w="562" h="631">
                  <a:moveTo>
                    <a:pt x="350" y="629"/>
                  </a:moveTo>
                  <a:lnTo>
                    <a:pt x="357" y="583"/>
                  </a:lnTo>
                  <a:lnTo>
                    <a:pt x="368" y="536"/>
                  </a:lnTo>
                  <a:lnTo>
                    <a:pt x="383" y="491"/>
                  </a:lnTo>
                  <a:lnTo>
                    <a:pt x="401" y="447"/>
                  </a:lnTo>
                  <a:lnTo>
                    <a:pt x="423" y="405"/>
                  </a:lnTo>
                  <a:lnTo>
                    <a:pt x="450" y="367"/>
                  </a:lnTo>
                  <a:lnTo>
                    <a:pt x="480" y="330"/>
                  </a:lnTo>
                  <a:lnTo>
                    <a:pt x="561" y="411"/>
                  </a:lnTo>
                  <a:lnTo>
                    <a:pt x="487" y="86"/>
                  </a:lnTo>
                  <a:lnTo>
                    <a:pt x="487" y="85"/>
                  </a:lnTo>
                  <a:lnTo>
                    <a:pt x="151" y="0"/>
                  </a:lnTo>
                  <a:lnTo>
                    <a:pt x="230" y="80"/>
                  </a:lnTo>
                  <a:lnTo>
                    <a:pt x="234" y="83"/>
                  </a:lnTo>
                  <a:lnTo>
                    <a:pt x="194" y="130"/>
                  </a:lnTo>
                  <a:lnTo>
                    <a:pt x="158" y="177"/>
                  </a:lnTo>
                  <a:lnTo>
                    <a:pt x="124" y="228"/>
                  </a:lnTo>
                  <a:lnTo>
                    <a:pt x="94" y="281"/>
                  </a:lnTo>
                  <a:lnTo>
                    <a:pt x="69" y="336"/>
                  </a:lnTo>
                  <a:lnTo>
                    <a:pt x="47" y="393"/>
                  </a:lnTo>
                  <a:lnTo>
                    <a:pt x="29" y="450"/>
                  </a:lnTo>
                  <a:lnTo>
                    <a:pt x="15" y="510"/>
                  </a:lnTo>
                  <a:lnTo>
                    <a:pt x="5" y="570"/>
                  </a:lnTo>
                  <a:lnTo>
                    <a:pt x="0" y="630"/>
                  </a:lnTo>
                  <a:lnTo>
                    <a:pt x="168" y="518"/>
                  </a:lnTo>
                  <a:lnTo>
                    <a:pt x="350" y="62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52" name=""/>
            <p:cNvSpPr/>
            <p:nvPr/>
          </p:nvSpPr>
          <p:spPr>
            <a:xfrm>
              <a:off x="2166840" y="3178440"/>
              <a:ext cx="1388520" cy="1706040"/>
            </a:xfrm>
            <a:custGeom>
              <a:avLst/>
              <a:gdLst/>
              <a:ahLst/>
              <a:rect l="l" t="t" r="r" b="b"/>
              <a:pathLst>
                <a:path w="583" h="738">
                  <a:moveTo>
                    <a:pt x="578" y="440"/>
                  </a:moveTo>
                  <a:lnTo>
                    <a:pt x="552" y="401"/>
                  </a:lnTo>
                  <a:lnTo>
                    <a:pt x="529" y="359"/>
                  </a:lnTo>
                  <a:lnTo>
                    <a:pt x="510" y="316"/>
                  </a:lnTo>
                  <a:lnTo>
                    <a:pt x="495" y="271"/>
                  </a:lnTo>
                  <a:lnTo>
                    <a:pt x="483" y="226"/>
                  </a:lnTo>
                  <a:lnTo>
                    <a:pt x="476" y="179"/>
                  </a:lnTo>
                  <a:lnTo>
                    <a:pt x="582" y="179"/>
                  </a:lnTo>
                  <a:lnTo>
                    <a:pt x="301" y="0"/>
                  </a:lnTo>
                  <a:lnTo>
                    <a:pt x="299" y="1"/>
                  </a:lnTo>
                  <a:lnTo>
                    <a:pt x="0" y="179"/>
                  </a:lnTo>
                  <a:lnTo>
                    <a:pt x="112" y="179"/>
                  </a:lnTo>
                  <a:lnTo>
                    <a:pt x="127" y="179"/>
                  </a:lnTo>
                  <a:lnTo>
                    <a:pt x="133" y="241"/>
                  </a:lnTo>
                  <a:lnTo>
                    <a:pt x="145" y="302"/>
                  </a:lnTo>
                  <a:lnTo>
                    <a:pt x="159" y="363"/>
                  </a:lnTo>
                  <a:lnTo>
                    <a:pt x="178" y="423"/>
                  </a:lnTo>
                  <a:lnTo>
                    <a:pt x="202" y="481"/>
                  </a:lnTo>
                  <a:lnTo>
                    <a:pt x="230" y="537"/>
                  </a:lnTo>
                  <a:lnTo>
                    <a:pt x="261" y="590"/>
                  </a:lnTo>
                  <a:lnTo>
                    <a:pt x="297" y="642"/>
                  </a:lnTo>
                  <a:lnTo>
                    <a:pt x="335" y="691"/>
                  </a:lnTo>
                  <a:lnTo>
                    <a:pt x="378" y="737"/>
                  </a:lnTo>
                  <a:lnTo>
                    <a:pt x="378" y="540"/>
                  </a:lnTo>
                  <a:lnTo>
                    <a:pt x="578" y="44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253" name=""/>
          <p:cNvSpPr/>
          <p:nvPr/>
        </p:nvSpPr>
        <p:spPr>
          <a:xfrm>
            <a:off x="2647800" y="2565360"/>
            <a:ext cx="8622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54" name=""/>
          <p:cNvSpPr/>
          <p:nvPr/>
        </p:nvSpPr>
        <p:spPr>
          <a:xfrm>
            <a:off x="3621240" y="1814400"/>
            <a:ext cx="861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55" name=""/>
          <p:cNvSpPr/>
          <p:nvPr/>
        </p:nvSpPr>
        <p:spPr>
          <a:xfrm>
            <a:off x="4853160" y="1874880"/>
            <a:ext cx="8650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56" name=""/>
          <p:cNvSpPr/>
          <p:nvPr/>
        </p:nvSpPr>
        <p:spPr>
          <a:xfrm>
            <a:off x="5613480" y="2778120"/>
            <a:ext cx="861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57" name=""/>
          <p:cNvSpPr/>
          <p:nvPr/>
        </p:nvSpPr>
        <p:spPr>
          <a:xfrm>
            <a:off x="5656320" y="3960720"/>
            <a:ext cx="861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58" name=""/>
          <p:cNvSpPr/>
          <p:nvPr/>
        </p:nvSpPr>
        <p:spPr>
          <a:xfrm>
            <a:off x="4659480" y="4845240"/>
            <a:ext cx="861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59" name=""/>
          <p:cNvSpPr/>
          <p:nvPr/>
        </p:nvSpPr>
        <p:spPr>
          <a:xfrm>
            <a:off x="3359160" y="4732200"/>
            <a:ext cx="861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60" name=""/>
          <p:cNvSpPr/>
          <p:nvPr/>
        </p:nvSpPr>
        <p:spPr>
          <a:xfrm>
            <a:off x="2514600" y="3737160"/>
            <a:ext cx="861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6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26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C7E02F0-1F2D-480B-AAC1-5CD24BCB9328}" type="slidenum">
              <a:t>66</a:t>
            </a:fld>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263" name=""/>
          <p:cNvGrpSpPr/>
          <p:nvPr/>
        </p:nvGrpSpPr>
        <p:grpSpPr>
          <a:xfrm>
            <a:off x="1822320" y="1146240"/>
            <a:ext cx="5100840" cy="4444920"/>
            <a:chOff x="1822320" y="1146240"/>
            <a:chExt cx="5100840" cy="4444920"/>
          </a:xfrm>
        </p:grpSpPr>
        <p:sp>
          <p:nvSpPr>
            <p:cNvPr id="1264" name=""/>
            <p:cNvSpPr/>
            <p:nvPr/>
          </p:nvSpPr>
          <p:spPr>
            <a:xfrm>
              <a:off x="5570640" y="2560680"/>
              <a:ext cx="1352520" cy="1836720"/>
            </a:xfrm>
            <a:custGeom>
              <a:avLst/>
              <a:gdLst/>
              <a:ahLst/>
              <a:rect l="l" t="t" r="r" b="b"/>
              <a:pathLst>
                <a:path w="852" h="1157">
                  <a:moveTo>
                    <a:pt x="263" y="1156"/>
                  </a:moveTo>
                  <a:lnTo>
                    <a:pt x="851" y="1143"/>
                  </a:lnTo>
                  <a:lnTo>
                    <a:pt x="668" y="1032"/>
                  </a:lnTo>
                  <a:lnTo>
                    <a:pt x="703" y="958"/>
                  </a:lnTo>
                  <a:lnTo>
                    <a:pt x="733" y="882"/>
                  </a:lnTo>
                  <a:lnTo>
                    <a:pt x="758" y="804"/>
                  </a:lnTo>
                  <a:lnTo>
                    <a:pt x="775" y="723"/>
                  </a:lnTo>
                  <a:lnTo>
                    <a:pt x="790" y="642"/>
                  </a:lnTo>
                  <a:lnTo>
                    <a:pt x="798" y="561"/>
                  </a:lnTo>
                  <a:lnTo>
                    <a:pt x="801" y="478"/>
                  </a:lnTo>
                  <a:lnTo>
                    <a:pt x="798" y="395"/>
                  </a:lnTo>
                  <a:lnTo>
                    <a:pt x="789" y="314"/>
                  </a:lnTo>
                  <a:lnTo>
                    <a:pt x="775" y="233"/>
                  </a:lnTo>
                  <a:lnTo>
                    <a:pt x="756" y="153"/>
                  </a:lnTo>
                  <a:lnTo>
                    <a:pt x="730" y="75"/>
                  </a:lnTo>
                  <a:lnTo>
                    <a:pt x="701" y="0"/>
                  </a:lnTo>
                  <a:lnTo>
                    <a:pt x="545" y="296"/>
                  </a:lnTo>
                  <a:lnTo>
                    <a:pt x="208" y="291"/>
                  </a:lnTo>
                  <a:lnTo>
                    <a:pt x="222" y="345"/>
                  </a:lnTo>
                  <a:lnTo>
                    <a:pt x="231" y="402"/>
                  </a:lnTo>
                  <a:lnTo>
                    <a:pt x="235" y="459"/>
                  </a:lnTo>
                  <a:lnTo>
                    <a:pt x="234" y="514"/>
                  </a:lnTo>
                  <a:lnTo>
                    <a:pt x="229" y="571"/>
                  </a:lnTo>
                  <a:lnTo>
                    <a:pt x="217" y="627"/>
                  </a:lnTo>
                  <a:lnTo>
                    <a:pt x="203" y="683"/>
                  </a:lnTo>
                  <a:lnTo>
                    <a:pt x="181" y="734"/>
                  </a:lnTo>
                  <a:lnTo>
                    <a:pt x="0" y="628"/>
                  </a:lnTo>
                  <a:lnTo>
                    <a:pt x="263" y="115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65" name=""/>
            <p:cNvSpPr/>
            <p:nvPr/>
          </p:nvSpPr>
          <p:spPr>
            <a:xfrm>
              <a:off x="5072040" y="1436760"/>
              <a:ext cx="1760400" cy="1527120"/>
            </a:xfrm>
            <a:custGeom>
              <a:avLst/>
              <a:gdLst/>
              <a:ahLst/>
              <a:rect l="l" t="t" r="r" b="b"/>
              <a:pathLst>
                <a:path w="1109" h="962">
                  <a:moveTo>
                    <a:pt x="246" y="959"/>
                  </a:moveTo>
                  <a:lnTo>
                    <a:pt x="839" y="961"/>
                  </a:lnTo>
                  <a:lnTo>
                    <a:pt x="934" y="786"/>
                  </a:lnTo>
                  <a:lnTo>
                    <a:pt x="1023" y="611"/>
                  </a:lnTo>
                  <a:lnTo>
                    <a:pt x="1108" y="429"/>
                  </a:lnTo>
                  <a:lnTo>
                    <a:pt x="930" y="539"/>
                  </a:lnTo>
                  <a:lnTo>
                    <a:pt x="885" y="471"/>
                  </a:lnTo>
                  <a:lnTo>
                    <a:pt x="837" y="406"/>
                  </a:lnTo>
                  <a:lnTo>
                    <a:pt x="783" y="344"/>
                  </a:lnTo>
                  <a:lnTo>
                    <a:pt x="724" y="287"/>
                  </a:lnTo>
                  <a:lnTo>
                    <a:pt x="663" y="235"/>
                  </a:lnTo>
                  <a:lnTo>
                    <a:pt x="598" y="188"/>
                  </a:lnTo>
                  <a:lnTo>
                    <a:pt x="530" y="145"/>
                  </a:lnTo>
                  <a:lnTo>
                    <a:pt x="460" y="107"/>
                  </a:lnTo>
                  <a:lnTo>
                    <a:pt x="387" y="75"/>
                  </a:lnTo>
                  <a:lnTo>
                    <a:pt x="311" y="48"/>
                  </a:lnTo>
                  <a:lnTo>
                    <a:pt x="236" y="27"/>
                  </a:lnTo>
                  <a:lnTo>
                    <a:pt x="158" y="12"/>
                  </a:lnTo>
                  <a:lnTo>
                    <a:pt x="79" y="2"/>
                  </a:lnTo>
                  <a:lnTo>
                    <a:pt x="0" y="0"/>
                  </a:lnTo>
                  <a:lnTo>
                    <a:pt x="210" y="277"/>
                  </a:lnTo>
                  <a:lnTo>
                    <a:pt x="80" y="601"/>
                  </a:lnTo>
                  <a:lnTo>
                    <a:pt x="134" y="614"/>
                  </a:lnTo>
                  <a:lnTo>
                    <a:pt x="186" y="631"/>
                  </a:lnTo>
                  <a:lnTo>
                    <a:pt x="236" y="654"/>
                  </a:lnTo>
                  <a:lnTo>
                    <a:pt x="283" y="681"/>
                  </a:lnTo>
                  <a:lnTo>
                    <a:pt x="328" y="715"/>
                  </a:lnTo>
                  <a:lnTo>
                    <a:pt x="370" y="752"/>
                  </a:lnTo>
                  <a:lnTo>
                    <a:pt x="408" y="792"/>
                  </a:lnTo>
                  <a:lnTo>
                    <a:pt x="446" y="837"/>
                  </a:lnTo>
                  <a:lnTo>
                    <a:pt x="246" y="95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66" name=""/>
            <p:cNvSpPr/>
            <p:nvPr/>
          </p:nvSpPr>
          <p:spPr>
            <a:xfrm>
              <a:off x="1822320" y="1146240"/>
              <a:ext cx="3502080" cy="1744560"/>
            </a:xfrm>
            <a:custGeom>
              <a:avLst/>
              <a:gdLst/>
              <a:ahLst/>
              <a:rect l="l" t="t" r="r" b="b"/>
              <a:pathLst>
                <a:path w="2206" h="1099">
                  <a:moveTo>
                    <a:pt x="0" y="864"/>
                  </a:moveTo>
                  <a:lnTo>
                    <a:pt x="1339" y="864"/>
                  </a:lnTo>
                  <a:lnTo>
                    <a:pt x="1552" y="1098"/>
                  </a:lnTo>
                  <a:lnTo>
                    <a:pt x="1587" y="1045"/>
                  </a:lnTo>
                  <a:lnTo>
                    <a:pt x="1625" y="996"/>
                  </a:lnTo>
                  <a:lnTo>
                    <a:pt x="1666" y="948"/>
                  </a:lnTo>
                  <a:lnTo>
                    <a:pt x="1711" y="906"/>
                  </a:lnTo>
                  <a:lnTo>
                    <a:pt x="1754" y="872"/>
                  </a:lnTo>
                  <a:lnTo>
                    <a:pt x="1800" y="845"/>
                  </a:lnTo>
                  <a:lnTo>
                    <a:pt x="1850" y="822"/>
                  </a:lnTo>
                  <a:lnTo>
                    <a:pt x="1900" y="803"/>
                  </a:lnTo>
                  <a:lnTo>
                    <a:pt x="1953" y="790"/>
                  </a:lnTo>
                  <a:lnTo>
                    <a:pt x="1983" y="1013"/>
                  </a:lnTo>
                  <a:lnTo>
                    <a:pt x="2205" y="471"/>
                  </a:lnTo>
                  <a:lnTo>
                    <a:pt x="1872" y="0"/>
                  </a:lnTo>
                  <a:lnTo>
                    <a:pt x="1873" y="196"/>
                  </a:lnTo>
                  <a:lnTo>
                    <a:pt x="0" y="196"/>
                  </a:lnTo>
                  <a:lnTo>
                    <a:pt x="0" y="86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67" name=""/>
            <p:cNvSpPr/>
            <p:nvPr/>
          </p:nvSpPr>
          <p:spPr>
            <a:xfrm>
              <a:off x="4724280" y="3909960"/>
              <a:ext cx="1770120" cy="1681200"/>
            </a:xfrm>
            <a:custGeom>
              <a:avLst/>
              <a:gdLst/>
              <a:ahLst/>
              <a:rect l="l" t="t" r="r" b="b"/>
              <a:pathLst>
                <a:path w="1115" h="1059">
                  <a:moveTo>
                    <a:pt x="0" y="529"/>
                  </a:moveTo>
                  <a:lnTo>
                    <a:pt x="279" y="1058"/>
                  </a:lnTo>
                  <a:lnTo>
                    <a:pt x="279" y="815"/>
                  </a:lnTo>
                  <a:lnTo>
                    <a:pt x="353" y="808"/>
                  </a:lnTo>
                  <a:lnTo>
                    <a:pt x="429" y="795"/>
                  </a:lnTo>
                  <a:lnTo>
                    <a:pt x="502" y="777"/>
                  </a:lnTo>
                  <a:lnTo>
                    <a:pt x="573" y="754"/>
                  </a:lnTo>
                  <a:lnTo>
                    <a:pt x="643" y="726"/>
                  </a:lnTo>
                  <a:lnTo>
                    <a:pt x="712" y="693"/>
                  </a:lnTo>
                  <a:lnTo>
                    <a:pt x="778" y="655"/>
                  </a:lnTo>
                  <a:lnTo>
                    <a:pt x="843" y="613"/>
                  </a:lnTo>
                  <a:lnTo>
                    <a:pt x="901" y="564"/>
                  </a:lnTo>
                  <a:lnTo>
                    <a:pt x="961" y="513"/>
                  </a:lnTo>
                  <a:lnTo>
                    <a:pt x="1015" y="456"/>
                  </a:lnTo>
                  <a:lnTo>
                    <a:pt x="1068" y="395"/>
                  </a:lnTo>
                  <a:lnTo>
                    <a:pt x="1114" y="333"/>
                  </a:lnTo>
                  <a:lnTo>
                    <a:pt x="776" y="352"/>
                  </a:lnTo>
                  <a:lnTo>
                    <a:pt x="623" y="36"/>
                  </a:lnTo>
                  <a:lnTo>
                    <a:pt x="591" y="69"/>
                  </a:lnTo>
                  <a:lnTo>
                    <a:pt x="557" y="98"/>
                  </a:lnTo>
                  <a:lnTo>
                    <a:pt x="516" y="128"/>
                  </a:lnTo>
                  <a:lnTo>
                    <a:pt x="472" y="157"/>
                  </a:lnTo>
                  <a:lnTo>
                    <a:pt x="425" y="178"/>
                  </a:lnTo>
                  <a:lnTo>
                    <a:pt x="379" y="197"/>
                  </a:lnTo>
                  <a:lnTo>
                    <a:pt x="330" y="211"/>
                  </a:lnTo>
                  <a:lnTo>
                    <a:pt x="279" y="220"/>
                  </a:lnTo>
                  <a:lnTo>
                    <a:pt x="279" y="0"/>
                  </a:lnTo>
                  <a:lnTo>
                    <a:pt x="0" y="52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68" name=""/>
            <p:cNvSpPr/>
            <p:nvPr/>
          </p:nvSpPr>
          <p:spPr>
            <a:xfrm>
              <a:off x="3220920" y="3699000"/>
              <a:ext cx="1684440" cy="1501560"/>
            </a:xfrm>
            <a:custGeom>
              <a:avLst/>
              <a:gdLst/>
              <a:ahLst/>
              <a:rect l="l" t="t" r="r" b="b"/>
              <a:pathLst>
                <a:path w="1061" h="946">
                  <a:moveTo>
                    <a:pt x="372" y="0"/>
                  </a:moveTo>
                  <a:lnTo>
                    <a:pt x="0" y="477"/>
                  </a:lnTo>
                  <a:lnTo>
                    <a:pt x="207" y="395"/>
                  </a:lnTo>
                  <a:lnTo>
                    <a:pt x="252" y="466"/>
                  </a:lnTo>
                  <a:lnTo>
                    <a:pt x="302" y="531"/>
                  </a:lnTo>
                  <a:lnTo>
                    <a:pt x="354" y="592"/>
                  </a:lnTo>
                  <a:lnTo>
                    <a:pt x="410" y="649"/>
                  </a:lnTo>
                  <a:lnTo>
                    <a:pt x="471" y="703"/>
                  </a:lnTo>
                  <a:lnTo>
                    <a:pt x="535" y="751"/>
                  </a:lnTo>
                  <a:lnTo>
                    <a:pt x="602" y="795"/>
                  </a:lnTo>
                  <a:lnTo>
                    <a:pt x="670" y="833"/>
                  </a:lnTo>
                  <a:lnTo>
                    <a:pt x="745" y="867"/>
                  </a:lnTo>
                  <a:lnTo>
                    <a:pt x="818" y="894"/>
                  </a:lnTo>
                  <a:lnTo>
                    <a:pt x="894" y="917"/>
                  </a:lnTo>
                  <a:lnTo>
                    <a:pt x="970" y="934"/>
                  </a:lnTo>
                  <a:lnTo>
                    <a:pt x="1048" y="945"/>
                  </a:lnTo>
                  <a:lnTo>
                    <a:pt x="896" y="669"/>
                  </a:lnTo>
                  <a:lnTo>
                    <a:pt x="1060" y="347"/>
                  </a:lnTo>
                  <a:lnTo>
                    <a:pt x="1004" y="334"/>
                  </a:lnTo>
                  <a:lnTo>
                    <a:pt x="951" y="315"/>
                  </a:lnTo>
                  <a:lnTo>
                    <a:pt x="898" y="290"/>
                  </a:lnTo>
                  <a:lnTo>
                    <a:pt x="850" y="260"/>
                  </a:lnTo>
                  <a:lnTo>
                    <a:pt x="802" y="223"/>
                  </a:lnTo>
                  <a:lnTo>
                    <a:pt x="761" y="184"/>
                  </a:lnTo>
                  <a:lnTo>
                    <a:pt x="938" y="113"/>
                  </a:lnTo>
                  <a:lnTo>
                    <a:pt x="372"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69" name=""/>
            <p:cNvSpPr/>
            <p:nvPr/>
          </p:nvSpPr>
          <p:spPr>
            <a:xfrm>
              <a:off x="3133800" y="2413080"/>
              <a:ext cx="1374840" cy="1674720"/>
            </a:xfrm>
            <a:custGeom>
              <a:avLst/>
              <a:gdLst/>
              <a:ahLst/>
              <a:rect l="l" t="t" r="r" b="b"/>
              <a:pathLst>
                <a:path w="866" h="1055">
                  <a:moveTo>
                    <a:pt x="571" y="0"/>
                  </a:moveTo>
                  <a:lnTo>
                    <a:pt x="0" y="1"/>
                  </a:lnTo>
                  <a:lnTo>
                    <a:pt x="178" y="111"/>
                  </a:lnTo>
                  <a:lnTo>
                    <a:pt x="153" y="187"/>
                  </a:lnTo>
                  <a:lnTo>
                    <a:pt x="130" y="264"/>
                  </a:lnTo>
                  <a:lnTo>
                    <a:pt x="113" y="343"/>
                  </a:lnTo>
                  <a:lnTo>
                    <a:pt x="100" y="423"/>
                  </a:lnTo>
                  <a:lnTo>
                    <a:pt x="94" y="504"/>
                  </a:lnTo>
                  <a:lnTo>
                    <a:pt x="93" y="583"/>
                  </a:lnTo>
                  <a:lnTo>
                    <a:pt x="95" y="664"/>
                  </a:lnTo>
                  <a:lnTo>
                    <a:pt x="104" y="744"/>
                  </a:lnTo>
                  <a:lnTo>
                    <a:pt x="118" y="824"/>
                  </a:lnTo>
                  <a:lnTo>
                    <a:pt x="136" y="903"/>
                  </a:lnTo>
                  <a:lnTo>
                    <a:pt x="159" y="979"/>
                  </a:lnTo>
                  <a:lnTo>
                    <a:pt x="189" y="1054"/>
                  </a:lnTo>
                  <a:lnTo>
                    <a:pt x="412" y="766"/>
                  </a:lnTo>
                  <a:lnTo>
                    <a:pt x="702" y="816"/>
                  </a:lnTo>
                  <a:lnTo>
                    <a:pt x="681" y="760"/>
                  </a:lnTo>
                  <a:lnTo>
                    <a:pt x="666" y="705"/>
                  </a:lnTo>
                  <a:lnTo>
                    <a:pt x="658" y="647"/>
                  </a:lnTo>
                  <a:lnTo>
                    <a:pt x="652" y="588"/>
                  </a:lnTo>
                  <a:lnTo>
                    <a:pt x="652" y="529"/>
                  </a:lnTo>
                  <a:lnTo>
                    <a:pt x="660" y="470"/>
                  </a:lnTo>
                  <a:lnTo>
                    <a:pt x="672" y="413"/>
                  </a:lnTo>
                  <a:lnTo>
                    <a:pt x="865" y="531"/>
                  </a:lnTo>
                  <a:lnTo>
                    <a:pt x="571"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270" name=""/>
          <p:cNvSpPr/>
          <p:nvPr/>
        </p:nvSpPr>
        <p:spPr>
          <a:xfrm>
            <a:off x="1960560" y="1873440"/>
            <a:ext cx="30560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7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INCOMING</a:t>
            </a:r>
            <a:endParaRPr b="1" lang="en-US" sz="1900" spc="-1" strike="noStrike">
              <a:solidFill>
                <a:srgbClr val="000000"/>
              </a:solidFill>
              <a:latin typeface="Arial"/>
            </a:endParaRPr>
          </a:p>
        </p:txBody>
      </p:sp>
      <p:sp>
        <p:nvSpPr>
          <p:cNvPr id="1272" name=""/>
          <p:cNvSpPr/>
          <p:nvPr/>
        </p:nvSpPr>
        <p:spPr>
          <a:xfrm>
            <a:off x="5376960" y="2133720"/>
            <a:ext cx="1023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73" name=""/>
          <p:cNvSpPr/>
          <p:nvPr/>
        </p:nvSpPr>
        <p:spPr>
          <a:xfrm>
            <a:off x="5846760" y="3448080"/>
            <a:ext cx="1023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74" name=""/>
          <p:cNvSpPr/>
          <p:nvPr/>
        </p:nvSpPr>
        <p:spPr>
          <a:xfrm>
            <a:off x="4995720" y="4538520"/>
            <a:ext cx="10242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75" name=""/>
          <p:cNvSpPr/>
          <p:nvPr/>
        </p:nvSpPr>
        <p:spPr>
          <a:xfrm>
            <a:off x="3687840" y="4248360"/>
            <a:ext cx="1023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76" name=""/>
          <p:cNvSpPr/>
          <p:nvPr/>
        </p:nvSpPr>
        <p:spPr>
          <a:xfrm>
            <a:off x="3243240" y="3003480"/>
            <a:ext cx="10238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7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27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0F56DA67-8951-4C61-AF20-6901E392A4D8}" type="slidenum">
              <a:t>67</a:t>
            </a:fld>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79" name=""/>
          <p:cNvSpPr/>
          <p:nvPr/>
        </p:nvSpPr>
        <p:spPr>
          <a:xfrm>
            <a:off x="4570560" y="5189400"/>
            <a:ext cx="1508040" cy="613080"/>
          </a:xfrm>
          <a:custGeom>
            <a:avLst/>
            <a:gdLst/>
            <a:ahLst/>
            <a:rect l="l" t="t" r="r" b="b"/>
            <a:pathLst>
              <a:path w="950" h="386">
                <a:moveTo>
                  <a:pt x="949" y="0"/>
                </a:moveTo>
                <a:lnTo>
                  <a:pt x="920" y="38"/>
                </a:lnTo>
                <a:lnTo>
                  <a:pt x="891" y="78"/>
                </a:lnTo>
                <a:lnTo>
                  <a:pt x="859" y="114"/>
                </a:lnTo>
                <a:lnTo>
                  <a:pt x="826" y="149"/>
                </a:lnTo>
                <a:lnTo>
                  <a:pt x="791" y="183"/>
                </a:lnTo>
                <a:lnTo>
                  <a:pt x="754" y="215"/>
                </a:lnTo>
                <a:lnTo>
                  <a:pt x="716" y="244"/>
                </a:lnTo>
                <a:lnTo>
                  <a:pt x="678" y="272"/>
                </a:lnTo>
                <a:lnTo>
                  <a:pt x="638" y="297"/>
                </a:lnTo>
                <a:lnTo>
                  <a:pt x="596" y="319"/>
                </a:lnTo>
                <a:lnTo>
                  <a:pt x="556" y="339"/>
                </a:lnTo>
                <a:lnTo>
                  <a:pt x="515" y="356"/>
                </a:lnTo>
                <a:lnTo>
                  <a:pt x="475" y="370"/>
                </a:lnTo>
                <a:lnTo>
                  <a:pt x="434" y="382"/>
                </a:lnTo>
                <a:lnTo>
                  <a:pt x="388" y="385"/>
                </a:lnTo>
                <a:lnTo>
                  <a:pt x="343" y="385"/>
                </a:lnTo>
                <a:lnTo>
                  <a:pt x="301" y="381"/>
                </a:lnTo>
                <a:lnTo>
                  <a:pt x="258" y="374"/>
                </a:lnTo>
                <a:lnTo>
                  <a:pt x="218" y="365"/>
                </a:lnTo>
                <a:lnTo>
                  <a:pt x="180" y="352"/>
                </a:lnTo>
                <a:lnTo>
                  <a:pt x="144" y="337"/>
                </a:lnTo>
                <a:lnTo>
                  <a:pt x="111" y="317"/>
                </a:lnTo>
                <a:lnTo>
                  <a:pt x="79" y="296"/>
                </a:lnTo>
                <a:lnTo>
                  <a:pt x="50" y="271"/>
                </a:lnTo>
                <a:lnTo>
                  <a:pt x="23" y="244"/>
                </a:lnTo>
                <a:lnTo>
                  <a:pt x="0" y="215"/>
                </a:lnTo>
                <a:lnTo>
                  <a:pt x="45" y="177"/>
                </a:lnTo>
                <a:lnTo>
                  <a:pt x="87" y="138"/>
                </a:lnTo>
                <a:lnTo>
                  <a:pt x="128" y="94"/>
                </a:lnTo>
                <a:lnTo>
                  <a:pt x="165" y="49"/>
                </a:lnTo>
                <a:lnTo>
                  <a:pt x="201" y="0"/>
                </a:lnTo>
                <a:lnTo>
                  <a:pt x="949" y="0"/>
                </a:lnTo>
              </a:path>
            </a:pathLst>
          </a:custGeom>
          <a:solidFill>
            <a:srgbClr val="ffffff">
              <a:alpha val="50000"/>
            </a:srgbClr>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80" name=""/>
          <p:cNvSpPr/>
          <p:nvPr/>
        </p:nvSpPr>
        <p:spPr>
          <a:xfrm>
            <a:off x="4635360" y="1463760"/>
            <a:ext cx="1590840" cy="826920"/>
          </a:xfrm>
          <a:custGeom>
            <a:avLst/>
            <a:gdLst/>
            <a:ahLst/>
            <a:rect l="l" t="t" r="r" b="b"/>
            <a:pathLst>
              <a:path w="1002" h="521">
                <a:moveTo>
                  <a:pt x="1001" y="520"/>
                </a:moveTo>
                <a:lnTo>
                  <a:pt x="977" y="476"/>
                </a:lnTo>
                <a:lnTo>
                  <a:pt x="950" y="434"/>
                </a:lnTo>
                <a:lnTo>
                  <a:pt x="920" y="394"/>
                </a:lnTo>
                <a:lnTo>
                  <a:pt x="890" y="353"/>
                </a:lnTo>
                <a:lnTo>
                  <a:pt x="858" y="315"/>
                </a:lnTo>
                <a:lnTo>
                  <a:pt x="823" y="276"/>
                </a:lnTo>
                <a:lnTo>
                  <a:pt x="786" y="241"/>
                </a:lnTo>
                <a:lnTo>
                  <a:pt x="749" y="207"/>
                </a:lnTo>
                <a:lnTo>
                  <a:pt x="709" y="175"/>
                </a:lnTo>
                <a:lnTo>
                  <a:pt x="670" y="146"/>
                </a:lnTo>
                <a:lnTo>
                  <a:pt x="629" y="119"/>
                </a:lnTo>
                <a:lnTo>
                  <a:pt x="588" y="93"/>
                </a:lnTo>
                <a:lnTo>
                  <a:pt x="546" y="71"/>
                </a:lnTo>
                <a:lnTo>
                  <a:pt x="505" y="52"/>
                </a:lnTo>
                <a:lnTo>
                  <a:pt x="463" y="35"/>
                </a:lnTo>
                <a:lnTo>
                  <a:pt x="423" y="22"/>
                </a:lnTo>
                <a:lnTo>
                  <a:pt x="381" y="11"/>
                </a:lnTo>
                <a:lnTo>
                  <a:pt x="341" y="4"/>
                </a:lnTo>
                <a:lnTo>
                  <a:pt x="303" y="0"/>
                </a:lnTo>
                <a:lnTo>
                  <a:pt x="266" y="0"/>
                </a:lnTo>
                <a:lnTo>
                  <a:pt x="229" y="1"/>
                </a:lnTo>
                <a:lnTo>
                  <a:pt x="195" y="7"/>
                </a:lnTo>
                <a:lnTo>
                  <a:pt x="163" y="15"/>
                </a:lnTo>
                <a:lnTo>
                  <a:pt x="132" y="25"/>
                </a:lnTo>
                <a:lnTo>
                  <a:pt x="103" y="40"/>
                </a:lnTo>
                <a:lnTo>
                  <a:pt x="77" y="58"/>
                </a:lnTo>
                <a:lnTo>
                  <a:pt x="54" y="78"/>
                </a:lnTo>
                <a:lnTo>
                  <a:pt x="33" y="103"/>
                </a:lnTo>
                <a:lnTo>
                  <a:pt x="14" y="127"/>
                </a:lnTo>
                <a:lnTo>
                  <a:pt x="0" y="155"/>
                </a:lnTo>
                <a:lnTo>
                  <a:pt x="45" y="210"/>
                </a:lnTo>
                <a:lnTo>
                  <a:pt x="89" y="268"/>
                </a:lnTo>
                <a:lnTo>
                  <a:pt x="130" y="326"/>
                </a:lnTo>
                <a:lnTo>
                  <a:pt x="169" y="388"/>
                </a:lnTo>
                <a:lnTo>
                  <a:pt x="203" y="453"/>
                </a:lnTo>
                <a:lnTo>
                  <a:pt x="236" y="520"/>
                </a:lnTo>
                <a:lnTo>
                  <a:pt x="1001" y="520"/>
                </a:lnTo>
              </a:path>
            </a:pathLst>
          </a:custGeom>
          <a:solidFill>
            <a:srgbClr val="ffffff">
              <a:alpha val="50000"/>
            </a:srgbClr>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81" name=""/>
          <p:cNvSpPr/>
          <p:nvPr/>
        </p:nvSpPr>
        <p:spPr>
          <a:xfrm>
            <a:off x="2327400" y="2440080"/>
            <a:ext cx="1888920" cy="2168280"/>
          </a:xfrm>
          <a:custGeom>
            <a:avLst/>
            <a:gdLst/>
            <a:ahLst/>
            <a:rect l="l" t="t" r="r" b="b"/>
            <a:pathLst>
              <a:path w="1190" h="1366">
                <a:moveTo>
                  <a:pt x="671" y="0"/>
                </a:moveTo>
                <a:lnTo>
                  <a:pt x="0" y="372"/>
                </a:lnTo>
                <a:lnTo>
                  <a:pt x="238" y="382"/>
                </a:lnTo>
                <a:lnTo>
                  <a:pt x="224" y="465"/>
                </a:lnTo>
                <a:lnTo>
                  <a:pt x="214" y="546"/>
                </a:lnTo>
                <a:lnTo>
                  <a:pt x="206" y="629"/>
                </a:lnTo>
                <a:lnTo>
                  <a:pt x="202" y="711"/>
                </a:lnTo>
                <a:lnTo>
                  <a:pt x="202" y="794"/>
                </a:lnTo>
                <a:lnTo>
                  <a:pt x="206" y="878"/>
                </a:lnTo>
                <a:lnTo>
                  <a:pt x="213" y="960"/>
                </a:lnTo>
                <a:lnTo>
                  <a:pt x="223" y="1043"/>
                </a:lnTo>
                <a:lnTo>
                  <a:pt x="238" y="1125"/>
                </a:lnTo>
                <a:lnTo>
                  <a:pt x="253" y="1206"/>
                </a:lnTo>
                <a:lnTo>
                  <a:pt x="274" y="1286"/>
                </a:lnTo>
                <a:lnTo>
                  <a:pt x="298" y="1365"/>
                </a:lnTo>
                <a:lnTo>
                  <a:pt x="1044" y="1365"/>
                </a:lnTo>
                <a:lnTo>
                  <a:pt x="1023" y="1270"/>
                </a:lnTo>
                <a:lnTo>
                  <a:pt x="1006" y="1175"/>
                </a:lnTo>
                <a:lnTo>
                  <a:pt x="991" y="1079"/>
                </a:lnTo>
                <a:lnTo>
                  <a:pt x="980" y="984"/>
                </a:lnTo>
                <a:lnTo>
                  <a:pt x="972" y="887"/>
                </a:lnTo>
                <a:lnTo>
                  <a:pt x="967" y="788"/>
                </a:lnTo>
                <a:lnTo>
                  <a:pt x="967" y="693"/>
                </a:lnTo>
                <a:lnTo>
                  <a:pt x="969" y="594"/>
                </a:lnTo>
                <a:lnTo>
                  <a:pt x="975" y="497"/>
                </a:lnTo>
                <a:lnTo>
                  <a:pt x="985" y="400"/>
                </a:lnTo>
                <a:lnTo>
                  <a:pt x="1189" y="400"/>
                </a:lnTo>
                <a:lnTo>
                  <a:pt x="671"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82" name=""/>
          <p:cNvSpPr/>
          <p:nvPr/>
        </p:nvSpPr>
        <p:spPr>
          <a:xfrm>
            <a:off x="2762280" y="1463760"/>
            <a:ext cx="2378160" cy="1284120"/>
          </a:xfrm>
          <a:custGeom>
            <a:avLst/>
            <a:gdLst/>
            <a:ahLst/>
            <a:rect l="l" t="t" r="r" b="b"/>
            <a:pathLst>
              <a:path w="1498" h="809">
                <a:moveTo>
                  <a:pt x="662" y="0"/>
                </a:moveTo>
                <a:lnTo>
                  <a:pt x="607" y="21"/>
                </a:lnTo>
                <a:lnTo>
                  <a:pt x="553" y="46"/>
                </a:lnTo>
                <a:lnTo>
                  <a:pt x="501" y="76"/>
                </a:lnTo>
                <a:lnTo>
                  <a:pt x="450" y="108"/>
                </a:lnTo>
                <a:lnTo>
                  <a:pt x="400" y="144"/>
                </a:lnTo>
                <a:lnTo>
                  <a:pt x="353" y="182"/>
                </a:lnTo>
                <a:lnTo>
                  <a:pt x="307" y="224"/>
                </a:lnTo>
                <a:lnTo>
                  <a:pt x="265" y="268"/>
                </a:lnTo>
                <a:lnTo>
                  <a:pt x="224" y="316"/>
                </a:lnTo>
                <a:lnTo>
                  <a:pt x="187" y="366"/>
                </a:lnTo>
                <a:lnTo>
                  <a:pt x="151" y="418"/>
                </a:lnTo>
                <a:lnTo>
                  <a:pt x="118" y="473"/>
                </a:lnTo>
                <a:lnTo>
                  <a:pt x="89" y="529"/>
                </a:lnTo>
                <a:lnTo>
                  <a:pt x="61" y="587"/>
                </a:lnTo>
                <a:lnTo>
                  <a:pt x="38" y="647"/>
                </a:lnTo>
                <a:lnTo>
                  <a:pt x="17" y="710"/>
                </a:lnTo>
                <a:lnTo>
                  <a:pt x="0" y="771"/>
                </a:lnTo>
                <a:lnTo>
                  <a:pt x="136" y="702"/>
                </a:lnTo>
                <a:lnTo>
                  <a:pt x="271" y="630"/>
                </a:lnTo>
                <a:lnTo>
                  <a:pt x="405" y="557"/>
                </a:lnTo>
                <a:lnTo>
                  <a:pt x="517" y="638"/>
                </a:lnTo>
                <a:lnTo>
                  <a:pt x="625" y="721"/>
                </a:lnTo>
                <a:lnTo>
                  <a:pt x="732" y="808"/>
                </a:lnTo>
                <a:lnTo>
                  <a:pt x="756" y="740"/>
                </a:lnTo>
                <a:lnTo>
                  <a:pt x="782" y="675"/>
                </a:lnTo>
                <a:lnTo>
                  <a:pt x="812" y="611"/>
                </a:lnTo>
                <a:lnTo>
                  <a:pt x="844" y="549"/>
                </a:lnTo>
                <a:lnTo>
                  <a:pt x="881" y="489"/>
                </a:lnTo>
                <a:lnTo>
                  <a:pt x="919" y="432"/>
                </a:lnTo>
                <a:lnTo>
                  <a:pt x="961" y="377"/>
                </a:lnTo>
                <a:lnTo>
                  <a:pt x="1004" y="324"/>
                </a:lnTo>
                <a:lnTo>
                  <a:pt x="1051" y="275"/>
                </a:lnTo>
                <a:lnTo>
                  <a:pt x="1101" y="229"/>
                </a:lnTo>
                <a:lnTo>
                  <a:pt x="1151" y="186"/>
                </a:lnTo>
                <a:lnTo>
                  <a:pt x="1205" y="146"/>
                </a:lnTo>
                <a:lnTo>
                  <a:pt x="1260" y="110"/>
                </a:lnTo>
                <a:lnTo>
                  <a:pt x="1318" y="76"/>
                </a:lnTo>
                <a:lnTo>
                  <a:pt x="1377" y="46"/>
                </a:lnTo>
                <a:lnTo>
                  <a:pt x="1436" y="21"/>
                </a:lnTo>
                <a:lnTo>
                  <a:pt x="1497" y="0"/>
                </a:lnTo>
                <a:lnTo>
                  <a:pt x="662"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83" name=""/>
          <p:cNvSpPr/>
          <p:nvPr/>
        </p:nvSpPr>
        <p:spPr>
          <a:xfrm>
            <a:off x="2820960" y="4667400"/>
            <a:ext cx="2327400" cy="1135080"/>
          </a:xfrm>
          <a:custGeom>
            <a:avLst/>
            <a:gdLst/>
            <a:ahLst/>
            <a:rect l="l" t="t" r="r" b="b"/>
            <a:pathLst>
              <a:path w="1466" h="715">
                <a:moveTo>
                  <a:pt x="721" y="714"/>
                </a:moveTo>
                <a:lnTo>
                  <a:pt x="666" y="699"/>
                </a:lnTo>
                <a:lnTo>
                  <a:pt x="613" y="681"/>
                </a:lnTo>
                <a:lnTo>
                  <a:pt x="560" y="661"/>
                </a:lnTo>
                <a:lnTo>
                  <a:pt x="509" y="636"/>
                </a:lnTo>
                <a:lnTo>
                  <a:pt x="458" y="608"/>
                </a:lnTo>
                <a:lnTo>
                  <a:pt x="410" y="578"/>
                </a:lnTo>
                <a:lnTo>
                  <a:pt x="362" y="543"/>
                </a:lnTo>
                <a:lnTo>
                  <a:pt x="317" y="507"/>
                </a:lnTo>
                <a:lnTo>
                  <a:pt x="274" y="466"/>
                </a:lnTo>
                <a:lnTo>
                  <a:pt x="233" y="423"/>
                </a:lnTo>
                <a:lnTo>
                  <a:pt x="195" y="378"/>
                </a:lnTo>
                <a:lnTo>
                  <a:pt x="158" y="329"/>
                </a:lnTo>
                <a:lnTo>
                  <a:pt x="125" y="280"/>
                </a:lnTo>
                <a:lnTo>
                  <a:pt x="94" y="227"/>
                </a:lnTo>
                <a:lnTo>
                  <a:pt x="66" y="172"/>
                </a:lnTo>
                <a:lnTo>
                  <a:pt x="40" y="116"/>
                </a:lnTo>
                <a:lnTo>
                  <a:pt x="18" y="59"/>
                </a:lnTo>
                <a:lnTo>
                  <a:pt x="0" y="0"/>
                </a:lnTo>
                <a:lnTo>
                  <a:pt x="367" y="2"/>
                </a:lnTo>
                <a:lnTo>
                  <a:pt x="735" y="0"/>
                </a:lnTo>
                <a:lnTo>
                  <a:pt x="757" y="63"/>
                </a:lnTo>
                <a:lnTo>
                  <a:pt x="782" y="123"/>
                </a:lnTo>
                <a:lnTo>
                  <a:pt x="810" y="182"/>
                </a:lnTo>
                <a:lnTo>
                  <a:pt x="840" y="239"/>
                </a:lnTo>
                <a:lnTo>
                  <a:pt x="875" y="294"/>
                </a:lnTo>
                <a:lnTo>
                  <a:pt x="912" y="345"/>
                </a:lnTo>
                <a:lnTo>
                  <a:pt x="952" y="396"/>
                </a:lnTo>
                <a:lnTo>
                  <a:pt x="994" y="442"/>
                </a:lnTo>
                <a:lnTo>
                  <a:pt x="1039" y="486"/>
                </a:lnTo>
                <a:lnTo>
                  <a:pt x="1085" y="527"/>
                </a:lnTo>
                <a:lnTo>
                  <a:pt x="1135" y="564"/>
                </a:lnTo>
                <a:lnTo>
                  <a:pt x="1186" y="598"/>
                </a:lnTo>
                <a:lnTo>
                  <a:pt x="1239" y="628"/>
                </a:lnTo>
                <a:lnTo>
                  <a:pt x="1294" y="656"/>
                </a:lnTo>
                <a:lnTo>
                  <a:pt x="1349" y="678"/>
                </a:lnTo>
                <a:lnTo>
                  <a:pt x="1406" y="697"/>
                </a:lnTo>
                <a:lnTo>
                  <a:pt x="1465" y="714"/>
                </a:lnTo>
                <a:lnTo>
                  <a:pt x="721" y="71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84" name=""/>
          <p:cNvSpPr/>
          <p:nvPr/>
        </p:nvSpPr>
        <p:spPr>
          <a:xfrm>
            <a:off x="5030640" y="2340000"/>
            <a:ext cx="1508400" cy="1495440"/>
          </a:xfrm>
          <a:custGeom>
            <a:avLst/>
            <a:gdLst/>
            <a:ahLst/>
            <a:rect l="l" t="t" r="r" b="b"/>
            <a:pathLst>
              <a:path w="950" h="942">
                <a:moveTo>
                  <a:pt x="946" y="941"/>
                </a:moveTo>
                <a:lnTo>
                  <a:pt x="158" y="941"/>
                </a:lnTo>
                <a:lnTo>
                  <a:pt x="160" y="853"/>
                </a:lnTo>
                <a:lnTo>
                  <a:pt x="160" y="764"/>
                </a:lnTo>
                <a:lnTo>
                  <a:pt x="157" y="676"/>
                </a:lnTo>
                <a:lnTo>
                  <a:pt x="149" y="589"/>
                </a:lnTo>
                <a:lnTo>
                  <a:pt x="138" y="503"/>
                </a:lnTo>
                <a:lnTo>
                  <a:pt x="123" y="416"/>
                </a:lnTo>
                <a:lnTo>
                  <a:pt x="106" y="330"/>
                </a:lnTo>
                <a:lnTo>
                  <a:pt x="84" y="245"/>
                </a:lnTo>
                <a:lnTo>
                  <a:pt x="60" y="162"/>
                </a:lnTo>
                <a:lnTo>
                  <a:pt x="31" y="79"/>
                </a:lnTo>
                <a:lnTo>
                  <a:pt x="0" y="0"/>
                </a:lnTo>
                <a:lnTo>
                  <a:pt x="762" y="0"/>
                </a:lnTo>
                <a:lnTo>
                  <a:pt x="794" y="72"/>
                </a:lnTo>
                <a:lnTo>
                  <a:pt x="824" y="147"/>
                </a:lnTo>
                <a:lnTo>
                  <a:pt x="850" y="222"/>
                </a:lnTo>
                <a:lnTo>
                  <a:pt x="873" y="299"/>
                </a:lnTo>
                <a:lnTo>
                  <a:pt x="892" y="376"/>
                </a:lnTo>
                <a:lnTo>
                  <a:pt x="910" y="456"/>
                </a:lnTo>
                <a:lnTo>
                  <a:pt x="925" y="536"/>
                </a:lnTo>
                <a:lnTo>
                  <a:pt x="935" y="616"/>
                </a:lnTo>
                <a:lnTo>
                  <a:pt x="942" y="697"/>
                </a:lnTo>
                <a:lnTo>
                  <a:pt x="947" y="778"/>
                </a:lnTo>
                <a:lnTo>
                  <a:pt x="949" y="859"/>
                </a:lnTo>
                <a:lnTo>
                  <a:pt x="946" y="941"/>
                </a:lnTo>
              </a:path>
            </a:pathLst>
          </a:custGeom>
          <a:solidFill>
            <a:srgbClr val="ffffff">
              <a:alpha val="50000"/>
            </a:srgbClr>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85" name=""/>
          <p:cNvSpPr/>
          <p:nvPr/>
        </p:nvSpPr>
        <p:spPr>
          <a:xfrm>
            <a:off x="4903920" y="3889440"/>
            <a:ext cx="1619280" cy="1251000"/>
          </a:xfrm>
          <a:custGeom>
            <a:avLst/>
            <a:gdLst/>
            <a:ahLst/>
            <a:rect l="l" t="t" r="r" b="b"/>
            <a:pathLst>
              <a:path w="1020" h="788">
                <a:moveTo>
                  <a:pt x="754" y="787"/>
                </a:moveTo>
                <a:lnTo>
                  <a:pt x="0" y="787"/>
                </a:lnTo>
                <a:lnTo>
                  <a:pt x="34" y="721"/>
                </a:lnTo>
                <a:lnTo>
                  <a:pt x="68" y="654"/>
                </a:lnTo>
                <a:lnTo>
                  <a:pt x="97" y="587"/>
                </a:lnTo>
                <a:lnTo>
                  <a:pt x="125" y="516"/>
                </a:lnTo>
                <a:lnTo>
                  <a:pt x="150" y="445"/>
                </a:lnTo>
                <a:lnTo>
                  <a:pt x="172" y="373"/>
                </a:lnTo>
                <a:lnTo>
                  <a:pt x="191" y="300"/>
                </a:lnTo>
                <a:lnTo>
                  <a:pt x="207" y="225"/>
                </a:lnTo>
                <a:lnTo>
                  <a:pt x="220" y="150"/>
                </a:lnTo>
                <a:lnTo>
                  <a:pt x="230" y="74"/>
                </a:lnTo>
                <a:lnTo>
                  <a:pt x="237" y="0"/>
                </a:lnTo>
                <a:lnTo>
                  <a:pt x="1019" y="0"/>
                </a:lnTo>
                <a:lnTo>
                  <a:pt x="1010" y="76"/>
                </a:lnTo>
                <a:lnTo>
                  <a:pt x="997" y="152"/>
                </a:lnTo>
                <a:lnTo>
                  <a:pt x="982" y="228"/>
                </a:lnTo>
                <a:lnTo>
                  <a:pt x="963" y="301"/>
                </a:lnTo>
                <a:lnTo>
                  <a:pt x="942" y="375"/>
                </a:lnTo>
                <a:lnTo>
                  <a:pt x="918" y="447"/>
                </a:lnTo>
                <a:lnTo>
                  <a:pt x="891" y="519"/>
                </a:lnTo>
                <a:lnTo>
                  <a:pt x="861" y="588"/>
                </a:lnTo>
                <a:lnTo>
                  <a:pt x="828" y="656"/>
                </a:lnTo>
                <a:lnTo>
                  <a:pt x="792" y="722"/>
                </a:lnTo>
                <a:lnTo>
                  <a:pt x="754" y="787"/>
                </a:lnTo>
              </a:path>
            </a:pathLst>
          </a:custGeom>
          <a:solidFill>
            <a:srgbClr val="ffffff">
              <a:alpha val="50000"/>
            </a:srgbClr>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8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RIBBON</a:t>
            </a:r>
            <a:endParaRPr b="1" lang="en-US" sz="1900" spc="-1" strike="noStrike">
              <a:solidFill>
                <a:srgbClr val="000000"/>
              </a:solidFill>
              <a:latin typeface="Arial"/>
            </a:endParaRPr>
          </a:p>
        </p:txBody>
      </p:sp>
      <p:sp>
        <p:nvSpPr>
          <p:cNvPr id="1287" name=""/>
          <p:cNvSpPr/>
          <p:nvPr/>
        </p:nvSpPr>
        <p:spPr>
          <a:xfrm>
            <a:off x="3192480" y="1852560"/>
            <a:ext cx="9954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88" name=""/>
          <p:cNvSpPr/>
          <p:nvPr/>
        </p:nvSpPr>
        <p:spPr>
          <a:xfrm>
            <a:off x="5272200" y="3022560"/>
            <a:ext cx="121104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89" name=""/>
          <p:cNvSpPr/>
          <p:nvPr/>
        </p:nvSpPr>
        <p:spPr>
          <a:xfrm>
            <a:off x="5157720" y="4367160"/>
            <a:ext cx="11988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90" name=""/>
          <p:cNvSpPr/>
          <p:nvPr/>
        </p:nvSpPr>
        <p:spPr>
          <a:xfrm>
            <a:off x="3027240" y="5149800"/>
            <a:ext cx="12747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91" name=""/>
          <p:cNvSpPr/>
          <p:nvPr/>
        </p:nvSpPr>
        <p:spPr>
          <a:xfrm>
            <a:off x="2627280" y="3714840"/>
            <a:ext cx="12765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29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29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6A5441BF-1DE3-480F-B7DF-336CD4F46827}" type="slidenum">
              <a:t>68</a:t>
            </a:fld>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9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RING</a:t>
            </a:r>
            <a:endParaRPr b="1" lang="en-US" sz="1900" spc="-1" strike="noStrike">
              <a:solidFill>
                <a:srgbClr val="000000"/>
              </a:solidFill>
              <a:latin typeface="Arial"/>
            </a:endParaRPr>
          </a:p>
        </p:txBody>
      </p:sp>
      <p:grpSp>
        <p:nvGrpSpPr>
          <p:cNvPr id="1295" name=""/>
          <p:cNvGrpSpPr/>
          <p:nvPr/>
        </p:nvGrpSpPr>
        <p:grpSpPr>
          <a:xfrm>
            <a:off x="2340000" y="1141560"/>
            <a:ext cx="4359240" cy="4239360"/>
            <a:chOff x="2340000" y="1141560"/>
            <a:chExt cx="4359240" cy="4239360"/>
          </a:xfrm>
        </p:grpSpPr>
        <p:sp>
          <p:nvSpPr>
            <p:cNvPr id="1296" name=""/>
            <p:cNvSpPr/>
            <p:nvPr/>
          </p:nvSpPr>
          <p:spPr>
            <a:xfrm>
              <a:off x="4836960" y="1611000"/>
              <a:ext cx="1724040" cy="1839600"/>
            </a:xfrm>
            <a:custGeom>
              <a:avLst/>
              <a:gdLst/>
              <a:ahLst/>
              <a:rect l="l" t="t" r="r" b="b"/>
              <a:pathLst>
                <a:path w="858" h="944">
                  <a:moveTo>
                    <a:pt x="839" y="634"/>
                  </a:moveTo>
                  <a:lnTo>
                    <a:pt x="837" y="532"/>
                  </a:lnTo>
                  <a:lnTo>
                    <a:pt x="837" y="429"/>
                  </a:lnTo>
                  <a:lnTo>
                    <a:pt x="841" y="326"/>
                  </a:lnTo>
                  <a:lnTo>
                    <a:pt x="847" y="224"/>
                  </a:lnTo>
                  <a:lnTo>
                    <a:pt x="857" y="121"/>
                  </a:lnTo>
                  <a:lnTo>
                    <a:pt x="798" y="258"/>
                  </a:lnTo>
                  <a:lnTo>
                    <a:pt x="731" y="217"/>
                  </a:lnTo>
                  <a:lnTo>
                    <a:pt x="664" y="180"/>
                  </a:lnTo>
                  <a:lnTo>
                    <a:pt x="595" y="146"/>
                  </a:lnTo>
                  <a:lnTo>
                    <a:pt x="526" y="117"/>
                  </a:lnTo>
                  <a:lnTo>
                    <a:pt x="456" y="89"/>
                  </a:lnTo>
                  <a:lnTo>
                    <a:pt x="385" y="65"/>
                  </a:lnTo>
                  <a:lnTo>
                    <a:pt x="313" y="45"/>
                  </a:lnTo>
                  <a:lnTo>
                    <a:pt x="241" y="29"/>
                  </a:lnTo>
                  <a:lnTo>
                    <a:pt x="168" y="15"/>
                  </a:lnTo>
                  <a:lnTo>
                    <a:pt x="94" y="5"/>
                  </a:lnTo>
                  <a:lnTo>
                    <a:pt x="21" y="0"/>
                  </a:lnTo>
                  <a:lnTo>
                    <a:pt x="94" y="290"/>
                  </a:lnTo>
                  <a:lnTo>
                    <a:pt x="0" y="595"/>
                  </a:lnTo>
                  <a:lnTo>
                    <a:pt x="61" y="596"/>
                  </a:lnTo>
                  <a:lnTo>
                    <a:pt x="122" y="600"/>
                  </a:lnTo>
                  <a:lnTo>
                    <a:pt x="182" y="606"/>
                  </a:lnTo>
                  <a:lnTo>
                    <a:pt x="240" y="613"/>
                  </a:lnTo>
                  <a:lnTo>
                    <a:pt x="296" y="622"/>
                  </a:lnTo>
                  <a:lnTo>
                    <a:pt x="351" y="634"/>
                  </a:lnTo>
                  <a:lnTo>
                    <a:pt x="404" y="647"/>
                  </a:lnTo>
                  <a:lnTo>
                    <a:pt x="456" y="663"/>
                  </a:lnTo>
                  <a:lnTo>
                    <a:pt x="505" y="680"/>
                  </a:lnTo>
                  <a:lnTo>
                    <a:pt x="553" y="700"/>
                  </a:lnTo>
                  <a:lnTo>
                    <a:pt x="597" y="720"/>
                  </a:lnTo>
                  <a:lnTo>
                    <a:pt x="639" y="743"/>
                  </a:lnTo>
                  <a:lnTo>
                    <a:pt x="678" y="768"/>
                  </a:lnTo>
                  <a:lnTo>
                    <a:pt x="714" y="793"/>
                  </a:lnTo>
                  <a:lnTo>
                    <a:pt x="747" y="820"/>
                  </a:lnTo>
                  <a:lnTo>
                    <a:pt x="749" y="861"/>
                  </a:lnTo>
                  <a:lnTo>
                    <a:pt x="749" y="902"/>
                  </a:lnTo>
                  <a:lnTo>
                    <a:pt x="747" y="943"/>
                  </a:lnTo>
                  <a:lnTo>
                    <a:pt x="775" y="866"/>
                  </a:lnTo>
                  <a:lnTo>
                    <a:pt x="799" y="790"/>
                  </a:lnTo>
                  <a:lnTo>
                    <a:pt x="820" y="712"/>
                  </a:lnTo>
                  <a:lnTo>
                    <a:pt x="839" y="63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97" name=""/>
            <p:cNvSpPr/>
            <p:nvPr/>
          </p:nvSpPr>
          <p:spPr>
            <a:xfrm>
              <a:off x="3051000" y="3349440"/>
              <a:ext cx="2435400" cy="1927080"/>
            </a:xfrm>
            <a:custGeom>
              <a:avLst/>
              <a:gdLst/>
              <a:ahLst/>
              <a:rect l="l" t="t" r="r" b="b"/>
              <a:pathLst>
                <a:path w="1212" h="988">
                  <a:moveTo>
                    <a:pt x="0" y="503"/>
                  </a:moveTo>
                  <a:lnTo>
                    <a:pt x="102" y="987"/>
                  </a:lnTo>
                  <a:lnTo>
                    <a:pt x="123" y="831"/>
                  </a:lnTo>
                  <a:lnTo>
                    <a:pt x="182" y="851"/>
                  </a:lnTo>
                  <a:lnTo>
                    <a:pt x="257" y="874"/>
                  </a:lnTo>
                  <a:lnTo>
                    <a:pt x="331" y="893"/>
                  </a:lnTo>
                  <a:lnTo>
                    <a:pt x="406" y="909"/>
                  </a:lnTo>
                  <a:lnTo>
                    <a:pt x="481" y="923"/>
                  </a:lnTo>
                  <a:lnTo>
                    <a:pt x="555" y="933"/>
                  </a:lnTo>
                  <a:lnTo>
                    <a:pt x="630" y="939"/>
                  </a:lnTo>
                  <a:lnTo>
                    <a:pt x="703" y="941"/>
                  </a:lnTo>
                  <a:lnTo>
                    <a:pt x="778" y="940"/>
                  </a:lnTo>
                  <a:lnTo>
                    <a:pt x="852" y="937"/>
                  </a:lnTo>
                  <a:lnTo>
                    <a:pt x="924" y="929"/>
                  </a:lnTo>
                  <a:lnTo>
                    <a:pt x="997" y="917"/>
                  </a:lnTo>
                  <a:lnTo>
                    <a:pt x="1069" y="903"/>
                  </a:lnTo>
                  <a:lnTo>
                    <a:pt x="1140" y="884"/>
                  </a:lnTo>
                  <a:lnTo>
                    <a:pt x="1211" y="863"/>
                  </a:lnTo>
                  <a:lnTo>
                    <a:pt x="1051" y="626"/>
                  </a:lnTo>
                  <a:lnTo>
                    <a:pt x="1133" y="282"/>
                  </a:lnTo>
                  <a:lnTo>
                    <a:pt x="1112" y="289"/>
                  </a:lnTo>
                  <a:lnTo>
                    <a:pt x="1088" y="296"/>
                  </a:lnTo>
                  <a:lnTo>
                    <a:pt x="1062" y="302"/>
                  </a:lnTo>
                  <a:lnTo>
                    <a:pt x="1033" y="308"/>
                  </a:lnTo>
                  <a:lnTo>
                    <a:pt x="1001" y="313"/>
                  </a:lnTo>
                  <a:lnTo>
                    <a:pt x="966" y="318"/>
                  </a:lnTo>
                  <a:lnTo>
                    <a:pt x="929" y="320"/>
                  </a:lnTo>
                  <a:lnTo>
                    <a:pt x="891" y="323"/>
                  </a:lnTo>
                  <a:lnTo>
                    <a:pt x="852" y="325"/>
                  </a:lnTo>
                  <a:lnTo>
                    <a:pt x="810" y="327"/>
                  </a:lnTo>
                  <a:lnTo>
                    <a:pt x="768" y="327"/>
                  </a:lnTo>
                  <a:lnTo>
                    <a:pt x="726" y="327"/>
                  </a:lnTo>
                  <a:lnTo>
                    <a:pt x="682" y="325"/>
                  </a:lnTo>
                  <a:lnTo>
                    <a:pt x="639" y="323"/>
                  </a:lnTo>
                  <a:lnTo>
                    <a:pt x="597" y="320"/>
                  </a:lnTo>
                  <a:lnTo>
                    <a:pt x="554" y="317"/>
                  </a:lnTo>
                  <a:lnTo>
                    <a:pt x="513" y="313"/>
                  </a:lnTo>
                  <a:lnTo>
                    <a:pt x="474" y="308"/>
                  </a:lnTo>
                  <a:lnTo>
                    <a:pt x="435" y="302"/>
                  </a:lnTo>
                  <a:lnTo>
                    <a:pt x="398" y="295"/>
                  </a:lnTo>
                  <a:lnTo>
                    <a:pt x="363" y="289"/>
                  </a:lnTo>
                  <a:lnTo>
                    <a:pt x="331" y="281"/>
                  </a:lnTo>
                  <a:lnTo>
                    <a:pt x="302" y="273"/>
                  </a:lnTo>
                  <a:lnTo>
                    <a:pt x="275" y="264"/>
                  </a:lnTo>
                  <a:lnTo>
                    <a:pt x="252" y="256"/>
                  </a:lnTo>
                  <a:lnTo>
                    <a:pt x="274" y="0"/>
                  </a:lnTo>
                  <a:lnTo>
                    <a:pt x="0" y="50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298" name=""/>
            <p:cNvSpPr/>
            <p:nvPr/>
          </p:nvSpPr>
          <p:spPr>
            <a:xfrm>
              <a:off x="2954160" y="1141560"/>
              <a:ext cx="1973520" cy="1981080"/>
            </a:xfrm>
            <a:custGeom>
              <a:avLst/>
              <a:gdLst/>
              <a:ahLst/>
              <a:rect l="l" t="t" r="r" b="b"/>
              <a:pathLst>
                <a:path w="982" h="1016">
                  <a:moveTo>
                    <a:pt x="981" y="526"/>
                  </a:moveTo>
                  <a:lnTo>
                    <a:pt x="863" y="0"/>
                  </a:lnTo>
                  <a:lnTo>
                    <a:pt x="863" y="227"/>
                  </a:lnTo>
                  <a:lnTo>
                    <a:pt x="784" y="229"/>
                  </a:lnTo>
                  <a:lnTo>
                    <a:pt x="709" y="232"/>
                  </a:lnTo>
                  <a:lnTo>
                    <a:pt x="635" y="238"/>
                  </a:lnTo>
                  <a:lnTo>
                    <a:pt x="563" y="245"/>
                  </a:lnTo>
                  <a:lnTo>
                    <a:pt x="495" y="254"/>
                  </a:lnTo>
                  <a:lnTo>
                    <a:pt x="429" y="265"/>
                  </a:lnTo>
                  <a:lnTo>
                    <a:pt x="366" y="278"/>
                  </a:lnTo>
                  <a:lnTo>
                    <a:pt x="305" y="293"/>
                  </a:lnTo>
                  <a:lnTo>
                    <a:pt x="247" y="309"/>
                  </a:lnTo>
                  <a:lnTo>
                    <a:pt x="191" y="327"/>
                  </a:lnTo>
                  <a:lnTo>
                    <a:pt x="139" y="347"/>
                  </a:lnTo>
                  <a:lnTo>
                    <a:pt x="90" y="368"/>
                  </a:lnTo>
                  <a:lnTo>
                    <a:pt x="43" y="392"/>
                  </a:lnTo>
                  <a:lnTo>
                    <a:pt x="0" y="418"/>
                  </a:lnTo>
                  <a:lnTo>
                    <a:pt x="130" y="677"/>
                  </a:lnTo>
                  <a:lnTo>
                    <a:pt x="108" y="961"/>
                  </a:lnTo>
                  <a:lnTo>
                    <a:pt x="134" y="947"/>
                  </a:lnTo>
                  <a:lnTo>
                    <a:pt x="171" y="932"/>
                  </a:lnTo>
                  <a:lnTo>
                    <a:pt x="210" y="918"/>
                  </a:lnTo>
                  <a:lnTo>
                    <a:pt x="251" y="904"/>
                  </a:lnTo>
                  <a:lnTo>
                    <a:pt x="293" y="892"/>
                  </a:lnTo>
                  <a:lnTo>
                    <a:pt x="338" y="880"/>
                  </a:lnTo>
                  <a:lnTo>
                    <a:pt x="383" y="869"/>
                  </a:lnTo>
                  <a:lnTo>
                    <a:pt x="430" y="859"/>
                  </a:lnTo>
                  <a:lnTo>
                    <a:pt x="476" y="852"/>
                  </a:lnTo>
                  <a:lnTo>
                    <a:pt x="524" y="844"/>
                  </a:lnTo>
                  <a:lnTo>
                    <a:pt x="571" y="838"/>
                  </a:lnTo>
                  <a:lnTo>
                    <a:pt x="618" y="833"/>
                  </a:lnTo>
                  <a:lnTo>
                    <a:pt x="664" y="831"/>
                  </a:lnTo>
                  <a:lnTo>
                    <a:pt x="710" y="829"/>
                  </a:lnTo>
                  <a:lnTo>
                    <a:pt x="753" y="828"/>
                  </a:lnTo>
                  <a:lnTo>
                    <a:pt x="797" y="829"/>
                  </a:lnTo>
                  <a:lnTo>
                    <a:pt x="838" y="831"/>
                  </a:lnTo>
                  <a:lnTo>
                    <a:pt x="844" y="1015"/>
                  </a:lnTo>
                  <a:lnTo>
                    <a:pt x="981" y="52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1299" name=""/>
            <p:cNvGrpSpPr/>
            <p:nvPr/>
          </p:nvGrpSpPr>
          <p:grpSpPr>
            <a:xfrm>
              <a:off x="2340000" y="1654200"/>
              <a:ext cx="931320" cy="3223440"/>
              <a:chOff x="2340000" y="1654200"/>
              <a:chExt cx="931320" cy="3223440"/>
            </a:xfrm>
          </p:grpSpPr>
          <p:sp>
            <p:nvSpPr>
              <p:cNvPr id="1300" name=""/>
              <p:cNvSpPr/>
              <p:nvPr/>
            </p:nvSpPr>
            <p:spPr>
              <a:xfrm>
                <a:off x="2340000" y="1654200"/>
                <a:ext cx="788760" cy="1730520"/>
              </a:xfrm>
              <a:custGeom>
                <a:avLst/>
                <a:gdLst/>
                <a:ahLst/>
                <a:rect l="l" t="t" r="r" b="b"/>
                <a:pathLst>
                  <a:path w="393" h="888">
                    <a:moveTo>
                      <a:pt x="392" y="453"/>
                    </a:moveTo>
                    <a:lnTo>
                      <a:pt x="206" y="0"/>
                    </a:lnTo>
                    <a:lnTo>
                      <a:pt x="206" y="209"/>
                    </a:lnTo>
                    <a:lnTo>
                      <a:pt x="171" y="236"/>
                    </a:lnTo>
                    <a:lnTo>
                      <a:pt x="139" y="266"/>
                    </a:lnTo>
                    <a:lnTo>
                      <a:pt x="111" y="297"/>
                    </a:lnTo>
                    <a:lnTo>
                      <a:pt x="85" y="330"/>
                    </a:lnTo>
                    <a:lnTo>
                      <a:pt x="63" y="363"/>
                    </a:lnTo>
                    <a:lnTo>
                      <a:pt x="43" y="398"/>
                    </a:lnTo>
                    <a:lnTo>
                      <a:pt x="28" y="435"/>
                    </a:lnTo>
                    <a:lnTo>
                      <a:pt x="15" y="472"/>
                    </a:lnTo>
                    <a:lnTo>
                      <a:pt x="7" y="510"/>
                    </a:lnTo>
                    <a:lnTo>
                      <a:pt x="2" y="547"/>
                    </a:lnTo>
                    <a:lnTo>
                      <a:pt x="0" y="582"/>
                    </a:lnTo>
                    <a:lnTo>
                      <a:pt x="3" y="625"/>
                    </a:lnTo>
                    <a:lnTo>
                      <a:pt x="9" y="663"/>
                    </a:lnTo>
                    <a:lnTo>
                      <a:pt x="19" y="701"/>
                    </a:lnTo>
                    <a:lnTo>
                      <a:pt x="33" y="740"/>
                    </a:lnTo>
                    <a:lnTo>
                      <a:pt x="49" y="777"/>
                    </a:lnTo>
                    <a:lnTo>
                      <a:pt x="67" y="806"/>
                    </a:lnTo>
                    <a:lnTo>
                      <a:pt x="87" y="834"/>
                    </a:lnTo>
                    <a:lnTo>
                      <a:pt x="109" y="861"/>
                    </a:lnTo>
                    <a:lnTo>
                      <a:pt x="133" y="887"/>
                    </a:lnTo>
                    <a:lnTo>
                      <a:pt x="161" y="860"/>
                    </a:lnTo>
                    <a:lnTo>
                      <a:pt x="191" y="834"/>
                    </a:lnTo>
                    <a:lnTo>
                      <a:pt x="222" y="809"/>
                    </a:lnTo>
                    <a:lnTo>
                      <a:pt x="254" y="786"/>
                    </a:lnTo>
                    <a:lnTo>
                      <a:pt x="286" y="765"/>
                    </a:lnTo>
                    <a:lnTo>
                      <a:pt x="319" y="746"/>
                    </a:lnTo>
                    <a:lnTo>
                      <a:pt x="352" y="728"/>
                    </a:lnTo>
                    <a:lnTo>
                      <a:pt x="370" y="861"/>
                    </a:lnTo>
                    <a:lnTo>
                      <a:pt x="392" y="45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01" name=""/>
              <p:cNvSpPr/>
              <p:nvPr/>
            </p:nvSpPr>
            <p:spPr>
              <a:xfrm>
                <a:off x="2340000" y="2805840"/>
                <a:ext cx="931320" cy="2071800"/>
              </a:xfrm>
              <a:custGeom>
                <a:avLst/>
                <a:gdLst/>
                <a:ahLst/>
                <a:rect l="l" t="t" r="r" b="b"/>
                <a:pathLst>
                  <a:path w="464" h="1063">
                    <a:moveTo>
                      <a:pt x="0" y="0"/>
                    </a:moveTo>
                    <a:lnTo>
                      <a:pt x="0" y="584"/>
                    </a:lnTo>
                    <a:lnTo>
                      <a:pt x="3" y="614"/>
                    </a:lnTo>
                    <a:lnTo>
                      <a:pt x="7" y="644"/>
                    </a:lnTo>
                    <a:lnTo>
                      <a:pt x="15" y="676"/>
                    </a:lnTo>
                    <a:lnTo>
                      <a:pt x="25" y="708"/>
                    </a:lnTo>
                    <a:lnTo>
                      <a:pt x="37" y="741"/>
                    </a:lnTo>
                    <a:lnTo>
                      <a:pt x="52" y="773"/>
                    </a:lnTo>
                    <a:lnTo>
                      <a:pt x="69" y="806"/>
                    </a:lnTo>
                    <a:lnTo>
                      <a:pt x="89" y="837"/>
                    </a:lnTo>
                    <a:lnTo>
                      <a:pt x="110" y="868"/>
                    </a:lnTo>
                    <a:lnTo>
                      <a:pt x="132" y="897"/>
                    </a:lnTo>
                    <a:lnTo>
                      <a:pt x="157" y="925"/>
                    </a:lnTo>
                    <a:lnTo>
                      <a:pt x="183" y="952"/>
                    </a:lnTo>
                    <a:lnTo>
                      <a:pt x="209" y="976"/>
                    </a:lnTo>
                    <a:lnTo>
                      <a:pt x="236" y="997"/>
                    </a:lnTo>
                    <a:lnTo>
                      <a:pt x="264" y="1015"/>
                    </a:lnTo>
                    <a:lnTo>
                      <a:pt x="291" y="1032"/>
                    </a:lnTo>
                    <a:lnTo>
                      <a:pt x="318" y="1045"/>
                    </a:lnTo>
                    <a:lnTo>
                      <a:pt x="345" y="1055"/>
                    </a:lnTo>
                    <a:lnTo>
                      <a:pt x="372" y="1062"/>
                    </a:lnTo>
                    <a:lnTo>
                      <a:pt x="306" y="770"/>
                    </a:lnTo>
                    <a:lnTo>
                      <a:pt x="463" y="503"/>
                    </a:lnTo>
                    <a:lnTo>
                      <a:pt x="432" y="491"/>
                    </a:lnTo>
                    <a:lnTo>
                      <a:pt x="395" y="476"/>
                    </a:lnTo>
                    <a:lnTo>
                      <a:pt x="359" y="458"/>
                    </a:lnTo>
                    <a:lnTo>
                      <a:pt x="324" y="440"/>
                    </a:lnTo>
                    <a:lnTo>
                      <a:pt x="290" y="422"/>
                    </a:lnTo>
                    <a:lnTo>
                      <a:pt x="259" y="401"/>
                    </a:lnTo>
                    <a:lnTo>
                      <a:pt x="229" y="382"/>
                    </a:lnTo>
                    <a:lnTo>
                      <a:pt x="202" y="360"/>
                    </a:lnTo>
                    <a:lnTo>
                      <a:pt x="177" y="340"/>
                    </a:lnTo>
                    <a:lnTo>
                      <a:pt x="155" y="320"/>
                    </a:lnTo>
                    <a:lnTo>
                      <a:pt x="136" y="300"/>
                    </a:lnTo>
                    <a:lnTo>
                      <a:pt x="120" y="279"/>
                    </a:lnTo>
                    <a:lnTo>
                      <a:pt x="95" y="249"/>
                    </a:lnTo>
                    <a:lnTo>
                      <a:pt x="73" y="217"/>
                    </a:lnTo>
                    <a:lnTo>
                      <a:pt x="55" y="184"/>
                    </a:lnTo>
                    <a:lnTo>
                      <a:pt x="38" y="149"/>
                    </a:lnTo>
                    <a:lnTo>
                      <a:pt x="25" y="113"/>
                    </a:lnTo>
                    <a:lnTo>
                      <a:pt x="14" y="76"/>
                    </a:lnTo>
                    <a:lnTo>
                      <a:pt x="6" y="38"/>
                    </a:lnTo>
                    <a:lnTo>
                      <a:pt x="0"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nvGrpSpPr>
            <p:cNvPr id="1302" name=""/>
            <p:cNvGrpSpPr/>
            <p:nvPr/>
          </p:nvGrpSpPr>
          <p:grpSpPr>
            <a:xfrm>
              <a:off x="5261040" y="2219040"/>
              <a:ext cx="1438200" cy="3161880"/>
              <a:chOff x="5261040" y="2219040"/>
              <a:chExt cx="1438200" cy="3161880"/>
            </a:xfrm>
          </p:grpSpPr>
          <p:sp>
            <p:nvSpPr>
              <p:cNvPr id="1303" name=""/>
              <p:cNvSpPr/>
              <p:nvPr/>
            </p:nvSpPr>
            <p:spPr>
              <a:xfrm>
                <a:off x="6350040" y="2219040"/>
                <a:ext cx="349200" cy="1245960"/>
              </a:xfrm>
              <a:custGeom>
                <a:avLst/>
                <a:gdLst/>
                <a:ahLst/>
                <a:rect l="l" t="t" r="r" b="b"/>
                <a:pathLst>
                  <a:path w="174" h="639">
                    <a:moveTo>
                      <a:pt x="0" y="637"/>
                    </a:moveTo>
                    <a:lnTo>
                      <a:pt x="21" y="634"/>
                    </a:lnTo>
                    <a:lnTo>
                      <a:pt x="40" y="628"/>
                    </a:lnTo>
                    <a:lnTo>
                      <a:pt x="58" y="617"/>
                    </a:lnTo>
                    <a:lnTo>
                      <a:pt x="76" y="604"/>
                    </a:lnTo>
                    <a:lnTo>
                      <a:pt x="92" y="587"/>
                    </a:lnTo>
                    <a:lnTo>
                      <a:pt x="107" y="567"/>
                    </a:lnTo>
                    <a:lnTo>
                      <a:pt x="121" y="544"/>
                    </a:lnTo>
                    <a:lnTo>
                      <a:pt x="134" y="517"/>
                    </a:lnTo>
                    <a:lnTo>
                      <a:pt x="145" y="489"/>
                    </a:lnTo>
                    <a:lnTo>
                      <a:pt x="153" y="458"/>
                    </a:lnTo>
                    <a:lnTo>
                      <a:pt x="161" y="425"/>
                    </a:lnTo>
                    <a:lnTo>
                      <a:pt x="167" y="390"/>
                    </a:lnTo>
                    <a:lnTo>
                      <a:pt x="171" y="353"/>
                    </a:lnTo>
                    <a:lnTo>
                      <a:pt x="173" y="315"/>
                    </a:lnTo>
                    <a:lnTo>
                      <a:pt x="173" y="276"/>
                    </a:lnTo>
                    <a:lnTo>
                      <a:pt x="171" y="236"/>
                    </a:lnTo>
                    <a:lnTo>
                      <a:pt x="167" y="196"/>
                    </a:lnTo>
                    <a:lnTo>
                      <a:pt x="162" y="156"/>
                    </a:lnTo>
                    <a:lnTo>
                      <a:pt x="154" y="116"/>
                    </a:lnTo>
                    <a:lnTo>
                      <a:pt x="146" y="76"/>
                    </a:lnTo>
                    <a:lnTo>
                      <a:pt x="135" y="38"/>
                    </a:lnTo>
                    <a:lnTo>
                      <a:pt x="123" y="0"/>
                    </a:lnTo>
                    <a:lnTo>
                      <a:pt x="128" y="68"/>
                    </a:lnTo>
                    <a:lnTo>
                      <a:pt x="131" y="135"/>
                    </a:lnTo>
                    <a:lnTo>
                      <a:pt x="132" y="203"/>
                    </a:lnTo>
                    <a:lnTo>
                      <a:pt x="131" y="270"/>
                    </a:lnTo>
                    <a:lnTo>
                      <a:pt x="127" y="337"/>
                    </a:lnTo>
                    <a:lnTo>
                      <a:pt x="124" y="369"/>
                    </a:lnTo>
                    <a:lnTo>
                      <a:pt x="120" y="401"/>
                    </a:lnTo>
                    <a:lnTo>
                      <a:pt x="115" y="433"/>
                    </a:lnTo>
                    <a:lnTo>
                      <a:pt x="109" y="463"/>
                    </a:lnTo>
                    <a:lnTo>
                      <a:pt x="101" y="492"/>
                    </a:lnTo>
                    <a:lnTo>
                      <a:pt x="93" y="520"/>
                    </a:lnTo>
                    <a:lnTo>
                      <a:pt x="84" y="545"/>
                    </a:lnTo>
                    <a:lnTo>
                      <a:pt x="74" y="569"/>
                    </a:lnTo>
                    <a:lnTo>
                      <a:pt x="64" y="588"/>
                    </a:lnTo>
                    <a:lnTo>
                      <a:pt x="53" y="606"/>
                    </a:lnTo>
                    <a:lnTo>
                      <a:pt x="43" y="619"/>
                    </a:lnTo>
                    <a:lnTo>
                      <a:pt x="32" y="629"/>
                    </a:lnTo>
                    <a:lnTo>
                      <a:pt x="22" y="635"/>
                    </a:lnTo>
                    <a:lnTo>
                      <a:pt x="11" y="638"/>
                    </a:lnTo>
                    <a:lnTo>
                      <a:pt x="0" y="637"/>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04" name=""/>
              <p:cNvSpPr/>
              <p:nvPr/>
            </p:nvSpPr>
            <p:spPr>
              <a:xfrm>
                <a:off x="5261040" y="2856960"/>
                <a:ext cx="1436760" cy="2523960"/>
              </a:xfrm>
              <a:custGeom>
                <a:avLst/>
                <a:gdLst/>
                <a:ahLst/>
                <a:rect l="l" t="t" r="r" b="b"/>
                <a:pathLst>
                  <a:path w="715" h="1295">
                    <a:moveTo>
                      <a:pt x="0" y="873"/>
                    </a:moveTo>
                    <a:lnTo>
                      <a:pt x="277" y="1294"/>
                    </a:lnTo>
                    <a:lnTo>
                      <a:pt x="226" y="1080"/>
                    </a:lnTo>
                    <a:lnTo>
                      <a:pt x="269" y="1060"/>
                    </a:lnTo>
                    <a:lnTo>
                      <a:pt x="317" y="1038"/>
                    </a:lnTo>
                    <a:lnTo>
                      <a:pt x="363" y="1014"/>
                    </a:lnTo>
                    <a:lnTo>
                      <a:pt x="408" y="988"/>
                    </a:lnTo>
                    <a:lnTo>
                      <a:pt x="449" y="962"/>
                    </a:lnTo>
                    <a:lnTo>
                      <a:pt x="489" y="934"/>
                    </a:lnTo>
                    <a:lnTo>
                      <a:pt x="526" y="905"/>
                    </a:lnTo>
                    <a:lnTo>
                      <a:pt x="561" y="874"/>
                    </a:lnTo>
                    <a:lnTo>
                      <a:pt x="592" y="843"/>
                    </a:lnTo>
                    <a:lnTo>
                      <a:pt x="620" y="812"/>
                    </a:lnTo>
                    <a:lnTo>
                      <a:pt x="645" y="780"/>
                    </a:lnTo>
                    <a:lnTo>
                      <a:pt x="667" y="747"/>
                    </a:lnTo>
                    <a:lnTo>
                      <a:pt x="687" y="713"/>
                    </a:lnTo>
                    <a:lnTo>
                      <a:pt x="702" y="680"/>
                    </a:lnTo>
                    <a:lnTo>
                      <a:pt x="714" y="646"/>
                    </a:lnTo>
                    <a:lnTo>
                      <a:pt x="714" y="0"/>
                    </a:lnTo>
                    <a:lnTo>
                      <a:pt x="711" y="25"/>
                    </a:lnTo>
                    <a:lnTo>
                      <a:pt x="704" y="52"/>
                    </a:lnTo>
                    <a:lnTo>
                      <a:pt x="694" y="80"/>
                    </a:lnTo>
                    <a:lnTo>
                      <a:pt x="683" y="109"/>
                    </a:lnTo>
                    <a:lnTo>
                      <a:pt x="667" y="138"/>
                    </a:lnTo>
                    <a:lnTo>
                      <a:pt x="649" y="168"/>
                    </a:lnTo>
                    <a:lnTo>
                      <a:pt x="628" y="199"/>
                    </a:lnTo>
                    <a:lnTo>
                      <a:pt x="605" y="228"/>
                    </a:lnTo>
                    <a:lnTo>
                      <a:pt x="580" y="258"/>
                    </a:lnTo>
                    <a:lnTo>
                      <a:pt x="553" y="287"/>
                    </a:lnTo>
                    <a:lnTo>
                      <a:pt x="524" y="315"/>
                    </a:lnTo>
                    <a:lnTo>
                      <a:pt x="494" y="342"/>
                    </a:lnTo>
                    <a:lnTo>
                      <a:pt x="462" y="367"/>
                    </a:lnTo>
                    <a:lnTo>
                      <a:pt x="430" y="392"/>
                    </a:lnTo>
                    <a:lnTo>
                      <a:pt x="396" y="413"/>
                    </a:lnTo>
                    <a:lnTo>
                      <a:pt x="362" y="433"/>
                    </a:lnTo>
                    <a:lnTo>
                      <a:pt x="329" y="451"/>
                    </a:lnTo>
                    <a:lnTo>
                      <a:pt x="295" y="467"/>
                    </a:lnTo>
                    <a:lnTo>
                      <a:pt x="262" y="480"/>
                    </a:lnTo>
                    <a:lnTo>
                      <a:pt x="230" y="490"/>
                    </a:lnTo>
                    <a:lnTo>
                      <a:pt x="198" y="498"/>
                    </a:lnTo>
                    <a:lnTo>
                      <a:pt x="169" y="503"/>
                    </a:lnTo>
                    <a:lnTo>
                      <a:pt x="129" y="253"/>
                    </a:lnTo>
                    <a:lnTo>
                      <a:pt x="0" y="87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sp>
        <p:nvSpPr>
          <p:cNvPr id="1305" name=""/>
          <p:cNvSpPr/>
          <p:nvPr/>
        </p:nvSpPr>
        <p:spPr>
          <a:xfrm>
            <a:off x="3352680" y="2104920"/>
            <a:ext cx="1292400" cy="24408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06" name=""/>
          <p:cNvSpPr/>
          <p:nvPr/>
        </p:nvSpPr>
        <p:spPr>
          <a:xfrm>
            <a:off x="5068800" y="2230560"/>
            <a:ext cx="1292400" cy="24408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07" name=""/>
          <p:cNvSpPr/>
          <p:nvPr/>
        </p:nvSpPr>
        <p:spPr>
          <a:xfrm>
            <a:off x="3314880" y="4415040"/>
            <a:ext cx="1679400" cy="24408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08" name=""/>
          <p:cNvSpPr/>
          <p:nvPr/>
        </p:nvSpPr>
        <p:spPr>
          <a:xfrm>
            <a:off x="2454120" y="3809880"/>
            <a:ext cx="584280" cy="24408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09" name=""/>
          <p:cNvSpPr/>
          <p:nvPr/>
        </p:nvSpPr>
        <p:spPr>
          <a:xfrm>
            <a:off x="5616720" y="4067280"/>
            <a:ext cx="855360" cy="24408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1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1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AF6261E9-893D-48B8-ADFB-C1524874BC3B}" type="slidenum">
              <a:t>69</a:t>
            </a:fld>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1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UPON 2</a:t>
            </a:r>
            <a:endParaRPr b="1" lang="en-US" sz="1900" spc="-1" strike="noStrike">
              <a:solidFill>
                <a:srgbClr val="000000"/>
              </a:solidFill>
              <a:latin typeface="Arial"/>
            </a:endParaRPr>
          </a:p>
        </p:txBody>
      </p:sp>
      <p:grpSp>
        <p:nvGrpSpPr>
          <p:cNvPr id="1313" name=""/>
          <p:cNvGrpSpPr/>
          <p:nvPr/>
        </p:nvGrpSpPr>
        <p:grpSpPr>
          <a:xfrm>
            <a:off x="2189160" y="1141560"/>
            <a:ext cx="4539960" cy="4036680"/>
            <a:chOff x="2189160" y="1141560"/>
            <a:chExt cx="4539960" cy="4036680"/>
          </a:xfrm>
        </p:grpSpPr>
        <p:sp>
          <p:nvSpPr>
            <p:cNvPr id="1314" name=""/>
            <p:cNvSpPr/>
            <p:nvPr/>
          </p:nvSpPr>
          <p:spPr>
            <a:xfrm>
              <a:off x="2538360" y="1141560"/>
              <a:ext cx="4190760" cy="2106000"/>
            </a:xfrm>
            <a:custGeom>
              <a:avLst/>
              <a:gdLst/>
              <a:ahLst/>
              <a:rect l="l" t="t" r="r" b="b"/>
              <a:pathLst>
                <a:path w="1717" h="887">
                  <a:moveTo>
                    <a:pt x="1606" y="646"/>
                  </a:moveTo>
                  <a:lnTo>
                    <a:pt x="1591" y="589"/>
                  </a:lnTo>
                  <a:lnTo>
                    <a:pt x="1573" y="534"/>
                  </a:lnTo>
                  <a:lnTo>
                    <a:pt x="1551" y="480"/>
                  </a:lnTo>
                  <a:lnTo>
                    <a:pt x="1525" y="428"/>
                  </a:lnTo>
                  <a:lnTo>
                    <a:pt x="1495" y="378"/>
                  </a:lnTo>
                  <a:lnTo>
                    <a:pt x="1463" y="330"/>
                  </a:lnTo>
                  <a:lnTo>
                    <a:pt x="1426" y="284"/>
                  </a:lnTo>
                  <a:lnTo>
                    <a:pt x="1386" y="241"/>
                  </a:lnTo>
                  <a:lnTo>
                    <a:pt x="1344" y="201"/>
                  </a:lnTo>
                  <a:lnTo>
                    <a:pt x="1298" y="165"/>
                  </a:lnTo>
                  <a:lnTo>
                    <a:pt x="1251" y="131"/>
                  </a:lnTo>
                  <a:lnTo>
                    <a:pt x="1201" y="102"/>
                  </a:lnTo>
                  <a:lnTo>
                    <a:pt x="1149" y="75"/>
                  </a:lnTo>
                  <a:lnTo>
                    <a:pt x="1095" y="52"/>
                  </a:lnTo>
                  <a:lnTo>
                    <a:pt x="1039" y="34"/>
                  </a:lnTo>
                  <a:lnTo>
                    <a:pt x="983" y="20"/>
                  </a:lnTo>
                  <a:lnTo>
                    <a:pt x="926" y="9"/>
                  </a:lnTo>
                  <a:lnTo>
                    <a:pt x="867" y="2"/>
                  </a:lnTo>
                  <a:lnTo>
                    <a:pt x="809" y="0"/>
                  </a:lnTo>
                  <a:lnTo>
                    <a:pt x="752" y="2"/>
                  </a:lnTo>
                  <a:lnTo>
                    <a:pt x="694" y="9"/>
                  </a:lnTo>
                  <a:lnTo>
                    <a:pt x="636" y="19"/>
                  </a:lnTo>
                  <a:lnTo>
                    <a:pt x="579" y="33"/>
                  </a:lnTo>
                  <a:lnTo>
                    <a:pt x="523" y="51"/>
                  </a:lnTo>
                  <a:lnTo>
                    <a:pt x="470" y="74"/>
                  </a:lnTo>
                  <a:lnTo>
                    <a:pt x="418" y="99"/>
                  </a:lnTo>
                  <a:lnTo>
                    <a:pt x="367" y="130"/>
                  </a:lnTo>
                  <a:lnTo>
                    <a:pt x="320" y="163"/>
                  </a:lnTo>
                  <a:lnTo>
                    <a:pt x="275" y="199"/>
                  </a:lnTo>
                  <a:lnTo>
                    <a:pt x="231" y="239"/>
                  </a:lnTo>
                  <a:lnTo>
                    <a:pt x="192" y="282"/>
                  </a:lnTo>
                  <a:lnTo>
                    <a:pt x="155" y="326"/>
                  </a:lnTo>
                  <a:lnTo>
                    <a:pt x="122" y="374"/>
                  </a:lnTo>
                  <a:lnTo>
                    <a:pt x="93" y="425"/>
                  </a:lnTo>
                  <a:lnTo>
                    <a:pt x="66" y="477"/>
                  </a:lnTo>
                  <a:lnTo>
                    <a:pt x="44" y="530"/>
                  </a:lnTo>
                  <a:lnTo>
                    <a:pt x="25" y="586"/>
                  </a:lnTo>
                  <a:lnTo>
                    <a:pt x="11" y="643"/>
                  </a:lnTo>
                  <a:lnTo>
                    <a:pt x="0" y="699"/>
                  </a:lnTo>
                  <a:lnTo>
                    <a:pt x="120" y="623"/>
                  </a:lnTo>
                  <a:lnTo>
                    <a:pt x="237" y="543"/>
                  </a:lnTo>
                  <a:lnTo>
                    <a:pt x="426" y="697"/>
                  </a:lnTo>
                  <a:lnTo>
                    <a:pt x="442" y="660"/>
                  </a:lnTo>
                  <a:lnTo>
                    <a:pt x="461" y="624"/>
                  </a:lnTo>
                  <a:lnTo>
                    <a:pt x="484" y="591"/>
                  </a:lnTo>
                  <a:lnTo>
                    <a:pt x="510" y="560"/>
                  </a:lnTo>
                  <a:lnTo>
                    <a:pt x="540" y="531"/>
                  </a:lnTo>
                  <a:lnTo>
                    <a:pt x="572" y="506"/>
                  </a:lnTo>
                  <a:lnTo>
                    <a:pt x="605" y="485"/>
                  </a:lnTo>
                  <a:lnTo>
                    <a:pt x="641" y="466"/>
                  </a:lnTo>
                  <a:lnTo>
                    <a:pt x="679" y="451"/>
                  </a:lnTo>
                  <a:lnTo>
                    <a:pt x="718" y="440"/>
                  </a:lnTo>
                  <a:lnTo>
                    <a:pt x="758" y="432"/>
                  </a:lnTo>
                  <a:lnTo>
                    <a:pt x="798" y="429"/>
                  </a:lnTo>
                  <a:lnTo>
                    <a:pt x="839" y="430"/>
                  </a:lnTo>
                  <a:lnTo>
                    <a:pt x="879" y="435"/>
                  </a:lnTo>
                  <a:lnTo>
                    <a:pt x="919" y="444"/>
                  </a:lnTo>
                  <a:lnTo>
                    <a:pt x="958" y="456"/>
                  </a:lnTo>
                  <a:lnTo>
                    <a:pt x="995" y="473"/>
                  </a:lnTo>
                  <a:lnTo>
                    <a:pt x="1030" y="493"/>
                  </a:lnTo>
                  <a:lnTo>
                    <a:pt x="1063" y="516"/>
                  </a:lnTo>
                  <a:lnTo>
                    <a:pt x="1094" y="543"/>
                  </a:lnTo>
                  <a:lnTo>
                    <a:pt x="1121" y="573"/>
                  </a:lnTo>
                  <a:lnTo>
                    <a:pt x="1146" y="605"/>
                  </a:lnTo>
                  <a:lnTo>
                    <a:pt x="1168" y="640"/>
                  </a:lnTo>
                  <a:lnTo>
                    <a:pt x="1171" y="646"/>
                  </a:lnTo>
                  <a:lnTo>
                    <a:pt x="1041" y="646"/>
                  </a:lnTo>
                  <a:lnTo>
                    <a:pt x="1382" y="886"/>
                  </a:lnTo>
                  <a:lnTo>
                    <a:pt x="1716" y="646"/>
                  </a:lnTo>
                  <a:lnTo>
                    <a:pt x="1606" y="64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15" name=""/>
            <p:cNvSpPr/>
            <p:nvPr/>
          </p:nvSpPr>
          <p:spPr>
            <a:xfrm>
              <a:off x="2189160" y="2578320"/>
              <a:ext cx="4335120" cy="2599920"/>
            </a:xfrm>
            <a:custGeom>
              <a:avLst/>
              <a:gdLst/>
              <a:ahLst/>
              <a:rect l="l" t="t" r="r" b="b"/>
              <a:pathLst>
                <a:path w="1776" h="1095">
                  <a:moveTo>
                    <a:pt x="1361" y="222"/>
                  </a:moveTo>
                  <a:lnTo>
                    <a:pt x="1365" y="265"/>
                  </a:lnTo>
                  <a:lnTo>
                    <a:pt x="1365" y="306"/>
                  </a:lnTo>
                  <a:lnTo>
                    <a:pt x="1360" y="349"/>
                  </a:lnTo>
                  <a:lnTo>
                    <a:pt x="1351" y="389"/>
                  </a:lnTo>
                  <a:lnTo>
                    <a:pt x="1337" y="429"/>
                  </a:lnTo>
                  <a:lnTo>
                    <a:pt x="1321" y="468"/>
                  </a:lnTo>
                  <a:lnTo>
                    <a:pt x="1299" y="504"/>
                  </a:lnTo>
                  <a:lnTo>
                    <a:pt x="1275" y="539"/>
                  </a:lnTo>
                  <a:lnTo>
                    <a:pt x="1247" y="569"/>
                  </a:lnTo>
                  <a:lnTo>
                    <a:pt x="1216" y="597"/>
                  </a:lnTo>
                  <a:lnTo>
                    <a:pt x="1183" y="624"/>
                  </a:lnTo>
                  <a:lnTo>
                    <a:pt x="1146" y="644"/>
                  </a:lnTo>
                  <a:lnTo>
                    <a:pt x="1108" y="663"/>
                  </a:lnTo>
                  <a:lnTo>
                    <a:pt x="1069" y="676"/>
                  </a:lnTo>
                  <a:lnTo>
                    <a:pt x="1028" y="686"/>
                  </a:lnTo>
                  <a:lnTo>
                    <a:pt x="986" y="691"/>
                  </a:lnTo>
                  <a:lnTo>
                    <a:pt x="945" y="692"/>
                  </a:lnTo>
                  <a:lnTo>
                    <a:pt x="902" y="689"/>
                  </a:lnTo>
                  <a:lnTo>
                    <a:pt x="861" y="682"/>
                  </a:lnTo>
                  <a:lnTo>
                    <a:pt x="820" y="670"/>
                  </a:lnTo>
                  <a:lnTo>
                    <a:pt x="782" y="655"/>
                  </a:lnTo>
                  <a:lnTo>
                    <a:pt x="744" y="636"/>
                  </a:lnTo>
                  <a:lnTo>
                    <a:pt x="709" y="613"/>
                  </a:lnTo>
                  <a:lnTo>
                    <a:pt x="676" y="585"/>
                  </a:lnTo>
                  <a:lnTo>
                    <a:pt x="647" y="556"/>
                  </a:lnTo>
                  <a:lnTo>
                    <a:pt x="621" y="523"/>
                  </a:lnTo>
                  <a:lnTo>
                    <a:pt x="598" y="488"/>
                  </a:lnTo>
                  <a:lnTo>
                    <a:pt x="578" y="451"/>
                  </a:lnTo>
                  <a:lnTo>
                    <a:pt x="563" y="412"/>
                  </a:lnTo>
                  <a:lnTo>
                    <a:pt x="552" y="372"/>
                  </a:lnTo>
                  <a:lnTo>
                    <a:pt x="544" y="330"/>
                  </a:lnTo>
                  <a:lnTo>
                    <a:pt x="542" y="288"/>
                  </a:lnTo>
                  <a:lnTo>
                    <a:pt x="543" y="246"/>
                  </a:lnTo>
                  <a:lnTo>
                    <a:pt x="680" y="246"/>
                  </a:lnTo>
                  <a:lnTo>
                    <a:pt x="379" y="0"/>
                  </a:lnTo>
                  <a:lnTo>
                    <a:pt x="0" y="237"/>
                  </a:lnTo>
                  <a:lnTo>
                    <a:pt x="134" y="238"/>
                  </a:lnTo>
                  <a:lnTo>
                    <a:pt x="134" y="297"/>
                  </a:lnTo>
                  <a:lnTo>
                    <a:pt x="138" y="357"/>
                  </a:lnTo>
                  <a:lnTo>
                    <a:pt x="146" y="415"/>
                  </a:lnTo>
                  <a:lnTo>
                    <a:pt x="158" y="473"/>
                  </a:lnTo>
                  <a:lnTo>
                    <a:pt x="175" y="530"/>
                  </a:lnTo>
                  <a:lnTo>
                    <a:pt x="195" y="585"/>
                  </a:lnTo>
                  <a:lnTo>
                    <a:pt x="219" y="640"/>
                  </a:lnTo>
                  <a:lnTo>
                    <a:pt x="248" y="691"/>
                  </a:lnTo>
                  <a:lnTo>
                    <a:pt x="280" y="741"/>
                  </a:lnTo>
                  <a:lnTo>
                    <a:pt x="315" y="788"/>
                  </a:lnTo>
                  <a:lnTo>
                    <a:pt x="355" y="833"/>
                  </a:lnTo>
                  <a:lnTo>
                    <a:pt x="396" y="875"/>
                  </a:lnTo>
                  <a:lnTo>
                    <a:pt x="441" y="914"/>
                  </a:lnTo>
                  <a:lnTo>
                    <a:pt x="489" y="949"/>
                  </a:lnTo>
                  <a:lnTo>
                    <a:pt x="538" y="980"/>
                  </a:lnTo>
                  <a:lnTo>
                    <a:pt x="590" y="1009"/>
                  </a:lnTo>
                  <a:lnTo>
                    <a:pt x="645" y="1033"/>
                  </a:lnTo>
                  <a:lnTo>
                    <a:pt x="699" y="1053"/>
                  </a:lnTo>
                  <a:lnTo>
                    <a:pt x="757" y="1070"/>
                  </a:lnTo>
                  <a:lnTo>
                    <a:pt x="815" y="1082"/>
                  </a:lnTo>
                  <a:lnTo>
                    <a:pt x="873" y="1089"/>
                  </a:lnTo>
                  <a:lnTo>
                    <a:pt x="932" y="1094"/>
                  </a:lnTo>
                  <a:lnTo>
                    <a:pt x="992" y="1093"/>
                  </a:lnTo>
                  <a:lnTo>
                    <a:pt x="1051" y="1088"/>
                  </a:lnTo>
                  <a:lnTo>
                    <a:pt x="1108" y="1080"/>
                  </a:lnTo>
                  <a:lnTo>
                    <a:pt x="1166" y="1067"/>
                  </a:lnTo>
                  <a:lnTo>
                    <a:pt x="1223" y="1049"/>
                  </a:lnTo>
                  <a:lnTo>
                    <a:pt x="1279" y="1027"/>
                  </a:lnTo>
                  <a:lnTo>
                    <a:pt x="1332" y="1002"/>
                  </a:lnTo>
                  <a:lnTo>
                    <a:pt x="1383" y="973"/>
                  </a:lnTo>
                  <a:lnTo>
                    <a:pt x="1432" y="940"/>
                  </a:lnTo>
                  <a:lnTo>
                    <a:pt x="1479" y="904"/>
                  </a:lnTo>
                  <a:lnTo>
                    <a:pt x="1523" y="865"/>
                  </a:lnTo>
                  <a:lnTo>
                    <a:pt x="1564" y="822"/>
                  </a:lnTo>
                  <a:lnTo>
                    <a:pt x="1602" y="776"/>
                  </a:lnTo>
                  <a:lnTo>
                    <a:pt x="1636" y="728"/>
                  </a:lnTo>
                  <a:lnTo>
                    <a:pt x="1668" y="678"/>
                  </a:lnTo>
                  <a:lnTo>
                    <a:pt x="1695" y="626"/>
                  </a:lnTo>
                  <a:lnTo>
                    <a:pt x="1719" y="571"/>
                  </a:lnTo>
                  <a:lnTo>
                    <a:pt x="1738" y="516"/>
                  </a:lnTo>
                  <a:lnTo>
                    <a:pt x="1754" y="459"/>
                  </a:lnTo>
                  <a:lnTo>
                    <a:pt x="1765" y="400"/>
                  </a:lnTo>
                  <a:lnTo>
                    <a:pt x="1772" y="342"/>
                  </a:lnTo>
                  <a:lnTo>
                    <a:pt x="1775" y="282"/>
                  </a:lnTo>
                  <a:lnTo>
                    <a:pt x="1774" y="223"/>
                  </a:lnTo>
                  <a:lnTo>
                    <a:pt x="1767" y="164"/>
                  </a:lnTo>
                  <a:lnTo>
                    <a:pt x="1529" y="342"/>
                  </a:lnTo>
                  <a:lnTo>
                    <a:pt x="1361" y="22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316" name=""/>
          <p:cNvSpPr/>
          <p:nvPr/>
        </p:nvSpPr>
        <p:spPr>
          <a:xfrm>
            <a:off x="3546360" y="1530360"/>
            <a:ext cx="19098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17" name=""/>
          <p:cNvSpPr/>
          <p:nvPr/>
        </p:nvSpPr>
        <p:spPr>
          <a:xfrm>
            <a:off x="3546360" y="4575240"/>
            <a:ext cx="19098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1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1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7B5E4C9-D062-489B-907A-529013327965}" type="slidenum">
              <a:t>70</a:t>
            </a:fld>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2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CONTINUOUS</a:t>
            </a:r>
            <a:endParaRPr b="1" lang="en-US" sz="1900" spc="-1" strike="noStrike">
              <a:solidFill>
                <a:srgbClr val="000000"/>
              </a:solidFill>
              <a:latin typeface="Arial"/>
            </a:endParaRPr>
          </a:p>
        </p:txBody>
      </p:sp>
      <p:sp>
        <p:nvSpPr>
          <p:cNvPr id="1321" name=""/>
          <p:cNvSpPr/>
          <p:nvPr/>
        </p:nvSpPr>
        <p:spPr>
          <a:xfrm>
            <a:off x="4498920" y="3879720"/>
            <a:ext cx="1674720" cy="924120"/>
          </a:xfrm>
          <a:custGeom>
            <a:avLst/>
            <a:gdLst/>
            <a:ahLst/>
            <a:rect l="l" t="t" r="r" b="b"/>
            <a:pathLst>
              <a:path w="836" h="475">
                <a:moveTo>
                  <a:pt x="835" y="232"/>
                </a:moveTo>
                <a:lnTo>
                  <a:pt x="748" y="0"/>
                </a:lnTo>
                <a:lnTo>
                  <a:pt x="2" y="0"/>
                </a:lnTo>
                <a:lnTo>
                  <a:pt x="79" y="233"/>
                </a:lnTo>
                <a:lnTo>
                  <a:pt x="0" y="473"/>
                </a:lnTo>
                <a:lnTo>
                  <a:pt x="741" y="474"/>
                </a:lnTo>
                <a:lnTo>
                  <a:pt x="835" y="23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22" name=""/>
          <p:cNvSpPr/>
          <p:nvPr/>
        </p:nvSpPr>
        <p:spPr>
          <a:xfrm>
            <a:off x="3225960" y="3193920"/>
            <a:ext cx="1384200" cy="1609920"/>
          </a:xfrm>
          <a:custGeom>
            <a:avLst/>
            <a:gdLst/>
            <a:ahLst/>
            <a:rect l="l" t="t" r="r" b="b"/>
            <a:pathLst>
              <a:path w="691" h="828">
                <a:moveTo>
                  <a:pt x="472" y="310"/>
                </a:moveTo>
                <a:lnTo>
                  <a:pt x="474" y="6"/>
                </a:lnTo>
                <a:lnTo>
                  <a:pt x="243" y="98"/>
                </a:lnTo>
                <a:lnTo>
                  <a:pt x="0" y="0"/>
                </a:lnTo>
                <a:lnTo>
                  <a:pt x="0" y="309"/>
                </a:lnTo>
                <a:lnTo>
                  <a:pt x="0" y="618"/>
                </a:lnTo>
                <a:lnTo>
                  <a:pt x="0" y="640"/>
                </a:lnTo>
                <a:lnTo>
                  <a:pt x="4" y="661"/>
                </a:lnTo>
                <a:lnTo>
                  <a:pt x="9" y="681"/>
                </a:lnTo>
                <a:lnTo>
                  <a:pt x="17" y="701"/>
                </a:lnTo>
                <a:lnTo>
                  <a:pt x="28" y="720"/>
                </a:lnTo>
                <a:lnTo>
                  <a:pt x="41" y="738"/>
                </a:lnTo>
                <a:lnTo>
                  <a:pt x="58" y="754"/>
                </a:lnTo>
                <a:lnTo>
                  <a:pt x="75" y="768"/>
                </a:lnTo>
                <a:lnTo>
                  <a:pt x="95" y="782"/>
                </a:lnTo>
                <a:lnTo>
                  <a:pt x="118" y="794"/>
                </a:lnTo>
                <a:lnTo>
                  <a:pt x="142" y="804"/>
                </a:lnTo>
                <a:lnTo>
                  <a:pt x="167" y="812"/>
                </a:lnTo>
                <a:lnTo>
                  <a:pt x="194" y="819"/>
                </a:lnTo>
                <a:lnTo>
                  <a:pt x="223" y="824"/>
                </a:lnTo>
                <a:lnTo>
                  <a:pt x="252" y="827"/>
                </a:lnTo>
                <a:lnTo>
                  <a:pt x="614" y="827"/>
                </a:lnTo>
                <a:lnTo>
                  <a:pt x="690" y="586"/>
                </a:lnTo>
                <a:lnTo>
                  <a:pt x="609" y="355"/>
                </a:lnTo>
                <a:lnTo>
                  <a:pt x="512" y="355"/>
                </a:lnTo>
                <a:lnTo>
                  <a:pt x="501" y="352"/>
                </a:lnTo>
                <a:lnTo>
                  <a:pt x="492" y="346"/>
                </a:lnTo>
                <a:lnTo>
                  <a:pt x="484" y="339"/>
                </a:lnTo>
                <a:lnTo>
                  <a:pt x="478" y="330"/>
                </a:lnTo>
                <a:lnTo>
                  <a:pt x="474" y="321"/>
                </a:lnTo>
                <a:lnTo>
                  <a:pt x="472" y="31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23" name=""/>
          <p:cNvSpPr/>
          <p:nvPr/>
        </p:nvSpPr>
        <p:spPr>
          <a:xfrm>
            <a:off x="6043680" y="3467160"/>
            <a:ext cx="1652400" cy="1334880"/>
          </a:xfrm>
          <a:custGeom>
            <a:avLst/>
            <a:gdLst/>
            <a:ahLst/>
            <a:rect l="l" t="t" r="r" b="b"/>
            <a:pathLst>
              <a:path w="824" h="687">
                <a:moveTo>
                  <a:pt x="292" y="213"/>
                </a:moveTo>
                <a:lnTo>
                  <a:pt x="149" y="213"/>
                </a:lnTo>
                <a:lnTo>
                  <a:pt x="6" y="213"/>
                </a:lnTo>
                <a:lnTo>
                  <a:pt x="89" y="439"/>
                </a:lnTo>
                <a:lnTo>
                  <a:pt x="0" y="686"/>
                </a:lnTo>
                <a:lnTo>
                  <a:pt x="659" y="686"/>
                </a:lnTo>
                <a:lnTo>
                  <a:pt x="682" y="682"/>
                </a:lnTo>
                <a:lnTo>
                  <a:pt x="703" y="676"/>
                </a:lnTo>
                <a:lnTo>
                  <a:pt x="724" y="668"/>
                </a:lnTo>
                <a:lnTo>
                  <a:pt x="742" y="658"/>
                </a:lnTo>
                <a:lnTo>
                  <a:pt x="758" y="645"/>
                </a:lnTo>
                <a:lnTo>
                  <a:pt x="773" y="629"/>
                </a:lnTo>
                <a:lnTo>
                  <a:pt x="786" y="611"/>
                </a:lnTo>
                <a:lnTo>
                  <a:pt x="797" y="592"/>
                </a:lnTo>
                <a:lnTo>
                  <a:pt x="806" y="569"/>
                </a:lnTo>
                <a:lnTo>
                  <a:pt x="813" y="545"/>
                </a:lnTo>
                <a:lnTo>
                  <a:pt x="818" y="519"/>
                </a:lnTo>
                <a:lnTo>
                  <a:pt x="822" y="490"/>
                </a:lnTo>
                <a:lnTo>
                  <a:pt x="823" y="460"/>
                </a:lnTo>
                <a:lnTo>
                  <a:pt x="823" y="428"/>
                </a:lnTo>
                <a:lnTo>
                  <a:pt x="823" y="82"/>
                </a:lnTo>
                <a:lnTo>
                  <a:pt x="580" y="0"/>
                </a:lnTo>
                <a:lnTo>
                  <a:pt x="352" y="80"/>
                </a:lnTo>
                <a:lnTo>
                  <a:pt x="352" y="171"/>
                </a:lnTo>
                <a:lnTo>
                  <a:pt x="346" y="183"/>
                </a:lnTo>
                <a:lnTo>
                  <a:pt x="339" y="193"/>
                </a:lnTo>
                <a:lnTo>
                  <a:pt x="329" y="202"/>
                </a:lnTo>
                <a:lnTo>
                  <a:pt x="318" y="209"/>
                </a:lnTo>
                <a:lnTo>
                  <a:pt x="305" y="213"/>
                </a:lnTo>
                <a:lnTo>
                  <a:pt x="292" y="21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24" name=""/>
          <p:cNvSpPr/>
          <p:nvPr/>
        </p:nvSpPr>
        <p:spPr>
          <a:xfrm>
            <a:off x="4815000" y="2317680"/>
            <a:ext cx="1652400" cy="1336680"/>
          </a:xfrm>
          <a:custGeom>
            <a:avLst/>
            <a:gdLst/>
            <a:ahLst/>
            <a:rect l="l" t="t" r="r" b="b"/>
            <a:pathLst>
              <a:path w="824" h="688">
                <a:moveTo>
                  <a:pt x="531" y="473"/>
                </a:moveTo>
                <a:lnTo>
                  <a:pt x="675" y="474"/>
                </a:lnTo>
                <a:lnTo>
                  <a:pt x="819" y="473"/>
                </a:lnTo>
                <a:lnTo>
                  <a:pt x="729" y="244"/>
                </a:lnTo>
                <a:lnTo>
                  <a:pt x="823" y="0"/>
                </a:lnTo>
                <a:lnTo>
                  <a:pt x="164" y="0"/>
                </a:lnTo>
                <a:lnTo>
                  <a:pt x="141" y="4"/>
                </a:lnTo>
                <a:lnTo>
                  <a:pt x="120" y="10"/>
                </a:lnTo>
                <a:lnTo>
                  <a:pt x="100" y="19"/>
                </a:lnTo>
                <a:lnTo>
                  <a:pt x="82" y="30"/>
                </a:lnTo>
                <a:lnTo>
                  <a:pt x="66" y="43"/>
                </a:lnTo>
                <a:lnTo>
                  <a:pt x="51" y="58"/>
                </a:lnTo>
                <a:lnTo>
                  <a:pt x="38" y="76"/>
                </a:lnTo>
                <a:lnTo>
                  <a:pt x="27" y="96"/>
                </a:lnTo>
                <a:lnTo>
                  <a:pt x="18" y="118"/>
                </a:lnTo>
                <a:lnTo>
                  <a:pt x="10" y="142"/>
                </a:lnTo>
                <a:lnTo>
                  <a:pt x="5" y="168"/>
                </a:lnTo>
                <a:lnTo>
                  <a:pt x="1" y="196"/>
                </a:lnTo>
                <a:lnTo>
                  <a:pt x="0" y="227"/>
                </a:lnTo>
                <a:lnTo>
                  <a:pt x="1" y="259"/>
                </a:lnTo>
                <a:lnTo>
                  <a:pt x="1" y="611"/>
                </a:lnTo>
                <a:lnTo>
                  <a:pt x="244" y="687"/>
                </a:lnTo>
                <a:lnTo>
                  <a:pt x="472" y="607"/>
                </a:lnTo>
                <a:lnTo>
                  <a:pt x="472" y="517"/>
                </a:lnTo>
                <a:lnTo>
                  <a:pt x="477" y="504"/>
                </a:lnTo>
                <a:lnTo>
                  <a:pt x="485" y="493"/>
                </a:lnTo>
                <a:lnTo>
                  <a:pt x="495" y="485"/>
                </a:lnTo>
                <a:lnTo>
                  <a:pt x="506" y="479"/>
                </a:lnTo>
                <a:lnTo>
                  <a:pt x="519" y="475"/>
                </a:lnTo>
                <a:lnTo>
                  <a:pt x="531" y="47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25" name=""/>
          <p:cNvSpPr/>
          <p:nvPr/>
        </p:nvSpPr>
        <p:spPr>
          <a:xfrm>
            <a:off x="6335640" y="2316240"/>
            <a:ext cx="1359000" cy="1266840"/>
          </a:xfrm>
          <a:custGeom>
            <a:avLst/>
            <a:gdLst/>
            <a:ahLst/>
            <a:rect l="l" t="t" r="r" b="b"/>
            <a:pathLst>
              <a:path w="678" h="652">
                <a:moveTo>
                  <a:pt x="205" y="545"/>
                </a:moveTo>
                <a:lnTo>
                  <a:pt x="205" y="651"/>
                </a:lnTo>
                <a:lnTo>
                  <a:pt x="435" y="569"/>
                </a:lnTo>
                <a:lnTo>
                  <a:pt x="677" y="649"/>
                </a:lnTo>
                <a:lnTo>
                  <a:pt x="677" y="180"/>
                </a:lnTo>
                <a:lnTo>
                  <a:pt x="674" y="156"/>
                </a:lnTo>
                <a:lnTo>
                  <a:pt x="669" y="133"/>
                </a:lnTo>
                <a:lnTo>
                  <a:pt x="661" y="113"/>
                </a:lnTo>
                <a:lnTo>
                  <a:pt x="650" y="93"/>
                </a:lnTo>
                <a:lnTo>
                  <a:pt x="637" y="75"/>
                </a:lnTo>
                <a:lnTo>
                  <a:pt x="622" y="60"/>
                </a:lnTo>
                <a:lnTo>
                  <a:pt x="604" y="46"/>
                </a:lnTo>
                <a:lnTo>
                  <a:pt x="583" y="34"/>
                </a:lnTo>
                <a:lnTo>
                  <a:pt x="561" y="24"/>
                </a:lnTo>
                <a:lnTo>
                  <a:pt x="536" y="15"/>
                </a:lnTo>
                <a:lnTo>
                  <a:pt x="508" y="8"/>
                </a:lnTo>
                <a:lnTo>
                  <a:pt x="479" y="4"/>
                </a:lnTo>
                <a:lnTo>
                  <a:pt x="448" y="1"/>
                </a:lnTo>
                <a:lnTo>
                  <a:pt x="414" y="1"/>
                </a:lnTo>
                <a:lnTo>
                  <a:pt x="89" y="0"/>
                </a:lnTo>
                <a:lnTo>
                  <a:pt x="0" y="245"/>
                </a:lnTo>
                <a:lnTo>
                  <a:pt x="86" y="475"/>
                </a:lnTo>
                <a:lnTo>
                  <a:pt x="136" y="475"/>
                </a:lnTo>
                <a:lnTo>
                  <a:pt x="149" y="475"/>
                </a:lnTo>
                <a:lnTo>
                  <a:pt x="161" y="477"/>
                </a:lnTo>
                <a:lnTo>
                  <a:pt x="173" y="482"/>
                </a:lnTo>
                <a:lnTo>
                  <a:pt x="183" y="489"/>
                </a:lnTo>
                <a:lnTo>
                  <a:pt x="192" y="498"/>
                </a:lnTo>
                <a:lnTo>
                  <a:pt x="199" y="508"/>
                </a:lnTo>
                <a:lnTo>
                  <a:pt x="203" y="520"/>
                </a:lnTo>
                <a:lnTo>
                  <a:pt x="206" y="532"/>
                </a:lnTo>
                <a:lnTo>
                  <a:pt x="205" y="54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26" name=""/>
          <p:cNvSpPr/>
          <p:nvPr/>
        </p:nvSpPr>
        <p:spPr>
          <a:xfrm>
            <a:off x="2496960" y="1979640"/>
            <a:ext cx="1676520" cy="1352520"/>
          </a:xfrm>
          <a:custGeom>
            <a:avLst/>
            <a:gdLst/>
            <a:ahLst/>
            <a:rect l="l" t="t" r="r" b="b"/>
            <a:pathLst>
              <a:path w="836" h="696">
                <a:moveTo>
                  <a:pt x="304" y="473"/>
                </a:moveTo>
                <a:lnTo>
                  <a:pt x="316" y="475"/>
                </a:lnTo>
                <a:lnTo>
                  <a:pt x="327" y="478"/>
                </a:lnTo>
                <a:lnTo>
                  <a:pt x="338" y="484"/>
                </a:lnTo>
                <a:lnTo>
                  <a:pt x="347" y="491"/>
                </a:lnTo>
                <a:lnTo>
                  <a:pt x="355" y="501"/>
                </a:lnTo>
                <a:lnTo>
                  <a:pt x="361" y="512"/>
                </a:lnTo>
                <a:lnTo>
                  <a:pt x="363" y="523"/>
                </a:lnTo>
                <a:lnTo>
                  <a:pt x="365" y="535"/>
                </a:lnTo>
                <a:lnTo>
                  <a:pt x="365" y="602"/>
                </a:lnTo>
                <a:lnTo>
                  <a:pt x="604" y="695"/>
                </a:lnTo>
                <a:lnTo>
                  <a:pt x="834" y="610"/>
                </a:lnTo>
                <a:lnTo>
                  <a:pt x="834" y="259"/>
                </a:lnTo>
                <a:lnTo>
                  <a:pt x="835" y="227"/>
                </a:lnTo>
                <a:lnTo>
                  <a:pt x="833" y="197"/>
                </a:lnTo>
                <a:lnTo>
                  <a:pt x="830" y="168"/>
                </a:lnTo>
                <a:lnTo>
                  <a:pt x="825" y="142"/>
                </a:lnTo>
                <a:lnTo>
                  <a:pt x="817" y="117"/>
                </a:lnTo>
                <a:lnTo>
                  <a:pt x="808" y="96"/>
                </a:lnTo>
                <a:lnTo>
                  <a:pt x="797" y="76"/>
                </a:lnTo>
                <a:lnTo>
                  <a:pt x="784" y="58"/>
                </a:lnTo>
                <a:lnTo>
                  <a:pt x="769" y="43"/>
                </a:lnTo>
                <a:lnTo>
                  <a:pt x="753" y="29"/>
                </a:lnTo>
                <a:lnTo>
                  <a:pt x="735" y="19"/>
                </a:lnTo>
                <a:lnTo>
                  <a:pt x="715" y="10"/>
                </a:lnTo>
                <a:lnTo>
                  <a:pt x="694" y="4"/>
                </a:lnTo>
                <a:lnTo>
                  <a:pt x="671" y="0"/>
                </a:lnTo>
                <a:lnTo>
                  <a:pt x="12" y="0"/>
                </a:lnTo>
                <a:lnTo>
                  <a:pt x="97" y="231"/>
                </a:lnTo>
                <a:lnTo>
                  <a:pt x="0" y="473"/>
                </a:lnTo>
                <a:lnTo>
                  <a:pt x="152" y="474"/>
                </a:lnTo>
                <a:lnTo>
                  <a:pt x="304" y="47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27" name=""/>
          <p:cNvSpPr/>
          <p:nvPr/>
        </p:nvSpPr>
        <p:spPr>
          <a:xfrm>
            <a:off x="1258920" y="3146400"/>
            <a:ext cx="1876320" cy="1352520"/>
          </a:xfrm>
          <a:custGeom>
            <a:avLst/>
            <a:gdLst/>
            <a:ahLst/>
            <a:rect l="l" t="t" r="r" b="b"/>
            <a:pathLst>
              <a:path w="936" h="696">
                <a:moveTo>
                  <a:pt x="532" y="222"/>
                </a:moveTo>
                <a:lnTo>
                  <a:pt x="519" y="220"/>
                </a:lnTo>
                <a:lnTo>
                  <a:pt x="507" y="216"/>
                </a:lnTo>
                <a:lnTo>
                  <a:pt x="496" y="210"/>
                </a:lnTo>
                <a:lnTo>
                  <a:pt x="487" y="201"/>
                </a:lnTo>
                <a:lnTo>
                  <a:pt x="479" y="190"/>
                </a:lnTo>
                <a:lnTo>
                  <a:pt x="474" y="179"/>
                </a:lnTo>
                <a:lnTo>
                  <a:pt x="472" y="165"/>
                </a:lnTo>
                <a:lnTo>
                  <a:pt x="472" y="94"/>
                </a:lnTo>
                <a:lnTo>
                  <a:pt x="231" y="0"/>
                </a:lnTo>
                <a:lnTo>
                  <a:pt x="0" y="91"/>
                </a:lnTo>
                <a:lnTo>
                  <a:pt x="1" y="435"/>
                </a:lnTo>
                <a:lnTo>
                  <a:pt x="1" y="468"/>
                </a:lnTo>
                <a:lnTo>
                  <a:pt x="2" y="498"/>
                </a:lnTo>
                <a:lnTo>
                  <a:pt x="5" y="527"/>
                </a:lnTo>
                <a:lnTo>
                  <a:pt x="11" y="553"/>
                </a:lnTo>
                <a:lnTo>
                  <a:pt x="18" y="577"/>
                </a:lnTo>
                <a:lnTo>
                  <a:pt x="28" y="599"/>
                </a:lnTo>
                <a:lnTo>
                  <a:pt x="39" y="619"/>
                </a:lnTo>
                <a:lnTo>
                  <a:pt x="52" y="637"/>
                </a:lnTo>
                <a:lnTo>
                  <a:pt x="66" y="652"/>
                </a:lnTo>
                <a:lnTo>
                  <a:pt x="82" y="665"/>
                </a:lnTo>
                <a:lnTo>
                  <a:pt x="100" y="676"/>
                </a:lnTo>
                <a:lnTo>
                  <a:pt x="120" y="685"/>
                </a:lnTo>
                <a:lnTo>
                  <a:pt x="142" y="691"/>
                </a:lnTo>
                <a:lnTo>
                  <a:pt x="165" y="694"/>
                </a:lnTo>
                <a:lnTo>
                  <a:pt x="935" y="695"/>
                </a:lnTo>
                <a:lnTo>
                  <a:pt x="935" y="221"/>
                </a:lnTo>
                <a:lnTo>
                  <a:pt x="734" y="220"/>
                </a:lnTo>
                <a:lnTo>
                  <a:pt x="532" y="22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28" name=""/>
          <p:cNvSpPr/>
          <p:nvPr/>
        </p:nvSpPr>
        <p:spPr>
          <a:xfrm>
            <a:off x="1260360" y="1981080"/>
            <a:ext cx="1376640" cy="1308240"/>
          </a:xfrm>
          <a:custGeom>
            <a:avLst/>
            <a:gdLst/>
            <a:ahLst/>
            <a:rect l="l" t="t" r="r" b="b"/>
            <a:pathLst>
              <a:path w="686" h="673">
                <a:moveTo>
                  <a:pt x="466" y="525"/>
                </a:moveTo>
                <a:lnTo>
                  <a:pt x="468" y="514"/>
                </a:lnTo>
                <a:lnTo>
                  <a:pt x="473" y="502"/>
                </a:lnTo>
                <a:lnTo>
                  <a:pt x="479" y="492"/>
                </a:lnTo>
                <a:lnTo>
                  <a:pt x="489" y="484"/>
                </a:lnTo>
                <a:lnTo>
                  <a:pt x="499" y="477"/>
                </a:lnTo>
                <a:lnTo>
                  <a:pt x="511" y="474"/>
                </a:lnTo>
                <a:lnTo>
                  <a:pt x="523" y="472"/>
                </a:lnTo>
                <a:lnTo>
                  <a:pt x="592" y="471"/>
                </a:lnTo>
                <a:lnTo>
                  <a:pt x="685" y="231"/>
                </a:lnTo>
                <a:lnTo>
                  <a:pt x="601" y="1"/>
                </a:lnTo>
                <a:lnTo>
                  <a:pt x="255" y="1"/>
                </a:lnTo>
                <a:lnTo>
                  <a:pt x="223" y="0"/>
                </a:lnTo>
                <a:lnTo>
                  <a:pt x="194" y="1"/>
                </a:lnTo>
                <a:lnTo>
                  <a:pt x="166" y="4"/>
                </a:lnTo>
                <a:lnTo>
                  <a:pt x="140" y="10"/>
                </a:lnTo>
                <a:lnTo>
                  <a:pt x="116" y="18"/>
                </a:lnTo>
                <a:lnTo>
                  <a:pt x="93" y="27"/>
                </a:lnTo>
                <a:lnTo>
                  <a:pt x="75" y="38"/>
                </a:lnTo>
                <a:lnTo>
                  <a:pt x="57" y="50"/>
                </a:lnTo>
                <a:lnTo>
                  <a:pt x="42" y="64"/>
                </a:lnTo>
                <a:lnTo>
                  <a:pt x="30" y="81"/>
                </a:lnTo>
                <a:lnTo>
                  <a:pt x="19" y="99"/>
                </a:lnTo>
                <a:lnTo>
                  <a:pt x="10" y="119"/>
                </a:lnTo>
                <a:lnTo>
                  <a:pt x="4" y="141"/>
                </a:lnTo>
                <a:lnTo>
                  <a:pt x="0" y="164"/>
                </a:lnTo>
                <a:lnTo>
                  <a:pt x="0" y="666"/>
                </a:lnTo>
                <a:lnTo>
                  <a:pt x="224" y="575"/>
                </a:lnTo>
                <a:lnTo>
                  <a:pt x="466" y="672"/>
                </a:lnTo>
                <a:lnTo>
                  <a:pt x="466" y="52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29" name=""/>
          <p:cNvSpPr/>
          <p:nvPr/>
        </p:nvSpPr>
        <p:spPr>
          <a:xfrm>
            <a:off x="1355760" y="3862440"/>
            <a:ext cx="14461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30" name=""/>
          <p:cNvSpPr/>
          <p:nvPr/>
        </p:nvSpPr>
        <p:spPr>
          <a:xfrm>
            <a:off x="1355760" y="2320920"/>
            <a:ext cx="9126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31" name=""/>
          <p:cNvSpPr/>
          <p:nvPr/>
        </p:nvSpPr>
        <p:spPr>
          <a:xfrm>
            <a:off x="2789280" y="2313000"/>
            <a:ext cx="11653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32" name=""/>
          <p:cNvSpPr/>
          <p:nvPr/>
        </p:nvSpPr>
        <p:spPr>
          <a:xfrm>
            <a:off x="3319560" y="4219560"/>
            <a:ext cx="1168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33" name=""/>
          <p:cNvSpPr/>
          <p:nvPr/>
        </p:nvSpPr>
        <p:spPr>
          <a:xfrm>
            <a:off x="4756320" y="4219560"/>
            <a:ext cx="11667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34" name=""/>
          <p:cNvSpPr/>
          <p:nvPr/>
        </p:nvSpPr>
        <p:spPr>
          <a:xfrm>
            <a:off x="6321600" y="4219560"/>
            <a:ext cx="1168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35" name=""/>
          <p:cNvSpPr/>
          <p:nvPr/>
        </p:nvSpPr>
        <p:spPr>
          <a:xfrm>
            <a:off x="6586560" y="2685960"/>
            <a:ext cx="9651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36" name=""/>
          <p:cNvSpPr/>
          <p:nvPr/>
        </p:nvSpPr>
        <p:spPr>
          <a:xfrm>
            <a:off x="4910040" y="2685960"/>
            <a:ext cx="11667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3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3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3C58CC4-8B1D-4146-944C-1D5C448A8D85}" type="slidenum">
              <a:t>71</a:t>
            </a:fld>
          </a:p>
        </p:txBody>
      </p:sp>
    </p:spTree>
  </p:cSld>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39" name=""/>
          <p:cNvSpPr/>
          <p:nvPr/>
        </p:nvSpPr>
        <p:spPr>
          <a:xfrm>
            <a:off x="2198520" y="1739880"/>
            <a:ext cx="4856400" cy="3098880"/>
          </a:xfrm>
          <a:custGeom>
            <a:avLst/>
            <a:gdLst/>
            <a:ahLst/>
            <a:rect l="l" t="t" r="r" b="b"/>
            <a:pathLst>
              <a:path w="3059" h="1952">
                <a:moveTo>
                  <a:pt x="0" y="0"/>
                </a:moveTo>
                <a:lnTo>
                  <a:pt x="2250" y="0"/>
                </a:lnTo>
                <a:lnTo>
                  <a:pt x="2250" y="478"/>
                </a:lnTo>
                <a:lnTo>
                  <a:pt x="2855" y="478"/>
                </a:lnTo>
                <a:lnTo>
                  <a:pt x="2855" y="243"/>
                </a:lnTo>
                <a:lnTo>
                  <a:pt x="3058" y="971"/>
                </a:lnTo>
                <a:lnTo>
                  <a:pt x="2848" y="1684"/>
                </a:lnTo>
                <a:lnTo>
                  <a:pt x="2841" y="1684"/>
                </a:lnTo>
                <a:lnTo>
                  <a:pt x="2841" y="1450"/>
                </a:lnTo>
                <a:lnTo>
                  <a:pt x="2250" y="1450"/>
                </a:lnTo>
                <a:lnTo>
                  <a:pt x="2250" y="1951"/>
                </a:lnTo>
                <a:lnTo>
                  <a:pt x="0" y="1951"/>
                </a:lnTo>
                <a:lnTo>
                  <a:pt x="0" y="1450"/>
                </a:lnTo>
                <a:lnTo>
                  <a:pt x="606" y="1450"/>
                </a:lnTo>
                <a:lnTo>
                  <a:pt x="606" y="1676"/>
                </a:lnTo>
                <a:lnTo>
                  <a:pt x="807" y="971"/>
                </a:lnTo>
                <a:lnTo>
                  <a:pt x="606" y="250"/>
                </a:lnTo>
                <a:lnTo>
                  <a:pt x="606" y="478"/>
                </a:lnTo>
                <a:lnTo>
                  <a:pt x="0" y="478"/>
                </a:lnTo>
                <a:lnTo>
                  <a:pt x="0"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4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CUTOUT</a:t>
            </a:r>
            <a:endParaRPr b="1" lang="en-US" sz="1900" spc="-1" strike="noStrike">
              <a:solidFill>
                <a:srgbClr val="000000"/>
              </a:solidFill>
              <a:latin typeface="Arial"/>
            </a:endParaRPr>
          </a:p>
        </p:txBody>
      </p:sp>
      <p:sp>
        <p:nvSpPr>
          <p:cNvPr id="1341" name=""/>
          <p:cNvSpPr/>
          <p:nvPr/>
        </p:nvSpPr>
        <p:spPr>
          <a:xfrm>
            <a:off x="2346480" y="1798560"/>
            <a:ext cx="34178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42" name=""/>
          <p:cNvSpPr/>
          <p:nvPr/>
        </p:nvSpPr>
        <p:spPr>
          <a:xfrm>
            <a:off x="2346480" y="3174840"/>
            <a:ext cx="9032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43" name=""/>
          <p:cNvSpPr/>
          <p:nvPr/>
        </p:nvSpPr>
        <p:spPr>
          <a:xfrm>
            <a:off x="3632040" y="3174840"/>
            <a:ext cx="3418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44" name=""/>
          <p:cNvSpPr/>
          <p:nvPr/>
        </p:nvSpPr>
        <p:spPr>
          <a:xfrm>
            <a:off x="2346480" y="4518360"/>
            <a:ext cx="341784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4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4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98070AE-DE09-4A58-AA1F-6A64AC61D632}" type="slidenum">
              <a:t>72</a:t>
            </a:fld>
          </a:p>
        </p:txBody>
      </p:sp>
    </p:spTree>
  </p:cSld>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47" name=""/>
          <p:cNvSpPr/>
          <p:nvPr/>
        </p:nvSpPr>
        <p:spPr>
          <a:xfrm>
            <a:off x="4091040" y="1146240"/>
            <a:ext cx="3139920" cy="4279680"/>
          </a:xfrm>
          <a:custGeom>
            <a:avLst/>
            <a:gdLst/>
            <a:ahLst/>
            <a:rect l="l" t="t" r="r" b="b"/>
            <a:pathLst>
              <a:path w="1978" h="2696">
                <a:moveTo>
                  <a:pt x="0" y="340"/>
                </a:moveTo>
                <a:lnTo>
                  <a:pt x="1564" y="340"/>
                </a:lnTo>
                <a:lnTo>
                  <a:pt x="1564" y="0"/>
                </a:lnTo>
                <a:lnTo>
                  <a:pt x="1977" y="1361"/>
                </a:lnTo>
                <a:lnTo>
                  <a:pt x="1564" y="2695"/>
                </a:lnTo>
                <a:lnTo>
                  <a:pt x="1564" y="2392"/>
                </a:lnTo>
                <a:lnTo>
                  <a:pt x="0" y="239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48" name=""/>
          <p:cNvSpPr/>
          <p:nvPr/>
        </p:nvSpPr>
        <p:spPr>
          <a:xfrm>
            <a:off x="1488960" y="1685880"/>
            <a:ext cx="3213360" cy="1577880"/>
          </a:xfrm>
          <a:custGeom>
            <a:avLst/>
            <a:gdLst/>
            <a:ahLst/>
            <a:rect l="l" t="t" r="r" b="b"/>
            <a:pathLst>
              <a:path w="2024" h="994">
                <a:moveTo>
                  <a:pt x="1638" y="434"/>
                </a:moveTo>
                <a:lnTo>
                  <a:pt x="1638" y="0"/>
                </a:lnTo>
                <a:lnTo>
                  <a:pt x="2023" y="993"/>
                </a:lnTo>
                <a:lnTo>
                  <a:pt x="0" y="993"/>
                </a:lnTo>
                <a:lnTo>
                  <a:pt x="0" y="434"/>
                </a:lnTo>
                <a:lnTo>
                  <a:pt x="1638" y="434"/>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49" name=""/>
          <p:cNvSpPr/>
          <p:nvPr/>
        </p:nvSpPr>
        <p:spPr>
          <a:xfrm>
            <a:off x="1488960" y="3370320"/>
            <a:ext cx="3213360" cy="1576440"/>
          </a:xfrm>
          <a:custGeom>
            <a:avLst/>
            <a:gdLst/>
            <a:ahLst/>
            <a:rect l="l" t="t" r="r" b="b"/>
            <a:pathLst>
              <a:path w="2024" h="993">
                <a:moveTo>
                  <a:pt x="1638" y="558"/>
                </a:moveTo>
                <a:lnTo>
                  <a:pt x="1638" y="992"/>
                </a:lnTo>
                <a:lnTo>
                  <a:pt x="2023" y="0"/>
                </a:lnTo>
                <a:lnTo>
                  <a:pt x="0" y="0"/>
                </a:lnTo>
                <a:lnTo>
                  <a:pt x="0" y="558"/>
                </a:lnTo>
                <a:lnTo>
                  <a:pt x="1638" y="558"/>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5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A</a:t>
            </a:r>
            <a:endParaRPr b="1" lang="en-US" sz="1900" spc="-1" strike="noStrike">
              <a:solidFill>
                <a:srgbClr val="000000"/>
              </a:solidFill>
              <a:latin typeface="Arial"/>
            </a:endParaRPr>
          </a:p>
        </p:txBody>
      </p:sp>
      <p:sp>
        <p:nvSpPr>
          <p:cNvPr id="1351" name=""/>
          <p:cNvSpPr/>
          <p:nvPr/>
        </p:nvSpPr>
        <p:spPr>
          <a:xfrm>
            <a:off x="1611360" y="2457360"/>
            <a:ext cx="1952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52" name=""/>
          <p:cNvSpPr/>
          <p:nvPr/>
        </p:nvSpPr>
        <p:spPr>
          <a:xfrm>
            <a:off x="1611360" y="3460680"/>
            <a:ext cx="1952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53" name=""/>
          <p:cNvSpPr/>
          <p:nvPr/>
        </p:nvSpPr>
        <p:spPr>
          <a:xfrm>
            <a:off x="4815000" y="1773360"/>
            <a:ext cx="17794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5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5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F1CD988-78A3-427F-BD98-1C61EB3781AC}" type="slidenum">
              <a:t>73</a:t>
            </a:fld>
          </a:p>
        </p:txBody>
      </p:sp>
    </p:spTree>
  </p:cSld>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56" name=""/>
          <p:cNvSpPr/>
          <p:nvPr/>
        </p:nvSpPr>
        <p:spPr>
          <a:xfrm>
            <a:off x="5446800" y="1146240"/>
            <a:ext cx="2112840" cy="4113000"/>
          </a:xfrm>
          <a:custGeom>
            <a:avLst/>
            <a:gdLst/>
            <a:ahLst/>
            <a:rect l="l" t="t" r="r" b="b"/>
            <a:pathLst>
              <a:path w="1331" h="2591">
                <a:moveTo>
                  <a:pt x="0" y="2187"/>
                </a:moveTo>
                <a:lnTo>
                  <a:pt x="784" y="2187"/>
                </a:lnTo>
                <a:lnTo>
                  <a:pt x="784" y="2590"/>
                </a:lnTo>
                <a:lnTo>
                  <a:pt x="1330" y="1295"/>
                </a:lnTo>
                <a:lnTo>
                  <a:pt x="784" y="0"/>
                </a:lnTo>
                <a:lnTo>
                  <a:pt x="784" y="393"/>
                </a:lnTo>
                <a:lnTo>
                  <a:pt x="0" y="393"/>
                </a:lnTo>
                <a:lnTo>
                  <a:pt x="352" y="1295"/>
                </a:lnTo>
                <a:lnTo>
                  <a:pt x="0" y="2187"/>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57" name=""/>
          <p:cNvSpPr/>
          <p:nvPr/>
        </p:nvSpPr>
        <p:spPr>
          <a:xfrm>
            <a:off x="3246480" y="1770120"/>
            <a:ext cx="2597040" cy="1376280"/>
          </a:xfrm>
          <a:custGeom>
            <a:avLst/>
            <a:gdLst/>
            <a:ahLst/>
            <a:rect l="l" t="t" r="r" b="b"/>
            <a:pathLst>
              <a:path w="1636" h="867">
                <a:moveTo>
                  <a:pt x="1298" y="0"/>
                </a:moveTo>
                <a:lnTo>
                  <a:pt x="1635" y="866"/>
                </a:lnTo>
                <a:lnTo>
                  <a:pt x="368" y="866"/>
                </a:lnTo>
                <a:lnTo>
                  <a:pt x="0" y="0"/>
                </a:lnTo>
                <a:lnTo>
                  <a:pt x="1298"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58" name=""/>
          <p:cNvSpPr/>
          <p:nvPr/>
        </p:nvSpPr>
        <p:spPr>
          <a:xfrm>
            <a:off x="3246480" y="3244680"/>
            <a:ext cx="2597040" cy="1376640"/>
          </a:xfrm>
          <a:custGeom>
            <a:avLst/>
            <a:gdLst/>
            <a:ahLst/>
            <a:rect l="l" t="t" r="r" b="b"/>
            <a:pathLst>
              <a:path w="1636" h="867">
                <a:moveTo>
                  <a:pt x="1298" y="866"/>
                </a:moveTo>
                <a:lnTo>
                  <a:pt x="1635" y="0"/>
                </a:lnTo>
                <a:lnTo>
                  <a:pt x="352" y="0"/>
                </a:lnTo>
                <a:lnTo>
                  <a:pt x="0" y="866"/>
                </a:lnTo>
                <a:lnTo>
                  <a:pt x="1298" y="86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59" name=""/>
          <p:cNvSpPr/>
          <p:nvPr/>
        </p:nvSpPr>
        <p:spPr>
          <a:xfrm>
            <a:off x="1468440" y="1770120"/>
            <a:ext cx="2225520" cy="2836800"/>
          </a:xfrm>
          <a:custGeom>
            <a:avLst/>
            <a:gdLst/>
            <a:ahLst/>
            <a:rect l="l" t="t" r="r" b="b"/>
            <a:pathLst>
              <a:path w="1402" h="1787">
                <a:moveTo>
                  <a:pt x="1401" y="884"/>
                </a:moveTo>
                <a:lnTo>
                  <a:pt x="1032" y="0"/>
                </a:lnTo>
                <a:lnTo>
                  <a:pt x="0" y="0"/>
                </a:lnTo>
                <a:lnTo>
                  <a:pt x="0" y="1786"/>
                </a:lnTo>
                <a:lnTo>
                  <a:pt x="1032" y="1786"/>
                </a:lnTo>
                <a:lnTo>
                  <a:pt x="1401" y="88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6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B</a:t>
            </a:r>
            <a:endParaRPr b="1" lang="en-US" sz="1900" spc="-1" strike="noStrike">
              <a:solidFill>
                <a:srgbClr val="000000"/>
              </a:solidFill>
              <a:latin typeface="Arial"/>
            </a:endParaRPr>
          </a:p>
        </p:txBody>
      </p:sp>
      <p:sp>
        <p:nvSpPr>
          <p:cNvPr id="1361" name=""/>
          <p:cNvSpPr/>
          <p:nvPr/>
        </p:nvSpPr>
        <p:spPr>
          <a:xfrm>
            <a:off x="1623960" y="3097080"/>
            <a:ext cx="1681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62" name=""/>
          <p:cNvSpPr/>
          <p:nvPr/>
        </p:nvSpPr>
        <p:spPr>
          <a:xfrm>
            <a:off x="3780000" y="1954080"/>
            <a:ext cx="1682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63" name=""/>
          <p:cNvSpPr/>
          <p:nvPr/>
        </p:nvSpPr>
        <p:spPr>
          <a:xfrm>
            <a:off x="3780000" y="3433680"/>
            <a:ext cx="1682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64" name=""/>
          <p:cNvSpPr/>
          <p:nvPr/>
        </p:nvSpPr>
        <p:spPr>
          <a:xfrm>
            <a:off x="6135840" y="3097080"/>
            <a:ext cx="11030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6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6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9FDCD3D-EA6C-4EBD-8142-BD08311C6D14}" type="slidenum">
              <a:t>74</a:t>
            </a:fld>
          </a:p>
        </p:txBody>
      </p:sp>
    </p:spTree>
  </p:cSld>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367" name=""/>
          <p:cNvGrpSpPr/>
          <p:nvPr/>
        </p:nvGrpSpPr>
        <p:grpSpPr>
          <a:xfrm>
            <a:off x="1568520" y="1146240"/>
            <a:ext cx="5805360" cy="4181400"/>
            <a:chOff x="1568520" y="1146240"/>
            <a:chExt cx="5805360" cy="4181400"/>
          </a:xfrm>
        </p:grpSpPr>
        <p:sp>
          <p:nvSpPr>
            <p:cNvPr id="1368" name=""/>
            <p:cNvSpPr/>
            <p:nvPr/>
          </p:nvSpPr>
          <p:spPr>
            <a:xfrm>
              <a:off x="1568520" y="3308400"/>
              <a:ext cx="5803920" cy="2019240"/>
            </a:xfrm>
            <a:custGeom>
              <a:avLst/>
              <a:gdLst/>
              <a:ahLst/>
              <a:rect l="l" t="t" r="r" b="b"/>
              <a:pathLst>
                <a:path w="3656" h="1272">
                  <a:moveTo>
                    <a:pt x="0" y="283"/>
                  </a:moveTo>
                  <a:lnTo>
                    <a:pt x="0" y="941"/>
                  </a:lnTo>
                  <a:lnTo>
                    <a:pt x="3303" y="938"/>
                  </a:lnTo>
                  <a:lnTo>
                    <a:pt x="3303" y="1271"/>
                  </a:lnTo>
                  <a:lnTo>
                    <a:pt x="3655" y="0"/>
                  </a:lnTo>
                  <a:lnTo>
                    <a:pt x="3303" y="0"/>
                  </a:lnTo>
                  <a:lnTo>
                    <a:pt x="3102" y="616"/>
                  </a:lnTo>
                  <a:lnTo>
                    <a:pt x="3102" y="286"/>
                  </a:lnTo>
                  <a:lnTo>
                    <a:pt x="0" y="28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69" name=""/>
            <p:cNvSpPr/>
            <p:nvPr/>
          </p:nvSpPr>
          <p:spPr>
            <a:xfrm>
              <a:off x="1569960" y="1146240"/>
              <a:ext cx="5803920" cy="2019240"/>
            </a:xfrm>
            <a:custGeom>
              <a:avLst/>
              <a:gdLst/>
              <a:ahLst/>
              <a:rect l="l" t="t" r="r" b="b"/>
              <a:pathLst>
                <a:path w="3656" h="1272">
                  <a:moveTo>
                    <a:pt x="0" y="987"/>
                  </a:moveTo>
                  <a:lnTo>
                    <a:pt x="0" y="329"/>
                  </a:lnTo>
                  <a:lnTo>
                    <a:pt x="3303" y="331"/>
                  </a:lnTo>
                  <a:lnTo>
                    <a:pt x="3303" y="0"/>
                  </a:lnTo>
                  <a:lnTo>
                    <a:pt x="3655" y="1271"/>
                  </a:lnTo>
                  <a:lnTo>
                    <a:pt x="3303" y="1271"/>
                  </a:lnTo>
                  <a:lnTo>
                    <a:pt x="3102" y="654"/>
                  </a:lnTo>
                  <a:lnTo>
                    <a:pt x="3102" y="985"/>
                  </a:lnTo>
                  <a:lnTo>
                    <a:pt x="0" y="987"/>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37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C</a:t>
            </a:r>
            <a:endParaRPr b="1" lang="en-US" sz="1900" spc="-1" strike="noStrike">
              <a:solidFill>
                <a:srgbClr val="000000"/>
              </a:solidFill>
              <a:latin typeface="Arial"/>
            </a:endParaRPr>
          </a:p>
        </p:txBody>
      </p:sp>
      <p:sp>
        <p:nvSpPr>
          <p:cNvPr id="1371" name=""/>
          <p:cNvSpPr/>
          <p:nvPr/>
        </p:nvSpPr>
        <p:spPr>
          <a:xfrm>
            <a:off x="1757520" y="1779480"/>
            <a:ext cx="39700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72" name=""/>
          <p:cNvSpPr/>
          <p:nvPr/>
        </p:nvSpPr>
        <p:spPr>
          <a:xfrm>
            <a:off x="1757520" y="3113280"/>
            <a:ext cx="39700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73" name=""/>
          <p:cNvSpPr/>
          <p:nvPr/>
        </p:nvSpPr>
        <p:spPr>
          <a:xfrm>
            <a:off x="1757520" y="3860640"/>
            <a:ext cx="39700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7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7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A81199D-CBF0-4C78-9D4E-15DDE3F68040}" type="slidenum">
              <a:t>75</a:t>
            </a:fld>
          </a:p>
        </p:txBody>
      </p:sp>
    </p:spTree>
  </p:cSld>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D</a:t>
            </a:r>
            <a:endParaRPr b="1" lang="en-US" sz="1900" spc="-1" strike="noStrike">
              <a:solidFill>
                <a:srgbClr val="000000"/>
              </a:solidFill>
              <a:latin typeface="Arial"/>
            </a:endParaRPr>
          </a:p>
        </p:txBody>
      </p:sp>
      <p:sp>
        <p:nvSpPr>
          <p:cNvPr id="1377" name=""/>
          <p:cNvSpPr/>
          <p:nvPr/>
        </p:nvSpPr>
        <p:spPr>
          <a:xfrm>
            <a:off x="4968720" y="1146240"/>
            <a:ext cx="2457720" cy="3092400"/>
          </a:xfrm>
          <a:custGeom>
            <a:avLst/>
            <a:gdLst/>
            <a:ahLst/>
            <a:rect l="l" t="t" r="r" b="b"/>
            <a:pathLst>
              <a:path w="1448" h="1879">
                <a:moveTo>
                  <a:pt x="0" y="1518"/>
                </a:moveTo>
                <a:lnTo>
                  <a:pt x="0" y="655"/>
                </a:lnTo>
                <a:lnTo>
                  <a:pt x="1087" y="392"/>
                </a:lnTo>
                <a:lnTo>
                  <a:pt x="1087" y="0"/>
                </a:lnTo>
                <a:lnTo>
                  <a:pt x="1447" y="895"/>
                </a:lnTo>
                <a:lnTo>
                  <a:pt x="1087" y="1878"/>
                </a:lnTo>
                <a:lnTo>
                  <a:pt x="1087" y="1518"/>
                </a:lnTo>
                <a:lnTo>
                  <a:pt x="0" y="151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78" name=""/>
          <p:cNvSpPr/>
          <p:nvPr/>
        </p:nvSpPr>
        <p:spPr>
          <a:xfrm>
            <a:off x="3243240" y="1790640"/>
            <a:ext cx="2297160" cy="2343240"/>
          </a:xfrm>
          <a:custGeom>
            <a:avLst/>
            <a:gdLst/>
            <a:ahLst/>
            <a:rect l="l" t="t" r="r" b="b"/>
            <a:pathLst>
              <a:path w="1353" h="1423">
                <a:moveTo>
                  <a:pt x="0" y="1118"/>
                </a:moveTo>
                <a:lnTo>
                  <a:pt x="16" y="511"/>
                </a:lnTo>
                <a:lnTo>
                  <a:pt x="1016" y="263"/>
                </a:lnTo>
                <a:lnTo>
                  <a:pt x="1016" y="0"/>
                </a:lnTo>
                <a:lnTo>
                  <a:pt x="1352" y="679"/>
                </a:lnTo>
                <a:lnTo>
                  <a:pt x="1016" y="1422"/>
                </a:lnTo>
                <a:lnTo>
                  <a:pt x="1016" y="1118"/>
                </a:lnTo>
                <a:lnTo>
                  <a:pt x="0" y="111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79" name=""/>
          <p:cNvSpPr/>
          <p:nvPr/>
        </p:nvSpPr>
        <p:spPr>
          <a:xfrm>
            <a:off x="1521000" y="2328840"/>
            <a:ext cx="2295360" cy="1646280"/>
          </a:xfrm>
          <a:custGeom>
            <a:avLst/>
            <a:gdLst/>
            <a:ahLst/>
            <a:rect l="l" t="t" r="r" b="b"/>
            <a:pathLst>
              <a:path w="1352" h="1000">
                <a:moveTo>
                  <a:pt x="0" y="791"/>
                </a:moveTo>
                <a:lnTo>
                  <a:pt x="0" y="440"/>
                </a:lnTo>
                <a:lnTo>
                  <a:pt x="1023" y="184"/>
                </a:lnTo>
                <a:lnTo>
                  <a:pt x="1023" y="0"/>
                </a:lnTo>
                <a:lnTo>
                  <a:pt x="1351" y="480"/>
                </a:lnTo>
                <a:lnTo>
                  <a:pt x="1023" y="999"/>
                </a:lnTo>
                <a:lnTo>
                  <a:pt x="1023" y="791"/>
                </a:lnTo>
                <a:lnTo>
                  <a:pt x="0" y="79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80" name=""/>
          <p:cNvSpPr/>
          <p:nvPr/>
        </p:nvSpPr>
        <p:spPr>
          <a:xfrm>
            <a:off x="1617840" y="3125880"/>
            <a:ext cx="17110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81" name=""/>
          <p:cNvSpPr/>
          <p:nvPr/>
        </p:nvSpPr>
        <p:spPr>
          <a:xfrm>
            <a:off x="3916440" y="2935440"/>
            <a:ext cx="1323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82" name=""/>
          <p:cNvSpPr/>
          <p:nvPr/>
        </p:nvSpPr>
        <p:spPr>
          <a:xfrm>
            <a:off x="5635800" y="2665440"/>
            <a:ext cx="14475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8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8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F1F7AA52-C769-42C0-9458-1B5CE2BAD827}" type="slidenum">
              <a:t>76</a:t>
            </a:fld>
          </a:p>
        </p:txBody>
      </p:sp>
    </p:spTree>
  </p:cSld>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385" name=""/>
          <p:cNvGrpSpPr/>
          <p:nvPr/>
        </p:nvGrpSpPr>
        <p:grpSpPr>
          <a:xfrm>
            <a:off x="1144440" y="1146240"/>
            <a:ext cx="6649920" cy="4075200"/>
            <a:chOff x="1144440" y="1146240"/>
            <a:chExt cx="6649920" cy="4075200"/>
          </a:xfrm>
        </p:grpSpPr>
        <p:sp>
          <p:nvSpPr>
            <p:cNvPr id="1386" name=""/>
            <p:cNvSpPr/>
            <p:nvPr/>
          </p:nvSpPr>
          <p:spPr>
            <a:xfrm>
              <a:off x="5159160" y="1146240"/>
              <a:ext cx="2635200" cy="4075200"/>
            </a:xfrm>
            <a:custGeom>
              <a:avLst/>
              <a:gdLst/>
              <a:ahLst/>
              <a:rect l="l" t="t" r="r" b="b"/>
              <a:pathLst>
                <a:path w="1660" h="2567">
                  <a:moveTo>
                    <a:pt x="0" y="256"/>
                  </a:moveTo>
                  <a:lnTo>
                    <a:pt x="1080" y="256"/>
                  </a:lnTo>
                  <a:lnTo>
                    <a:pt x="1080" y="0"/>
                  </a:lnTo>
                  <a:lnTo>
                    <a:pt x="1659" y="1283"/>
                  </a:lnTo>
                  <a:lnTo>
                    <a:pt x="1080" y="2566"/>
                  </a:lnTo>
                  <a:lnTo>
                    <a:pt x="1080" y="2309"/>
                  </a:lnTo>
                  <a:lnTo>
                    <a:pt x="0" y="2309"/>
                  </a:lnTo>
                  <a:lnTo>
                    <a:pt x="0" y="1283"/>
                  </a:lnTo>
                  <a:lnTo>
                    <a:pt x="0" y="25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87" name=""/>
            <p:cNvSpPr/>
            <p:nvPr/>
          </p:nvSpPr>
          <p:spPr>
            <a:xfrm>
              <a:off x="3495600" y="1552680"/>
              <a:ext cx="2398680" cy="3260880"/>
            </a:xfrm>
            <a:custGeom>
              <a:avLst/>
              <a:gdLst/>
              <a:ahLst/>
              <a:rect l="l" t="t" r="r" b="b"/>
              <a:pathLst>
                <a:path w="1511" h="2054">
                  <a:moveTo>
                    <a:pt x="0" y="203"/>
                  </a:moveTo>
                  <a:lnTo>
                    <a:pt x="1048" y="203"/>
                  </a:lnTo>
                  <a:lnTo>
                    <a:pt x="1048" y="0"/>
                  </a:lnTo>
                  <a:lnTo>
                    <a:pt x="1510" y="1026"/>
                  </a:lnTo>
                  <a:lnTo>
                    <a:pt x="1048" y="2053"/>
                  </a:lnTo>
                  <a:lnTo>
                    <a:pt x="1048" y="1849"/>
                  </a:lnTo>
                  <a:lnTo>
                    <a:pt x="0" y="1849"/>
                  </a:lnTo>
                  <a:lnTo>
                    <a:pt x="0" y="1026"/>
                  </a:lnTo>
                  <a:lnTo>
                    <a:pt x="0" y="20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88" name=""/>
            <p:cNvSpPr/>
            <p:nvPr/>
          </p:nvSpPr>
          <p:spPr>
            <a:xfrm>
              <a:off x="2168280" y="1893960"/>
              <a:ext cx="1916280" cy="2597400"/>
            </a:xfrm>
            <a:custGeom>
              <a:avLst/>
              <a:gdLst/>
              <a:ahLst/>
              <a:rect l="l" t="t" r="r" b="b"/>
              <a:pathLst>
                <a:path w="1207" h="1636">
                  <a:moveTo>
                    <a:pt x="0" y="244"/>
                  </a:moveTo>
                  <a:lnTo>
                    <a:pt x="837" y="244"/>
                  </a:lnTo>
                  <a:lnTo>
                    <a:pt x="837" y="0"/>
                  </a:lnTo>
                  <a:lnTo>
                    <a:pt x="1206" y="812"/>
                  </a:lnTo>
                  <a:lnTo>
                    <a:pt x="837" y="1635"/>
                  </a:lnTo>
                  <a:lnTo>
                    <a:pt x="837" y="1390"/>
                  </a:lnTo>
                  <a:lnTo>
                    <a:pt x="0" y="1390"/>
                  </a:lnTo>
                  <a:lnTo>
                    <a:pt x="0" y="812"/>
                  </a:lnTo>
                  <a:lnTo>
                    <a:pt x="0" y="24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89" name=""/>
            <p:cNvSpPr/>
            <p:nvPr/>
          </p:nvSpPr>
          <p:spPr>
            <a:xfrm>
              <a:off x="1144440" y="2283120"/>
              <a:ext cx="1438200" cy="1819080"/>
            </a:xfrm>
            <a:custGeom>
              <a:avLst/>
              <a:gdLst/>
              <a:ahLst/>
              <a:rect l="l" t="t" r="r" b="b"/>
              <a:pathLst>
                <a:path w="906" h="1146">
                  <a:moveTo>
                    <a:pt x="0" y="224"/>
                  </a:moveTo>
                  <a:lnTo>
                    <a:pt x="645" y="224"/>
                  </a:lnTo>
                  <a:lnTo>
                    <a:pt x="645" y="0"/>
                  </a:lnTo>
                  <a:lnTo>
                    <a:pt x="905" y="567"/>
                  </a:lnTo>
                  <a:lnTo>
                    <a:pt x="645" y="1145"/>
                  </a:lnTo>
                  <a:lnTo>
                    <a:pt x="645" y="920"/>
                  </a:lnTo>
                  <a:lnTo>
                    <a:pt x="0" y="920"/>
                  </a:lnTo>
                  <a:lnTo>
                    <a:pt x="0" y="567"/>
                  </a:lnTo>
                  <a:lnTo>
                    <a:pt x="0" y="22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39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E</a:t>
            </a:r>
            <a:endParaRPr b="1" lang="en-US" sz="1900" spc="-1" strike="noStrike">
              <a:solidFill>
                <a:srgbClr val="000000"/>
              </a:solidFill>
              <a:latin typeface="Arial"/>
            </a:endParaRPr>
          </a:p>
        </p:txBody>
      </p:sp>
      <p:sp>
        <p:nvSpPr>
          <p:cNvPr id="1391" name=""/>
          <p:cNvSpPr/>
          <p:nvPr/>
        </p:nvSpPr>
        <p:spPr>
          <a:xfrm>
            <a:off x="1241280" y="3062160"/>
            <a:ext cx="7956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92" name=""/>
          <p:cNvSpPr/>
          <p:nvPr/>
        </p:nvSpPr>
        <p:spPr>
          <a:xfrm>
            <a:off x="2684520" y="3062160"/>
            <a:ext cx="10256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93" name=""/>
          <p:cNvSpPr/>
          <p:nvPr/>
        </p:nvSpPr>
        <p:spPr>
          <a:xfrm>
            <a:off x="4183200" y="3062160"/>
            <a:ext cx="1242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94" name=""/>
          <p:cNvSpPr/>
          <p:nvPr/>
        </p:nvSpPr>
        <p:spPr>
          <a:xfrm>
            <a:off x="5992920" y="3062160"/>
            <a:ext cx="12430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39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39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2B9C447-C190-421C-BAC5-584EBE32162B}" type="slidenum">
              <a:t>77</a:t>
            </a:fld>
          </a:p>
        </p:txBody>
      </p:sp>
    </p:spTree>
  </p:cSld>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9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F</a:t>
            </a:r>
            <a:endParaRPr b="1" lang="en-US" sz="1900" spc="-1" strike="noStrike">
              <a:solidFill>
                <a:srgbClr val="000000"/>
              </a:solidFill>
              <a:latin typeface="Arial"/>
            </a:endParaRPr>
          </a:p>
        </p:txBody>
      </p:sp>
      <p:sp>
        <p:nvSpPr>
          <p:cNvPr id="1398" name=""/>
          <p:cNvSpPr/>
          <p:nvPr/>
        </p:nvSpPr>
        <p:spPr>
          <a:xfrm>
            <a:off x="971640" y="1146240"/>
            <a:ext cx="7146720" cy="3108240"/>
          </a:xfrm>
          <a:custGeom>
            <a:avLst/>
            <a:gdLst/>
            <a:ahLst/>
            <a:rect l="l" t="t" r="r" b="b"/>
            <a:pathLst>
              <a:path w="3447" h="1499">
                <a:moveTo>
                  <a:pt x="0" y="411"/>
                </a:moveTo>
                <a:lnTo>
                  <a:pt x="0" y="1360"/>
                </a:lnTo>
                <a:lnTo>
                  <a:pt x="3127" y="1359"/>
                </a:lnTo>
                <a:lnTo>
                  <a:pt x="3125" y="1498"/>
                </a:lnTo>
                <a:lnTo>
                  <a:pt x="3446" y="1121"/>
                </a:lnTo>
                <a:lnTo>
                  <a:pt x="3124" y="726"/>
                </a:lnTo>
                <a:lnTo>
                  <a:pt x="3124" y="871"/>
                </a:lnTo>
                <a:lnTo>
                  <a:pt x="2663" y="872"/>
                </a:lnTo>
                <a:lnTo>
                  <a:pt x="2202" y="872"/>
                </a:lnTo>
                <a:lnTo>
                  <a:pt x="1741" y="871"/>
                </a:lnTo>
                <a:lnTo>
                  <a:pt x="1880" y="861"/>
                </a:lnTo>
                <a:lnTo>
                  <a:pt x="2019" y="849"/>
                </a:lnTo>
                <a:lnTo>
                  <a:pt x="2157" y="834"/>
                </a:lnTo>
                <a:lnTo>
                  <a:pt x="2295" y="816"/>
                </a:lnTo>
                <a:lnTo>
                  <a:pt x="2432" y="796"/>
                </a:lnTo>
                <a:lnTo>
                  <a:pt x="2570" y="772"/>
                </a:lnTo>
                <a:lnTo>
                  <a:pt x="2706" y="747"/>
                </a:lnTo>
                <a:lnTo>
                  <a:pt x="2843" y="718"/>
                </a:lnTo>
                <a:lnTo>
                  <a:pt x="2858" y="781"/>
                </a:lnTo>
                <a:lnTo>
                  <a:pt x="2874" y="843"/>
                </a:lnTo>
                <a:lnTo>
                  <a:pt x="3037" y="496"/>
                </a:lnTo>
                <a:lnTo>
                  <a:pt x="2728" y="260"/>
                </a:lnTo>
                <a:lnTo>
                  <a:pt x="2766" y="399"/>
                </a:lnTo>
                <a:lnTo>
                  <a:pt x="2598" y="437"/>
                </a:lnTo>
                <a:lnTo>
                  <a:pt x="2431" y="473"/>
                </a:lnTo>
                <a:lnTo>
                  <a:pt x="2262" y="505"/>
                </a:lnTo>
                <a:lnTo>
                  <a:pt x="2093" y="537"/>
                </a:lnTo>
                <a:lnTo>
                  <a:pt x="1923" y="565"/>
                </a:lnTo>
                <a:lnTo>
                  <a:pt x="1754" y="591"/>
                </a:lnTo>
                <a:lnTo>
                  <a:pt x="1806" y="566"/>
                </a:lnTo>
                <a:lnTo>
                  <a:pt x="1855" y="538"/>
                </a:lnTo>
                <a:lnTo>
                  <a:pt x="1904" y="509"/>
                </a:lnTo>
                <a:lnTo>
                  <a:pt x="1951" y="476"/>
                </a:lnTo>
                <a:lnTo>
                  <a:pt x="1996" y="441"/>
                </a:lnTo>
                <a:lnTo>
                  <a:pt x="2036" y="404"/>
                </a:lnTo>
                <a:lnTo>
                  <a:pt x="2072" y="366"/>
                </a:lnTo>
                <a:lnTo>
                  <a:pt x="2107" y="324"/>
                </a:lnTo>
                <a:lnTo>
                  <a:pt x="2138" y="281"/>
                </a:lnTo>
                <a:lnTo>
                  <a:pt x="2168" y="235"/>
                </a:lnTo>
                <a:lnTo>
                  <a:pt x="2251" y="307"/>
                </a:lnTo>
                <a:lnTo>
                  <a:pt x="2181" y="0"/>
                </a:lnTo>
                <a:lnTo>
                  <a:pt x="1872" y="6"/>
                </a:lnTo>
                <a:lnTo>
                  <a:pt x="1965" y="85"/>
                </a:lnTo>
                <a:lnTo>
                  <a:pt x="1939" y="125"/>
                </a:lnTo>
                <a:lnTo>
                  <a:pt x="1911" y="163"/>
                </a:lnTo>
                <a:lnTo>
                  <a:pt x="1880" y="198"/>
                </a:lnTo>
                <a:lnTo>
                  <a:pt x="1847" y="231"/>
                </a:lnTo>
                <a:lnTo>
                  <a:pt x="1811" y="262"/>
                </a:lnTo>
                <a:lnTo>
                  <a:pt x="1773" y="290"/>
                </a:lnTo>
                <a:lnTo>
                  <a:pt x="1732" y="315"/>
                </a:lnTo>
                <a:lnTo>
                  <a:pt x="1691" y="338"/>
                </a:lnTo>
                <a:lnTo>
                  <a:pt x="1648" y="358"/>
                </a:lnTo>
                <a:lnTo>
                  <a:pt x="1605" y="375"/>
                </a:lnTo>
                <a:lnTo>
                  <a:pt x="1559" y="388"/>
                </a:lnTo>
                <a:lnTo>
                  <a:pt x="1514" y="399"/>
                </a:lnTo>
                <a:lnTo>
                  <a:pt x="1468" y="406"/>
                </a:lnTo>
                <a:lnTo>
                  <a:pt x="1420" y="410"/>
                </a:lnTo>
                <a:lnTo>
                  <a:pt x="1373" y="411"/>
                </a:lnTo>
                <a:lnTo>
                  <a:pt x="808" y="412"/>
                </a:lnTo>
                <a:lnTo>
                  <a:pt x="808" y="411"/>
                </a:lnTo>
                <a:lnTo>
                  <a:pt x="0" y="41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399" name=""/>
          <p:cNvSpPr/>
          <p:nvPr/>
        </p:nvSpPr>
        <p:spPr>
          <a:xfrm>
            <a:off x="1200240" y="2216160"/>
            <a:ext cx="24652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00" name=""/>
          <p:cNvSpPr/>
          <p:nvPr/>
        </p:nvSpPr>
        <p:spPr>
          <a:xfrm>
            <a:off x="1200240" y="2820960"/>
            <a:ext cx="24652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01" name=""/>
          <p:cNvSpPr/>
          <p:nvPr/>
        </p:nvSpPr>
        <p:spPr>
          <a:xfrm>
            <a:off x="1200240" y="3429000"/>
            <a:ext cx="24652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0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40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370F5AE-FCF2-4471-BCC8-3F10F76E06D4}" type="slidenum">
              <a:t>78</a:t>
            </a:fld>
          </a:p>
        </p:txBody>
      </p:sp>
    </p:spTree>
  </p:cSld>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0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G</a:t>
            </a:r>
            <a:endParaRPr b="1" lang="en-US" sz="1900" spc="-1" strike="noStrike">
              <a:solidFill>
                <a:srgbClr val="000000"/>
              </a:solidFill>
              <a:latin typeface="Arial"/>
            </a:endParaRPr>
          </a:p>
        </p:txBody>
      </p:sp>
      <p:sp>
        <p:nvSpPr>
          <p:cNvPr id="1405" name=""/>
          <p:cNvSpPr/>
          <p:nvPr/>
        </p:nvSpPr>
        <p:spPr>
          <a:xfrm>
            <a:off x="4519440" y="1146240"/>
            <a:ext cx="3292560" cy="2313000"/>
          </a:xfrm>
          <a:custGeom>
            <a:avLst/>
            <a:gdLst/>
            <a:ahLst/>
            <a:rect l="l" t="t" r="r" b="b"/>
            <a:pathLst>
              <a:path w="1800" h="1303">
                <a:moveTo>
                  <a:pt x="0" y="128"/>
                </a:moveTo>
                <a:lnTo>
                  <a:pt x="1423" y="128"/>
                </a:lnTo>
                <a:lnTo>
                  <a:pt x="1423" y="0"/>
                </a:lnTo>
                <a:lnTo>
                  <a:pt x="1799" y="655"/>
                </a:lnTo>
                <a:lnTo>
                  <a:pt x="1423" y="1302"/>
                </a:lnTo>
                <a:lnTo>
                  <a:pt x="1423" y="1174"/>
                </a:lnTo>
                <a:lnTo>
                  <a:pt x="0" y="1174"/>
                </a:lnTo>
                <a:lnTo>
                  <a:pt x="0" y="655"/>
                </a:lnTo>
                <a:lnTo>
                  <a:pt x="0" y="12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06" name=""/>
          <p:cNvSpPr/>
          <p:nvPr/>
        </p:nvSpPr>
        <p:spPr>
          <a:xfrm>
            <a:off x="2530440" y="1370160"/>
            <a:ext cx="2633760" cy="2184120"/>
          </a:xfrm>
          <a:custGeom>
            <a:avLst/>
            <a:gdLst/>
            <a:ahLst/>
            <a:rect l="l" t="t" r="r" b="b"/>
            <a:pathLst>
              <a:path w="1440" h="1239">
                <a:moveTo>
                  <a:pt x="0" y="184"/>
                </a:moveTo>
                <a:lnTo>
                  <a:pt x="1079" y="184"/>
                </a:lnTo>
                <a:lnTo>
                  <a:pt x="1079" y="0"/>
                </a:lnTo>
                <a:lnTo>
                  <a:pt x="1439" y="615"/>
                </a:lnTo>
                <a:lnTo>
                  <a:pt x="1079" y="1238"/>
                </a:lnTo>
                <a:lnTo>
                  <a:pt x="1079" y="1054"/>
                </a:lnTo>
                <a:lnTo>
                  <a:pt x="0" y="1054"/>
                </a:lnTo>
                <a:lnTo>
                  <a:pt x="0" y="615"/>
                </a:lnTo>
                <a:lnTo>
                  <a:pt x="0" y="18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07" name=""/>
          <p:cNvSpPr/>
          <p:nvPr/>
        </p:nvSpPr>
        <p:spPr>
          <a:xfrm>
            <a:off x="1125360" y="1698480"/>
            <a:ext cx="1976760" cy="1914840"/>
          </a:xfrm>
          <a:custGeom>
            <a:avLst/>
            <a:gdLst/>
            <a:ahLst/>
            <a:rect l="l" t="t" r="r" b="b"/>
            <a:pathLst>
              <a:path w="1080" h="1079">
                <a:moveTo>
                  <a:pt x="0" y="215"/>
                </a:moveTo>
                <a:lnTo>
                  <a:pt x="768" y="215"/>
                </a:lnTo>
                <a:lnTo>
                  <a:pt x="768" y="0"/>
                </a:lnTo>
                <a:lnTo>
                  <a:pt x="1079" y="543"/>
                </a:lnTo>
                <a:lnTo>
                  <a:pt x="768" y="1078"/>
                </a:lnTo>
                <a:lnTo>
                  <a:pt x="768" y="862"/>
                </a:lnTo>
                <a:lnTo>
                  <a:pt x="0" y="862"/>
                </a:lnTo>
                <a:lnTo>
                  <a:pt x="0" y="543"/>
                </a:lnTo>
                <a:lnTo>
                  <a:pt x="0" y="21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08" name=""/>
          <p:cNvSpPr/>
          <p:nvPr/>
        </p:nvSpPr>
        <p:spPr>
          <a:xfrm>
            <a:off x="1246320" y="2533680"/>
            <a:ext cx="1512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09" name=""/>
          <p:cNvSpPr/>
          <p:nvPr/>
        </p:nvSpPr>
        <p:spPr>
          <a:xfrm>
            <a:off x="3241800" y="2332080"/>
            <a:ext cx="15094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10" name=""/>
          <p:cNvSpPr/>
          <p:nvPr/>
        </p:nvSpPr>
        <p:spPr>
          <a:xfrm>
            <a:off x="5276880" y="2181240"/>
            <a:ext cx="2106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1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41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087C09D2-53FE-4C88-85EC-8C8C1D61FEC5}" type="slidenum">
              <a:t>79</a:t>
            </a:fld>
          </a:p>
        </p:txBody>
      </p:sp>
    </p:spTree>
  </p:cSld>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1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H</a:t>
            </a:r>
            <a:endParaRPr b="1" lang="en-US" sz="1900" spc="-1" strike="noStrike">
              <a:solidFill>
                <a:srgbClr val="000000"/>
              </a:solidFill>
              <a:latin typeface="Arial"/>
            </a:endParaRPr>
          </a:p>
        </p:txBody>
      </p:sp>
      <p:sp>
        <p:nvSpPr>
          <p:cNvPr id="1414" name=""/>
          <p:cNvSpPr/>
          <p:nvPr/>
        </p:nvSpPr>
        <p:spPr>
          <a:xfrm>
            <a:off x="2476440" y="1717560"/>
            <a:ext cx="5038920" cy="1911600"/>
          </a:xfrm>
          <a:custGeom>
            <a:avLst/>
            <a:gdLst/>
            <a:ahLst/>
            <a:rect l="l" t="t" r="r" b="b"/>
            <a:pathLst>
              <a:path w="2951" h="1151">
                <a:moveTo>
                  <a:pt x="0" y="175"/>
                </a:moveTo>
                <a:lnTo>
                  <a:pt x="2742" y="175"/>
                </a:lnTo>
                <a:lnTo>
                  <a:pt x="2742" y="0"/>
                </a:lnTo>
                <a:lnTo>
                  <a:pt x="2950" y="575"/>
                </a:lnTo>
                <a:lnTo>
                  <a:pt x="2742" y="1150"/>
                </a:lnTo>
                <a:lnTo>
                  <a:pt x="2742" y="983"/>
                </a:lnTo>
                <a:lnTo>
                  <a:pt x="0" y="983"/>
                </a:lnTo>
                <a:lnTo>
                  <a:pt x="0" y="575"/>
                </a:lnTo>
                <a:lnTo>
                  <a:pt x="0" y="17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15" name=""/>
          <p:cNvSpPr/>
          <p:nvPr/>
        </p:nvSpPr>
        <p:spPr>
          <a:xfrm>
            <a:off x="1724040" y="1127160"/>
            <a:ext cx="2378160" cy="1155600"/>
          </a:xfrm>
          <a:custGeom>
            <a:avLst/>
            <a:gdLst/>
            <a:ahLst/>
            <a:rect l="l" t="t" r="r" b="b"/>
            <a:pathLst>
              <a:path w="1392" h="696">
                <a:moveTo>
                  <a:pt x="16" y="0"/>
                </a:moveTo>
                <a:lnTo>
                  <a:pt x="1391" y="0"/>
                </a:lnTo>
                <a:lnTo>
                  <a:pt x="688" y="695"/>
                </a:lnTo>
                <a:lnTo>
                  <a:pt x="0" y="0"/>
                </a:lnTo>
                <a:lnTo>
                  <a:pt x="16"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16" name=""/>
          <p:cNvSpPr/>
          <p:nvPr/>
        </p:nvSpPr>
        <p:spPr>
          <a:xfrm>
            <a:off x="1730520" y="3084480"/>
            <a:ext cx="2363760" cy="1143000"/>
          </a:xfrm>
          <a:custGeom>
            <a:avLst/>
            <a:gdLst/>
            <a:ahLst/>
            <a:rect l="l" t="t" r="r" b="b"/>
            <a:pathLst>
              <a:path w="1384" h="688">
                <a:moveTo>
                  <a:pt x="16" y="687"/>
                </a:moveTo>
                <a:lnTo>
                  <a:pt x="1383" y="687"/>
                </a:lnTo>
                <a:lnTo>
                  <a:pt x="688" y="0"/>
                </a:lnTo>
                <a:lnTo>
                  <a:pt x="0" y="687"/>
                </a:lnTo>
                <a:lnTo>
                  <a:pt x="16" y="687"/>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17" name=""/>
          <p:cNvSpPr/>
          <p:nvPr/>
        </p:nvSpPr>
        <p:spPr>
          <a:xfrm>
            <a:off x="1424160" y="1332000"/>
            <a:ext cx="1380960" cy="2695320"/>
          </a:xfrm>
          <a:custGeom>
            <a:avLst/>
            <a:gdLst/>
            <a:ahLst/>
            <a:rect l="l" t="t" r="r" b="b"/>
            <a:pathLst>
              <a:path w="809" h="1623">
                <a:moveTo>
                  <a:pt x="0" y="1598"/>
                </a:moveTo>
                <a:lnTo>
                  <a:pt x="0" y="0"/>
                </a:lnTo>
                <a:lnTo>
                  <a:pt x="808" y="815"/>
                </a:lnTo>
                <a:lnTo>
                  <a:pt x="0" y="1622"/>
                </a:lnTo>
                <a:lnTo>
                  <a:pt x="0" y="159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18" name=""/>
          <p:cNvSpPr/>
          <p:nvPr/>
        </p:nvSpPr>
        <p:spPr>
          <a:xfrm>
            <a:off x="2435400" y="1184400"/>
            <a:ext cx="95544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19" name=""/>
          <p:cNvSpPr/>
          <p:nvPr/>
        </p:nvSpPr>
        <p:spPr>
          <a:xfrm>
            <a:off x="1527120" y="2557440"/>
            <a:ext cx="9558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20" name=""/>
          <p:cNvSpPr/>
          <p:nvPr/>
        </p:nvSpPr>
        <p:spPr>
          <a:xfrm>
            <a:off x="2435400" y="3926160"/>
            <a:ext cx="955440" cy="244080"/>
          </a:xfrm>
          <a:prstGeom prst="rect">
            <a:avLst/>
          </a:prstGeom>
          <a:noFill/>
          <a:ln w="0">
            <a:noFill/>
          </a:ln>
        </p:spPr>
        <p:style>
          <a:lnRef idx="0"/>
          <a:fillRef idx="0"/>
          <a:effectRef idx="0"/>
          <a:fontRef idx="minor"/>
        </p:style>
        <p:txBody>
          <a:bodyPr lIns="0" rIns="0" tIns="0" bIns="0" anchor="b"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21" name=""/>
          <p:cNvSpPr/>
          <p:nvPr/>
        </p:nvSpPr>
        <p:spPr>
          <a:xfrm>
            <a:off x="2828880" y="2551320"/>
            <a:ext cx="44179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2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42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0BE79244-C54F-49E4-A3CB-8D10354CAE26}" type="slidenum">
              <a:t>80</a:t>
            </a:fld>
          </a:p>
        </p:txBody>
      </p:sp>
    </p:spTree>
  </p:cSld>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2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I</a:t>
            </a:r>
            <a:endParaRPr b="1" lang="en-US" sz="1900" spc="-1" strike="noStrike">
              <a:solidFill>
                <a:srgbClr val="000000"/>
              </a:solidFill>
              <a:latin typeface="Arial"/>
            </a:endParaRPr>
          </a:p>
        </p:txBody>
      </p:sp>
      <p:sp>
        <p:nvSpPr>
          <p:cNvPr id="1425" name=""/>
          <p:cNvSpPr/>
          <p:nvPr/>
        </p:nvSpPr>
        <p:spPr>
          <a:xfrm>
            <a:off x="1650960" y="1146240"/>
            <a:ext cx="5630760" cy="3881520"/>
          </a:xfrm>
          <a:custGeom>
            <a:avLst/>
            <a:gdLst/>
            <a:ahLst/>
            <a:rect l="l" t="t" r="r" b="b"/>
            <a:pathLst>
              <a:path w="2629" h="2129">
                <a:moveTo>
                  <a:pt x="2629" y="0"/>
                </a:moveTo>
                <a:lnTo>
                  <a:pt x="0" y="0"/>
                </a:lnTo>
                <a:lnTo>
                  <a:pt x="0" y="520"/>
                </a:lnTo>
                <a:lnTo>
                  <a:pt x="1196" y="520"/>
                </a:lnTo>
                <a:lnTo>
                  <a:pt x="1196" y="265"/>
                </a:lnTo>
                <a:lnTo>
                  <a:pt x="1433" y="1060"/>
                </a:lnTo>
                <a:lnTo>
                  <a:pt x="1196" y="1854"/>
                </a:lnTo>
                <a:lnTo>
                  <a:pt x="1196" y="1590"/>
                </a:lnTo>
                <a:lnTo>
                  <a:pt x="0" y="1590"/>
                </a:lnTo>
                <a:lnTo>
                  <a:pt x="0" y="2129"/>
                </a:lnTo>
                <a:lnTo>
                  <a:pt x="2629" y="2129"/>
                </a:lnTo>
                <a:lnTo>
                  <a:pt x="2629"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26" name=""/>
          <p:cNvSpPr/>
          <p:nvPr/>
        </p:nvSpPr>
        <p:spPr>
          <a:xfrm>
            <a:off x="1700280" y="2963880"/>
            <a:ext cx="2547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27" name=""/>
          <p:cNvSpPr/>
          <p:nvPr/>
        </p:nvSpPr>
        <p:spPr>
          <a:xfrm>
            <a:off x="4846680" y="2963880"/>
            <a:ext cx="22906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2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42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D9BFCD0-C768-4685-99F4-5FB435C9A817}" type="slidenum">
              <a:t>81</a:t>
            </a:fld>
          </a:p>
        </p:txBody>
      </p:sp>
    </p:spTree>
  </p:cSld>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3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J</a:t>
            </a:r>
            <a:endParaRPr b="1" lang="en-US" sz="1900" spc="-1" strike="noStrike">
              <a:solidFill>
                <a:srgbClr val="000000"/>
              </a:solidFill>
              <a:latin typeface="Arial"/>
            </a:endParaRPr>
          </a:p>
        </p:txBody>
      </p:sp>
      <p:grpSp>
        <p:nvGrpSpPr>
          <p:cNvPr id="1431" name=""/>
          <p:cNvGrpSpPr/>
          <p:nvPr/>
        </p:nvGrpSpPr>
        <p:grpSpPr>
          <a:xfrm>
            <a:off x="1693800" y="1146240"/>
            <a:ext cx="5594040" cy="3995280"/>
            <a:chOff x="1693800" y="1146240"/>
            <a:chExt cx="5594040" cy="3995280"/>
          </a:xfrm>
        </p:grpSpPr>
        <p:sp>
          <p:nvSpPr>
            <p:cNvPr id="1432" name=""/>
            <p:cNvSpPr/>
            <p:nvPr/>
          </p:nvSpPr>
          <p:spPr>
            <a:xfrm>
              <a:off x="1693800" y="3540600"/>
              <a:ext cx="3061800" cy="1152720"/>
            </a:xfrm>
            <a:custGeom>
              <a:avLst/>
              <a:gdLst/>
              <a:ahLst/>
              <a:rect l="l" t="t" r="r" b="b"/>
              <a:pathLst>
                <a:path w="1856" h="720">
                  <a:moveTo>
                    <a:pt x="1527" y="312"/>
                  </a:moveTo>
                  <a:lnTo>
                    <a:pt x="1527" y="719"/>
                  </a:lnTo>
                  <a:lnTo>
                    <a:pt x="1855" y="0"/>
                  </a:lnTo>
                  <a:lnTo>
                    <a:pt x="0" y="0"/>
                  </a:lnTo>
                  <a:lnTo>
                    <a:pt x="0" y="312"/>
                  </a:lnTo>
                  <a:lnTo>
                    <a:pt x="1527" y="31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33" name=""/>
            <p:cNvSpPr/>
            <p:nvPr/>
          </p:nvSpPr>
          <p:spPr>
            <a:xfrm>
              <a:off x="1693800" y="1645920"/>
              <a:ext cx="3061800" cy="1152720"/>
            </a:xfrm>
            <a:custGeom>
              <a:avLst/>
              <a:gdLst/>
              <a:ahLst/>
              <a:rect l="l" t="t" r="r" b="b"/>
              <a:pathLst>
                <a:path w="1856" h="720">
                  <a:moveTo>
                    <a:pt x="1527" y="407"/>
                  </a:moveTo>
                  <a:lnTo>
                    <a:pt x="1527" y="0"/>
                  </a:lnTo>
                  <a:lnTo>
                    <a:pt x="1855" y="719"/>
                  </a:lnTo>
                  <a:lnTo>
                    <a:pt x="0" y="719"/>
                  </a:lnTo>
                  <a:lnTo>
                    <a:pt x="0" y="407"/>
                  </a:lnTo>
                  <a:lnTo>
                    <a:pt x="1527" y="407"/>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34" name=""/>
            <p:cNvSpPr/>
            <p:nvPr/>
          </p:nvSpPr>
          <p:spPr>
            <a:xfrm>
              <a:off x="1695240" y="2886840"/>
              <a:ext cx="3232080" cy="579960"/>
            </a:xfrm>
            <a:custGeom>
              <a:avLst/>
              <a:gdLst/>
              <a:ahLst/>
              <a:rect l="l" t="t" r="r" b="b"/>
              <a:pathLst>
                <a:path w="1959" h="362">
                  <a:moveTo>
                    <a:pt x="0" y="0"/>
                  </a:moveTo>
                  <a:lnTo>
                    <a:pt x="1885" y="0"/>
                  </a:lnTo>
                  <a:lnTo>
                    <a:pt x="1958" y="184"/>
                  </a:lnTo>
                  <a:lnTo>
                    <a:pt x="1882" y="361"/>
                  </a:lnTo>
                  <a:lnTo>
                    <a:pt x="0" y="360"/>
                  </a:lnTo>
                  <a:lnTo>
                    <a:pt x="0"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35" name=""/>
            <p:cNvSpPr/>
            <p:nvPr/>
          </p:nvSpPr>
          <p:spPr>
            <a:xfrm>
              <a:off x="4212720" y="1146240"/>
              <a:ext cx="3075120" cy="3995280"/>
            </a:xfrm>
            <a:custGeom>
              <a:avLst/>
              <a:gdLst/>
              <a:ahLst/>
              <a:rect l="l" t="t" r="r" b="b"/>
              <a:pathLst>
                <a:path w="1864" h="2495">
                  <a:moveTo>
                    <a:pt x="0" y="312"/>
                  </a:moveTo>
                  <a:lnTo>
                    <a:pt x="1471" y="312"/>
                  </a:lnTo>
                  <a:lnTo>
                    <a:pt x="1471" y="0"/>
                  </a:lnTo>
                  <a:lnTo>
                    <a:pt x="1863" y="1247"/>
                  </a:lnTo>
                  <a:lnTo>
                    <a:pt x="1471" y="2494"/>
                  </a:lnTo>
                  <a:lnTo>
                    <a:pt x="1471" y="2214"/>
                  </a:lnTo>
                  <a:lnTo>
                    <a:pt x="0" y="2214"/>
                  </a:lnTo>
                  <a:lnTo>
                    <a:pt x="432" y="1263"/>
                  </a:lnTo>
                  <a:lnTo>
                    <a:pt x="0" y="31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436" name=""/>
          <p:cNvSpPr/>
          <p:nvPr/>
        </p:nvSpPr>
        <p:spPr>
          <a:xfrm>
            <a:off x="1808280" y="2424240"/>
            <a:ext cx="2635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37" name=""/>
          <p:cNvSpPr/>
          <p:nvPr/>
        </p:nvSpPr>
        <p:spPr>
          <a:xfrm>
            <a:off x="1808280" y="3056040"/>
            <a:ext cx="2635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38" name=""/>
          <p:cNvSpPr/>
          <p:nvPr/>
        </p:nvSpPr>
        <p:spPr>
          <a:xfrm>
            <a:off x="1779480" y="3668760"/>
            <a:ext cx="2635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39" name=""/>
          <p:cNvSpPr/>
          <p:nvPr/>
        </p:nvSpPr>
        <p:spPr>
          <a:xfrm>
            <a:off x="5045040" y="3036960"/>
            <a:ext cx="20685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4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44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F425452-EFB9-492A-AB96-C42462D2954C}" type="slidenum">
              <a:t>82</a:t>
            </a:fld>
          </a:p>
        </p:txBody>
      </p:sp>
    </p:spTree>
  </p:cSld>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42" name=""/>
          <p:cNvSpPr/>
          <p:nvPr/>
        </p:nvSpPr>
        <p:spPr>
          <a:xfrm>
            <a:off x="1676520" y="2841480"/>
            <a:ext cx="6000480" cy="244800"/>
          </a:xfrm>
          <a:custGeom>
            <a:avLst/>
            <a:gdLst>
              <a:gd name="textAreaLeft" fmla="*/ 0 w 6000480"/>
              <a:gd name="textAreaRight" fmla="*/ 6000840 w 6000480"/>
              <a:gd name="textAreaTop" fmla="*/ 0 h 244800"/>
              <a:gd name="textAreaBottom" fmla="*/ 245160 h 244800"/>
            </a:gdLst>
            <a:ahLst/>
            <a:rect l="textAreaLeft" t="textAreaTop" r="textAreaRight" b="textAreaBottom"/>
            <a:pathLst>
              <a:path w="21600" h="21600">
                <a:moveTo>
                  <a:pt x="0" y="0"/>
                </a:moveTo>
                <a:lnTo>
                  <a:pt x="17500" y="0"/>
                </a:lnTo>
                <a:lnTo>
                  <a:pt x="21600" y="10800"/>
                </a:lnTo>
                <a:lnTo>
                  <a:pt x="17500" y="21600"/>
                </a:lnTo>
                <a:lnTo>
                  <a:pt x="0" y="21600"/>
                </a:lnTo>
                <a:close/>
              </a:path>
            </a:pathLst>
          </a:custGeom>
          <a:solidFill>
            <a:srgbClr val="ffffff"/>
          </a:solidFill>
          <a:ln w="0">
            <a:noFill/>
          </a:ln>
        </p:spPr>
        <p:style>
          <a:lnRef idx="0"/>
          <a:fillRef idx="0"/>
          <a:effectRef idx="0"/>
          <a:fontRef idx="minor"/>
        </p:style>
        <p:txBody>
          <a:bodyPr lIns="0" rIns="0" tIns="0" bIns="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44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K</a:t>
            </a:r>
            <a:endParaRPr b="1" lang="en-US" sz="1900" spc="-1" strike="noStrike">
              <a:solidFill>
                <a:srgbClr val="000000"/>
              </a:solidFill>
              <a:latin typeface="Arial"/>
            </a:endParaRPr>
          </a:p>
        </p:txBody>
      </p:sp>
      <p:grpSp>
        <p:nvGrpSpPr>
          <p:cNvPr id="1444" name=""/>
          <p:cNvGrpSpPr/>
          <p:nvPr/>
        </p:nvGrpSpPr>
        <p:grpSpPr>
          <a:xfrm>
            <a:off x="1654200" y="1146240"/>
            <a:ext cx="6018120" cy="3630600"/>
            <a:chOff x="1654200" y="1146240"/>
            <a:chExt cx="6018120" cy="3630600"/>
          </a:xfrm>
        </p:grpSpPr>
        <p:sp>
          <p:nvSpPr>
            <p:cNvPr id="1445" name=""/>
            <p:cNvSpPr/>
            <p:nvPr/>
          </p:nvSpPr>
          <p:spPr>
            <a:xfrm>
              <a:off x="1666800" y="2960640"/>
              <a:ext cx="6005520" cy="1816200"/>
            </a:xfrm>
            <a:custGeom>
              <a:avLst/>
              <a:gdLst/>
              <a:ahLst/>
              <a:rect l="l" t="t" r="r" b="b"/>
              <a:pathLst>
                <a:path w="3783" h="1144">
                  <a:moveTo>
                    <a:pt x="0" y="1143"/>
                  </a:moveTo>
                  <a:lnTo>
                    <a:pt x="3070" y="1143"/>
                  </a:lnTo>
                  <a:lnTo>
                    <a:pt x="3782" y="0"/>
                  </a:lnTo>
                  <a:lnTo>
                    <a:pt x="18" y="0"/>
                  </a:lnTo>
                </a:path>
              </a:pathLst>
            </a:custGeom>
            <a:no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46" name=""/>
            <p:cNvSpPr/>
            <p:nvPr/>
          </p:nvSpPr>
          <p:spPr>
            <a:xfrm>
              <a:off x="1679760" y="2960640"/>
              <a:ext cx="5484600" cy="1155960"/>
            </a:xfrm>
            <a:custGeom>
              <a:avLst/>
              <a:gdLst/>
              <a:ahLst/>
              <a:rect l="l" t="t" r="r" b="b"/>
              <a:pathLst>
                <a:path w="3455" h="728">
                  <a:moveTo>
                    <a:pt x="0" y="727"/>
                  </a:moveTo>
                  <a:lnTo>
                    <a:pt x="2982" y="727"/>
                  </a:lnTo>
                  <a:lnTo>
                    <a:pt x="3454" y="0"/>
                  </a:lnTo>
                  <a:lnTo>
                    <a:pt x="10" y="0"/>
                  </a:lnTo>
                </a:path>
              </a:pathLst>
            </a:custGeom>
            <a:no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47" name=""/>
            <p:cNvSpPr/>
            <p:nvPr/>
          </p:nvSpPr>
          <p:spPr>
            <a:xfrm>
              <a:off x="1679760" y="2960640"/>
              <a:ext cx="4925880" cy="573120"/>
            </a:xfrm>
            <a:custGeom>
              <a:avLst/>
              <a:gdLst/>
              <a:ahLst/>
              <a:rect l="l" t="t" r="r" b="b"/>
              <a:pathLst>
                <a:path w="3103" h="361">
                  <a:moveTo>
                    <a:pt x="0" y="360"/>
                  </a:moveTo>
                  <a:lnTo>
                    <a:pt x="2902" y="360"/>
                  </a:lnTo>
                  <a:lnTo>
                    <a:pt x="3102" y="0"/>
                  </a:lnTo>
                  <a:lnTo>
                    <a:pt x="4" y="0"/>
                  </a:lnTo>
                </a:path>
              </a:pathLst>
            </a:custGeom>
            <a:no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48" name=""/>
            <p:cNvSpPr/>
            <p:nvPr/>
          </p:nvSpPr>
          <p:spPr>
            <a:xfrm>
              <a:off x="1654200" y="1146240"/>
              <a:ext cx="6015240" cy="1816200"/>
            </a:xfrm>
            <a:custGeom>
              <a:avLst/>
              <a:gdLst/>
              <a:ahLst/>
              <a:rect l="l" t="t" r="r" b="b"/>
              <a:pathLst>
                <a:path w="3789" h="1144">
                  <a:moveTo>
                    <a:pt x="0" y="0"/>
                  </a:moveTo>
                  <a:lnTo>
                    <a:pt x="3075" y="0"/>
                  </a:lnTo>
                  <a:lnTo>
                    <a:pt x="3788" y="1143"/>
                  </a:lnTo>
                  <a:lnTo>
                    <a:pt x="16" y="1143"/>
                  </a:lnTo>
                </a:path>
              </a:pathLst>
            </a:custGeom>
            <a:no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49" name=""/>
            <p:cNvSpPr/>
            <p:nvPr/>
          </p:nvSpPr>
          <p:spPr>
            <a:xfrm>
              <a:off x="1679760" y="1806480"/>
              <a:ext cx="5472000" cy="1155960"/>
            </a:xfrm>
            <a:custGeom>
              <a:avLst/>
              <a:gdLst/>
              <a:ahLst/>
              <a:rect l="l" t="t" r="r" b="b"/>
              <a:pathLst>
                <a:path w="3447" h="728">
                  <a:moveTo>
                    <a:pt x="0" y="0"/>
                  </a:moveTo>
                  <a:lnTo>
                    <a:pt x="2974" y="0"/>
                  </a:lnTo>
                  <a:lnTo>
                    <a:pt x="3446" y="727"/>
                  </a:lnTo>
                  <a:lnTo>
                    <a:pt x="0" y="727"/>
                  </a:lnTo>
                </a:path>
              </a:pathLst>
            </a:custGeom>
            <a:no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50" name=""/>
            <p:cNvSpPr/>
            <p:nvPr/>
          </p:nvSpPr>
          <p:spPr>
            <a:xfrm>
              <a:off x="1666800" y="2389320"/>
              <a:ext cx="4938840" cy="573120"/>
            </a:xfrm>
            <a:custGeom>
              <a:avLst/>
              <a:gdLst/>
              <a:ahLst/>
              <a:rect l="l" t="t" r="r" b="b"/>
              <a:pathLst>
                <a:path w="3111" h="361">
                  <a:moveTo>
                    <a:pt x="0" y="0"/>
                  </a:moveTo>
                  <a:lnTo>
                    <a:pt x="2902" y="0"/>
                  </a:lnTo>
                  <a:lnTo>
                    <a:pt x="3110" y="360"/>
                  </a:lnTo>
                  <a:lnTo>
                    <a:pt x="9" y="360"/>
                  </a:lnTo>
                </a:path>
              </a:pathLst>
            </a:custGeom>
            <a:no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451" name=""/>
          <p:cNvSpPr/>
          <p:nvPr/>
        </p:nvSpPr>
        <p:spPr>
          <a:xfrm>
            <a:off x="1733400" y="1355760"/>
            <a:ext cx="4614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52" name=""/>
          <p:cNvSpPr/>
          <p:nvPr/>
        </p:nvSpPr>
        <p:spPr>
          <a:xfrm>
            <a:off x="1733400" y="1976400"/>
            <a:ext cx="4614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53" name=""/>
          <p:cNvSpPr/>
          <p:nvPr/>
        </p:nvSpPr>
        <p:spPr>
          <a:xfrm>
            <a:off x="1733400" y="2559240"/>
            <a:ext cx="4614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54" name=""/>
          <p:cNvSpPr/>
          <p:nvPr/>
        </p:nvSpPr>
        <p:spPr>
          <a:xfrm>
            <a:off x="1733400" y="3121200"/>
            <a:ext cx="4614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55" name=""/>
          <p:cNvSpPr/>
          <p:nvPr/>
        </p:nvSpPr>
        <p:spPr>
          <a:xfrm>
            <a:off x="1733400" y="3703680"/>
            <a:ext cx="4614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56" name=""/>
          <p:cNvSpPr/>
          <p:nvPr/>
        </p:nvSpPr>
        <p:spPr>
          <a:xfrm>
            <a:off x="1733400" y="4326120"/>
            <a:ext cx="4614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5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45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1211DA9-63EB-43B4-806F-EC97D4ADD705}" type="slidenum">
              <a:t>83</a:t>
            </a:fld>
          </a:p>
        </p:txBody>
      </p:sp>
    </p:spTree>
  </p:cSld>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5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N</a:t>
            </a:r>
            <a:endParaRPr b="1" lang="en-US" sz="1900" spc="-1" strike="noStrike">
              <a:solidFill>
                <a:srgbClr val="000000"/>
              </a:solidFill>
              <a:latin typeface="Arial"/>
            </a:endParaRPr>
          </a:p>
        </p:txBody>
      </p:sp>
      <p:grpSp>
        <p:nvGrpSpPr>
          <p:cNvPr id="1460" name=""/>
          <p:cNvGrpSpPr/>
          <p:nvPr/>
        </p:nvGrpSpPr>
        <p:grpSpPr>
          <a:xfrm>
            <a:off x="1455480" y="1146240"/>
            <a:ext cx="6042240" cy="3314520"/>
            <a:chOff x="1455480" y="1146240"/>
            <a:chExt cx="6042240" cy="3314520"/>
          </a:xfrm>
        </p:grpSpPr>
        <p:sp>
          <p:nvSpPr>
            <p:cNvPr id="1461" name=""/>
            <p:cNvSpPr/>
            <p:nvPr/>
          </p:nvSpPr>
          <p:spPr>
            <a:xfrm>
              <a:off x="5268960" y="1146240"/>
              <a:ext cx="2228760" cy="3314520"/>
            </a:xfrm>
            <a:custGeom>
              <a:avLst/>
              <a:gdLst/>
              <a:ahLst/>
              <a:rect l="l" t="t" r="r" b="b"/>
              <a:pathLst>
                <a:path w="1576" h="2415">
                  <a:moveTo>
                    <a:pt x="0" y="224"/>
                  </a:moveTo>
                  <a:lnTo>
                    <a:pt x="983" y="224"/>
                  </a:lnTo>
                  <a:lnTo>
                    <a:pt x="983" y="0"/>
                  </a:lnTo>
                  <a:lnTo>
                    <a:pt x="1575" y="1191"/>
                  </a:lnTo>
                  <a:lnTo>
                    <a:pt x="983" y="2414"/>
                  </a:lnTo>
                  <a:lnTo>
                    <a:pt x="983" y="2222"/>
                  </a:lnTo>
                  <a:lnTo>
                    <a:pt x="0" y="222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62" name=""/>
            <p:cNvSpPr/>
            <p:nvPr/>
          </p:nvSpPr>
          <p:spPr>
            <a:xfrm>
              <a:off x="4148280" y="1454040"/>
              <a:ext cx="1788840" cy="2743200"/>
            </a:xfrm>
            <a:custGeom>
              <a:avLst/>
              <a:gdLst/>
              <a:ahLst/>
              <a:rect l="l" t="t" r="r" b="b"/>
              <a:pathLst>
                <a:path w="1265" h="1999">
                  <a:moveTo>
                    <a:pt x="0" y="264"/>
                  </a:moveTo>
                  <a:lnTo>
                    <a:pt x="792" y="264"/>
                  </a:lnTo>
                  <a:lnTo>
                    <a:pt x="792" y="0"/>
                  </a:lnTo>
                  <a:lnTo>
                    <a:pt x="1264" y="983"/>
                  </a:lnTo>
                  <a:lnTo>
                    <a:pt x="792" y="1998"/>
                  </a:lnTo>
                  <a:lnTo>
                    <a:pt x="792" y="1766"/>
                  </a:lnTo>
                  <a:lnTo>
                    <a:pt x="8" y="176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63" name=""/>
            <p:cNvSpPr/>
            <p:nvPr/>
          </p:nvSpPr>
          <p:spPr>
            <a:xfrm>
              <a:off x="3287880" y="1816200"/>
              <a:ext cx="1382400" cy="2062080"/>
            </a:xfrm>
            <a:custGeom>
              <a:avLst/>
              <a:gdLst/>
              <a:ahLst/>
              <a:rect l="l" t="t" r="r" b="b"/>
              <a:pathLst>
                <a:path w="977" h="1503">
                  <a:moveTo>
                    <a:pt x="0" y="263"/>
                  </a:moveTo>
                  <a:lnTo>
                    <a:pt x="608" y="263"/>
                  </a:lnTo>
                  <a:lnTo>
                    <a:pt x="608" y="0"/>
                  </a:lnTo>
                  <a:lnTo>
                    <a:pt x="976" y="751"/>
                  </a:lnTo>
                  <a:lnTo>
                    <a:pt x="608" y="1502"/>
                  </a:lnTo>
                  <a:lnTo>
                    <a:pt x="608" y="1247"/>
                  </a:lnTo>
                  <a:lnTo>
                    <a:pt x="0" y="1247"/>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64" name=""/>
            <p:cNvSpPr/>
            <p:nvPr/>
          </p:nvSpPr>
          <p:spPr>
            <a:xfrm>
              <a:off x="1467000" y="2176560"/>
              <a:ext cx="2162160" cy="1352520"/>
            </a:xfrm>
            <a:custGeom>
              <a:avLst/>
              <a:gdLst/>
              <a:ahLst/>
              <a:rect l="l" t="t" r="r" b="b"/>
              <a:pathLst>
                <a:path w="1528" h="985">
                  <a:moveTo>
                    <a:pt x="0" y="208"/>
                  </a:moveTo>
                  <a:lnTo>
                    <a:pt x="1284" y="208"/>
                  </a:lnTo>
                  <a:lnTo>
                    <a:pt x="1284" y="0"/>
                  </a:lnTo>
                  <a:lnTo>
                    <a:pt x="1527" y="472"/>
                  </a:lnTo>
                  <a:lnTo>
                    <a:pt x="1284" y="984"/>
                  </a:lnTo>
                  <a:lnTo>
                    <a:pt x="1284" y="752"/>
                  </a:lnTo>
                  <a:lnTo>
                    <a:pt x="0" y="75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65" name=""/>
            <p:cNvSpPr/>
            <p:nvPr/>
          </p:nvSpPr>
          <p:spPr>
            <a:xfrm flipH="1">
              <a:off x="1455840" y="1443240"/>
              <a:ext cx="36986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1466" name=""/>
            <p:cNvSpPr/>
            <p:nvPr/>
          </p:nvSpPr>
          <p:spPr>
            <a:xfrm flipH="1">
              <a:off x="1455480" y="1816200"/>
              <a:ext cx="260172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1467" name=""/>
            <p:cNvSpPr/>
            <p:nvPr/>
          </p:nvSpPr>
          <p:spPr>
            <a:xfrm flipH="1">
              <a:off x="1455840" y="2176560"/>
              <a:ext cx="173016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1468" name=""/>
            <p:cNvSpPr/>
            <p:nvPr/>
          </p:nvSpPr>
          <p:spPr>
            <a:xfrm flipH="1">
              <a:off x="1455840" y="3538440"/>
              <a:ext cx="173016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1469" name=""/>
            <p:cNvSpPr/>
            <p:nvPr/>
          </p:nvSpPr>
          <p:spPr>
            <a:xfrm flipH="1">
              <a:off x="1455480" y="3867120"/>
              <a:ext cx="260172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1470" name=""/>
            <p:cNvSpPr/>
            <p:nvPr/>
          </p:nvSpPr>
          <p:spPr>
            <a:xfrm flipH="1">
              <a:off x="1455840" y="4184640"/>
              <a:ext cx="36986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1471" name=""/>
          <p:cNvSpPr/>
          <p:nvPr/>
        </p:nvSpPr>
        <p:spPr>
          <a:xfrm>
            <a:off x="1569960" y="2698920"/>
            <a:ext cx="16830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72" name=""/>
          <p:cNvSpPr/>
          <p:nvPr/>
        </p:nvSpPr>
        <p:spPr>
          <a:xfrm>
            <a:off x="3706920" y="2711520"/>
            <a:ext cx="8208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73" name=""/>
          <p:cNvSpPr/>
          <p:nvPr/>
        </p:nvSpPr>
        <p:spPr>
          <a:xfrm>
            <a:off x="4737240" y="2711520"/>
            <a:ext cx="10112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74" name=""/>
          <p:cNvSpPr/>
          <p:nvPr/>
        </p:nvSpPr>
        <p:spPr>
          <a:xfrm>
            <a:off x="6033960" y="2711520"/>
            <a:ext cx="12970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7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47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A07CB6D-535A-4190-A4E1-AA2E0DD08DD9}" type="slidenum">
              <a:t>84</a:t>
            </a:fld>
          </a:p>
        </p:txBody>
      </p:sp>
    </p:spTree>
  </p:cSld>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7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P</a:t>
            </a:r>
            <a:endParaRPr b="1" lang="en-US" sz="1900" spc="-1" strike="noStrike">
              <a:solidFill>
                <a:srgbClr val="000000"/>
              </a:solidFill>
              <a:latin typeface="Arial"/>
            </a:endParaRPr>
          </a:p>
        </p:txBody>
      </p:sp>
      <p:grpSp>
        <p:nvGrpSpPr>
          <p:cNvPr id="1478" name=""/>
          <p:cNvGrpSpPr/>
          <p:nvPr/>
        </p:nvGrpSpPr>
        <p:grpSpPr>
          <a:xfrm>
            <a:off x="1514520" y="1146240"/>
            <a:ext cx="6029280" cy="3271680"/>
            <a:chOff x="1514520" y="1146240"/>
            <a:chExt cx="6029280" cy="3271680"/>
          </a:xfrm>
        </p:grpSpPr>
        <p:sp>
          <p:nvSpPr>
            <p:cNvPr id="1479" name=""/>
            <p:cNvSpPr/>
            <p:nvPr/>
          </p:nvSpPr>
          <p:spPr>
            <a:xfrm>
              <a:off x="1514520" y="1146240"/>
              <a:ext cx="5033160" cy="1229760"/>
            </a:xfrm>
            <a:custGeom>
              <a:avLst/>
              <a:gdLst/>
              <a:ahLst/>
              <a:rect l="l" t="t" r="r" b="b"/>
              <a:pathLst>
                <a:path w="3559" h="896">
                  <a:moveTo>
                    <a:pt x="0" y="496"/>
                  </a:moveTo>
                  <a:lnTo>
                    <a:pt x="2943" y="496"/>
                  </a:lnTo>
                  <a:lnTo>
                    <a:pt x="2663" y="0"/>
                  </a:lnTo>
                  <a:lnTo>
                    <a:pt x="3063" y="0"/>
                  </a:lnTo>
                  <a:lnTo>
                    <a:pt x="3558" y="895"/>
                  </a:lnTo>
                  <a:lnTo>
                    <a:pt x="0" y="89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80" name=""/>
            <p:cNvSpPr/>
            <p:nvPr/>
          </p:nvSpPr>
          <p:spPr>
            <a:xfrm>
              <a:off x="1514520" y="3187800"/>
              <a:ext cx="5033160" cy="1229760"/>
            </a:xfrm>
            <a:custGeom>
              <a:avLst/>
              <a:gdLst/>
              <a:ahLst/>
              <a:rect l="l" t="t" r="r" b="b"/>
              <a:pathLst>
                <a:path w="3559" h="896">
                  <a:moveTo>
                    <a:pt x="0" y="399"/>
                  </a:moveTo>
                  <a:lnTo>
                    <a:pt x="2943" y="399"/>
                  </a:lnTo>
                  <a:lnTo>
                    <a:pt x="2687" y="895"/>
                  </a:lnTo>
                  <a:lnTo>
                    <a:pt x="3087" y="895"/>
                  </a:lnTo>
                  <a:lnTo>
                    <a:pt x="3558" y="0"/>
                  </a:lnTo>
                  <a:lnTo>
                    <a:pt x="0"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81" name=""/>
            <p:cNvSpPr/>
            <p:nvPr/>
          </p:nvSpPr>
          <p:spPr>
            <a:xfrm>
              <a:off x="1514520" y="1146240"/>
              <a:ext cx="6029280" cy="3271680"/>
            </a:xfrm>
            <a:custGeom>
              <a:avLst/>
              <a:gdLst/>
              <a:ahLst/>
              <a:rect l="l" t="t" r="r" b="b"/>
              <a:pathLst>
                <a:path w="4263" h="2383">
                  <a:moveTo>
                    <a:pt x="0" y="991"/>
                  </a:moveTo>
                  <a:lnTo>
                    <a:pt x="3750" y="991"/>
                  </a:lnTo>
                  <a:lnTo>
                    <a:pt x="3207" y="0"/>
                  </a:lnTo>
                  <a:lnTo>
                    <a:pt x="3630" y="0"/>
                  </a:lnTo>
                  <a:lnTo>
                    <a:pt x="4262" y="1207"/>
                  </a:lnTo>
                  <a:lnTo>
                    <a:pt x="3630" y="2382"/>
                  </a:lnTo>
                  <a:lnTo>
                    <a:pt x="3254" y="2382"/>
                  </a:lnTo>
                  <a:lnTo>
                    <a:pt x="3774" y="1391"/>
                  </a:lnTo>
                  <a:lnTo>
                    <a:pt x="0" y="139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482" name=""/>
          <p:cNvSpPr/>
          <p:nvPr/>
        </p:nvSpPr>
        <p:spPr>
          <a:xfrm>
            <a:off x="1552680" y="2008080"/>
            <a:ext cx="42526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83" name=""/>
          <p:cNvSpPr/>
          <p:nvPr/>
        </p:nvSpPr>
        <p:spPr>
          <a:xfrm>
            <a:off x="1552680" y="2644920"/>
            <a:ext cx="53067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84" name=""/>
          <p:cNvSpPr/>
          <p:nvPr/>
        </p:nvSpPr>
        <p:spPr>
          <a:xfrm>
            <a:off x="1552680" y="3330720"/>
            <a:ext cx="42526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8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48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0C37204C-E6F8-4B67-8B33-BD88C987C07A}" type="slidenum">
              <a:t>85</a:t>
            </a:fld>
          </a:p>
        </p:txBody>
      </p:sp>
    </p:spTree>
  </p:cSld>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8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LINEAR Q</a:t>
            </a:r>
            <a:endParaRPr b="1" lang="en-US" sz="1900" spc="-1" strike="noStrike">
              <a:solidFill>
                <a:srgbClr val="000000"/>
              </a:solidFill>
              <a:latin typeface="Arial"/>
            </a:endParaRPr>
          </a:p>
        </p:txBody>
      </p:sp>
      <p:sp>
        <p:nvSpPr>
          <p:cNvPr id="1488" name=""/>
          <p:cNvSpPr/>
          <p:nvPr/>
        </p:nvSpPr>
        <p:spPr>
          <a:xfrm>
            <a:off x="2048040" y="1146240"/>
            <a:ext cx="4870440" cy="4464000"/>
          </a:xfrm>
          <a:custGeom>
            <a:avLst/>
            <a:gdLst/>
            <a:ahLst/>
            <a:rect l="l" t="t" r="r" b="b"/>
            <a:pathLst>
              <a:path w="3068" h="2812">
                <a:moveTo>
                  <a:pt x="2629" y="350"/>
                </a:moveTo>
                <a:lnTo>
                  <a:pt x="0" y="350"/>
                </a:lnTo>
                <a:lnTo>
                  <a:pt x="0" y="870"/>
                </a:lnTo>
                <a:lnTo>
                  <a:pt x="1196" y="870"/>
                </a:lnTo>
                <a:lnTo>
                  <a:pt x="1196" y="615"/>
                </a:lnTo>
                <a:lnTo>
                  <a:pt x="1433" y="1410"/>
                </a:lnTo>
                <a:lnTo>
                  <a:pt x="1196" y="2204"/>
                </a:lnTo>
                <a:lnTo>
                  <a:pt x="1196" y="1940"/>
                </a:lnTo>
                <a:lnTo>
                  <a:pt x="0" y="1940"/>
                </a:lnTo>
                <a:lnTo>
                  <a:pt x="0" y="2479"/>
                </a:lnTo>
                <a:lnTo>
                  <a:pt x="2629" y="2479"/>
                </a:lnTo>
                <a:lnTo>
                  <a:pt x="2629" y="2811"/>
                </a:lnTo>
                <a:lnTo>
                  <a:pt x="3067" y="1410"/>
                </a:lnTo>
                <a:lnTo>
                  <a:pt x="2629" y="0"/>
                </a:lnTo>
                <a:lnTo>
                  <a:pt x="2629" y="35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89" name=""/>
          <p:cNvSpPr/>
          <p:nvPr/>
        </p:nvSpPr>
        <p:spPr>
          <a:xfrm>
            <a:off x="2090880" y="3255840"/>
            <a:ext cx="22190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90" name=""/>
          <p:cNvSpPr/>
          <p:nvPr/>
        </p:nvSpPr>
        <p:spPr>
          <a:xfrm>
            <a:off x="4392720" y="3255840"/>
            <a:ext cx="22860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49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49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2D9FF13-35BA-4E15-9CD6-FD660C4EDAB2}" type="slidenum">
              <a:t>86</a:t>
            </a:fld>
          </a:p>
        </p:txBody>
      </p:sp>
    </p:spTree>
  </p:cSld>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9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PROPELLER</a:t>
            </a:r>
            <a:endParaRPr b="1" lang="en-US" sz="1900" spc="-1" strike="noStrike">
              <a:solidFill>
                <a:srgbClr val="000000"/>
              </a:solidFill>
              <a:latin typeface="Arial"/>
            </a:endParaRPr>
          </a:p>
        </p:txBody>
      </p:sp>
      <p:grpSp>
        <p:nvGrpSpPr>
          <p:cNvPr id="1494" name=""/>
          <p:cNvGrpSpPr/>
          <p:nvPr/>
        </p:nvGrpSpPr>
        <p:grpSpPr>
          <a:xfrm>
            <a:off x="1868400" y="1146240"/>
            <a:ext cx="5022360" cy="4614120"/>
            <a:chOff x="1868400" y="1146240"/>
            <a:chExt cx="5022360" cy="4614120"/>
          </a:xfrm>
        </p:grpSpPr>
        <p:sp>
          <p:nvSpPr>
            <p:cNvPr id="1495" name=""/>
            <p:cNvSpPr/>
            <p:nvPr/>
          </p:nvSpPr>
          <p:spPr>
            <a:xfrm>
              <a:off x="3975840" y="3030480"/>
              <a:ext cx="2197800" cy="2729880"/>
            </a:xfrm>
            <a:custGeom>
              <a:avLst/>
              <a:gdLst/>
              <a:ahLst/>
              <a:rect l="l" t="t" r="r" b="b"/>
              <a:pathLst>
                <a:path w="898" h="1146">
                  <a:moveTo>
                    <a:pt x="286" y="0"/>
                  </a:moveTo>
                  <a:lnTo>
                    <a:pt x="297" y="6"/>
                  </a:lnTo>
                  <a:lnTo>
                    <a:pt x="308" y="14"/>
                  </a:lnTo>
                  <a:lnTo>
                    <a:pt x="319" y="25"/>
                  </a:lnTo>
                  <a:lnTo>
                    <a:pt x="330" y="38"/>
                  </a:lnTo>
                  <a:lnTo>
                    <a:pt x="339" y="53"/>
                  </a:lnTo>
                  <a:lnTo>
                    <a:pt x="348" y="67"/>
                  </a:lnTo>
                  <a:lnTo>
                    <a:pt x="356" y="85"/>
                  </a:lnTo>
                  <a:lnTo>
                    <a:pt x="362" y="101"/>
                  </a:lnTo>
                  <a:lnTo>
                    <a:pt x="367" y="118"/>
                  </a:lnTo>
                  <a:lnTo>
                    <a:pt x="370" y="135"/>
                  </a:lnTo>
                  <a:lnTo>
                    <a:pt x="371" y="151"/>
                  </a:lnTo>
                  <a:lnTo>
                    <a:pt x="371" y="166"/>
                  </a:lnTo>
                  <a:lnTo>
                    <a:pt x="197" y="842"/>
                  </a:lnTo>
                  <a:lnTo>
                    <a:pt x="196" y="853"/>
                  </a:lnTo>
                  <a:lnTo>
                    <a:pt x="195" y="862"/>
                  </a:lnTo>
                  <a:lnTo>
                    <a:pt x="0" y="810"/>
                  </a:lnTo>
                  <a:lnTo>
                    <a:pt x="379" y="1145"/>
                  </a:lnTo>
                  <a:lnTo>
                    <a:pt x="874" y="1044"/>
                  </a:lnTo>
                  <a:lnTo>
                    <a:pt x="674" y="990"/>
                  </a:lnTo>
                  <a:lnTo>
                    <a:pt x="679" y="982"/>
                  </a:lnTo>
                  <a:lnTo>
                    <a:pt x="682" y="972"/>
                  </a:lnTo>
                  <a:lnTo>
                    <a:pt x="895" y="180"/>
                  </a:lnTo>
                  <a:lnTo>
                    <a:pt x="897" y="168"/>
                  </a:lnTo>
                  <a:lnTo>
                    <a:pt x="897" y="156"/>
                  </a:lnTo>
                  <a:lnTo>
                    <a:pt x="894" y="143"/>
                  </a:lnTo>
                  <a:lnTo>
                    <a:pt x="889" y="132"/>
                  </a:lnTo>
                  <a:lnTo>
                    <a:pt x="881" y="122"/>
                  </a:lnTo>
                  <a:lnTo>
                    <a:pt x="873" y="114"/>
                  </a:lnTo>
                  <a:lnTo>
                    <a:pt x="862" y="107"/>
                  </a:lnTo>
                  <a:lnTo>
                    <a:pt x="851" y="103"/>
                  </a:lnTo>
                  <a:lnTo>
                    <a:pt x="800" y="86"/>
                  </a:lnTo>
                  <a:lnTo>
                    <a:pt x="750" y="72"/>
                  </a:lnTo>
                  <a:lnTo>
                    <a:pt x="698" y="60"/>
                  </a:lnTo>
                  <a:lnTo>
                    <a:pt x="646" y="50"/>
                  </a:lnTo>
                  <a:lnTo>
                    <a:pt x="594" y="43"/>
                  </a:lnTo>
                  <a:lnTo>
                    <a:pt x="286"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96" name=""/>
            <p:cNvSpPr/>
            <p:nvPr/>
          </p:nvSpPr>
          <p:spPr>
            <a:xfrm>
              <a:off x="4095720" y="1146240"/>
              <a:ext cx="2795040" cy="2151360"/>
            </a:xfrm>
            <a:custGeom>
              <a:avLst/>
              <a:gdLst/>
              <a:ahLst/>
              <a:rect l="l" t="t" r="r" b="b"/>
              <a:pathLst>
                <a:path w="1142" h="903">
                  <a:moveTo>
                    <a:pt x="95" y="902"/>
                  </a:moveTo>
                  <a:lnTo>
                    <a:pt x="100" y="885"/>
                  </a:lnTo>
                  <a:lnTo>
                    <a:pt x="109" y="869"/>
                  </a:lnTo>
                  <a:lnTo>
                    <a:pt x="120" y="852"/>
                  </a:lnTo>
                  <a:lnTo>
                    <a:pt x="134" y="837"/>
                  </a:lnTo>
                  <a:lnTo>
                    <a:pt x="151" y="822"/>
                  </a:lnTo>
                  <a:lnTo>
                    <a:pt x="170" y="807"/>
                  </a:lnTo>
                  <a:lnTo>
                    <a:pt x="192" y="793"/>
                  </a:lnTo>
                  <a:lnTo>
                    <a:pt x="215" y="782"/>
                  </a:lnTo>
                  <a:lnTo>
                    <a:pt x="240" y="771"/>
                  </a:lnTo>
                  <a:lnTo>
                    <a:pt x="267" y="761"/>
                  </a:lnTo>
                  <a:lnTo>
                    <a:pt x="919" y="704"/>
                  </a:lnTo>
                  <a:lnTo>
                    <a:pt x="929" y="702"/>
                  </a:lnTo>
                  <a:lnTo>
                    <a:pt x="939" y="699"/>
                  </a:lnTo>
                  <a:lnTo>
                    <a:pt x="956" y="900"/>
                  </a:lnTo>
                  <a:lnTo>
                    <a:pt x="1141" y="430"/>
                  </a:lnTo>
                  <a:lnTo>
                    <a:pt x="877" y="0"/>
                  </a:lnTo>
                  <a:lnTo>
                    <a:pt x="895" y="205"/>
                  </a:lnTo>
                  <a:lnTo>
                    <a:pt x="885" y="204"/>
                  </a:lnTo>
                  <a:lnTo>
                    <a:pt x="875" y="204"/>
                  </a:lnTo>
                  <a:lnTo>
                    <a:pt x="57" y="275"/>
                  </a:lnTo>
                  <a:lnTo>
                    <a:pt x="45" y="277"/>
                  </a:lnTo>
                  <a:lnTo>
                    <a:pt x="34" y="282"/>
                  </a:lnTo>
                  <a:lnTo>
                    <a:pt x="24" y="289"/>
                  </a:lnTo>
                  <a:lnTo>
                    <a:pt x="14" y="298"/>
                  </a:lnTo>
                  <a:lnTo>
                    <a:pt x="7" y="308"/>
                  </a:lnTo>
                  <a:lnTo>
                    <a:pt x="2" y="319"/>
                  </a:lnTo>
                  <a:lnTo>
                    <a:pt x="0" y="331"/>
                  </a:lnTo>
                  <a:lnTo>
                    <a:pt x="0" y="343"/>
                  </a:lnTo>
                  <a:lnTo>
                    <a:pt x="6" y="419"/>
                  </a:lnTo>
                  <a:lnTo>
                    <a:pt x="14" y="494"/>
                  </a:lnTo>
                  <a:lnTo>
                    <a:pt x="25" y="569"/>
                  </a:lnTo>
                  <a:lnTo>
                    <a:pt x="39" y="643"/>
                  </a:lnTo>
                  <a:lnTo>
                    <a:pt x="57" y="729"/>
                  </a:lnTo>
                  <a:lnTo>
                    <a:pt x="75" y="816"/>
                  </a:lnTo>
                  <a:lnTo>
                    <a:pt x="95" y="90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97" name=""/>
            <p:cNvSpPr/>
            <p:nvPr/>
          </p:nvSpPr>
          <p:spPr>
            <a:xfrm>
              <a:off x="1868400" y="1969920"/>
              <a:ext cx="2971800" cy="2601720"/>
            </a:xfrm>
            <a:custGeom>
              <a:avLst/>
              <a:gdLst/>
              <a:ahLst/>
              <a:rect l="l" t="t" r="r" b="b"/>
              <a:pathLst>
                <a:path w="1214" h="1092">
                  <a:moveTo>
                    <a:pt x="1213" y="609"/>
                  </a:moveTo>
                  <a:lnTo>
                    <a:pt x="1196" y="626"/>
                  </a:lnTo>
                  <a:lnTo>
                    <a:pt x="1178" y="640"/>
                  </a:lnTo>
                  <a:lnTo>
                    <a:pt x="1159" y="652"/>
                  </a:lnTo>
                  <a:lnTo>
                    <a:pt x="1138" y="661"/>
                  </a:lnTo>
                  <a:lnTo>
                    <a:pt x="1116" y="667"/>
                  </a:lnTo>
                  <a:lnTo>
                    <a:pt x="1099" y="666"/>
                  </a:lnTo>
                  <a:lnTo>
                    <a:pt x="1082" y="662"/>
                  </a:lnTo>
                  <a:lnTo>
                    <a:pt x="1065" y="656"/>
                  </a:lnTo>
                  <a:lnTo>
                    <a:pt x="1047" y="647"/>
                  </a:lnTo>
                  <a:lnTo>
                    <a:pt x="1029" y="636"/>
                  </a:lnTo>
                  <a:lnTo>
                    <a:pt x="1011" y="623"/>
                  </a:lnTo>
                  <a:lnTo>
                    <a:pt x="993" y="608"/>
                  </a:lnTo>
                  <a:lnTo>
                    <a:pt x="977" y="591"/>
                  </a:lnTo>
                  <a:lnTo>
                    <a:pt x="469" y="165"/>
                  </a:lnTo>
                  <a:lnTo>
                    <a:pt x="461" y="159"/>
                  </a:lnTo>
                  <a:lnTo>
                    <a:pt x="451" y="155"/>
                  </a:lnTo>
                  <a:lnTo>
                    <a:pt x="581" y="0"/>
                  </a:lnTo>
                  <a:lnTo>
                    <a:pt x="117" y="201"/>
                  </a:lnTo>
                  <a:lnTo>
                    <a:pt x="0" y="693"/>
                  </a:lnTo>
                  <a:lnTo>
                    <a:pt x="133" y="534"/>
                  </a:lnTo>
                  <a:lnTo>
                    <a:pt x="138" y="543"/>
                  </a:lnTo>
                  <a:lnTo>
                    <a:pt x="145" y="549"/>
                  </a:lnTo>
                  <a:lnTo>
                    <a:pt x="775" y="1077"/>
                  </a:lnTo>
                  <a:lnTo>
                    <a:pt x="785" y="1084"/>
                  </a:lnTo>
                  <a:lnTo>
                    <a:pt x="797" y="1089"/>
                  </a:lnTo>
                  <a:lnTo>
                    <a:pt x="808" y="1091"/>
                  </a:lnTo>
                  <a:lnTo>
                    <a:pt x="821" y="1091"/>
                  </a:lnTo>
                  <a:lnTo>
                    <a:pt x="833" y="1089"/>
                  </a:lnTo>
                  <a:lnTo>
                    <a:pt x="844" y="1085"/>
                  </a:lnTo>
                  <a:lnTo>
                    <a:pt x="855" y="1078"/>
                  </a:lnTo>
                  <a:lnTo>
                    <a:pt x="863" y="1069"/>
                  </a:lnTo>
                  <a:lnTo>
                    <a:pt x="1089" y="803"/>
                  </a:lnTo>
                  <a:lnTo>
                    <a:pt x="1108" y="778"/>
                  </a:lnTo>
                  <a:lnTo>
                    <a:pt x="1128" y="752"/>
                  </a:lnTo>
                  <a:lnTo>
                    <a:pt x="1146" y="724"/>
                  </a:lnTo>
                  <a:lnTo>
                    <a:pt x="1164" y="696"/>
                  </a:lnTo>
                  <a:lnTo>
                    <a:pt x="1182" y="667"/>
                  </a:lnTo>
                  <a:lnTo>
                    <a:pt x="1198" y="638"/>
                  </a:lnTo>
                  <a:lnTo>
                    <a:pt x="1213" y="60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498" name=""/>
            <p:cNvSpPr/>
            <p:nvPr/>
          </p:nvSpPr>
          <p:spPr>
            <a:xfrm>
              <a:off x="4313880" y="2975400"/>
              <a:ext cx="611640" cy="5958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sp>
        <p:nvSpPr>
          <p:cNvPr id="1499" name=""/>
          <p:cNvSpPr/>
          <p:nvPr/>
        </p:nvSpPr>
        <p:spPr>
          <a:xfrm rot="2296800">
            <a:off x="2696760" y="3328920"/>
            <a:ext cx="1444680" cy="24408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500" name=""/>
          <p:cNvSpPr/>
          <p:nvPr/>
        </p:nvSpPr>
        <p:spPr>
          <a:xfrm rot="21303000">
            <a:off x="4741560" y="2271600"/>
            <a:ext cx="1447920" cy="24408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501" name=""/>
          <p:cNvSpPr/>
          <p:nvPr/>
        </p:nvSpPr>
        <p:spPr>
          <a:xfrm rot="17224800">
            <a:off x="4627800" y="4293000"/>
            <a:ext cx="1405080" cy="244080"/>
          </a:xfrm>
          <a:prstGeom prst="rect">
            <a:avLst/>
          </a:prstGeom>
          <a:noFill/>
          <a:ln w="0">
            <a:noFill/>
          </a:ln>
        </p:spPr>
        <p:style>
          <a:lnRef idx="0"/>
          <a:fillRef idx="0"/>
          <a:effectRef idx="0"/>
          <a:fontRef idx="minor"/>
        </p:style>
        <p:txBody>
          <a:bodyPr lIns="0" rIns="0" tIns="0" bIns="0" anchor="ctr">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50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50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2056698-6883-4863-8651-A0AFA9B4268D}" type="slidenum">
              <a:t>87</a:t>
            </a:fld>
          </a:p>
        </p:txBody>
      </p:sp>
    </p:spTree>
  </p:cSld>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0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STEP 5</a:t>
            </a:r>
            <a:endParaRPr b="1" lang="en-US" sz="1900" spc="-1" strike="noStrike">
              <a:solidFill>
                <a:srgbClr val="000000"/>
              </a:solidFill>
              <a:latin typeface="Arial"/>
            </a:endParaRPr>
          </a:p>
        </p:txBody>
      </p:sp>
      <p:sp>
        <p:nvSpPr>
          <p:cNvPr id="1505" name=""/>
          <p:cNvSpPr/>
          <p:nvPr/>
        </p:nvSpPr>
        <p:spPr>
          <a:xfrm>
            <a:off x="2595600" y="2550960"/>
            <a:ext cx="2614680" cy="825480"/>
          </a:xfrm>
          <a:custGeom>
            <a:avLst/>
            <a:gdLst/>
            <a:ahLst/>
            <a:rect l="l" t="t" r="r" b="b"/>
            <a:pathLst>
              <a:path w="1352" h="497">
                <a:moveTo>
                  <a:pt x="0" y="0"/>
                </a:moveTo>
                <a:lnTo>
                  <a:pt x="1287" y="0"/>
                </a:lnTo>
                <a:lnTo>
                  <a:pt x="1351" y="248"/>
                </a:lnTo>
                <a:lnTo>
                  <a:pt x="1287" y="496"/>
                </a:lnTo>
                <a:lnTo>
                  <a:pt x="0" y="496"/>
                </a:lnTo>
                <a:lnTo>
                  <a:pt x="0" y="248"/>
                </a:lnTo>
                <a:lnTo>
                  <a:pt x="0"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06" name=""/>
          <p:cNvSpPr/>
          <p:nvPr/>
        </p:nvSpPr>
        <p:spPr>
          <a:xfrm>
            <a:off x="2595600" y="3267000"/>
            <a:ext cx="976320" cy="1992240"/>
          </a:xfrm>
          <a:custGeom>
            <a:avLst/>
            <a:gdLst/>
            <a:ahLst/>
            <a:rect l="l" t="t" r="r" b="b"/>
            <a:pathLst>
              <a:path w="505" h="1201">
                <a:moveTo>
                  <a:pt x="504" y="1200"/>
                </a:moveTo>
                <a:lnTo>
                  <a:pt x="504" y="64"/>
                </a:lnTo>
                <a:lnTo>
                  <a:pt x="251" y="0"/>
                </a:lnTo>
                <a:lnTo>
                  <a:pt x="0" y="63"/>
                </a:lnTo>
                <a:lnTo>
                  <a:pt x="0" y="1200"/>
                </a:lnTo>
                <a:lnTo>
                  <a:pt x="251" y="1200"/>
                </a:lnTo>
                <a:lnTo>
                  <a:pt x="504" y="120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07" name=""/>
          <p:cNvSpPr/>
          <p:nvPr/>
        </p:nvSpPr>
        <p:spPr>
          <a:xfrm>
            <a:off x="3430440" y="4435560"/>
            <a:ext cx="3278160" cy="823680"/>
          </a:xfrm>
          <a:custGeom>
            <a:avLst/>
            <a:gdLst/>
            <a:ahLst/>
            <a:rect l="l" t="t" r="r" b="b"/>
            <a:pathLst>
              <a:path w="1695" h="497">
                <a:moveTo>
                  <a:pt x="1694" y="0"/>
                </a:moveTo>
                <a:lnTo>
                  <a:pt x="72" y="0"/>
                </a:lnTo>
                <a:lnTo>
                  <a:pt x="0" y="248"/>
                </a:lnTo>
                <a:lnTo>
                  <a:pt x="72" y="496"/>
                </a:lnTo>
                <a:lnTo>
                  <a:pt x="1694" y="496"/>
                </a:lnTo>
                <a:lnTo>
                  <a:pt x="1694" y="248"/>
                </a:lnTo>
                <a:lnTo>
                  <a:pt x="1694"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08" name=""/>
          <p:cNvSpPr/>
          <p:nvPr/>
        </p:nvSpPr>
        <p:spPr>
          <a:xfrm>
            <a:off x="5734080" y="1146240"/>
            <a:ext cx="974520" cy="3395520"/>
          </a:xfrm>
          <a:custGeom>
            <a:avLst/>
            <a:gdLst/>
            <a:ahLst/>
            <a:rect l="l" t="t" r="r" b="b"/>
            <a:pathLst>
              <a:path w="504" h="2047">
                <a:moveTo>
                  <a:pt x="503" y="0"/>
                </a:moveTo>
                <a:lnTo>
                  <a:pt x="503" y="1982"/>
                </a:lnTo>
                <a:lnTo>
                  <a:pt x="255" y="2046"/>
                </a:lnTo>
                <a:lnTo>
                  <a:pt x="0" y="1982"/>
                </a:lnTo>
                <a:lnTo>
                  <a:pt x="0" y="0"/>
                </a:lnTo>
                <a:lnTo>
                  <a:pt x="255" y="0"/>
                </a:lnTo>
                <a:lnTo>
                  <a:pt x="503"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09" name=""/>
          <p:cNvSpPr/>
          <p:nvPr/>
        </p:nvSpPr>
        <p:spPr>
          <a:xfrm>
            <a:off x="2595600" y="1146240"/>
            <a:ext cx="3279600" cy="839880"/>
          </a:xfrm>
          <a:custGeom>
            <a:avLst/>
            <a:gdLst/>
            <a:ahLst/>
            <a:rect l="l" t="t" r="r" b="b"/>
            <a:pathLst>
              <a:path w="1696" h="506">
                <a:moveTo>
                  <a:pt x="0" y="0"/>
                </a:moveTo>
                <a:lnTo>
                  <a:pt x="1631" y="0"/>
                </a:lnTo>
                <a:lnTo>
                  <a:pt x="1695" y="256"/>
                </a:lnTo>
                <a:lnTo>
                  <a:pt x="1624" y="505"/>
                </a:lnTo>
                <a:lnTo>
                  <a:pt x="0" y="504"/>
                </a:lnTo>
                <a:lnTo>
                  <a:pt x="0" y="256"/>
                </a:lnTo>
                <a:lnTo>
                  <a:pt x="0"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10" name=""/>
          <p:cNvSpPr/>
          <p:nvPr/>
        </p:nvSpPr>
        <p:spPr>
          <a:xfrm>
            <a:off x="2682720" y="1444680"/>
            <a:ext cx="30164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511" name=""/>
          <p:cNvSpPr/>
          <p:nvPr/>
        </p:nvSpPr>
        <p:spPr>
          <a:xfrm rot="5400000">
            <a:off x="4645440" y="2712240"/>
            <a:ext cx="31510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512" name=""/>
          <p:cNvSpPr/>
          <p:nvPr/>
        </p:nvSpPr>
        <p:spPr>
          <a:xfrm>
            <a:off x="3559320" y="4726080"/>
            <a:ext cx="30384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513" name=""/>
          <p:cNvSpPr/>
          <p:nvPr/>
        </p:nvSpPr>
        <p:spPr>
          <a:xfrm rot="16200000">
            <a:off x="2215080" y="4158720"/>
            <a:ext cx="1735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514" name=""/>
          <p:cNvSpPr/>
          <p:nvPr/>
        </p:nvSpPr>
        <p:spPr>
          <a:xfrm>
            <a:off x="2682720" y="2841840"/>
            <a:ext cx="2349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151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51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714D23E-B45F-4C01-AAFB-F794B5795AF9}" type="slidenum">
              <a:t>88</a:t>
            </a:fld>
          </a:p>
        </p:txBody>
      </p:sp>
    </p:spTree>
  </p:cSld>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17" name=""/>
          <p:cNvSpPr/>
          <p:nvPr/>
        </p:nvSpPr>
        <p:spPr>
          <a:xfrm flipH="1">
            <a:off x="1546920" y="2068560"/>
            <a:ext cx="4843800" cy="3114720"/>
          </a:xfrm>
          <a:prstGeom prst="rightArrow">
            <a:avLst>
              <a:gd name="adj1" fmla="val 54000"/>
              <a:gd name="adj2" fmla="val 37993"/>
            </a:avLst>
          </a:prstGeom>
          <a:solidFill>
            <a:srgbClr val="ffffff"/>
          </a:solidFill>
          <a:ln w="12600">
            <a:solidFill>
              <a:srgbClr val="000000"/>
            </a:solidFill>
            <a:miter/>
          </a:ln>
        </p:spPr>
        <p:style>
          <a:lnRef idx="0"/>
          <a:fillRef idx="0"/>
          <a:effectRef idx="0"/>
          <a:fontRef idx="minor"/>
        </p:style>
        <p:txBody>
          <a:bodyPr lIns="0" rIns="0" tIns="0" bIns="0" anchor="ctr" anchorCtr="1">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endParaRPr b="0" lang="en-US" sz="2400" spc="-1" strike="noStrike">
              <a:solidFill>
                <a:srgbClr val="000000"/>
              </a:solidFill>
              <a:latin typeface="Times New Roman"/>
            </a:endParaRPr>
          </a:p>
        </p:txBody>
      </p:sp>
      <p:sp>
        <p:nvSpPr>
          <p:cNvPr id="1518" name=""/>
          <p:cNvSpPr/>
          <p:nvPr/>
        </p:nvSpPr>
        <p:spPr>
          <a:xfrm>
            <a:off x="2668680" y="4037040"/>
            <a:ext cx="4414680" cy="1752480"/>
          </a:xfrm>
          <a:prstGeom prst="rightArrow">
            <a:avLst>
              <a:gd name="adj1" fmla="val 54000"/>
              <a:gd name="adj2" fmla="val 39606"/>
            </a:avLst>
          </a:prstGeom>
          <a:solidFill>
            <a:srgbClr val="ffffff"/>
          </a:solidFill>
          <a:ln w="12600">
            <a:solidFill>
              <a:srgbClr val="000000"/>
            </a:solidFill>
            <a:miter/>
          </a:ln>
        </p:spPr>
        <p:style>
          <a:lnRef idx="0"/>
          <a:fillRef idx="0"/>
          <a:effectRef idx="0"/>
          <a:fontRef idx="minor"/>
        </p:style>
        <p:txBody>
          <a:bodyPr lIns="76320" rIns="0" tIns="0" bIns="0" anchor="ctr">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19" name=""/>
          <p:cNvSpPr/>
          <p:nvPr/>
        </p:nvSpPr>
        <p:spPr>
          <a:xfrm>
            <a:off x="2847960" y="2408400"/>
            <a:ext cx="3448080" cy="365040"/>
          </a:xfrm>
          <a:prstGeom prst="rect">
            <a:avLst/>
          </a:prstGeom>
          <a:noFill/>
          <a:ln w="0">
            <a:noFill/>
          </a:ln>
        </p:spPr>
        <p:style>
          <a:lnRef idx="0"/>
          <a:fillRef idx="0"/>
          <a:effectRef idx="0"/>
          <a:fontRef idx="minor"/>
        </p:style>
        <p:txBody>
          <a:bodyPr lIns="0" rIns="0" tIns="0" bIns="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Times New Roman"/>
                <a:ea typeface="宋体"/>
              </a:rPr>
              <a:t>Text</a:t>
            </a:r>
            <a:endParaRPr b="0" lang="en-US" sz="2400" spc="-1" strike="noStrike">
              <a:solidFill>
                <a:srgbClr val="000000"/>
              </a:solidFill>
              <a:latin typeface="Times New Roman"/>
            </a:endParaRPr>
          </a:p>
        </p:txBody>
      </p:sp>
      <p:sp>
        <p:nvSpPr>
          <p:cNvPr id="1520" name=""/>
          <p:cNvSpPr/>
          <p:nvPr/>
        </p:nvSpPr>
        <p:spPr>
          <a:xfrm>
            <a:off x="2809800" y="3503520"/>
            <a:ext cx="335304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21" name=""/>
          <p:cNvSpPr/>
          <p:nvPr/>
        </p:nvSpPr>
        <p:spPr>
          <a:xfrm>
            <a:off x="2668680" y="1446120"/>
            <a:ext cx="4414680" cy="1752840"/>
          </a:xfrm>
          <a:prstGeom prst="rightArrow">
            <a:avLst>
              <a:gd name="adj1" fmla="val 54000"/>
              <a:gd name="adj2" fmla="val 39598"/>
            </a:avLst>
          </a:prstGeom>
          <a:solidFill>
            <a:srgbClr val="ffffff"/>
          </a:solidFill>
          <a:ln w="12600">
            <a:solidFill>
              <a:srgbClr val="000000"/>
            </a:solidFill>
            <a:miter/>
          </a:ln>
        </p:spPr>
        <p:style>
          <a:lnRef idx="0"/>
          <a:fillRef idx="0"/>
          <a:effectRef idx="0"/>
          <a:fontRef idx="minor"/>
        </p:style>
        <p:txBody>
          <a:bodyPr lIns="76320" rIns="0" tIns="0" bIns="0" anchor="ctr">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2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2 </a:t>
            </a:r>
            <a:r>
              <a:rPr b="1" lang="en-US" sz="1900" spc="-1" strike="noStrike">
                <a:solidFill>
                  <a:srgbClr val="000000"/>
                </a:solidFill>
                <a:latin typeface="Arial"/>
              </a:rPr>
              <a:t>ON 1</a:t>
            </a:r>
            <a:endParaRPr b="1" lang="en-US" sz="1900" spc="-1" strike="noStrike">
              <a:solidFill>
                <a:srgbClr val="000000"/>
              </a:solidFill>
              <a:latin typeface="Arial"/>
            </a:endParaRPr>
          </a:p>
        </p:txBody>
      </p:sp>
      <p:sp>
        <p:nvSpPr>
          <p:cNvPr id="152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52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08C1096-83CF-4C1A-8803-E238E6660DF9}" type="slidenum">
              <a:t>89</a:t>
            </a:fld>
          </a:p>
        </p:txBody>
      </p:sp>
    </p:spTree>
  </p:cSld>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5" name=""/>
          <p:cNvSpPr/>
          <p:nvPr/>
        </p:nvSpPr>
        <p:spPr>
          <a:xfrm>
            <a:off x="2381400" y="3040200"/>
            <a:ext cx="1881000" cy="938160"/>
          </a:xfrm>
          <a:custGeom>
            <a:avLst/>
            <a:gdLst/>
            <a:ahLst/>
            <a:rect l="l" t="t" r="r" b="b"/>
            <a:pathLst>
              <a:path w="1330" h="683">
                <a:moveTo>
                  <a:pt x="0" y="531"/>
                </a:moveTo>
                <a:lnTo>
                  <a:pt x="685" y="531"/>
                </a:lnTo>
                <a:lnTo>
                  <a:pt x="1162" y="56"/>
                </a:lnTo>
                <a:lnTo>
                  <a:pt x="1098" y="0"/>
                </a:lnTo>
                <a:lnTo>
                  <a:pt x="1329" y="0"/>
                </a:lnTo>
                <a:lnTo>
                  <a:pt x="1329" y="222"/>
                </a:lnTo>
                <a:lnTo>
                  <a:pt x="1257" y="143"/>
                </a:lnTo>
                <a:lnTo>
                  <a:pt x="717" y="682"/>
                </a:lnTo>
                <a:lnTo>
                  <a:pt x="0" y="682"/>
                </a:lnTo>
                <a:lnTo>
                  <a:pt x="0" y="53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26" name=""/>
          <p:cNvSpPr/>
          <p:nvPr/>
        </p:nvSpPr>
        <p:spPr>
          <a:xfrm>
            <a:off x="2381400" y="3348000"/>
            <a:ext cx="2195280" cy="1063800"/>
          </a:xfrm>
          <a:custGeom>
            <a:avLst/>
            <a:gdLst/>
            <a:ahLst/>
            <a:rect l="l" t="t" r="r" b="b"/>
            <a:pathLst>
              <a:path w="1383" h="670">
                <a:moveTo>
                  <a:pt x="0" y="534"/>
                </a:moveTo>
                <a:lnTo>
                  <a:pt x="730" y="534"/>
                </a:lnTo>
                <a:lnTo>
                  <a:pt x="1234" y="48"/>
                </a:lnTo>
                <a:lnTo>
                  <a:pt x="1185" y="0"/>
                </a:lnTo>
                <a:lnTo>
                  <a:pt x="1383" y="0"/>
                </a:lnTo>
                <a:lnTo>
                  <a:pt x="1383" y="192"/>
                </a:lnTo>
                <a:lnTo>
                  <a:pt x="1319" y="131"/>
                </a:lnTo>
                <a:lnTo>
                  <a:pt x="772" y="670"/>
                </a:lnTo>
                <a:lnTo>
                  <a:pt x="0" y="670"/>
                </a:lnTo>
                <a:lnTo>
                  <a:pt x="0" y="53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27" name=""/>
          <p:cNvSpPr/>
          <p:nvPr/>
        </p:nvSpPr>
        <p:spPr>
          <a:xfrm>
            <a:off x="2381400" y="3656160"/>
            <a:ext cx="2512800" cy="1209600"/>
          </a:xfrm>
          <a:custGeom>
            <a:avLst/>
            <a:gdLst/>
            <a:ahLst/>
            <a:rect l="l" t="t" r="r" b="b"/>
            <a:pathLst>
              <a:path w="1583" h="762">
                <a:moveTo>
                  <a:pt x="0" y="631"/>
                </a:moveTo>
                <a:lnTo>
                  <a:pt x="845" y="631"/>
                </a:lnTo>
                <a:lnTo>
                  <a:pt x="1434" y="48"/>
                </a:lnTo>
                <a:lnTo>
                  <a:pt x="1384" y="0"/>
                </a:lnTo>
                <a:lnTo>
                  <a:pt x="1583" y="0"/>
                </a:lnTo>
                <a:lnTo>
                  <a:pt x="1583" y="192"/>
                </a:lnTo>
                <a:lnTo>
                  <a:pt x="1519" y="131"/>
                </a:lnTo>
                <a:lnTo>
                  <a:pt x="873" y="762"/>
                </a:lnTo>
                <a:lnTo>
                  <a:pt x="0" y="762"/>
                </a:lnTo>
                <a:lnTo>
                  <a:pt x="0" y="631"/>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28" name=""/>
          <p:cNvSpPr/>
          <p:nvPr/>
        </p:nvSpPr>
        <p:spPr>
          <a:xfrm>
            <a:off x="4710240" y="2570040"/>
            <a:ext cx="1881000" cy="955800"/>
          </a:xfrm>
          <a:custGeom>
            <a:avLst/>
            <a:gdLst/>
            <a:ahLst/>
            <a:rect l="l" t="t" r="r" b="b"/>
            <a:pathLst>
              <a:path w="1185" h="602">
                <a:moveTo>
                  <a:pt x="1184" y="143"/>
                </a:moveTo>
                <a:lnTo>
                  <a:pt x="574" y="143"/>
                </a:lnTo>
                <a:lnTo>
                  <a:pt x="149" y="554"/>
                </a:lnTo>
                <a:lnTo>
                  <a:pt x="206" y="602"/>
                </a:lnTo>
                <a:lnTo>
                  <a:pt x="0" y="602"/>
                </a:lnTo>
                <a:lnTo>
                  <a:pt x="0" y="410"/>
                </a:lnTo>
                <a:lnTo>
                  <a:pt x="64" y="478"/>
                </a:lnTo>
                <a:lnTo>
                  <a:pt x="549" y="0"/>
                </a:lnTo>
                <a:lnTo>
                  <a:pt x="1185" y="1"/>
                </a:lnTo>
                <a:lnTo>
                  <a:pt x="1184" y="14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29" name=""/>
          <p:cNvSpPr/>
          <p:nvPr/>
        </p:nvSpPr>
        <p:spPr>
          <a:xfrm>
            <a:off x="4394160" y="2149560"/>
            <a:ext cx="2200320" cy="1068480"/>
          </a:xfrm>
          <a:custGeom>
            <a:avLst/>
            <a:gdLst/>
            <a:ahLst/>
            <a:rect l="l" t="t" r="r" b="b"/>
            <a:pathLst>
              <a:path w="1386" h="673">
                <a:moveTo>
                  <a:pt x="1383" y="139"/>
                </a:moveTo>
                <a:lnTo>
                  <a:pt x="653" y="139"/>
                </a:lnTo>
                <a:lnTo>
                  <a:pt x="149" y="625"/>
                </a:lnTo>
                <a:lnTo>
                  <a:pt x="199" y="673"/>
                </a:lnTo>
                <a:lnTo>
                  <a:pt x="0" y="673"/>
                </a:lnTo>
                <a:lnTo>
                  <a:pt x="0" y="481"/>
                </a:lnTo>
                <a:lnTo>
                  <a:pt x="64" y="543"/>
                </a:lnTo>
                <a:lnTo>
                  <a:pt x="616" y="1"/>
                </a:lnTo>
                <a:lnTo>
                  <a:pt x="1386" y="0"/>
                </a:lnTo>
                <a:lnTo>
                  <a:pt x="1383" y="13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30" name=""/>
          <p:cNvSpPr/>
          <p:nvPr/>
        </p:nvSpPr>
        <p:spPr>
          <a:xfrm>
            <a:off x="4076640" y="1687680"/>
            <a:ext cx="2514600" cy="1222200"/>
          </a:xfrm>
          <a:custGeom>
            <a:avLst/>
            <a:gdLst/>
            <a:ahLst/>
            <a:rect l="l" t="t" r="r" b="b"/>
            <a:pathLst>
              <a:path w="1584" h="770">
                <a:moveTo>
                  <a:pt x="1583" y="139"/>
                </a:moveTo>
                <a:lnTo>
                  <a:pt x="739" y="139"/>
                </a:lnTo>
                <a:lnTo>
                  <a:pt x="149" y="722"/>
                </a:lnTo>
                <a:lnTo>
                  <a:pt x="199" y="770"/>
                </a:lnTo>
                <a:lnTo>
                  <a:pt x="0" y="770"/>
                </a:lnTo>
                <a:lnTo>
                  <a:pt x="0" y="578"/>
                </a:lnTo>
                <a:lnTo>
                  <a:pt x="64" y="640"/>
                </a:lnTo>
                <a:lnTo>
                  <a:pt x="720" y="0"/>
                </a:lnTo>
                <a:lnTo>
                  <a:pt x="1584" y="4"/>
                </a:lnTo>
                <a:lnTo>
                  <a:pt x="1583" y="13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31" name=""/>
          <p:cNvSpPr/>
          <p:nvPr/>
        </p:nvSpPr>
        <p:spPr>
          <a:xfrm>
            <a:off x="6680160" y="1679400"/>
            <a:ext cx="1019160" cy="244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32" name=""/>
          <p:cNvSpPr/>
          <p:nvPr/>
        </p:nvSpPr>
        <p:spPr>
          <a:xfrm>
            <a:off x="6680160" y="2144880"/>
            <a:ext cx="101916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33" name=""/>
          <p:cNvSpPr/>
          <p:nvPr/>
        </p:nvSpPr>
        <p:spPr>
          <a:xfrm>
            <a:off x="6680160" y="2579760"/>
            <a:ext cx="101916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34" name=""/>
          <p:cNvSpPr/>
          <p:nvPr/>
        </p:nvSpPr>
        <p:spPr>
          <a:xfrm>
            <a:off x="1341360" y="3759120"/>
            <a:ext cx="9162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35" name=""/>
          <p:cNvSpPr/>
          <p:nvPr/>
        </p:nvSpPr>
        <p:spPr>
          <a:xfrm>
            <a:off x="1341360" y="4194000"/>
            <a:ext cx="916200" cy="2448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36" name=""/>
          <p:cNvSpPr/>
          <p:nvPr/>
        </p:nvSpPr>
        <p:spPr>
          <a:xfrm>
            <a:off x="1341360" y="4660920"/>
            <a:ext cx="9162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3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AGAINST</a:t>
            </a:r>
            <a:endParaRPr b="1" lang="en-US" sz="1900" spc="-1" strike="noStrike">
              <a:solidFill>
                <a:srgbClr val="000000"/>
              </a:solidFill>
              <a:latin typeface="Arial"/>
            </a:endParaRPr>
          </a:p>
        </p:txBody>
      </p:sp>
      <p:sp>
        <p:nvSpPr>
          <p:cNvPr id="153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53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E7CA8A7-33FE-48C7-8B2A-67D8527FFF8F}" type="slidenum">
              <a:t>90</a:t>
            </a:fld>
          </a:p>
        </p:txBody>
      </p:sp>
    </p:spTree>
  </p:cSld>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40" name=""/>
          <p:cNvSpPr/>
          <p:nvPr/>
        </p:nvSpPr>
        <p:spPr>
          <a:xfrm>
            <a:off x="3100320" y="2346480"/>
            <a:ext cx="2776680" cy="2714400"/>
          </a:xfrm>
          <a:custGeom>
            <a:avLst/>
            <a:gdLst/>
            <a:ahLst/>
            <a:rect l="l" t="t" r="r" b="b"/>
            <a:pathLst>
              <a:path w="1749" h="1710">
                <a:moveTo>
                  <a:pt x="0" y="0"/>
                </a:moveTo>
                <a:lnTo>
                  <a:pt x="0" y="352"/>
                </a:lnTo>
                <a:lnTo>
                  <a:pt x="299" y="853"/>
                </a:lnTo>
                <a:lnTo>
                  <a:pt x="0" y="1368"/>
                </a:lnTo>
                <a:lnTo>
                  <a:pt x="0" y="1708"/>
                </a:lnTo>
                <a:lnTo>
                  <a:pt x="1748" y="1710"/>
                </a:lnTo>
                <a:lnTo>
                  <a:pt x="1749" y="0"/>
                </a:lnTo>
                <a:lnTo>
                  <a:pt x="0"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41" name=""/>
          <p:cNvSpPr/>
          <p:nvPr/>
        </p:nvSpPr>
        <p:spPr>
          <a:xfrm>
            <a:off x="2584440" y="2906640"/>
            <a:ext cx="1019160" cy="1639800"/>
          </a:xfrm>
          <a:prstGeom prst="rightArrow">
            <a:avLst>
              <a:gd name="adj1" fmla="val 48481"/>
              <a:gd name="adj2" fmla="val 49389"/>
            </a:avLst>
          </a:prstGeom>
          <a:solidFill>
            <a:srgbClr val="d0d0d0"/>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42" name=""/>
          <p:cNvSpPr/>
          <p:nvPr/>
        </p:nvSpPr>
        <p:spPr>
          <a:xfrm flipH="1">
            <a:off x="5371560" y="2906640"/>
            <a:ext cx="1019160" cy="1639800"/>
          </a:xfrm>
          <a:prstGeom prst="rightArrow">
            <a:avLst>
              <a:gd name="adj1" fmla="val 48481"/>
              <a:gd name="adj2" fmla="val 49389"/>
            </a:avLst>
          </a:prstGeom>
          <a:solidFill>
            <a:srgbClr val="d0d0d0"/>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43" name=""/>
          <p:cNvSpPr/>
          <p:nvPr/>
        </p:nvSpPr>
        <p:spPr>
          <a:xfrm flipH="1" rot="16200000">
            <a:off x="3972600" y="1500840"/>
            <a:ext cx="995400" cy="1679760"/>
          </a:xfrm>
          <a:prstGeom prst="rightArrow">
            <a:avLst>
              <a:gd name="adj1" fmla="val 48481"/>
              <a:gd name="adj2" fmla="val 49389"/>
            </a:avLst>
          </a:prstGeom>
          <a:solidFill>
            <a:srgbClr val="d0d0d0"/>
          </a:solidFill>
          <a:ln w="12600">
            <a:solidFill>
              <a:srgbClr val="000000"/>
            </a:solidFill>
            <a:miter/>
          </a:ln>
        </p:spPr>
        <p:style>
          <a:lnRef idx="0"/>
          <a:fillRef idx="0"/>
          <a:effectRef idx="0"/>
          <a:fontRef idx="minor"/>
        </p:style>
        <p:txBody>
          <a:bodyPr lIns="0" rIns="0" tIns="0" bIns="0" anchor="ctr" anchorCtr="1" vert="eaVe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44" name=""/>
          <p:cNvSpPr/>
          <p:nvPr/>
        </p:nvSpPr>
        <p:spPr>
          <a:xfrm flipH="1" flipV="1" rot="5400000">
            <a:off x="3972600" y="4225680"/>
            <a:ext cx="995400" cy="1679760"/>
          </a:xfrm>
          <a:prstGeom prst="rightArrow">
            <a:avLst>
              <a:gd name="adj1" fmla="val 48481"/>
              <a:gd name="adj2" fmla="val 49389"/>
            </a:avLst>
          </a:prstGeom>
          <a:solidFill>
            <a:srgbClr val="d0d0d0"/>
          </a:solidFill>
          <a:ln w="12600">
            <a:solidFill>
              <a:srgbClr val="000000"/>
            </a:solidFill>
            <a:miter/>
          </a:ln>
        </p:spPr>
        <p:style>
          <a:lnRef idx="0"/>
          <a:fillRef idx="0"/>
          <a:effectRef idx="0"/>
          <a:fontRef idx="minor"/>
        </p:style>
        <p:txBody>
          <a:bodyPr lIns="0" rIns="0" tIns="0" bIns="0" anchor="ctr" anchorCtr="1" vert="eaVert">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45" name=""/>
          <p:cNvSpPr/>
          <p:nvPr/>
        </p:nvSpPr>
        <p:spPr>
          <a:xfrm>
            <a:off x="4094280" y="1482840"/>
            <a:ext cx="752400" cy="244440"/>
          </a:xfrm>
          <a:prstGeom prst="rect">
            <a:avLst/>
          </a:prstGeom>
          <a:noFill/>
          <a:ln w="0">
            <a:noFill/>
          </a:ln>
        </p:spPr>
        <p:style>
          <a:lnRef idx="0"/>
          <a:fillRef idx="0"/>
          <a:effectRef idx="0"/>
          <a:fontRef idx="minor"/>
        </p:style>
        <p:txBody>
          <a:bodyPr lIns="0" rIns="0" tIns="0" bIns="0" anchor="b"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46" name=""/>
          <p:cNvSpPr/>
          <p:nvPr/>
        </p:nvSpPr>
        <p:spPr>
          <a:xfrm>
            <a:off x="1725480" y="3578400"/>
            <a:ext cx="75276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47" name=""/>
          <p:cNvSpPr/>
          <p:nvPr/>
        </p:nvSpPr>
        <p:spPr>
          <a:xfrm>
            <a:off x="3740040" y="3578400"/>
            <a:ext cx="153684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48" name=""/>
          <p:cNvSpPr/>
          <p:nvPr/>
        </p:nvSpPr>
        <p:spPr>
          <a:xfrm>
            <a:off x="6546960" y="3578400"/>
            <a:ext cx="752400" cy="244440"/>
          </a:xfrm>
          <a:prstGeom prst="rect">
            <a:avLst/>
          </a:prstGeom>
          <a:noFill/>
          <a:ln w="0">
            <a:noFill/>
          </a:ln>
        </p:spPr>
        <p:style>
          <a:lnRef idx="0"/>
          <a:fillRef idx="0"/>
          <a:effectRef idx="0"/>
          <a:fontRef idx="minor"/>
        </p:style>
        <p:txBody>
          <a:bodyPr lIns="0" rIns="0" tIns="0" bIns="0" anchor="ctr">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49" name=""/>
          <p:cNvSpPr/>
          <p:nvPr/>
        </p:nvSpPr>
        <p:spPr>
          <a:xfrm>
            <a:off x="4094280" y="5676840"/>
            <a:ext cx="752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5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AT WORK</a:t>
            </a:r>
            <a:endParaRPr b="1" lang="en-US" sz="1900" spc="-1" strike="noStrike">
              <a:solidFill>
                <a:srgbClr val="000000"/>
              </a:solidFill>
              <a:latin typeface="Arial"/>
            </a:endParaRPr>
          </a:p>
        </p:txBody>
      </p:sp>
      <p:sp>
        <p:nvSpPr>
          <p:cNvPr id="155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55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7A11320-F833-443E-848A-F11FC37F2F43}" type="slidenum">
              <a:t>91</a:t>
            </a:fld>
          </a:p>
        </p:txBody>
      </p:sp>
    </p:spTree>
  </p:cSld>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53" name=""/>
          <p:cNvSpPr/>
          <p:nvPr/>
        </p:nvSpPr>
        <p:spPr>
          <a:xfrm>
            <a:off x="1863720" y="2058840"/>
            <a:ext cx="3070080" cy="3127680"/>
          </a:xfrm>
          <a:custGeom>
            <a:avLst/>
            <a:gdLst/>
            <a:ahLst/>
            <a:rect l="l" t="t" r="r" b="b"/>
            <a:pathLst>
              <a:path w="1934" h="1970">
                <a:moveTo>
                  <a:pt x="1518" y="1969"/>
                </a:moveTo>
                <a:lnTo>
                  <a:pt x="0" y="1969"/>
                </a:lnTo>
                <a:lnTo>
                  <a:pt x="0" y="0"/>
                </a:lnTo>
                <a:lnTo>
                  <a:pt x="1699" y="0"/>
                </a:lnTo>
                <a:lnTo>
                  <a:pt x="1648" y="525"/>
                </a:lnTo>
                <a:lnTo>
                  <a:pt x="1734" y="525"/>
                </a:lnTo>
                <a:lnTo>
                  <a:pt x="1734" y="276"/>
                </a:lnTo>
                <a:lnTo>
                  <a:pt x="1933" y="703"/>
                </a:lnTo>
                <a:lnTo>
                  <a:pt x="1734" y="1104"/>
                </a:lnTo>
                <a:lnTo>
                  <a:pt x="1734" y="855"/>
                </a:lnTo>
                <a:lnTo>
                  <a:pt x="1622" y="855"/>
                </a:lnTo>
                <a:lnTo>
                  <a:pt x="1596" y="1104"/>
                </a:lnTo>
                <a:lnTo>
                  <a:pt x="1596" y="864"/>
                </a:lnTo>
                <a:lnTo>
                  <a:pt x="1397" y="1256"/>
                </a:lnTo>
                <a:lnTo>
                  <a:pt x="1556" y="1597"/>
                </a:lnTo>
                <a:lnTo>
                  <a:pt x="1518" y="196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54" name=""/>
          <p:cNvSpPr/>
          <p:nvPr/>
        </p:nvSpPr>
        <p:spPr>
          <a:xfrm>
            <a:off x="4081320" y="2058840"/>
            <a:ext cx="3070440" cy="3127680"/>
          </a:xfrm>
          <a:custGeom>
            <a:avLst/>
            <a:gdLst/>
            <a:ahLst/>
            <a:rect l="l" t="t" r="r" b="b"/>
            <a:pathLst>
              <a:path w="1934" h="1970">
                <a:moveTo>
                  <a:pt x="414" y="0"/>
                </a:moveTo>
                <a:lnTo>
                  <a:pt x="1933" y="0"/>
                </a:lnTo>
                <a:lnTo>
                  <a:pt x="1933" y="1969"/>
                </a:lnTo>
                <a:lnTo>
                  <a:pt x="241" y="1969"/>
                </a:lnTo>
                <a:lnTo>
                  <a:pt x="284" y="1434"/>
                </a:lnTo>
                <a:lnTo>
                  <a:pt x="198" y="1434"/>
                </a:lnTo>
                <a:lnTo>
                  <a:pt x="198" y="1683"/>
                </a:lnTo>
                <a:lnTo>
                  <a:pt x="0" y="1265"/>
                </a:lnTo>
                <a:lnTo>
                  <a:pt x="198" y="864"/>
                </a:lnTo>
                <a:lnTo>
                  <a:pt x="198" y="1113"/>
                </a:lnTo>
                <a:lnTo>
                  <a:pt x="310" y="1113"/>
                </a:lnTo>
                <a:lnTo>
                  <a:pt x="345" y="864"/>
                </a:lnTo>
                <a:lnTo>
                  <a:pt x="336" y="1095"/>
                </a:lnTo>
                <a:lnTo>
                  <a:pt x="535" y="694"/>
                </a:lnTo>
                <a:lnTo>
                  <a:pt x="379" y="374"/>
                </a:lnTo>
                <a:lnTo>
                  <a:pt x="414" y="0"/>
                </a:lnTo>
              </a:path>
            </a:pathLst>
          </a:custGeom>
          <a:solidFill>
            <a:srgbClr val="ffffff"/>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1555" name=""/>
          <p:cNvSpPr/>
          <p:nvPr/>
        </p:nvSpPr>
        <p:spPr>
          <a:xfrm>
            <a:off x="2016000" y="2193840"/>
            <a:ext cx="19908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56" name=""/>
          <p:cNvSpPr/>
          <p:nvPr/>
        </p:nvSpPr>
        <p:spPr>
          <a:xfrm>
            <a:off x="5040360" y="2193840"/>
            <a:ext cx="18558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5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COUPLED HORIZ</a:t>
            </a:r>
            <a:endParaRPr b="1" lang="en-US" sz="1900" spc="-1" strike="noStrike">
              <a:solidFill>
                <a:srgbClr val="000000"/>
              </a:solidFill>
              <a:latin typeface="Arial"/>
            </a:endParaRPr>
          </a:p>
        </p:txBody>
      </p:sp>
      <p:sp>
        <p:nvSpPr>
          <p:cNvPr id="155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55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1448E36-0F2B-4B09-B00A-8211A14C5276}" type="slidenum">
              <a:t>92</a:t>
            </a:fld>
          </a:p>
        </p:txBody>
      </p:sp>
    </p:spTree>
  </p:cSld>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0" name=""/>
          <p:cNvSpPr/>
          <p:nvPr/>
        </p:nvSpPr>
        <p:spPr>
          <a:xfrm>
            <a:off x="2146320" y="1684440"/>
            <a:ext cx="4759200" cy="3268440"/>
          </a:xfrm>
          <a:custGeom>
            <a:avLst/>
            <a:gdLst/>
            <a:ahLst/>
            <a:rect l="l" t="t" r="r" b="b"/>
            <a:pathLst>
              <a:path w="2543" h="1799">
                <a:moveTo>
                  <a:pt x="839" y="1015"/>
                </a:moveTo>
                <a:lnTo>
                  <a:pt x="839" y="1678"/>
                </a:lnTo>
                <a:lnTo>
                  <a:pt x="943" y="1678"/>
                </a:lnTo>
                <a:lnTo>
                  <a:pt x="719" y="1798"/>
                </a:lnTo>
                <a:lnTo>
                  <a:pt x="496" y="1678"/>
                </a:lnTo>
                <a:lnTo>
                  <a:pt x="608" y="1678"/>
                </a:lnTo>
                <a:lnTo>
                  <a:pt x="608" y="999"/>
                </a:lnTo>
                <a:lnTo>
                  <a:pt x="0" y="959"/>
                </a:lnTo>
                <a:lnTo>
                  <a:pt x="0" y="0"/>
                </a:lnTo>
                <a:lnTo>
                  <a:pt x="2542" y="0"/>
                </a:lnTo>
                <a:lnTo>
                  <a:pt x="2542" y="1127"/>
                </a:lnTo>
                <a:lnTo>
                  <a:pt x="2086" y="1103"/>
                </a:lnTo>
                <a:lnTo>
                  <a:pt x="2086" y="504"/>
                </a:lnTo>
                <a:lnTo>
                  <a:pt x="2190" y="504"/>
                </a:lnTo>
                <a:lnTo>
                  <a:pt x="1974" y="392"/>
                </a:lnTo>
                <a:lnTo>
                  <a:pt x="1751" y="504"/>
                </a:lnTo>
                <a:lnTo>
                  <a:pt x="1855" y="504"/>
                </a:lnTo>
                <a:lnTo>
                  <a:pt x="1855" y="1087"/>
                </a:lnTo>
                <a:lnTo>
                  <a:pt x="839" y="101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61" name=""/>
          <p:cNvSpPr/>
          <p:nvPr/>
        </p:nvSpPr>
        <p:spPr>
          <a:xfrm>
            <a:off x="2146320" y="2381400"/>
            <a:ext cx="4759200" cy="3254400"/>
          </a:xfrm>
          <a:custGeom>
            <a:avLst/>
            <a:gdLst/>
            <a:ahLst/>
            <a:rect l="l" t="t" r="r" b="b"/>
            <a:pathLst>
              <a:path w="2543" h="1791">
                <a:moveTo>
                  <a:pt x="1855" y="783"/>
                </a:moveTo>
                <a:lnTo>
                  <a:pt x="1855" y="120"/>
                </a:lnTo>
                <a:lnTo>
                  <a:pt x="1751" y="120"/>
                </a:lnTo>
                <a:lnTo>
                  <a:pt x="1974" y="0"/>
                </a:lnTo>
                <a:lnTo>
                  <a:pt x="2190" y="120"/>
                </a:lnTo>
                <a:lnTo>
                  <a:pt x="2086" y="120"/>
                </a:lnTo>
                <a:lnTo>
                  <a:pt x="2086" y="799"/>
                </a:lnTo>
                <a:lnTo>
                  <a:pt x="2542" y="831"/>
                </a:lnTo>
                <a:lnTo>
                  <a:pt x="2542" y="1790"/>
                </a:lnTo>
                <a:lnTo>
                  <a:pt x="0" y="1790"/>
                </a:lnTo>
                <a:lnTo>
                  <a:pt x="0" y="663"/>
                </a:lnTo>
                <a:lnTo>
                  <a:pt x="608" y="703"/>
                </a:lnTo>
                <a:lnTo>
                  <a:pt x="608" y="1294"/>
                </a:lnTo>
                <a:lnTo>
                  <a:pt x="496" y="1294"/>
                </a:lnTo>
                <a:lnTo>
                  <a:pt x="719" y="1406"/>
                </a:lnTo>
                <a:lnTo>
                  <a:pt x="943" y="1294"/>
                </a:lnTo>
                <a:lnTo>
                  <a:pt x="839" y="1294"/>
                </a:lnTo>
                <a:lnTo>
                  <a:pt x="839" y="711"/>
                </a:lnTo>
                <a:lnTo>
                  <a:pt x="1855" y="783"/>
                </a:lnTo>
              </a:path>
            </a:pathLst>
          </a:custGeom>
          <a:solidFill>
            <a:srgbClr val="ffffff"/>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1562" name=""/>
          <p:cNvSpPr/>
          <p:nvPr/>
        </p:nvSpPr>
        <p:spPr>
          <a:xfrm>
            <a:off x="2249640" y="1800360"/>
            <a:ext cx="45450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63" name=""/>
          <p:cNvSpPr/>
          <p:nvPr/>
        </p:nvSpPr>
        <p:spPr>
          <a:xfrm>
            <a:off x="2263680" y="5281560"/>
            <a:ext cx="4545000" cy="244440"/>
          </a:xfrm>
          <a:prstGeom prst="rect">
            <a:avLst/>
          </a:prstGeom>
          <a:noFill/>
          <a:ln w="0">
            <a:noFill/>
          </a:ln>
        </p:spPr>
        <p:style>
          <a:lnRef idx="0"/>
          <a:fillRef idx="0"/>
          <a:effectRef idx="0"/>
          <a:fontRef idx="minor"/>
        </p:style>
        <p:txBody>
          <a:bodyPr lIns="0" rIns="0" tIns="0" bIns="0" anchor="b">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6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COUPLED VERT</a:t>
            </a:r>
            <a:endParaRPr b="1" lang="en-US" sz="1900" spc="-1" strike="noStrike">
              <a:solidFill>
                <a:srgbClr val="000000"/>
              </a:solidFill>
              <a:latin typeface="Arial"/>
            </a:endParaRPr>
          </a:p>
        </p:txBody>
      </p:sp>
      <p:sp>
        <p:nvSpPr>
          <p:cNvPr id="156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56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79AEC28-56D4-466F-BCB8-0BD91E0D60CE}" type="slidenum">
              <a:t>93</a:t>
            </a:fld>
          </a:p>
        </p:txBody>
      </p:sp>
    </p:spTree>
  </p:cSld>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67" name=""/>
          <p:cNvSpPr/>
          <p:nvPr/>
        </p:nvSpPr>
        <p:spPr>
          <a:xfrm>
            <a:off x="4836960" y="1941480"/>
            <a:ext cx="1417680" cy="1346400"/>
          </a:xfrm>
          <a:custGeom>
            <a:avLst/>
            <a:gdLst/>
            <a:ahLst/>
            <a:rect l="l" t="t" r="r" b="b"/>
            <a:pathLst>
              <a:path w="671" h="658">
                <a:moveTo>
                  <a:pt x="491" y="578"/>
                </a:moveTo>
                <a:lnTo>
                  <a:pt x="491" y="657"/>
                </a:lnTo>
                <a:lnTo>
                  <a:pt x="0" y="657"/>
                </a:lnTo>
                <a:lnTo>
                  <a:pt x="0" y="166"/>
                </a:lnTo>
                <a:lnTo>
                  <a:pt x="95" y="166"/>
                </a:lnTo>
                <a:lnTo>
                  <a:pt x="95" y="506"/>
                </a:lnTo>
                <a:lnTo>
                  <a:pt x="602" y="0"/>
                </a:lnTo>
                <a:lnTo>
                  <a:pt x="670" y="63"/>
                </a:lnTo>
                <a:lnTo>
                  <a:pt x="166" y="570"/>
                </a:lnTo>
                <a:lnTo>
                  <a:pt x="491" y="570"/>
                </a:lnTo>
                <a:lnTo>
                  <a:pt x="491" y="657"/>
                </a:lnTo>
                <a:lnTo>
                  <a:pt x="491" y="57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68" name=""/>
          <p:cNvSpPr/>
          <p:nvPr/>
        </p:nvSpPr>
        <p:spPr>
          <a:xfrm>
            <a:off x="4836960" y="3917880"/>
            <a:ext cx="1424160" cy="1362240"/>
          </a:xfrm>
          <a:custGeom>
            <a:avLst/>
            <a:gdLst/>
            <a:ahLst/>
            <a:rect l="l" t="t" r="r" b="b"/>
            <a:pathLst>
              <a:path w="674" h="666">
                <a:moveTo>
                  <a:pt x="491" y="79"/>
                </a:moveTo>
                <a:lnTo>
                  <a:pt x="491" y="0"/>
                </a:lnTo>
                <a:lnTo>
                  <a:pt x="0" y="0"/>
                </a:lnTo>
                <a:lnTo>
                  <a:pt x="0" y="491"/>
                </a:lnTo>
                <a:lnTo>
                  <a:pt x="95" y="491"/>
                </a:lnTo>
                <a:lnTo>
                  <a:pt x="95" y="159"/>
                </a:lnTo>
                <a:lnTo>
                  <a:pt x="602" y="665"/>
                </a:lnTo>
                <a:lnTo>
                  <a:pt x="673" y="594"/>
                </a:lnTo>
                <a:lnTo>
                  <a:pt x="174" y="95"/>
                </a:lnTo>
                <a:lnTo>
                  <a:pt x="491" y="95"/>
                </a:lnTo>
                <a:lnTo>
                  <a:pt x="491" y="0"/>
                </a:lnTo>
                <a:lnTo>
                  <a:pt x="491" y="7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69" name=""/>
          <p:cNvSpPr/>
          <p:nvPr/>
        </p:nvSpPr>
        <p:spPr>
          <a:xfrm>
            <a:off x="2760840" y="3917880"/>
            <a:ext cx="1436400" cy="1374840"/>
          </a:xfrm>
          <a:custGeom>
            <a:avLst/>
            <a:gdLst/>
            <a:ahLst/>
            <a:rect l="l" t="t" r="r" b="b"/>
            <a:pathLst>
              <a:path w="680" h="672">
                <a:moveTo>
                  <a:pt x="184" y="80"/>
                </a:moveTo>
                <a:lnTo>
                  <a:pt x="184" y="0"/>
                </a:lnTo>
                <a:lnTo>
                  <a:pt x="679" y="0"/>
                </a:lnTo>
                <a:lnTo>
                  <a:pt x="679" y="495"/>
                </a:lnTo>
                <a:lnTo>
                  <a:pt x="583" y="495"/>
                </a:lnTo>
                <a:lnTo>
                  <a:pt x="583" y="160"/>
                </a:lnTo>
                <a:lnTo>
                  <a:pt x="72" y="671"/>
                </a:lnTo>
                <a:lnTo>
                  <a:pt x="0" y="599"/>
                </a:lnTo>
                <a:lnTo>
                  <a:pt x="503" y="96"/>
                </a:lnTo>
                <a:lnTo>
                  <a:pt x="184" y="96"/>
                </a:lnTo>
                <a:lnTo>
                  <a:pt x="184"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70" name=""/>
          <p:cNvSpPr/>
          <p:nvPr/>
        </p:nvSpPr>
        <p:spPr>
          <a:xfrm>
            <a:off x="2760840" y="1928880"/>
            <a:ext cx="1436400" cy="1359000"/>
          </a:xfrm>
          <a:custGeom>
            <a:avLst/>
            <a:gdLst/>
            <a:ahLst/>
            <a:rect l="l" t="t" r="r" b="b"/>
            <a:pathLst>
              <a:path w="680" h="664">
                <a:moveTo>
                  <a:pt x="184" y="583"/>
                </a:moveTo>
                <a:lnTo>
                  <a:pt x="184" y="663"/>
                </a:lnTo>
                <a:lnTo>
                  <a:pt x="679" y="663"/>
                </a:lnTo>
                <a:lnTo>
                  <a:pt x="679" y="168"/>
                </a:lnTo>
                <a:lnTo>
                  <a:pt x="583" y="168"/>
                </a:lnTo>
                <a:lnTo>
                  <a:pt x="583" y="511"/>
                </a:lnTo>
                <a:lnTo>
                  <a:pt x="72" y="0"/>
                </a:lnTo>
                <a:lnTo>
                  <a:pt x="0" y="72"/>
                </a:lnTo>
                <a:lnTo>
                  <a:pt x="511" y="575"/>
                </a:lnTo>
                <a:lnTo>
                  <a:pt x="184" y="575"/>
                </a:lnTo>
                <a:lnTo>
                  <a:pt x="184" y="663"/>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71" name=""/>
          <p:cNvSpPr/>
          <p:nvPr/>
        </p:nvSpPr>
        <p:spPr>
          <a:xfrm>
            <a:off x="1393920" y="1874880"/>
            <a:ext cx="162216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72" name=""/>
          <p:cNvSpPr/>
          <p:nvPr/>
        </p:nvSpPr>
        <p:spPr>
          <a:xfrm>
            <a:off x="6467400" y="1874880"/>
            <a:ext cx="162252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73" name=""/>
          <p:cNvSpPr/>
          <p:nvPr/>
        </p:nvSpPr>
        <p:spPr>
          <a:xfrm>
            <a:off x="1393920" y="5168880"/>
            <a:ext cx="162216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74" name=""/>
          <p:cNvSpPr/>
          <p:nvPr/>
        </p:nvSpPr>
        <p:spPr>
          <a:xfrm>
            <a:off x="6467400" y="5168880"/>
            <a:ext cx="162252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75" name=""/>
          <p:cNvSpPr/>
          <p:nvPr/>
        </p:nvSpPr>
        <p:spPr>
          <a:xfrm>
            <a:off x="4187880" y="3289320"/>
            <a:ext cx="631800" cy="631800"/>
          </a:xfrm>
          <a:prstGeom prst="flowChartOr">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57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FOCUSED</a:t>
            </a:r>
            <a:endParaRPr b="1" lang="en-US" sz="1900" spc="-1" strike="noStrike">
              <a:solidFill>
                <a:srgbClr val="000000"/>
              </a:solidFill>
              <a:latin typeface="Arial"/>
            </a:endParaRPr>
          </a:p>
        </p:txBody>
      </p:sp>
      <p:sp>
        <p:nvSpPr>
          <p:cNvPr id="157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57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FA6981B-C510-4334-A0D1-54192EE2E5AD}" type="slidenum">
              <a:t>94</a:t>
            </a:fld>
          </a:p>
        </p:txBody>
      </p:sp>
    </p:spTree>
  </p:cSld>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9" name=""/>
          <p:cNvSpPr/>
          <p:nvPr/>
        </p:nvSpPr>
        <p:spPr>
          <a:xfrm flipH="1" flipV="1">
            <a:off x="5885640" y="2741760"/>
            <a:ext cx="1274760" cy="1674720"/>
          </a:xfrm>
          <a:prstGeom prst="rightArrow">
            <a:avLst>
              <a:gd name="adj1" fmla="val 67806"/>
              <a:gd name="adj2" fmla="val 20509"/>
            </a:avLst>
          </a:prstGeom>
          <a:solidFill>
            <a:srgbClr val="ffffff"/>
          </a:solidFill>
          <a:ln w="12600">
            <a:solidFill>
              <a:srgbClr val="000000"/>
            </a:solidFill>
            <a:miter/>
          </a:ln>
        </p:spPr>
        <p:style>
          <a:lnRef idx="0"/>
          <a:fillRef idx="0"/>
          <a:effectRef idx="0"/>
          <a:fontRef idx="minor"/>
        </p:style>
        <p:txBody>
          <a:bodyPr lIns="90000" rIns="0" tIns="91440" bIns="0" anchor="t" rot="10800000">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endParaRPr b="0" lang="en-US" sz="2400" spc="-1" strike="noStrike">
              <a:solidFill>
                <a:srgbClr val="000000"/>
              </a:solidFill>
              <a:latin typeface="Times New Roman"/>
            </a:endParaRPr>
          </a:p>
        </p:txBody>
      </p:sp>
      <p:sp>
        <p:nvSpPr>
          <p:cNvPr id="1580" name=""/>
          <p:cNvSpPr/>
          <p:nvPr/>
        </p:nvSpPr>
        <p:spPr>
          <a:xfrm flipV="1">
            <a:off x="1839960" y="2741760"/>
            <a:ext cx="1274760" cy="1674720"/>
          </a:xfrm>
          <a:prstGeom prst="rightArrow">
            <a:avLst>
              <a:gd name="adj1" fmla="val 67806"/>
              <a:gd name="adj2" fmla="val 20509"/>
            </a:avLst>
          </a:prstGeom>
          <a:solidFill>
            <a:srgbClr val="ffffff"/>
          </a:solidFill>
          <a:ln w="12600">
            <a:solidFill>
              <a:srgbClr val="000000"/>
            </a:solidFill>
            <a:miter/>
          </a:ln>
        </p:spPr>
        <p:style>
          <a:lnRef idx="0"/>
          <a:fillRef idx="0"/>
          <a:effectRef idx="0"/>
          <a:fontRef idx="minor"/>
        </p:style>
        <p:txBody>
          <a:bodyPr lIns="90000" rIns="0" tIns="91440" bIns="0" anchor="t" rot="10800000">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endParaRPr b="0" lang="en-US" sz="2400" spc="-1" strike="noStrike">
              <a:solidFill>
                <a:srgbClr val="000000"/>
              </a:solidFill>
              <a:latin typeface="Times New Roman"/>
            </a:endParaRPr>
          </a:p>
        </p:txBody>
      </p:sp>
      <p:sp>
        <p:nvSpPr>
          <p:cNvPr id="1581" name=""/>
          <p:cNvSpPr/>
          <p:nvPr/>
        </p:nvSpPr>
        <p:spPr>
          <a:xfrm rot="5400000">
            <a:off x="3888360" y="1124640"/>
            <a:ext cx="1274760" cy="1673280"/>
          </a:xfrm>
          <a:prstGeom prst="rightArrow">
            <a:avLst>
              <a:gd name="adj1" fmla="val 67806"/>
              <a:gd name="adj2" fmla="val 20509"/>
            </a:avLst>
          </a:prstGeom>
          <a:solidFill>
            <a:srgbClr val="ffffff"/>
          </a:solidFill>
          <a:ln w="12600">
            <a:solidFill>
              <a:srgbClr val="000000"/>
            </a:solidFill>
            <a:miter/>
          </a:ln>
        </p:spPr>
        <p:style>
          <a:lnRef idx="0"/>
          <a:fillRef idx="0"/>
          <a:effectRef idx="0"/>
          <a:fontRef idx="minor"/>
        </p:style>
        <p:txBody>
          <a:bodyPr lIns="0" tIns="90000" bIns="0" anchor="t" anchorCtr="1" vert="eaVert" rot="10800000">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endParaRPr b="0" lang="en-US" sz="2400" spc="-1" strike="noStrike">
              <a:solidFill>
                <a:srgbClr val="000000"/>
              </a:solidFill>
              <a:latin typeface="Times New Roman"/>
            </a:endParaRPr>
          </a:p>
        </p:txBody>
      </p:sp>
      <p:sp>
        <p:nvSpPr>
          <p:cNvPr id="1582" name=""/>
          <p:cNvSpPr/>
          <p:nvPr/>
        </p:nvSpPr>
        <p:spPr>
          <a:xfrm flipV="1" rot="16200000">
            <a:off x="3885840" y="4352040"/>
            <a:ext cx="1274760" cy="1675080"/>
          </a:xfrm>
          <a:prstGeom prst="rightArrow">
            <a:avLst>
              <a:gd name="adj1" fmla="val 67806"/>
              <a:gd name="adj2" fmla="val 20509"/>
            </a:avLst>
          </a:prstGeom>
          <a:solidFill>
            <a:srgbClr val="ffffff"/>
          </a:solidFill>
          <a:ln w="12600">
            <a:solidFill>
              <a:srgbClr val="000000"/>
            </a:solidFill>
            <a:miter/>
          </a:ln>
        </p:spPr>
        <p:style>
          <a:lnRef idx="0"/>
          <a:fillRef idx="0"/>
          <a:effectRef idx="0"/>
          <a:fontRef idx="minor"/>
        </p:style>
        <p:txBody>
          <a:bodyPr lIns="0" tIns="90000" bIns="0" anchor="t" anchorCtr="1" vert="eaVert" rot="10800000">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endParaRPr b="0" lang="en-US" sz="2400" spc="-1" strike="noStrike">
              <a:solidFill>
                <a:srgbClr val="000000"/>
              </a:solidFill>
              <a:latin typeface="Times New Roman"/>
            </a:endParaRPr>
          </a:p>
        </p:txBody>
      </p:sp>
      <p:sp>
        <p:nvSpPr>
          <p:cNvPr id="1583" name=""/>
          <p:cNvSpPr/>
          <p:nvPr/>
        </p:nvSpPr>
        <p:spPr>
          <a:xfrm>
            <a:off x="4064040" y="1709640"/>
            <a:ext cx="882720" cy="48888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New entrant</a:t>
            </a:r>
            <a:endParaRPr b="0" lang="en-US" sz="1600" spc="-1" strike="noStrike">
              <a:solidFill>
                <a:srgbClr val="000000"/>
              </a:solidFill>
              <a:latin typeface="Times New Roman"/>
            </a:endParaRPr>
          </a:p>
        </p:txBody>
      </p:sp>
      <p:sp>
        <p:nvSpPr>
          <p:cNvPr id="1584" name=""/>
          <p:cNvSpPr/>
          <p:nvPr/>
        </p:nvSpPr>
        <p:spPr>
          <a:xfrm>
            <a:off x="1874880" y="3463920"/>
            <a:ext cx="995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Suppliers</a:t>
            </a:r>
            <a:endParaRPr b="0" lang="en-US" sz="1600" spc="-1" strike="noStrike">
              <a:solidFill>
                <a:srgbClr val="000000"/>
              </a:solidFill>
              <a:latin typeface="Times New Roman"/>
            </a:endParaRPr>
          </a:p>
        </p:txBody>
      </p:sp>
      <p:sp>
        <p:nvSpPr>
          <p:cNvPr id="1585" name=""/>
          <p:cNvSpPr/>
          <p:nvPr/>
        </p:nvSpPr>
        <p:spPr>
          <a:xfrm>
            <a:off x="3271680" y="2757600"/>
            <a:ext cx="2468880" cy="1643040"/>
          </a:xfrm>
          <a:prstGeom prst="rect">
            <a:avLst/>
          </a:prstGeom>
          <a:solidFill>
            <a:srgbClr val="d0d0d0"/>
          </a:solidFill>
          <a:ln w="12600">
            <a:solidFill>
              <a:srgbClr val="000000"/>
            </a:solidFill>
            <a:miter/>
          </a:ln>
        </p:spPr>
        <p:style>
          <a:lnRef idx="0"/>
          <a:fillRef idx="0"/>
          <a:effectRef idx="0"/>
          <a:fontRef idx="minor"/>
        </p:style>
        <p:txBody>
          <a:bodyPr lIns="90000" rIns="90000" tIns="46800" bIns="46800" anchor="ctr" anchorCtr="1">
            <a:noAutofit/>
          </a:bodyPr>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r>
              <a:rPr b="0" lang="en-US" sz="1600" spc="-1" strike="noStrike">
                <a:solidFill>
                  <a:srgbClr val="000000"/>
                </a:solidFill>
                <a:latin typeface="Arial"/>
                <a:ea typeface="宋体"/>
              </a:rPr>
              <a:t>Industry </a:t>
            </a:r>
            <a:endParaRPr b="0" lang="en-US" sz="1600" spc="-1" strike="noStrike">
              <a:solidFill>
                <a:srgbClr val="000000"/>
              </a:solidFill>
              <a:latin typeface="Times New Roman"/>
            </a:endParaRPr>
          </a:p>
          <a:p>
            <a:pPr>
              <a:lnSpc>
                <a:spcPct val="100000"/>
              </a:lnSpc>
              <a:tabLst>
                <a:tab algn="l" pos="0"/>
                <a:tab algn="l" pos="993600"/>
                <a:tab algn="l" pos="1987560"/>
                <a:tab algn="l" pos="2981160"/>
                <a:tab algn="l" pos="3975120"/>
                <a:tab algn="l" pos="4968720"/>
                <a:tab algn="l" pos="5962680"/>
                <a:tab algn="l" pos="6956280"/>
                <a:tab algn="l" pos="7950240"/>
                <a:tab algn="l" pos="8943840"/>
                <a:tab algn="l" pos="9937800"/>
                <a:tab algn="l" pos="10931400"/>
              </a:tabLst>
            </a:pPr>
            <a:r>
              <a:rPr b="0" lang="en-US" sz="1600" spc="-1" strike="noStrike">
                <a:solidFill>
                  <a:srgbClr val="000000"/>
                </a:solidFill>
                <a:latin typeface="Arial"/>
                <a:ea typeface="宋体"/>
              </a:rPr>
              <a:t>competitors</a:t>
            </a:r>
            <a:endParaRPr b="0" lang="en-US" sz="1600" spc="-1" strike="noStrike">
              <a:solidFill>
                <a:srgbClr val="000000"/>
              </a:solidFill>
              <a:latin typeface="Times New Roman"/>
            </a:endParaRPr>
          </a:p>
        </p:txBody>
      </p:sp>
      <p:sp>
        <p:nvSpPr>
          <p:cNvPr id="1586" name=""/>
          <p:cNvSpPr/>
          <p:nvPr/>
        </p:nvSpPr>
        <p:spPr>
          <a:xfrm>
            <a:off x="5959440" y="3463920"/>
            <a:ext cx="995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Buyers</a:t>
            </a:r>
            <a:endParaRPr b="0" lang="en-US" sz="1600" spc="-1" strike="noStrike">
              <a:solidFill>
                <a:srgbClr val="000000"/>
              </a:solidFill>
              <a:latin typeface="Times New Roman"/>
            </a:endParaRPr>
          </a:p>
        </p:txBody>
      </p:sp>
      <p:sp>
        <p:nvSpPr>
          <p:cNvPr id="1587" name=""/>
          <p:cNvSpPr/>
          <p:nvPr/>
        </p:nvSpPr>
        <p:spPr>
          <a:xfrm>
            <a:off x="4006800" y="5200560"/>
            <a:ext cx="1076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Substitutes</a:t>
            </a:r>
            <a:endParaRPr b="0" lang="en-US" sz="1600" spc="-1" strike="noStrike">
              <a:solidFill>
                <a:srgbClr val="000000"/>
              </a:solidFill>
              <a:latin typeface="Times New Roman"/>
            </a:endParaRPr>
          </a:p>
        </p:txBody>
      </p:sp>
      <p:sp>
        <p:nvSpPr>
          <p:cNvPr id="158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FORCES AT WORK</a:t>
            </a:r>
            <a:endParaRPr b="1" lang="en-US" sz="1900" spc="-1" strike="noStrike">
              <a:solidFill>
                <a:srgbClr val="000000"/>
              </a:solidFill>
              <a:latin typeface="Arial"/>
            </a:endParaRPr>
          </a:p>
        </p:txBody>
      </p:sp>
      <p:sp>
        <p:nvSpPr>
          <p:cNvPr id="158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59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B0CE198-5F70-46F8-AB07-BB5FE371D0E1}" type="slidenum">
              <a:t>95</a:t>
            </a:fld>
          </a:p>
        </p:txBody>
      </p:sp>
    </p:spTree>
  </p:cSld>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1591" name=""/>
          <p:cNvGrpSpPr/>
          <p:nvPr/>
        </p:nvGrpSpPr>
        <p:grpSpPr>
          <a:xfrm>
            <a:off x="1473120" y="2017800"/>
            <a:ext cx="5795640" cy="3001680"/>
            <a:chOff x="1473120" y="2017800"/>
            <a:chExt cx="5795640" cy="3001680"/>
          </a:xfrm>
        </p:grpSpPr>
        <p:sp>
          <p:nvSpPr>
            <p:cNvPr id="1592" name=""/>
            <p:cNvSpPr/>
            <p:nvPr/>
          </p:nvSpPr>
          <p:spPr>
            <a:xfrm>
              <a:off x="1473120" y="4205880"/>
              <a:ext cx="5795640" cy="813600"/>
            </a:xfrm>
            <a:custGeom>
              <a:avLst/>
              <a:gdLst/>
              <a:ahLst/>
              <a:rect l="l" t="t" r="r" b="b"/>
              <a:pathLst>
                <a:path w="2888" h="418">
                  <a:moveTo>
                    <a:pt x="2824" y="190"/>
                  </a:moveTo>
                  <a:lnTo>
                    <a:pt x="2455" y="0"/>
                  </a:lnTo>
                  <a:lnTo>
                    <a:pt x="2558" y="88"/>
                  </a:lnTo>
                  <a:lnTo>
                    <a:pt x="0" y="190"/>
                  </a:lnTo>
                  <a:lnTo>
                    <a:pt x="621" y="380"/>
                  </a:lnTo>
                  <a:lnTo>
                    <a:pt x="2755" y="333"/>
                  </a:lnTo>
                  <a:lnTo>
                    <a:pt x="2887" y="417"/>
                  </a:lnTo>
                  <a:lnTo>
                    <a:pt x="2824" y="19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93" name=""/>
            <p:cNvSpPr/>
            <p:nvPr/>
          </p:nvSpPr>
          <p:spPr>
            <a:xfrm>
              <a:off x="1508760" y="2942280"/>
              <a:ext cx="5495040" cy="2005200"/>
            </a:xfrm>
            <a:custGeom>
              <a:avLst/>
              <a:gdLst/>
              <a:ahLst/>
              <a:rect l="l" t="t" r="r" b="b"/>
              <a:pathLst>
                <a:path w="2738" h="1030">
                  <a:moveTo>
                    <a:pt x="0" y="845"/>
                  </a:moveTo>
                  <a:lnTo>
                    <a:pt x="90" y="865"/>
                  </a:lnTo>
                  <a:lnTo>
                    <a:pt x="178" y="888"/>
                  </a:lnTo>
                  <a:lnTo>
                    <a:pt x="267" y="912"/>
                  </a:lnTo>
                  <a:lnTo>
                    <a:pt x="356" y="938"/>
                  </a:lnTo>
                  <a:lnTo>
                    <a:pt x="444" y="966"/>
                  </a:lnTo>
                  <a:lnTo>
                    <a:pt x="532" y="997"/>
                  </a:lnTo>
                  <a:lnTo>
                    <a:pt x="618" y="1029"/>
                  </a:lnTo>
                  <a:lnTo>
                    <a:pt x="691" y="1019"/>
                  </a:lnTo>
                  <a:lnTo>
                    <a:pt x="764" y="1008"/>
                  </a:lnTo>
                  <a:lnTo>
                    <a:pt x="835" y="994"/>
                  </a:lnTo>
                  <a:lnTo>
                    <a:pt x="906" y="977"/>
                  </a:lnTo>
                  <a:lnTo>
                    <a:pt x="975" y="959"/>
                  </a:lnTo>
                  <a:lnTo>
                    <a:pt x="1043" y="939"/>
                  </a:lnTo>
                  <a:lnTo>
                    <a:pt x="1109" y="917"/>
                  </a:lnTo>
                  <a:lnTo>
                    <a:pt x="1174" y="893"/>
                  </a:lnTo>
                  <a:lnTo>
                    <a:pt x="1237" y="867"/>
                  </a:lnTo>
                  <a:lnTo>
                    <a:pt x="1298" y="839"/>
                  </a:lnTo>
                  <a:lnTo>
                    <a:pt x="1358" y="810"/>
                  </a:lnTo>
                  <a:lnTo>
                    <a:pt x="1415" y="779"/>
                  </a:lnTo>
                  <a:lnTo>
                    <a:pt x="1471" y="745"/>
                  </a:lnTo>
                  <a:lnTo>
                    <a:pt x="1524" y="710"/>
                  </a:lnTo>
                  <a:lnTo>
                    <a:pt x="1575" y="674"/>
                  </a:lnTo>
                  <a:lnTo>
                    <a:pt x="1623" y="636"/>
                  </a:lnTo>
                  <a:lnTo>
                    <a:pt x="1670" y="597"/>
                  </a:lnTo>
                  <a:lnTo>
                    <a:pt x="1714" y="555"/>
                  </a:lnTo>
                  <a:lnTo>
                    <a:pt x="1743" y="529"/>
                  </a:lnTo>
                  <a:lnTo>
                    <a:pt x="1774" y="502"/>
                  </a:lnTo>
                  <a:lnTo>
                    <a:pt x="1805" y="477"/>
                  </a:lnTo>
                  <a:lnTo>
                    <a:pt x="1838" y="452"/>
                  </a:lnTo>
                  <a:lnTo>
                    <a:pt x="1870" y="428"/>
                  </a:lnTo>
                  <a:lnTo>
                    <a:pt x="1904" y="406"/>
                  </a:lnTo>
                  <a:lnTo>
                    <a:pt x="1938" y="384"/>
                  </a:lnTo>
                  <a:lnTo>
                    <a:pt x="1972" y="365"/>
                  </a:lnTo>
                  <a:lnTo>
                    <a:pt x="2005" y="346"/>
                  </a:lnTo>
                  <a:lnTo>
                    <a:pt x="2039" y="329"/>
                  </a:lnTo>
                  <a:lnTo>
                    <a:pt x="2071" y="314"/>
                  </a:lnTo>
                  <a:lnTo>
                    <a:pt x="2104" y="300"/>
                  </a:lnTo>
                  <a:lnTo>
                    <a:pt x="2135" y="288"/>
                  </a:lnTo>
                  <a:lnTo>
                    <a:pt x="2166" y="279"/>
                  </a:lnTo>
                  <a:lnTo>
                    <a:pt x="2195" y="271"/>
                  </a:lnTo>
                  <a:lnTo>
                    <a:pt x="2223" y="265"/>
                  </a:lnTo>
                  <a:lnTo>
                    <a:pt x="2249" y="262"/>
                  </a:lnTo>
                  <a:lnTo>
                    <a:pt x="2274" y="260"/>
                  </a:lnTo>
                  <a:lnTo>
                    <a:pt x="2297" y="259"/>
                  </a:lnTo>
                  <a:lnTo>
                    <a:pt x="2323" y="259"/>
                  </a:lnTo>
                  <a:lnTo>
                    <a:pt x="2350" y="260"/>
                  </a:lnTo>
                  <a:lnTo>
                    <a:pt x="2379" y="262"/>
                  </a:lnTo>
                  <a:lnTo>
                    <a:pt x="2409" y="265"/>
                  </a:lnTo>
                  <a:lnTo>
                    <a:pt x="2439" y="269"/>
                  </a:lnTo>
                  <a:lnTo>
                    <a:pt x="2470" y="274"/>
                  </a:lnTo>
                  <a:lnTo>
                    <a:pt x="2502" y="280"/>
                  </a:lnTo>
                  <a:lnTo>
                    <a:pt x="2534" y="287"/>
                  </a:lnTo>
                  <a:lnTo>
                    <a:pt x="2566" y="294"/>
                  </a:lnTo>
                  <a:lnTo>
                    <a:pt x="2597" y="301"/>
                  </a:lnTo>
                  <a:lnTo>
                    <a:pt x="2627" y="310"/>
                  </a:lnTo>
                  <a:lnTo>
                    <a:pt x="2658" y="346"/>
                  </a:lnTo>
                  <a:lnTo>
                    <a:pt x="2686" y="382"/>
                  </a:lnTo>
                  <a:lnTo>
                    <a:pt x="2713" y="421"/>
                  </a:lnTo>
                  <a:lnTo>
                    <a:pt x="2737" y="459"/>
                  </a:lnTo>
                  <a:lnTo>
                    <a:pt x="2700" y="139"/>
                  </a:lnTo>
                  <a:lnTo>
                    <a:pt x="2577" y="101"/>
                  </a:lnTo>
                  <a:lnTo>
                    <a:pt x="2453" y="65"/>
                  </a:lnTo>
                  <a:lnTo>
                    <a:pt x="2329" y="32"/>
                  </a:lnTo>
                  <a:lnTo>
                    <a:pt x="2203" y="0"/>
                  </a:lnTo>
                  <a:lnTo>
                    <a:pt x="2324" y="80"/>
                  </a:lnTo>
                  <a:lnTo>
                    <a:pt x="2315" y="76"/>
                  </a:lnTo>
                  <a:lnTo>
                    <a:pt x="2305" y="73"/>
                  </a:lnTo>
                  <a:lnTo>
                    <a:pt x="2291" y="69"/>
                  </a:lnTo>
                  <a:lnTo>
                    <a:pt x="2276" y="66"/>
                  </a:lnTo>
                  <a:lnTo>
                    <a:pt x="2260" y="63"/>
                  </a:lnTo>
                  <a:lnTo>
                    <a:pt x="2242" y="60"/>
                  </a:lnTo>
                  <a:lnTo>
                    <a:pt x="2223" y="58"/>
                  </a:lnTo>
                  <a:lnTo>
                    <a:pt x="2203" y="55"/>
                  </a:lnTo>
                  <a:lnTo>
                    <a:pt x="2183" y="54"/>
                  </a:lnTo>
                  <a:lnTo>
                    <a:pt x="2163" y="52"/>
                  </a:lnTo>
                  <a:lnTo>
                    <a:pt x="2142" y="51"/>
                  </a:lnTo>
                  <a:lnTo>
                    <a:pt x="2123" y="51"/>
                  </a:lnTo>
                  <a:lnTo>
                    <a:pt x="2072" y="51"/>
                  </a:lnTo>
                  <a:lnTo>
                    <a:pt x="2024" y="53"/>
                  </a:lnTo>
                  <a:lnTo>
                    <a:pt x="1977" y="57"/>
                  </a:lnTo>
                  <a:lnTo>
                    <a:pt x="1932" y="61"/>
                  </a:lnTo>
                  <a:lnTo>
                    <a:pt x="1889" y="67"/>
                  </a:lnTo>
                  <a:lnTo>
                    <a:pt x="1849" y="75"/>
                  </a:lnTo>
                  <a:lnTo>
                    <a:pt x="1810" y="83"/>
                  </a:lnTo>
                  <a:lnTo>
                    <a:pt x="1774" y="94"/>
                  </a:lnTo>
                  <a:lnTo>
                    <a:pt x="1739" y="104"/>
                  </a:lnTo>
                  <a:lnTo>
                    <a:pt x="1708" y="118"/>
                  </a:lnTo>
                  <a:lnTo>
                    <a:pt x="1677" y="132"/>
                  </a:lnTo>
                  <a:lnTo>
                    <a:pt x="1599" y="217"/>
                  </a:lnTo>
                  <a:lnTo>
                    <a:pt x="1521" y="301"/>
                  </a:lnTo>
                  <a:lnTo>
                    <a:pt x="1442" y="381"/>
                  </a:lnTo>
                  <a:lnTo>
                    <a:pt x="1362" y="459"/>
                  </a:lnTo>
                  <a:lnTo>
                    <a:pt x="1282" y="533"/>
                  </a:lnTo>
                  <a:lnTo>
                    <a:pt x="1201" y="606"/>
                  </a:lnTo>
                  <a:lnTo>
                    <a:pt x="1119" y="674"/>
                  </a:lnTo>
                  <a:lnTo>
                    <a:pt x="1037" y="741"/>
                  </a:lnTo>
                  <a:lnTo>
                    <a:pt x="954" y="804"/>
                  </a:lnTo>
                  <a:lnTo>
                    <a:pt x="871" y="865"/>
                  </a:lnTo>
                  <a:lnTo>
                    <a:pt x="787" y="923"/>
                  </a:lnTo>
                  <a:lnTo>
                    <a:pt x="703" y="977"/>
                  </a:lnTo>
                  <a:lnTo>
                    <a:pt x="618" y="1029"/>
                  </a:lnTo>
                  <a:lnTo>
                    <a:pt x="412" y="966"/>
                  </a:lnTo>
                  <a:lnTo>
                    <a:pt x="206" y="905"/>
                  </a:lnTo>
                  <a:lnTo>
                    <a:pt x="0" y="84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594" name=""/>
            <p:cNvSpPr/>
            <p:nvPr/>
          </p:nvSpPr>
          <p:spPr>
            <a:xfrm>
              <a:off x="1477080" y="2017800"/>
              <a:ext cx="5398560" cy="2929680"/>
            </a:xfrm>
            <a:custGeom>
              <a:avLst/>
              <a:gdLst/>
              <a:ahLst/>
              <a:rect l="l" t="t" r="r" b="b"/>
              <a:pathLst>
                <a:path w="2690" h="1505">
                  <a:moveTo>
                    <a:pt x="608" y="1504"/>
                  </a:moveTo>
                  <a:lnTo>
                    <a:pt x="669" y="1491"/>
                  </a:lnTo>
                  <a:lnTo>
                    <a:pt x="730" y="1476"/>
                  </a:lnTo>
                  <a:lnTo>
                    <a:pt x="790" y="1458"/>
                  </a:lnTo>
                  <a:lnTo>
                    <a:pt x="850" y="1438"/>
                  </a:lnTo>
                  <a:lnTo>
                    <a:pt x="909" y="1415"/>
                  </a:lnTo>
                  <a:lnTo>
                    <a:pt x="968" y="1389"/>
                  </a:lnTo>
                  <a:lnTo>
                    <a:pt x="1024" y="1361"/>
                  </a:lnTo>
                  <a:lnTo>
                    <a:pt x="1081" y="1330"/>
                  </a:lnTo>
                  <a:lnTo>
                    <a:pt x="1137" y="1296"/>
                  </a:lnTo>
                  <a:lnTo>
                    <a:pt x="1191" y="1261"/>
                  </a:lnTo>
                  <a:lnTo>
                    <a:pt x="1244" y="1223"/>
                  </a:lnTo>
                  <a:lnTo>
                    <a:pt x="1296" y="1182"/>
                  </a:lnTo>
                  <a:lnTo>
                    <a:pt x="1346" y="1140"/>
                  </a:lnTo>
                  <a:lnTo>
                    <a:pt x="1395" y="1096"/>
                  </a:lnTo>
                  <a:lnTo>
                    <a:pt x="1441" y="1049"/>
                  </a:lnTo>
                  <a:lnTo>
                    <a:pt x="1486" y="1001"/>
                  </a:lnTo>
                  <a:lnTo>
                    <a:pt x="1529" y="951"/>
                  </a:lnTo>
                  <a:lnTo>
                    <a:pt x="1570" y="899"/>
                  </a:lnTo>
                  <a:lnTo>
                    <a:pt x="1609" y="846"/>
                  </a:lnTo>
                  <a:lnTo>
                    <a:pt x="1646" y="791"/>
                  </a:lnTo>
                  <a:lnTo>
                    <a:pt x="1680" y="735"/>
                  </a:lnTo>
                  <a:lnTo>
                    <a:pt x="1701" y="704"/>
                  </a:lnTo>
                  <a:lnTo>
                    <a:pt x="1723" y="673"/>
                  </a:lnTo>
                  <a:lnTo>
                    <a:pt x="1746" y="643"/>
                  </a:lnTo>
                  <a:lnTo>
                    <a:pt x="1770" y="614"/>
                  </a:lnTo>
                  <a:lnTo>
                    <a:pt x="1794" y="586"/>
                  </a:lnTo>
                  <a:lnTo>
                    <a:pt x="1819" y="559"/>
                  </a:lnTo>
                  <a:lnTo>
                    <a:pt x="1845" y="534"/>
                  </a:lnTo>
                  <a:lnTo>
                    <a:pt x="1870" y="510"/>
                  </a:lnTo>
                  <a:lnTo>
                    <a:pt x="1896" y="488"/>
                  </a:lnTo>
                  <a:lnTo>
                    <a:pt x="1922" y="468"/>
                  </a:lnTo>
                  <a:lnTo>
                    <a:pt x="1947" y="449"/>
                  </a:lnTo>
                  <a:lnTo>
                    <a:pt x="1972" y="433"/>
                  </a:lnTo>
                  <a:lnTo>
                    <a:pt x="1996" y="418"/>
                  </a:lnTo>
                  <a:lnTo>
                    <a:pt x="2020" y="407"/>
                  </a:lnTo>
                  <a:lnTo>
                    <a:pt x="2043" y="396"/>
                  </a:lnTo>
                  <a:lnTo>
                    <a:pt x="2065" y="389"/>
                  </a:lnTo>
                  <a:lnTo>
                    <a:pt x="2086" y="384"/>
                  </a:lnTo>
                  <a:lnTo>
                    <a:pt x="2155" y="371"/>
                  </a:lnTo>
                  <a:lnTo>
                    <a:pt x="2225" y="360"/>
                  </a:lnTo>
                  <a:lnTo>
                    <a:pt x="2295" y="351"/>
                  </a:lnTo>
                  <a:lnTo>
                    <a:pt x="2365" y="346"/>
                  </a:lnTo>
                  <a:lnTo>
                    <a:pt x="2435" y="343"/>
                  </a:lnTo>
                  <a:lnTo>
                    <a:pt x="2506" y="343"/>
                  </a:lnTo>
                  <a:lnTo>
                    <a:pt x="2546" y="379"/>
                  </a:lnTo>
                  <a:lnTo>
                    <a:pt x="2584" y="415"/>
                  </a:lnTo>
                  <a:lnTo>
                    <a:pt x="2621" y="452"/>
                  </a:lnTo>
                  <a:lnTo>
                    <a:pt x="2656" y="491"/>
                  </a:lnTo>
                  <a:lnTo>
                    <a:pt x="2689" y="532"/>
                  </a:lnTo>
                  <a:lnTo>
                    <a:pt x="2654" y="162"/>
                  </a:lnTo>
                  <a:lnTo>
                    <a:pt x="2494" y="119"/>
                  </a:lnTo>
                  <a:lnTo>
                    <a:pt x="2334" y="76"/>
                  </a:lnTo>
                  <a:lnTo>
                    <a:pt x="2173" y="37"/>
                  </a:lnTo>
                  <a:lnTo>
                    <a:pt x="2011" y="0"/>
                  </a:lnTo>
                  <a:lnTo>
                    <a:pt x="2157" y="97"/>
                  </a:lnTo>
                  <a:lnTo>
                    <a:pt x="2107" y="91"/>
                  </a:lnTo>
                  <a:lnTo>
                    <a:pt x="2056" y="88"/>
                  </a:lnTo>
                  <a:lnTo>
                    <a:pt x="2006" y="87"/>
                  </a:lnTo>
                  <a:lnTo>
                    <a:pt x="1955" y="88"/>
                  </a:lnTo>
                  <a:lnTo>
                    <a:pt x="1904" y="91"/>
                  </a:lnTo>
                  <a:lnTo>
                    <a:pt x="1854" y="97"/>
                  </a:lnTo>
                  <a:lnTo>
                    <a:pt x="1804" y="105"/>
                  </a:lnTo>
                  <a:lnTo>
                    <a:pt x="1755" y="115"/>
                  </a:lnTo>
                  <a:lnTo>
                    <a:pt x="1706" y="126"/>
                  </a:lnTo>
                  <a:lnTo>
                    <a:pt x="1658" y="140"/>
                  </a:lnTo>
                  <a:lnTo>
                    <a:pt x="1621" y="152"/>
                  </a:lnTo>
                  <a:lnTo>
                    <a:pt x="1586" y="165"/>
                  </a:lnTo>
                  <a:lnTo>
                    <a:pt x="1552" y="181"/>
                  </a:lnTo>
                  <a:lnTo>
                    <a:pt x="1519" y="199"/>
                  </a:lnTo>
                  <a:lnTo>
                    <a:pt x="1488" y="220"/>
                  </a:lnTo>
                  <a:lnTo>
                    <a:pt x="1459" y="242"/>
                  </a:lnTo>
                  <a:lnTo>
                    <a:pt x="1432" y="266"/>
                  </a:lnTo>
                  <a:lnTo>
                    <a:pt x="1407" y="293"/>
                  </a:lnTo>
                  <a:lnTo>
                    <a:pt x="1385" y="320"/>
                  </a:lnTo>
                  <a:lnTo>
                    <a:pt x="1365" y="349"/>
                  </a:lnTo>
                  <a:lnTo>
                    <a:pt x="1348" y="379"/>
                  </a:lnTo>
                  <a:lnTo>
                    <a:pt x="1333" y="411"/>
                  </a:lnTo>
                  <a:lnTo>
                    <a:pt x="1310" y="467"/>
                  </a:lnTo>
                  <a:lnTo>
                    <a:pt x="1283" y="522"/>
                  </a:lnTo>
                  <a:lnTo>
                    <a:pt x="1254" y="576"/>
                  </a:lnTo>
                  <a:lnTo>
                    <a:pt x="1222" y="629"/>
                  </a:lnTo>
                  <a:lnTo>
                    <a:pt x="1187" y="681"/>
                  </a:lnTo>
                  <a:lnTo>
                    <a:pt x="1150" y="731"/>
                  </a:lnTo>
                  <a:lnTo>
                    <a:pt x="1110" y="779"/>
                  </a:lnTo>
                  <a:lnTo>
                    <a:pt x="1068" y="827"/>
                  </a:lnTo>
                  <a:lnTo>
                    <a:pt x="1024" y="872"/>
                  </a:lnTo>
                  <a:lnTo>
                    <a:pt x="977" y="916"/>
                  </a:lnTo>
                  <a:lnTo>
                    <a:pt x="928" y="958"/>
                  </a:lnTo>
                  <a:lnTo>
                    <a:pt x="876" y="998"/>
                  </a:lnTo>
                  <a:lnTo>
                    <a:pt x="823" y="1036"/>
                  </a:lnTo>
                  <a:lnTo>
                    <a:pt x="768" y="1072"/>
                  </a:lnTo>
                  <a:lnTo>
                    <a:pt x="710" y="1105"/>
                  </a:lnTo>
                  <a:lnTo>
                    <a:pt x="652" y="1137"/>
                  </a:lnTo>
                  <a:lnTo>
                    <a:pt x="592" y="1166"/>
                  </a:lnTo>
                  <a:lnTo>
                    <a:pt x="530" y="1193"/>
                  </a:lnTo>
                  <a:lnTo>
                    <a:pt x="467" y="1217"/>
                  </a:lnTo>
                  <a:lnTo>
                    <a:pt x="403" y="1239"/>
                  </a:lnTo>
                  <a:lnTo>
                    <a:pt x="338" y="1258"/>
                  </a:lnTo>
                  <a:lnTo>
                    <a:pt x="272" y="1275"/>
                  </a:lnTo>
                  <a:lnTo>
                    <a:pt x="204" y="1290"/>
                  </a:lnTo>
                  <a:lnTo>
                    <a:pt x="137" y="1301"/>
                  </a:lnTo>
                  <a:lnTo>
                    <a:pt x="69" y="1310"/>
                  </a:lnTo>
                  <a:lnTo>
                    <a:pt x="0" y="1317"/>
                  </a:lnTo>
                  <a:lnTo>
                    <a:pt x="608" y="1504"/>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1595" name=""/>
          <p:cNvSpPr/>
          <p:nvPr/>
        </p:nvSpPr>
        <p:spPr>
          <a:xfrm>
            <a:off x="5321160" y="2355840"/>
            <a:ext cx="13464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96" name=""/>
          <p:cNvSpPr/>
          <p:nvPr/>
        </p:nvSpPr>
        <p:spPr>
          <a:xfrm>
            <a:off x="5321160" y="3181320"/>
            <a:ext cx="13464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97" name=""/>
          <p:cNvSpPr/>
          <p:nvPr/>
        </p:nvSpPr>
        <p:spPr>
          <a:xfrm>
            <a:off x="5321160" y="4537080"/>
            <a:ext cx="1425600" cy="24444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59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PARALLEL</a:t>
            </a:r>
            <a:endParaRPr b="1" lang="en-US" sz="1900" spc="-1" strike="noStrike">
              <a:solidFill>
                <a:srgbClr val="000000"/>
              </a:solidFill>
              <a:latin typeface="Arial"/>
            </a:endParaRPr>
          </a:p>
        </p:txBody>
      </p:sp>
      <p:sp>
        <p:nvSpPr>
          <p:cNvPr id="159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60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C86445B5-7795-40E1-BE33-A8D269B9DE5E}" type="slidenum">
              <a:t>96</a:t>
            </a:fld>
          </a:p>
        </p:txBody>
      </p:sp>
    </p:spTree>
  </p:cSld>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01" name=""/>
          <p:cNvSpPr/>
          <p:nvPr/>
        </p:nvSpPr>
        <p:spPr>
          <a:xfrm>
            <a:off x="2982960" y="2414520"/>
            <a:ext cx="3189240" cy="925560"/>
          </a:xfrm>
          <a:custGeom>
            <a:avLst/>
            <a:gdLst/>
            <a:ahLst/>
            <a:rect l="l" t="t" r="r" b="b"/>
            <a:pathLst>
              <a:path w="1136" h="340">
                <a:moveTo>
                  <a:pt x="1135" y="78"/>
                </a:moveTo>
                <a:lnTo>
                  <a:pt x="1093" y="66"/>
                </a:lnTo>
                <a:lnTo>
                  <a:pt x="1051" y="56"/>
                </a:lnTo>
                <a:lnTo>
                  <a:pt x="1006" y="46"/>
                </a:lnTo>
                <a:lnTo>
                  <a:pt x="960" y="37"/>
                </a:lnTo>
                <a:lnTo>
                  <a:pt x="912" y="28"/>
                </a:lnTo>
                <a:lnTo>
                  <a:pt x="864" y="21"/>
                </a:lnTo>
                <a:lnTo>
                  <a:pt x="814" y="15"/>
                </a:lnTo>
                <a:lnTo>
                  <a:pt x="763" y="10"/>
                </a:lnTo>
                <a:lnTo>
                  <a:pt x="711" y="6"/>
                </a:lnTo>
                <a:lnTo>
                  <a:pt x="660" y="2"/>
                </a:lnTo>
                <a:lnTo>
                  <a:pt x="607" y="1"/>
                </a:lnTo>
                <a:lnTo>
                  <a:pt x="556" y="0"/>
                </a:lnTo>
                <a:lnTo>
                  <a:pt x="503" y="0"/>
                </a:lnTo>
                <a:lnTo>
                  <a:pt x="451" y="2"/>
                </a:lnTo>
                <a:lnTo>
                  <a:pt x="401" y="3"/>
                </a:lnTo>
                <a:lnTo>
                  <a:pt x="351" y="7"/>
                </a:lnTo>
                <a:lnTo>
                  <a:pt x="301" y="12"/>
                </a:lnTo>
                <a:lnTo>
                  <a:pt x="253" y="17"/>
                </a:lnTo>
                <a:lnTo>
                  <a:pt x="207" y="24"/>
                </a:lnTo>
                <a:lnTo>
                  <a:pt x="162" y="31"/>
                </a:lnTo>
                <a:lnTo>
                  <a:pt x="118" y="40"/>
                </a:lnTo>
                <a:lnTo>
                  <a:pt x="77" y="50"/>
                </a:lnTo>
                <a:lnTo>
                  <a:pt x="38" y="60"/>
                </a:lnTo>
                <a:lnTo>
                  <a:pt x="0" y="71"/>
                </a:lnTo>
                <a:lnTo>
                  <a:pt x="572" y="339"/>
                </a:lnTo>
                <a:lnTo>
                  <a:pt x="853" y="209"/>
                </a:lnTo>
                <a:lnTo>
                  <a:pt x="1135" y="78"/>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02" name=""/>
          <p:cNvSpPr/>
          <p:nvPr/>
        </p:nvSpPr>
        <p:spPr>
          <a:xfrm>
            <a:off x="2987640" y="2611440"/>
            <a:ext cx="1608120" cy="1093680"/>
          </a:xfrm>
          <a:custGeom>
            <a:avLst/>
            <a:gdLst/>
            <a:ahLst/>
            <a:rect l="l" t="t" r="r" b="b"/>
            <a:pathLst>
              <a:path w="572" h="402">
                <a:moveTo>
                  <a:pt x="571" y="266"/>
                </a:moveTo>
                <a:lnTo>
                  <a:pt x="571" y="401"/>
                </a:lnTo>
                <a:lnTo>
                  <a:pt x="0" y="139"/>
                </a:lnTo>
                <a:lnTo>
                  <a:pt x="0" y="0"/>
                </a:lnTo>
                <a:lnTo>
                  <a:pt x="571" y="266"/>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03" name=""/>
          <p:cNvSpPr/>
          <p:nvPr/>
        </p:nvSpPr>
        <p:spPr>
          <a:xfrm>
            <a:off x="4589640" y="2625840"/>
            <a:ext cx="1582560" cy="1079280"/>
          </a:xfrm>
          <a:custGeom>
            <a:avLst/>
            <a:gdLst/>
            <a:ahLst/>
            <a:rect l="l" t="t" r="r" b="b"/>
            <a:pathLst>
              <a:path w="563" h="396">
                <a:moveTo>
                  <a:pt x="0" y="260"/>
                </a:moveTo>
                <a:lnTo>
                  <a:pt x="0" y="395"/>
                </a:lnTo>
                <a:lnTo>
                  <a:pt x="562" y="142"/>
                </a:lnTo>
                <a:lnTo>
                  <a:pt x="562" y="72"/>
                </a:lnTo>
                <a:lnTo>
                  <a:pt x="562" y="0"/>
                </a:lnTo>
                <a:lnTo>
                  <a:pt x="0" y="26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04" name=""/>
          <p:cNvSpPr/>
          <p:nvPr/>
        </p:nvSpPr>
        <p:spPr>
          <a:xfrm>
            <a:off x="2174760" y="2184480"/>
            <a:ext cx="5170680" cy="2868480"/>
          </a:xfrm>
          <a:custGeom>
            <a:avLst/>
            <a:gdLst/>
            <a:ahLst/>
            <a:rect l="l" t="t" r="r" b="b"/>
            <a:pathLst>
              <a:path w="1841" h="1052">
                <a:moveTo>
                  <a:pt x="1707" y="65"/>
                </a:moveTo>
                <a:lnTo>
                  <a:pt x="39" y="848"/>
                </a:lnTo>
                <a:lnTo>
                  <a:pt x="0" y="1051"/>
                </a:lnTo>
                <a:lnTo>
                  <a:pt x="1714" y="261"/>
                </a:lnTo>
                <a:lnTo>
                  <a:pt x="1714" y="323"/>
                </a:lnTo>
                <a:lnTo>
                  <a:pt x="1840" y="128"/>
                </a:lnTo>
                <a:lnTo>
                  <a:pt x="1707" y="0"/>
                </a:lnTo>
                <a:lnTo>
                  <a:pt x="1707" y="65"/>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05" name=""/>
          <p:cNvSpPr/>
          <p:nvPr/>
        </p:nvSpPr>
        <p:spPr>
          <a:xfrm>
            <a:off x="4879800" y="3463920"/>
            <a:ext cx="1592280" cy="1278000"/>
          </a:xfrm>
          <a:custGeom>
            <a:avLst/>
            <a:gdLst/>
            <a:ahLst/>
            <a:rect l="l" t="t" r="r" b="b"/>
            <a:pathLst>
              <a:path w="567" h="469">
                <a:moveTo>
                  <a:pt x="0" y="0"/>
                </a:moveTo>
                <a:lnTo>
                  <a:pt x="565" y="292"/>
                </a:lnTo>
                <a:lnTo>
                  <a:pt x="566" y="380"/>
                </a:lnTo>
                <a:lnTo>
                  <a:pt x="565" y="468"/>
                </a:lnTo>
                <a:lnTo>
                  <a:pt x="0" y="137"/>
                </a:lnTo>
                <a:lnTo>
                  <a:pt x="0"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06" name=""/>
          <p:cNvSpPr/>
          <p:nvPr/>
        </p:nvSpPr>
        <p:spPr>
          <a:xfrm>
            <a:off x="6467400" y="3618000"/>
            <a:ext cx="723960" cy="1117440"/>
          </a:xfrm>
          <a:custGeom>
            <a:avLst/>
            <a:gdLst/>
            <a:ahLst/>
            <a:rect l="l" t="t" r="r" b="b"/>
            <a:pathLst>
              <a:path w="258" h="410">
                <a:moveTo>
                  <a:pt x="257" y="0"/>
                </a:moveTo>
                <a:lnTo>
                  <a:pt x="257" y="147"/>
                </a:lnTo>
                <a:lnTo>
                  <a:pt x="257" y="169"/>
                </a:lnTo>
                <a:lnTo>
                  <a:pt x="255" y="191"/>
                </a:lnTo>
                <a:lnTo>
                  <a:pt x="249" y="212"/>
                </a:lnTo>
                <a:lnTo>
                  <a:pt x="240" y="233"/>
                </a:lnTo>
                <a:lnTo>
                  <a:pt x="229" y="253"/>
                </a:lnTo>
                <a:lnTo>
                  <a:pt x="215" y="273"/>
                </a:lnTo>
                <a:lnTo>
                  <a:pt x="197" y="293"/>
                </a:lnTo>
                <a:lnTo>
                  <a:pt x="177" y="311"/>
                </a:lnTo>
                <a:lnTo>
                  <a:pt x="155" y="329"/>
                </a:lnTo>
                <a:lnTo>
                  <a:pt x="126" y="350"/>
                </a:lnTo>
                <a:lnTo>
                  <a:pt x="96" y="367"/>
                </a:lnTo>
                <a:lnTo>
                  <a:pt x="65" y="383"/>
                </a:lnTo>
                <a:lnTo>
                  <a:pt x="32" y="397"/>
                </a:lnTo>
                <a:lnTo>
                  <a:pt x="0" y="409"/>
                </a:lnTo>
                <a:lnTo>
                  <a:pt x="0" y="235"/>
                </a:lnTo>
                <a:lnTo>
                  <a:pt x="35" y="221"/>
                </a:lnTo>
                <a:lnTo>
                  <a:pt x="68" y="205"/>
                </a:lnTo>
                <a:lnTo>
                  <a:pt x="99" y="188"/>
                </a:lnTo>
                <a:lnTo>
                  <a:pt x="126" y="171"/>
                </a:lnTo>
                <a:lnTo>
                  <a:pt x="152" y="153"/>
                </a:lnTo>
                <a:lnTo>
                  <a:pt x="175" y="134"/>
                </a:lnTo>
                <a:lnTo>
                  <a:pt x="196" y="113"/>
                </a:lnTo>
                <a:lnTo>
                  <a:pt x="214" y="92"/>
                </a:lnTo>
                <a:lnTo>
                  <a:pt x="229" y="70"/>
                </a:lnTo>
                <a:lnTo>
                  <a:pt x="241" y="48"/>
                </a:lnTo>
                <a:lnTo>
                  <a:pt x="250" y="24"/>
                </a:lnTo>
                <a:lnTo>
                  <a:pt x="257"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07" name=""/>
          <p:cNvSpPr/>
          <p:nvPr/>
        </p:nvSpPr>
        <p:spPr>
          <a:xfrm>
            <a:off x="4879800" y="2827440"/>
            <a:ext cx="2311560" cy="1433520"/>
          </a:xfrm>
          <a:custGeom>
            <a:avLst/>
            <a:gdLst/>
            <a:ahLst/>
            <a:rect l="l" t="t" r="r" b="b"/>
            <a:pathLst>
              <a:path w="823" h="526">
                <a:moveTo>
                  <a:pt x="563" y="525"/>
                </a:moveTo>
                <a:lnTo>
                  <a:pt x="600" y="510"/>
                </a:lnTo>
                <a:lnTo>
                  <a:pt x="635" y="494"/>
                </a:lnTo>
                <a:lnTo>
                  <a:pt x="666" y="478"/>
                </a:lnTo>
                <a:lnTo>
                  <a:pt x="696" y="460"/>
                </a:lnTo>
                <a:lnTo>
                  <a:pt x="722" y="442"/>
                </a:lnTo>
                <a:lnTo>
                  <a:pt x="746" y="423"/>
                </a:lnTo>
                <a:lnTo>
                  <a:pt x="766" y="404"/>
                </a:lnTo>
                <a:lnTo>
                  <a:pt x="784" y="384"/>
                </a:lnTo>
                <a:lnTo>
                  <a:pt x="798" y="363"/>
                </a:lnTo>
                <a:lnTo>
                  <a:pt x="809" y="342"/>
                </a:lnTo>
                <a:lnTo>
                  <a:pt x="816" y="321"/>
                </a:lnTo>
                <a:lnTo>
                  <a:pt x="821" y="300"/>
                </a:lnTo>
                <a:lnTo>
                  <a:pt x="822" y="278"/>
                </a:lnTo>
                <a:lnTo>
                  <a:pt x="821" y="256"/>
                </a:lnTo>
                <a:lnTo>
                  <a:pt x="815" y="235"/>
                </a:lnTo>
                <a:lnTo>
                  <a:pt x="806" y="213"/>
                </a:lnTo>
                <a:lnTo>
                  <a:pt x="795" y="191"/>
                </a:lnTo>
                <a:lnTo>
                  <a:pt x="780" y="171"/>
                </a:lnTo>
                <a:lnTo>
                  <a:pt x="761" y="149"/>
                </a:lnTo>
                <a:lnTo>
                  <a:pt x="740" y="129"/>
                </a:lnTo>
                <a:lnTo>
                  <a:pt x="715" y="108"/>
                </a:lnTo>
                <a:lnTo>
                  <a:pt x="689" y="89"/>
                </a:lnTo>
                <a:lnTo>
                  <a:pt x="659" y="70"/>
                </a:lnTo>
                <a:lnTo>
                  <a:pt x="626" y="52"/>
                </a:lnTo>
                <a:lnTo>
                  <a:pt x="591" y="33"/>
                </a:lnTo>
                <a:lnTo>
                  <a:pt x="553" y="17"/>
                </a:lnTo>
                <a:lnTo>
                  <a:pt x="513" y="0"/>
                </a:lnTo>
                <a:lnTo>
                  <a:pt x="0" y="233"/>
                </a:lnTo>
                <a:lnTo>
                  <a:pt x="563" y="52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08" name=""/>
          <p:cNvSpPr/>
          <p:nvPr/>
        </p:nvSpPr>
        <p:spPr>
          <a:xfrm>
            <a:off x="4584600" y="3443400"/>
            <a:ext cx="2718000" cy="1922400"/>
          </a:xfrm>
          <a:custGeom>
            <a:avLst/>
            <a:gdLst/>
            <a:ahLst/>
            <a:rect l="l" t="t" r="r" b="b"/>
            <a:pathLst>
              <a:path w="968" h="705">
                <a:moveTo>
                  <a:pt x="1" y="230"/>
                </a:moveTo>
                <a:lnTo>
                  <a:pt x="806" y="609"/>
                </a:lnTo>
                <a:lnTo>
                  <a:pt x="806" y="704"/>
                </a:lnTo>
                <a:lnTo>
                  <a:pt x="967" y="539"/>
                </a:lnTo>
                <a:lnTo>
                  <a:pt x="811" y="328"/>
                </a:lnTo>
                <a:lnTo>
                  <a:pt x="811" y="369"/>
                </a:lnTo>
                <a:lnTo>
                  <a:pt x="811" y="410"/>
                </a:lnTo>
                <a:lnTo>
                  <a:pt x="0" y="0"/>
                </a:lnTo>
                <a:lnTo>
                  <a:pt x="1" y="230"/>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09" name=""/>
          <p:cNvSpPr/>
          <p:nvPr/>
        </p:nvSpPr>
        <p:spPr>
          <a:xfrm>
            <a:off x="1766880" y="2192400"/>
            <a:ext cx="2820960" cy="1781280"/>
          </a:xfrm>
          <a:custGeom>
            <a:avLst/>
            <a:gdLst/>
            <a:ahLst/>
            <a:rect l="l" t="t" r="r" b="b"/>
            <a:pathLst>
              <a:path w="1005" h="653">
                <a:moveTo>
                  <a:pt x="1004" y="652"/>
                </a:moveTo>
                <a:lnTo>
                  <a:pt x="1004" y="464"/>
                </a:lnTo>
                <a:lnTo>
                  <a:pt x="133" y="65"/>
                </a:lnTo>
                <a:lnTo>
                  <a:pt x="133" y="0"/>
                </a:lnTo>
                <a:lnTo>
                  <a:pt x="0" y="128"/>
                </a:lnTo>
                <a:lnTo>
                  <a:pt x="126" y="323"/>
                </a:lnTo>
                <a:lnTo>
                  <a:pt x="126" y="261"/>
                </a:lnTo>
                <a:lnTo>
                  <a:pt x="1004" y="652"/>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10" name=""/>
          <p:cNvSpPr/>
          <p:nvPr/>
        </p:nvSpPr>
        <p:spPr>
          <a:xfrm>
            <a:off x="2630520" y="3476520"/>
            <a:ext cx="1658880" cy="1170000"/>
          </a:xfrm>
          <a:custGeom>
            <a:avLst/>
            <a:gdLst/>
            <a:ahLst/>
            <a:rect l="l" t="t" r="r" b="b"/>
            <a:pathLst>
              <a:path w="592" h="429">
                <a:moveTo>
                  <a:pt x="591" y="0"/>
                </a:moveTo>
                <a:lnTo>
                  <a:pt x="394" y="94"/>
                </a:lnTo>
                <a:lnTo>
                  <a:pt x="197" y="188"/>
                </a:lnTo>
                <a:lnTo>
                  <a:pt x="0" y="280"/>
                </a:lnTo>
                <a:lnTo>
                  <a:pt x="0" y="355"/>
                </a:lnTo>
                <a:lnTo>
                  <a:pt x="1" y="428"/>
                </a:lnTo>
                <a:lnTo>
                  <a:pt x="591" y="137"/>
                </a:lnTo>
                <a:lnTo>
                  <a:pt x="591"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11" name=""/>
          <p:cNvSpPr/>
          <p:nvPr/>
        </p:nvSpPr>
        <p:spPr>
          <a:xfrm>
            <a:off x="1989000" y="3662280"/>
            <a:ext cx="648000" cy="1079640"/>
          </a:xfrm>
          <a:custGeom>
            <a:avLst/>
            <a:gdLst/>
            <a:ahLst/>
            <a:rect l="l" t="t" r="r" b="b"/>
            <a:pathLst>
              <a:path w="231" h="396">
                <a:moveTo>
                  <a:pt x="1" y="0"/>
                </a:moveTo>
                <a:lnTo>
                  <a:pt x="0" y="158"/>
                </a:lnTo>
                <a:lnTo>
                  <a:pt x="1" y="171"/>
                </a:lnTo>
                <a:lnTo>
                  <a:pt x="4" y="185"/>
                </a:lnTo>
                <a:lnTo>
                  <a:pt x="10" y="200"/>
                </a:lnTo>
                <a:lnTo>
                  <a:pt x="19" y="216"/>
                </a:lnTo>
                <a:lnTo>
                  <a:pt x="29" y="232"/>
                </a:lnTo>
                <a:lnTo>
                  <a:pt x="41" y="248"/>
                </a:lnTo>
                <a:lnTo>
                  <a:pt x="55" y="265"/>
                </a:lnTo>
                <a:lnTo>
                  <a:pt x="71" y="281"/>
                </a:lnTo>
                <a:lnTo>
                  <a:pt x="109" y="312"/>
                </a:lnTo>
                <a:lnTo>
                  <a:pt x="148" y="341"/>
                </a:lnTo>
                <a:lnTo>
                  <a:pt x="189" y="369"/>
                </a:lnTo>
                <a:lnTo>
                  <a:pt x="230" y="395"/>
                </a:lnTo>
                <a:lnTo>
                  <a:pt x="230" y="207"/>
                </a:lnTo>
                <a:lnTo>
                  <a:pt x="195" y="193"/>
                </a:lnTo>
                <a:lnTo>
                  <a:pt x="162" y="178"/>
                </a:lnTo>
                <a:lnTo>
                  <a:pt x="132" y="162"/>
                </a:lnTo>
                <a:lnTo>
                  <a:pt x="105" y="145"/>
                </a:lnTo>
                <a:lnTo>
                  <a:pt x="81" y="128"/>
                </a:lnTo>
                <a:lnTo>
                  <a:pt x="59" y="109"/>
                </a:lnTo>
                <a:lnTo>
                  <a:pt x="42" y="88"/>
                </a:lnTo>
                <a:lnTo>
                  <a:pt x="27" y="67"/>
                </a:lnTo>
                <a:lnTo>
                  <a:pt x="15" y="45"/>
                </a:lnTo>
                <a:lnTo>
                  <a:pt x="6" y="23"/>
                </a:lnTo>
                <a:lnTo>
                  <a:pt x="1" y="0"/>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12" name=""/>
          <p:cNvSpPr/>
          <p:nvPr/>
        </p:nvSpPr>
        <p:spPr>
          <a:xfrm>
            <a:off x="1986120" y="2838600"/>
            <a:ext cx="2306520" cy="1406520"/>
          </a:xfrm>
          <a:custGeom>
            <a:avLst/>
            <a:gdLst/>
            <a:ahLst/>
            <a:rect l="l" t="t" r="r" b="b"/>
            <a:pathLst>
              <a:path w="822" h="516">
                <a:moveTo>
                  <a:pt x="228" y="515"/>
                </a:moveTo>
                <a:lnTo>
                  <a:pt x="194" y="504"/>
                </a:lnTo>
                <a:lnTo>
                  <a:pt x="163" y="491"/>
                </a:lnTo>
                <a:lnTo>
                  <a:pt x="134" y="477"/>
                </a:lnTo>
                <a:lnTo>
                  <a:pt x="107" y="461"/>
                </a:lnTo>
                <a:lnTo>
                  <a:pt x="84" y="445"/>
                </a:lnTo>
                <a:lnTo>
                  <a:pt x="63" y="427"/>
                </a:lnTo>
                <a:lnTo>
                  <a:pt x="45" y="408"/>
                </a:lnTo>
                <a:lnTo>
                  <a:pt x="30" y="389"/>
                </a:lnTo>
                <a:lnTo>
                  <a:pt x="17" y="368"/>
                </a:lnTo>
                <a:lnTo>
                  <a:pt x="9" y="347"/>
                </a:lnTo>
                <a:lnTo>
                  <a:pt x="3" y="326"/>
                </a:lnTo>
                <a:lnTo>
                  <a:pt x="0" y="303"/>
                </a:lnTo>
                <a:lnTo>
                  <a:pt x="1" y="281"/>
                </a:lnTo>
                <a:lnTo>
                  <a:pt x="5" y="258"/>
                </a:lnTo>
                <a:lnTo>
                  <a:pt x="13" y="236"/>
                </a:lnTo>
                <a:lnTo>
                  <a:pt x="24" y="213"/>
                </a:lnTo>
                <a:lnTo>
                  <a:pt x="37" y="191"/>
                </a:lnTo>
                <a:lnTo>
                  <a:pt x="54" y="168"/>
                </a:lnTo>
                <a:lnTo>
                  <a:pt x="74" y="147"/>
                </a:lnTo>
                <a:lnTo>
                  <a:pt x="96" y="125"/>
                </a:lnTo>
                <a:lnTo>
                  <a:pt x="121" y="105"/>
                </a:lnTo>
                <a:lnTo>
                  <a:pt x="149" y="85"/>
                </a:lnTo>
                <a:lnTo>
                  <a:pt x="180" y="66"/>
                </a:lnTo>
                <a:lnTo>
                  <a:pt x="212" y="48"/>
                </a:lnTo>
                <a:lnTo>
                  <a:pt x="246" y="31"/>
                </a:lnTo>
                <a:lnTo>
                  <a:pt x="283" y="15"/>
                </a:lnTo>
                <a:lnTo>
                  <a:pt x="321" y="0"/>
                </a:lnTo>
                <a:lnTo>
                  <a:pt x="821" y="234"/>
                </a:lnTo>
                <a:lnTo>
                  <a:pt x="228" y="515"/>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13" name=""/>
          <p:cNvSpPr/>
          <p:nvPr/>
        </p:nvSpPr>
        <p:spPr>
          <a:xfrm>
            <a:off x="1870200" y="3459240"/>
            <a:ext cx="2717640" cy="1890720"/>
          </a:xfrm>
          <a:custGeom>
            <a:avLst/>
            <a:gdLst/>
            <a:ahLst/>
            <a:rect l="l" t="t" r="r" b="b"/>
            <a:pathLst>
              <a:path w="968" h="694">
                <a:moveTo>
                  <a:pt x="967" y="220"/>
                </a:moveTo>
                <a:lnTo>
                  <a:pt x="162" y="599"/>
                </a:lnTo>
                <a:lnTo>
                  <a:pt x="162" y="693"/>
                </a:lnTo>
                <a:lnTo>
                  <a:pt x="0" y="529"/>
                </a:lnTo>
                <a:lnTo>
                  <a:pt x="152" y="289"/>
                </a:lnTo>
                <a:lnTo>
                  <a:pt x="153" y="333"/>
                </a:lnTo>
                <a:lnTo>
                  <a:pt x="152" y="378"/>
                </a:lnTo>
                <a:lnTo>
                  <a:pt x="967" y="0"/>
                </a:lnTo>
                <a:lnTo>
                  <a:pt x="967" y="220"/>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14" name=""/>
          <p:cNvSpPr/>
          <p:nvPr/>
        </p:nvSpPr>
        <p:spPr>
          <a:xfrm>
            <a:off x="3011400" y="4373640"/>
            <a:ext cx="3132360" cy="718920"/>
          </a:xfrm>
          <a:custGeom>
            <a:avLst/>
            <a:gdLst/>
            <a:ahLst/>
            <a:rect l="l" t="t" r="r" b="b"/>
            <a:pathLst>
              <a:path w="1116" h="264">
                <a:moveTo>
                  <a:pt x="0" y="179"/>
                </a:moveTo>
                <a:lnTo>
                  <a:pt x="39" y="192"/>
                </a:lnTo>
                <a:lnTo>
                  <a:pt x="78" y="204"/>
                </a:lnTo>
                <a:lnTo>
                  <a:pt x="120" y="215"/>
                </a:lnTo>
                <a:lnTo>
                  <a:pt x="164" y="225"/>
                </a:lnTo>
                <a:lnTo>
                  <a:pt x="210" y="234"/>
                </a:lnTo>
                <a:lnTo>
                  <a:pt x="257" y="243"/>
                </a:lnTo>
                <a:lnTo>
                  <a:pt x="305" y="249"/>
                </a:lnTo>
                <a:lnTo>
                  <a:pt x="354" y="254"/>
                </a:lnTo>
                <a:lnTo>
                  <a:pt x="405" y="258"/>
                </a:lnTo>
                <a:lnTo>
                  <a:pt x="456" y="262"/>
                </a:lnTo>
                <a:lnTo>
                  <a:pt x="507" y="263"/>
                </a:lnTo>
                <a:lnTo>
                  <a:pt x="560" y="263"/>
                </a:lnTo>
                <a:lnTo>
                  <a:pt x="612" y="263"/>
                </a:lnTo>
                <a:lnTo>
                  <a:pt x="665" y="261"/>
                </a:lnTo>
                <a:lnTo>
                  <a:pt x="718" y="258"/>
                </a:lnTo>
                <a:lnTo>
                  <a:pt x="770" y="254"/>
                </a:lnTo>
                <a:lnTo>
                  <a:pt x="822" y="248"/>
                </a:lnTo>
                <a:lnTo>
                  <a:pt x="874" y="241"/>
                </a:lnTo>
                <a:lnTo>
                  <a:pt x="924" y="233"/>
                </a:lnTo>
                <a:lnTo>
                  <a:pt x="973" y="223"/>
                </a:lnTo>
                <a:lnTo>
                  <a:pt x="1022" y="213"/>
                </a:lnTo>
                <a:lnTo>
                  <a:pt x="1069" y="202"/>
                </a:lnTo>
                <a:lnTo>
                  <a:pt x="1115" y="189"/>
                </a:lnTo>
                <a:lnTo>
                  <a:pt x="1115" y="97"/>
                </a:lnTo>
                <a:lnTo>
                  <a:pt x="1115" y="4"/>
                </a:lnTo>
                <a:lnTo>
                  <a:pt x="0" y="0"/>
                </a:lnTo>
                <a:lnTo>
                  <a:pt x="0" y="179"/>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15" name=""/>
          <p:cNvSpPr/>
          <p:nvPr/>
        </p:nvSpPr>
        <p:spPr>
          <a:xfrm>
            <a:off x="3011400" y="3605040"/>
            <a:ext cx="3132360" cy="976320"/>
          </a:xfrm>
          <a:custGeom>
            <a:avLst/>
            <a:gdLst/>
            <a:ahLst/>
            <a:rect l="l" t="t" r="r" b="b"/>
            <a:pathLst>
              <a:path w="1116" h="358">
                <a:moveTo>
                  <a:pt x="0" y="282"/>
                </a:moveTo>
                <a:lnTo>
                  <a:pt x="40" y="293"/>
                </a:lnTo>
                <a:lnTo>
                  <a:pt x="83" y="303"/>
                </a:lnTo>
                <a:lnTo>
                  <a:pt x="127" y="313"/>
                </a:lnTo>
                <a:lnTo>
                  <a:pt x="172" y="323"/>
                </a:lnTo>
                <a:lnTo>
                  <a:pt x="219" y="330"/>
                </a:lnTo>
                <a:lnTo>
                  <a:pt x="267" y="337"/>
                </a:lnTo>
                <a:lnTo>
                  <a:pt x="316" y="342"/>
                </a:lnTo>
                <a:lnTo>
                  <a:pt x="366" y="347"/>
                </a:lnTo>
                <a:lnTo>
                  <a:pt x="416" y="352"/>
                </a:lnTo>
                <a:lnTo>
                  <a:pt x="467" y="354"/>
                </a:lnTo>
                <a:lnTo>
                  <a:pt x="519" y="356"/>
                </a:lnTo>
                <a:lnTo>
                  <a:pt x="570" y="357"/>
                </a:lnTo>
                <a:lnTo>
                  <a:pt x="621" y="356"/>
                </a:lnTo>
                <a:lnTo>
                  <a:pt x="671" y="355"/>
                </a:lnTo>
                <a:lnTo>
                  <a:pt x="721" y="352"/>
                </a:lnTo>
                <a:lnTo>
                  <a:pt x="771" y="348"/>
                </a:lnTo>
                <a:lnTo>
                  <a:pt x="820" y="343"/>
                </a:lnTo>
                <a:lnTo>
                  <a:pt x="866" y="338"/>
                </a:lnTo>
                <a:lnTo>
                  <a:pt x="912" y="331"/>
                </a:lnTo>
                <a:lnTo>
                  <a:pt x="956" y="323"/>
                </a:lnTo>
                <a:lnTo>
                  <a:pt x="999" y="315"/>
                </a:lnTo>
                <a:lnTo>
                  <a:pt x="1040" y="305"/>
                </a:lnTo>
                <a:lnTo>
                  <a:pt x="1079" y="295"/>
                </a:lnTo>
                <a:lnTo>
                  <a:pt x="1115" y="283"/>
                </a:lnTo>
                <a:lnTo>
                  <a:pt x="562" y="0"/>
                </a:lnTo>
                <a:lnTo>
                  <a:pt x="0" y="282"/>
                </a:lnTo>
              </a:path>
            </a:pathLst>
          </a:custGeom>
          <a:solidFill>
            <a:srgbClr val="ffffff"/>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16" name=""/>
          <p:cNvSpPr/>
          <p:nvPr/>
        </p:nvSpPr>
        <p:spPr>
          <a:xfrm>
            <a:off x="3882960" y="2500200"/>
            <a:ext cx="1370160" cy="244440"/>
          </a:xfrm>
          <a:prstGeom prst="rect">
            <a:avLst/>
          </a:prstGeom>
          <a:noFill/>
          <a:ln w="0">
            <a:noFill/>
          </a:ln>
        </p:spPr>
        <p:style>
          <a:lnRef idx="0"/>
          <a:fillRef idx="0"/>
          <a:effectRef idx="0"/>
          <a:fontRef idx="minor"/>
        </p:style>
        <p:txBody>
          <a:bodyPr lIns="0" rIns="0" tIns="0" bIns="0" anchor="t"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17" name=""/>
          <p:cNvSpPr/>
          <p:nvPr/>
        </p:nvSpPr>
        <p:spPr>
          <a:xfrm>
            <a:off x="5567400" y="3376440"/>
            <a:ext cx="1371600" cy="24480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18" name=""/>
          <p:cNvSpPr/>
          <p:nvPr/>
        </p:nvSpPr>
        <p:spPr>
          <a:xfrm>
            <a:off x="3882960" y="4227480"/>
            <a:ext cx="1370160" cy="244440"/>
          </a:xfrm>
          <a:prstGeom prst="rect">
            <a:avLst/>
          </a:prstGeom>
          <a:noFill/>
          <a:ln w="0">
            <a:noFill/>
          </a:ln>
        </p:spPr>
        <p:style>
          <a:lnRef idx="0"/>
          <a:fillRef idx="0"/>
          <a:effectRef idx="0"/>
          <a:fontRef idx="minor"/>
        </p:style>
        <p:txBody>
          <a:bodyPr lIns="0" rIns="0" tIns="0" bIns="0" anchor="b"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19" name=""/>
          <p:cNvSpPr/>
          <p:nvPr/>
        </p:nvSpPr>
        <p:spPr>
          <a:xfrm>
            <a:off x="2263680" y="3376440"/>
            <a:ext cx="1373400" cy="24480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2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SPLIT</a:t>
            </a:r>
            <a:endParaRPr b="1" lang="en-US" sz="1900" spc="-1" strike="noStrike">
              <a:solidFill>
                <a:srgbClr val="000000"/>
              </a:solidFill>
              <a:latin typeface="Arial"/>
            </a:endParaRPr>
          </a:p>
        </p:txBody>
      </p:sp>
      <p:sp>
        <p:nvSpPr>
          <p:cNvPr id="162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62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D1B752A-01CF-4168-9DD1-F64D211F4916}" type="slidenum">
              <a:t>97</a:t>
            </a:fld>
          </a:p>
        </p:txBody>
      </p:sp>
    </p:spTree>
  </p:cSld>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23" name=""/>
          <p:cNvSpPr/>
          <p:nvPr/>
        </p:nvSpPr>
        <p:spPr>
          <a:xfrm>
            <a:off x="3971880" y="4626000"/>
            <a:ext cx="1079640" cy="1168200"/>
          </a:xfrm>
          <a:custGeom>
            <a:avLst/>
            <a:gdLst/>
            <a:ahLst/>
            <a:rect l="l" t="t" r="r" b="b"/>
            <a:pathLst>
              <a:path w="553" h="616">
                <a:moveTo>
                  <a:pt x="304" y="615"/>
                </a:moveTo>
                <a:lnTo>
                  <a:pt x="240" y="615"/>
                </a:lnTo>
                <a:lnTo>
                  <a:pt x="240" y="119"/>
                </a:lnTo>
                <a:lnTo>
                  <a:pt x="40" y="311"/>
                </a:lnTo>
                <a:lnTo>
                  <a:pt x="0" y="279"/>
                </a:lnTo>
                <a:lnTo>
                  <a:pt x="288" y="0"/>
                </a:lnTo>
                <a:lnTo>
                  <a:pt x="552" y="271"/>
                </a:lnTo>
                <a:lnTo>
                  <a:pt x="512" y="311"/>
                </a:lnTo>
                <a:lnTo>
                  <a:pt x="304" y="119"/>
                </a:lnTo>
                <a:lnTo>
                  <a:pt x="304" y="615"/>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24" name=""/>
          <p:cNvSpPr/>
          <p:nvPr/>
        </p:nvSpPr>
        <p:spPr>
          <a:xfrm>
            <a:off x="3807000" y="2971800"/>
            <a:ext cx="1409400" cy="135396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25" name=""/>
          <p:cNvSpPr/>
          <p:nvPr/>
        </p:nvSpPr>
        <p:spPr>
          <a:xfrm>
            <a:off x="5237280" y="4368960"/>
            <a:ext cx="936360" cy="879480"/>
          </a:xfrm>
          <a:custGeom>
            <a:avLst/>
            <a:gdLst/>
            <a:ahLst/>
            <a:rect l="l" t="t" r="r" b="b"/>
            <a:pathLst>
              <a:path w="480" h="464">
                <a:moveTo>
                  <a:pt x="351" y="48"/>
                </a:moveTo>
                <a:lnTo>
                  <a:pt x="351" y="0"/>
                </a:lnTo>
                <a:lnTo>
                  <a:pt x="0" y="0"/>
                </a:lnTo>
                <a:lnTo>
                  <a:pt x="0" y="343"/>
                </a:lnTo>
                <a:lnTo>
                  <a:pt x="64" y="343"/>
                </a:lnTo>
                <a:lnTo>
                  <a:pt x="64" y="104"/>
                </a:lnTo>
                <a:lnTo>
                  <a:pt x="423" y="463"/>
                </a:lnTo>
                <a:lnTo>
                  <a:pt x="479" y="407"/>
                </a:lnTo>
                <a:lnTo>
                  <a:pt x="120" y="64"/>
                </a:lnTo>
                <a:lnTo>
                  <a:pt x="351" y="64"/>
                </a:lnTo>
                <a:lnTo>
                  <a:pt x="351" y="0"/>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26" name=""/>
          <p:cNvSpPr/>
          <p:nvPr/>
        </p:nvSpPr>
        <p:spPr>
          <a:xfrm>
            <a:off x="5222880" y="2093760"/>
            <a:ext cx="919080" cy="865440"/>
          </a:xfrm>
          <a:custGeom>
            <a:avLst/>
            <a:gdLst/>
            <a:ahLst/>
            <a:rect l="l" t="t" r="r" b="b"/>
            <a:pathLst>
              <a:path w="472" h="456">
                <a:moveTo>
                  <a:pt x="343" y="407"/>
                </a:moveTo>
                <a:lnTo>
                  <a:pt x="343" y="455"/>
                </a:lnTo>
                <a:lnTo>
                  <a:pt x="0" y="455"/>
                </a:lnTo>
                <a:lnTo>
                  <a:pt x="0" y="112"/>
                </a:lnTo>
                <a:lnTo>
                  <a:pt x="64" y="112"/>
                </a:lnTo>
                <a:lnTo>
                  <a:pt x="64" y="351"/>
                </a:lnTo>
                <a:lnTo>
                  <a:pt x="423" y="0"/>
                </a:lnTo>
                <a:lnTo>
                  <a:pt x="471" y="48"/>
                </a:lnTo>
                <a:lnTo>
                  <a:pt x="112" y="391"/>
                </a:lnTo>
                <a:lnTo>
                  <a:pt x="343" y="391"/>
                </a:lnTo>
                <a:lnTo>
                  <a:pt x="343" y="455"/>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27" name=""/>
          <p:cNvSpPr/>
          <p:nvPr/>
        </p:nvSpPr>
        <p:spPr>
          <a:xfrm>
            <a:off x="2849400" y="4336920"/>
            <a:ext cx="919440" cy="881280"/>
          </a:xfrm>
          <a:custGeom>
            <a:avLst/>
            <a:gdLst/>
            <a:ahLst/>
            <a:rect l="l" t="t" r="r" b="b"/>
            <a:pathLst>
              <a:path w="472" h="464">
                <a:moveTo>
                  <a:pt x="128" y="56"/>
                </a:moveTo>
                <a:lnTo>
                  <a:pt x="128" y="0"/>
                </a:lnTo>
                <a:lnTo>
                  <a:pt x="471" y="0"/>
                </a:lnTo>
                <a:lnTo>
                  <a:pt x="471" y="343"/>
                </a:lnTo>
                <a:lnTo>
                  <a:pt x="407" y="343"/>
                </a:lnTo>
                <a:lnTo>
                  <a:pt x="407" y="104"/>
                </a:lnTo>
                <a:lnTo>
                  <a:pt x="48" y="463"/>
                </a:lnTo>
                <a:lnTo>
                  <a:pt x="0" y="407"/>
                </a:lnTo>
                <a:lnTo>
                  <a:pt x="351" y="64"/>
                </a:lnTo>
                <a:lnTo>
                  <a:pt x="128" y="64"/>
                </a:lnTo>
                <a:lnTo>
                  <a:pt x="128" y="0"/>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28" name=""/>
          <p:cNvSpPr/>
          <p:nvPr/>
        </p:nvSpPr>
        <p:spPr>
          <a:xfrm>
            <a:off x="2865600" y="2063880"/>
            <a:ext cx="919080" cy="879480"/>
          </a:xfrm>
          <a:custGeom>
            <a:avLst/>
            <a:gdLst/>
            <a:ahLst/>
            <a:rect l="l" t="t" r="r" b="b"/>
            <a:pathLst>
              <a:path w="472" h="464">
                <a:moveTo>
                  <a:pt x="128" y="407"/>
                </a:moveTo>
                <a:lnTo>
                  <a:pt x="128" y="463"/>
                </a:lnTo>
                <a:lnTo>
                  <a:pt x="471" y="463"/>
                </a:lnTo>
                <a:lnTo>
                  <a:pt x="471" y="120"/>
                </a:lnTo>
                <a:lnTo>
                  <a:pt x="407" y="120"/>
                </a:lnTo>
                <a:lnTo>
                  <a:pt x="407" y="359"/>
                </a:lnTo>
                <a:lnTo>
                  <a:pt x="56" y="0"/>
                </a:lnTo>
                <a:lnTo>
                  <a:pt x="0" y="56"/>
                </a:lnTo>
                <a:lnTo>
                  <a:pt x="359" y="399"/>
                </a:lnTo>
                <a:lnTo>
                  <a:pt x="128" y="399"/>
                </a:lnTo>
                <a:lnTo>
                  <a:pt x="128" y="463"/>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29" name=""/>
          <p:cNvSpPr/>
          <p:nvPr/>
        </p:nvSpPr>
        <p:spPr>
          <a:xfrm>
            <a:off x="3940200" y="1517760"/>
            <a:ext cx="1079640" cy="1154160"/>
          </a:xfrm>
          <a:custGeom>
            <a:avLst/>
            <a:gdLst/>
            <a:ahLst/>
            <a:rect l="l" t="t" r="r" b="b"/>
            <a:pathLst>
              <a:path w="553" h="608">
                <a:moveTo>
                  <a:pt x="320" y="0"/>
                </a:moveTo>
                <a:lnTo>
                  <a:pt x="248" y="0"/>
                </a:lnTo>
                <a:lnTo>
                  <a:pt x="248" y="496"/>
                </a:lnTo>
                <a:lnTo>
                  <a:pt x="40" y="304"/>
                </a:lnTo>
                <a:lnTo>
                  <a:pt x="0" y="328"/>
                </a:lnTo>
                <a:lnTo>
                  <a:pt x="296" y="607"/>
                </a:lnTo>
                <a:lnTo>
                  <a:pt x="552" y="344"/>
                </a:lnTo>
                <a:lnTo>
                  <a:pt x="512" y="304"/>
                </a:lnTo>
                <a:lnTo>
                  <a:pt x="320" y="496"/>
                </a:lnTo>
                <a:lnTo>
                  <a:pt x="320" y="0"/>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30" name=""/>
          <p:cNvSpPr/>
          <p:nvPr/>
        </p:nvSpPr>
        <p:spPr>
          <a:xfrm>
            <a:off x="2286000" y="3138480"/>
            <a:ext cx="1203480" cy="1050840"/>
          </a:xfrm>
          <a:custGeom>
            <a:avLst/>
            <a:gdLst/>
            <a:ahLst/>
            <a:rect l="l" t="t" r="r" b="b"/>
            <a:pathLst>
              <a:path w="616" h="553">
                <a:moveTo>
                  <a:pt x="0" y="232"/>
                </a:moveTo>
                <a:lnTo>
                  <a:pt x="0" y="304"/>
                </a:lnTo>
                <a:lnTo>
                  <a:pt x="496" y="304"/>
                </a:lnTo>
                <a:lnTo>
                  <a:pt x="304" y="512"/>
                </a:lnTo>
                <a:lnTo>
                  <a:pt x="328" y="552"/>
                </a:lnTo>
                <a:lnTo>
                  <a:pt x="615" y="256"/>
                </a:lnTo>
                <a:lnTo>
                  <a:pt x="344" y="0"/>
                </a:lnTo>
                <a:lnTo>
                  <a:pt x="304" y="40"/>
                </a:lnTo>
                <a:lnTo>
                  <a:pt x="496" y="232"/>
                </a:lnTo>
                <a:lnTo>
                  <a:pt x="0" y="232"/>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31" name=""/>
          <p:cNvSpPr/>
          <p:nvPr/>
        </p:nvSpPr>
        <p:spPr>
          <a:xfrm>
            <a:off x="5502240" y="3122640"/>
            <a:ext cx="1203480" cy="1036440"/>
          </a:xfrm>
          <a:custGeom>
            <a:avLst/>
            <a:gdLst/>
            <a:ahLst/>
            <a:rect l="l" t="t" r="r" b="b"/>
            <a:pathLst>
              <a:path w="616" h="545">
                <a:moveTo>
                  <a:pt x="615" y="240"/>
                </a:moveTo>
                <a:lnTo>
                  <a:pt x="615" y="304"/>
                </a:lnTo>
                <a:lnTo>
                  <a:pt x="119" y="304"/>
                </a:lnTo>
                <a:lnTo>
                  <a:pt x="311" y="504"/>
                </a:lnTo>
                <a:lnTo>
                  <a:pt x="279" y="544"/>
                </a:lnTo>
                <a:lnTo>
                  <a:pt x="0" y="256"/>
                </a:lnTo>
                <a:lnTo>
                  <a:pt x="271" y="0"/>
                </a:lnTo>
                <a:lnTo>
                  <a:pt x="311" y="40"/>
                </a:lnTo>
                <a:lnTo>
                  <a:pt x="119" y="240"/>
                </a:lnTo>
                <a:lnTo>
                  <a:pt x="615" y="240"/>
                </a:lnTo>
              </a:path>
            </a:pathLst>
          </a:custGeom>
          <a:solidFill>
            <a:srgbClr val="d0d0d0"/>
          </a:solidFill>
          <a:ln cap="rnd" w="1260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1632" name=""/>
          <p:cNvSpPr/>
          <p:nvPr/>
        </p:nvSpPr>
        <p:spPr>
          <a:xfrm>
            <a:off x="3917880" y="3544920"/>
            <a:ext cx="11556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3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SURROUND</a:t>
            </a:r>
            <a:endParaRPr b="1" lang="en-US" sz="1900" spc="-1" strike="noStrike">
              <a:solidFill>
                <a:srgbClr val="000000"/>
              </a:solidFill>
              <a:latin typeface="Arial"/>
            </a:endParaRPr>
          </a:p>
        </p:txBody>
      </p:sp>
      <p:sp>
        <p:nvSpPr>
          <p:cNvPr id="163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63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4DF8FC1-D439-48AB-8A21-7CDAEF2DFD2F}" type="slidenum">
              <a:t>98</a:t>
            </a:fld>
          </a:p>
        </p:txBody>
      </p:sp>
    </p:spTree>
  </p:cSld>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36" name=""/>
          <p:cNvSpPr/>
          <p:nvPr/>
        </p:nvSpPr>
        <p:spPr>
          <a:xfrm>
            <a:off x="5381640" y="4498920"/>
            <a:ext cx="2022480" cy="244440"/>
          </a:xfrm>
          <a:prstGeom prst="rect">
            <a:avLst/>
          </a:prstGeom>
          <a:noFill/>
          <a:ln w="0">
            <a:noFill/>
          </a:ln>
        </p:spPr>
        <p:style>
          <a:lnRef idx="0"/>
          <a:fillRef idx="0"/>
          <a:effectRef idx="0"/>
          <a:fontRef idx="minor"/>
        </p:style>
        <p:txBody>
          <a:bodyPr lIns="0" rIns="0" tIns="0" bIns="0" anchor="t"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37" name=""/>
          <p:cNvSpPr/>
          <p:nvPr/>
        </p:nvSpPr>
        <p:spPr>
          <a:xfrm>
            <a:off x="2071800" y="2725560"/>
            <a:ext cx="3429000" cy="2286000"/>
          </a:xfrm>
          <a:custGeom>
            <a:avLst/>
            <a:gdLst>
              <a:gd name="textAreaLeft" fmla="*/ 529560 w 3429000"/>
              <a:gd name="textAreaRight" fmla="*/ 2556720 w 3429000"/>
              <a:gd name="textAreaTop" fmla="*/ 306000 h 2286000"/>
              <a:gd name="textAreaBottom" fmla="*/ 1980000 h 2286000"/>
            </a:gdLst>
            <a:ahLst/>
            <a:rect l="textAreaLeft" t="textAreaTop" r="textAreaRight" b="textAreaBottom"/>
            <a:pathLst>
              <a:path w="21600" h="21600">
                <a:moveTo>
                  <a:pt x="0" y="0"/>
                </a:moveTo>
                <a:arcTo wR="6671" hR="21600" stAng="10800000" swAng="-5400000"/>
                <a:lnTo>
                  <a:pt x="12769" y="21600"/>
                </a:lnTo>
                <a:arcTo wR="6671" hR="21600" stAng="5400000" swAng="-2468308"/>
                <a:lnTo>
                  <a:pt x="21218" y="7200"/>
                </a:lnTo>
                <a:lnTo>
                  <a:pt x="16391" y="0"/>
                </a:lnTo>
                <a:lnTo>
                  <a:pt x="10800" y="7200"/>
                </a:lnTo>
                <a:lnTo>
                  <a:pt x="12960" y="7200"/>
                </a:lnTo>
                <a:arcTo wR="6671" hR="21600" stAng="2931692" swAng="1927237"/>
                <a:lnTo>
                  <a:pt x="9720" y="19212"/>
                </a:lnTo>
                <a:arcTo wR="6671" hR="21600" stAng="5941071" swAng="4858929"/>
                <a:close/>
              </a:path>
              <a:path fill="darkenLess" w="21600" h="21600">
                <a:moveTo>
                  <a:pt x="0" y="0"/>
                </a:moveTo>
                <a:arcTo wR="6671" hR="21600" stAng="10800000" swAng="-5400000"/>
                <a:lnTo>
                  <a:pt x="12769" y="21600"/>
                </a:lnTo>
                <a:arcTo wR="6671" hR="21600" stAng="5400000" swAng="541071"/>
                <a:lnTo>
                  <a:pt x="9720" y="19212"/>
                </a:lnTo>
                <a:arcTo wR="6671" hR="21600" stAng="5941071" swAng="4858929"/>
                <a:close/>
              </a:path>
            </a:pathLst>
          </a:cu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38" name=""/>
          <p:cNvSpPr/>
          <p:nvPr/>
        </p:nvSpPr>
        <p:spPr>
          <a:xfrm flipV="1">
            <a:off x="3824280" y="2039400"/>
            <a:ext cx="3429000" cy="2286000"/>
          </a:xfrm>
          <a:custGeom>
            <a:avLst/>
            <a:gdLst>
              <a:gd name="textAreaLeft" fmla="*/ 529560 w 3429000"/>
              <a:gd name="textAreaRight" fmla="*/ 2556720 w 3429000"/>
              <a:gd name="textAreaTop" fmla="*/ 306000 h 2286000"/>
              <a:gd name="textAreaBottom" fmla="*/ 1980000 h 2286000"/>
            </a:gdLst>
            <a:ahLst/>
            <a:rect l="textAreaLeft" t="textAreaTop" r="textAreaRight" b="textAreaBottom"/>
            <a:pathLst>
              <a:path w="21600" h="21600">
                <a:moveTo>
                  <a:pt x="0" y="0"/>
                </a:moveTo>
                <a:arcTo wR="6671" hR="21600" stAng="10800000" swAng="-5400000"/>
                <a:lnTo>
                  <a:pt x="12769" y="21600"/>
                </a:lnTo>
                <a:arcTo wR="6671" hR="21600" stAng="5400000" swAng="-2468308"/>
                <a:lnTo>
                  <a:pt x="21218" y="7200"/>
                </a:lnTo>
                <a:lnTo>
                  <a:pt x="16391" y="0"/>
                </a:lnTo>
                <a:lnTo>
                  <a:pt x="10800" y="7200"/>
                </a:lnTo>
                <a:lnTo>
                  <a:pt x="12960" y="7200"/>
                </a:lnTo>
                <a:arcTo wR="6671" hR="21600" stAng="2931692" swAng="1927237"/>
                <a:lnTo>
                  <a:pt x="9720" y="19212"/>
                </a:lnTo>
                <a:arcTo wR="6671" hR="21600" stAng="5941071" swAng="4858929"/>
                <a:close/>
              </a:path>
              <a:path fill="darkenLess" w="21600" h="21600">
                <a:moveTo>
                  <a:pt x="0" y="0"/>
                </a:moveTo>
                <a:arcTo wR="6671" hR="21600" stAng="10800000" swAng="-5400000"/>
                <a:lnTo>
                  <a:pt x="12769" y="21600"/>
                </a:lnTo>
                <a:arcTo wR="6671" hR="21600" stAng="5400000" swAng="541071"/>
                <a:lnTo>
                  <a:pt x="9720" y="19212"/>
                </a:lnTo>
                <a:arcTo wR="6671" hR="21600" stAng="5941071" swAng="4858929"/>
                <a:close/>
              </a:path>
            </a:pathLst>
          </a:custGeom>
          <a:solidFill>
            <a:srgbClr val="ffffff"/>
          </a:solidFill>
          <a:ln w="12600">
            <a:solidFill>
              <a:srgbClr val="000000"/>
            </a:solidFill>
            <a:miter/>
          </a:ln>
        </p:spPr>
        <p:style>
          <a:lnRef idx="0"/>
          <a:fillRef idx="0"/>
          <a:effectRef idx="0"/>
          <a:fontRef idx="minor"/>
        </p:style>
        <p:txBody>
          <a:bodyPr lIns="0" rIns="0" tIns="0" bIns="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39" name=""/>
          <p:cNvSpPr/>
          <p:nvPr/>
        </p:nvSpPr>
        <p:spPr>
          <a:xfrm>
            <a:off x="1560600" y="2351160"/>
            <a:ext cx="2082600" cy="244440"/>
          </a:xfrm>
          <a:prstGeom prst="rect">
            <a:avLst/>
          </a:prstGeom>
          <a:noFill/>
          <a:ln w="0">
            <a:noFill/>
          </a:ln>
        </p:spPr>
        <p:style>
          <a:lnRef idx="0"/>
          <a:fillRef idx="0"/>
          <a:effectRef idx="0"/>
          <a:fontRef idx="minor"/>
        </p:style>
        <p:txBody>
          <a:bodyPr lIns="0" rIns="0" tIns="0" bIns="0" anchor="b"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4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TWISTED</a:t>
            </a:r>
            <a:endParaRPr b="1" lang="en-US" sz="1900" spc="-1" strike="noStrike">
              <a:solidFill>
                <a:srgbClr val="000000"/>
              </a:solidFill>
              <a:latin typeface="Arial"/>
            </a:endParaRPr>
          </a:p>
        </p:txBody>
      </p:sp>
      <p:sp>
        <p:nvSpPr>
          <p:cNvPr id="164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64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AB9965D5-B1D3-4314-BD6F-3BB1266D769A}" type="slidenum">
              <a:t>99</a:t>
            </a:fld>
          </a:p>
        </p:txBody>
      </p:sp>
    </p:spTree>
  </p:cSld>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3" name=""/>
          <p:cNvSpPr/>
          <p:nvPr/>
        </p:nvSpPr>
        <p:spPr>
          <a:xfrm flipV="1">
            <a:off x="4613400" y="1445040"/>
            <a:ext cx="1711080" cy="3583080"/>
          </a:xfrm>
          <a:custGeom>
            <a:avLst/>
            <a:gdLst>
              <a:gd name="textAreaLeft" fmla="*/ 228960 w 1711080"/>
              <a:gd name="textAreaRight" fmla="*/ 1482120 w 1711080"/>
              <a:gd name="textAreaTop" fmla="*/ 606600 h 3583080"/>
              <a:gd name="textAreaBottom" fmla="*/ 2698560 h 3583080"/>
            </a:gdLst>
            <a:ahLst/>
            <a:rect l="textAreaLeft" t="textAreaTop" r="textAreaRight" b="textAreaBottom"/>
            <a:pathLst>
              <a:path w="21600" h="21600">
                <a:moveTo>
                  <a:pt x="21600" y="0"/>
                </a:moveTo>
                <a:arcTo wR="21600" hR="7317" stAng="-5400000" swAng="-5400000"/>
                <a:lnTo>
                  <a:pt x="0" y="12609"/>
                </a:lnTo>
                <a:arcTo wR="21600" hR="7317" stAng="10800000" swAng="-2628264"/>
                <a:lnTo>
                  <a:pt x="14407" y="21182"/>
                </a:lnTo>
                <a:lnTo>
                  <a:pt x="21600" y="17279"/>
                </a:lnTo>
                <a:lnTo>
                  <a:pt x="14407" y="12540"/>
                </a:lnTo>
                <a:lnTo>
                  <a:pt x="14407" y="14215"/>
                </a:lnTo>
                <a:arcTo wR="21600" hR="7317" stAng="8171736" swAng="2179140"/>
                <a:lnTo>
                  <a:pt x="1462" y="9963"/>
                </a:lnTo>
                <a:arcTo wR="21600" hR="7317" stAng="-10350876" swAng="4950876"/>
                <a:close/>
              </a:path>
              <a:path fill="darkenLess" w="21600" h="21600">
                <a:moveTo>
                  <a:pt x="21600" y="0"/>
                </a:moveTo>
                <a:arcTo wR="21600" hR="7317" stAng="-5400000" swAng="-5400000"/>
                <a:lnTo>
                  <a:pt x="0" y="7317"/>
                </a:lnTo>
                <a:arcTo wR="21600" hR="7317" stAng="10800000" swAng="-449124"/>
                <a:lnTo>
                  <a:pt x="1462" y="9963"/>
                </a:lnTo>
                <a:arcTo wR="21600" hR="7317" stAng="-10350876" swAng="4950876"/>
                <a:close/>
              </a:path>
            </a:pathLst>
          </a:custGeom>
          <a:solidFill>
            <a:srgbClr val="ffffff"/>
          </a:solidFill>
          <a:ln w="12600">
            <a:solidFill>
              <a:srgbClr val="000000"/>
            </a:solidFill>
            <a:miter/>
          </a:ln>
        </p:spPr>
        <p:style>
          <a:lnRef idx="0"/>
          <a:fillRef idx="0"/>
          <a:effectRef idx="0"/>
          <a:fontRef idx="minor"/>
        </p:style>
        <p:txBody>
          <a:bodyPr lIns="0" rIns="0" tIns="0" bIns="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44" name=""/>
          <p:cNvSpPr/>
          <p:nvPr/>
        </p:nvSpPr>
        <p:spPr>
          <a:xfrm flipH="1" flipV="1">
            <a:off x="2667600" y="1447920"/>
            <a:ext cx="1711080" cy="3582720"/>
          </a:xfrm>
          <a:custGeom>
            <a:avLst/>
            <a:gdLst>
              <a:gd name="textAreaLeft" fmla="*/ 228960 w 1711080"/>
              <a:gd name="textAreaRight" fmla="*/ 1482120 w 1711080"/>
              <a:gd name="textAreaTop" fmla="*/ 606600 h 3582720"/>
              <a:gd name="textAreaBottom" fmla="*/ 2698200 h 3582720"/>
            </a:gdLst>
            <a:ahLst/>
            <a:rect l="textAreaLeft" t="textAreaTop" r="textAreaRight" b="textAreaBottom"/>
            <a:pathLst>
              <a:path w="21600" h="21600">
                <a:moveTo>
                  <a:pt x="21600" y="0"/>
                </a:moveTo>
                <a:arcTo wR="21600" hR="7317" stAng="-5400000" swAng="-5400000"/>
                <a:lnTo>
                  <a:pt x="0" y="12609"/>
                </a:lnTo>
                <a:arcTo wR="21600" hR="7317" stAng="10800000" swAng="-2628264"/>
                <a:lnTo>
                  <a:pt x="14407" y="21182"/>
                </a:lnTo>
                <a:lnTo>
                  <a:pt x="21600" y="17279"/>
                </a:lnTo>
                <a:lnTo>
                  <a:pt x="14407" y="12540"/>
                </a:lnTo>
                <a:lnTo>
                  <a:pt x="14407" y="14215"/>
                </a:lnTo>
                <a:arcTo wR="21600" hR="7317" stAng="8171736" swAng="2179140"/>
                <a:lnTo>
                  <a:pt x="1462" y="9963"/>
                </a:lnTo>
                <a:arcTo wR="21600" hR="7317" stAng="-10350876" swAng="4950876"/>
                <a:close/>
              </a:path>
              <a:path fill="darkenLess" w="21600" h="21600">
                <a:moveTo>
                  <a:pt x="21600" y="0"/>
                </a:moveTo>
                <a:arcTo wR="21600" hR="7317" stAng="-5400000" swAng="-5400000"/>
                <a:lnTo>
                  <a:pt x="0" y="7317"/>
                </a:lnTo>
                <a:arcTo wR="21600" hR="7317" stAng="10800000" swAng="-449124"/>
                <a:lnTo>
                  <a:pt x="1462" y="9963"/>
                </a:lnTo>
                <a:arcTo wR="21600" hR="7317" stAng="-10350876" swAng="4950876"/>
                <a:close/>
              </a:path>
            </a:pathLst>
          </a:custGeom>
          <a:solidFill>
            <a:srgbClr val="ffffff"/>
          </a:solidFill>
          <a:ln w="12600">
            <a:solidFill>
              <a:srgbClr val="000000"/>
            </a:solidFill>
            <a:miter/>
          </a:ln>
        </p:spPr>
        <p:style>
          <a:lnRef idx="0"/>
          <a:fillRef idx="0"/>
          <a:effectRef idx="0"/>
          <a:fontRef idx="minor"/>
        </p:style>
        <p:txBody>
          <a:bodyPr lIns="0" rIns="0" tIns="0" bIns="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45" name=""/>
          <p:cNvSpPr/>
          <p:nvPr/>
        </p:nvSpPr>
        <p:spPr>
          <a:xfrm>
            <a:off x="2690640" y="3276720"/>
            <a:ext cx="1508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46" name=""/>
          <p:cNvSpPr/>
          <p:nvPr/>
        </p:nvSpPr>
        <p:spPr>
          <a:xfrm>
            <a:off x="4932360" y="3276720"/>
            <a:ext cx="15066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4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UP &amp; AWAY</a:t>
            </a:r>
            <a:endParaRPr b="1" lang="en-US" sz="1900" spc="-1" strike="noStrike">
              <a:solidFill>
                <a:srgbClr val="000000"/>
              </a:solidFill>
              <a:latin typeface="Arial"/>
            </a:endParaRPr>
          </a:p>
        </p:txBody>
      </p:sp>
      <p:sp>
        <p:nvSpPr>
          <p:cNvPr id="164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64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A04DCEAA-C042-47D6-A583-521F340807BE}" type="slidenum">
              <a:t>100</a:t>
            </a:fld>
          </a:p>
        </p:txBody>
      </p:sp>
    </p:spTree>
  </p:cSld>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50" name=""/>
          <p:cNvSpPr/>
          <p:nvPr/>
        </p:nvSpPr>
        <p:spPr>
          <a:xfrm>
            <a:off x="4613400" y="1446120"/>
            <a:ext cx="1711080" cy="3583080"/>
          </a:xfrm>
          <a:custGeom>
            <a:avLst/>
            <a:gdLst>
              <a:gd name="textAreaLeft" fmla="*/ 228960 w 1711080"/>
              <a:gd name="textAreaRight" fmla="*/ 1482120 w 1711080"/>
              <a:gd name="textAreaTop" fmla="*/ 606600 h 3583080"/>
              <a:gd name="textAreaBottom" fmla="*/ 2698560 h 3583080"/>
            </a:gdLst>
            <a:ahLst/>
            <a:rect l="textAreaLeft" t="textAreaTop" r="textAreaRight" b="textAreaBottom"/>
            <a:pathLst>
              <a:path w="21600" h="21600">
                <a:moveTo>
                  <a:pt x="21600" y="0"/>
                </a:moveTo>
                <a:arcTo wR="21600" hR="7317" stAng="-5400000" swAng="-5400000"/>
                <a:lnTo>
                  <a:pt x="0" y="12609"/>
                </a:lnTo>
                <a:arcTo wR="21600" hR="7317" stAng="10800000" swAng="-2628264"/>
                <a:lnTo>
                  <a:pt x="14407" y="21182"/>
                </a:lnTo>
                <a:lnTo>
                  <a:pt x="21600" y="17279"/>
                </a:lnTo>
                <a:lnTo>
                  <a:pt x="14407" y="12540"/>
                </a:lnTo>
                <a:lnTo>
                  <a:pt x="14407" y="14215"/>
                </a:lnTo>
                <a:arcTo wR="21600" hR="7317" stAng="8171736" swAng="2179140"/>
                <a:lnTo>
                  <a:pt x="1462" y="9963"/>
                </a:lnTo>
                <a:arcTo wR="21600" hR="7317" stAng="-10350876" swAng="4950876"/>
                <a:close/>
              </a:path>
              <a:path fill="darkenLess" w="21600" h="21600">
                <a:moveTo>
                  <a:pt x="21600" y="0"/>
                </a:moveTo>
                <a:arcTo wR="21600" hR="7317" stAng="-5400000" swAng="-5400000"/>
                <a:lnTo>
                  <a:pt x="0" y="7317"/>
                </a:lnTo>
                <a:arcTo wR="21600" hR="7317" stAng="10800000" swAng="-449124"/>
                <a:lnTo>
                  <a:pt x="1462" y="9963"/>
                </a:lnTo>
                <a:arcTo wR="21600" hR="7317" stAng="-10350876" swAng="4950876"/>
                <a:close/>
              </a:path>
            </a:pathLst>
          </a:cu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51" name=""/>
          <p:cNvSpPr/>
          <p:nvPr/>
        </p:nvSpPr>
        <p:spPr>
          <a:xfrm flipH="1" flipV="1">
            <a:off x="2667600" y="1447920"/>
            <a:ext cx="1711080" cy="3582720"/>
          </a:xfrm>
          <a:custGeom>
            <a:avLst/>
            <a:gdLst>
              <a:gd name="textAreaLeft" fmla="*/ 228960 w 1711080"/>
              <a:gd name="textAreaRight" fmla="*/ 1482120 w 1711080"/>
              <a:gd name="textAreaTop" fmla="*/ 606600 h 3582720"/>
              <a:gd name="textAreaBottom" fmla="*/ 2698200 h 3582720"/>
            </a:gdLst>
            <a:ahLst/>
            <a:rect l="textAreaLeft" t="textAreaTop" r="textAreaRight" b="textAreaBottom"/>
            <a:pathLst>
              <a:path w="21600" h="21600">
                <a:moveTo>
                  <a:pt x="21600" y="0"/>
                </a:moveTo>
                <a:arcTo wR="21600" hR="7317" stAng="-5400000" swAng="-5400000"/>
                <a:lnTo>
                  <a:pt x="0" y="12609"/>
                </a:lnTo>
                <a:arcTo wR="21600" hR="7317" stAng="10800000" swAng="-2628264"/>
                <a:lnTo>
                  <a:pt x="14407" y="21182"/>
                </a:lnTo>
                <a:lnTo>
                  <a:pt x="21600" y="17279"/>
                </a:lnTo>
                <a:lnTo>
                  <a:pt x="14407" y="12540"/>
                </a:lnTo>
                <a:lnTo>
                  <a:pt x="14407" y="14215"/>
                </a:lnTo>
                <a:arcTo wR="21600" hR="7317" stAng="8171736" swAng="2179140"/>
                <a:lnTo>
                  <a:pt x="1462" y="9963"/>
                </a:lnTo>
                <a:arcTo wR="21600" hR="7317" stAng="-10350876" swAng="4950876"/>
                <a:close/>
              </a:path>
              <a:path fill="darkenLess" w="21600" h="21600">
                <a:moveTo>
                  <a:pt x="21600" y="0"/>
                </a:moveTo>
                <a:arcTo wR="21600" hR="7317" stAng="-5400000" swAng="-5400000"/>
                <a:lnTo>
                  <a:pt x="0" y="7317"/>
                </a:lnTo>
                <a:arcTo wR="21600" hR="7317" stAng="10800000" swAng="-449124"/>
                <a:lnTo>
                  <a:pt x="1462" y="9963"/>
                </a:lnTo>
                <a:arcTo wR="21600" hR="7317" stAng="-10350876" swAng="4950876"/>
                <a:close/>
              </a:path>
            </a:pathLst>
          </a:custGeom>
          <a:solidFill>
            <a:srgbClr val="ffffff"/>
          </a:solidFill>
          <a:ln w="12600">
            <a:solidFill>
              <a:srgbClr val="000000"/>
            </a:solidFill>
            <a:miter/>
          </a:ln>
        </p:spPr>
        <p:style>
          <a:lnRef idx="0"/>
          <a:fillRef idx="0"/>
          <a:effectRef idx="0"/>
          <a:fontRef idx="minor"/>
        </p:style>
        <p:txBody>
          <a:bodyPr lIns="0" rIns="0" tIns="0" bIns="0" anchor="ctr"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652" name=""/>
          <p:cNvSpPr/>
          <p:nvPr/>
        </p:nvSpPr>
        <p:spPr>
          <a:xfrm>
            <a:off x="2690640" y="3328920"/>
            <a:ext cx="15084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53" name=""/>
          <p:cNvSpPr/>
          <p:nvPr/>
        </p:nvSpPr>
        <p:spPr>
          <a:xfrm>
            <a:off x="4932360" y="2971800"/>
            <a:ext cx="1506600" cy="244440"/>
          </a:xfrm>
          <a:prstGeom prst="rect">
            <a:avLst/>
          </a:prstGeom>
          <a:noFill/>
          <a:ln w="0">
            <a:noFill/>
          </a:ln>
        </p:spPr>
        <p:style>
          <a:lnRef idx="0"/>
          <a:fillRef idx="0"/>
          <a:effectRef idx="0"/>
          <a:fontRef idx="minor"/>
        </p:style>
        <p:txBody>
          <a:bodyPr lIns="0" rIns="0" tIns="0" bIns="0" anchor="ctr" anchorCtr="1">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165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UP &amp; DOWN</a:t>
            </a:r>
            <a:endParaRPr b="1" lang="en-US" sz="1900" spc="-1" strike="noStrike">
              <a:solidFill>
                <a:srgbClr val="000000"/>
              </a:solidFill>
              <a:latin typeface="Arial"/>
            </a:endParaRPr>
          </a:p>
        </p:txBody>
      </p:sp>
      <p:sp>
        <p:nvSpPr>
          <p:cNvPr id="165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65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3CFB96A-C27C-4E43-8848-650FF6839082}" type="slidenum">
              <a:t>101</a:t>
            </a:fld>
          </a:p>
        </p:txBody>
      </p:sp>
    </p:spTree>
  </p:cSld>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57" name=""/>
          <p:cNvSpPr/>
          <p:nvPr/>
        </p:nvSpPr>
        <p:spPr>
          <a:xfrm>
            <a:off x="7264440" y="1949400"/>
            <a:ext cx="1455840" cy="197352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way managers</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collectively behave with respect to use</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of time, attention,</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and symbolic actions </a:t>
            </a:r>
            <a:endParaRPr b="0" lang="en-US" sz="1600" spc="-1" strike="noStrike">
              <a:solidFill>
                <a:srgbClr val="000000"/>
              </a:solidFill>
              <a:latin typeface="Times New Roman"/>
            </a:endParaRPr>
          </a:p>
        </p:txBody>
      </p:sp>
      <p:sp>
        <p:nvSpPr>
          <p:cNvPr id="1658" name=""/>
          <p:cNvSpPr/>
          <p:nvPr/>
        </p:nvSpPr>
        <p:spPr>
          <a:xfrm>
            <a:off x="4700520" y="841320"/>
            <a:ext cx="2692440" cy="109656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people in the organization, considered</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in terms of corporate demographics, not individual personalities</a:t>
            </a:r>
            <a:endParaRPr b="0" lang="en-US" sz="1600" spc="-1" strike="noStrike">
              <a:solidFill>
                <a:srgbClr val="000000"/>
              </a:solidFill>
              <a:latin typeface="Times New Roman"/>
            </a:endParaRPr>
          </a:p>
        </p:txBody>
      </p:sp>
      <p:sp>
        <p:nvSpPr>
          <p:cNvPr id="1659" name=""/>
          <p:cNvSpPr/>
          <p:nvPr/>
        </p:nvSpPr>
        <p:spPr>
          <a:xfrm>
            <a:off x="4176720" y="4641840"/>
            <a:ext cx="2111400" cy="153504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organization chart and accompanying baggage that show who reports to whom and how tasks are </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both divided up and integrated </a:t>
            </a:r>
            <a:endParaRPr b="0" lang="en-US" sz="1600" spc="-1" strike="noStrike">
              <a:solidFill>
                <a:srgbClr val="000000"/>
              </a:solidFill>
              <a:latin typeface="Times New Roman"/>
            </a:endParaRPr>
          </a:p>
        </p:txBody>
      </p:sp>
      <p:sp>
        <p:nvSpPr>
          <p:cNvPr id="1660" name=""/>
          <p:cNvSpPr/>
          <p:nvPr/>
        </p:nvSpPr>
        <p:spPr>
          <a:xfrm>
            <a:off x="6504120" y="4312440"/>
            <a:ext cx="2087280" cy="175428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Those ideas of what </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is right and desirable </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(in corporate and/or individual behavior) </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which are typical of the organization and common to most of its members </a:t>
            </a:r>
            <a:endParaRPr b="0" lang="en-US" sz="1600" spc="-1" strike="noStrike">
              <a:solidFill>
                <a:srgbClr val="000000"/>
              </a:solidFill>
              <a:latin typeface="Times New Roman"/>
            </a:endParaRPr>
          </a:p>
        </p:txBody>
      </p:sp>
      <p:sp>
        <p:nvSpPr>
          <p:cNvPr id="1661" name=""/>
          <p:cNvSpPr/>
          <p:nvPr/>
        </p:nvSpPr>
        <p:spPr>
          <a:xfrm>
            <a:off x="2278080" y="1810800"/>
            <a:ext cx="1971720" cy="87732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processes and procedures through which things get done</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from day to day </a:t>
            </a:r>
            <a:endParaRPr b="0" lang="en-US" sz="1600" spc="-1" strike="noStrike">
              <a:solidFill>
                <a:srgbClr val="000000"/>
              </a:solidFill>
              <a:latin typeface="Times New Roman"/>
            </a:endParaRPr>
          </a:p>
        </p:txBody>
      </p:sp>
      <p:sp>
        <p:nvSpPr>
          <p:cNvPr id="1662" name=""/>
          <p:cNvSpPr/>
          <p:nvPr/>
        </p:nvSpPr>
        <p:spPr>
          <a:xfrm>
            <a:off x="154080" y="2566080"/>
            <a:ext cx="1535040" cy="131580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 coherent set</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of actions aimed</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at gaining a</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sustainable</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advantage </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over competition </a:t>
            </a:r>
            <a:endParaRPr b="0" lang="en-US" sz="1600" spc="-1" strike="noStrike">
              <a:solidFill>
                <a:srgbClr val="000000"/>
              </a:solidFill>
              <a:latin typeface="Times New Roman"/>
            </a:endParaRPr>
          </a:p>
        </p:txBody>
      </p:sp>
      <p:sp>
        <p:nvSpPr>
          <p:cNvPr id="1663" name=""/>
          <p:cNvSpPr/>
          <p:nvPr/>
        </p:nvSpPr>
        <p:spPr>
          <a:xfrm>
            <a:off x="2278080" y="3685680"/>
            <a:ext cx="1886040" cy="241200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Capabilities</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possessed by</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organization</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as a whole as</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distinct from the</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individuals. </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Some companies perform  extraordinary</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feats with</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ordinary people</a:t>
            </a:r>
            <a:endParaRPr b="0" lang="en-US" sz="1600" spc="-1" strike="noStrike">
              <a:solidFill>
                <a:srgbClr val="000000"/>
              </a:solidFill>
              <a:latin typeface="Times New Roman"/>
            </a:endParaRPr>
          </a:p>
        </p:txBody>
      </p:sp>
      <p:sp>
        <p:nvSpPr>
          <p:cNvPr id="1664" name=""/>
          <p:cNvSpPr/>
          <p:nvPr/>
        </p:nvSpPr>
        <p:spPr>
          <a:xfrm>
            <a:off x="3762360" y="2036880"/>
            <a:ext cx="3448080" cy="2514600"/>
          </a:xfrm>
          <a:prstGeom prst="ellipse">
            <a:avLst/>
          </a:prstGeom>
          <a:solidFill>
            <a:srgbClr val="d0d0d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1665" name=""/>
          <p:cNvGrpSpPr/>
          <p:nvPr/>
        </p:nvGrpSpPr>
        <p:grpSpPr>
          <a:xfrm>
            <a:off x="4430880" y="2349360"/>
            <a:ext cx="2111040" cy="1662120"/>
            <a:chOff x="4430880" y="2349360"/>
            <a:chExt cx="2111040" cy="1662120"/>
          </a:xfrm>
        </p:grpSpPr>
        <p:sp>
          <p:nvSpPr>
            <p:cNvPr id="1666" name=""/>
            <p:cNvSpPr/>
            <p:nvPr/>
          </p:nvSpPr>
          <p:spPr>
            <a:xfrm flipH="1">
              <a:off x="4759200" y="4011480"/>
              <a:ext cx="1460160" cy="0"/>
            </a:xfrm>
            <a:prstGeom prst="line">
              <a:avLst/>
            </a:prstGeom>
            <a:ln w="255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nvGrpSpPr>
            <p:cNvPr id="1667" name=""/>
            <p:cNvGrpSpPr/>
            <p:nvPr/>
          </p:nvGrpSpPr>
          <p:grpSpPr>
            <a:xfrm>
              <a:off x="4430880" y="2349360"/>
              <a:ext cx="2111040" cy="1659600"/>
              <a:chOff x="4430880" y="2349360"/>
              <a:chExt cx="2111040" cy="1659600"/>
            </a:xfrm>
          </p:grpSpPr>
          <p:sp>
            <p:nvSpPr>
              <p:cNvPr id="1668" name=""/>
              <p:cNvSpPr/>
              <p:nvPr/>
            </p:nvSpPr>
            <p:spPr>
              <a:xfrm>
                <a:off x="4430880" y="2903040"/>
                <a:ext cx="2111040" cy="0"/>
              </a:xfrm>
              <a:prstGeom prst="line">
                <a:avLst/>
              </a:prstGeom>
              <a:ln w="255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nvGrpSpPr>
              <p:cNvPr id="1669" name=""/>
              <p:cNvGrpSpPr/>
              <p:nvPr/>
            </p:nvGrpSpPr>
            <p:grpSpPr>
              <a:xfrm>
                <a:off x="4755240" y="2349360"/>
                <a:ext cx="1460160" cy="1659600"/>
                <a:chOff x="4755240" y="2349360"/>
                <a:chExt cx="1460160" cy="1659600"/>
              </a:xfrm>
            </p:grpSpPr>
            <p:sp>
              <p:nvSpPr>
                <p:cNvPr id="1670" name=""/>
                <p:cNvSpPr/>
                <p:nvPr/>
              </p:nvSpPr>
              <p:spPr>
                <a:xfrm flipH="1" flipV="1">
                  <a:off x="5483880" y="2349360"/>
                  <a:ext cx="731520" cy="1659600"/>
                </a:xfrm>
                <a:prstGeom prst="line">
                  <a:avLst/>
                </a:prstGeom>
                <a:ln w="255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1671" name=""/>
                <p:cNvSpPr/>
                <p:nvPr/>
              </p:nvSpPr>
              <p:spPr>
                <a:xfrm flipV="1">
                  <a:off x="4755240" y="2355840"/>
                  <a:ext cx="728640" cy="1652760"/>
                </a:xfrm>
                <a:prstGeom prst="line">
                  <a:avLst/>
                </a:prstGeom>
                <a:ln w="255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grpSp>
            <p:nvGrpSpPr>
              <p:cNvPr id="1672" name=""/>
              <p:cNvGrpSpPr/>
              <p:nvPr/>
            </p:nvGrpSpPr>
            <p:grpSpPr>
              <a:xfrm>
                <a:off x="4443480" y="2349360"/>
                <a:ext cx="2086200" cy="553320"/>
                <a:chOff x="4443480" y="2349360"/>
                <a:chExt cx="2086200" cy="553320"/>
              </a:xfrm>
            </p:grpSpPr>
            <p:sp>
              <p:nvSpPr>
                <p:cNvPr id="1673" name=""/>
                <p:cNvSpPr/>
                <p:nvPr/>
              </p:nvSpPr>
              <p:spPr>
                <a:xfrm flipH="1">
                  <a:off x="4443480" y="2349360"/>
                  <a:ext cx="1040040" cy="553320"/>
                </a:xfrm>
                <a:prstGeom prst="line">
                  <a:avLst/>
                </a:prstGeom>
                <a:ln w="255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74" name=""/>
                <p:cNvSpPr/>
                <p:nvPr/>
              </p:nvSpPr>
              <p:spPr>
                <a:xfrm>
                  <a:off x="5489640" y="2349360"/>
                  <a:ext cx="1040040" cy="553320"/>
                </a:xfrm>
                <a:prstGeom prst="line">
                  <a:avLst/>
                </a:prstGeom>
                <a:ln w="255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grpSp>
          <p:grpSp>
            <p:nvGrpSpPr>
              <p:cNvPr id="1675" name=""/>
              <p:cNvGrpSpPr/>
              <p:nvPr/>
            </p:nvGrpSpPr>
            <p:grpSpPr>
              <a:xfrm>
                <a:off x="4436280" y="2895840"/>
                <a:ext cx="2098800" cy="1105920"/>
                <a:chOff x="4436280" y="2895840"/>
                <a:chExt cx="2098800" cy="1105920"/>
              </a:xfrm>
            </p:grpSpPr>
            <p:sp>
              <p:nvSpPr>
                <p:cNvPr id="1676" name=""/>
                <p:cNvSpPr/>
                <p:nvPr/>
              </p:nvSpPr>
              <p:spPr>
                <a:xfrm>
                  <a:off x="4436280" y="2895840"/>
                  <a:ext cx="328680" cy="1105920"/>
                </a:xfrm>
                <a:prstGeom prst="line">
                  <a:avLst/>
                </a:prstGeom>
                <a:ln w="255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77" name=""/>
                <p:cNvSpPr/>
                <p:nvPr/>
              </p:nvSpPr>
              <p:spPr>
                <a:xfrm flipH="1">
                  <a:off x="6206040" y="2895840"/>
                  <a:ext cx="329040" cy="1105920"/>
                </a:xfrm>
                <a:prstGeom prst="line">
                  <a:avLst/>
                </a:prstGeom>
                <a:ln w="255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grpSp>
          <p:grpSp>
            <p:nvGrpSpPr>
              <p:cNvPr id="1678" name=""/>
              <p:cNvGrpSpPr/>
              <p:nvPr/>
            </p:nvGrpSpPr>
            <p:grpSpPr>
              <a:xfrm>
                <a:off x="4431960" y="2895840"/>
                <a:ext cx="2107440" cy="1105920"/>
                <a:chOff x="4431960" y="2895840"/>
                <a:chExt cx="2107440" cy="1105920"/>
              </a:xfrm>
            </p:grpSpPr>
            <p:sp>
              <p:nvSpPr>
                <p:cNvPr id="1679" name=""/>
                <p:cNvSpPr/>
                <p:nvPr/>
              </p:nvSpPr>
              <p:spPr>
                <a:xfrm>
                  <a:off x="4431960" y="2895840"/>
                  <a:ext cx="1789560" cy="1105920"/>
                </a:xfrm>
                <a:prstGeom prst="line">
                  <a:avLst/>
                </a:prstGeom>
                <a:ln w="255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80" name=""/>
                <p:cNvSpPr/>
                <p:nvPr/>
              </p:nvSpPr>
              <p:spPr>
                <a:xfrm flipH="1">
                  <a:off x="4749840" y="2895840"/>
                  <a:ext cx="1789560" cy="1105920"/>
                </a:xfrm>
                <a:prstGeom prst="line">
                  <a:avLst/>
                </a:prstGeom>
                <a:ln w="255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grpSp>
        </p:grpSp>
      </p:grpSp>
      <p:sp>
        <p:nvSpPr>
          <p:cNvPr id="1681" name=""/>
          <p:cNvSpPr/>
          <p:nvPr/>
        </p:nvSpPr>
        <p:spPr>
          <a:xfrm>
            <a:off x="5003640" y="2073240"/>
            <a:ext cx="986040" cy="6415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Staff</a:t>
            </a:r>
            <a:endParaRPr b="0" lang="en-US" sz="1600" spc="-1" strike="noStrike">
              <a:solidFill>
                <a:srgbClr val="000000"/>
              </a:solidFill>
              <a:latin typeface="Times New Roman"/>
            </a:endParaRPr>
          </a:p>
        </p:txBody>
      </p:sp>
      <p:sp>
        <p:nvSpPr>
          <p:cNvPr id="1682" name=""/>
          <p:cNvSpPr/>
          <p:nvPr/>
        </p:nvSpPr>
        <p:spPr>
          <a:xfrm>
            <a:off x="3960720" y="2587680"/>
            <a:ext cx="987480" cy="64116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Systems</a:t>
            </a:r>
            <a:endParaRPr b="0" lang="en-US" sz="1600" spc="-1" strike="noStrike">
              <a:solidFill>
                <a:srgbClr val="000000"/>
              </a:solidFill>
              <a:latin typeface="Times New Roman"/>
            </a:endParaRPr>
          </a:p>
        </p:txBody>
      </p:sp>
      <p:sp>
        <p:nvSpPr>
          <p:cNvPr id="1683" name=""/>
          <p:cNvSpPr/>
          <p:nvPr/>
        </p:nvSpPr>
        <p:spPr>
          <a:xfrm>
            <a:off x="6021360" y="2587680"/>
            <a:ext cx="987480" cy="64116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Style</a:t>
            </a:r>
            <a:endParaRPr b="0" lang="en-US" sz="1600" spc="-1" strike="noStrike">
              <a:solidFill>
                <a:srgbClr val="000000"/>
              </a:solidFill>
              <a:latin typeface="Times New Roman"/>
            </a:endParaRPr>
          </a:p>
        </p:txBody>
      </p:sp>
      <p:sp>
        <p:nvSpPr>
          <p:cNvPr id="1684" name=""/>
          <p:cNvSpPr/>
          <p:nvPr/>
        </p:nvSpPr>
        <p:spPr>
          <a:xfrm>
            <a:off x="5727600" y="3691080"/>
            <a:ext cx="987480" cy="6379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Shared</a:t>
            </a:r>
            <a:endParaRPr b="0" lang="en-US" sz="1600" spc="-1" strike="noStrike">
              <a:solidFill>
                <a:srgbClr val="000000"/>
              </a:solidFill>
              <a:latin typeface="Times New Roman"/>
            </a:endParaRPr>
          </a:p>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Values</a:t>
            </a:r>
            <a:endParaRPr b="0" lang="en-US" sz="1600" spc="-1" strike="noStrike">
              <a:solidFill>
                <a:srgbClr val="000000"/>
              </a:solidFill>
              <a:latin typeface="Times New Roman"/>
            </a:endParaRPr>
          </a:p>
        </p:txBody>
      </p:sp>
      <p:sp>
        <p:nvSpPr>
          <p:cNvPr id="1685" name=""/>
          <p:cNvSpPr/>
          <p:nvPr/>
        </p:nvSpPr>
        <p:spPr>
          <a:xfrm>
            <a:off x="4284720" y="3692520"/>
            <a:ext cx="985680" cy="63648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Structure</a:t>
            </a:r>
            <a:endParaRPr b="0" lang="en-US" sz="1600" spc="-1" strike="noStrike">
              <a:solidFill>
                <a:srgbClr val="000000"/>
              </a:solidFill>
              <a:latin typeface="Times New Roman"/>
            </a:endParaRPr>
          </a:p>
        </p:txBody>
      </p:sp>
      <p:sp>
        <p:nvSpPr>
          <p:cNvPr id="1686" name=""/>
          <p:cNvSpPr/>
          <p:nvPr/>
        </p:nvSpPr>
        <p:spPr>
          <a:xfrm>
            <a:off x="2220840" y="3316320"/>
            <a:ext cx="314280" cy="0"/>
          </a:xfrm>
          <a:prstGeom prst="line">
            <a:avLst/>
          </a:prstGeom>
          <a:ln w="25560">
            <a:solidFill>
              <a:srgbClr val="000000"/>
            </a:solidFill>
            <a:miter/>
            <a:tail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87" name=""/>
          <p:cNvSpPr/>
          <p:nvPr/>
        </p:nvSpPr>
        <p:spPr>
          <a:xfrm>
            <a:off x="3465360" y="3316320"/>
            <a:ext cx="417600" cy="0"/>
          </a:xfrm>
          <a:prstGeom prst="line">
            <a:avLst/>
          </a:prstGeom>
          <a:ln w="25560">
            <a:solidFill>
              <a:srgbClr val="000000"/>
            </a:solidFill>
            <a:miter/>
            <a:tail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88" name=""/>
          <p:cNvSpPr/>
          <p:nvPr/>
        </p:nvSpPr>
        <p:spPr>
          <a:xfrm>
            <a:off x="2549520" y="2997360"/>
            <a:ext cx="984240" cy="64116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spcBef>
                <a:spcPts val="1001"/>
              </a:spcBef>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Skills</a:t>
            </a:r>
            <a:endParaRPr b="0" lang="en-US" sz="1600" spc="-1" strike="noStrike">
              <a:solidFill>
                <a:srgbClr val="000000"/>
              </a:solidFill>
              <a:latin typeface="Times New Roman"/>
            </a:endParaRPr>
          </a:p>
        </p:txBody>
      </p:sp>
      <p:sp>
        <p:nvSpPr>
          <p:cNvPr id="1689" name=""/>
          <p:cNvSpPr/>
          <p:nvPr/>
        </p:nvSpPr>
        <p:spPr>
          <a:xfrm>
            <a:off x="1219320" y="2995560"/>
            <a:ext cx="982440" cy="6415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spcBef>
                <a:spcPts val="1001"/>
              </a:spcBef>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Strategy</a:t>
            </a:r>
            <a:endParaRPr b="0" lang="en-US" sz="1600" spc="-1" strike="noStrike">
              <a:solidFill>
                <a:srgbClr val="000000"/>
              </a:solidFill>
              <a:latin typeface="Times New Roman"/>
            </a:endParaRPr>
          </a:p>
        </p:txBody>
      </p:sp>
      <p:sp>
        <p:nvSpPr>
          <p:cNvPr id="169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2</a:t>
            </a:r>
            <a:r>
              <a:rPr b="1" lang="en-US" sz="1900" spc="-1" strike="noStrike">
                <a:solidFill>
                  <a:srgbClr val="000000"/>
                </a:solidFill>
                <a:latin typeface="Arial"/>
              </a:rPr>
              <a:t>S-5S</a:t>
            </a:r>
            <a:endParaRPr b="1" lang="en-US" sz="1900" spc="-1" strike="noStrike">
              <a:solidFill>
                <a:srgbClr val="000000"/>
              </a:solidFill>
              <a:latin typeface="Arial"/>
            </a:endParaRPr>
          </a:p>
        </p:txBody>
      </p:sp>
      <p:sp>
        <p:nvSpPr>
          <p:cNvPr id="169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69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760ED18-998D-44F1-A9D8-FAF3B55B090F}" type="slidenum">
              <a:t>102</a:t>
            </a:fld>
          </a:p>
        </p:txBody>
      </p:sp>
    </p:spTree>
  </p:cSld>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93" name=""/>
          <p:cNvSpPr/>
          <p:nvPr/>
        </p:nvSpPr>
        <p:spPr>
          <a:xfrm>
            <a:off x="2941560" y="4687920"/>
            <a:ext cx="1249560" cy="468360"/>
          </a:xfrm>
          <a:prstGeom prst="line">
            <a:avLst/>
          </a:prstGeom>
          <a:ln w="12600">
            <a:solidFill>
              <a:srgbClr val="000000"/>
            </a:solidFill>
            <a:miter/>
            <a:headEnd len="med"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94" name=""/>
          <p:cNvSpPr/>
          <p:nvPr/>
        </p:nvSpPr>
        <p:spPr>
          <a:xfrm flipV="1">
            <a:off x="4537080" y="4671720"/>
            <a:ext cx="1319040" cy="546120"/>
          </a:xfrm>
          <a:prstGeom prst="line">
            <a:avLst/>
          </a:prstGeom>
          <a:ln w="12600">
            <a:solidFill>
              <a:srgbClr val="000000"/>
            </a:solidFill>
            <a:miter/>
            <a:tailEnd len="med"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95" name=""/>
          <p:cNvSpPr/>
          <p:nvPr/>
        </p:nvSpPr>
        <p:spPr>
          <a:xfrm flipH="1">
            <a:off x="2502000" y="3592440"/>
            <a:ext cx="1233360" cy="725400"/>
          </a:xfrm>
          <a:prstGeom prst="line">
            <a:avLst/>
          </a:prstGeom>
          <a:ln w="12600">
            <a:solidFill>
              <a:srgbClr val="000000"/>
            </a:solidFill>
            <a:miter/>
            <a:headEnd len="med"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96" name=""/>
          <p:cNvSpPr/>
          <p:nvPr/>
        </p:nvSpPr>
        <p:spPr>
          <a:xfrm flipH="1" flipV="1">
            <a:off x="5100480" y="3554280"/>
            <a:ext cx="1298880" cy="709920"/>
          </a:xfrm>
          <a:prstGeom prst="line">
            <a:avLst/>
          </a:prstGeom>
          <a:ln w="12600">
            <a:solidFill>
              <a:srgbClr val="000000"/>
            </a:solidFill>
            <a:miter/>
            <a:tailEnd len="med"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97" name=""/>
          <p:cNvSpPr/>
          <p:nvPr/>
        </p:nvSpPr>
        <p:spPr>
          <a:xfrm>
            <a:off x="4403880" y="1596960"/>
            <a:ext cx="0" cy="1560600"/>
          </a:xfrm>
          <a:prstGeom prst="line">
            <a:avLst/>
          </a:prstGeom>
          <a:ln w="1260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698" name=""/>
          <p:cNvSpPr/>
          <p:nvPr/>
        </p:nvSpPr>
        <p:spPr>
          <a:xfrm>
            <a:off x="3754440" y="1014480"/>
            <a:ext cx="1287360" cy="12319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Customer</a:t>
            </a:r>
            <a:endParaRPr b="0" lang="en-US" sz="1600" spc="-1" strike="noStrike">
              <a:solidFill>
                <a:srgbClr val="000000"/>
              </a:solidFill>
              <a:latin typeface="Times New Roman"/>
            </a:endParaRPr>
          </a:p>
        </p:txBody>
      </p:sp>
      <p:sp>
        <p:nvSpPr>
          <p:cNvPr id="1699" name=""/>
          <p:cNvSpPr/>
          <p:nvPr/>
        </p:nvSpPr>
        <p:spPr>
          <a:xfrm>
            <a:off x="1773360" y="3662280"/>
            <a:ext cx="1271520" cy="12337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Clients</a:t>
            </a:r>
            <a:endParaRPr b="0" lang="en-US" sz="1600" spc="-1" strike="noStrike">
              <a:solidFill>
                <a:srgbClr val="000000"/>
              </a:solidFill>
              <a:latin typeface="Times New Roman"/>
            </a:endParaRPr>
          </a:p>
        </p:txBody>
      </p:sp>
      <p:sp>
        <p:nvSpPr>
          <p:cNvPr id="1700" name=""/>
          <p:cNvSpPr/>
          <p:nvPr/>
        </p:nvSpPr>
        <p:spPr>
          <a:xfrm flipH="1">
            <a:off x="2695320" y="2111400"/>
            <a:ext cx="1144440" cy="1527120"/>
          </a:xfrm>
          <a:prstGeom prst="line">
            <a:avLst/>
          </a:prstGeom>
          <a:ln w="12600">
            <a:solidFill>
              <a:srgbClr val="000000"/>
            </a:solidFill>
            <a:miter/>
            <a:headEnd len="lg" type="triangle" w="med"/>
            <a:tail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701" name=""/>
          <p:cNvSpPr/>
          <p:nvPr/>
        </p:nvSpPr>
        <p:spPr>
          <a:xfrm>
            <a:off x="4992840" y="2103480"/>
            <a:ext cx="1160280" cy="1542960"/>
          </a:xfrm>
          <a:prstGeom prst="line">
            <a:avLst/>
          </a:prstGeom>
          <a:ln w="12600">
            <a:solidFill>
              <a:srgbClr val="000000"/>
            </a:solidFill>
            <a:miter/>
            <a:headEnd len="lg" type="triangle" w="med"/>
            <a:tail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702" name=""/>
          <p:cNvSpPr/>
          <p:nvPr/>
        </p:nvSpPr>
        <p:spPr>
          <a:xfrm>
            <a:off x="3754440" y="2716200"/>
            <a:ext cx="1289160" cy="123516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Distributors</a:t>
            </a:r>
            <a:endParaRPr b="0" lang="en-US" sz="1600" spc="-1" strike="noStrike">
              <a:solidFill>
                <a:srgbClr val="000000"/>
              </a:solidFill>
              <a:latin typeface="Times New Roman"/>
            </a:endParaRPr>
          </a:p>
        </p:txBody>
      </p:sp>
      <p:sp>
        <p:nvSpPr>
          <p:cNvPr id="1703" name=""/>
          <p:cNvSpPr/>
          <p:nvPr/>
        </p:nvSpPr>
        <p:spPr>
          <a:xfrm>
            <a:off x="5772240" y="3662280"/>
            <a:ext cx="1271520" cy="12337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Competitors</a:t>
            </a:r>
            <a:endParaRPr b="0" lang="en-US" sz="1600" spc="-1" strike="noStrike">
              <a:solidFill>
                <a:srgbClr val="000000"/>
              </a:solidFill>
              <a:latin typeface="Times New Roman"/>
            </a:endParaRPr>
          </a:p>
        </p:txBody>
      </p:sp>
      <p:sp>
        <p:nvSpPr>
          <p:cNvPr id="1704" name=""/>
          <p:cNvSpPr/>
          <p:nvPr/>
        </p:nvSpPr>
        <p:spPr>
          <a:xfrm>
            <a:off x="3753000" y="4576680"/>
            <a:ext cx="1288800" cy="12319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Suppliers</a:t>
            </a:r>
            <a:endParaRPr b="0" lang="en-US" sz="1600" spc="-1" strike="noStrike">
              <a:solidFill>
                <a:srgbClr val="000000"/>
              </a:solidFill>
              <a:latin typeface="Times New Roman"/>
            </a:endParaRPr>
          </a:p>
        </p:txBody>
      </p:sp>
      <p:sp>
        <p:nvSpPr>
          <p:cNvPr id="1705" name=""/>
          <p:cNvSpPr/>
          <p:nvPr/>
        </p:nvSpPr>
        <p:spPr>
          <a:xfrm flipH="1">
            <a:off x="3105000" y="4295880"/>
            <a:ext cx="2610000" cy="0"/>
          </a:xfrm>
          <a:prstGeom prst="line">
            <a:avLst/>
          </a:prstGeom>
          <a:ln w="12600">
            <a:solidFill>
              <a:srgbClr val="000000"/>
            </a:solidFill>
            <a:miter/>
            <a:headEnd len="lg" type="triangle" w="med"/>
            <a:tail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70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3</a:t>
            </a:r>
            <a:r>
              <a:rPr b="1" lang="en-US" sz="1900" spc="-1" strike="noStrike">
                <a:solidFill>
                  <a:srgbClr val="000000"/>
                </a:solidFill>
                <a:latin typeface="Arial"/>
              </a:rPr>
              <a:t>CS TRIANGLE</a:t>
            </a:r>
            <a:endParaRPr b="1" lang="en-US" sz="1900" spc="-1" strike="noStrike">
              <a:solidFill>
                <a:srgbClr val="000000"/>
              </a:solidFill>
              <a:latin typeface="Arial"/>
            </a:endParaRPr>
          </a:p>
        </p:txBody>
      </p:sp>
      <p:sp>
        <p:nvSpPr>
          <p:cNvPr id="170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70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82FCDAA-1059-4DF7-9224-20EA863148C4}" type="slidenum">
              <a:t>103</a:t>
            </a:fld>
          </a:p>
        </p:txBody>
      </p:sp>
    </p:spTree>
  </p:cSld>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09" name=""/>
          <p:cNvSpPr/>
          <p:nvPr/>
        </p:nvSpPr>
        <p:spPr>
          <a:xfrm flipH="1" flipV="1">
            <a:off x="5217840" y="2976120"/>
            <a:ext cx="717480" cy="677880"/>
          </a:xfrm>
          <a:prstGeom prst="line">
            <a:avLst/>
          </a:prstGeom>
          <a:ln w="12600">
            <a:solidFill>
              <a:srgbClr val="000000"/>
            </a:solidFill>
            <a:miter/>
            <a:tail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710" name=""/>
          <p:cNvSpPr/>
          <p:nvPr/>
        </p:nvSpPr>
        <p:spPr>
          <a:xfrm flipV="1">
            <a:off x="5111640" y="4098600"/>
            <a:ext cx="773280" cy="649080"/>
          </a:xfrm>
          <a:prstGeom prst="line">
            <a:avLst/>
          </a:prstGeom>
          <a:ln w="12600">
            <a:solidFill>
              <a:srgbClr val="000000"/>
            </a:solidFill>
            <a:miter/>
            <a:head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711" name=""/>
          <p:cNvSpPr/>
          <p:nvPr/>
        </p:nvSpPr>
        <p:spPr>
          <a:xfrm>
            <a:off x="4870440" y="3162240"/>
            <a:ext cx="7920" cy="1490760"/>
          </a:xfrm>
          <a:prstGeom prst="line">
            <a:avLst/>
          </a:prstGeom>
          <a:ln w="12600">
            <a:solidFill>
              <a:srgbClr val="000000"/>
            </a:solidFill>
            <a:miter/>
            <a:headEnd len="lg" type="triangle" w="med"/>
            <a:tail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712" name=""/>
          <p:cNvSpPr/>
          <p:nvPr/>
        </p:nvSpPr>
        <p:spPr>
          <a:xfrm>
            <a:off x="5137200" y="2790720"/>
            <a:ext cx="1222200" cy="866880"/>
          </a:xfrm>
          <a:custGeom>
            <a:avLst/>
            <a:gdLst/>
            <a:ahLst/>
            <a:rect l="l" t="t" r="r" b="b"/>
            <a:pathLst>
              <a:path w="864" h="361">
                <a:moveTo>
                  <a:pt x="863" y="0"/>
                </a:moveTo>
                <a:lnTo>
                  <a:pt x="360" y="0"/>
                </a:lnTo>
                <a:lnTo>
                  <a:pt x="0" y="360"/>
                </a:lnTo>
              </a:path>
            </a:pathLst>
          </a:custGeom>
          <a:noFill/>
          <a:ln cap="rnd"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1713" name=""/>
          <p:cNvSpPr/>
          <p:nvPr/>
        </p:nvSpPr>
        <p:spPr>
          <a:xfrm>
            <a:off x="2344680" y="3452760"/>
            <a:ext cx="914400" cy="91440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Skills</a:t>
            </a:r>
            <a:endParaRPr b="0" lang="en-US" sz="1600" spc="-1" strike="noStrike">
              <a:solidFill>
                <a:srgbClr val="000000"/>
              </a:solidFill>
              <a:latin typeface="Times New Roman"/>
            </a:endParaRPr>
          </a:p>
        </p:txBody>
      </p:sp>
      <p:sp>
        <p:nvSpPr>
          <p:cNvPr id="1714" name=""/>
          <p:cNvSpPr/>
          <p:nvPr/>
        </p:nvSpPr>
        <p:spPr>
          <a:xfrm>
            <a:off x="3078000" y="3890880"/>
            <a:ext cx="914400" cy="91440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7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Shared</a:t>
            </a:r>
            <a:endParaRPr b="0" lang="en-US" sz="1600" spc="-1" strike="noStrike">
              <a:solidFill>
                <a:srgbClr val="000000"/>
              </a:solidFill>
              <a:latin typeface="Times New Roman"/>
            </a:endParaRPr>
          </a:p>
          <a:p>
            <a:pPr algn="ctr">
              <a:lnSpc>
                <a:spcPct val="7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values</a:t>
            </a:r>
            <a:endParaRPr b="0" lang="en-US" sz="1600" spc="-1" strike="noStrike">
              <a:solidFill>
                <a:srgbClr val="000000"/>
              </a:solidFill>
              <a:latin typeface="Times New Roman"/>
            </a:endParaRPr>
          </a:p>
        </p:txBody>
      </p:sp>
      <p:sp>
        <p:nvSpPr>
          <p:cNvPr id="1715" name=""/>
          <p:cNvSpPr/>
          <p:nvPr/>
        </p:nvSpPr>
        <p:spPr>
          <a:xfrm>
            <a:off x="3075120" y="3051000"/>
            <a:ext cx="914400" cy="91440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Strategy</a:t>
            </a:r>
            <a:endParaRPr b="0" lang="en-US" sz="1600" spc="-1" strike="noStrike">
              <a:solidFill>
                <a:srgbClr val="000000"/>
              </a:solidFill>
              <a:latin typeface="Times New Roman"/>
            </a:endParaRPr>
          </a:p>
        </p:txBody>
      </p:sp>
      <p:sp>
        <p:nvSpPr>
          <p:cNvPr id="1716" name=""/>
          <p:cNvSpPr/>
          <p:nvPr/>
        </p:nvSpPr>
        <p:spPr>
          <a:xfrm>
            <a:off x="4406760" y="3452760"/>
            <a:ext cx="914400" cy="91440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Staff</a:t>
            </a:r>
            <a:endParaRPr b="0" lang="en-US" sz="1600" spc="-1" strike="noStrike">
              <a:solidFill>
                <a:srgbClr val="000000"/>
              </a:solidFill>
              <a:latin typeface="Times New Roman"/>
            </a:endParaRPr>
          </a:p>
        </p:txBody>
      </p:sp>
      <p:sp>
        <p:nvSpPr>
          <p:cNvPr id="1717" name=""/>
          <p:cNvSpPr/>
          <p:nvPr/>
        </p:nvSpPr>
        <p:spPr>
          <a:xfrm>
            <a:off x="4408560" y="2230560"/>
            <a:ext cx="914400" cy="91728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Structure</a:t>
            </a:r>
            <a:endParaRPr b="0" lang="en-US" sz="1600" spc="-1" strike="noStrike">
              <a:solidFill>
                <a:srgbClr val="000000"/>
              </a:solidFill>
              <a:latin typeface="Times New Roman"/>
            </a:endParaRPr>
          </a:p>
        </p:txBody>
      </p:sp>
      <p:sp>
        <p:nvSpPr>
          <p:cNvPr id="1718" name=""/>
          <p:cNvSpPr/>
          <p:nvPr/>
        </p:nvSpPr>
        <p:spPr>
          <a:xfrm>
            <a:off x="4406760" y="4668840"/>
            <a:ext cx="914400" cy="91440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Systems</a:t>
            </a:r>
            <a:endParaRPr b="0" lang="en-US" sz="1600" spc="-1" strike="noStrike">
              <a:solidFill>
                <a:srgbClr val="000000"/>
              </a:solidFill>
              <a:latin typeface="Times New Roman"/>
            </a:endParaRPr>
          </a:p>
        </p:txBody>
      </p:sp>
      <p:sp>
        <p:nvSpPr>
          <p:cNvPr id="1719" name=""/>
          <p:cNvSpPr/>
          <p:nvPr/>
        </p:nvSpPr>
        <p:spPr>
          <a:xfrm>
            <a:off x="3832200" y="3784680"/>
            <a:ext cx="563760" cy="306360"/>
          </a:xfrm>
          <a:custGeom>
            <a:avLst/>
            <a:gdLst/>
            <a:ahLst/>
            <a:rect l="l" t="t" r="r" b="b"/>
            <a:pathLst>
              <a:path w="353" h="177">
                <a:moveTo>
                  <a:pt x="88" y="32"/>
                </a:moveTo>
                <a:lnTo>
                  <a:pt x="264" y="32"/>
                </a:lnTo>
                <a:lnTo>
                  <a:pt x="264" y="0"/>
                </a:lnTo>
                <a:lnTo>
                  <a:pt x="352" y="88"/>
                </a:lnTo>
                <a:lnTo>
                  <a:pt x="264" y="176"/>
                </a:lnTo>
                <a:lnTo>
                  <a:pt x="264" y="144"/>
                </a:lnTo>
                <a:lnTo>
                  <a:pt x="88" y="144"/>
                </a:lnTo>
                <a:lnTo>
                  <a:pt x="88" y="176"/>
                </a:lnTo>
                <a:lnTo>
                  <a:pt x="0" y="88"/>
                </a:lnTo>
                <a:lnTo>
                  <a:pt x="88" y="0"/>
                </a:lnTo>
                <a:lnTo>
                  <a:pt x="88" y="32"/>
                </a:lnTo>
              </a:path>
            </a:pathLst>
          </a:custGeom>
          <a:solidFill>
            <a:srgbClr val="000000"/>
          </a:solidFill>
          <a:ln cap="rnd"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1720" name=""/>
          <p:cNvSpPr/>
          <p:nvPr/>
        </p:nvSpPr>
        <p:spPr>
          <a:xfrm>
            <a:off x="5365800" y="3914640"/>
            <a:ext cx="471600" cy="0"/>
          </a:xfrm>
          <a:prstGeom prst="line">
            <a:avLst/>
          </a:prstGeom>
          <a:ln w="12600">
            <a:solidFill>
              <a:srgbClr val="000000"/>
            </a:solidFill>
            <a:miter/>
            <a:headEnd len="lg" type="triangle" w="med"/>
            <a:tail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721" name=""/>
          <p:cNvSpPr/>
          <p:nvPr/>
        </p:nvSpPr>
        <p:spPr>
          <a:xfrm>
            <a:off x="5861160" y="3465360"/>
            <a:ext cx="914400" cy="91440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Style</a:t>
            </a:r>
            <a:endParaRPr b="0" lang="en-US" sz="1600" spc="-1" strike="noStrike">
              <a:solidFill>
                <a:srgbClr val="000000"/>
              </a:solidFill>
              <a:latin typeface="Times New Roman"/>
            </a:endParaRPr>
          </a:p>
        </p:txBody>
      </p:sp>
      <p:sp>
        <p:nvSpPr>
          <p:cNvPr id="1722" name=""/>
          <p:cNvSpPr/>
          <p:nvPr/>
        </p:nvSpPr>
        <p:spPr>
          <a:xfrm>
            <a:off x="2317680" y="1876320"/>
            <a:ext cx="1949400" cy="109656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  coherent set of</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actions aimed at gaining a sustainable advantage</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over competition </a:t>
            </a:r>
            <a:endParaRPr b="0" lang="en-US" sz="1600" spc="-1" strike="noStrike">
              <a:solidFill>
                <a:srgbClr val="000000"/>
              </a:solidFill>
              <a:latin typeface="Times New Roman"/>
            </a:endParaRPr>
          </a:p>
        </p:txBody>
      </p:sp>
      <p:sp>
        <p:nvSpPr>
          <p:cNvPr id="1723" name=""/>
          <p:cNvSpPr/>
          <p:nvPr/>
        </p:nvSpPr>
        <p:spPr>
          <a:xfrm>
            <a:off x="4287960" y="1005120"/>
            <a:ext cx="3208320" cy="109656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organization chart and</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accompanying baggage that show</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who reports to whom and how  tasks are both divided up and integrated </a:t>
            </a:r>
            <a:endParaRPr b="0" lang="en-US" sz="1600" spc="-1" strike="noStrike">
              <a:solidFill>
                <a:srgbClr val="000000"/>
              </a:solidFill>
              <a:latin typeface="Times New Roman"/>
            </a:endParaRPr>
          </a:p>
        </p:txBody>
      </p:sp>
      <p:sp>
        <p:nvSpPr>
          <p:cNvPr id="1724" name=""/>
          <p:cNvSpPr/>
          <p:nvPr/>
        </p:nvSpPr>
        <p:spPr>
          <a:xfrm>
            <a:off x="6459480" y="2142360"/>
            <a:ext cx="2075040" cy="131580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people in </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organization,</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considered in</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terms of corporate</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demographics, not</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individual personalities </a:t>
            </a:r>
            <a:endParaRPr b="0" lang="en-US" sz="1600" spc="-1" strike="noStrike">
              <a:solidFill>
                <a:srgbClr val="000000"/>
              </a:solidFill>
              <a:latin typeface="Times New Roman"/>
            </a:endParaRPr>
          </a:p>
        </p:txBody>
      </p:sp>
      <p:sp>
        <p:nvSpPr>
          <p:cNvPr id="1725" name=""/>
          <p:cNvSpPr/>
          <p:nvPr/>
        </p:nvSpPr>
        <p:spPr>
          <a:xfrm>
            <a:off x="5934240" y="4504680"/>
            <a:ext cx="2798640" cy="87732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way managers collectively behave with respect to use of time, attention and symbolic actions </a:t>
            </a:r>
            <a:endParaRPr b="0" lang="en-US" sz="1600" spc="-1" strike="noStrike">
              <a:solidFill>
                <a:srgbClr val="000000"/>
              </a:solidFill>
              <a:latin typeface="Times New Roman"/>
            </a:endParaRPr>
          </a:p>
        </p:txBody>
      </p:sp>
      <p:sp>
        <p:nvSpPr>
          <p:cNvPr id="1726" name=""/>
          <p:cNvSpPr/>
          <p:nvPr/>
        </p:nvSpPr>
        <p:spPr>
          <a:xfrm>
            <a:off x="4498920" y="5626440"/>
            <a:ext cx="3121200" cy="65808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processes and procedures</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through which things get done</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from day-to-day</a:t>
            </a:r>
            <a:endParaRPr b="0" lang="en-US" sz="1600" spc="-1" strike="noStrike">
              <a:solidFill>
                <a:srgbClr val="000000"/>
              </a:solidFill>
              <a:latin typeface="Times New Roman"/>
            </a:endParaRPr>
          </a:p>
        </p:txBody>
      </p:sp>
      <p:sp>
        <p:nvSpPr>
          <p:cNvPr id="1727" name=""/>
          <p:cNvSpPr/>
          <p:nvPr/>
        </p:nvSpPr>
        <p:spPr>
          <a:xfrm>
            <a:off x="1836720" y="4907880"/>
            <a:ext cx="2692440" cy="131580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Those ideas of what is right</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and desirable (in corporate</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and/or individual behavior)</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which are typical of the</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organization  and common</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to most of its members </a:t>
            </a:r>
            <a:endParaRPr b="0" lang="en-US" sz="1600" spc="-1" strike="noStrike">
              <a:solidFill>
                <a:srgbClr val="000000"/>
              </a:solidFill>
              <a:latin typeface="Times New Roman"/>
            </a:endParaRPr>
          </a:p>
        </p:txBody>
      </p:sp>
      <p:sp>
        <p:nvSpPr>
          <p:cNvPr id="1728" name=""/>
          <p:cNvSpPr/>
          <p:nvPr/>
        </p:nvSpPr>
        <p:spPr>
          <a:xfrm>
            <a:off x="506520" y="2788200"/>
            <a:ext cx="1963800" cy="2192760"/>
          </a:xfrm>
          <a:prstGeom prst="rect">
            <a:avLst/>
          </a:prstGeom>
          <a:noFill/>
          <a:ln w="0">
            <a:noFill/>
          </a:ln>
        </p:spPr>
        <p:style>
          <a:lnRef idx="0"/>
          <a:fillRef idx="0"/>
          <a:effectRef idx="0"/>
          <a:fontRef idx="minor"/>
        </p:style>
        <p:txBody>
          <a:bodyPr lIns="0" rIns="0" tIns="0" bIns="0" anchor="ctr">
            <a:spAutoFit/>
          </a:bodyPr>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Capabilities</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possessed by</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organization</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as a whole as</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distinct from</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the individuals.</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Some companies</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perform extraordinary</a:t>
            </a:r>
            <a:endParaRPr b="0" lang="en-US" sz="1600" spc="-1" strike="noStrike">
              <a:solidFill>
                <a:srgbClr val="000000"/>
              </a:solidFill>
              <a:latin typeface="Times New Roman"/>
            </a:endParaRPr>
          </a:p>
          <a:p>
            <a:pPr>
              <a:lnSpc>
                <a:spcPct val="9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feats with ordinary people</a:t>
            </a:r>
            <a:endParaRPr b="0" lang="en-US" sz="1600" spc="-1" strike="noStrike">
              <a:solidFill>
                <a:srgbClr val="000000"/>
              </a:solidFill>
              <a:latin typeface="Times New Roman"/>
            </a:endParaRPr>
          </a:p>
        </p:txBody>
      </p:sp>
      <p:sp>
        <p:nvSpPr>
          <p:cNvPr id="1729" name=""/>
          <p:cNvSpPr/>
          <p:nvPr/>
        </p:nvSpPr>
        <p:spPr>
          <a:xfrm>
            <a:off x="3075120" y="3051000"/>
            <a:ext cx="914400" cy="914400"/>
          </a:xfrm>
          <a:prstGeom prst="ellipse">
            <a:avLst/>
          </a:prstGeom>
          <a:no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endParaRPr b="0" lang="en-US" sz="2400" spc="-1" strike="noStrike">
              <a:solidFill>
                <a:srgbClr val="000000"/>
              </a:solidFill>
              <a:latin typeface="Times New Roman"/>
            </a:endParaRPr>
          </a:p>
        </p:txBody>
      </p:sp>
      <p:sp>
        <p:nvSpPr>
          <p:cNvPr id="1730" name=""/>
          <p:cNvSpPr/>
          <p:nvPr/>
        </p:nvSpPr>
        <p:spPr>
          <a:xfrm>
            <a:off x="2344680" y="3452760"/>
            <a:ext cx="914400" cy="914400"/>
          </a:xfrm>
          <a:prstGeom prst="ellipse">
            <a:avLst/>
          </a:prstGeom>
          <a:no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endParaRPr b="0" lang="en-US" sz="2400" spc="-1" strike="noStrike">
              <a:solidFill>
                <a:srgbClr val="000000"/>
              </a:solidFill>
              <a:latin typeface="Times New Roman"/>
            </a:endParaRPr>
          </a:p>
        </p:txBody>
      </p:sp>
      <p:sp>
        <p:nvSpPr>
          <p:cNvPr id="1731" name=""/>
          <p:cNvSpPr/>
          <p:nvPr/>
        </p:nvSpPr>
        <p:spPr>
          <a:xfrm>
            <a:off x="3078000" y="3890880"/>
            <a:ext cx="914400" cy="914400"/>
          </a:xfrm>
          <a:prstGeom prst="ellipse">
            <a:avLst/>
          </a:prstGeom>
          <a:noFill/>
          <a:ln w="12600">
            <a:solidFill>
              <a:srgbClr val="000000"/>
            </a:solidFill>
            <a:miter/>
          </a:ln>
        </p:spPr>
        <p:style>
          <a:lnRef idx="0"/>
          <a:fillRef idx="0"/>
          <a:effectRef idx="0"/>
          <a:fontRef idx="minor"/>
        </p:style>
        <p:txBody>
          <a:bodyPr wrap="none" lIns="0" rIns="0" tIns="0" bIns="0" anchor="ctr">
            <a:noAutofit/>
          </a:bodyPr>
          <a:p>
            <a:pPr algn="ctr">
              <a:lnSpc>
                <a:spcPct val="7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endParaRPr b="0" lang="en-US" sz="2400" spc="-1" strike="noStrike">
              <a:solidFill>
                <a:srgbClr val="000000"/>
              </a:solidFill>
              <a:latin typeface="Times New Roman"/>
            </a:endParaRPr>
          </a:p>
        </p:txBody>
      </p:sp>
      <p:sp>
        <p:nvSpPr>
          <p:cNvPr id="173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3</a:t>
            </a:r>
            <a:r>
              <a:rPr b="1" lang="en-US" sz="1900" spc="-1" strike="noStrike">
                <a:solidFill>
                  <a:srgbClr val="000000"/>
                </a:solidFill>
                <a:latin typeface="Arial"/>
              </a:rPr>
              <a:t>S-4S</a:t>
            </a:r>
            <a:endParaRPr b="1" lang="en-US" sz="1900" spc="-1" strike="noStrike">
              <a:solidFill>
                <a:srgbClr val="000000"/>
              </a:solidFill>
              <a:latin typeface="Arial"/>
            </a:endParaRPr>
          </a:p>
        </p:txBody>
      </p:sp>
      <p:sp>
        <p:nvSpPr>
          <p:cNvPr id="173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73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9D09A0D-A0A7-406B-8056-951CD59E10EA}" type="slidenum">
              <a:t>104</a:t>
            </a:fld>
          </a:p>
        </p:txBody>
      </p:sp>
    </p:spTree>
  </p:cSld>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35" name=""/>
          <p:cNvSpPr/>
          <p:nvPr/>
        </p:nvSpPr>
        <p:spPr>
          <a:xfrm flipV="1">
            <a:off x="3889440" y="2615760"/>
            <a:ext cx="0" cy="2025720"/>
          </a:xfrm>
          <a:prstGeom prst="line">
            <a:avLst/>
          </a:prstGeom>
          <a:ln w="936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36" name=""/>
          <p:cNvSpPr/>
          <p:nvPr/>
        </p:nvSpPr>
        <p:spPr>
          <a:xfrm flipV="1">
            <a:off x="3906720" y="3038400"/>
            <a:ext cx="1371600" cy="160344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37" name=""/>
          <p:cNvSpPr/>
          <p:nvPr/>
        </p:nvSpPr>
        <p:spPr>
          <a:xfrm flipV="1">
            <a:off x="2502000" y="2440080"/>
            <a:ext cx="1419120" cy="166824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38" name=""/>
          <p:cNvSpPr/>
          <p:nvPr/>
        </p:nvSpPr>
        <p:spPr>
          <a:xfrm flipH="1" flipV="1">
            <a:off x="3911400" y="2440080"/>
            <a:ext cx="1369800" cy="166824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39" name=""/>
          <p:cNvSpPr/>
          <p:nvPr/>
        </p:nvSpPr>
        <p:spPr>
          <a:xfrm flipH="1" flipV="1">
            <a:off x="2501640" y="3052800"/>
            <a:ext cx="1422360" cy="158904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0" name=""/>
          <p:cNvSpPr/>
          <p:nvPr/>
        </p:nvSpPr>
        <p:spPr>
          <a:xfrm flipH="1" flipV="1">
            <a:off x="2452320" y="4179600"/>
            <a:ext cx="1407960" cy="53028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1" name=""/>
          <p:cNvSpPr/>
          <p:nvPr/>
        </p:nvSpPr>
        <p:spPr>
          <a:xfrm flipH="1">
            <a:off x="3938400" y="4221000"/>
            <a:ext cx="1376280" cy="53028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2" name=""/>
          <p:cNvSpPr/>
          <p:nvPr/>
        </p:nvSpPr>
        <p:spPr>
          <a:xfrm flipH="1">
            <a:off x="2481120" y="3597120"/>
            <a:ext cx="1424160" cy="50004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3" name=""/>
          <p:cNvSpPr/>
          <p:nvPr/>
        </p:nvSpPr>
        <p:spPr>
          <a:xfrm>
            <a:off x="3889440" y="3597120"/>
            <a:ext cx="1357200" cy="48420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4" name=""/>
          <p:cNvSpPr/>
          <p:nvPr/>
        </p:nvSpPr>
        <p:spPr>
          <a:xfrm flipV="1">
            <a:off x="3905280" y="3049200"/>
            <a:ext cx="1341360" cy="54756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5" name=""/>
          <p:cNvSpPr/>
          <p:nvPr/>
        </p:nvSpPr>
        <p:spPr>
          <a:xfrm>
            <a:off x="2496960" y="3063960"/>
            <a:ext cx="1408320" cy="53028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6" name=""/>
          <p:cNvSpPr/>
          <p:nvPr/>
        </p:nvSpPr>
        <p:spPr>
          <a:xfrm>
            <a:off x="2481120" y="3052800"/>
            <a:ext cx="2765520" cy="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7" name=""/>
          <p:cNvSpPr/>
          <p:nvPr/>
        </p:nvSpPr>
        <p:spPr>
          <a:xfrm flipV="1">
            <a:off x="2436840" y="3052800"/>
            <a:ext cx="0" cy="105552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8" name=""/>
          <p:cNvSpPr/>
          <p:nvPr/>
        </p:nvSpPr>
        <p:spPr>
          <a:xfrm flipH="1">
            <a:off x="2496600" y="4108320"/>
            <a:ext cx="2768760" cy="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49" name=""/>
          <p:cNvSpPr/>
          <p:nvPr/>
        </p:nvSpPr>
        <p:spPr>
          <a:xfrm>
            <a:off x="5343480" y="3052800"/>
            <a:ext cx="0" cy="105552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50" name=""/>
          <p:cNvSpPr/>
          <p:nvPr/>
        </p:nvSpPr>
        <p:spPr>
          <a:xfrm>
            <a:off x="3986280" y="2354400"/>
            <a:ext cx="1324080" cy="59688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51" name=""/>
          <p:cNvSpPr/>
          <p:nvPr/>
        </p:nvSpPr>
        <p:spPr>
          <a:xfrm flipV="1">
            <a:off x="2496960" y="2314440"/>
            <a:ext cx="1427400" cy="609840"/>
          </a:xfrm>
          <a:prstGeom prst="line">
            <a:avLst/>
          </a:prstGeom>
          <a:ln w="1908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752" name=""/>
          <p:cNvSpPr/>
          <p:nvPr/>
        </p:nvSpPr>
        <p:spPr>
          <a:xfrm>
            <a:off x="3443400" y="2108160"/>
            <a:ext cx="922320" cy="606600"/>
          </a:xfrm>
          <a:prstGeom prst="ellipse">
            <a:avLst/>
          </a:prstGeom>
          <a:solidFill>
            <a:srgbClr val="ffffff"/>
          </a:solidFill>
          <a:ln w="12600">
            <a:solidFill>
              <a:srgbClr val="000000"/>
            </a:solidFill>
            <a:miter/>
          </a:ln>
        </p:spPr>
        <p:style>
          <a:lnRef idx="0"/>
          <a:fillRef idx="0"/>
          <a:effectRef idx="0"/>
          <a:fontRef idx="minor"/>
        </p:style>
        <p:txBody>
          <a:bodyPr wrap="none" lIns="15120" rIns="15120" tIns="7560" bIns="7560" anchor="ctr">
            <a:noAutofit/>
          </a:bodyPr>
          <a:p>
            <a:pPr algn="ct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Style</a:t>
            </a:r>
            <a:endParaRPr b="0" lang="en-US" sz="1600" spc="-1" strike="noStrike">
              <a:solidFill>
                <a:srgbClr val="000000"/>
              </a:solidFill>
              <a:latin typeface="Times New Roman"/>
            </a:endParaRPr>
          </a:p>
        </p:txBody>
      </p:sp>
      <p:sp>
        <p:nvSpPr>
          <p:cNvPr id="1753" name=""/>
          <p:cNvSpPr/>
          <p:nvPr/>
        </p:nvSpPr>
        <p:spPr>
          <a:xfrm>
            <a:off x="3403440" y="4492800"/>
            <a:ext cx="955800" cy="574560"/>
          </a:xfrm>
          <a:prstGeom prst="ellipse">
            <a:avLst/>
          </a:prstGeom>
          <a:solidFill>
            <a:srgbClr val="ffffff"/>
          </a:solidFill>
          <a:ln w="12600">
            <a:solidFill>
              <a:srgbClr val="000000"/>
            </a:solidFill>
            <a:miter/>
          </a:ln>
        </p:spPr>
        <p:style>
          <a:lnRef idx="0"/>
          <a:fillRef idx="0"/>
          <a:effectRef idx="0"/>
          <a:fontRef idx="minor"/>
        </p:style>
        <p:txBody>
          <a:bodyPr wrap="none" lIns="15120" rIns="15120" tIns="7560" bIns="7560" anchor="ctr">
            <a:noAutofit/>
          </a:bodyPr>
          <a:p>
            <a:pPr algn="ct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Structure</a:t>
            </a:r>
            <a:endParaRPr b="0" lang="en-US" sz="1600" spc="-1" strike="noStrike">
              <a:solidFill>
                <a:srgbClr val="000000"/>
              </a:solidFill>
              <a:latin typeface="Times New Roman"/>
            </a:endParaRPr>
          </a:p>
        </p:txBody>
      </p:sp>
      <p:sp>
        <p:nvSpPr>
          <p:cNvPr id="1754" name=""/>
          <p:cNvSpPr/>
          <p:nvPr/>
        </p:nvSpPr>
        <p:spPr>
          <a:xfrm>
            <a:off x="1960560" y="3782880"/>
            <a:ext cx="922320" cy="604800"/>
          </a:xfrm>
          <a:prstGeom prst="ellipse">
            <a:avLst/>
          </a:prstGeom>
          <a:solidFill>
            <a:srgbClr val="ffffff"/>
          </a:solidFill>
          <a:ln w="12600">
            <a:solidFill>
              <a:srgbClr val="000000"/>
            </a:solidFill>
            <a:miter/>
          </a:ln>
        </p:spPr>
        <p:style>
          <a:lnRef idx="0"/>
          <a:fillRef idx="0"/>
          <a:effectRef idx="0"/>
          <a:fontRef idx="minor"/>
        </p:style>
        <p:txBody>
          <a:bodyPr wrap="none" lIns="15120" rIns="15120" tIns="7560" bIns="7560" anchor="ctr">
            <a:noAutofit/>
          </a:bodyPr>
          <a:p>
            <a:pPr algn="ct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Staff</a:t>
            </a:r>
            <a:endParaRPr b="0" lang="en-US" sz="1600" spc="-1" strike="noStrike">
              <a:solidFill>
                <a:srgbClr val="000000"/>
              </a:solidFill>
              <a:latin typeface="Times New Roman"/>
            </a:endParaRPr>
          </a:p>
        </p:txBody>
      </p:sp>
      <p:sp>
        <p:nvSpPr>
          <p:cNvPr id="1755" name=""/>
          <p:cNvSpPr/>
          <p:nvPr/>
        </p:nvSpPr>
        <p:spPr>
          <a:xfrm>
            <a:off x="1960560" y="2709720"/>
            <a:ext cx="922320" cy="603360"/>
          </a:xfrm>
          <a:prstGeom prst="ellipse">
            <a:avLst/>
          </a:prstGeom>
          <a:solidFill>
            <a:srgbClr val="ffffff"/>
          </a:solidFill>
          <a:ln w="12600">
            <a:solidFill>
              <a:srgbClr val="000000"/>
            </a:solidFill>
            <a:miter/>
          </a:ln>
        </p:spPr>
        <p:style>
          <a:lnRef idx="0"/>
          <a:fillRef idx="0"/>
          <a:effectRef idx="0"/>
          <a:fontRef idx="minor"/>
        </p:style>
        <p:txBody>
          <a:bodyPr wrap="none" lIns="15120" rIns="15120" tIns="7560" bIns="7560" anchor="ctr">
            <a:noAutofit/>
          </a:bodyPr>
          <a:p>
            <a:pPr algn="ct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Strategy</a:t>
            </a:r>
            <a:endParaRPr b="0" lang="en-US" sz="1600" spc="-1" strike="noStrike">
              <a:solidFill>
                <a:srgbClr val="000000"/>
              </a:solidFill>
              <a:latin typeface="Times New Roman"/>
            </a:endParaRPr>
          </a:p>
        </p:txBody>
      </p:sp>
      <p:sp>
        <p:nvSpPr>
          <p:cNvPr id="1756" name=""/>
          <p:cNvSpPr/>
          <p:nvPr/>
        </p:nvSpPr>
        <p:spPr>
          <a:xfrm>
            <a:off x="4869000" y="3782880"/>
            <a:ext cx="923760" cy="604800"/>
          </a:xfrm>
          <a:prstGeom prst="ellipse">
            <a:avLst/>
          </a:prstGeom>
          <a:solidFill>
            <a:srgbClr val="ffffff"/>
          </a:solidFill>
          <a:ln w="12600">
            <a:solidFill>
              <a:srgbClr val="000000"/>
            </a:solidFill>
            <a:miter/>
          </a:ln>
        </p:spPr>
        <p:style>
          <a:lnRef idx="0"/>
          <a:fillRef idx="0"/>
          <a:effectRef idx="0"/>
          <a:fontRef idx="minor"/>
        </p:style>
        <p:txBody>
          <a:bodyPr wrap="none" lIns="15120" rIns="15120" tIns="7560" bIns="7560" anchor="ctr">
            <a:noAutofit/>
          </a:bodyPr>
          <a:p>
            <a:pPr algn="ct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Systems</a:t>
            </a:r>
            <a:endParaRPr b="0" lang="en-US" sz="1600" spc="-1" strike="noStrike">
              <a:solidFill>
                <a:srgbClr val="000000"/>
              </a:solidFill>
              <a:latin typeface="Times New Roman"/>
            </a:endParaRPr>
          </a:p>
        </p:txBody>
      </p:sp>
      <p:sp>
        <p:nvSpPr>
          <p:cNvPr id="1757" name=""/>
          <p:cNvSpPr/>
          <p:nvPr/>
        </p:nvSpPr>
        <p:spPr>
          <a:xfrm>
            <a:off x="4819680" y="2709720"/>
            <a:ext cx="922320" cy="603360"/>
          </a:xfrm>
          <a:prstGeom prst="ellipse">
            <a:avLst/>
          </a:prstGeom>
          <a:solidFill>
            <a:srgbClr val="ffffff"/>
          </a:solidFill>
          <a:ln w="12600">
            <a:solidFill>
              <a:srgbClr val="000000"/>
            </a:solidFill>
            <a:miter/>
          </a:ln>
        </p:spPr>
        <p:style>
          <a:lnRef idx="0"/>
          <a:fillRef idx="0"/>
          <a:effectRef idx="0"/>
          <a:fontRef idx="minor"/>
        </p:style>
        <p:txBody>
          <a:bodyPr wrap="none" lIns="15120" rIns="15120" tIns="7560" bIns="7560" anchor="ctr">
            <a:noAutofit/>
          </a:bodyPr>
          <a:p>
            <a:pPr algn="ct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Skills</a:t>
            </a:r>
            <a:endParaRPr b="0" lang="en-US" sz="1600" spc="-1" strike="noStrike">
              <a:solidFill>
                <a:srgbClr val="000000"/>
              </a:solidFill>
              <a:latin typeface="Times New Roman"/>
            </a:endParaRPr>
          </a:p>
        </p:txBody>
      </p:sp>
      <p:sp>
        <p:nvSpPr>
          <p:cNvPr id="1758" name=""/>
          <p:cNvSpPr/>
          <p:nvPr/>
        </p:nvSpPr>
        <p:spPr>
          <a:xfrm>
            <a:off x="3424320" y="3262320"/>
            <a:ext cx="919080" cy="606240"/>
          </a:xfrm>
          <a:prstGeom prst="ellipse">
            <a:avLst/>
          </a:prstGeom>
          <a:solidFill>
            <a:srgbClr val="ffffff"/>
          </a:solidFill>
          <a:ln w="12600">
            <a:solidFill>
              <a:srgbClr val="000000"/>
            </a:solidFill>
            <a:miter/>
          </a:ln>
        </p:spPr>
        <p:style>
          <a:lnRef idx="0"/>
          <a:fillRef idx="0"/>
          <a:effectRef idx="0"/>
          <a:fontRef idx="minor"/>
        </p:style>
        <p:txBody>
          <a:bodyPr wrap="none" lIns="15120" rIns="15120" tIns="7560" bIns="7560" anchor="ctr">
            <a:noAutofit/>
          </a:bodyPr>
          <a:p>
            <a:pPr algn="ct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Shared </a:t>
            </a:r>
            <a:endParaRPr b="0" lang="en-US" sz="1600" spc="-1" strike="noStrike">
              <a:solidFill>
                <a:srgbClr val="000000"/>
              </a:solidFill>
              <a:latin typeface="Times New Roman"/>
            </a:endParaRPr>
          </a:p>
          <a:p>
            <a:pPr algn="ct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values</a:t>
            </a:r>
            <a:endParaRPr b="0" lang="en-US" sz="1600" spc="-1" strike="noStrike">
              <a:solidFill>
                <a:srgbClr val="000000"/>
              </a:solidFill>
              <a:latin typeface="Times New Roman"/>
            </a:endParaRPr>
          </a:p>
        </p:txBody>
      </p:sp>
      <p:sp>
        <p:nvSpPr>
          <p:cNvPr id="1759" name=""/>
          <p:cNvSpPr/>
          <p:nvPr/>
        </p:nvSpPr>
        <p:spPr>
          <a:xfrm>
            <a:off x="2712960" y="1091160"/>
            <a:ext cx="2243160" cy="1111680"/>
          </a:xfrm>
          <a:prstGeom prst="rect">
            <a:avLst/>
          </a:prstGeom>
          <a:noFill/>
          <a:ln w="0">
            <a:noFill/>
          </a:ln>
        </p:spPr>
        <p:style>
          <a:lnRef idx="0"/>
          <a:fillRef idx="0"/>
          <a:effectRef idx="0"/>
          <a:fontRef idx="minor"/>
        </p:style>
        <p:txBody>
          <a:bodyPr lIns="15120" rIns="15120" tIns="7560" bIns="7560" anchor="ctr">
            <a:spAutoFit/>
          </a:bodyPr>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The way managers collectively behave with respect to use of time,</a:t>
            </a:r>
            <a:endParaRPr b="0" lang="en-US" sz="1600" spc="-1" strike="noStrike">
              <a:solidFill>
                <a:srgbClr val="000000"/>
              </a:solidFill>
              <a:latin typeface="Times New Roman"/>
            </a:endParaRPr>
          </a:p>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attention and symbolic actions</a:t>
            </a:r>
            <a:endParaRPr b="0" lang="en-US" sz="1600" spc="-1" strike="noStrike">
              <a:solidFill>
                <a:srgbClr val="000000"/>
              </a:solidFill>
              <a:latin typeface="Times New Roman"/>
            </a:endParaRPr>
          </a:p>
        </p:txBody>
      </p:sp>
      <p:sp>
        <p:nvSpPr>
          <p:cNvPr id="1760" name=""/>
          <p:cNvSpPr/>
          <p:nvPr/>
        </p:nvSpPr>
        <p:spPr>
          <a:xfrm>
            <a:off x="5324400" y="1252080"/>
            <a:ext cx="2826000" cy="1330920"/>
          </a:xfrm>
          <a:prstGeom prst="rect">
            <a:avLst/>
          </a:prstGeom>
          <a:noFill/>
          <a:ln w="0">
            <a:noFill/>
          </a:ln>
        </p:spPr>
        <p:style>
          <a:lnRef idx="0"/>
          <a:fillRef idx="0"/>
          <a:effectRef idx="0"/>
          <a:fontRef idx="minor"/>
        </p:style>
        <p:txBody>
          <a:bodyPr lIns="15120" rIns="15120" tIns="7560" bIns="7560" anchor="ctr">
            <a:spAutoFit/>
          </a:bodyPr>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Capabilities possessed by the organization as a whole as distinct from the individuals. Some companies perform extraordinary feats with ordinary people</a:t>
            </a:r>
            <a:endParaRPr b="0" lang="en-US" sz="1600" spc="-1" strike="noStrike">
              <a:solidFill>
                <a:srgbClr val="000000"/>
              </a:solidFill>
              <a:latin typeface="Times New Roman"/>
            </a:endParaRPr>
          </a:p>
        </p:txBody>
      </p:sp>
      <p:sp>
        <p:nvSpPr>
          <p:cNvPr id="1761" name=""/>
          <p:cNvSpPr/>
          <p:nvPr/>
        </p:nvSpPr>
        <p:spPr>
          <a:xfrm>
            <a:off x="5989680" y="2890440"/>
            <a:ext cx="2655720" cy="1330920"/>
          </a:xfrm>
          <a:prstGeom prst="rect">
            <a:avLst/>
          </a:prstGeom>
          <a:noFill/>
          <a:ln w="0">
            <a:noFill/>
          </a:ln>
        </p:spPr>
        <p:style>
          <a:lnRef idx="0"/>
          <a:fillRef idx="0"/>
          <a:effectRef idx="0"/>
          <a:fontRef idx="minor"/>
        </p:style>
        <p:txBody>
          <a:bodyPr lIns="15120" rIns="15120" tIns="7560" bIns="7560" anchor="ctr">
            <a:spAutoFit/>
          </a:bodyPr>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Those ideas of what is right and desirable (in corporate and/or individual behavior)</a:t>
            </a:r>
            <a:endParaRPr b="0" lang="en-US" sz="1600" spc="-1" strike="noStrike">
              <a:solidFill>
                <a:srgbClr val="000000"/>
              </a:solidFill>
              <a:latin typeface="Times New Roman"/>
            </a:endParaRPr>
          </a:p>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which are typical of the</a:t>
            </a:r>
            <a:endParaRPr b="0" lang="en-US" sz="1600" spc="-1" strike="noStrike">
              <a:solidFill>
                <a:srgbClr val="000000"/>
              </a:solidFill>
              <a:latin typeface="Times New Roman"/>
            </a:endParaRPr>
          </a:p>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organization and common</a:t>
            </a:r>
            <a:endParaRPr b="0" lang="en-US" sz="1600" spc="-1" strike="noStrike">
              <a:solidFill>
                <a:srgbClr val="000000"/>
              </a:solidFill>
              <a:latin typeface="Times New Roman"/>
            </a:endParaRPr>
          </a:p>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to most of its members</a:t>
            </a:r>
            <a:endParaRPr b="0" lang="en-US" sz="1600" spc="-1" strike="noStrike">
              <a:solidFill>
                <a:srgbClr val="000000"/>
              </a:solidFill>
              <a:latin typeface="Times New Roman"/>
            </a:endParaRPr>
          </a:p>
        </p:txBody>
      </p:sp>
      <p:sp>
        <p:nvSpPr>
          <p:cNvPr id="1762" name=""/>
          <p:cNvSpPr/>
          <p:nvPr/>
        </p:nvSpPr>
        <p:spPr>
          <a:xfrm>
            <a:off x="5218200" y="4606560"/>
            <a:ext cx="2157480" cy="892440"/>
          </a:xfrm>
          <a:prstGeom prst="rect">
            <a:avLst/>
          </a:prstGeom>
          <a:noFill/>
          <a:ln w="0">
            <a:noFill/>
          </a:ln>
        </p:spPr>
        <p:style>
          <a:lnRef idx="0"/>
          <a:fillRef idx="0"/>
          <a:effectRef idx="0"/>
          <a:fontRef idx="minor"/>
        </p:style>
        <p:txBody>
          <a:bodyPr lIns="15120" rIns="15120" tIns="7560" bIns="7560" anchor="ctr">
            <a:spAutoFit/>
          </a:bodyPr>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The processes and and procedures through which things get done</a:t>
            </a:r>
            <a:endParaRPr b="0" lang="en-US" sz="1600" spc="-1" strike="noStrike">
              <a:solidFill>
                <a:srgbClr val="000000"/>
              </a:solidFill>
              <a:latin typeface="Times New Roman"/>
            </a:endParaRPr>
          </a:p>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from day-to-day</a:t>
            </a:r>
            <a:endParaRPr b="0" lang="en-US" sz="1600" spc="-1" strike="noStrike">
              <a:solidFill>
                <a:srgbClr val="000000"/>
              </a:solidFill>
              <a:latin typeface="Times New Roman"/>
            </a:endParaRPr>
          </a:p>
        </p:txBody>
      </p:sp>
      <p:sp>
        <p:nvSpPr>
          <p:cNvPr id="1763" name=""/>
          <p:cNvSpPr/>
          <p:nvPr/>
        </p:nvSpPr>
        <p:spPr>
          <a:xfrm>
            <a:off x="2922480" y="5217840"/>
            <a:ext cx="2347920" cy="1330920"/>
          </a:xfrm>
          <a:prstGeom prst="rect">
            <a:avLst/>
          </a:prstGeom>
          <a:noFill/>
          <a:ln w="0">
            <a:noFill/>
          </a:ln>
        </p:spPr>
        <p:style>
          <a:lnRef idx="0"/>
          <a:fillRef idx="0"/>
          <a:effectRef idx="0"/>
          <a:fontRef idx="minor"/>
        </p:style>
        <p:txBody>
          <a:bodyPr lIns="15120" rIns="15120" tIns="7560" bIns="7560" anchor="ctr">
            <a:spAutoFit/>
          </a:bodyPr>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The organization chart and accompanying baggage that show</a:t>
            </a:r>
            <a:endParaRPr b="0" lang="en-US" sz="1600" spc="-1" strike="noStrike">
              <a:solidFill>
                <a:srgbClr val="000000"/>
              </a:solidFill>
              <a:latin typeface="Times New Roman"/>
            </a:endParaRPr>
          </a:p>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who reports to whom </a:t>
            </a:r>
            <a:endParaRPr b="0" lang="en-US" sz="1600" spc="-1" strike="noStrike">
              <a:solidFill>
                <a:srgbClr val="000000"/>
              </a:solidFill>
              <a:latin typeface="Times New Roman"/>
            </a:endParaRPr>
          </a:p>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and how tasks are both divided up and integrated</a:t>
            </a:r>
            <a:endParaRPr b="0" lang="en-US" sz="1600" spc="-1" strike="noStrike">
              <a:solidFill>
                <a:srgbClr val="000000"/>
              </a:solidFill>
              <a:latin typeface="Times New Roman"/>
            </a:endParaRPr>
          </a:p>
        </p:txBody>
      </p:sp>
      <p:sp>
        <p:nvSpPr>
          <p:cNvPr id="1764" name=""/>
          <p:cNvSpPr/>
          <p:nvPr/>
        </p:nvSpPr>
        <p:spPr>
          <a:xfrm>
            <a:off x="401760" y="4342320"/>
            <a:ext cx="2247840" cy="1111680"/>
          </a:xfrm>
          <a:prstGeom prst="rect">
            <a:avLst/>
          </a:prstGeom>
          <a:noFill/>
          <a:ln w="0">
            <a:noFill/>
          </a:ln>
        </p:spPr>
        <p:style>
          <a:lnRef idx="0"/>
          <a:fillRef idx="0"/>
          <a:effectRef idx="0"/>
          <a:fontRef idx="minor"/>
        </p:style>
        <p:txBody>
          <a:bodyPr lIns="15120" rIns="15120" tIns="7560" bIns="7560" anchor="ctr">
            <a:spAutoFit/>
          </a:bodyPr>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The people in the</a:t>
            </a:r>
            <a:endParaRPr b="0" lang="en-US" sz="1600" spc="-1" strike="noStrike">
              <a:solidFill>
                <a:srgbClr val="000000"/>
              </a:solidFill>
              <a:latin typeface="Times New Roman"/>
            </a:endParaRPr>
          </a:p>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organization, considered in terms of corporate demographics, not</a:t>
            </a:r>
            <a:endParaRPr b="0" lang="en-US" sz="1600" spc="-1" strike="noStrike">
              <a:solidFill>
                <a:srgbClr val="000000"/>
              </a:solidFill>
              <a:latin typeface="Times New Roman"/>
            </a:endParaRPr>
          </a:p>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individual personalities</a:t>
            </a:r>
            <a:endParaRPr b="0" lang="en-US" sz="1600" spc="-1" strike="noStrike">
              <a:solidFill>
                <a:srgbClr val="000000"/>
              </a:solidFill>
              <a:latin typeface="Times New Roman"/>
            </a:endParaRPr>
          </a:p>
        </p:txBody>
      </p:sp>
      <p:sp>
        <p:nvSpPr>
          <p:cNvPr id="1765" name=""/>
          <p:cNvSpPr/>
          <p:nvPr/>
        </p:nvSpPr>
        <p:spPr>
          <a:xfrm>
            <a:off x="401760" y="1940400"/>
            <a:ext cx="2170080" cy="1111680"/>
          </a:xfrm>
          <a:prstGeom prst="rect">
            <a:avLst/>
          </a:prstGeom>
          <a:noFill/>
          <a:ln w="0">
            <a:noFill/>
          </a:ln>
        </p:spPr>
        <p:style>
          <a:lnRef idx="0"/>
          <a:fillRef idx="0"/>
          <a:effectRef idx="0"/>
          <a:fontRef idx="minor"/>
        </p:style>
        <p:txBody>
          <a:bodyPr lIns="15120" rIns="15120" tIns="7560" bIns="7560" anchor="ctr">
            <a:spAutoFit/>
          </a:bodyPr>
          <a:p>
            <a:pPr>
              <a:lnSpc>
                <a:spcPct val="9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A coherent set of actions aimed at gaining a sustainable advantage over competition</a:t>
            </a:r>
            <a:endParaRPr b="0" lang="en-US" sz="1600" spc="-1" strike="noStrike">
              <a:solidFill>
                <a:srgbClr val="000000"/>
              </a:solidFill>
              <a:latin typeface="Times New Roman"/>
            </a:endParaRPr>
          </a:p>
        </p:txBody>
      </p:sp>
      <p:sp>
        <p:nvSpPr>
          <p:cNvPr id="1766" name=""/>
          <p:cNvSpPr/>
          <p:nvPr/>
        </p:nvSpPr>
        <p:spPr>
          <a:xfrm>
            <a:off x="4371840" y="3562200"/>
            <a:ext cx="1562400" cy="0"/>
          </a:xfrm>
          <a:prstGeom prst="line">
            <a:avLst/>
          </a:prstGeom>
          <a:ln w="9360">
            <a:solidFill>
              <a:srgbClr val="000000"/>
            </a:solidFill>
            <a:miter/>
            <a:headEnd len="lg"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76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7</a:t>
            </a:r>
            <a:r>
              <a:rPr b="1" lang="en-US" sz="1900" spc="-1" strike="noStrike">
                <a:solidFill>
                  <a:srgbClr val="000000"/>
                </a:solidFill>
                <a:latin typeface="Arial"/>
              </a:rPr>
              <a:t>S</a:t>
            </a:r>
            <a:endParaRPr b="1" lang="en-US" sz="1900" spc="-1" strike="noStrike">
              <a:solidFill>
                <a:srgbClr val="000000"/>
              </a:solidFill>
              <a:latin typeface="Arial"/>
            </a:endParaRPr>
          </a:p>
        </p:txBody>
      </p:sp>
      <p:sp>
        <p:nvSpPr>
          <p:cNvPr id="176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76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AC2669CE-7446-4AF8-B209-465F2D95FC64}" type="slidenum">
              <a:t>105</a:t>
            </a:fld>
          </a:p>
        </p:txBody>
      </p:sp>
    </p:spTree>
  </p:cSld>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70" name=""/>
          <p:cNvSpPr/>
          <p:nvPr/>
        </p:nvSpPr>
        <p:spPr>
          <a:xfrm rot="16200000">
            <a:off x="11880" y="3128400"/>
            <a:ext cx="416088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Competitive position</a:t>
            </a:r>
            <a:endParaRPr b="0" lang="en-US" sz="1600" spc="-1" strike="noStrike">
              <a:solidFill>
                <a:srgbClr val="000000"/>
              </a:solidFill>
              <a:latin typeface="Times New Roman"/>
            </a:endParaRPr>
          </a:p>
        </p:txBody>
      </p:sp>
      <p:sp>
        <p:nvSpPr>
          <p:cNvPr id="1771" name=""/>
          <p:cNvSpPr/>
          <p:nvPr/>
        </p:nvSpPr>
        <p:spPr>
          <a:xfrm rot="16200000">
            <a:off x="1877040" y="4502520"/>
            <a:ext cx="129060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Low</a:t>
            </a:r>
            <a:endParaRPr b="0" lang="en-US" sz="1600" spc="-1" strike="noStrike">
              <a:solidFill>
                <a:srgbClr val="000000"/>
              </a:solidFill>
              <a:latin typeface="Times New Roman"/>
            </a:endParaRPr>
          </a:p>
        </p:txBody>
      </p:sp>
      <p:sp>
        <p:nvSpPr>
          <p:cNvPr id="1772" name=""/>
          <p:cNvSpPr/>
          <p:nvPr/>
        </p:nvSpPr>
        <p:spPr>
          <a:xfrm rot="16200000">
            <a:off x="1892880" y="3056400"/>
            <a:ext cx="125892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Medium</a:t>
            </a:r>
            <a:endParaRPr b="0" lang="en-US" sz="1600" spc="-1" strike="noStrike">
              <a:solidFill>
                <a:srgbClr val="000000"/>
              </a:solidFill>
              <a:latin typeface="Times New Roman"/>
            </a:endParaRPr>
          </a:p>
        </p:txBody>
      </p:sp>
      <p:sp>
        <p:nvSpPr>
          <p:cNvPr id="1773" name=""/>
          <p:cNvSpPr/>
          <p:nvPr/>
        </p:nvSpPr>
        <p:spPr>
          <a:xfrm rot="16200000">
            <a:off x="1871280" y="1611000"/>
            <a:ext cx="132372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High</a:t>
            </a:r>
            <a:endParaRPr b="0" lang="en-US" sz="1600" spc="-1" strike="noStrike">
              <a:solidFill>
                <a:srgbClr val="000000"/>
              </a:solidFill>
              <a:latin typeface="Times New Roman"/>
            </a:endParaRPr>
          </a:p>
        </p:txBody>
      </p:sp>
      <p:sp>
        <p:nvSpPr>
          <p:cNvPr id="1774" name=""/>
          <p:cNvSpPr/>
          <p:nvPr/>
        </p:nvSpPr>
        <p:spPr>
          <a:xfrm>
            <a:off x="2720880" y="5927760"/>
            <a:ext cx="451800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Product/market attractiveness</a:t>
            </a:r>
            <a:endParaRPr b="0" lang="en-US" sz="1600" spc="-1" strike="noStrike">
              <a:solidFill>
                <a:srgbClr val="000000"/>
              </a:solidFill>
              <a:latin typeface="Times New Roman"/>
            </a:endParaRPr>
          </a:p>
        </p:txBody>
      </p:sp>
      <p:sp>
        <p:nvSpPr>
          <p:cNvPr id="1775" name=""/>
          <p:cNvSpPr/>
          <p:nvPr/>
        </p:nvSpPr>
        <p:spPr>
          <a:xfrm>
            <a:off x="2782800" y="5425920"/>
            <a:ext cx="132264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Low</a:t>
            </a:r>
            <a:endParaRPr b="0" lang="en-US" sz="1600" spc="-1" strike="noStrike">
              <a:solidFill>
                <a:srgbClr val="000000"/>
              </a:solidFill>
              <a:latin typeface="Times New Roman"/>
            </a:endParaRPr>
          </a:p>
        </p:txBody>
      </p:sp>
      <p:sp>
        <p:nvSpPr>
          <p:cNvPr id="1776" name=""/>
          <p:cNvSpPr/>
          <p:nvPr/>
        </p:nvSpPr>
        <p:spPr>
          <a:xfrm>
            <a:off x="4334040" y="5425920"/>
            <a:ext cx="129060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Medium</a:t>
            </a:r>
            <a:endParaRPr b="0" lang="en-US" sz="1600" spc="-1" strike="noStrike">
              <a:solidFill>
                <a:srgbClr val="000000"/>
              </a:solidFill>
              <a:latin typeface="Times New Roman"/>
            </a:endParaRPr>
          </a:p>
        </p:txBody>
      </p:sp>
      <p:sp>
        <p:nvSpPr>
          <p:cNvPr id="1777" name=""/>
          <p:cNvSpPr/>
          <p:nvPr/>
        </p:nvSpPr>
        <p:spPr>
          <a:xfrm>
            <a:off x="5870520" y="5425920"/>
            <a:ext cx="120348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High</a:t>
            </a:r>
            <a:endParaRPr b="0" lang="en-US" sz="1600" spc="-1" strike="noStrike">
              <a:solidFill>
                <a:srgbClr val="000000"/>
              </a:solidFill>
              <a:latin typeface="Times New Roman"/>
            </a:endParaRPr>
          </a:p>
        </p:txBody>
      </p:sp>
      <p:sp>
        <p:nvSpPr>
          <p:cNvPr id="1778" name=""/>
          <p:cNvSpPr/>
          <p:nvPr/>
        </p:nvSpPr>
        <p:spPr>
          <a:xfrm>
            <a:off x="2725560" y="1027080"/>
            <a:ext cx="1484640" cy="14382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79" name=""/>
          <p:cNvSpPr/>
          <p:nvPr/>
        </p:nvSpPr>
        <p:spPr>
          <a:xfrm>
            <a:off x="2330280" y="1125360"/>
            <a:ext cx="0" cy="424836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1780" name=""/>
          <p:cNvSpPr/>
          <p:nvPr/>
        </p:nvSpPr>
        <p:spPr>
          <a:xfrm>
            <a:off x="2690640" y="5783400"/>
            <a:ext cx="450072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1781" name=""/>
          <p:cNvSpPr/>
          <p:nvPr/>
        </p:nvSpPr>
        <p:spPr>
          <a:xfrm>
            <a:off x="4186080" y="1027080"/>
            <a:ext cx="1484640" cy="14382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82" name=""/>
          <p:cNvSpPr/>
          <p:nvPr/>
        </p:nvSpPr>
        <p:spPr>
          <a:xfrm>
            <a:off x="5656320" y="1027080"/>
            <a:ext cx="1482840" cy="14382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83" name=""/>
          <p:cNvSpPr/>
          <p:nvPr/>
        </p:nvSpPr>
        <p:spPr>
          <a:xfrm>
            <a:off x="2725560" y="2462040"/>
            <a:ext cx="1484640" cy="143856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84" name=""/>
          <p:cNvSpPr/>
          <p:nvPr/>
        </p:nvSpPr>
        <p:spPr>
          <a:xfrm>
            <a:off x="4186080" y="2462040"/>
            <a:ext cx="1484640" cy="143856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85" name=""/>
          <p:cNvSpPr/>
          <p:nvPr/>
        </p:nvSpPr>
        <p:spPr>
          <a:xfrm>
            <a:off x="5656320" y="2462040"/>
            <a:ext cx="1482840" cy="143856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86" name=""/>
          <p:cNvSpPr/>
          <p:nvPr/>
        </p:nvSpPr>
        <p:spPr>
          <a:xfrm>
            <a:off x="2725560" y="3895560"/>
            <a:ext cx="1484640" cy="143856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87" name=""/>
          <p:cNvSpPr/>
          <p:nvPr/>
        </p:nvSpPr>
        <p:spPr>
          <a:xfrm>
            <a:off x="4186080" y="3895560"/>
            <a:ext cx="1484640" cy="143856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88" name=""/>
          <p:cNvSpPr/>
          <p:nvPr/>
        </p:nvSpPr>
        <p:spPr>
          <a:xfrm>
            <a:off x="5656320" y="3895560"/>
            <a:ext cx="1482840" cy="143856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78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BUSS PORTFOLIO</a:t>
            </a:r>
            <a:endParaRPr b="1" lang="en-US" sz="1900" spc="-1" strike="noStrike">
              <a:solidFill>
                <a:srgbClr val="000000"/>
              </a:solidFill>
              <a:latin typeface="Arial"/>
            </a:endParaRPr>
          </a:p>
        </p:txBody>
      </p:sp>
      <p:sp>
        <p:nvSpPr>
          <p:cNvPr id="179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79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78CD894-72DB-4C3A-A66F-BFF9A06E6661}" type="slidenum">
              <a:t>106</a:t>
            </a:fld>
          </a:p>
        </p:txBody>
      </p:sp>
    </p:spTree>
  </p:cSld>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92" name=""/>
          <p:cNvSpPr/>
          <p:nvPr/>
        </p:nvSpPr>
        <p:spPr>
          <a:xfrm rot="5400000">
            <a:off x="1564920" y="2309760"/>
            <a:ext cx="917640" cy="124164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12600">
            <a:solidFill>
              <a:srgbClr val="000000"/>
            </a:solidFill>
            <a:round/>
          </a:ln>
        </p:spPr>
        <p:style>
          <a:lnRef idx="0"/>
          <a:fillRef idx="0"/>
          <a:effectRef idx="0"/>
          <a:fontRef idx="minor"/>
        </p:style>
        <p:txBody>
          <a:bodyPr wrap="none" lIns="0" rIns="0" tIns="0" bIns="0" anchor="ctr">
            <a:spAutoFit/>
          </a:bodyPr>
          <a:p>
            <a:endParaRPr b="0" lang="en-US" sz="2400" spc="-1" strike="noStrike">
              <a:solidFill>
                <a:srgbClr val="000000"/>
              </a:solidFill>
              <a:latin typeface="Times New Roman"/>
            </a:endParaRPr>
          </a:p>
        </p:txBody>
      </p:sp>
      <p:sp>
        <p:nvSpPr>
          <p:cNvPr id="1793" name=""/>
          <p:cNvSpPr/>
          <p:nvPr/>
        </p:nvSpPr>
        <p:spPr>
          <a:xfrm rot="5400000">
            <a:off x="1657080" y="2349360"/>
            <a:ext cx="765000" cy="1070280"/>
          </a:xfrm>
          <a:prstGeom prst="rect">
            <a:avLst/>
          </a:prstGeom>
          <a:noFill/>
          <a:ln w="0">
            <a:noFill/>
          </a:ln>
        </p:spPr>
        <p:style>
          <a:lnRef idx="0"/>
          <a:fillRef idx="0"/>
          <a:effectRef idx="0"/>
          <a:fontRef idx="minor"/>
        </p:style>
        <p:txBody>
          <a:bodyPr lIns="3600" rIns="3600" tIns="0" bIns="0" anchor="t" anchorCtr="1" rot="10800000">
            <a:noAutofit/>
          </a:bodyPr>
          <a:p>
            <a:endParaRPr b="0" lang="en-US" sz="2400" spc="-1" strike="noStrike">
              <a:solidFill>
                <a:srgbClr val="000000"/>
              </a:solidFill>
              <a:latin typeface="Times New Roman"/>
            </a:endParaRPr>
          </a:p>
        </p:txBody>
      </p:sp>
      <p:sp>
        <p:nvSpPr>
          <p:cNvPr id="1794" name=""/>
          <p:cNvSpPr/>
          <p:nvPr/>
        </p:nvSpPr>
        <p:spPr>
          <a:xfrm>
            <a:off x="1335240" y="1569600"/>
            <a:ext cx="1247760" cy="689400"/>
          </a:xfrm>
          <a:prstGeom prst="ellipse">
            <a:avLst/>
          </a:prstGeom>
          <a:solidFill>
            <a:srgbClr val="909090"/>
          </a:solidFill>
          <a:ln w="12600">
            <a:solidFill>
              <a:srgbClr val="000000"/>
            </a:solidFill>
            <a:miter/>
          </a:ln>
        </p:spPr>
        <p:style>
          <a:lnRef idx="0"/>
          <a:fillRef idx="0"/>
          <a:effectRef idx="0"/>
          <a:fontRef idx="minor"/>
        </p:style>
        <p:txBody>
          <a:bodyPr lIns="0" rIns="0" tIns="0" bIns="0" anchor="ctr" anchorCtr="1">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Change vision</a:t>
            </a:r>
            <a:endParaRPr b="0" lang="en-US" sz="1600" spc="-1" strike="noStrike">
              <a:solidFill>
                <a:srgbClr val="000000"/>
              </a:solidFill>
              <a:latin typeface="Times New Roman"/>
            </a:endParaRPr>
          </a:p>
        </p:txBody>
      </p:sp>
      <p:sp>
        <p:nvSpPr>
          <p:cNvPr id="1795" name=""/>
          <p:cNvSpPr/>
          <p:nvPr/>
        </p:nvSpPr>
        <p:spPr>
          <a:xfrm>
            <a:off x="2647800" y="2467080"/>
            <a:ext cx="1238400" cy="8380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796" name=""/>
          <p:cNvSpPr/>
          <p:nvPr/>
        </p:nvSpPr>
        <p:spPr>
          <a:xfrm>
            <a:off x="3886200" y="2467080"/>
            <a:ext cx="1181160" cy="8380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797" name=""/>
          <p:cNvSpPr/>
          <p:nvPr/>
        </p:nvSpPr>
        <p:spPr>
          <a:xfrm>
            <a:off x="2647800" y="3305160"/>
            <a:ext cx="1238400" cy="8380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798" name=""/>
          <p:cNvSpPr/>
          <p:nvPr/>
        </p:nvSpPr>
        <p:spPr>
          <a:xfrm>
            <a:off x="3886200" y="3305160"/>
            <a:ext cx="1181160" cy="8380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799" name=""/>
          <p:cNvSpPr/>
          <p:nvPr/>
        </p:nvSpPr>
        <p:spPr>
          <a:xfrm>
            <a:off x="2647800" y="4143240"/>
            <a:ext cx="1238400" cy="83844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00" name=""/>
          <p:cNvSpPr/>
          <p:nvPr/>
        </p:nvSpPr>
        <p:spPr>
          <a:xfrm>
            <a:off x="3886200" y="4143240"/>
            <a:ext cx="1181160" cy="83844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01" name=""/>
          <p:cNvSpPr/>
          <p:nvPr/>
        </p:nvSpPr>
        <p:spPr>
          <a:xfrm>
            <a:off x="2647800" y="4981680"/>
            <a:ext cx="1238400" cy="8380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02" name=""/>
          <p:cNvSpPr/>
          <p:nvPr/>
        </p:nvSpPr>
        <p:spPr>
          <a:xfrm>
            <a:off x="3886200" y="4981680"/>
            <a:ext cx="1181160" cy="8380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03" name=""/>
          <p:cNvSpPr/>
          <p:nvPr/>
        </p:nvSpPr>
        <p:spPr>
          <a:xfrm>
            <a:off x="1403280" y="4433760"/>
            <a:ext cx="1243080" cy="257400"/>
          </a:xfrm>
          <a:prstGeom prst="rect">
            <a:avLst/>
          </a:prstGeom>
          <a:solidFill>
            <a:srgbClr val="ffffff"/>
          </a:solidFill>
          <a:ln w="12600">
            <a:solidFill>
              <a:srgbClr val="000000"/>
            </a:solidFill>
            <a:miter/>
          </a:ln>
        </p:spPr>
        <p:style>
          <a:lnRef idx="0"/>
          <a:fillRef idx="0"/>
          <a:effectRef idx="0"/>
          <a:fontRef idx="minor"/>
        </p:style>
        <p:txBody>
          <a:bodyPr lIns="0" rIns="0" tIns="0" bIns="0" anchor="ctr">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04" name=""/>
          <p:cNvSpPr/>
          <p:nvPr/>
        </p:nvSpPr>
        <p:spPr>
          <a:xfrm rot="5400000">
            <a:off x="1564920" y="4821120"/>
            <a:ext cx="917640" cy="124164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12600">
            <a:solidFill>
              <a:srgbClr val="000000"/>
            </a:solidFill>
            <a:round/>
          </a:ln>
        </p:spPr>
        <p:style>
          <a:lnRef idx="0"/>
          <a:fillRef idx="0"/>
          <a:effectRef idx="0"/>
          <a:fontRef idx="minor"/>
        </p:style>
        <p:txBody>
          <a:bodyPr wrap="none" lIns="0" rIns="0" tIns="0" bIns="0" anchor="ctr">
            <a:spAutoFit/>
          </a:bodyPr>
          <a:p>
            <a:endParaRPr b="0" lang="en-US" sz="2400" spc="-1" strike="noStrike">
              <a:solidFill>
                <a:srgbClr val="000000"/>
              </a:solidFill>
              <a:latin typeface="Times New Roman"/>
            </a:endParaRPr>
          </a:p>
        </p:txBody>
      </p:sp>
      <p:sp>
        <p:nvSpPr>
          <p:cNvPr id="1805" name=""/>
          <p:cNvSpPr/>
          <p:nvPr/>
        </p:nvSpPr>
        <p:spPr>
          <a:xfrm rot="5400000">
            <a:off x="1657080" y="4860720"/>
            <a:ext cx="765000" cy="1070280"/>
          </a:xfrm>
          <a:prstGeom prst="rect">
            <a:avLst/>
          </a:prstGeom>
          <a:noFill/>
          <a:ln w="0">
            <a:noFill/>
          </a:ln>
        </p:spPr>
        <p:style>
          <a:lnRef idx="0"/>
          <a:fillRef idx="0"/>
          <a:effectRef idx="0"/>
          <a:fontRef idx="minor"/>
        </p:style>
        <p:txBody>
          <a:bodyPr lIns="3600" rIns="3600" tIns="0" bIns="0" anchor="t" anchorCtr="1" rot="10800000">
            <a:noAutofit/>
          </a:bodyPr>
          <a:p>
            <a:endParaRPr b="0" lang="en-US" sz="2400" spc="-1" strike="noStrike">
              <a:solidFill>
                <a:srgbClr val="000000"/>
              </a:solidFill>
              <a:latin typeface="Times New Roman"/>
            </a:endParaRPr>
          </a:p>
        </p:txBody>
      </p:sp>
      <p:sp>
        <p:nvSpPr>
          <p:cNvPr id="1806" name=""/>
          <p:cNvSpPr/>
          <p:nvPr/>
        </p:nvSpPr>
        <p:spPr>
          <a:xfrm rot="5400000">
            <a:off x="1564920" y="3144600"/>
            <a:ext cx="917640" cy="124164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12600">
            <a:solidFill>
              <a:srgbClr val="000000"/>
            </a:solidFill>
            <a:round/>
          </a:ln>
        </p:spPr>
        <p:style>
          <a:lnRef idx="0"/>
          <a:fillRef idx="0"/>
          <a:effectRef idx="0"/>
          <a:fontRef idx="minor"/>
        </p:style>
        <p:txBody>
          <a:bodyPr wrap="none" lIns="0" rIns="0" tIns="0" bIns="0" anchor="ctr">
            <a:spAutoFit/>
          </a:bodyPr>
          <a:p>
            <a:endParaRPr b="0" lang="en-US" sz="2400" spc="-1" strike="noStrike">
              <a:solidFill>
                <a:srgbClr val="000000"/>
              </a:solidFill>
              <a:latin typeface="Times New Roman"/>
            </a:endParaRPr>
          </a:p>
        </p:txBody>
      </p:sp>
      <p:sp>
        <p:nvSpPr>
          <p:cNvPr id="1807" name=""/>
          <p:cNvSpPr/>
          <p:nvPr/>
        </p:nvSpPr>
        <p:spPr>
          <a:xfrm rot="5400000">
            <a:off x="1656720" y="3184200"/>
            <a:ext cx="765360" cy="1070280"/>
          </a:xfrm>
          <a:prstGeom prst="rect">
            <a:avLst/>
          </a:prstGeom>
          <a:noFill/>
          <a:ln w="0">
            <a:noFill/>
          </a:ln>
        </p:spPr>
        <p:style>
          <a:lnRef idx="0"/>
          <a:fillRef idx="0"/>
          <a:effectRef idx="0"/>
          <a:fontRef idx="minor"/>
        </p:style>
        <p:txBody>
          <a:bodyPr lIns="3600" rIns="3600" tIns="0" bIns="0" anchor="t" anchorCtr="1" rot="10800000">
            <a:noAutofit/>
          </a:bodyPr>
          <a:p>
            <a:endParaRPr b="0" lang="en-US" sz="2400" spc="-1" strike="noStrike">
              <a:solidFill>
                <a:srgbClr val="000000"/>
              </a:solidFill>
              <a:latin typeface="Times New Roman"/>
            </a:endParaRPr>
          </a:p>
        </p:txBody>
      </p:sp>
      <p:sp>
        <p:nvSpPr>
          <p:cNvPr id="1808" name=""/>
          <p:cNvSpPr/>
          <p:nvPr/>
        </p:nvSpPr>
        <p:spPr>
          <a:xfrm>
            <a:off x="1463760" y="2633760"/>
            <a:ext cx="11714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Chief Executive</a:t>
            </a:r>
            <a:endParaRPr b="0" lang="en-US" sz="1600" spc="-1" strike="noStrike">
              <a:solidFill>
                <a:srgbClr val="000000"/>
              </a:solidFill>
              <a:latin typeface="Times New Roman"/>
            </a:endParaRPr>
          </a:p>
        </p:txBody>
      </p:sp>
      <p:sp>
        <p:nvSpPr>
          <p:cNvPr id="1809" name=""/>
          <p:cNvSpPr/>
          <p:nvPr/>
        </p:nvSpPr>
        <p:spPr>
          <a:xfrm>
            <a:off x="1463760" y="3497400"/>
            <a:ext cx="11714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Leadership groups</a:t>
            </a:r>
            <a:endParaRPr b="0" lang="en-US" sz="1600" spc="-1" strike="noStrike">
              <a:solidFill>
                <a:srgbClr val="000000"/>
              </a:solidFill>
              <a:latin typeface="Times New Roman"/>
            </a:endParaRPr>
          </a:p>
        </p:txBody>
      </p:sp>
      <p:sp>
        <p:nvSpPr>
          <p:cNvPr id="1810" name=""/>
          <p:cNvSpPr/>
          <p:nvPr/>
        </p:nvSpPr>
        <p:spPr>
          <a:xfrm>
            <a:off x="1463760" y="4361040"/>
            <a:ext cx="11714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Down the line</a:t>
            </a:r>
            <a:endParaRPr b="0" lang="en-US" sz="1600" spc="-1" strike="noStrike">
              <a:solidFill>
                <a:srgbClr val="000000"/>
              </a:solidFill>
              <a:latin typeface="Times New Roman"/>
            </a:endParaRPr>
          </a:p>
        </p:txBody>
      </p:sp>
      <p:sp>
        <p:nvSpPr>
          <p:cNvPr id="1811" name=""/>
          <p:cNvSpPr/>
          <p:nvPr/>
        </p:nvSpPr>
        <p:spPr>
          <a:xfrm>
            <a:off x="1463760" y="5211720"/>
            <a:ext cx="11714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External constitution</a:t>
            </a:r>
            <a:endParaRPr b="0" lang="en-US" sz="1600" spc="-1" strike="noStrike">
              <a:solidFill>
                <a:srgbClr val="000000"/>
              </a:solidFill>
              <a:latin typeface="Times New Roman"/>
            </a:endParaRPr>
          </a:p>
        </p:txBody>
      </p:sp>
      <p:grpSp>
        <p:nvGrpSpPr>
          <p:cNvPr id="1812" name=""/>
          <p:cNvGrpSpPr/>
          <p:nvPr/>
        </p:nvGrpSpPr>
        <p:grpSpPr>
          <a:xfrm>
            <a:off x="2647800" y="1338120"/>
            <a:ext cx="2705040" cy="1133280"/>
            <a:chOff x="2647800" y="1338120"/>
            <a:chExt cx="2705040" cy="1133280"/>
          </a:xfrm>
        </p:grpSpPr>
        <p:sp>
          <p:nvSpPr>
            <p:cNvPr id="1813" name=""/>
            <p:cNvSpPr/>
            <p:nvPr/>
          </p:nvSpPr>
          <p:spPr>
            <a:xfrm>
              <a:off x="2647800" y="1338120"/>
              <a:ext cx="2705040" cy="566640"/>
            </a:xfrm>
            <a:custGeom>
              <a:avLst/>
              <a:gdLst/>
              <a:ahLst/>
              <a:rect l="l" t="t" r="r" b="b"/>
              <a:pathLst>
                <a:path w="1152" h="288">
                  <a:moveTo>
                    <a:pt x="0" y="0"/>
                  </a:moveTo>
                  <a:lnTo>
                    <a:pt x="1048" y="0"/>
                  </a:lnTo>
                  <a:lnTo>
                    <a:pt x="1152" y="288"/>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0" rIns="0" tIns="0" bIns="0" anchor="ctr" anchorCtr="1">
              <a:noAutofit/>
            </a:bodyPr>
            <a:p>
              <a:endParaRPr b="0" lang="en-US" sz="2400" spc="-1" strike="noStrike">
                <a:solidFill>
                  <a:srgbClr val="000000"/>
                </a:solidFill>
                <a:latin typeface="Times New Roman"/>
              </a:endParaRPr>
            </a:p>
          </p:txBody>
        </p:sp>
        <p:sp>
          <p:nvSpPr>
            <p:cNvPr id="1814" name=""/>
            <p:cNvSpPr/>
            <p:nvPr/>
          </p:nvSpPr>
          <p:spPr>
            <a:xfrm>
              <a:off x="2703960" y="1385280"/>
              <a:ext cx="2404800" cy="425160"/>
            </a:xfrm>
            <a:prstGeom prst="rect">
              <a:avLst/>
            </a:prstGeom>
            <a:noFill/>
            <a:ln w="0">
              <a:noFill/>
            </a:ln>
          </p:spPr>
          <p:style>
            <a:lnRef idx="0"/>
            <a:fillRef idx="0"/>
            <a:effectRef idx="0"/>
            <a:fontRef idx="minor"/>
          </p:style>
          <p:txBody>
            <a:bodyPr lIns="3960" rIns="3960" tIns="0" bIns="0" anchor="ctr" anchorCtr="1">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Commitment</a:t>
              </a:r>
              <a:endParaRPr b="0" lang="en-US" sz="1600" spc="-1" strike="noStrike">
                <a:solidFill>
                  <a:srgbClr val="000000"/>
                </a:solidFill>
                <a:latin typeface="Times New Roman"/>
              </a:endParaRPr>
            </a:p>
          </p:txBody>
        </p:sp>
        <p:sp>
          <p:nvSpPr>
            <p:cNvPr id="1815" name=""/>
            <p:cNvSpPr/>
            <p:nvPr/>
          </p:nvSpPr>
          <p:spPr>
            <a:xfrm>
              <a:off x="2647800" y="1904760"/>
              <a:ext cx="1474920" cy="566640"/>
            </a:xfrm>
            <a:custGeom>
              <a:avLst/>
              <a:gdLst/>
              <a:ahLst/>
              <a:rect l="l" t="t" r="r" b="b"/>
              <a:pathLst>
                <a:path w="628" h="288">
                  <a:moveTo>
                    <a:pt x="628" y="0"/>
                  </a:moveTo>
                  <a:lnTo>
                    <a:pt x="524" y="288"/>
                  </a:lnTo>
                  <a:lnTo>
                    <a:pt x="0" y="288"/>
                  </a:lnTo>
                  <a:lnTo>
                    <a:pt x="0" y="0"/>
                  </a:lnTo>
                  <a:lnTo>
                    <a:pt x="628" y="0"/>
                  </a:lnTo>
                  <a:close/>
                </a:path>
              </a:pathLst>
            </a:custGeom>
            <a:solidFill>
              <a:srgbClr val="ffffff"/>
            </a:solidFill>
            <a:ln w="9360">
              <a:solidFill>
                <a:srgbClr val="000000"/>
              </a:solidFill>
              <a:round/>
            </a:ln>
          </p:spPr>
          <p:style>
            <a:lnRef idx="0"/>
            <a:fillRef idx="0"/>
            <a:effectRef idx="0"/>
            <a:fontRef idx="minor"/>
          </p:style>
          <p:txBody>
            <a:bodyPr wrap="none" lIns="0" rIns="0" tIns="0" bIns="0" anchor="ctr" anchorCtr="1">
              <a:noAutofit/>
            </a:bodyPr>
            <a:p>
              <a:endParaRPr b="0" lang="en-US" sz="2400" spc="-1" strike="noStrike">
                <a:solidFill>
                  <a:srgbClr val="000000"/>
                </a:solidFill>
                <a:latin typeface="Times New Roman"/>
              </a:endParaRPr>
            </a:p>
          </p:txBody>
        </p:sp>
        <p:sp>
          <p:nvSpPr>
            <p:cNvPr id="1816" name=""/>
            <p:cNvSpPr/>
            <p:nvPr/>
          </p:nvSpPr>
          <p:spPr>
            <a:xfrm>
              <a:off x="2703960" y="1951920"/>
              <a:ext cx="1173960" cy="425160"/>
            </a:xfrm>
            <a:prstGeom prst="rect">
              <a:avLst/>
            </a:prstGeom>
            <a:noFill/>
            <a:ln w="0">
              <a:noFill/>
            </a:ln>
          </p:spPr>
          <p:style>
            <a:lnRef idx="0"/>
            <a:fillRef idx="0"/>
            <a:effectRef idx="0"/>
            <a:fontRef idx="minor"/>
          </p:style>
          <p:txBody>
            <a:bodyPr lIns="3960" rIns="3960" tIns="0" bIns="0" anchor="ctr" anchorCtr="1">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Conviction</a:t>
              </a:r>
              <a:endParaRPr b="0" lang="en-US" sz="1600" spc="-1" strike="noStrike">
                <a:solidFill>
                  <a:srgbClr val="000000"/>
                </a:solidFill>
                <a:latin typeface="Times New Roman"/>
              </a:endParaRPr>
            </a:p>
          </p:txBody>
        </p:sp>
        <p:sp>
          <p:nvSpPr>
            <p:cNvPr id="1817" name=""/>
            <p:cNvSpPr/>
            <p:nvPr/>
          </p:nvSpPr>
          <p:spPr>
            <a:xfrm>
              <a:off x="3878280" y="1904760"/>
              <a:ext cx="1474560" cy="566640"/>
            </a:xfrm>
            <a:custGeom>
              <a:avLst/>
              <a:gdLst/>
              <a:ahLst/>
              <a:rect l="l" t="t" r="r" b="b"/>
              <a:pathLst>
                <a:path w="628" h="288">
                  <a:moveTo>
                    <a:pt x="628" y="0"/>
                  </a:moveTo>
                  <a:lnTo>
                    <a:pt x="524" y="288"/>
                  </a:lnTo>
                  <a:lnTo>
                    <a:pt x="0" y="288"/>
                  </a:lnTo>
                  <a:lnTo>
                    <a:pt x="104" y="0"/>
                  </a:lnTo>
                  <a:lnTo>
                    <a:pt x="628" y="0"/>
                  </a:lnTo>
                  <a:close/>
                </a:path>
              </a:pathLst>
            </a:custGeom>
            <a:solidFill>
              <a:srgbClr val="ffffff"/>
            </a:solidFill>
            <a:ln w="9360">
              <a:solidFill>
                <a:srgbClr val="000000"/>
              </a:solidFill>
              <a:round/>
            </a:ln>
          </p:spPr>
          <p:style>
            <a:lnRef idx="0"/>
            <a:fillRef idx="0"/>
            <a:effectRef idx="0"/>
            <a:fontRef idx="minor"/>
          </p:style>
          <p:txBody>
            <a:bodyPr wrap="none" lIns="0" rIns="0" tIns="0" bIns="0" anchor="ctr" anchorCtr="1">
              <a:noAutofit/>
            </a:bodyPr>
            <a:p>
              <a:endParaRPr b="0" lang="en-US" sz="2400" spc="-1" strike="noStrike">
                <a:solidFill>
                  <a:srgbClr val="000000"/>
                </a:solidFill>
                <a:latin typeface="Times New Roman"/>
              </a:endParaRPr>
            </a:p>
          </p:txBody>
        </p:sp>
        <p:sp>
          <p:nvSpPr>
            <p:cNvPr id="1818" name=""/>
            <p:cNvSpPr/>
            <p:nvPr/>
          </p:nvSpPr>
          <p:spPr>
            <a:xfrm>
              <a:off x="4178520" y="1951920"/>
              <a:ext cx="930240" cy="425160"/>
            </a:xfrm>
            <a:prstGeom prst="rect">
              <a:avLst/>
            </a:prstGeom>
            <a:noFill/>
            <a:ln w="0">
              <a:noFill/>
            </a:ln>
          </p:spPr>
          <p:style>
            <a:lnRef idx="0"/>
            <a:fillRef idx="0"/>
            <a:effectRef idx="0"/>
            <a:fontRef idx="minor"/>
          </p:style>
          <p:txBody>
            <a:bodyPr lIns="3960" rIns="3960" tIns="0" bIns="0" anchor="ctr" anchorCtr="1">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Courage</a:t>
              </a:r>
              <a:endParaRPr b="0" lang="en-US" sz="1600" spc="-1" strike="noStrike">
                <a:solidFill>
                  <a:srgbClr val="000000"/>
                </a:solidFill>
                <a:latin typeface="Times New Roman"/>
              </a:endParaRPr>
            </a:p>
          </p:txBody>
        </p:sp>
      </p:grpSp>
      <p:grpSp>
        <p:nvGrpSpPr>
          <p:cNvPr id="1819" name=""/>
          <p:cNvGrpSpPr/>
          <p:nvPr/>
        </p:nvGrpSpPr>
        <p:grpSpPr>
          <a:xfrm>
            <a:off x="5057640" y="1338120"/>
            <a:ext cx="2705040" cy="1133280"/>
            <a:chOff x="5057640" y="1338120"/>
            <a:chExt cx="2705040" cy="1133280"/>
          </a:xfrm>
        </p:grpSpPr>
        <p:sp>
          <p:nvSpPr>
            <p:cNvPr id="1820" name=""/>
            <p:cNvSpPr/>
            <p:nvPr/>
          </p:nvSpPr>
          <p:spPr>
            <a:xfrm>
              <a:off x="5057640" y="1338120"/>
              <a:ext cx="2705040" cy="566640"/>
            </a:xfrm>
            <a:custGeom>
              <a:avLst/>
              <a:gdLst/>
              <a:ahLst/>
              <a:rect l="l" t="t" r="r" b="b"/>
              <a:pathLst>
                <a:path w="1704" h="288">
                  <a:moveTo>
                    <a:pt x="0" y="0"/>
                  </a:moveTo>
                  <a:lnTo>
                    <a:pt x="1600" y="0"/>
                  </a:lnTo>
                  <a:lnTo>
                    <a:pt x="1704" y="288"/>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0" rIns="0" tIns="0" bIns="0" anchor="ctr" anchorCtr="1">
              <a:noAutofit/>
            </a:bodyPr>
            <a:p>
              <a:endParaRPr b="0" lang="en-US" sz="2400" spc="-1" strike="noStrike">
                <a:solidFill>
                  <a:srgbClr val="000000"/>
                </a:solidFill>
                <a:latin typeface="Times New Roman"/>
              </a:endParaRPr>
            </a:p>
          </p:txBody>
        </p:sp>
        <p:sp>
          <p:nvSpPr>
            <p:cNvPr id="1821" name=""/>
            <p:cNvSpPr/>
            <p:nvPr/>
          </p:nvSpPr>
          <p:spPr>
            <a:xfrm>
              <a:off x="5261040" y="1385280"/>
              <a:ext cx="2338200" cy="424800"/>
            </a:xfrm>
            <a:prstGeom prst="rect">
              <a:avLst/>
            </a:prstGeom>
            <a:noFill/>
            <a:ln w="0">
              <a:noFill/>
            </a:ln>
          </p:spPr>
          <p:style>
            <a:lnRef idx="0"/>
            <a:fillRef idx="0"/>
            <a:effectRef idx="0"/>
            <a:fontRef idx="minor"/>
          </p:style>
          <p:txBody>
            <a:bodyPr lIns="3960" rIns="3960" tIns="0" bIns="0" anchor="ctr" anchorCtr="1">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Capability</a:t>
              </a:r>
              <a:endParaRPr b="0" lang="en-US" sz="1600" spc="-1" strike="noStrike">
                <a:solidFill>
                  <a:srgbClr val="000000"/>
                </a:solidFill>
                <a:latin typeface="Times New Roman"/>
              </a:endParaRPr>
            </a:p>
          </p:txBody>
        </p:sp>
        <p:sp>
          <p:nvSpPr>
            <p:cNvPr id="1822" name=""/>
            <p:cNvSpPr/>
            <p:nvPr/>
          </p:nvSpPr>
          <p:spPr>
            <a:xfrm>
              <a:off x="5057640" y="1904760"/>
              <a:ext cx="1434960" cy="566640"/>
            </a:xfrm>
            <a:custGeom>
              <a:avLst/>
              <a:gdLst/>
              <a:ahLst/>
              <a:rect l="l" t="t" r="r" b="b"/>
              <a:pathLst>
                <a:path w="904" h="288">
                  <a:moveTo>
                    <a:pt x="904" y="0"/>
                  </a:moveTo>
                  <a:lnTo>
                    <a:pt x="800" y="288"/>
                  </a:lnTo>
                  <a:lnTo>
                    <a:pt x="0" y="288"/>
                  </a:lnTo>
                  <a:lnTo>
                    <a:pt x="104" y="0"/>
                  </a:lnTo>
                  <a:lnTo>
                    <a:pt x="904" y="0"/>
                  </a:lnTo>
                  <a:close/>
                </a:path>
              </a:pathLst>
            </a:custGeom>
            <a:solidFill>
              <a:srgbClr val="ffffff"/>
            </a:solidFill>
            <a:ln w="9360">
              <a:solidFill>
                <a:srgbClr val="000000"/>
              </a:solidFill>
              <a:round/>
            </a:ln>
          </p:spPr>
          <p:style>
            <a:lnRef idx="0"/>
            <a:fillRef idx="0"/>
            <a:effectRef idx="0"/>
            <a:fontRef idx="minor"/>
          </p:style>
          <p:txBody>
            <a:bodyPr wrap="none" lIns="0" rIns="0" tIns="0" bIns="0" anchor="ctr" anchorCtr="1">
              <a:noAutofit/>
            </a:bodyPr>
            <a:p>
              <a:endParaRPr b="0" lang="en-US" sz="2400" spc="-1" strike="noStrike">
                <a:solidFill>
                  <a:srgbClr val="000000"/>
                </a:solidFill>
                <a:latin typeface="Times New Roman"/>
              </a:endParaRPr>
            </a:p>
          </p:txBody>
        </p:sp>
        <p:sp>
          <p:nvSpPr>
            <p:cNvPr id="1823" name=""/>
            <p:cNvSpPr/>
            <p:nvPr/>
          </p:nvSpPr>
          <p:spPr>
            <a:xfrm>
              <a:off x="5261040" y="1951920"/>
              <a:ext cx="1066680" cy="424800"/>
            </a:xfrm>
            <a:prstGeom prst="rect">
              <a:avLst/>
            </a:prstGeom>
            <a:noFill/>
            <a:ln w="0">
              <a:noFill/>
            </a:ln>
          </p:spPr>
          <p:style>
            <a:lnRef idx="0"/>
            <a:fillRef idx="0"/>
            <a:effectRef idx="0"/>
            <a:fontRef idx="minor"/>
          </p:style>
          <p:txBody>
            <a:bodyPr lIns="3960" rIns="3960" tIns="0" bIns="0" anchor="ctr" anchorCtr="1">
              <a:normAutofit fontScale="87465"/>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Individual activity</a:t>
              </a:r>
              <a:endParaRPr b="0" lang="en-US" sz="1600" spc="-1" strike="noStrike">
                <a:solidFill>
                  <a:srgbClr val="000000"/>
                </a:solidFill>
                <a:latin typeface="Times New Roman"/>
              </a:endParaRPr>
            </a:p>
          </p:txBody>
        </p:sp>
        <p:sp>
          <p:nvSpPr>
            <p:cNvPr id="1824" name=""/>
            <p:cNvSpPr/>
            <p:nvPr/>
          </p:nvSpPr>
          <p:spPr>
            <a:xfrm>
              <a:off x="6327720" y="1904760"/>
              <a:ext cx="1434960" cy="566640"/>
            </a:xfrm>
            <a:custGeom>
              <a:avLst/>
              <a:gdLst/>
              <a:ahLst/>
              <a:rect l="l" t="t" r="r" b="b"/>
              <a:pathLst>
                <a:path w="904" h="288">
                  <a:moveTo>
                    <a:pt x="904" y="0"/>
                  </a:moveTo>
                  <a:lnTo>
                    <a:pt x="800" y="288"/>
                  </a:lnTo>
                  <a:lnTo>
                    <a:pt x="0" y="288"/>
                  </a:lnTo>
                  <a:lnTo>
                    <a:pt x="104" y="0"/>
                  </a:lnTo>
                  <a:lnTo>
                    <a:pt x="904" y="0"/>
                  </a:lnTo>
                  <a:close/>
                </a:path>
              </a:pathLst>
            </a:custGeom>
            <a:solidFill>
              <a:srgbClr val="ffffff"/>
            </a:solidFill>
            <a:ln w="9360">
              <a:solidFill>
                <a:srgbClr val="000000"/>
              </a:solidFill>
              <a:round/>
            </a:ln>
          </p:spPr>
          <p:style>
            <a:lnRef idx="0"/>
            <a:fillRef idx="0"/>
            <a:effectRef idx="0"/>
            <a:fontRef idx="minor"/>
          </p:style>
          <p:txBody>
            <a:bodyPr wrap="none" lIns="0" rIns="0" tIns="0" bIns="0" anchor="ctr" anchorCtr="1">
              <a:noAutofit/>
            </a:bodyPr>
            <a:p>
              <a:endParaRPr b="0" lang="en-US" sz="2400" spc="-1" strike="noStrike">
                <a:solidFill>
                  <a:srgbClr val="000000"/>
                </a:solidFill>
                <a:latin typeface="Times New Roman"/>
              </a:endParaRPr>
            </a:p>
          </p:txBody>
        </p:sp>
        <p:sp>
          <p:nvSpPr>
            <p:cNvPr id="1825" name=""/>
            <p:cNvSpPr/>
            <p:nvPr/>
          </p:nvSpPr>
          <p:spPr>
            <a:xfrm>
              <a:off x="6530760" y="1951920"/>
              <a:ext cx="1067040" cy="424800"/>
            </a:xfrm>
            <a:prstGeom prst="rect">
              <a:avLst/>
            </a:prstGeom>
            <a:noFill/>
            <a:ln w="0">
              <a:noFill/>
            </a:ln>
          </p:spPr>
          <p:style>
            <a:lnRef idx="0"/>
            <a:fillRef idx="0"/>
            <a:effectRef idx="0"/>
            <a:fontRef idx="minor"/>
          </p:style>
          <p:txBody>
            <a:bodyPr lIns="3960" rIns="3960" tIns="0" bIns="0" anchor="ctr" anchorCtr="1">
              <a:normAutofit fontScale="87465"/>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Enabling devices</a:t>
              </a:r>
              <a:endParaRPr b="0" lang="en-US" sz="1600" spc="-1" strike="noStrike">
                <a:solidFill>
                  <a:srgbClr val="000000"/>
                </a:solidFill>
                <a:latin typeface="Times New Roman"/>
              </a:endParaRPr>
            </a:p>
          </p:txBody>
        </p:sp>
      </p:grpSp>
      <p:sp>
        <p:nvSpPr>
          <p:cNvPr id="1826" name=""/>
          <p:cNvSpPr/>
          <p:nvPr/>
        </p:nvSpPr>
        <p:spPr>
          <a:xfrm>
            <a:off x="5067360" y="2471760"/>
            <a:ext cx="1262160" cy="83340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27" name=""/>
          <p:cNvSpPr/>
          <p:nvPr/>
        </p:nvSpPr>
        <p:spPr>
          <a:xfrm>
            <a:off x="5067360" y="3305160"/>
            <a:ext cx="1262160" cy="8398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28" name=""/>
          <p:cNvSpPr/>
          <p:nvPr/>
        </p:nvSpPr>
        <p:spPr>
          <a:xfrm>
            <a:off x="5067360" y="4145040"/>
            <a:ext cx="1262160" cy="8398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29" name=""/>
          <p:cNvSpPr/>
          <p:nvPr/>
        </p:nvSpPr>
        <p:spPr>
          <a:xfrm>
            <a:off x="5067360" y="4981680"/>
            <a:ext cx="1262160" cy="83952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30" name=""/>
          <p:cNvSpPr/>
          <p:nvPr/>
        </p:nvSpPr>
        <p:spPr>
          <a:xfrm>
            <a:off x="6323040" y="2471760"/>
            <a:ext cx="1262160" cy="83340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31" name=""/>
          <p:cNvSpPr/>
          <p:nvPr/>
        </p:nvSpPr>
        <p:spPr>
          <a:xfrm>
            <a:off x="6323040" y="3305160"/>
            <a:ext cx="1262160" cy="8398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32" name=""/>
          <p:cNvSpPr/>
          <p:nvPr/>
        </p:nvSpPr>
        <p:spPr>
          <a:xfrm>
            <a:off x="6323040" y="4145040"/>
            <a:ext cx="1262160" cy="83988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33" name=""/>
          <p:cNvSpPr/>
          <p:nvPr/>
        </p:nvSpPr>
        <p:spPr>
          <a:xfrm>
            <a:off x="6323040" y="4981680"/>
            <a:ext cx="1262160" cy="839520"/>
          </a:xfrm>
          <a:prstGeom prst="rect">
            <a:avLst/>
          </a:prstGeom>
          <a:solidFill>
            <a:srgbClr val="ffffff"/>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183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CHANGE BOARD</a:t>
            </a:r>
            <a:endParaRPr b="1" lang="en-US" sz="1900" spc="-1" strike="noStrike">
              <a:solidFill>
                <a:srgbClr val="000000"/>
              </a:solidFill>
              <a:latin typeface="Arial"/>
            </a:endParaRPr>
          </a:p>
        </p:txBody>
      </p:sp>
      <p:sp>
        <p:nvSpPr>
          <p:cNvPr id="183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83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0593FA49-C4A5-4C26-9670-0846AB69451B}" type="slidenum">
              <a:t>107</a:t>
            </a:fld>
          </a:p>
        </p:txBody>
      </p:sp>
    </p:spTree>
  </p:cSld>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37" name=""/>
          <p:cNvSpPr/>
          <p:nvPr/>
        </p:nvSpPr>
        <p:spPr>
          <a:xfrm>
            <a:off x="1957320" y="2106720"/>
            <a:ext cx="4714920" cy="2921040"/>
          </a:xfrm>
          <a:prstGeom prst="ellipse">
            <a:avLst/>
          </a:prstGeom>
          <a:solidFill>
            <a:srgbClr val="d0d0d0"/>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38" name=""/>
          <p:cNvSpPr/>
          <p:nvPr/>
        </p:nvSpPr>
        <p:spPr>
          <a:xfrm>
            <a:off x="3386160" y="2602080"/>
            <a:ext cx="1808280" cy="1992240"/>
          </a:xfrm>
          <a:prstGeom prst="rect">
            <a:avLst/>
          </a:prstGeom>
          <a:solidFill>
            <a:srgbClr val="909090"/>
          </a:solidFill>
          <a:ln w="12600">
            <a:solidFill>
              <a:srgbClr val="000000"/>
            </a:solidFill>
            <a:miter/>
          </a:ln>
        </p:spPr>
        <p:style>
          <a:lnRef idx="0"/>
          <a:fillRef idx="0"/>
          <a:effectRef idx="0"/>
          <a:fontRef idx="minor"/>
        </p:style>
        <p:txBody>
          <a:bodyPr wrap="none" lIns="15120" rIns="15120" tIns="7560" bIns="756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39" name=""/>
          <p:cNvSpPr/>
          <p:nvPr/>
        </p:nvSpPr>
        <p:spPr>
          <a:xfrm flipV="1">
            <a:off x="3419640" y="2638080"/>
            <a:ext cx="1741320" cy="1919160"/>
          </a:xfrm>
          <a:prstGeom prst="line">
            <a:avLst/>
          </a:prstGeom>
          <a:ln w="936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840" name=""/>
          <p:cNvSpPr/>
          <p:nvPr/>
        </p:nvSpPr>
        <p:spPr>
          <a:xfrm>
            <a:off x="3257640" y="2612880"/>
            <a:ext cx="2065320" cy="1971720"/>
          </a:xfrm>
          <a:prstGeom prst="line">
            <a:avLst/>
          </a:prstGeom>
          <a:ln w="9360">
            <a:solidFill>
              <a:srgbClr val="000000"/>
            </a:solidFill>
            <a:miter/>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841" name=""/>
          <p:cNvSpPr/>
          <p:nvPr/>
        </p:nvSpPr>
        <p:spPr>
          <a:xfrm>
            <a:off x="3641760" y="3121200"/>
            <a:ext cx="1297080" cy="954000"/>
          </a:xfrm>
          <a:custGeom>
            <a:avLst/>
            <a:gdLst/>
            <a:ahLst/>
            <a:rect l="l" t="t" r="r" b="b"/>
            <a:pathLst>
              <a:path w="601" h="457">
                <a:moveTo>
                  <a:pt x="0" y="456"/>
                </a:moveTo>
                <a:lnTo>
                  <a:pt x="600" y="456"/>
                </a:lnTo>
                <a:lnTo>
                  <a:pt x="304" y="0"/>
                </a:lnTo>
                <a:lnTo>
                  <a:pt x="0" y="456"/>
                </a:lnTo>
              </a:path>
            </a:pathLst>
          </a:custGeom>
          <a:solidFill>
            <a:srgbClr val="000000"/>
          </a:solidFill>
          <a:ln cap="rnd" w="12600">
            <a:solidFill>
              <a:srgbClr val="000000"/>
            </a:solidFill>
            <a:round/>
          </a:ln>
        </p:spPr>
        <p:style>
          <a:lnRef idx="0"/>
          <a:fillRef idx="0"/>
          <a:effectRef idx="0"/>
          <a:fontRef idx="minor"/>
        </p:style>
        <p:txBody>
          <a:bodyPr wrap="none" lIns="15120" rIns="15120" tIns="7560" bIns="7560" anchor="ctr">
            <a:noAutofit/>
          </a:bodyPr>
          <a:p>
            <a:endParaRPr b="0" lang="en-US" sz="2400" spc="-1" strike="noStrike">
              <a:solidFill>
                <a:srgbClr val="000000"/>
              </a:solidFill>
              <a:latin typeface="Times New Roman"/>
            </a:endParaRPr>
          </a:p>
        </p:txBody>
      </p:sp>
      <p:sp>
        <p:nvSpPr>
          <p:cNvPr id="1842" name=""/>
          <p:cNvSpPr/>
          <p:nvPr/>
        </p:nvSpPr>
        <p:spPr>
          <a:xfrm>
            <a:off x="3692520" y="3608280"/>
            <a:ext cx="1015920" cy="482760"/>
          </a:xfrm>
          <a:prstGeom prst="rect">
            <a:avLst/>
          </a:prstGeom>
          <a:noFill/>
          <a:ln w="0">
            <a:noFill/>
          </a:ln>
          <a:effectLst>
            <a:outerShdw dist="17819" dir="2700000" blurRad="0" rotWithShape="0">
              <a:srgbClr val="000000"/>
            </a:outerShdw>
          </a:effectLst>
        </p:spPr>
        <p:style>
          <a:lnRef idx="0"/>
          <a:fillRef idx="0"/>
          <a:effectRef idx="0"/>
          <a:fontRef idx="minor"/>
        </p:style>
        <p:txBody>
          <a:bodyPr wrap="none" lIns="15120" rIns="15120" tIns="7560" bIns="7560" anchor="ctr">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i="1" lang="zh-CN" sz="1600" spc="-1" strike="noStrike">
                <a:solidFill>
                  <a:srgbClr val="000000"/>
                </a:solidFill>
                <a:latin typeface="Arial"/>
                <a:ea typeface="宋体"/>
              </a:rPr>
              <a:t> </a:t>
            </a:r>
            <a:r>
              <a:rPr b="1" i="1" lang="en-US" sz="1600" spc="-1" strike="noStrike">
                <a:solidFill>
                  <a:srgbClr val="000000"/>
                </a:solidFill>
                <a:latin typeface="Arial"/>
                <a:ea typeface="宋体"/>
              </a:rPr>
              <a:t>Delta </a:t>
            </a:r>
            <a:r>
              <a:rPr b="1" i="1" lang="en-US" sz="4000" spc="-1" strike="noStrike">
                <a:solidFill>
                  <a:srgbClr val="000000"/>
                </a:solidFill>
                <a:latin typeface="Arial"/>
                <a:ea typeface="宋体"/>
              </a:rPr>
              <a:t>P</a:t>
            </a:r>
            <a:r>
              <a:rPr b="1" i="1" lang="en-US" sz="1600" spc="-1" strike="noStrike">
                <a:solidFill>
                  <a:srgbClr val="000000"/>
                </a:solidFill>
                <a:latin typeface="Arial"/>
                <a:ea typeface="宋体"/>
              </a:rPr>
              <a:t> </a:t>
            </a:r>
            <a:endParaRPr b="0" lang="en-US" sz="1600" spc="-1" strike="noStrike">
              <a:solidFill>
                <a:srgbClr val="000000"/>
              </a:solidFill>
              <a:latin typeface="Times New Roman"/>
            </a:endParaRPr>
          </a:p>
        </p:txBody>
      </p:sp>
      <p:sp>
        <p:nvSpPr>
          <p:cNvPr id="1843" name=""/>
          <p:cNvSpPr/>
          <p:nvPr/>
        </p:nvSpPr>
        <p:spPr>
          <a:xfrm>
            <a:off x="1274760" y="3222720"/>
            <a:ext cx="1820880" cy="99684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Vision and</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Leadership</a:t>
            </a:r>
            <a:endParaRPr b="0" lang="en-US" sz="1600" spc="-1" strike="noStrike">
              <a:solidFill>
                <a:srgbClr val="000000"/>
              </a:solidFill>
              <a:latin typeface="Times New Roman"/>
            </a:endParaRPr>
          </a:p>
        </p:txBody>
      </p:sp>
      <p:sp>
        <p:nvSpPr>
          <p:cNvPr id="1844" name=""/>
          <p:cNvSpPr/>
          <p:nvPr/>
        </p:nvSpPr>
        <p:spPr>
          <a:xfrm>
            <a:off x="5607000" y="3213000"/>
            <a:ext cx="1833480" cy="10051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Organizational</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Infrastructure</a:t>
            </a:r>
            <a:endParaRPr b="0" lang="en-US" sz="1600" spc="-1" strike="noStrike">
              <a:solidFill>
                <a:srgbClr val="000000"/>
              </a:solidFill>
              <a:latin typeface="Times New Roman"/>
            </a:endParaRPr>
          </a:p>
        </p:txBody>
      </p:sp>
      <p:sp>
        <p:nvSpPr>
          <p:cNvPr id="1845" name=""/>
          <p:cNvSpPr/>
          <p:nvPr/>
        </p:nvSpPr>
        <p:spPr>
          <a:xfrm>
            <a:off x="2454120" y="2279520"/>
            <a:ext cx="1820880" cy="997200"/>
          </a:xfrm>
          <a:prstGeom prst="ellipse">
            <a:avLst/>
          </a:prstGeom>
          <a:solidFill>
            <a:srgbClr val="ffffff"/>
          </a:solidFill>
          <a:ln w="936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Performance</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Measurement</a:t>
            </a:r>
            <a:endParaRPr b="0" lang="en-US" sz="1600" spc="-1" strike="noStrike">
              <a:solidFill>
                <a:srgbClr val="000000"/>
              </a:solidFill>
              <a:latin typeface="Times New Roman"/>
            </a:endParaRPr>
          </a:p>
        </p:txBody>
      </p:sp>
      <p:sp>
        <p:nvSpPr>
          <p:cNvPr id="1846" name=""/>
          <p:cNvSpPr/>
          <p:nvPr/>
        </p:nvSpPr>
        <p:spPr>
          <a:xfrm>
            <a:off x="4394160" y="4111560"/>
            <a:ext cx="1820880" cy="100008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People</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Development</a:t>
            </a:r>
            <a:endParaRPr b="0" lang="en-US" sz="1600" spc="-1" strike="noStrike">
              <a:solidFill>
                <a:srgbClr val="000000"/>
              </a:solidFill>
              <a:latin typeface="Times New Roman"/>
            </a:endParaRPr>
          </a:p>
        </p:txBody>
      </p:sp>
      <p:sp>
        <p:nvSpPr>
          <p:cNvPr id="1847" name=""/>
          <p:cNvSpPr/>
          <p:nvPr/>
        </p:nvSpPr>
        <p:spPr>
          <a:xfrm>
            <a:off x="4394160" y="2279520"/>
            <a:ext cx="1827360" cy="100008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Communications</a:t>
            </a:r>
            <a:endParaRPr b="0" lang="en-US" sz="1600" spc="-1" strike="noStrike">
              <a:solidFill>
                <a:srgbClr val="000000"/>
              </a:solidFill>
              <a:latin typeface="Times New Roman"/>
            </a:endParaRPr>
          </a:p>
        </p:txBody>
      </p:sp>
      <p:sp>
        <p:nvSpPr>
          <p:cNvPr id="1848" name=""/>
          <p:cNvSpPr/>
          <p:nvPr/>
        </p:nvSpPr>
        <p:spPr>
          <a:xfrm>
            <a:off x="2473200" y="4106880"/>
            <a:ext cx="1822680" cy="100476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Problem </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Solving</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Process</a:t>
            </a:r>
            <a:endParaRPr b="0" lang="en-US" sz="1600" spc="-1" strike="noStrike">
              <a:solidFill>
                <a:srgbClr val="000000"/>
              </a:solidFill>
              <a:latin typeface="Times New Roman"/>
            </a:endParaRPr>
          </a:p>
        </p:txBody>
      </p:sp>
      <p:sp>
        <p:nvSpPr>
          <p:cNvPr id="1849" name=""/>
          <p:cNvSpPr/>
          <p:nvPr/>
        </p:nvSpPr>
        <p:spPr>
          <a:xfrm>
            <a:off x="3009960" y="3646440"/>
            <a:ext cx="741240" cy="0"/>
          </a:xfrm>
          <a:prstGeom prst="line">
            <a:avLst/>
          </a:prstGeom>
          <a:ln w="12600">
            <a:solidFill>
              <a:srgbClr val="000000"/>
            </a:solidFill>
            <a:miter/>
            <a:headEnd len="lg" type="triangle" w="med"/>
            <a:tailEnd len="lg" type="triangle" w="med"/>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850" name=""/>
          <p:cNvSpPr/>
          <p:nvPr/>
        </p:nvSpPr>
        <p:spPr>
          <a:xfrm>
            <a:off x="4815000" y="3641760"/>
            <a:ext cx="738000" cy="0"/>
          </a:xfrm>
          <a:prstGeom prst="line">
            <a:avLst/>
          </a:prstGeom>
          <a:ln w="12600">
            <a:solidFill>
              <a:srgbClr val="000000"/>
            </a:solidFill>
            <a:miter/>
            <a:headEnd len="lg" type="triangle" w="med"/>
            <a:tailEnd len="lg" type="triangle" w="med"/>
          </a:ln>
        </p:spPr>
        <p:style>
          <a:lnRef idx="0"/>
          <a:fillRef idx="0"/>
          <a:effectRef idx="0"/>
          <a:fontRef idx="minor"/>
        </p:style>
        <p:txBody>
          <a:bodyPr lIns="15120" rIns="15120" tIns="-7560" bIns="-7560" anchor="ctr">
            <a:noAutofit/>
          </a:bodyPr>
          <a:p>
            <a:endParaRPr b="0" lang="en-US" sz="2400" spc="-1" strike="noStrike">
              <a:solidFill>
                <a:srgbClr val="000000"/>
              </a:solidFill>
              <a:latin typeface="Times New Roman"/>
            </a:endParaRPr>
          </a:p>
        </p:txBody>
      </p:sp>
      <p:sp>
        <p:nvSpPr>
          <p:cNvPr id="1851" name=""/>
          <p:cNvSpPr/>
          <p:nvPr/>
        </p:nvSpPr>
        <p:spPr>
          <a:xfrm>
            <a:off x="5537160" y="4570560"/>
            <a:ext cx="3035520" cy="1801800"/>
          </a:xfrm>
          <a:custGeom>
            <a:avLst/>
            <a:gdLst/>
            <a:ahLst/>
            <a:rect l="l" t="t" r="r" b="b"/>
            <a:pathLst>
              <a:path w="1912" h="1135">
                <a:moveTo>
                  <a:pt x="392" y="0"/>
                </a:moveTo>
                <a:lnTo>
                  <a:pt x="1912" y="0"/>
                </a:lnTo>
                <a:lnTo>
                  <a:pt x="1912" y="1135"/>
                </a:lnTo>
                <a:lnTo>
                  <a:pt x="392" y="1135"/>
                </a:lnTo>
                <a:lnTo>
                  <a:pt x="392" y="407"/>
                </a:lnTo>
                <a:lnTo>
                  <a:pt x="0" y="185"/>
                </a:lnTo>
                <a:lnTo>
                  <a:pt x="392" y="248"/>
                </a:lnTo>
                <a:lnTo>
                  <a:pt x="392" y="0"/>
                </a:lnTo>
                <a:close/>
              </a:path>
            </a:pathLst>
          </a:custGeom>
          <a:solidFill>
            <a:srgbClr val="ffffff"/>
          </a:solidFill>
          <a:ln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1852" name=""/>
          <p:cNvSpPr/>
          <p:nvPr/>
        </p:nvSpPr>
        <p:spPr>
          <a:xfrm>
            <a:off x="6216480" y="4653000"/>
            <a:ext cx="2303640" cy="1706400"/>
          </a:xfrm>
          <a:prstGeom prst="rect">
            <a:avLst/>
          </a:prstGeom>
          <a:noFill/>
          <a:ln w="0">
            <a:noFill/>
          </a:ln>
        </p:spPr>
        <p:style>
          <a:lnRef idx="0"/>
          <a:fillRef idx="0"/>
          <a:effectRef idx="0"/>
          <a:fontRef idx="minor"/>
        </p:style>
        <p:txBody>
          <a:bodyPr lIns="0" rIns="0" tIns="0" bIns="0" anchor="t">
            <a:spAutoFit/>
          </a:bodyPr>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Client managers (particularly middle management) have</a:t>
            </a:r>
            <a:br>
              <a:rPr sz="1600"/>
            </a:br>
            <a:r>
              <a:rPr b="0" lang="en-US" sz="1600" spc="-1" strike="noStrike">
                <a:solidFill>
                  <a:srgbClr val="000000"/>
                </a:solidFill>
                <a:latin typeface="Arial"/>
                <a:ea typeface="宋体"/>
              </a:rPr>
              <a:t>skill to lead program</a:t>
            </a:r>
            <a:br>
              <a:rPr sz="1600"/>
            </a:br>
            <a:r>
              <a:rPr b="0" lang="en-US" sz="1600" spc="-1" strike="noStrike">
                <a:solidFill>
                  <a:srgbClr val="000000"/>
                </a:solidFill>
                <a:latin typeface="Arial"/>
                <a:ea typeface="宋体"/>
              </a:rPr>
              <a:t>implementation</a:t>
            </a:r>
            <a:endParaRPr b="0" lang="en-US" sz="1600" spc="-1" strike="noStrike">
              <a:solidFill>
                <a:srgbClr val="000000"/>
              </a:solidFill>
              <a:latin typeface="Times New Roman"/>
            </a:endParaRPr>
          </a:p>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Change in actual behavior</a:t>
            </a:r>
            <a:endParaRPr b="0" lang="en-US" sz="1600" spc="-1" strike="noStrike">
              <a:solidFill>
                <a:srgbClr val="000000"/>
              </a:solidFill>
              <a:latin typeface="Times New Roman"/>
            </a:endParaRPr>
          </a:p>
        </p:txBody>
      </p:sp>
      <p:sp>
        <p:nvSpPr>
          <p:cNvPr id="1853" name=""/>
          <p:cNvSpPr/>
          <p:nvPr/>
        </p:nvSpPr>
        <p:spPr>
          <a:xfrm>
            <a:off x="127080" y="4419720"/>
            <a:ext cx="2808360" cy="1523880"/>
          </a:xfrm>
          <a:custGeom>
            <a:avLst/>
            <a:gdLst/>
            <a:ahLst/>
            <a:rect l="l" t="t" r="r" b="b"/>
            <a:pathLst>
              <a:path w="1769" h="960">
                <a:moveTo>
                  <a:pt x="0" y="0"/>
                </a:moveTo>
                <a:lnTo>
                  <a:pt x="1524" y="0"/>
                </a:lnTo>
                <a:lnTo>
                  <a:pt x="1524" y="216"/>
                </a:lnTo>
                <a:lnTo>
                  <a:pt x="1769" y="170"/>
                </a:lnTo>
                <a:lnTo>
                  <a:pt x="1527" y="449"/>
                </a:lnTo>
                <a:lnTo>
                  <a:pt x="1524" y="960"/>
                </a:lnTo>
                <a:lnTo>
                  <a:pt x="0" y="960"/>
                </a:lnTo>
                <a:lnTo>
                  <a:pt x="0" y="0"/>
                </a:lnTo>
                <a:close/>
              </a:path>
            </a:pathLst>
          </a:custGeom>
          <a:solidFill>
            <a:srgbClr val="ffffff"/>
          </a:solidFill>
          <a:ln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1854" name=""/>
          <p:cNvSpPr/>
          <p:nvPr/>
        </p:nvSpPr>
        <p:spPr>
          <a:xfrm>
            <a:off x="158760" y="4419720"/>
            <a:ext cx="2584440" cy="1462680"/>
          </a:xfrm>
          <a:prstGeom prst="rect">
            <a:avLst/>
          </a:prstGeom>
          <a:noFill/>
          <a:ln w="0">
            <a:noFill/>
          </a:ln>
        </p:spPr>
        <p:style>
          <a:lnRef idx="0"/>
          <a:fillRef idx="0"/>
          <a:effectRef idx="0"/>
          <a:fontRef idx="minor"/>
        </p:style>
        <p:txBody>
          <a:bodyPr lIns="0" rIns="0" tIns="0" bIns="0" anchor="t">
            <a:spAutoFit/>
          </a:bodyPr>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Action plans sufficient to achieve goals</a:t>
            </a:r>
            <a:endParaRPr b="0" lang="en-US" sz="1600" spc="-1" strike="noStrike">
              <a:solidFill>
                <a:srgbClr val="000000"/>
              </a:solidFill>
              <a:latin typeface="Times New Roman"/>
            </a:endParaRPr>
          </a:p>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Agreement on objectives by line management</a:t>
            </a:r>
            <a:endParaRPr b="0" lang="en-US" sz="1600" spc="-1" strike="noStrike">
              <a:solidFill>
                <a:srgbClr val="000000"/>
              </a:solidFill>
              <a:latin typeface="Times New Roman"/>
            </a:endParaRPr>
          </a:p>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Management of high-</a:t>
            </a:r>
            <a:br>
              <a:rPr sz="1600"/>
            </a:br>
            <a:r>
              <a:rPr b="0" lang="en-US" sz="1600" spc="-1" strike="noStrike">
                <a:solidFill>
                  <a:srgbClr val="000000"/>
                </a:solidFill>
                <a:latin typeface="Arial"/>
                <a:ea typeface="宋体"/>
              </a:rPr>
              <a:t>involvement process</a:t>
            </a:r>
            <a:endParaRPr b="0" lang="en-US" sz="1600" spc="-1" strike="noStrike">
              <a:solidFill>
                <a:srgbClr val="000000"/>
              </a:solidFill>
              <a:latin typeface="Times New Roman"/>
            </a:endParaRPr>
          </a:p>
        </p:txBody>
      </p:sp>
      <p:sp>
        <p:nvSpPr>
          <p:cNvPr id="1855" name=""/>
          <p:cNvSpPr/>
          <p:nvPr/>
        </p:nvSpPr>
        <p:spPr>
          <a:xfrm>
            <a:off x="6489720" y="1841400"/>
            <a:ext cx="2222640" cy="1524240"/>
          </a:xfrm>
          <a:custGeom>
            <a:avLst/>
            <a:gdLst/>
            <a:ahLst/>
            <a:rect l="l" t="t" r="r" b="b"/>
            <a:pathLst>
              <a:path w="1400" h="960">
                <a:moveTo>
                  <a:pt x="0" y="0"/>
                </a:moveTo>
                <a:lnTo>
                  <a:pt x="1400" y="0"/>
                </a:lnTo>
                <a:lnTo>
                  <a:pt x="1400" y="672"/>
                </a:lnTo>
                <a:lnTo>
                  <a:pt x="520" y="672"/>
                </a:lnTo>
                <a:lnTo>
                  <a:pt x="152" y="960"/>
                </a:lnTo>
                <a:lnTo>
                  <a:pt x="352" y="672"/>
                </a:lnTo>
                <a:lnTo>
                  <a:pt x="0" y="672"/>
                </a:lnTo>
                <a:lnTo>
                  <a:pt x="0" y="0"/>
                </a:lnTo>
                <a:close/>
              </a:path>
            </a:pathLst>
          </a:custGeom>
          <a:solidFill>
            <a:srgbClr val="ffffff"/>
          </a:solidFill>
          <a:ln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1856" name=""/>
          <p:cNvSpPr/>
          <p:nvPr/>
        </p:nvSpPr>
        <p:spPr>
          <a:xfrm>
            <a:off x="6586560" y="1897200"/>
            <a:ext cx="1989360" cy="975240"/>
          </a:xfrm>
          <a:prstGeom prst="rect">
            <a:avLst/>
          </a:prstGeom>
          <a:noFill/>
          <a:ln w="0">
            <a:noFill/>
          </a:ln>
        </p:spPr>
        <p:style>
          <a:lnRef idx="0"/>
          <a:fillRef idx="0"/>
          <a:effectRef idx="0"/>
          <a:fontRef idx="minor"/>
        </p:style>
        <p:txBody>
          <a:bodyPr wrap="none" lIns="0" rIns="0" tIns="0" bIns="0" anchor="t">
            <a:spAutoFit/>
          </a:bodyPr>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Implementation or</a:t>
            </a:r>
            <a:br>
              <a:rPr sz="1600"/>
            </a:br>
            <a:r>
              <a:rPr b="0" lang="en-US" sz="1600" spc="-1" strike="noStrike">
                <a:solidFill>
                  <a:srgbClr val="000000"/>
                </a:solidFill>
                <a:latin typeface="Arial"/>
                <a:ea typeface="宋体"/>
              </a:rPr>
              <a:t>near implementation</a:t>
            </a:r>
            <a:br>
              <a:rPr sz="1600"/>
            </a:br>
            <a:r>
              <a:rPr b="0" lang="en-US" sz="1600" spc="-1" strike="noStrike">
                <a:solidFill>
                  <a:srgbClr val="000000"/>
                </a:solidFill>
                <a:latin typeface="Arial"/>
                <a:ea typeface="宋体"/>
              </a:rPr>
              <a:t>of required structure</a:t>
            </a:r>
            <a:br>
              <a:rPr sz="1600"/>
            </a:br>
            <a:r>
              <a:rPr b="0" lang="en-US" sz="1600" spc="-1" strike="noStrike">
                <a:solidFill>
                  <a:srgbClr val="000000"/>
                </a:solidFill>
                <a:latin typeface="Arial"/>
                <a:ea typeface="宋体"/>
              </a:rPr>
              <a:t>and systems</a:t>
            </a:r>
            <a:endParaRPr b="0" lang="en-US" sz="1600" spc="-1" strike="noStrike">
              <a:solidFill>
                <a:srgbClr val="000000"/>
              </a:solidFill>
              <a:latin typeface="Times New Roman"/>
            </a:endParaRPr>
          </a:p>
        </p:txBody>
      </p:sp>
      <p:sp>
        <p:nvSpPr>
          <p:cNvPr id="1857" name=""/>
          <p:cNvSpPr/>
          <p:nvPr/>
        </p:nvSpPr>
        <p:spPr>
          <a:xfrm>
            <a:off x="4597560" y="584280"/>
            <a:ext cx="3111480" cy="1930320"/>
          </a:xfrm>
          <a:custGeom>
            <a:avLst/>
            <a:gdLst/>
            <a:ahLst/>
            <a:rect l="l" t="t" r="r" b="b"/>
            <a:pathLst>
              <a:path w="1960" h="1384">
                <a:moveTo>
                  <a:pt x="0" y="848"/>
                </a:moveTo>
                <a:lnTo>
                  <a:pt x="0" y="0"/>
                </a:lnTo>
                <a:lnTo>
                  <a:pt x="1960" y="0"/>
                </a:lnTo>
                <a:lnTo>
                  <a:pt x="1960" y="840"/>
                </a:lnTo>
                <a:lnTo>
                  <a:pt x="672" y="840"/>
                </a:lnTo>
                <a:lnTo>
                  <a:pt x="304" y="1384"/>
                </a:lnTo>
                <a:lnTo>
                  <a:pt x="488" y="848"/>
                </a:lnTo>
                <a:lnTo>
                  <a:pt x="0" y="848"/>
                </a:lnTo>
                <a:close/>
              </a:path>
            </a:pathLst>
          </a:custGeom>
          <a:solidFill>
            <a:srgbClr val="ffffff"/>
          </a:solidFill>
          <a:ln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1858" name=""/>
          <p:cNvSpPr/>
          <p:nvPr/>
        </p:nvSpPr>
        <p:spPr>
          <a:xfrm>
            <a:off x="4641840" y="652320"/>
            <a:ext cx="3191040" cy="975240"/>
          </a:xfrm>
          <a:prstGeom prst="rect">
            <a:avLst/>
          </a:prstGeom>
          <a:noFill/>
          <a:ln w="0">
            <a:noFill/>
          </a:ln>
        </p:spPr>
        <p:style>
          <a:lnRef idx="0"/>
          <a:fillRef idx="0"/>
          <a:effectRef idx="0"/>
          <a:fontRef idx="minor"/>
        </p:style>
        <p:txBody>
          <a:bodyPr lIns="0" rIns="0" tIns="0" bIns="0" anchor="t">
            <a:spAutoFit/>
          </a:bodyPr>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Flow of 2-way communications</a:t>
            </a:r>
            <a:endParaRPr b="0" lang="en-US" sz="1600" spc="-1" strike="noStrike">
              <a:solidFill>
                <a:srgbClr val="000000"/>
              </a:solidFill>
              <a:latin typeface="Times New Roman"/>
            </a:endParaRPr>
          </a:p>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People’s understanding, belief and contribution to act on vision and action plans</a:t>
            </a:r>
            <a:endParaRPr b="0" lang="en-US" sz="1600" spc="-1" strike="noStrike">
              <a:solidFill>
                <a:srgbClr val="000000"/>
              </a:solidFill>
              <a:latin typeface="Times New Roman"/>
            </a:endParaRPr>
          </a:p>
        </p:txBody>
      </p:sp>
      <p:sp>
        <p:nvSpPr>
          <p:cNvPr id="1859" name=""/>
          <p:cNvSpPr/>
          <p:nvPr/>
        </p:nvSpPr>
        <p:spPr>
          <a:xfrm>
            <a:off x="1943280" y="647640"/>
            <a:ext cx="2400120" cy="1879560"/>
          </a:xfrm>
          <a:custGeom>
            <a:avLst/>
            <a:gdLst/>
            <a:ahLst/>
            <a:rect l="l" t="t" r="r" b="b"/>
            <a:pathLst>
              <a:path w="1512" h="1184">
                <a:moveTo>
                  <a:pt x="0" y="680"/>
                </a:moveTo>
                <a:lnTo>
                  <a:pt x="0" y="0"/>
                </a:lnTo>
                <a:lnTo>
                  <a:pt x="1512" y="0"/>
                </a:lnTo>
                <a:lnTo>
                  <a:pt x="1512" y="688"/>
                </a:lnTo>
                <a:lnTo>
                  <a:pt x="1160" y="688"/>
                </a:lnTo>
                <a:lnTo>
                  <a:pt x="880" y="1184"/>
                </a:lnTo>
                <a:lnTo>
                  <a:pt x="1032" y="680"/>
                </a:lnTo>
                <a:lnTo>
                  <a:pt x="0" y="680"/>
                </a:lnTo>
                <a:close/>
              </a:path>
            </a:pathLst>
          </a:custGeom>
          <a:solidFill>
            <a:srgbClr val="ffffff"/>
          </a:solidFill>
          <a:ln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1860" name=""/>
          <p:cNvSpPr/>
          <p:nvPr/>
        </p:nvSpPr>
        <p:spPr>
          <a:xfrm>
            <a:off x="2016360" y="703440"/>
            <a:ext cx="2247120" cy="975240"/>
          </a:xfrm>
          <a:prstGeom prst="rect">
            <a:avLst/>
          </a:prstGeom>
          <a:noFill/>
          <a:ln w="0">
            <a:noFill/>
          </a:ln>
        </p:spPr>
        <p:style>
          <a:lnRef idx="0"/>
          <a:fillRef idx="0"/>
          <a:effectRef idx="0"/>
          <a:fontRef idx="minor"/>
        </p:style>
        <p:txBody>
          <a:bodyPr wrap="none" lIns="0" rIns="0" tIns="0" bIns="0" anchor="t">
            <a:spAutoFit/>
          </a:bodyPr>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Accurate measurement</a:t>
            </a:r>
            <a:br>
              <a:rPr sz="1600"/>
            </a:br>
            <a:r>
              <a:rPr b="0" lang="en-US" sz="1600" spc="-1" strike="noStrike">
                <a:solidFill>
                  <a:srgbClr val="000000"/>
                </a:solidFill>
                <a:latin typeface="Arial"/>
                <a:ea typeface="宋体"/>
              </a:rPr>
              <a:t>of action and results</a:t>
            </a:r>
            <a:endParaRPr b="0" lang="en-US" sz="1600" spc="-1" strike="noStrike">
              <a:solidFill>
                <a:srgbClr val="000000"/>
              </a:solidFill>
              <a:latin typeface="Times New Roman"/>
            </a:endParaRPr>
          </a:p>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Clear accountabilities</a:t>
            </a:r>
            <a:endParaRPr b="0" lang="en-US" sz="1600" spc="-1" strike="noStrike">
              <a:solidFill>
                <a:srgbClr val="000000"/>
              </a:solidFill>
              <a:latin typeface="Times New Roman"/>
            </a:endParaRPr>
          </a:p>
          <a:p>
            <a:pPr lvl="1" marL="152280" indent="-15084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Early wins</a:t>
            </a:r>
            <a:endParaRPr b="0" lang="en-US" sz="1600" spc="-1" strike="noStrike">
              <a:solidFill>
                <a:srgbClr val="000000"/>
              </a:solidFill>
              <a:latin typeface="Times New Roman"/>
            </a:endParaRPr>
          </a:p>
        </p:txBody>
      </p:sp>
      <p:sp>
        <p:nvSpPr>
          <p:cNvPr id="1861" name=""/>
          <p:cNvSpPr/>
          <p:nvPr/>
        </p:nvSpPr>
        <p:spPr>
          <a:xfrm>
            <a:off x="406440" y="1905120"/>
            <a:ext cx="2146320" cy="1473120"/>
          </a:xfrm>
          <a:custGeom>
            <a:avLst/>
            <a:gdLst/>
            <a:ahLst/>
            <a:rect l="l" t="t" r="r" b="b"/>
            <a:pathLst>
              <a:path w="1528" h="928">
                <a:moveTo>
                  <a:pt x="0" y="0"/>
                </a:moveTo>
                <a:lnTo>
                  <a:pt x="1528" y="0"/>
                </a:lnTo>
                <a:lnTo>
                  <a:pt x="1528" y="680"/>
                </a:lnTo>
                <a:lnTo>
                  <a:pt x="1136" y="680"/>
                </a:lnTo>
                <a:lnTo>
                  <a:pt x="1344" y="928"/>
                </a:lnTo>
                <a:lnTo>
                  <a:pt x="968" y="680"/>
                </a:lnTo>
                <a:lnTo>
                  <a:pt x="0" y="680"/>
                </a:lnTo>
                <a:lnTo>
                  <a:pt x="0" y="0"/>
                </a:lnTo>
                <a:close/>
              </a:path>
            </a:pathLst>
          </a:custGeom>
          <a:solidFill>
            <a:srgbClr val="ffffff"/>
          </a:solidFill>
          <a:ln w="12600">
            <a:solidFill>
              <a:srgbClr val="000000"/>
            </a:solidFill>
            <a:round/>
          </a:ln>
        </p:spPr>
        <p:style>
          <a:lnRef idx="0"/>
          <a:fillRef idx="0"/>
          <a:effectRef idx="0"/>
          <a:fontRef idx="minor"/>
        </p:style>
        <p:txBody>
          <a:bodyPr wrap="none" lIns="0" rIns="0" tIns="0" bIns="0" anchor="ctr">
            <a:noAutofit/>
          </a:bodyPr>
          <a:p>
            <a:endParaRPr b="0" lang="en-US" sz="2400" spc="-1" strike="noStrike">
              <a:solidFill>
                <a:srgbClr val="000000"/>
              </a:solidFill>
              <a:latin typeface="Times New Roman"/>
            </a:endParaRPr>
          </a:p>
        </p:txBody>
      </p:sp>
      <p:sp>
        <p:nvSpPr>
          <p:cNvPr id="1862" name=""/>
          <p:cNvSpPr/>
          <p:nvPr/>
        </p:nvSpPr>
        <p:spPr>
          <a:xfrm>
            <a:off x="566280" y="1947960"/>
            <a:ext cx="1937880" cy="975240"/>
          </a:xfrm>
          <a:prstGeom prst="rect">
            <a:avLst/>
          </a:prstGeom>
          <a:noFill/>
          <a:ln w="0">
            <a:noFill/>
          </a:ln>
        </p:spPr>
        <p:style>
          <a:lnRef idx="0"/>
          <a:fillRef idx="0"/>
          <a:effectRef idx="0"/>
          <a:fontRef idx="minor"/>
        </p:style>
        <p:txBody>
          <a:bodyPr wrap="none"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Visible demonstration</a:t>
            </a:r>
            <a:br>
              <a:rPr sz="1600"/>
            </a:br>
            <a:r>
              <a:rPr b="0" lang="en-US" sz="1600" spc="-1" strike="noStrike">
                <a:solidFill>
                  <a:srgbClr val="000000"/>
                </a:solidFill>
                <a:latin typeface="Arial"/>
                <a:ea typeface="宋体"/>
              </a:rPr>
              <a:t>of new vision and</a:t>
            </a:r>
            <a:br>
              <a:rPr sz="1600"/>
            </a:br>
            <a:r>
              <a:rPr b="0" lang="en-US" sz="1600" spc="-1" strike="noStrike">
                <a:solidFill>
                  <a:srgbClr val="000000"/>
                </a:solidFill>
                <a:latin typeface="Arial"/>
                <a:ea typeface="宋体"/>
              </a:rPr>
              <a:t>values by client</a:t>
            </a:r>
            <a:br>
              <a:rPr sz="1600"/>
            </a:br>
            <a:r>
              <a:rPr b="0" lang="en-US" sz="1600" spc="-1" strike="noStrike">
                <a:solidFill>
                  <a:srgbClr val="000000"/>
                </a:solidFill>
                <a:latin typeface="Arial"/>
                <a:ea typeface="宋体"/>
              </a:rPr>
              <a:t>leadership</a:t>
            </a:r>
            <a:endParaRPr b="0" lang="en-US" sz="1600" spc="-1" strike="noStrike">
              <a:solidFill>
                <a:srgbClr val="000000"/>
              </a:solidFill>
              <a:latin typeface="Times New Roman"/>
            </a:endParaRPr>
          </a:p>
        </p:txBody>
      </p:sp>
      <p:sp>
        <p:nvSpPr>
          <p:cNvPr id="186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DELTA P</a:t>
            </a:r>
            <a:endParaRPr b="1" lang="en-US" sz="1900" spc="-1" strike="noStrike">
              <a:solidFill>
                <a:srgbClr val="000000"/>
              </a:solidFill>
              <a:latin typeface="Arial"/>
            </a:endParaRPr>
          </a:p>
        </p:txBody>
      </p:sp>
      <p:sp>
        <p:nvSpPr>
          <p:cNvPr id="186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86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93491C9-3422-41DE-8267-2424A63CD8A3}" type="slidenum">
              <a:t>108</a:t>
            </a:fld>
          </a:p>
        </p:txBody>
      </p:sp>
    </p:spTree>
  </p:cSld>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66" name=""/>
          <p:cNvSpPr/>
          <p:nvPr/>
        </p:nvSpPr>
        <p:spPr>
          <a:xfrm>
            <a:off x="3571920" y="998640"/>
            <a:ext cx="4095720" cy="1182600"/>
          </a:xfrm>
          <a:custGeom>
            <a:avLst/>
            <a:gdLst/>
            <a:ahLst/>
            <a:rect l="l" t="t" r="r" b="b"/>
            <a:pathLst>
              <a:path w="2580" h="745">
                <a:moveTo>
                  <a:pt x="2580" y="0"/>
                </a:moveTo>
                <a:lnTo>
                  <a:pt x="2580" y="652"/>
                </a:lnTo>
                <a:lnTo>
                  <a:pt x="1344" y="649"/>
                </a:lnTo>
                <a:lnTo>
                  <a:pt x="1278" y="745"/>
                </a:lnTo>
                <a:lnTo>
                  <a:pt x="1206" y="649"/>
                </a:lnTo>
                <a:lnTo>
                  <a:pt x="0" y="652"/>
                </a:lnTo>
                <a:lnTo>
                  <a:pt x="0" y="0"/>
                </a:lnTo>
                <a:lnTo>
                  <a:pt x="2580" y="0"/>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67" name=""/>
          <p:cNvSpPr/>
          <p:nvPr/>
        </p:nvSpPr>
        <p:spPr>
          <a:xfrm>
            <a:off x="676440" y="3100320"/>
            <a:ext cx="1801800" cy="2671920"/>
          </a:xfrm>
          <a:custGeom>
            <a:avLst/>
            <a:gdLst/>
            <a:ahLst/>
            <a:rect l="l" t="t" r="r" b="b"/>
            <a:pathLst>
              <a:path w="661" h="1336">
                <a:moveTo>
                  <a:pt x="0" y="0"/>
                </a:moveTo>
                <a:lnTo>
                  <a:pt x="591" y="0"/>
                </a:lnTo>
                <a:lnTo>
                  <a:pt x="591" y="600"/>
                </a:lnTo>
                <a:lnTo>
                  <a:pt x="660" y="672"/>
                </a:lnTo>
                <a:lnTo>
                  <a:pt x="591" y="736"/>
                </a:lnTo>
                <a:lnTo>
                  <a:pt x="591" y="1335"/>
                </a:lnTo>
                <a:lnTo>
                  <a:pt x="0" y="1335"/>
                </a:lnTo>
                <a:lnTo>
                  <a:pt x="0" y="0"/>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68" name=""/>
          <p:cNvSpPr/>
          <p:nvPr/>
        </p:nvSpPr>
        <p:spPr>
          <a:xfrm rot="16200000">
            <a:off x="2710800" y="3524400"/>
            <a:ext cx="1187640" cy="4878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Natural owner </a:t>
            </a:r>
            <a:endParaRPr b="0" lang="en-US" sz="1600" spc="-1" strike="noStrike">
              <a:solidFill>
                <a:srgbClr val="000000"/>
              </a:solidFill>
              <a:latin typeface="Times New Roman"/>
            </a:endParaRPr>
          </a:p>
        </p:txBody>
      </p:sp>
      <p:sp>
        <p:nvSpPr>
          <p:cNvPr id="1869" name=""/>
          <p:cNvSpPr/>
          <p:nvPr/>
        </p:nvSpPr>
        <p:spPr>
          <a:xfrm rot="16200000">
            <a:off x="1158840" y="4322880"/>
            <a:ext cx="319392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Relative ability to extract value </a:t>
            </a:r>
            <a:endParaRPr b="0" lang="en-US" sz="1600" spc="-1" strike="noStrike">
              <a:solidFill>
                <a:srgbClr val="000000"/>
              </a:solidFill>
              <a:latin typeface="Times New Roman"/>
            </a:endParaRPr>
          </a:p>
        </p:txBody>
      </p:sp>
      <p:sp>
        <p:nvSpPr>
          <p:cNvPr id="1870" name=""/>
          <p:cNvSpPr/>
          <p:nvPr/>
        </p:nvSpPr>
        <p:spPr>
          <a:xfrm>
            <a:off x="6443640" y="2787480"/>
            <a:ext cx="11732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Low </a:t>
            </a:r>
            <a:endParaRPr b="0" lang="en-US" sz="1600" spc="-1" strike="noStrike">
              <a:solidFill>
                <a:srgbClr val="000000"/>
              </a:solidFill>
              <a:latin typeface="Times New Roman"/>
            </a:endParaRPr>
          </a:p>
        </p:txBody>
      </p:sp>
      <p:sp>
        <p:nvSpPr>
          <p:cNvPr id="1871" name=""/>
          <p:cNvSpPr/>
          <p:nvPr/>
        </p:nvSpPr>
        <p:spPr>
          <a:xfrm>
            <a:off x="5118120" y="2787480"/>
            <a:ext cx="112392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Medium </a:t>
            </a:r>
            <a:endParaRPr b="0" lang="en-US" sz="1600" spc="-1" strike="noStrike">
              <a:solidFill>
                <a:srgbClr val="000000"/>
              </a:solidFill>
              <a:latin typeface="Times New Roman"/>
            </a:endParaRPr>
          </a:p>
        </p:txBody>
      </p:sp>
      <p:sp>
        <p:nvSpPr>
          <p:cNvPr id="1872" name=""/>
          <p:cNvSpPr/>
          <p:nvPr/>
        </p:nvSpPr>
        <p:spPr>
          <a:xfrm>
            <a:off x="3567240" y="2376360"/>
            <a:ext cx="405900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Value-creation potential in business unit </a:t>
            </a:r>
            <a:endParaRPr b="0" lang="en-US" sz="1600" spc="-1" strike="noStrike">
              <a:solidFill>
                <a:srgbClr val="000000"/>
              </a:solidFill>
              <a:latin typeface="Times New Roman"/>
            </a:endParaRPr>
          </a:p>
        </p:txBody>
      </p:sp>
      <p:sp>
        <p:nvSpPr>
          <p:cNvPr id="1873" name=""/>
          <p:cNvSpPr/>
          <p:nvPr/>
        </p:nvSpPr>
        <p:spPr>
          <a:xfrm>
            <a:off x="3641760" y="2787480"/>
            <a:ext cx="12142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High </a:t>
            </a:r>
            <a:endParaRPr b="0" lang="en-US" sz="1600" spc="-1" strike="noStrike">
              <a:solidFill>
                <a:srgbClr val="000000"/>
              </a:solidFill>
              <a:latin typeface="Times New Roman"/>
            </a:endParaRPr>
          </a:p>
        </p:txBody>
      </p:sp>
      <p:sp>
        <p:nvSpPr>
          <p:cNvPr id="1874" name=""/>
          <p:cNvSpPr/>
          <p:nvPr/>
        </p:nvSpPr>
        <p:spPr>
          <a:xfrm flipH="1">
            <a:off x="3566880" y="2701800"/>
            <a:ext cx="4125960" cy="0"/>
          </a:xfrm>
          <a:prstGeom prst="line">
            <a:avLst/>
          </a:prstGeom>
          <a:ln w="1260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1875" name=""/>
          <p:cNvSpPr/>
          <p:nvPr/>
        </p:nvSpPr>
        <p:spPr>
          <a:xfrm flipV="1">
            <a:off x="2989440" y="3098520"/>
            <a:ext cx="0" cy="2687400"/>
          </a:xfrm>
          <a:prstGeom prst="line">
            <a:avLst/>
          </a:prstGeom>
          <a:ln w="1260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1876" name=""/>
          <p:cNvSpPr/>
          <p:nvPr/>
        </p:nvSpPr>
        <p:spPr>
          <a:xfrm>
            <a:off x="787320" y="3249720"/>
            <a:ext cx="1422360" cy="2193840"/>
          </a:xfrm>
          <a:prstGeom prst="rect">
            <a:avLst/>
          </a:prstGeom>
          <a:noFill/>
          <a:ln w="0">
            <a:noFill/>
          </a:ln>
        </p:spPr>
        <p:style>
          <a:lnRef idx="0"/>
          <a:fillRef idx="0"/>
          <a:effectRef idx="0"/>
          <a:fontRef idx="minor"/>
        </p:style>
        <p:txBody>
          <a:bodyPr lIns="0" rIns="0" tIns="0" bIns="0" anchor="t">
            <a:spAutoFit/>
          </a:bodyPr>
          <a:p>
            <a:pPr marL="100080" indent="-100080">
              <a:lnSpc>
                <a:spcPct val="100000"/>
              </a:lnSpc>
              <a:buClr>
                <a:srgbClr val="000000"/>
              </a:buClr>
              <a:buFont typeface="Arial"/>
              <a:buChar char="•"/>
              <a:tabLst>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Corporate</a:t>
            </a:r>
            <a:br>
              <a:rPr sz="1600"/>
            </a:br>
            <a:r>
              <a:rPr b="0" lang="en-US" sz="1600" spc="-1" strike="noStrike">
                <a:solidFill>
                  <a:srgbClr val="000000"/>
                </a:solidFill>
                <a:latin typeface="Arial"/>
                <a:ea typeface="宋体"/>
              </a:rPr>
              <a:t>center skills</a:t>
            </a:r>
            <a:br>
              <a:rPr sz="1600"/>
            </a:br>
            <a:r>
              <a:rPr b="0" lang="en-US" sz="1600" spc="-1" strike="noStrike">
                <a:solidFill>
                  <a:srgbClr val="000000"/>
                </a:solidFill>
                <a:latin typeface="Arial"/>
              </a:rPr>
              <a:t> </a:t>
            </a:r>
            <a:endParaRPr b="0" lang="en-US" sz="1600" spc="-1" strike="noStrike">
              <a:solidFill>
                <a:srgbClr val="000000"/>
              </a:solidFill>
              <a:latin typeface="Times New Roman"/>
            </a:endParaRPr>
          </a:p>
          <a:p>
            <a:pPr marL="100080" indent="-100080">
              <a:lnSpc>
                <a:spcPct val="100000"/>
              </a:lnSpc>
              <a:buClr>
                <a:srgbClr val="000000"/>
              </a:buClr>
              <a:buFont typeface="Arial"/>
              <a:buChar char="•"/>
              <a:tabLst>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Business </a:t>
            </a:r>
            <a:br>
              <a:rPr sz="1600"/>
            </a:br>
            <a:r>
              <a:rPr b="0" lang="en-US" sz="1600" spc="-1" strike="noStrike">
                <a:solidFill>
                  <a:srgbClr val="000000"/>
                </a:solidFill>
                <a:latin typeface="Arial"/>
                <a:ea typeface="宋体"/>
              </a:rPr>
              <a:t>unit linkages</a:t>
            </a:r>
            <a:br>
              <a:rPr sz="1600"/>
            </a:br>
            <a:r>
              <a:rPr b="0" lang="en-US" sz="1600" spc="-1" strike="noStrike">
                <a:solidFill>
                  <a:srgbClr val="000000"/>
                </a:solidFill>
                <a:latin typeface="Arial"/>
              </a:rPr>
              <a:t> </a:t>
            </a:r>
            <a:endParaRPr b="0" lang="en-US" sz="1600" spc="-1" strike="noStrike">
              <a:solidFill>
                <a:srgbClr val="000000"/>
              </a:solidFill>
              <a:latin typeface="Times New Roman"/>
            </a:endParaRPr>
          </a:p>
          <a:p>
            <a:pPr marL="100080" indent="-100080">
              <a:lnSpc>
                <a:spcPct val="100000"/>
              </a:lnSpc>
              <a:buClr>
                <a:srgbClr val="000000"/>
              </a:buClr>
              <a:buFont typeface="Arial"/>
              <a:buChar char="•"/>
              <a:tabLst>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Taxation/</a:t>
            </a:r>
            <a:br>
              <a:rPr sz="1600"/>
            </a:br>
            <a:r>
              <a:rPr b="0" lang="en-US" sz="1600" spc="-1" strike="noStrike">
                <a:solidFill>
                  <a:srgbClr val="000000"/>
                </a:solidFill>
                <a:latin typeface="Arial"/>
                <a:ea typeface="宋体"/>
              </a:rPr>
              <a:t>valuation</a:t>
            </a:r>
            <a:br>
              <a:rPr sz="1600"/>
            </a:br>
            <a:r>
              <a:rPr b="0" lang="en-US" sz="1600" spc="-1" strike="noStrike">
                <a:solidFill>
                  <a:srgbClr val="000000"/>
                </a:solidFill>
                <a:latin typeface="Arial"/>
                <a:ea typeface="宋体"/>
              </a:rPr>
              <a:t>differences </a:t>
            </a:r>
            <a:endParaRPr b="0" lang="en-US" sz="1600" spc="-1" strike="noStrike">
              <a:solidFill>
                <a:srgbClr val="000000"/>
              </a:solidFill>
              <a:latin typeface="Times New Roman"/>
            </a:endParaRPr>
          </a:p>
        </p:txBody>
      </p:sp>
      <p:sp>
        <p:nvSpPr>
          <p:cNvPr id="1877" name=""/>
          <p:cNvSpPr/>
          <p:nvPr/>
        </p:nvSpPr>
        <p:spPr>
          <a:xfrm>
            <a:off x="3720960" y="1093680"/>
            <a:ext cx="3868920" cy="731520"/>
          </a:xfrm>
          <a:prstGeom prst="rect">
            <a:avLst/>
          </a:prstGeom>
          <a:noFill/>
          <a:ln w="0">
            <a:noFill/>
          </a:ln>
        </p:spPr>
        <p:style>
          <a:lnRef idx="0"/>
          <a:fillRef idx="0"/>
          <a:effectRef idx="0"/>
          <a:fontRef idx="minor"/>
        </p:style>
        <p:txBody>
          <a:bodyPr lIns="0" rIns="0" tIns="0" bIns="0" anchor="t">
            <a:spAutoFit/>
          </a:bodyPr>
          <a:p>
            <a:pPr marL="100080" indent="-100080">
              <a:lnSpc>
                <a:spcPct val="100000"/>
              </a:lnSpc>
              <a:buClr>
                <a:srgbClr val="000000"/>
              </a:buClr>
              <a:buFont typeface="Arial"/>
              <a:buChar char="•"/>
              <a:tabLst>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Industry attractiveness</a:t>
            </a:r>
            <a:endParaRPr b="0" lang="en-US" sz="1600" spc="-1" strike="noStrike">
              <a:solidFill>
                <a:srgbClr val="000000"/>
              </a:solidFill>
              <a:latin typeface="Times New Roman"/>
            </a:endParaRPr>
          </a:p>
          <a:p>
            <a:pPr marL="100080" indent="-100080">
              <a:lnSpc>
                <a:spcPct val="100000"/>
              </a:lnSpc>
              <a:buClr>
                <a:srgbClr val="000000"/>
              </a:buClr>
              <a:buFont typeface="Arial"/>
              <a:buChar char="•"/>
              <a:tabLst>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Competitive position</a:t>
            </a:r>
            <a:endParaRPr b="0" lang="en-US" sz="1600" spc="-1" strike="noStrike">
              <a:solidFill>
                <a:srgbClr val="000000"/>
              </a:solidFill>
              <a:latin typeface="Times New Roman"/>
            </a:endParaRPr>
          </a:p>
          <a:p>
            <a:pPr marL="100080" indent="-100080">
              <a:lnSpc>
                <a:spcPct val="100000"/>
              </a:lnSpc>
              <a:buClr>
                <a:srgbClr val="000000"/>
              </a:buClr>
              <a:buFont typeface="Arial"/>
              <a:buChar char="•"/>
              <a:tabLst>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Restructuring/rationalization opportunities</a:t>
            </a:r>
            <a:endParaRPr b="0" lang="en-US" sz="1600" spc="-1" strike="noStrike">
              <a:solidFill>
                <a:srgbClr val="000000"/>
              </a:solidFill>
              <a:latin typeface="Times New Roman"/>
            </a:endParaRPr>
          </a:p>
        </p:txBody>
      </p:sp>
      <p:sp>
        <p:nvSpPr>
          <p:cNvPr id="1878" name=""/>
          <p:cNvSpPr/>
          <p:nvPr/>
        </p:nvSpPr>
        <p:spPr>
          <a:xfrm rot="16200000">
            <a:off x="2628000" y="4847040"/>
            <a:ext cx="1314720" cy="4878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zh-CN" sz="1600" spc="-1" strike="noStrike">
                <a:solidFill>
                  <a:srgbClr val="000000"/>
                </a:solidFill>
                <a:latin typeface="Arial"/>
                <a:ea typeface="宋体"/>
              </a:rPr>
              <a:t>“</a:t>
            </a:r>
            <a:r>
              <a:rPr b="0" lang="en-US" sz="1600" spc="-1" strike="noStrike">
                <a:solidFill>
                  <a:srgbClr val="000000"/>
                </a:solidFill>
                <a:latin typeface="Arial"/>
                <a:ea typeface="宋体"/>
              </a:rPr>
              <a:t>One of the pack” </a:t>
            </a:r>
            <a:endParaRPr b="0" lang="en-US" sz="1600" spc="-1" strike="noStrike">
              <a:solidFill>
                <a:srgbClr val="000000"/>
              </a:solidFill>
              <a:latin typeface="Times New Roman"/>
            </a:endParaRPr>
          </a:p>
        </p:txBody>
      </p:sp>
      <p:sp>
        <p:nvSpPr>
          <p:cNvPr id="1879" name=""/>
          <p:cNvSpPr/>
          <p:nvPr/>
        </p:nvSpPr>
        <p:spPr>
          <a:xfrm>
            <a:off x="3587760" y="3100320"/>
            <a:ext cx="1378080" cy="1336680"/>
          </a:xfrm>
          <a:prstGeom prst="rect">
            <a:avLst/>
          </a:prstGeom>
          <a:solidFill>
            <a:srgbClr val="ffffff"/>
          </a:solidFill>
          <a:ln w="9360">
            <a:solidFill>
              <a:srgbClr val="000000"/>
            </a:solidFill>
            <a:miter/>
          </a:ln>
        </p:spPr>
        <p:style>
          <a:lnRef idx="0"/>
          <a:fillRef idx="0"/>
          <a:effectRef idx="0"/>
          <a:fontRef idx="minor"/>
        </p:style>
        <p:txBody>
          <a:bodyPr lIns="45720" rIns="45720" tIns="46800" bIns="4680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Retain and</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give top</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priority</a:t>
            </a:r>
            <a:endParaRPr b="0" lang="en-US" sz="1600" spc="-1" strike="noStrike">
              <a:solidFill>
                <a:srgbClr val="000000"/>
              </a:solidFill>
              <a:latin typeface="Times New Roman"/>
            </a:endParaRPr>
          </a:p>
        </p:txBody>
      </p:sp>
      <p:sp>
        <p:nvSpPr>
          <p:cNvPr id="1880" name=""/>
          <p:cNvSpPr/>
          <p:nvPr/>
        </p:nvSpPr>
        <p:spPr>
          <a:xfrm>
            <a:off x="4964040" y="3100320"/>
            <a:ext cx="1378080" cy="1336680"/>
          </a:xfrm>
          <a:prstGeom prst="rect">
            <a:avLst/>
          </a:prstGeom>
          <a:solidFill>
            <a:srgbClr val="ffffff"/>
          </a:solidFill>
          <a:ln w="9360">
            <a:solidFill>
              <a:srgbClr val="000000"/>
            </a:solidFill>
            <a:miter/>
          </a:ln>
        </p:spPr>
        <p:style>
          <a:lnRef idx="0"/>
          <a:fillRef idx="0"/>
          <a:effectRef idx="0"/>
          <a:fontRef idx="minor"/>
        </p:style>
        <p:txBody>
          <a:bodyPr lIns="45720" rIns="45720" tIns="46800" bIns="4680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Retain and</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give priority</a:t>
            </a:r>
            <a:endParaRPr b="0" lang="en-US" sz="1600" spc="-1" strike="noStrike">
              <a:solidFill>
                <a:srgbClr val="000000"/>
              </a:solidFill>
              <a:latin typeface="Times New Roman"/>
            </a:endParaRPr>
          </a:p>
        </p:txBody>
      </p:sp>
      <p:sp>
        <p:nvSpPr>
          <p:cNvPr id="1881" name=""/>
          <p:cNvSpPr/>
          <p:nvPr/>
        </p:nvSpPr>
        <p:spPr>
          <a:xfrm>
            <a:off x="6340320" y="3100320"/>
            <a:ext cx="1378080" cy="1333440"/>
          </a:xfrm>
          <a:prstGeom prst="rect">
            <a:avLst/>
          </a:prstGeom>
          <a:solidFill>
            <a:srgbClr val="ffffff"/>
          </a:solidFill>
          <a:ln w="9360">
            <a:solidFill>
              <a:srgbClr val="000000"/>
            </a:solidFill>
            <a:miter/>
          </a:ln>
        </p:spPr>
        <p:style>
          <a:lnRef idx="0"/>
          <a:fillRef idx="0"/>
          <a:effectRef idx="0"/>
          <a:fontRef idx="minor"/>
        </p:style>
        <p:txBody>
          <a:bodyPr lIns="45720" rIns="45720" tIns="46800" bIns="4680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Retain and</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manage for</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code or</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liquidate </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1600" spc="-1" strike="noStrike">
              <a:solidFill>
                <a:srgbClr val="000000"/>
              </a:solidFill>
              <a:latin typeface="Times New Roman"/>
            </a:endParaRPr>
          </a:p>
        </p:txBody>
      </p:sp>
      <p:sp>
        <p:nvSpPr>
          <p:cNvPr id="1882" name=""/>
          <p:cNvSpPr/>
          <p:nvPr/>
        </p:nvSpPr>
        <p:spPr>
          <a:xfrm>
            <a:off x="3587760" y="4433760"/>
            <a:ext cx="1378080" cy="1336680"/>
          </a:xfrm>
          <a:prstGeom prst="rect">
            <a:avLst/>
          </a:prstGeom>
          <a:solidFill>
            <a:srgbClr val="ffffff"/>
          </a:solidFill>
          <a:ln w="9360">
            <a:solidFill>
              <a:srgbClr val="000000"/>
            </a:solidFill>
            <a:miter/>
          </a:ln>
        </p:spPr>
        <p:style>
          <a:lnRef idx="0"/>
          <a:fillRef idx="0"/>
          <a:effectRef idx="0"/>
          <a:fontRef idx="minor"/>
        </p:style>
        <p:txBody>
          <a:bodyPr lIns="45720" rIns="45720" tIns="46800" bIns="4680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Probably</a:t>
            </a:r>
            <a:br>
              <a:rPr sz="1600"/>
            </a:br>
            <a:r>
              <a:rPr b="0" lang="en-US" sz="1600" spc="-1" strike="noStrike">
                <a:solidFill>
                  <a:srgbClr val="000000"/>
                </a:solidFill>
                <a:latin typeface="Arial"/>
                <a:ea typeface="宋体"/>
              </a:rPr>
              <a:t>divest </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1600" spc="-1" strike="noStrike">
              <a:solidFill>
                <a:srgbClr val="000000"/>
              </a:solidFill>
              <a:latin typeface="Times New Roman"/>
            </a:endParaRPr>
          </a:p>
        </p:txBody>
      </p:sp>
      <p:sp>
        <p:nvSpPr>
          <p:cNvPr id="1883" name=""/>
          <p:cNvSpPr/>
          <p:nvPr/>
        </p:nvSpPr>
        <p:spPr>
          <a:xfrm>
            <a:off x="4964040" y="4433760"/>
            <a:ext cx="1378080" cy="1336680"/>
          </a:xfrm>
          <a:prstGeom prst="rect">
            <a:avLst/>
          </a:prstGeom>
          <a:solidFill>
            <a:srgbClr val="ffffff"/>
          </a:solidFill>
          <a:ln w="9360">
            <a:solidFill>
              <a:srgbClr val="000000"/>
            </a:solidFill>
            <a:miter/>
          </a:ln>
        </p:spPr>
        <p:style>
          <a:lnRef idx="0"/>
          <a:fillRef idx="0"/>
          <a:effectRef idx="0"/>
          <a:fontRef idx="minor"/>
        </p:style>
        <p:txBody>
          <a:bodyPr lIns="45720" rIns="45720" tIns="46800" bIns="4680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Divest</a:t>
            </a:r>
            <a:endParaRPr b="0" lang="en-US" sz="1600" spc="-1" strike="noStrike">
              <a:solidFill>
                <a:srgbClr val="000000"/>
              </a:solidFill>
              <a:latin typeface="Times New Roman"/>
            </a:endParaRPr>
          </a:p>
        </p:txBody>
      </p:sp>
      <p:sp>
        <p:nvSpPr>
          <p:cNvPr id="1884" name=""/>
          <p:cNvSpPr/>
          <p:nvPr/>
        </p:nvSpPr>
        <p:spPr>
          <a:xfrm>
            <a:off x="6340320" y="4433760"/>
            <a:ext cx="1378080" cy="1336680"/>
          </a:xfrm>
          <a:prstGeom prst="rect">
            <a:avLst/>
          </a:prstGeom>
          <a:solidFill>
            <a:srgbClr val="ffffff"/>
          </a:solidFill>
          <a:ln w="9360">
            <a:solidFill>
              <a:srgbClr val="000000"/>
            </a:solidFill>
            <a:miter/>
          </a:ln>
        </p:spPr>
        <p:style>
          <a:lnRef idx="0"/>
          <a:fillRef idx="0"/>
          <a:effectRef idx="0"/>
          <a:fontRef idx="minor"/>
        </p:style>
        <p:txBody>
          <a:bodyPr lIns="45720" rIns="45720" tIns="46800" bIns="4680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Divest or</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liquidate </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1600" spc="-1" strike="noStrike">
              <a:solidFill>
                <a:srgbClr val="000000"/>
              </a:solidFill>
              <a:latin typeface="Times New Roman"/>
            </a:endParaRPr>
          </a:p>
        </p:txBody>
      </p:sp>
      <p:sp>
        <p:nvSpPr>
          <p:cNvPr id="188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MACS</a:t>
            </a:r>
            <a:endParaRPr b="1" lang="en-US" sz="1900" spc="-1" strike="noStrike">
              <a:solidFill>
                <a:srgbClr val="000000"/>
              </a:solidFill>
              <a:latin typeface="Arial"/>
            </a:endParaRPr>
          </a:p>
        </p:txBody>
      </p:sp>
      <p:sp>
        <p:nvSpPr>
          <p:cNvPr id="188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88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6274AF22-0237-4DC5-BC4D-D79B69C43DE6}" type="slidenum">
              <a:t>109</a:t>
            </a:fld>
          </a:p>
        </p:txBody>
      </p:sp>
    </p:spTree>
  </p:cSld>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88" name=""/>
          <p:cNvSpPr/>
          <p:nvPr/>
        </p:nvSpPr>
        <p:spPr>
          <a:xfrm>
            <a:off x="2190600" y="3086280"/>
            <a:ext cx="4584960" cy="2792160"/>
          </a:xfrm>
          <a:prstGeom prst="rect">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889" name=""/>
          <p:cNvSpPr/>
          <p:nvPr/>
        </p:nvSpPr>
        <p:spPr>
          <a:xfrm>
            <a:off x="5078520" y="3855960"/>
            <a:ext cx="1693800" cy="1163880"/>
          </a:xfrm>
          <a:custGeom>
            <a:avLst/>
            <a:gdLst/>
            <a:ahLst/>
            <a:rect l="l" t="t" r="r" b="b"/>
            <a:pathLst>
              <a:path w="1067" h="733">
                <a:moveTo>
                  <a:pt x="979" y="614"/>
                </a:moveTo>
                <a:lnTo>
                  <a:pt x="995" y="615"/>
                </a:lnTo>
                <a:lnTo>
                  <a:pt x="1010" y="615"/>
                </a:lnTo>
                <a:lnTo>
                  <a:pt x="1027" y="615"/>
                </a:lnTo>
                <a:lnTo>
                  <a:pt x="1042" y="613"/>
                </a:lnTo>
                <a:lnTo>
                  <a:pt x="1056" y="610"/>
                </a:lnTo>
                <a:lnTo>
                  <a:pt x="1067" y="607"/>
                </a:lnTo>
                <a:lnTo>
                  <a:pt x="1067" y="371"/>
                </a:lnTo>
                <a:lnTo>
                  <a:pt x="1067" y="136"/>
                </a:lnTo>
                <a:lnTo>
                  <a:pt x="991" y="126"/>
                </a:lnTo>
                <a:lnTo>
                  <a:pt x="968" y="125"/>
                </a:lnTo>
                <a:lnTo>
                  <a:pt x="943" y="125"/>
                </a:lnTo>
                <a:lnTo>
                  <a:pt x="922" y="126"/>
                </a:lnTo>
                <a:lnTo>
                  <a:pt x="899" y="131"/>
                </a:lnTo>
                <a:lnTo>
                  <a:pt x="878" y="135"/>
                </a:lnTo>
                <a:lnTo>
                  <a:pt x="861" y="139"/>
                </a:lnTo>
                <a:lnTo>
                  <a:pt x="841" y="144"/>
                </a:lnTo>
                <a:lnTo>
                  <a:pt x="823" y="147"/>
                </a:lnTo>
                <a:lnTo>
                  <a:pt x="800" y="150"/>
                </a:lnTo>
                <a:lnTo>
                  <a:pt x="778" y="152"/>
                </a:lnTo>
                <a:lnTo>
                  <a:pt x="758" y="153"/>
                </a:lnTo>
                <a:lnTo>
                  <a:pt x="739" y="153"/>
                </a:lnTo>
                <a:lnTo>
                  <a:pt x="718" y="153"/>
                </a:lnTo>
                <a:lnTo>
                  <a:pt x="705" y="152"/>
                </a:lnTo>
                <a:lnTo>
                  <a:pt x="682" y="149"/>
                </a:lnTo>
                <a:lnTo>
                  <a:pt x="665" y="148"/>
                </a:lnTo>
                <a:lnTo>
                  <a:pt x="652" y="144"/>
                </a:lnTo>
                <a:lnTo>
                  <a:pt x="640" y="139"/>
                </a:lnTo>
                <a:lnTo>
                  <a:pt x="630" y="134"/>
                </a:lnTo>
                <a:lnTo>
                  <a:pt x="625" y="125"/>
                </a:lnTo>
                <a:lnTo>
                  <a:pt x="626" y="117"/>
                </a:lnTo>
                <a:lnTo>
                  <a:pt x="634" y="110"/>
                </a:lnTo>
                <a:lnTo>
                  <a:pt x="646" y="101"/>
                </a:lnTo>
                <a:lnTo>
                  <a:pt x="657" y="92"/>
                </a:lnTo>
                <a:lnTo>
                  <a:pt x="672" y="85"/>
                </a:lnTo>
                <a:lnTo>
                  <a:pt x="685" y="78"/>
                </a:lnTo>
                <a:lnTo>
                  <a:pt x="697" y="73"/>
                </a:lnTo>
                <a:lnTo>
                  <a:pt x="707" y="68"/>
                </a:lnTo>
                <a:lnTo>
                  <a:pt x="718" y="61"/>
                </a:lnTo>
                <a:lnTo>
                  <a:pt x="723" y="54"/>
                </a:lnTo>
                <a:lnTo>
                  <a:pt x="726" y="46"/>
                </a:lnTo>
                <a:lnTo>
                  <a:pt x="720" y="40"/>
                </a:lnTo>
                <a:lnTo>
                  <a:pt x="714" y="32"/>
                </a:lnTo>
                <a:lnTo>
                  <a:pt x="702" y="27"/>
                </a:lnTo>
                <a:lnTo>
                  <a:pt x="689" y="20"/>
                </a:lnTo>
                <a:lnTo>
                  <a:pt x="670" y="15"/>
                </a:lnTo>
                <a:lnTo>
                  <a:pt x="649" y="9"/>
                </a:lnTo>
                <a:lnTo>
                  <a:pt x="621" y="5"/>
                </a:lnTo>
                <a:lnTo>
                  <a:pt x="596" y="3"/>
                </a:lnTo>
                <a:lnTo>
                  <a:pt x="571" y="0"/>
                </a:lnTo>
                <a:lnTo>
                  <a:pt x="542" y="1"/>
                </a:lnTo>
                <a:lnTo>
                  <a:pt x="517" y="3"/>
                </a:lnTo>
                <a:lnTo>
                  <a:pt x="488" y="4"/>
                </a:lnTo>
                <a:lnTo>
                  <a:pt x="464" y="8"/>
                </a:lnTo>
                <a:lnTo>
                  <a:pt x="440" y="11"/>
                </a:lnTo>
                <a:lnTo>
                  <a:pt x="421" y="17"/>
                </a:lnTo>
                <a:lnTo>
                  <a:pt x="404" y="23"/>
                </a:lnTo>
                <a:lnTo>
                  <a:pt x="387" y="29"/>
                </a:lnTo>
                <a:lnTo>
                  <a:pt x="371" y="38"/>
                </a:lnTo>
                <a:lnTo>
                  <a:pt x="361" y="48"/>
                </a:lnTo>
                <a:lnTo>
                  <a:pt x="353" y="60"/>
                </a:lnTo>
                <a:lnTo>
                  <a:pt x="349" y="73"/>
                </a:lnTo>
                <a:lnTo>
                  <a:pt x="352" y="88"/>
                </a:lnTo>
                <a:lnTo>
                  <a:pt x="353" y="98"/>
                </a:lnTo>
                <a:lnTo>
                  <a:pt x="354" y="108"/>
                </a:lnTo>
                <a:lnTo>
                  <a:pt x="349" y="119"/>
                </a:lnTo>
                <a:lnTo>
                  <a:pt x="337" y="125"/>
                </a:lnTo>
                <a:lnTo>
                  <a:pt x="316" y="131"/>
                </a:lnTo>
                <a:lnTo>
                  <a:pt x="291" y="135"/>
                </a:lnTo>
                <a:lnTo>
                  <a:pt x="266" y="135"/>
                </a:lnTo>
                <a:lnTo>
                  <a:pt x="247" y="135"/>
                </a:lnTo>
                <a:lnTo>
                  <a:pt x="222" y="133"/>
                </a:lnTo>
                <a:lnTo>
                  <a:pt x="190" y="129"/>
                </a:lnTo>
                <a:lnTo>
                  <a:pt x="165" y="125"/>
                </a:lnTo>
                <a:lnTo>
                  <a:pt x="136" y="119"/>
                </a:lnTo>
                <a:lnTo>
                  <a:pt x="109" y="115"/>
                </a:lnTo>
                <a:lnTo>
                  <a:pt x="71" y="108"/>
                </a:lnTo>
                <a:lnTo>
                  <a:pt x="66" y="115"/>
                </a:lnTo>
                <a:lnTo>
                  <a:pt x="63" y="125"/>
                </a:lnTo>
                <a:lnTo>
                  <a:pt x="59" y="136"/>
                </a:lnTo>
                <a:lnTo>
                  <a:pt x="52" y="149"/>
                </a:lnTo>
                <a:lnTo>
                  <a:pt x="49" y="162"/>
                </a:lnTo>
                <a:lnTo>
                  <a:pt x="43" y="175"/>
                </a:lnTo>
                <a:lnTo>
                  <a:pt x="39" y="189"/>
                </a:lnTo>
                <a:lnTo>
                  <a:pt x="38" y="204"/>
                </a:lnTo>
                <a:lnTo>
                  <a:pt x="38" y="234"/>
                </a:lnTo>
                <a:lnTo>
                  <a:pt x="39" y="245"/>
                </a:lnTo>
                <a:lnTo>
                  <a:pt x="41" y="255"/>
                </a:lnTo>
                <a:lnTo>
                  <a:pt x="47" y="268"/>
                </a:lnTo>
                <a:lnTo>
                  <a:pt x="56" y="277"/>
                </a:lnTo>
                <a:lnTo>
                  <a:pt x="68" y="284"/>
                </a:lnTo>
                <a:lnTo>
                  <a:pt x="81" y="291"/>
                </a:lnTo>
                <a:lnTo>
                  <a:pt x="96" y="294"/>
                </a:lnTo>
                <a:lnTo>
                  <a:pt x="110" y="297"/>
                </a:lnTo>
                <a:lnTo>
                  <a:pt x="134" y="297"/>
                </a:lnTo>
                <a:lnTo>
                  <a:pt x="159" y="294"/>
                </a:lnTo>
                <a:lnTo>
                  <a:pt x="186" y="292"/>
                </a:lnTo>
                <a:lnTo>
                  <a:pt x="211" y="289"/>
                </a:lnTo>
                <a:lnTo>
                  <a:pt x="234" y="289"/>
                </a:lnTo>
                <a:lnTo>
                  <a:pt x="256" y="293"/>
                </a:lnTo>
                <a:lnTo>
                  <a:pt x="274" y="298"/>
                </a:lnTo>
                <a:lnTo>
                  <a:pt x="290" y="306"/>
                </a:lnTo>
                <a:lnTo>
                  <a:pt x="302" y="315"/>
                </a:lnTo>
                <a:lnTo>
                  <a:pt x="311" y="326"/>
                </a:lnTo>
                <a:lnTo>
                  <a:pt x="316" y="336"/>
                </a:lnTo>
                <a:lnTo>
                  <a:pt x="321" y="349"/>
                </a:lnTo>
                <a:lnTo>
                  <a:pt x="327" y="359"/>
                </a:lnTo>
                <a:lnTo>
                  <a:pt x="327" y="371"/>
                </a:lnTo>
                <a:lnTo>
                  <a:pt x="324" y="381"/>
                </a:lnTo>
                <a:lnTo>
                  <a:pt x="316" y="391"/>
                </a:lnTo>
                <a:lnTo>
                  <a:pt x="307" y="401"/>
                </a:lnTo>
                <a:lnTo>
                  <a:pt x="278" y="418"/>
                </a:lnTo>
                <a:lnTo>
                  <a:pt x="251" y="429"/>
                </a:lnTo>
                <a:lnTo>
                  <a:pt x="244" y="431"/>
                </a:lnTo>
                <a:lnTo>
                  <a:pt x="235" y="433"/>
                </a:lnTo>
                <a:lnTo>
                  <a:pt x="224" y="433"/>
                </a:lnTo>
                <a:lnTo>
                  <a:pt x="215" y="433"/>
                </a:lnTo>
                <a:lnTo>
                  <a:pt x="206" y="431"/>
                </a:lnTo>
                <a:lnTo>
                  <a:pt x="185" y="428"/>
                </a:lnTo>
                <a:lnTo>
                  <a:pt x="165" y="426"/>
                </a:lnTo>
                <a:lnTo>
                  <a:pt x="123" y="415"/>
                </a:lnTo>
                <a:lnTo>
                  <a:pt x="96" y="413"/>
                </a:lnTo>
                <a:lnTo>
                  <a:pt x="73" y="413"/>
                </a:lnTo>
                <a:lnTo>
                  <a:pt x="51" y="415"/>
                </a:lnTo>
                <a:lnTo>
                  <a:pt x="34" y="422"/>
                </a:lnTo>
                <a:lnTo>
                  <a:pt x="24" y="427"/>
                </a:lnTo>
                <a:lnTo>
                  <a:pt x="16" y="436"/>
                </a:lnTo>
                <a:lnTo>
                  <a:pt x="8" y="446"/>
                </a:lnTo>
                <a:lnTo>
                  <a:pt x="3" y="456"/>
                </a:lnTo>
                <a:lnTo>
                  <a:pt x="0" y="469"/>
                </a:lnTo>
                <a:lnTo>
                  <a:pt x="0" y="483"/>
                </a:lnTo>
                <a:lnTo>
                  <a:pt x="5" y="494"/>
                </a:lnTo>
                <a:lnTo>
                  <a:pt x="9" y="512"/>
                </a:lnTo>
                <a:lnTo>
                  <a:pt x="16" y="529"/>
                </a:lnTo>
                <a:lnTo>
                  <a:pt x="24" y="544"/>
                </a:lnTo>
                <a:lnTo>
                  <a:pt x="31" y="559"/>
                </a:lnTo>
                <a:lnTo>
                  <a:pt x="43" y="576"/>
                </a:lnTo>
                <a:lnTo>
                  <a:pt x="56" y="596"/>
                </a:lnTo>
                <a:lnTo>
                  <a:pt x="73" y="626"/>
                </a:lnTo>
                <a:lnTo>
                  <a:pt x="96" y="622"/>
                </a:lnTo>
                <a:lnTo>
                  <a:pt x="118" y="618"/>
                </a:lnTo>
                <a:lnTo>
                  <a:pt x="143" y="614"/>
                </a:lnTo>
                <a:lnTo>
                  <a:pt x="168" y="612"/>
                </a:lnTo>
                <a:lnTo>
                  <a:pt x="198" y="609"/>
                </a:lnTo>
                <a:lnTo>
                  <a:pt x="232" y="607"/>
                </a:lnTo>
                <a:lnTo>
                  <a:pt x="265" y="608"/>
                </a:lnTo>
                <a:lnTo>
                  <a:pt x="297" y="609"/>
                </a:lnTo>
                <a:lnTo>
                  <a:pt x="332" y="614"/>
                </a:lnTo>
                <a:lnTo>
                  <a:pt x="366" y="619"/>
                </a:lnTo>
                <a:lnTo>
                  <a:pt x="396" y="627"/>
                </a:lnTo>
                <a:lnTo>
                  <a:pt x="421" y="635"/>
                </a:lnTo>
                <a:lnTo>
                  <a:pt x="440" y="645"/>
                </a:lnTo>
                <a:lnTo>
                  <a:pt x="457" y="655"/>
                </a:lnTo>
                <a:lnTo>
                  <a:pt x="471" y="664"/>
                </a:lnTo>
                <a:lnTo>
                  <a:pt x="483" y="674"/>
                </a:lnTo>
                <a:lnTo>
                  <a:pt x="496" y="684"/>
                </a:lnTo>
                <a:lnTo>
                  <a:pt x="514" y="696"/>
                </a:lnTo>
                <a:lnTo>
                  <a:pt x="527" y="705"/>
                </a:lnTo>
                <a:lnTo>
                  <a:pt x="544" y="711"/>
                </a:lnTo>
                <a:lnTo>
                  <a:pt x="563" y="717"/>
                </a:lnTo>
                <a:lnTo>
                  <a:pt x="584" y="725"/>
                </a:lnTo>
                <a:lnTo>
                  <a:pt x="609" y="729"/>
                </a:lnTo>
                <a:lnTo>
                  <a:pt x="635" y="731"/>
                </a:lnTo>
                <a:lnTo>
                  <a:pt x="665" y="733"/>
                </a:lnTo>
                <a:lnTo>
                  <a:pt x="695" y="731"/>
                </a:lnTo>
                <a:lnTo>
                  <a:pt x="726" y="728"/>
                </a:lnTo>
                <a:lnTo>
                  <a:pt x="748" y="721"/>
                </a:lnTo>
                <a:lnTo>
                  <a:pt x="765" y="712"/>
                </a:lnTo>
                <a:lnTo>
                  <a:pt x="775" y="703"/>
                </a:lnTo>
                <a:lnTo>
                  <a:pt x="775" y="696"/>
                </a:lnTo>
                <a:lnTo>
                  <a:pt x="765" y="687"/>
                </a:lnTo>
                <a:lnTo>
                  <a:pt x="748" y="678"/>
                </a:lnTo>
                <a:lnTo>
                  <a:pt x="727" y="672"/>
                </a:lnTo>
                <a:lnTo>
                  <a:pt x="705" y="665"/>
                </a:lnTo>
                <a:lnTo>
                  <a:pt x="682" y="659"/>
                </a:lnTo>
                <a:lnTo>
                  <a:pt x="670" y="652"/>
                </a:lnTo>
                <a:lnTo>
                  <a:pt x="665" y="644"/>
                </a:lnTo>
                <a:lnTo>
                  <a:pt x="665" y="632"/>
                </a:lnTo>
                <a:lnTo>
                  <a:pt x="670" y="623"/>
                </a:lnTo>
                <a:lnTo>
                  <a:pt x="688" y="615"/>
                </a:lnTo>
                <a:lnTo>
                  <a:pt x="705" y="610"/>
                </a:lnTo>
                <a:lnTo>
                  <a:pt x="726" y="605"/>
                </a:lnTo>
                <a:lnTo>
                  <a:pt x="752" y="601"/>
                </a:lnTo>
                <a:lnTo>
                  <a:pt x="777" y="599"/>
                </a:lnTo>
                <a:lnTo>
                  <a:pt x="806" y="599"/>
                </a:lnTo>
                <a:lnTo>
                  <a:pt x="836" y="599"/>
                </a:lnTo>
                <a:lnTo>
                  <a:pt x="865" y="601"/>
                </a:lnTo>
                <a:lnTo>
                  <a:pt x="903" y="604"/>
                </a:lnTo>
                <a:lnTo>
                  <a:pt x="935" y="609"/>
                </a:lnTo>
                <a:lnTo>
                  <a:pt x="956" y="610"/>
                </a:lnTo>
                <a:lnTo>
                  <a:pt x="979" y="614"/>
                </a:lnTo>
              </a:path>
            </a:pathLst>
          </a:custGeom>
          <a:solidFill>
            <a:srgbClr val="d0d0d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90" name=""/>
          <p:cNvSpPr/>
          <p:nvPr/>
        </p:nvSpPr>
        <p:spPr>
          <a:xfrm>
            <a:off x="4753080" y="3060720"/>
            <a:ext cx="2023920" cy="1036440"/>
          </a:xfrm>
          <a:custGeom>
            <a:avLst/>
            <a:gdLst/>
            <a:ahLst/>
            <a:rect l="l" t="t" r="r" b="b"/>
            <a:pathLst>
              <a:path w="972" h="512">
                <a:moveTo>
                  <a:pt x="133" y="0"/>
                </a:moveTo>
                <a:lnTo>
                  <a:pt x="971" y="0"/>
                </a:lnTo>
                <a:lnTo>
                  <a:pt x="971" y="496"/>
                </a:lnTo>
                <a:lnTo>
                  <a:pt x="914" y="490"/>
                </a:lnTo>
                <a:lnTo>
                  <a:pt x="897" y="489"/>
                </a:lnTo>
                <a:lnTo>
                  <a:pt x="878" y="489"/>
                </a:lnTo>
                <a:lnTo>
                  <a:pt x="862" y="490"/>
                </a:lnTo>
                <a:lnTo>
                  <a:pt x="844" y="494"/>
                </a:lnTo>
                <a:lnTo>
                  <a:pt x="828" y="497"/>
                </a:lnTo>
                <a:lnTo>
                  <a:pt x="815" y="500"/>
                </a:lnTo>
                <a:lnTo>
                  <a:pt x="800" y="504"/>
                </a:lnTo>
                <a:lnTo>
                  <a:pt x="786" y="506"/>
                </a:lnTo>
                <a:lnTo>
                  <a:pt x="769" y="509"/>
                </a:lnTo>
                <a:lnTo>
                  <a:pt x="752" y="510"/>
                </a:lnTo>
                <a:lnTo>
                  <a:pt x="737" y="511"/>
                </a:lnTo>
                <a:lnTo>
                  <a:pt x="722" y="511"/>
                </a:lnTo>
                <a:lnTo>
                  <a:pt x="706" y="511"/>
                </a:lnTo>
                <a:lnTo>
                  <a:pt x="696" y="510"/>
                </a:lnTo>
                <a:lnTo>
                  <a:pt x="679" y="508"/>
                </a:lnTo>
                <a:lnTo>
                  <a:pt x="666" y="507"/>
                </a:lnTo>
                <a:lnTo>
                  <a:pt x="656" y="504"/>
                </a:lnTo>
                <a:lnTo>
                  <a:pt x="647" y="500"/>
                </a:lnTo>
                <a:lnTo>
                  <a:pt x="639" y="496"/>
                </a:lnTo>
                <a:lnTo>
                  <a:pt x="635" y="489"/>
                </a:lnTo>
                <a:lnTo>
                  <a:pt x="636" y="483"/>
                </a:lnTo>
                <a:lnTo>
                  <a:pt x="642" y="477"/>
                </a:lnTo>
                <a:lnTo>
                  <a:pt x="651" y="470"/>
                </a:lnTo>
                <a:lnTo>
                  <a:pt x="660" y="463"/>
                </a:lnTo>
                <a:lnTo>
                  <a:pt x="671" y="458"/>
                </a:lnTo>
                <a:lnTo>
                  <a:pt x="681" y="452"/>
                </a:lnTo>
                <a:lnTo>
                  <a:pt x="690" y="448"/>
                </a:lnTo>
                <a:lnTo>
                  <a:pt x="698" y="444"/>
                </a:lnTo>
                <a:lnTo>
                  <a:pt x="706" y="439"/>
                </a:lnTo>
                <a:lnTo>
                  <a:pt x="710" y="433"/>
                </a:lnTo>
                <a:lnTo>
                  <a:pt x="712" y="427"/>
                </a:lnTo>
                <a:lnTo>
                  <a:pt x="708" y="422"/>
                </a:lnTo>
                <a:lnTo>
                  <a:pt x="703" y="416"/>
                </a:lnTo>
                <a:lnTo>
                  <a:pt x="694" y="412"/>
                </a:lnTo>
                <a:lnTo>
                  <a:pt x="684" y="407"/>
                </a:lnTo>
                <a:lnTo>
                  <a:pt x="670" y="403"/>
                </a:lnTo>
                <a:lnTo>
                  <a:pt x="654" y="398"/>
                </a:lnTo>
                <a:lnTo>
                  <a:pt x="632" y="395"/>
                </a:lnTo>
                <a:lnTo>
                  <a:pt x="613" y="393"/>
                </a:lnTo>
                <a:lnTo>
                  <a:pt x="594" y="391"/>
                </a:lnTo>
                <a:lnTo>
                  <a:pt x="572" y="392"/>
                </a:lnTo>
                <a:lnTo>
                  <a:pt x="553" y="393"/>
                </a:lnTo>
                <a:lnTo>
                  <a:pt x="531" y="394"/>
                </a:lnTo>
                <a:lnTo>
                  <a:pt x="513" y="397"/>
                </a:lnTo>
                <a:lnTo>
                  <a:pt x="494" y="400"/>
                </a:lnTo>
                <a:lnTo>
                  <a:pt x="480" y="404"/>
                </a:lnTo>
                <a:lnTo>
                  <a:pt x="467" y="409"/>
                </a:lnTo>
                <a:lnTo>
                  <a:pt x="454" y="414"/>
                </a:lnTo>
                <a:lnTo>
                  <a:pt x="442" y="421"/>
                </a:lnTo>
                <a:lnTo>
                  <a:pt x="434" y="429"/>
                </a:lnTo>
                <a:lnTo>
                  <a:pt x="428" y="438"/>
                </a:lnTo>
                <a:lnTo>
                  <a:pt x="425" y="448"/>
                </a:lnTo>
                <a:lnTo>
                  <a:pt x="427" y="460"/>
                </a:lnTo>
                <a:lnTo>
                  <a:pt x="428" y="468"/>
                </a:lnTo>
                <a:lnTo>
                  <a:pt x="429" y="476"/>
                </a:lnTo>
                <a:lnTo>
                  <a:pt x="425" y="484"/>
                </a:lnTo>
                <a:lnTo>
                  <a:pt x="416" y="489"/>
                </a:lnTo>
                <a:lnTo>
                  <a:pt x="400" y="494"/>
                </a:lnTo>
                <a:lnTo>
                  <a:pt x="381" y="497"/>
                </a:lnTo>
                <a:lnTo>
                  <a:pt x="362" y="497"/>
                </a:lnTo>
                <a:lnTo>
                  <a:pt x="347" y="497"/>
                </a:lnTo>
                <a:lnTo>
                  <a:pt x="328" y="495"/>
                </a:lnTo>
                <a:lnTo>
                  <a:pt x="304" y="492"/>
                </a:lnTo>
                <a:lnTo>
                  <a:pt x="285" y="489"/>
                </a:lnTo>
                <a:lnTo>
                  <a:pt x="263" y="484"/>
                </a:lnTo>
                <a:lnTo>
                  <a:pt x="242" y="481"/>
                </a:lnTo>
                <a:lnTo>
                  <a:pt x="219" y="476"/>
                </a:lnTo>
                <a:lnTo>
                  <a:pt x="219" y="447"/>
                </a:lnTo>
                <a:lnTo>
                  <a:pt x="221" y="436"/>
                </a:lnTo>
                <a:lnTo>
                  <a:pt x="224" y="424"/>
                </a:lnTo>
                <a:lnTo>
                  <a:pt x="227" y="411"/>
                </a:lnTo>
                <a:lnTo>
                  <a:pt x="232" y="398"/>
                </a:lnTo>
                <a:lnTo>
                  <a:pt x="236" y="382"/>
                </a:lnTo>
                <a:lnTo>
                  <a:pt x="238" y="370"/>
                </a:lnTo>
                <a:lnTo>
                  <a:pt x="238" y="360"/>
                </a:lnTo>
                <a:lnTo>
                  <a:pt x="232" y="351"/>
                </a:lnTo>
                <a:lnTo>
                  <a:pt x="227" y="346"/>
                </a:lnTo>
                <a:lnTo>
                  <a:pt x="219" y="342"/>
                </a:lnTo>
                <a:lnTo>
                  <a:pt x="207" y="339"/>
                </a:lnTo>
                <a:lnTo>
                  <a:pt x="194" y="337"/>
                </a:lnTo>
                <a:lnTo>
                  <a:pt x="180" y="339"/>
                </a:lnTo>
                <a:lnTo>
                  <a:pt x="166" y="340"/>
                </a:lnTo>
                <a:lnTo>
                  <a:pt x="148" y="344"/>
                </a:lnTo>
                <a:lnTo>
                  <a:pt x="133" y="346"/>
                </a:lnTo>
                <a:lnTo>
                  <a:pt x="115" y="348"/>
                </a:lnTo>
                <a:lnTo>
                  <a:pt x="98" y="348"/>
                </a:lnTo>
                <a:lnTo>
                  <a:pt x="80" y="346"/>
                </a:lnTo>
                <a:lnTo>
                  <a:pt x="64" y="343"/>
                </a:lnTo>
                <a:lnTo>
                  <a:pt x="49" y="339"/>
                </a:lnTo>
                <a:lnTo>
                  <a:pt x="37" y="333"/>
                </a:lnTo>
                <a:lnTo>
                  <a:pt x="25" y="328"/>
                </a:lnTo>
                <a:lnTo>
                  <a:pt x="16" y="320"/>
                </a:lnTo>
                <a:lnTo>
                  <a:pt x="10" y="313"/>
                </a:lnTo>
                <a:lnTo>
                  <a:pt x="6" y="307"/>
                </a:lnTo>
                <a:lnTo>
                  <a:pt x="3" y="299"/>
                </a:lnTo>
                <a:lnTo>
                  <a:pt x="0" y="293"/>
                </a:lnTo>
                <a:lnTo>
                  <a:pt x="0" y="286"/>
                </a:lnTo>
                <a:lnTo>
                  <a:pt x="3" y="280"/>
                </a:lnTo>
                <a:lnTo>
                  <a:pt x="6" y="274"/>
                </a:lnTo>
                <a:lnTo>
                  <a:pt x="10" y="269"/>
                </a:lnTo>
                <a:lnTo>
                  <a:pt x="14" y="265"/>
                </a:lnTo>
                <a:lnTo>
                  <a:pt x="24" y="260"/>
                </a:lnTo>
                <a:lnTo>
                  <a:pt x="32" y="256"/>
                </a:lnTo>
                <a:lnTo>
                  <a:pt x="45" y="253"/>
                </a:lnTo>
                <a:lnTo>
                  <a:pt x="60" y="248"/>
                </a:lnTo>
                <a:lnTo>
                  <a:pt x="74" y="245"/>
                </a:lnTo>
                <a:lnTo>
                  <a:pt x="87" y="242"/>
                </a:lnTo>
                <a:lnTo>
                  <a:pt x="104" y="237"/>
                </a:lnTo>
                <a:lnTo>
                  <a:pt x="121" y="234"/>
                </a:lnTo>
                <a:lnTo>
                  <a:pt x="137" y="229"/>
                </a:lnTo>
                <a:lnTo>
                  <a:pt x="153" y="224"/>
                </a:lnTo>
                <a:lnTo>
                  <a:pt x="165" y="218"/>
                </a:lnTo>
                <a:lnTo>
                  <a:pt x="175" y="212"/>
                </a:lnTo>
                <a:lnTo>
                  <a:pt x="182" y="206"/>
                </a:lnTo>
                <a:lnTo>
                  <a:pt x="188" y="199"/>
                </a:lnTo>
                <a:lnTo>
                  <a:pt x="192" y="190"/>
                </a:lnTo>
                <a:lnTo>
                  <a:pt x="194" y="181"/>
                </a:lnTo>
                <a:lnTo>
                  <a:pt x="195" y="172"/>
                </a:lnTo>
                <a:lnTo>
                  <a:pt x="195" y="165"/>
                </a:lnTo>
                <a:lnTo>
                  <a:pt x="194" y="156"/>
                </a:lnTo>
                <a:lnTo>
                  <a:pt x="186" y="141"/>
                </a:lnTo>
                <a:lnTo>
                  <a:pt x="178" y="115"/>
                </a:lnTo>
                <a:lnTo>
                  <a:pt x="170" y="101"/>
                </a:lnTo>
                <a:lnTo>
                  <a:pt x="165" y="86"/>
                </a:lnTo>
                <a:lnTo>
                  <a:pt x="148" y="42"/>
                </a:lnTo>
                <a:lnTo>
                  <a:pt x="133" y="0"/>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91" name=""/>
          <p:cNvSpPr/>
          <p:nvPr/>
        </p:nvSpPr>
        <p:spPr>
          <a:xfrm>
            <a:off x="4829040" y="4808520"/>
            <a:ext cx="1947960" cy="1069920"/>
          </a:xfrm>
          <a:custGeom>
            <a:avLst/>
            <a:gdLst/>
            <a:ahLst/>
            <a:rect l="l" t="t" r="r" b="b"/>
            <a:pathLst>
              <a:path w="935" h="529">
                <a:moveTo>
                  <a:pt x="868" y="12"/>
                </a:moveTo>
                <a:lnTo>
                  <a:pt x="934" y="5"/>
                </a:lnTo>
                <a:lnTo>
                  <a:pt x="934" y="528"/>
                </a:lnTo>
                <a:lnTo>
                  <a:pt x="4" y="528"/>
                </a:lnTo>
                <a:lnTo>
                  <a:pt x="178" y="391"/>
                </a:lnTo>
                <a:lnTo>
                  <a:pt x="189" y="385"/>
                </a:lnTo>
                <a:lnTo>
                  <a:pt x="197" y="379"/>
                </a:lnTo>
                <a:lnTo>
                  <a:pt x="206" y="370"/>
                </a:lnTo>
                <a:lnTo>
                  <a:pt x="212" y="362"/>
                </a:lnTo>
                <a:lnTo>
                  <a:pt x="216" y="353"/>
                </a:lnTo>
                <a:lnTo>
                  <a:pt x="220" y="341"/>
                </a:lnTo>
                <a:lnTo>
                  <a:pt x="222" y="331"/>
                </a:lnTo>
                <a:lnTo>
                  <a:pt x="224" y="321"/>
                </a:lnTo>
                <a:lnTo>
                  <a:pt x="224" y="309"/>
                </a:lnTo>
                <a:lnTo>
                  <a:pt x="224" y="296"/>
                </a:lnTo>
                <a:lnTo>
                  <a:pt x="220" y="286"/>
                </a:lnTo>
                <a:lnTo>
                  <a:pt x="218" y="275"/>
                </a:lnTo>
                <a:lnTo>
                  <a:pt x="214" y="265"/>
                </a:lnTo>
                <a:lnTo>
                  <a:pt x="209" y="257"/>
                </a:lnTo>
                <a:lnTo>
                  <a:pt x="203" y="250"/>
                </a:lnTo>
                <a:lnTo>
                  <a:pt x="195" y="244"/>
                </a:lnTo>
                <a:lnTo>
                  <a:pt x="187" y="239"/>
                </a:lnTo>
                <a:lnTo>
                  <a:pt x="178" y="236"/>
                </a:lnTo>
                <a:lnTo>
                  <a:pt x="165" y="234"/>
                </a:lnTo>
                <a:lnTo>
                  <a:pt x="152" y="234"/>
                </a:lnTo>
                <a:lnTo>
                  <a:pt x="139" y="237"/>
                </a:lnTo>
                <a:lnTo>
                  <a:pt x="128" y="239"/>
                </a:lnTo>
                <a:lnTo>
                  <a:pt x="116" y="242"/>
                </a:lnTo>
                <a:lnTo>
                  <a:pt x="98" y="242"/>
                </a:lnTo>
                <a:lnTo>
                  <a:pt x="84" y="239"/>
                </a:lnTo>
                <a:lnTo>
                  <a:pt x="69" y="234"/>
                </a:lnTo>
                <a:lnTo>
                  <a:pt x="55" y="229"/>
                </a:lnTo>
                <a:lnTo>
                  <a:pt x="42" y="223"/>
                </a:lnTo>
                <a:lnTo>
                  <a:pt x="33" y="217"/>
                </a:lnTo>
                <a:lnTo>
                  <a:pt x="25" y="211"/>
                </a:lnTo>
                <a:lnTo>
                  <a:pt x="17" y="205"/>
                </a:lnTo>
                <a:lnTo>
                  <a:pt x="11" y="198"/>
                </a:lnTo>
                <a:lnTo>
                  <a:pt x="6" y="192"/>
                </a:lnTo>
                <a:lnTo>
                  <a:pt x="4" y="185"/>
                </a:lnTo>
                <a:lnTo>
                  <a:pt x="0" y="179"/>
                </a:lnTo>
                <a:lnTo>
                  <a:pt x="0" y="172"/>
                </a:lnTo>
                <a:lnTo>
                  <a:pt x="4" y="164"/>
                </a:lnTo>
                <a:lnTo>
                  <a:pt x="6" y="158"/>
                </a:lnTo>
                <a:lnTo>
                  <a:pt x="12" y="152"/>
                </a:lnTo>
                <a:lnTo>
                  <a:pt x="19" y="146"/>
                </a:lnTo>
                <a:lnTo>
                  <a:pt x="29" y="141"/>
                </a:lnTo>
                <a:lnTo>
                  <a:pt x="39" y="138"/>
                </a:lnTo>
                <a:lnTo>
                  <a:pt x="49" y="136"/>
                </a:lnTo>
                <a:lnTo>
                  <a:pt x="59" y="135"/>
                </a:lnTo>
                <a:lnTo>
                  <a:pt x="73" y="136"/>
                </a:lnTo>
                <a:lnTo>
                  <a:pt x="88" y="138"/>
                </a:lnTo>
                <a:lnTo>
                  <a:pt x="105" y="141"/>
                </a:lnTo>
                <a:lnTo>
                  <a:pt x="122" y="145"/>
                </a:lnTo>
                <a:lnTo>
                  <a:pt x="134" y="148"/>
                </a:lnTo>
                <a:lnTo>
                  <a:pt x="145" y="151"/>
                </a:lnTo>
                <a:lnTo>
                  <a:pt x="161" y="153"/>
                </a:lnTo>
                <a:lnTo>
                  <a:pt x="177" y="154"/>
                </a:lnTo>
                <a:lnTo>
                  <a:pt x="190" y="153"/>
                </a:lnTo>
                <a:lnTo>
                  <a:pt x="201" y="150"/>
                </a:lnTo>
                <a:lnTo>
                  <a:pt x="212" y="145"/>
                </a:lnTo>
                <a:lnTo>
                  <a:pt x="216" y="139"/>
                </a:lnTo>
                <a:lnTo>
                  <a:pt x="220" y="133"/>
                </a:lnTo>
                <a:lnTo>
                  <a:pt x="224" y="125"/>
                </a:lnTo>
                <a:lnTo>
                  <a:pt x="224" y="108"/>
                </a:lnTo>
                <a:lnTo>
                  <a:pt x="220" y="96"/>
                </a:lnTo>
                <a:lnTo>
                  <a:pt x="216" y="85"/>
                </a:lnTo>
                <a:lnTo>
                  <a:pt x="210" y="70"/>
                </a:lnTo>
                <a:lnTo>
                  <a:pt x="203" y="57"/>
                </a:lnTo>
                <a:lnTo>
                  <a:pt x="195" y="43"/>
                </a:lnTo>
                <a:lnTo>
                  <a:pt x="190" y="32"/>
                </a:lnTo>
                <a:lnTo>
                  <a:pt x="186" y="25"/>
                </a:lnTo>
                <a:lnTo>
                  <a:pt x="178" y="21"/>
                </a:lnTo>
                <a:lnTo>
                  <a:pt x="195" y="18"/>
                </a:lnTo>
                <a:lnTo>
                  <a:pt x="212" y="15"/>
                </a:lnTo>
                <a:lnTo>
                  <a:pt x="231" y="12"/>
                </a:lnTo>
                <a:lnTo>
                  <a:pt x="250" y="10"/>
                </a:lnTo>
                <a:lnTo>
                  <a:pt x="273" y="8"/>
                </a:lnTo>
                <a:lnTo>
                  <a:pt x="299" y="6"/>
                </a:lnTo>
                <a:lnTo>
                  <a:pt x="324" y="7"/>
                </a:lnTo>
                <a:lnTo>
                  <a:pt x="348" y="8"/>
                </a:lnTo>
                <a:lnTo>
                  <a:pt x="375" y="12"/>
                </a:lnTo>
                <a:lnTo>
                  <a:pt x="401" y="16"/>
                </a:lnTo>
                <a:lnTo>
                  <a:pt x="424" y="22"/>
                </a:lnTo>
                <a:lnTo>
                  <a:pt x="443" y="28"/>
                </a:lnTo>
                <a:lnTo>
                  <a:pt x="457" y="36"/>
                </a:lnTo>
                <a:lnTo>
                  <a:pt x="470" y="44"/>
                </a:lnTo>
                <a:lnTo>
                  <a:pt x="481" y="51"/>
                </a:lnTo>
                <a:lnTo>
                  <a:pt x="490" y="59"/>
                </a:lnTo>
                <a:lnTo>
                  <a:pt x="500" y="67"/>
                </a:lnTo>
                <a:lnTo>
                  <a:pt x="514" y="76"/>
                </a:lnTo>
                <a:lnTo>
                  <a:pt x="524" y="83"/>
                </a:lnTo>
                <a:lnTo>
                  <a:pt x="537" y="88"/>
                </a:lnTo>
                <a:lnTo>
                  <a:pt x="551" y="93"/>
                </a:lnTo>
                <a:lnTo>
                  <a:pt x="567" y="99"/>
                </a:lnTo>
                <a:lnTo>
                  <a:pt x="586" y="102"/>
                </a:lnTo>
                <a:lnTo>
                  <a:pt x="606" y="104"/>
                </a:lnTo>
                <a:lnTo>
                  <a:pt x="629" y="105"/>
                </a:lnTo>
                <a:lnTo>
                  <a:pt x="652" y="104"/>
                </a:lnTo>
                <a:lnTo>
                  <a:pt x="675" y="101"/>
                </a:lnTo>
                <a:lnTo>
                  <a:pt x="692" y="96"/>
                </a:lnTo>
                <a:lnTo>
                  <a:pt x="705" y="89"/>
                </a:lnTo>
                <a:lnTo>
                  <a:pt x="713" y="82"/>
                </a:lnTo>
                <a:lnTo>
                  <a:pt x="713" y="76"/>
                </a:lnTo>
                <a:lnTo>
                  <a:pt x="705" y="69"/>
                </a:lnTo>
                <a:lnTo>
                  <a:pt x="692" y="62"/>
                </a:lnTo>
                <a:lnTo>
                  <a:pt x="676" y="57"/>
                </a:lnTo>
                <a:lnTo>
                  <a:pt x="659" y="52"/>
                </a:lnTo>
                <a:lnTo>
                  <a:pt x="642" y="47"/>
                </a:lnTo>
                <a:lnTo>
                  <a:pt x="633" y="42"/>
                </a:lnTo>
                <a:lnTo>
                  <a:pt x="629" y="35"/>
                </a:lnTo>
                <a:lnTo>
                  <a:pt x="629" y="26"/>
                </a:lnTo>
                <a:lnTo>
                  <a:pt x="633" y="19"/>
                </a:lnTo>
                <a:lnTo>
                  <a:pt x="646" y="13"/>
                </a:lnTo>
                <a:lnTo>
                  <a:pt x="659" y="9"/>
                </a:lnTo>
                <a:lnTo>
                  <a:pt x="675" y="5"/>
                </a:lnTo>
                <a:lnTo>
                  <a:pt x="695" y="2"/>
                </a:lnTo>
                <a:lnTo>
                  <a:pt x="714" y="0"/>
                </a:lnTo>
                <a:lnTo>
                  <a:pt x="736" y="0"/>
                </a:lnTo>
                <a:lnTo>
                  <a:pt x="759" y="0"/>
                </a:lnTo>
                <a:lnTo>
                  <a:pt x="781" y="2"/>
                </a:lnTo>
                <a:lnTo>
                  <a:pt x="810" y="4"/>
                </a:lnTo>
                <a:lnTo>
                  <a:pt x="835" y="8"/>
                </a:lnTo>
                <a:lnTo>
                  <a:pt x="851" y="9"/>
                </a:lnTo>
                <a:lnTo>
                  <a:pt x="868" y="12"/>
                </a:lnTo>
              </a:path>
            </a:pathLst>
          </a:custGeom>
          <a:solidFill>
            <a:srgbClr val="90909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92" name=""/>
          <p:cNvSpPr/>
          <p:nvPr/>
        </p:nvSpPr>
        <p:spPr>
          <a:xfrm>
            <a:off x="3179880" y="3060720"/>
            <a:ext cx="2098440" cy="1103400"/>
          </a:xfrm>
          <a:custGeom>
            <a:avLst/>
            <a:gdLst/>
            <a:ahLst/>
            <a:rect l="l" t="t" r="r" b="b"/>
            <a:pathLst>
              <a:path w="1008" h="545">
                <a:moveTo>
                  <a:pt x="902" y="0"/>
                </a:moveTo>
                <a:lnTo>
                  <a:pt x="138" y="0"/>
                </a:lnTo>
                <a:lnTo>
                  <a:pt x="189" y="64"/>
                </a:lnTo>
                <a:lnTo>
                  <a:pt x="198" y="79"/>
                </a:lnTo>
                <a:lnTo>
                  <a:pt x="206" y="91"/>
                </a:lnTo>
                <a:lnTo>
                  <a:pt x="214" y="104"/>
                </a:lnTo>
                <a:lnTo>
                  <a:pt x="226" y="120"/>
                </a:lnTo>
                <a:lnTo>
                  <a:pt x="239" y="135"/>
                </a:lnTo>
                <a:lnTo>
                  <a:pt x="254" y="148"/>
                </a:lnTo>
                <a:lnTo>
                  <a:pt x="269" y="164"/>
                </a:lnTo>
                <a:lnTo>
                  <a:pt x="277" y="174"/>
                </a:lnTo>
                <a:lnTo>
                  <a:pt x="281" y="183"/>
                </a:lnTo>
                <a:lnTo>
                  <a:pt x="283" y="198"/>
                </a:lnTo>
                <a:lnTo>
                  <a:pt x="274" y="215"/>
                </a:lnTo>
                <a:lnTo>
                  <a:pt x="258" y="228"/>
                </a:lnTo>
                <a:lnTo>
                  <a:pt x="231" y="235"/>
                </a:lnTo>
                <a:lnTo>
                  <a:pt x="204" y="236"/>
                </a:lnTo>
                <a:lnTo>
                  <a:pt x="168" y="229"/>
                </a:lnTo>
                <a:lnTo>
                  <a:pt x="145" y="224"/>
                </a:lnTo>
                <a:lnTo>
                  <a:pt x="107" y="219"/>
                </a:lnTo>
                <a:lnTo>
                  <a:pt x="89" y="219"/>
                </a:lnTo>
                <a:lnTo>
                  <a:pt x="59" y="222"/>
                </a:lnTo>
                <a:lnTo>
                  <a:pt x="27" y="232"/>
                </a:lnTo>
                <a:lnTo>
                  <a:pt x="9" y="245"/>
                </a:lnTo>
                <a:lnTo>
                  <a:pt x="0" y="260"/>
                </a:lnTo>
                <a:lnTo>
                  <a:pt x="8" y="274"/>
                </a:lnTo>
                <a:lnTo>
                  <a:pt x="25" y="288"/>
                </a:lnTo>
                <a:lnTo>
                  <a:pt x="38" y="296"/>
                </a:lnTo>
                <a:lnTo>
                  <a:pt x="65" y="307"/>
                </a:lnTo>
                <a:lnTo>
                  <a:pt x="80" y="312"/>
                </a:lnTo>
                <a:lnTo>
                  <a:pt x="99" y="315"/>
                </a:lnTo>
                <a:lnTo>
                  <a:pt x="120" y="317"/>
                </a:lnTo>
                <a:lnTo>
                  <a:pt x="145" y="318"/>
                </a:lnTo>
                <a:lnTo>
                  <a:pt x="164" y="320"/>
                </a:lnTo>
                <a:lnTo>
                  <a:pt x="172" y="322"/>
                </a:lnTo>
                <a:lnTo>
                  <a:pt x="183" y="326"/>
                </a:lnTo>
                <a:lnTo>
                  <a:pt x="193" y="333"/>
                </a:lnTo>
                <a:lnTo>
                  <a:pt x="202" y="344"/>
                </a:lnTo>
                <a:lnTo>
                  <a:pt x="212" y="354"/>
                </a:lnTo>
                <a:lnTo>
                  <a:pt x="220" y="363"/>
                </a:lnTo>
                <a:lnTo>
                  <a:pt x="227" y="372"/>
                </a:lnTo>
                <a:lnTo>
                  <a:pt x="235" y="386"/>
                </a:lnTo>
                <a:lnTo>
                  <a:pt x="245" y="406"/>
                </a:lnTo>
                <a:lnTo>
                  <a:pt x="251" y="427"/>
                </a:lnTo>
                <a:lnTo>
                  <a:pt x="251" y="451"/>
                </a:lnTo>
                <a:lnTo>
                  <a:pt x="251" y="474"/>
                </a:lnTo>
                <a:lnTo>
                  <a:pt x="243" y="496"/>
                </a:lnTo>
                <a:lnTo>
                  <a:pt x="257" y="499"/>
                </a:lnTo>
                <a:lnTo>
                  <a:pt x="271" y="502"/>
                </a:lnTo>
                <a:lnTo>
                  <a:pt x="284" y="505"/>
                </a:lnTo>
                <a:lnTo>
                  <a:pt x="300" y="511"/>
                </a:lnTo>
                <a:lnTo>
                  <a:pt x="312" y="515"/>
                </a:lnTo>
                <a:lnTo>
                  <a:pt x="331" y="520"/>
                </a:lnTo>
                <a:lnTo>
                  <a:pt x="347" y="526"/>
                </a:lnTo>
                <a:lnTo>
                  <a:pt x="360" y="530"/>
                </a:lnTo>
                <a:lnTo>
                  <a:pt x="376" y="534"/>
                </a:lnTo>
                <a:lnTo>
                  <a:pt x="397" y="538"/>
                </a:lnTo>
                <a:lnTo>
                  <a:pt x="409" y="539"/>
                </a:lnTo>
                <a:lnTo>
                  <a:pt x="431" y="541"/>
                </a:lnTo>
                <a:lnTo>
                  <a:pt x="449" y="543"/>
                </a:lnTo>
                <a:lnTo>
                  <a:pt x="472" y="544"/>
                </a:lnTo>
                <a:lnTo>
                  <a:pt x="491" y="541"/>
                </a:lnTo>
                <a:lnTo>
                  <a:pt x="510" y="539"/>
                </a:lnTo>
                <a:lnTo>
                  <a:pt x="521" y="536"/>
                </a:lnTo>
                <a:lnTo>
                  <a:pt x="529" y="531"/>
                </a:lnTo>
                <a:lnTo>
                  <a:pt x="535" y="526"/>
                </a:lnTo>
                <a:lnTo>
                  <a:pt x="535" y="520"/>
                </a:lnTo>
                <a:lnTo>
                  <a:pt x="535" y="515"/>
                </a:lnTo>
                <a:lnTo>
                  <a:pt x="523" y="509"/>
                </a:lnTo>
                <a:lnTo>
                  <a:pt x="507" y="504"/>
                </a:lnTo>
                <a:lnTo>
                  <a:pt x="488" y="500"/>
                </a:lnTo>
                <a:lnTo>
                  <a:pt x="464" y="494"/>
                </a:lnTo>
                <a:lnTo>
                  <a:pt x="445" y="488"/>
                </a:lnTo>
                <a:lnTo>
                  <a:pt x="431" y="482"/>
                </a:lnTo>
                <a:lnTo>
                  <a:pt x="421" y="475"/>
                </a:lnTo>
                <a:lnTo>
                  <a:pt x="414" y="467"/>
                </a:lnTo>
                <a:lnTo>
                  <a:pt x="414" y="461"/>
                </a:lnTo>
                <a:lnTo>
                  <a:pt x="418" y="455"/>
                </a:lnTo>
                <a:lnTo>
                  <a:pt x="422" y="450"/>
                </a:lnTo>
                <a:lnTo>
                  <a:pt x="428" y="445"/>
                </a:lnTo>
                <a:lnTo>
                  <a:pt x="441" y="440"/>
                </a:lnTo>
                <a:lnTo>
                  <a:pt x="453" y="437"/>
                </a:lnTo>
                <a:lnTo>
                  <a:pt x="468" y="434"/>
                </a:lnTo>
                <a:lnTo>
                  <a:pt x="482" y="432"/>
                </a:lnTo>
                <a:lnTo>
                  <a:pt x="506" y="430"/>
                </a:lnTo>
                <a:lnTo>
                  <a:pt x="526" y="430"/>
                </a:lnTo>
                <a:lnTo>
                  <a:pt x="542" y="432"/>
                </a:lnTo>
                <a:lnTo>
                  <a:pt x="559" y="435"/>
                </a:lnTo>
                <a:lnTo>
                  <a:pt x="574" y="437"/>
                </a:lnTo>
                <a:lnTo>
                  <a:pt x="592" y="443"/>
                </a:lnTo>
                <a:lnTo>
                  <a:pt x="603" y="450"/>
                </a:lnTo>
                <a:lnTo>
                  <a:pt x="611" y="455"/>
                </a:lnTo>
                <a:lnTo>
                  <a:pt x="626" y="465"/>
                </a:lnTo>
                <a:lnTo>
                  <a:pt x="641" y="474"/>
                </a:lnTo>
                <a:lnTo>
                  <a:pt x="654" y="479"/>
                </a:lnTo>
                <a:lnTo>
                  <a:pt x="665" y="484"/>
                </a:lnTo>
                <a:lnTo>
                  <a:pt x="688" y="489"/>
                </a:lnTo>
                <a:lnTo>
                  <a:pt x="711" y="491"/>
                </a:lnTo>
                <a:lnTo>
                  <a:pt x="734" y="492"/>
                </a:lnTo>
                <a:lnTo>
                  <a:pt x="753" y="492"/>
                </a:lnTo>
                <a:lnTo>
                  <a:pt x="781" y="490"/>
                </a:lnTo>
                <a:lnTo>
                  <a:pt x="801" y="488"/>
                </a:lnTo>
                <a:lnTo>
                  <a:pt x="825" y="484"/>
                </a:lnTo>
                <a:lnTo>
                  <a:pt x="846" y="481"/>
                </a:lnTo>
                <a:lnTo>
                  <a:pt x="873" y="477"/>
                </a:lnTo>
                <a:lnTo>
                  <a:pt x="897" y="474"/>
                </a:lnTo>
                <a:lnTo>
                  <a:pt x="919" y="473"/>
                </a:lnTo>
                <a:lnTo>
                  <a:pt x="940" y="473"/>
                </a:lnTo>
                <a:lnTo>
                  <a:pt x="989" y="476"/>
                </a:lnTo>
                <a:lnTo>
                  <a:pt x="988" y="466"/>
                </a:lnTo>
                <a:lnTo>
                  <a:pt x="987" y="457"/>
                </a:lnTo>
                <a:lnTo>
                  <a:pt x="988" y="447"/>
                </a:lnTo>
                <a:lnTo>
                  <a:pt x="993" y="424"/>
                </a:lnTo>
                <a:lnTo>
                  <a:pt x="996" y="411"/>
                </a:lnTo>
                <a:lnTo>
                  <a:pt x="1001" y="398"/>
                </a:lnTo>
                <a:lnTo>
                  <a:pt x="1005" y="382"/>
                </a:lnTo>
                <a:lnTo>
                  <a:pt x="1007" y="370"/>
                </a:lnTo>
                <a:lnTo>
                  <a:pt x="1007" y="360"/>
                </a:lnTo>
                <a:lnTo>
                  <a:pt x="1001" y="351"/>
                </a:lnTo>
                <a:lnTo>
                  <a:pt x="996" y="346"/>
                </a:lnTo>
                <a:lnTo>
                  <a:pt x="988" y="342"/>
                </a:lnTo>
                <a:lnTo>
                  <a:pt x="976" y="339"/>
                </a:lnTo>
                <a:lnTo>
                  <a:pt x="963" y="337"/>
                </a:lnTo>
                <a:lnTo>
                  <a:pt x="949" y="339"/>
                </a:lnTo>
                <a:lnTo>
                  <a:pt x="935" y="340"/>
                </a:lnTo>
                <a:lnTo>
                  <a:pt x="917" y="344"/>
                </a:lnTo>
                <a:lnTo>
                  <a:pt x="902" y="346"/>
                </a:lnTo>
                <a:lnTo>
                  <a:pt x="884" y="348"/>
                </a:lnTo>
                <a:lnTo>
                  <a:pt x="867" y="348"/>
                </a:lnTo>
                <a:lnTo>
                  <a:pt x="849" y="346"/>
                </a:lnTo>
                <a:lnTo>
                  <a:pt x="833" y="343"/>
                </a:lnTo>
                <a:lnTo>
                  <a:pt x="818" y="339"/>
                </a:lnTo>
                <a:lnTo>
                  <a:pt x="806" y="333"/>
                </a:lnTo>
                <a:lnTo>
                  <a:pt x="794" y="328"/>
                </a:lnTo>
                <a:lnTo>
                  <a:pt x="785" y="320"/>
                </a:lnTo>
                <a:lnTo>
                  <a:pt x="779" y="313"/>
                </a:lnTo>
                <a:lnTo>
                  <a:pt x="775" y="307"/>
                </a:lnTo>
                <a:lnTo>
                  <a:pt x="772" y="299"/>
                </a:lnTo>
                <a:lnTo>
                  <a:pt x="769" y="293"/>
                </a:lnTo>
                <a:lnTo>
                  <a:pt x="769" y="286"/>
                </a:lnTo>
                <a:lnTo>
                  <a:pt x="772" y="280"/>
                </a:lnTo>
                <a:lnTo>
                  <a:pt x="775" y="274"/>
                </a:lnTo>
                <a:lnTo>
                  <a:pt x="779" y="269"/>
                </a:lnTo>
                <a:lnTo>
                  <a:pt x="783" y="265"/>
                </a:lnTo>
                <a:lnTo>
                  <a:pt x="793" y="260"/>
                </a:lnTo>
                <a:lnTo>
                  <a:pt x="801" y="256"/>
                </a:lnTo>
                <a:lnTo>
                  <a:pt x="814" y="253"/>
                </a:lnTo>
                <a:lnTo>
                  <a:pt x="829" y="248"/>
                </a:lnTo>
                <a:lnTo>
                  <a:pt x="843" y="245"/>
                </a:lnTo>
                <a:lnTo>
                  <a:pt x="856" y="242"/>
                </a:lnTo>
                <a:lnTo>
                  <a:pt x="873" y="237"/>
                </a:lnTo>
                <a:lnTo>
                  <a:pt x="890" y="234"/>
                </a:lnTo>
                <a:lnTo>
                  <a:pt x="906" y="229"/>
                </a:lnTo>
                <a:lnTo>
                  <a:pt x="922" y="224"/>
                </a:lnTo>
                <a:lnTo>
                  <a:pt x="934" y="218"/>
                </a:lnTo>
                <a:lnTo>
                  <a:pt x="944" y="212"/>
                </a:lnTo>
                <a:lnTo>
                  <a:pt x="951" y="206"/>
                </a:lnTo>
                <a:lnTo>
                  <a:pt x="957" y="199"/>
                </a:lnTo>
                <a:lnTo>
                  <a:pt x="961" y="190"/>
                </a:lnTo>
                <a:lnTo>
                  <a:pt x="963" y="181"/>
                </a:lnTo>
                <a:lnTo>
                  <a:pt x="964" y="172"/>
                </a:lnTo>
                <a:lnTo>
                  <a:pt x="964" y="165"/>
                </a:lnTo>
                <a:lnTo>
                  <a:pt x="963" y="156"/>
                </a:lnTo>
                <a:lnTo>
                  <a:pt x="958" y="148"/>
                </a:lnTo>
              </a:path>
            </a:pathLst>
          </a:custGeom>
          <a:solidFill>
            <a:srgbClr val="90909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93" name=""/>
          <p:cNvSpPr/>
          <p:nvPr/>
        </p:nvSpPr>
        <p:spPr>
          <a:xfrm>
            <a:off x="2190600" y="3917880"/>
            <a:ext cx="1917720" cy="978120"/>
          </a:xfrm>
          <a:custGeom>
            <a:avLst/>
            <a:gdLst/>
            <a:ahLst/>
            <a:rect l="l" t="t" r="r" b="b"/>
            <a:pathLst>
              <a:path w="921" h="483">
                <a:moveTo>
                  <a:pt x="726" y="446"/>
                </a:moveTo>
                <a:lnTo>
                  <a:pt x="738" y="434"/>
                </a:lnTo>
                <a:lnTo>
                  <a:pt x="740" y="427"/>
                </a:lnTo>
                <a:lnTo>
                  <a:pt x="733" y="409"/>
                </a:lnTo>
                <a:lnTo>
                  <a:pt x="730" y="402"/>
                </a:lnTo>
                <a:lnTo>
                  <a:pt x="723" y="393"/>
                </a:lnTo>
                <a:lnTo>
                  <a:pt x="715" y="385"/>
                </a:lnTo>
                <a:lnTo>
                  <a:pt x="705" y="374"/>
                </a:lnTo>
                <a:lnTo>
                  <a:pt x="694" y="364"/>
                </a:lnTo>
                <a:lnTo>
                  <a:pt x="681" y="355"/>
                </a:lnTo>
                <a:lnTo>
                  <a:pt x="670" y="346"/>
                </a:lnTo>
                <a:lnTo>
                  <a:pt x="656" y="334"/>
                </a:lnTo>
                <a:lnTo>
                  <a:pt x="645" y="323"/>
                </a:lnTo>
                <a:lnTo>
                  <a:pt x="633" y="311"/>
                </a:lnTo>
                <a:lnTo>
                  <a:pt x="623" y="299"/>
                </a:lnTo>
                <a:lnTo>
                  <a:pt x="617" y="292"/>
                </a:lnTo>
                <a:lnTo>
                  <a:pt x="615" y="283"/>
                </a:lnTo>
                <a:lnTo>
                  <a:pt x="615" y="273"/>
                </a:lnTo>
                <a:lnTo>
                  <a:pt x="619" y="264"/>
                </a:lnTo>
                <a:lnTo>
                  <a:pt x="623" y="258"/>
                </a:lnTo>
                <a:lnTo>
                  <a:pt x="631" y="252"/>
                </a:lnTo>
                <a:lnTo>
                  <a:pt x="639" y="247"/>
                </a:lnTo>
                <a:lnTo>
                  <a:pt x="648" y="244"/>
                </a:lnTo>
                <a:lnTo>
                  <a:pt x="660" y="242"/>
                </a:lnTo>
                <a:lnTo>
                  <a:pt x="674" y="240"/>
                </a:lnTo>
                <a:lnTo>
                  <a:pt x="687" y="240"/>
                </a:lnTo>
                <a:lnTo>
                  <a:pt x="703" y="242"/>
                </a:lnTo>
                <a:lnTo>
                  <a:pt x="720" y="244"/>
                </a:lnTo>
                <a:lnTo>
                  <a:pt x="733" y="247"/>
                </a:lnTo>
                <a:lnTo>
                  <a:pt x="750" y="252"/>
                </a:lnTo>
                <a:lnTo>
                  <a:pt x="758" y="256"/>
                </a:lnTo>
                <a:lnTo>
                  <a:pt x="771" y="262"/>
                </a:lnTo>
                <a:lnTo>
                  <a:pt x="785" y="271"/>
                </a:lnTo>
                <a:lnTo>
                  <a:pt x="793" y="278"/>
                </a:lnTo>
                <a:lnTo>
                  <a:pt x="799" y="287"/>
                </a:lnTo>
                <a:lnTo>
                  <a:pt x="807" y="294"/>
                </a:lnTo>
                <a:lnTo>
                  <a:pt x="816" y="302"/>
                </a:lnTo>
                <a:lnTo>
                  <a:pt x="826" y="309"/>
                </a:lnTo>
                <a:lnTo>
                  <a:pt x="836" y="316"/>
                </a:lnTo>
                <a:lnTo>
                  <a:pt x="848" y="320"/>
                </a:lnTo>
                <a:lnTo>
                  <a:pt x="863" y="323"/>
                </a:lnTo>
                <a:lnTo>
                  <a:pt x="879" y="322"/>
                </a:lnTo>
                <a:lnTo>
                  <a:pt x="894" y="318"/>
                </a:lnTo>
                <a:lnTo>
                  <a:pt x="904" y="315"/>
                </a:lnTo>
                <a:lnTo>
                  <a:pt x="912" y="309"/>
                </a:lnTo>
                <a:lnTo>
                  <a:pt x="918" y="304"/>
                </a:lnTo>
                <a:lnTo>
                  <a:pt x="920" y="297"/>
                </a:lnTo>
                <a:lnTo>
                  <a:pt x="920" y="289"/>
                </a:lnTo>
                <a:lnTo>
                  <a:pt x="918" y="277"/>
                </a:lnTo>
                <a:lnTo>
                  <a:pt x="914" y="266"/>
                </a:lnTo>
                <a:lnTo>
                  <a:pt x="909" y="258"/>
                </a:lnTo>
                <a:lnTo>
                  <a:pt x="900" y="248"/>
                </a:lnTo>
                <a:lnTo>
                  <a:pt x="888" y="237"/>
                </a:lnTo>
                <a:lnTo>
                  <a:pt x="877" y="229"/>
                </a:lnTo>
                <a:lnTo>
                  <a:pt x="861" y="219"/>
                </a:lnTo>
                <a:lnTo>
                  <a:pt x="848" y="211"/>
                </a:lnTo>
                <a:lnTo>
                  <a:pt x="830" y="201"/>
                </a:lnTo>
                <a:lnTo>
                  <a:pt x="807" y="187"/>
                </a:lnTo>
                <a:lnTo>
                  <a:pt x="789" y="179"/>
                </a:lnTo>
                <a:lnTo>
                  <a:pt x="774" y="170"/>
                </a:lnTo>
                <a:lnTo>
                  <a:pt x="761" y="159"/>
                </a:lnTo>
                <a:lnTo>
                  <a:pt x="750" y="148"/>
                </a:lnTo>
                <a:lnTo>
                  <a:pt x="742" y="136"/>
                </a:lnTo>
                <a:lnTo>
                  <a:pt x="736" y="125"/>
                </a:lnTo>
                <a:lnTo>
                  <a:pt x="730" y="113"/>
                </a:lnTo>
                <a:lnTo>
                  <a:pt x="727" y="104"/>
                </a:lnTo>
                <a:lnTo>
                  <a:pt x="724" y="94"/>
                </a:lnTo>
                <a:lnTo>
                  <a:pt x="724" y="83"/>
                </a:lnTo>
                <a:lnTo>
                  <a:pt x="723" y="74"/>
                </a:lnTo>
                <a:lnTo>
                  <a:pt x="724" y="66"/>
                </a:lnTo>
                <a:lnTo>
                  <a:pt x="700" y="67"/>
                </a:lnTo>
                <a:lnTo>
                  <a:pt x="670" y="70"/>
                </a:lnTo>
                <a:lnTo>
                  <a:pt x="638" y="73"/>
                </a:lnTo>
                <a:lnTo>
                  <a:pt x="601" y="77"/>
                </a:lnTo>
                <a:lnTo>
                  <a:pt x="572" y="81"/>
                </a:lnTo>
                <a:lnTo>
                  <a:pt x="547" y="85"/>
                </a:lnTo>
                <a:lnTo>
                  <a:pt x="523" y="87"/>
                </a:lnTo>
                <a:lnTo>
                  <a:pt x="499" y="88"/>
                </a:lnTo>
                <a:lnTo>
                  <a:pt x="478" y="87"/>
                </a:lnTo>
                <a:lnTo>
                  <a:pt x="462" y="85"/>
                </a:lnTo>
                <a:lnTo>
                  <a:pt x="449" y="82"/>
                </a:lnTo>
                <a:lnTo>
                  <a:pt x="437" y="79"/>
                </a:lnTo>
                <a:lnTo>
                  <a:pt x="428" y="75"/>
                </a:lnTo>
                <a:lnTo>
                  <a:pt x="424" y="71"/>
                </a:lnTo>
                <a:lnTo>
                  <a:pt x="420" y="67"/>
                </a:lnTo>
                <a:lnTo>
                  <a:pt x="422" y="61"/>
                </a:lnTo>
                <a:lnTo>
                  <a:pt x="427" y="57"/>
                </a:lnTo>
                <a:lnTo>
                  <a:pt x="431" y="51"/>
                </a:lnTo>
                <a:lnTo>
                  <a:pt x="437" y="47"/>
                </a:lnTo>
                <a:lnTo>
                  <a:pt x="445" y="42"/>
                </a:lnTo>
                <a:lnTo>
                  <a:pt x="453" y="37"/>
                </a:lnTo>
                <a:lnTo>
                  <a:pt x="459" y="32"/>
                </a:lnTo>
                <a:lnTo>
                  <a:pt x="465" y="28"/>
                </a:lnTo>
                <a:lnTo>
                  <a:pt x="465" y="18"/>
                </a:lnTo>
                <a:lnTo>
                  <a:pt x="459" y="13"/>
                </a:lnTo>
                <a:lnTo>
                  <a:pt x="451" y="9"/>
                </a:lnTo>
                <a:lnTo>
                  <a:pt x="437" y="6"/>
                </a:lnTo>
                <a:lnTo>
                  <a:pt x="420" y="3"/>
                </a:lnTo>
                <a:lnTo>
                  <a:pt x="404" y="1"/>
                </a:lnTo>
                <a:lnTo>
                  <a:pt x="387" y="0"/>
                </a:lnTo>
                <a:lnTo>
                  <a:pt x="365" y="0"/>
                </a:lnTo>
                <a:lnTo>
                  <a:pt x="348" y="0"/>
                </a:lnTo>
                <a:lnTo>
                  <a:pt x="328" y="2"/>
                </a:lnTo>
                <a:lnTo>
                  <a:pt x="308" y="5"/>
                </a:lnTo>
                <a:lnTo>
                  <a:pt x="287" y="9"/>
                </a:lnTo>
                <a:lnTo>
                  <a:pt x="267" y="14"/>
                </a:lnTo>
                <a:lnTo>
                  <a:pt x="255" y="19"/>
                </a:lnTo>
                <a:lnTo>
                  <a:pt x="242" y="26"/>
                </a:lnTo>
                <a:lnTo>
                  <a:pt x="232" y="32"/>
                </a:lnTo>
                <a:lnTo>
                  <a:pt x="228" y="40"/>
                </a:lnTo>
                <a:lnTo>
                  <a:pt x="224" y="46"/>
                </a:lnTo>
                <a:lnTo>
                  <a:pt x="224" y="56"/>
                </a:lnTo>
                <a:lnTo>
                  <a:pt x="226" y="64"/>
                </a:lnTo>
                <a:lnTo>
                  <a:pt x="228" y="73"/>
                </a:lnTo>
                <a:lnTo>
                  <a:pt x="228" y="80"/>
                </a:lnTo>
                <a:lnTo>
                  <a:pt x="219" y="84"/>
                </a:lnTo>
                <a:lnTo>
                  <a:pt x="205" y="86"/>
                </a:lnTo>
                <a:lnTo>
                  <a:pt x="188" y="86"/>
                </a:lnTo>
                <a:lnTo>
                  <a:pt x="166" y="83"/>
                </a:lnTo>
                <a:lnTo>
                  <a:pt x="144" y="81"/>
                </a:lnTo>
                <a:lnTo>
                  <a:pt x="125" y="78"/>
                </a:lnTo>
                <a:lnTo>
                  <a:pt x="99" y="74"/>
                </a:lnTo>
                <a:lnTo>
                  <a:pt x="78" y="70"/>
                </a:lnTo>
                <a:lnTo>
                  <a:pt x="56" y="65"/>
                </a:lnTo>
                <a:lnTo>
                  <a:pt x="35" y="60"/>
                </a:lnTo>
                <a:lnTo>
                  <a:pt x="19" y="56"/>
                </a:lnTo>
                <a:lnTo>
                  <a:pt x="0" y="45"/>
                </a:lnTo>
                <a:lnTo>
                  <a:pt x="0" y="447"/>
                </a:lnTo>
                <a:lnTo>
                  <a:pt x="23" y="444"/>
                </a:lnTo>
                <a:lnTo>
                  <a:pt x="56" y="447"/>
                </a:lnTo>
                <a:lnTo>
                  <a:pt x="84" y="453"/>
                </a:lnTo>
                <a:lnTo>
                  <a:pt x="127" y="465"/>
                </a:lnTo>
                <a:lnTo>
                  <a:pt x="135" y="468"/>
                </a:lnTo>
                <a:lnTo>
                  <a:pt x="144" y="471"/>
                </a:lnTo>
                <a:lnTo>
                  <a:pt x="154" y="473"/>
                </a:lnTo>
                <a:lnTo>
                  <a:pt x="177" y="480"/>
                </a:lnTo>
                <a:lnTo>
                  <a:pt x="213" y="482"/>
                </a:lnTo>
                <a:lnTo>
                  <a:pt x="243" y="481"/>
                </a:lnTo>
                <a:lnTo>
                  <a:pt x="273" y="474"/>
                </a:lnTo>
                <a:lnTo>
                  <a:pt x="279" y="469"/>
                </a:lnTo>
                <a:lnTo>
                  <a:pt x="285" y="463"/>
                </a:lnTo>
                <a:lnTo>
                  <a:pt x="289" y="457"/>
                </a:lnTo>
                <a:lnTo>
                  <a:pt x="294" y="454"/>
                </a:lnTo>
                <a:lnTo>
                  <a:pt x="297" y="450"/>
                </a:lnTo>
                <a:lnTo>
                  <a:pt x="297" y="447"/>
                </a:lnTo>
                <a:lnTo>
                  <a:pt x="294" y="443"/>
                </a:lnTo>
                <a:lnTo>
                  <a:pt x="289" y="439"/>
                </a:lnTo>
                <a:lnTo>
                  <a:pt x="271" y="420"/>
                </a:lnTo>
                <a:lnTo>
                  <a:pt x="261" y="405"/>
                </a:lnTo>
                <a:lnTo>
                  <a:pt x="264" y="386"/>
                </a:lnTo>
                <a:lnTo>
                  <a:pt x="276" y="377"/>
                </a:lnTo>
                <a:lnTo>
                  <a:pt x="291" y="367"/>
                </a:lnTo>
                <a:lnTo>
                  <a:pt x="304" y="364"/>
                </a:lnTo>
                <a:lnTo>
                  <a:pt x="318" y="364"/>
                </a:lnTo>
                <a:lnTo>
                  <a:pt x="333" y="364"/>
                </a:lnTo>
                <a:lnTo>
                  <a:pt x="347" y="364"/>
                </a:lnTo>
                <a:lnTo>
                  <a:pt x="361" y="366"/>
                </a:lnTo>
                <a:lnTo>
                  <a:pt x="379" y="369"/>
                </a:lnTo>
                <a:lnTo>
                  <a:pt x="395" y="372"/>
                </a:lnTo>
                <a:lnTo>
                  <a:pt x="427" y="388"/>
                </a:lnTo>
                <a:lnTo>
                  <a:pt x="433" y="401"/>
                </a:lnTo>
                <a:lnTo>
                  <a:pt x="448" y="427"/>
                </a:lnTo>
                <a:lnTo>
                  <a:pt x="468" y="443"/>
                </a:lnTo>
                <a:lnTo>
                  <a:pt x="478" y="447"/>
                </a:lnTo>
                <a:lnTo>
                  <a:pt x="490" y="450"/>
                </a:lnTo>
                <a:lnTo>
                  <a:pt x="505" y="453"/>
                </a:lnTo>
                <a:lnTo>
                  <a:pt x="520" y="454"/>
                </a:lnTo>
                <a:lnTo>
                  <a:pt x="567" y="455"/>
                </a:lnTo>
                <a:lnTo>
                  <a:pt x="701" y="454"/>
                </a:lnTo>
                <a:lnTo>
                  <a:pt x="726" y="446"/>
                </a:lnTo>
              </a:path>
            </a:pathLst>
          </a:custGeom>
          <a:solidFill>
            <a:srgbClr val="90909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94" name=""/>
          <p:cNvSpPr/>
          <p:nvPr/>
        </p:nvSpPr>
        <p:spPr>
          <a:xfrm>
            <a:off x="2190600" y="4659480"/>
            <a:ext cx="1619280" cy="1218960"/>
          </a:xfrm>
          <a:custGeom>
            <a:avLst/>
            <a:gdLst/>
            <a:ahLst/>
            <a:rect l="l" t="t" r="r" b="b"/>
            <a:pathLst>
              <a:path w="778" h="603">
                <a:moveTo>
                  <a:pt x="706" y="90"/>
                </a:moveTo>
                <a:lnTo>
                  <a:pt x="710" y="96"/>
                </a:lnTo>
                <a:lnTo>
                  <a:pt x="714" y="104"/>
                </a:lnTo>
                <a:lnTo>
                  <a:pt x="712" y="110"/>
                </a:lnTo>
                <a:lnTo>
                  <a:pt x="708" y="117"/>
                </a:lnTo>
                <a:lnTo>
                  <a:pt x="704" y="123"/>
                </a:lnTo>
                <a:lnTo>
                  <a:pt x="700" y="130"/>
                </a:lnTo>
                <a:lnTo>
                  <a:pt x="695" y="138"/>
                </a:lnTo>
                <a:lnTo>
                  <a:pt x="692" y="143"/>
                </a:lnTo>
                <a:lnTo>
                  <a:pt x="691" y="151"/>
                </a:lnTo>
                <a:lnTo>
                  <a:pt x="692" y="158"/>
                </a:lnTo>
                <a:lnTo>
                  <a:pt x="697" y="164"/>
                </a:lnTo>
                <a:lnTo>
                  <a:pt x="702" y="172"/>
                </a:lnTo>
                <a:lnTo>
                  <a:pt x="710" y="178"/>
                </a:lnTo>
                <a:lnTo>
                  <a:pt x="718" y="185"/>
                </a:lnTo>
                <a:lnTo>
                  <a:pt x="727" y="192"/>
                </a:lnTo>
                <a:lnTo>
                  <a:pt x="736" y="198"/>
                </a:lnTo>
                <a:lnTo>
                  <a:pt x="744" y="205"/>
                </a:lnTo>
                <a:lnTo>
                  <a:pt x="748" y="212"/>
                </a:lnTo>
                <a:lnTo>
                  <a:pt x="749" y="219"/>
                </a:lnTo>
                <a:lnTo>
                  <a:pt x="746" y="226"/>
                </a:lnTo>
                <a:lnTo>
                  <a:pt x="740" y="232"/>
                </a:lnTo>
                <a:lnTo>
                  <a:pt x="729" y="239"/>
                </a:lnTo>
                <a:lnTo>
                  <a:pt x="718" y="242"/>
                </a:lnTo>
                <a:lnTo>
                  <a:pt x="700" y="245"/>
                </a:lnTo>
                <a:lnTo>
                  <a:pt x="679" y="243"/>
                </a:lnTo>
                <a:lnTo>
                  <a:pt x="656" y="242"/>
                </a:lnTo>
                <a:lnTo>
                  <a:pt x="631" y="239"/>
                </a:lnTo>
                <a:lnTo>
                  <a:pt x="611" y="236"/>
                </a:lnTo>
                <a:lnTo>
                  <a:pt x="591" y="237"/>
                </a:lnTo>
                <a:lnTo>
                  <a:pt x="570" y="239"/>
                </a:lnTo>
                <a:lnTo>
                  <a:pt x="554" y="245"/>
                </a:lnTo>
                <a:lnTo>
                  <a:pt x="544" y="249"/>
                </a:lnTo>
                <a:lnTo>
                  <a:pt x="538" y="256"/>
                </a:lnTo>
                <a:lnTo>
                  <a:pt x="532" y="263"/>
                </a:lnTo>
                <a:lnTo>
                  <a:pt x="528" y="273"/>
                </a:lnTo>
                <a:lnTo>
                  <a:pt x="525" y="282"/>
                </a:lnTo>
                <a:lnTo>
                  <a:pt x="524" y="293"/>
                </a:lnTo>
                <a:lnTo>
                  <a:pt x="526" y="302"/>
                </a:lnTo>
                <a:lnTo>
                  <a:pt x="530" y="311"/>
                </a:lnTo>
                <a:lnTo>
                  <a:pt x="538" y="320"/>
                </a:lnTo>
                <a:lnTo>
                  <a:pt x="547" y="328"/>
                </a:lnTo>
                <a:lnTo>
                  <a:pt x="557" y="335"/>
                </a:lnTo>
                <a:lnTo>
                  <a:pt x="568" y="341"/>
                </a:lnTo>
                <a:lnTo>
                  <a:pt x="582" y="346"/>
                </a:lnTo>
                <a:lnTo>
                  <a:pt x="597" y="350"/>
                </a:lnTo>
                <a:lnTo>
                  <a:pt x="618" y="353"/>
                </a:lnTo>
                <a:lnTo>
                  <a:pt x="650" y="353"/>
                </a:lnTo>
                <a:lnTo>
                  <a:pt x="675" y="353"/>
                </a:lnTo>
                <a:lnTo>
                  <a:pt x="697" y="354"/>
                </a:lnTo>
                <a:lnTo>
                  <a:pt x="712" y="357"/>
                </a:lnTo>
                <a:lnTo>
                  <a:pt x="727" y="361"/>
                </a:lnTo>
                <a:lnTo>
                  <a:pt x="740" y="367"/>
                </a:lnTo>
                <a:lnTo>
                  <a:pt x="752" y="373"/>
                </a:lnTo>
                <a:lnTo>
                  <a:pt x="761" y="379"/>
                </a:lnTo>
                <a:lnTo>
                  <a:pt x="768" y="387"/>
                </a:lnTo>
                <a:lnTo>
                  <a:pt x="771" y="396"/>
                </a:lnTo>
                <a:lnTo>
                  <a:pt x="774" y="405"/>
                </a:lnTo>
                <a:lnTo>
                  <a:pt x="775" y="414"/>
                </a:lnTo>
                <a:lnTo>
                  <a:pt x="777" y="424"/>
                </a:lnTo>
                <a:lnTo>
                  <a:pt x="775" y="435"/>
                </a:lnTo>
                <a:lnTo>
                  <a:pt x="774" y="442"/>
                </a:lnTo>
                <a:lnTo>
                  <a:pt x="771" y="450"/>
                </a:lnTo>
                <a:lnTo>
                  <a:pt x="768" y="458"/>
                </a:lnTo>
                <a:lnTo>
                  <a:pt x="761" y="487"/>
                </a:lnTo>
                <a:lnTo>
                  <a:pt x="768" y="554"/>
                </a:lnTo>
                <a:lnTo>
                  <a:pt x="761" y="601"/>
                </a:lnTo>
                <a:lnTo>
                  <a:pt x="0" y="602"/>
                </a:lnTo>
                <a:lnTo>
                  <a:pt x="0" y="80"/>
                </a:lnTo>
                <a:lnTo>
                  <a:pt x="9" y="78"/>
                </a:lnTo>
                <a:lnTo>
                  <a:pt x="17" y="76"/>
                </a:lnTo>
                <a:lnTo>
                  <a:pt x="26" y="75"/>
                </a:lnTo>
                <a:lnTo>
                  <a:pt x="35" y="75"/>
                </a:lnTo>
                <a:lnTo>
                  <a:pt x="45" y="76"/>
                </a:lnTo>
                <a:lnTo>
                  <a:pt x="53" y="78"/>
                </a:lnTo>
                <a:lnTo>
                  <a:pt x="59" y="81"/>
                </a:lnTo>
                <a:lnTo>
                  <a:pt x="73" y="83"/>
                </a:lnTo>
                <a:lnTo>
                  <a:pt x="86" y="86"/>
                </a:lnTo>
                <a:lnTo>
                  <a:pt x="97" y="89"/>
                </a:lnTo>
                <a:lnTo>
                  <a:pt x="106" y="94"/>
                </a:lnTo>
                <a:lnTo>
                  <a:pt x="146" y="106"/>
                </a:lnTo>
                <a:lnTo>
                  <a:pt x="173" y="114"/>
                </a:lnTo>
                <a:lnTo>
                  <a:pt x="188" y="116"/>
                </a:lnTo>
                <a:lnTo>
                  <a:pt x="209" y="117"/>
                </a:lnTo>
                <a:lnTo>
                  <a:pt x="230" y="117"/>
                </a:lnTo>
                <a:lnTo>
                  <a:pt x="243" y="115"/>
                </a:lnTo>
                <a:lnTo>
                  <a:pt x="255" y="113"/>
                </a:lnTo>
                <a:lnTo>
                  <a:pt x="267" y="109"/>
                </a:lnTo>
                <a:lnTo>
                  <a:pt x="283" y="101"/>
                </a:lnTo>
                <a:lnTo>
                  <a:pt x="289" y="88"/>
                </a:lnTo>
                <a:lnTo>
                  <a:pt x="288" y="81"/>
                </a:lnTo>
                <a:lnTo>
                  <a:pt x="285" y="73"/>
                </a:lnTo>
                <a:lnTo>
                  <a:pt x="273" y="58"/>
                </a:lnTo>
                <a:lnTo>
                  <a:pt x="263" y="43"/>
                </a:lnTo>
                <a:lnTo>
                  <a:pt x="260" y="34"/>
                </a:lnTo>
                <a:lnTo>
                  <a:pt x="260" y="26"/>
                </a:lnTo>
                <a:lnTo>
                  <a:pt x="270" y="13"/>
                </a:lnTo>
                <a:lnTo>
                  <a:pt x="291" y="3"/>
                </a:lnTo>
                <a:lnTo>
                  <a:pt x="308" y="0"/>
                </a:lnTo>
                <a:lnTo>
                  <a:pt x="346" y="0"/>
                </a:lnTo>
                <a:lnTo>
                  <a:pt x="379" y="4"/>
                </a:lnTo>
                <a:lnTo>
                  <a:pt x="407" y="13"/>
                </a:lnTo>
                <a:lnTo>
                  <a:pt x="425" y="24"/>
                </a:lnTo>
                <a:lnTo>
                  <a:pt x="431" y="30"/>
                </a:lnTo>
                <a:lnTo>
                  <a:pt x="439" y="43"/>
                </a:lnTo>
                <a:lnTo>
                  <a:pt x="446" y="60"/>
                </a:lnTo>
                <a:lnTo>
                  <a:pt x="451" y="67"/>
                </a:lnTo>
                <a:lnTo>
                  <a:pt x="469" y="79"/>
                </a:lnTo>
                <a:lnTo>
                  <a:pt x="497" y="87"/>
                </a:lnTo>
                <a:lnTo>
                  <a:pt x="512" y="89"/>
                </a:lnTo>
                <a:lnTo>
                  <a:pt x="555" y="91"/>
                </a:lnTo>
                <a:lnTo>
                  <a:pt x="578" y="91"/>
                </a:lnTo>
                <a:lnTo>
                  <a:pt x="601" y="90"/>
                </a:lnTo>
                <a:lnTo>
                  <a:pt x="626" y="89"/>
                </a:lnTo>
                <a:lnTo>
                  <a:pt x="654" y="89"/>
                </a:lnTo>
                <a:lnTo>
                  <a:pt x="679" y="89"/>
                </a:lnTo>
                <a:lnTo>
                  <a:pt x="695" y="89"/>
                </a:lnTo>
                <a:lnTo>
                  <a:pt x="706" y="90"/>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95" name=""/>
          <p:cNvSpPr/>
          <p:nvPr/>
        </p:nvSpPr>
        <p:spPr>
          <a:xfrm>
            <a:off x="2190600" y="1712880"/>
            <a:ext cx="4586400" cy="1165320"/>
          </a:xfrm>
          <a:custGeom>
            <a:avLst/>
            <a:gdLst/>
            <a:ahLst/>
            <a:rect l="l" t="t" r="r" b="b"/>
            <a:pathLst>
              <a:path w="2214" h="576">
                <a:moveTo>
                  <a:pt x="0" y="0"/>
                </a:moveTo>
                <a:lnTo>
                  <a:pt x="2213" y="0"/>
                </a:lnTo>
                <a:lnTo>
                  <a:pt x="2213" y="298"/>
                </a:lnTo>
                <a:lnTo>
                  <a:pt x="439" y="298"/>
                </a:lnTo>
                <a:lnTo>
                  <a:pt x="439" y="460"/>
                </a:lnTo>
                <a:lnTo>
                  <a:pt x="508" y="460"/>
                </a:lnTo>
                <a:lnTo>
                  <a:pt x="368" y="575"/>
                </a:lnTo>
                <a:lnTo>
                  <a:pt x="226" y="460"/>
                </a:lnTo>
                <a:lnTo>
                  <a:pt x="295" y="460"/>
                </a:lnTo>
                <a:lnTo>
                  <a:pt x="295" y="298"/>
                </a:lnTo>
                <a:lnTo>
                  <a:pt x="0" y="298"/>
                </a:lnTo>
                <a:lnTo>
                  <a:pt x="0" y="0"/>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96" name=""/>
          <p:cNvSpPr/>
          <p:nvPr/>
        </p:nvSpPr>
        <p:spPr>
          <a:xfrm>
            <a:off x="2192400" y="1932120"/>
            <a:ext cx="4584600" cy="1164960"/>
          </a:xfrm>
          <a:custGeom>
            <a:avLst/>
            <a:gdLst/>
            <a:ahLst/>
            <a:rect l="l" t="t" r="r" b="b"/>
            <a:pathLst>
              <a:path w="2214" h="577">
                <a:moveTo>
                  <a:pt x="2213" y="576"/>
                </a:moveTo>
                <a:lnTo>
                  <a:pt x="0" y="576"/>
                </a:lnTo>
                <a:lnTo>
                  <a:pt x="0" y="278"/>
                </a:lnTo>
                <a:lnTo>
                  <a:pt x="294" y="278"/>
                </a:lnTo>
                <a:lnTo>
                  <a:pt x="294" y="352"/>
                </a:lnTo>
                <a:lnTo>
                  <a:pt x="229" y="352"/>
                </a:lnTo>
                <a:lnTo>
                  <a:pt x="296" y="410"/>
                </a:lnTo>
                <a:lnTo>
                  <a:pt x="368" y="468"/>
                </a:lnTo>
                <a:lnTo>
                  <a:pt x="438" y="409"/>
                </a:lnTo>
                <a:lnTo>
                  <a:pt x="500" y="352"/>
                </a:lnTo>
                <a:lnTo>
                  <a:pt x="440" y="352"/>
                </a:lnTo>
                <a:lnTo>
                  <a:pt x="440" y="279"/>
                </a:lnTo>
                <a:lnTo>
                  <a:pt x="1784" y="278"/>
                </a:lnTo>
                <a:lnTo>
                  <a:pt x="1784" y="116"/>
                </a:lnTo>
                <a:lnTo>
                  <a:pt x="1717" y="116"/>
                </a:lnTo>
                <a:lnTo>
                  <a:pt x="1857" y="0"/>
                </a:lnTo>
                <a:lnTo>
                  <a:pt x="1999" y="116"/>
                </a:lnTo>
                <a:lnTo>
                  <a:pt x="1928" y="116"/>
                </a:lnTo>
                <a:lnTo>
                  <a:pt x="1928" y="278"/>
                </a:lnTo>
                <a:lnTo>
                  <a:pt x="2213" y="278"/>
                </a:lnTo>
                <a:lnTo>
                  <a:pt x="2213" y="576"/>
                </a:lnTo>
              </a:path>
            </a:pathLst>
          </a:custGeom>
          <a:solidFill>
            <a:srgbClr val="d0d0d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897" name=""/>
          <p:cNvSpPr/>
          <p:nvPr/>
        </p:nvSpPr>
        <p:spPr>
          <a:xfrm>
            <a:off x="3525840" y="1892160"/>
            <a:ext cx="180504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Business Strategy</a:t>
            </a:r>
            <a:endParaRPr b="0" lang="en-US" sz="1600" spc="-1" strike="noStrike">
              <a:solidFill>
                <a:srgbClr val="000000"/>
              </a:solidFill>
              <a:latin typeface="Times New Roman"/>
            </a:endParaRPr>
          </a:p>
        </p:txBody>
      </p:sp>
      <p:sp>
        <p:nvSpPr>
          <p:cNvPr id="1898" name=""/>
          <p:cNvSpPr/>
          <p:nvPr/>
        </p:nvSpPr>
        <p:spPr>
          <a:xfrm>
            <a:off x="3444840" y="2665440"/>
            <a:ext cx="229572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Manufacturing Strategy</a:t>
            </a:r>
            <a:endParaRPr b="0" lang="en-US" sz="1600" spc="-1" strike="noStrike">
              <a:solidFill>
                <a:srgbClr val="000000"/>
              </a:solidFill>
              <a:latin typeface="Times New Roman"/>
            </a:endParaRPr>
          </a:p>
        </p:txBody>
      </p:sp>
      <p:sp>
        <p:nvSpPr>
          <p:cNvPr id="1899" name=""/>
          <p:cNvSpPr/>
          <p:nvPr/>
        </p:nvSpPr>
        <p:spPr>
          <a:xfrm>
            <a:off x="2251080" y="3265560"/>
            <a:ext cx="135900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Configuration</a:t>
            </a:r>
            <a:endParaRPr b="0" lang="en-US" sz="1600" spc="-1" strike="noStrike">
              <a:solidFill>
                <a:srgbClr val="000000"/>
              </a:solidFill>
              <a:latin typeface="Times New Roman"/>
            </a:endParaRPr>
          </a:p>
        </p:txBody>
      </p:sp>
      <p:sp>
        <p:nvSpPr>
          <p:cNvPr id="1900" name=""/>
          <p:cNvSpPr/>
          <p:nvPr/>
        </p:nvSpPr>
        <p:spPr>
          <a:xfrm>
            <a:off x="3803760" y="3449520"/>
            <a:ext cx="92376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Systems</a:t>
            </a:r>
            <a:endParaRPr b="0" lang="en-US" sz="1600" spc="-1" strike="noStrike">
              <a:solidFill>
                <a:srgbClr val="000000"/>
              </a:solidFill>
              <a:latin typeface="Times New Roman"/>
            </a:endParaRPr>
          </a:p>
        </p:txBody>
      </p:sp>
      <p:sp>
        <p:nvSpPr>
          <p:cNvPr id="1901" name=""/>
          <p:cNvSpPr/>
          <p:nvPr/>
        </p:nvSpPr>
        <p:spPr>
          <a:xfrm>
            <a:off x="5553000" y="3312360"/>
            <a:ext cx="946080" cy="414360"/>
          </a:xfrm>
          <a:prstGeom prst="rect">
            <a:avLst/>
          </a:prstGeom>
          <a:noFill/>
          <a:ln w="0">
            <a:noFill/>
          </a:ln>
        </p:spPr>
        <p:style>
          <a:lnRef idx="0"/>
          <a:fillRef idx="0"/>
          <a:effectRef idx="0"/>
          <a:fontRef idx="minor"/>
        </p:style>
        <p:txBody>
          <a:bodyPr lIns="0" rIns="0" tIns="0" bIns="0" anchor="ctr" anchorCtr="1">
            <a:spAutoFit/>
          </a:bodyPr>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ffffff"/>
                </a:solidFill>
                <a:latin typeface="Arial"/>
                <a:ea typeface="宋体"/>
              </a:rPr>
              <a:t>Research</a:t>
            </a:r>
            <a:endParaRPr b="0" lang="en-US" sz="1600" spc="-1" strike="noStrike">
              <a:solidFill>
                <a:srgbClr val="000000"/>
              </a:solidFill>
              <a:latin typeface="Times New Roman"/>
            </a:endParaRPr>
          </a:p>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ffffff"/>
                </a:solidFill>
                <a:latin typeface="Arial"/>
                <a:ea typeface="宋体"/>
              </a:rPr>
              <a:t>Focus</a:t>
            </a:r>
            <a:endParaRPr b="0" lang="en-US" sz="1600" spc="-1" strike="noStrike">
              <a:solidFill>
                <a:srgbClr val="000000"/>
              </a:solidFill>
              <a:latin typeface="Times New Roman"/>
            </a:endParaRPr>
          </a:p>
        </p:txBody>
      </p:sp>
      <p:sp>
        <p:nvSpPr>
          <p:cNvPr id="1902" name=""/>
          <p:cNvSpPr/>
          <p:nvPr/>
        </p:nvSpPr>
        <p:spPr>
          <a:xfrm>
            <a:off x="5792760" y="4242600"/>
            <a:ext cx="633600" cy="414360"/>
          </a:xfrm>
          <a:prstGeom prst="rect">
            <a:avLst/>
          </a:prstGeom>
          <a:noFill/>
          <a:ln w="0">
            <a:noFill/>
          </a:ln>
        </p:spPr>
        <p:style>
          <a:lnRef idx="0"/>
          <a:fillRef idx="0"/>
          <a:effectRef idx="0"/>
          <a:fontRef idx="minor"/>
        </p:style>
        <p:txBody>
          <a:bodyPr lIns="0" rIns="0" tIns="0" bIns="0" anchor="ctr" anchorCtr="1">
            <a:spAutoFit/>
          </a:bodyPr>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Labor</a:t>
            </a:r>
            <a:endParaRPr b="0" lang="en-US" sz="1600" spc="-1" strike="noStrike">
              <a:solidFill>
                <a:srgbClr val="000000"/>
              </a:solidFill>
              <a:latin typeface="Times New Roman"/>
            </a:endParaRPr>
          </a:p>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Policy</a:t>
            </a:r>
            <a:endParaRPr b="0" lang="en-US" sz="1600" spc="-1" strike="noStrike">
              <a:solidFill>
                <a:srgbClr val="000000"/>
              </a:solidFill>
              <a:latin typeface="Times New Roman"/>
            </a:endParaRPr>
          </a:p>
        </p:txBody>
      </p:sp>
      <p:sp>
        <p:nvSpPr>
          <p:cNvPr id="1903" name=""/>
          <p:cNvSpPr/>
          <p:nvPr/>
        </p:nvSpPr>
        <p:spPr>
          <a:xfrm>
            <a:off x="5635800" y="5214240"/>
            <a:ext cx="787320" cy="414360"/>
          </a:xfrm>
          <a:prstGeom prst="rect">
            <a:avLst/>
          </a:prstGeom>
          <a:noFill/>
          <a:ln w="0">
            <a:noFill/>
          </a:ln>
        </p:spPr>
        <p:style>
          <a:lnRef idx="0"/>
          <a:fillRef idx="0"/>
          <a:effectRef idx="0"/>
          <a:fontRef idx="minor"/>
        </p:style>
        <p:txBody>
          <a:bodyPr lIns="0" rIns="0" tIns="0" bIns="0" anchor="ctr" anchorCtr="1">
            <a:spAutoFit/>
          </a:bodyPr>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Product</a:t>
            </a:r>
            <a:endParaRPr b="0" lang="en-US" sz="1600" spc="-1" strike="noStrike">
              <a:solidFill>
                <a:srgbClr val="000000"/>
              </a:solidFill>
              <a:latin typeface="Times New Roman"/>
            </a:endParaRPr>
          </a:p>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Design</a:t>
            </a:r>
            <a:endParaRPr b="0" lang="en-US" sz="1600" spc="-1" strike="noStrike">
              <a:solidFill>
                <a:srgbClr val="000000"/>
              </a:solidFill>
              <a:latin typeface="Times New Roman"/>
            </a:endParaRPr>
          </a:p>
        </p:txBody>
      </p:sp>
      <p:sp>
        <p:nvSpPr>
          <p:cNvPr id="1904" name=""/>
          <p:cNvSpPr/>
          <p:nvPr/>
        </p:nvSpPr>
        <p:spPr>
          <a:xfrm>
            <a:off x="4070520" y="4698360"/>
            <a:ext cx="672840" cy="621360"/>
          </a:xfrm>
          <a:prstGeom prst="rect">
            <a:avLst/>
          </a:prstGeom>
          <a:noFill/>
          <a:ln w="0">
            <a:noFill/>
          </a:ln>
        </p:spPr>
        <p:style>
          <a:lnRef idx="0"/>
          <a:fillRef idx="0"/>
          <a:effectRef idx="0"/>
          <a:fontRef idx="minor"/>
        </p:style>
        <p:txBody>
          <a:bodyPr lIns="0" rIns="0" tIns="0" bIns="0" anchor="ctr" anchorCtr="1">
            <a:spAutoFit/>
          </a:bodyPr>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Make</a:t>
            </a:r>
            <a:endParaRPr b="0" lang="en-US" sz="1600" spc="-1" strike="noStrike">
              <a:solidFill>
                <a:srgbClr val="000000"/>
              </a:solidFill>
              <a:latin typeface="Times New Roman"/>
            </a:endParaRPr>
          </a:p>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vs.</a:t>
            </a:r>
            <a:endParaRPr b="0" lang="en-US" sz="1600" spc="-1" strike="noStrike">
              <a:solidFill>
                <a:srgbClr val="000000"/>
              </a:solidFill>
              <a:latin typeface="Times New Roman"/>
            </a:endParaRPr>
          </a:p>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Buy</a:t>
            </a:r>
            <a:endParaRPr b="0" lang="en-US" sz="1600" spc="-1" strike="noStrike">
              <a:solidFill>
                <a:srgbClr val="000000"/>
              </a:solidFill>
              <a:latin typeface="Times New Roman"/>
            </a:endParaRPr>
          </a:p>
        </p:txBody>
      </p:sp>
      <p:sp>
        <p:nvSpPr>
          <p:cNvPr id="1905" name=""/>
          <p:cNvSpPr/>
          <p:nvPr/>
        </p:nvSpPr>
        <p:spPr>
          <a:xfrm>
            <a:off x="2265480" y="4186440"/>
            <a:ext cx="124920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Organization</a:t>
            </a:r>
            <a:endParaRPr b="0" lang="en-US" sz="1600" spc="-1" strike="noStrike">
              <a:solidFill>
                <a:srgbClr val="000000"/>
              </a:solidFill>
              <a:latin typeface="Times New Roman"/>
            </a:endParaRPr>
          </a:p>
        </p:txBody>
      </p:sp>
      <p:sp>
        <p:nvSpPr>
          <p:cNvPr id="1906" name=""/>
          <p:cNvSpPr/>
          <p:nvPr/>
        </p:nvSpPr>
        <p:spPr>
          <a:xfrm>
            <a:off x="2332080" y="5199840"/>
            <a:ext cx="853920" cy="414360"/>
          </a:xfrm>
          <a:prstGeom prst="rect">
            <a:avLst/>
          </a:prstGeom>
          <a:noFill/>
          <a:ln w="0">
            <a:noFill/>
          </a:ln>
        </p:spPr>
        <p:style>
          <a:lnRef idx="0"/>
          <a:fillRef idx="0"/>
          <a:effectRef idx="0"/>
          <a:fontRef idx="minor"/>
        </p:style>
        <p:txBody>
          <a:bodyPr lIns="0" rIns="0" tIns="0" bIns="0" anchor="ctr" anchorCtr="1">
            <a:spAutoFit/>
          </a:bodyPr>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ffffff"/>
                </a:solidFill>
                <a:latin typeface="Arial"/>
                <a:ea typeface="宋体"/>
              </a:rPr>
              <a:t>Process</a:t>
            </a:r>
            <a:endParaRPr b="0" lang="en-US" sz="1600" spc="-1" strike="noStrike">
              <a:solidFill>
                <a:srgbClr val="000000"/>
              </a:solidFill>
              <a:latin typeface="Times New Roman"/>
            </a:endParaRPr>
          </a:p>
          <a:p>
            <a:pPr>
              <a:lnSpc>
                <a:spcPct val="8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ffffff"/>
                </a:solidFill>
                <a:latin typeface="Arial"/>
                <a:ea typeface="宋体"/>
              </a:rPr>
              <a:t>Design</a:t>
            </a:r>
            <a:endParaRPr b="0" lang="en-US" sz="1600" spc="-1" strike="noStrike">
              <a:solidFill>
                <a:srgbClr val="000000"/>
              </a:solidFill>
              <a:latin typeface="Times New Roman"/>
            </a:endParaRPr>
          </a:p>
        </p:txBody>
      </p:sp>
      <p:sp>
        <p:nvSpPr>
          <p:cNvPr id="190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MANUFACTURING STRATEGY</a:t>
            </a:r>
            <a:endParaRPr b="1" lang="en-US" sz="1900" spc="-1" strike="noStrike">
              <a:solidFill>
                <a:srgbClr val="000000"/>
              </a:solidFill>
              <a:latin typeface="Arial"/>
            </a:endParaRPr>
          </a:p>
        </p:txBody>
      </p:sp>
      <p:sp>
        <p:nvSpPr>
          <p:cNvPr id="190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90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A8B616F-2581-4146-871D-6573AD59CBF0}" type="slidenum">
              <a:t>110</a:t>
            </a:fld>
          </a:p>
        </p:txBody>
      </p:sp>
    </p:spTree>
  </p:cSld>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10" name=""/>
          <p:cNvSpPr/>
          <p:nvPr/>
        </p:nvSpPr>
        <p:spPr>
          <a:xfrm>
            <a:off x="2819520" y="2284560"/>
            <a:ext cx="3352680" cy="2842920"/>
          </a:xfrm>
          <a:custGeom>
            <a:avLst/>
            <a:gdLst/>
            <a:ahLst/>
            <a:rect l="l" t="t" r="r" b="b"/>
            <a:pathLst>
              <a:path w="1009" h="881">
                <a:moveTo>
                  <a:pt x="184" y="880"/>
                </a:moveTo>
                <a:lnTo>
                  <a:pt x="840" y="880"/>
                </a:lnTo>
                <a:lnTo>
                  <a:pt x="1008" y="360"/>
                </a:lnTo>
                <a:lnTo>
                  <a:pt x="504" y="0"/>
                </a:lnTo>
                <a:lnTo>
                  <a:pt x="0" y="360"/>
                </a:lnTo>
                <a:lnTo>
                  <a:pt x="184" y="880"/>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11" name=""/>
          <p:cNvSpPr/>
          <p:nvPr/>
        </p:nvSpPr>
        <p:spPr>
          <a:xfrm>
            <a:off x="3308400" y="3559320"/>
            <a:ext cx="2363760" cy="4888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en-US" sz="1600" spc="-1" strike="noStrike">
                <a:solidFill>
                  <a:srgbClr val="000000"/>
                </a:solidFill>
                <a:latin typeface="Arial"/>
                <a:ea typeface="宋体"/>
              </a:rPr>
              <a:t>Restructuring framework </a:t>
            </a:r>
            <a:endParaRPr b="0" lang="en-US" sz="1600" spc="-1" strike="noStrike">
              <a:solidFill>
                <a:srgbClr val="000000"/>
              </a:solidFill>
              <a:latin typeface="Times New Roman"/>
            </a:endParaRPr>
          </a:p>
        </p:txBody>
      </p:sp>
      <p:sp>
        <p:nvSpPr>
          <p:cNvPr id="1912" name=""/>
          <p:cNvSpPr/>
          <p:nvPr/>
        </p:nvSpPr>
        <p:spPr>
          <a:xfrm>
            <a:off x="4268880" y="2143080"/>
            <a:ext cx="458640" cy="446040"/>
          </a:xfrm>
          <a:prstGeom prst="ellipse">
            <a:avLst/>
          </a:prstGeom>
          <a:solidFill>
            <a:srgbClr val="d0d0d0"/>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13" name=""/>
          <p:cNvSpPr/>
          <p:nvPr/>
        </p:nvSpPr>
        <p:spPr>
          <a:xfrm>
            <a:off x="4368960" y="2243160"/>
            <a:ext cx="2602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zh-CN" sz="1600" spc="-1" strike="noStrike">
                <a:solidFill>
                  <a:srgbClr val="000000"/>
                </a:solidFill>
                <a:latin typeface="Arial"/>
                <a:ea typeface="宋体"/>
              </a:rPr>
              <a:t>1 </a:t>
            </a:r>
            <a:endParaRPr b="0" lang="en-US" sz="1600" spc="-1" strike="noStrike">
              <a:solidFill>
                <a:srgbClr val="000000"/>
              </a:solidFill>
              <a:latin typeface="Times New Roman"/>
            </a:endParaRPr>
          </a:p>
        </p:txBody>
      </p:sp>
      <p:sp>
        <p:nvSpPr>
          <p:cNvPr id="1914" name=""/>
          <p:cNvSpPr/>
          <p:nvPr/>
        </p:nvSpPr>
        <p:spPr>
          <a:xfrm>
            <a:off x="5918040" y="3227400"/>
            <a:ext cx="459000" cy="446040"/>
          </a:xfrm>
          <a:prstGeom prst="ellipse">
            <a:avLst/>
          </a:prstGeom>
          <a:solidFill>
            <a:srgbClr val="d0d0d0"/>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15" name=""/>
          <p:cNvSpPr/>
          <p:nvPr/>
        </p:nvSpPr>
        <p:spPr>
          <a:xfrm>
            <a:off x="6019920" y="3327480"/>
            <a:ext cx="2570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zh-CN" sz="1600" spc="-1" strike="noStrike">
                <a:solidFill>
                  <a:srgbClr val="000000"/>
                </a:solidFill>
                <a:latin typeface="Arial"/>
                <a:ea typeface="宋体"/>
              </a:rPr>
              <a:t>5 </a:t>
            </a:r>
            <a:endParaRPr b="0" lang="en-US" sz="1600" spc="-1" strike="noStrike">
              <a:solidFill>
                <a:srgbClr val="000000"/>
              </a:solidFill>
              <a:latin typeface="Times New Roman"/>
            </a:endParaRPr>
          </a:p>
        </p:txBody>
      </p:sp>
      <p:sp>
        <p:nvSpPr>
          <p:cNvPr id="1916" name=""/>
          <p:cNvSpPr/>
          <p:nvPr/>
        </p:nvSpPr>
        <p:spPr>
          <a:xfrm>
            <a:off x="5411880" y="4878360"/>
            <a:ext cx="458640" cy="446040"/>
          </a:xfrm>
          <a:prstGeom prst="ellipse">
            <a:avLst/>
          </a:prstGeom>
          <a:solidFill>
            <a:srgbClr val="d0d0d0"/>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17" name=""/>
          <p:cNvSpPr/>
          <p:nvPr/>
        </p:nvSpPr>
        <p:spPr>
          <a:xfrm>
            <a:off x="5511960" y="4978440"/>
            <a:ext cx="2602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zh-CN" sz="1600" spc="-1" strike="noStrike">
                <a:solidFill>
                  <a:srgbClr val="000000"/>
                </a:solidFill>
                <a:latin typeface="Arial"/>
                <a:ea typeface="宋体"/>
              </a:rPr>
              <a:t>4 </a:t>
            </a:r>
            <a:endParaRPr b="0" lang="en-US" sz="1600" spc="-1" strike="noStrike">
              <a:solidFill>
                <a:srgbClr val="000000"/>
              </a:solidFill>
              <a:latin typeface="Times New Roman"/>
            </a:endParaRPr>
          </a:p>
        </p:txBody>
      </p:sp>
      <p:sp>
        <p:nvSpPr>
          <p:cNvPr id="1918" name=""/>
          <p:cNvSpPr/>
          <p:nvPr/>
        </p:nvSpPr>
        <p:spPr>
          <a:xfrm>
            <a:off x="3070080" y="4878360"/>
            <a:ext cx="460440" cy="446040"/>
          </a:xfrm>
          <a:prstGeom prst="ellipse">
            <a:avLst/>
          </a:prstGeom>
          <a:solidFill>
            <a:srgbClr val="d0d0d0"/>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19" name=""/>
          <p:cNvSpPr/>
          <p:nvPr/>
        </p:nvSpPr>
        <p:spPr>
          <a:xfrm>
            <a:off x="3171960" y="4978440"/>
            <a:ext cx="2584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zh-CN" sz="1600" spc="-1" strike="noStrike">
                <a:solidFill>
                  <a:srgbClr val="000000"/>
                </a:solidFill>
                <a:latin typeface="Arial"/>
                <a:ea typeface="宋体"/>
              </a:rPr>
              <a:t>3 </a:t>
            </a:r>
            <a:endParaRPr b="0" lang="en-US" sz="1600" spc="-1" strike="noStrike">
              <a:solidFill>
                <a:srgbClr val="000000"/>
              </a:solidFill>
              <a:latin typeface="Times New Roman"/>
            </a:endParaRPr>
          </a:p>
        </p:txBody>
      </p:sp>
      <p:sp>
        <p:nvSpPr>
          <p:cNvPr id="1920" name=""/>
          <p:cNvSpPr/>
          <p:nvPr/>
        </p:nvSpPr>
        <p:spPr>
          <a:xfrm>
            <a:off x="2567160" y="3227400"/>
            <a:ext cx="458640" cy="446040"/>
          </a:xfrm>
          <a:prstGeom prst="ellipse">
            <a:avLst/>
          </a:prstGeom>
          <a:solidFill>
            <a:srgbClr val="d0d0d0"/>
          </a:solidFill>
          <a:ln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21" name=""/>
          <p:cNvSpPr/>
          <p:nvPr/>
        </p:nvSpPr>
        <p:spPr>
          <a:xfrm>
            <a:off x="2668680" y="3327480"/>
            <a:ext cx="2570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zh-CN" sz="1600" spc="-1" strike="noStrike">
                <a:solidFill>
                  <a:srgbClr val="000000"/>
                </a:solidFill>
                <a:latin typeface="Arial"/>
                <a:ea typeface="宋体"/>
              </a:rPr>
              <a:t>2 </a:t>
            </a:r>
            <a:endParaRPr b="0" lang="en-US" sz="1600" spc="-1" strike="noStrike">
              <a:solidFill>
                <a:srgbClr val="000000"/>
              </a:solidFill>
              <a:latin typeface="Times New Roman"/>
            </a:endParaRPr>
          </a:p>
        </p:txBody>
      </p:sp>
      <p:sp>
        <p:nvSpPr>
          <p:cNvPr id="1922" name=""/>
          <p:cNvSpPr/>
          <p:nvPr/>
        </p:nvSpPr>
        <p:spPr>
          <a:xfrm>
            <a:off x="2017800" y="1214280"/>
            <a:ext cx="4943160" cy="5078160"/>
          </a:xfrm>
          <a:custGeom>
            <a:avLst/>
            <a:gdLst/>
            <a:ahLst/>
            <a:rect l="l" t="t" r="r" b="b"/>
            <a:pathLst>
              <a:path stroke="0" w="21600" h="21600">
                <a:moveTo>
                  <a:pt x="16198" y="1446"/>
                </a:moveTo>
                <a:arcTo wR="10800" hR="10800" stAng="-3600837" swAng="17999377"/>
                <a:lnTo>
                  <a:pt x="10800" y="10800"/>
                </a:lnTo>
                <a:close/>
              </a:path>
              <a:path fill="none" w="21600" h="21600">
                <a:moveTo>
                  <a:pt x="16198" y="1446"/>
                </a:moveTo>
                <a:arcTo wR="10800" hR="10800" stAng="-3600837" swAng="17999377"/>
              </a:path>
            </a:pathLst>
          </a:custGeom>
          <a:noFill/>
          <a:ln cap="rnd" w="12600">
            <a:solidFill>
              <a:srgbClr val="000000"/>
            </a:solidFill>
            <a:miter/>
            <a:headEnd len="lg" type="triangle" w="med"/>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2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PENTAGON</a:t>
            </a:r>
            <a:endParaRPr b="1" lang="en-US" sz="1900" spc="-1" strike="noStrike">
              <a:solidFill>
                <a:srgbClr val="000000"/>
              </a:solidFill>
              <a:latin typeface="Arial"/>
            </a:endParaRPr>
          </a:p>
        </p:txBody>
      </p:sp>
      <p:sp>
        <p:nvSpPr>
          <p:cNvPr id="192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92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22F55FA-F54D-4610-9826-F83028EDD626}" type="slidenum">
              <a:t>111</a:t>
            </a:fld>
          </a:p>
        </p:txBody>
      </p:sp>
    </p:spTree>
  </p:cSld>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26" name=""/>
          <p:cNvSpPr/>
          <p:nvPr/>
        </p:nvSpPr>
        <p:spPr>
          <a:xfrm>
            <a:off x="2982960" y="1747800"/>
            <a:ext cx="3209760" cy="257040"/>
          </a:xfrm>
          <a:prstGeom prst="rect">
            <a:avLst/>
          </a:prstGeom>
          <a:solidFill>
            <a:srgbClr val="ffffff"/>
          </a:solidFill>
          <a:ln w="12600">
            <a:solidFill>
              <a:srgbClr val="ffffff"/>
            </a:solidFill>
            <a:miter/>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27" name=""/>
          <p:cNvSpPr/>
          <p:nvPr/>
        </p:nvSpPr>
        <p:spPr>
          <a:xfrm>
            <a:off x="2952720" y="1465200"/>
            <a:ext cx="10778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Benefit </a:t>
            </a:r>
            <a:endParaRPr b="0" lang="en-US" sz="1600" spc="-1" strike="noStrike">
              <a:solidFill>
                <a:srgbClr val="000000"/>
              </a:solidFill>
              <a:latin typeface="Times New Roman"/>
            </a:endParaRPr>
          </a:p>
        </p:txBody>
      </p:sp>
      <p:sp>
        <p:nvSpPr>
          <p:cNvPr id="1928" name=""/>
          <p:cNvSpPr/>
          <p:nvPr/>
        </p:nvSpPr>
        <p:spPr>
          <a:xfrm>
            <a:off x="2955960" y="4971960"/>
            <a:ext cx="3244680" cy="24408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Price </a:t>
            </a:r>
            <a:endParaRPr b="0" lang="en-US" sz="1600" spc="-1" strike="noStrike">
              <a:solidFill>
                <a:srgbClr val="000000"/>
              </a:solidFill>
              <a:latin typeface="Times New Roman"/>
            </a:endParaRPr>
          </a:p>
        </p:txBody>
      </p:sp>
      <p:sp>
        <p:nvSpPr>
          <p:cNvPr id="1929" name=""/>
          <p:cNvSpPr/>
          <p:nvPr/>
        </p:nvSpPr>
        <p:spPr>
          <a:xfrm>
            <a:off x="2976480" y="1749600"/>
            <a:ext cx="3225960" cy="3139920"/>
          </a:xfrm>
          <a:custGeom>
            <a:avLst/>
            <a:gdLst/>
            <a:ahLst/>
            <a:rect l="l" t="t" r="r" b="b"/>
            <a:pathLst>
              <a:path w="1812" h="1817">
                <a:moveTo>
                  <a:pt x="0" y="1816"/>
                </a:moveTo>
                <a:lnTo>
                  <a:pt x="1811" y="1816"/>
                </a:lnTo>
                <a:lnTo>
                  <a:pt x="1811" y="0"/>
                </a:lnTo>
                <a:lnTo>
                  <a:pt x="0" y="1816"/>
                </a:lnTo>
              </a:path>
            </a:pathLst>
          </a:custGeom>
          <a:solidFill>
            <a:srgbClr val="d0d0d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30" name=""/>
          <p:cNvSpPr/>
          <p:nvPr/>
        </p:nvSpPr>
        <p:spPr>
          <a:xfrm>
            <a:off x="4630680" y="4178160"/>
            <a:ext cx="1381320" cy="48780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Competitive</a:t>
            </a:r>
            <a:br>
              <a:rPr sz="1600"/>
            </a:br>
            <a:r>
              <a:rPr b="0" lang="en-US" sz="1600" spc="-1" strike="noStrike">
                <a:solidFill>
                  <a:srgbClr val="000000"/>
                </a:solidFill>
                <a:latin typeface="Arial"/>
                <a:ea typeface="宋体"/>
              </a:rPr>
              <a:t>disadvantage </a:t>
            </a:r>
            <a:endParaRPr b="0" lang="en-US" sz="1600" spc="-1" strike="noStrike">
              <a:solidFill>
                <a:srgbClr val="000000"/>
              </a:solidFill>
              <a:latin typeface="Times New Roman"/>
            </a:endParaRPr>
          </a:p>
        </p:txBody>
      </p:sp>
      <p:sp>
        <p:nvSpPr>
          <p:cNvPr id="1931" name=""/>
          <p:cNvSpPr/>
          <p:nvPr/>
        </p:nvSpPr>
        <p:spPr>
          <a:xfrm>
            <a:off x="3260880" y="2089080"/>
            <a:ext cx="1265040" cy="48780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Competitive</a:t>
            </a:r>
            <a:br>
              <a:rPr sz="1600"/>
            </a:br>
            <a:r>
              <a:rPr b="0" lang="en-US" sz="1600" spc="-1" strike="noStrike">
                <a:solidFill>
                  <a:srgbClr val="000000"/>
                </a:solidFill>
                <a:latin typeface="Arial"/>
                <a:ea typeface="宋体"/>
              </a:rPr>
              <a:t>advantage </a:t>
            </a:r>
            <a:endParaRPr b="0" lang="en-US" sz="1600" spc="-1" strike="noStrike">
              <a:solidFill>
                <a:srgbClr val="000000"/>
              </a:solidFill>
              <a:latin typeface="Times New Roman"/>
            </a:endParaRPr>
          </a:p>
        </p:txBody>
      </p:sp>
      <p:sp>
        <p:nvSpPr>
          <p:cNvPr id="1932" name=""/>
          <p:cNvSpPr/>
          <p:nvPr/>
        </p:nvSpPr>
        <p:spPr>
          <a:xfrm>
            <a:off x="4186080" y="2811600"/>
            <a:ext cx="881280" cy="919080"/>
          </a:xfrm>
          <a:prstGeom prst="line">
            <a:avLst/>
          </a:prstGeom>
          <a:ln w="76320">
            <a:solidFill>
              <a:srgbClr val="000000"/>
            </a:solidFill>
            <a:miter/>
            <a:headEnd len="lg" type="triangle" w="med"/>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1933" name=""/>
          <p:cNvSpPr/>
          <p:nvPr/>
        </p:nvSpPr>
        <p:spPr>
          <a:xfrm flipV="1">
            <a:off x="2979720" y="1758600"/>
            <a:ext cx="3214800" cy="3120840"/>
          </a:xfrm>
          <a:prstGeom prst="line">
            <a:avLst/>
          </a:prstGeom>
          <a:ln w="255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1934" name=""/>
          <p:cNvSpPr/>
          <p:nvPr/>
        </p:nvSpPr>
        <p:spPr>
          <a:xfrm>
            <a:off x="2976480" y="4894200"/>
            <a:ext cx="3243240" cy="0"/>
          </a:xfrm>
          <a:prstGeom prst="line">
            <a:avLst/>
          </a:prstGeom>
          <a:ln w="28440">
            <a:solidFill>
              <a:srgbClr val="000000"/>
            </a:solidFill>
            <a:miter/>
            <a:tailEnd len="med"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935" name=""/>
          <p:cNvSpPr/>
          <p:nvPr/>
        </p:nvSpPr>
        <p:spPr>
          <a:xfrm flipV="1">
            <a:off x="2981160" y="1743120"/>
            <a:ext cx="0" cy="3152880"/>
          </a:xfrm>
          <a:prstGeom prst="line">
            <a:avLst/>
          </a:prstGeom>
          <a:ln w="28440">
            <a:solidFill>
              <a:srgbClr val="000000"/>
            </a:solidFill>
            <a:miter/>
            <a:tailEnd len="med" type="triangle" w="med"/>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193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PRICE BENEFIT</a:t>
            </a:r>
            <a:endParaRPr b="1" lang="en-US" sz="1900" spc="-1" strike="noStrike">
              <a:solidFill>
                <a:srgbClr val="000000"/>
              </a:solidFill>
              <a:latin typeface="Arial"/>
            </a:endParaRPr>
          </a:p>
        </p:txBody>
      </p:sp>
      <p:sp>
        <p:nvSpPr>
          <p:cNvPr id="193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93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362F127-32FE-4813-A7C0-D47596A44651}" type="slidenum">
              <a:t>112</a:t>
            </a:fld>
          </a:p>
        </p:txBody>
      </p:sp>
    </p:spTree>
  </p:cSld>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9" name=""/>
          <p:cNvSpPr/>
          <p:nvPr/>
        </p:nvSpPr>
        <p:spPr>
          <a:xfrm>
            <a:off x="2813040" y="2111760"/>
            <a:ext cx="3222360" cy="3117240"/>
          </a:xfrm>
          <a:custGeom>
            <a:avLst/>
            <a:gdLst/>
            <a:ahLst/>
            <a:rect l="l" t="t" r="r" b="b"/>
            <a:pathLst>
              <a:path stroke="0" w="21600" h="21600">
                <a:moveTo>
                  <a:pt x="18432" y="3159"/>
                </a:moveTo>
                <a:arcTo wR="10800" hR="10800" stAng="-2701973" swAng="16260996"/>
                <a:lnTo>
                  <a:pt x="10800" y="10800"/>
                </a:lnTo>
                <a:close/>
              </a:path>
              <a:path fill="none" w="21600" h="21600">
                <a:moveTo>
                  <a:pt x="18432" y="3159"/>
                </a:moveTo>
                <a:arcTo wR="10800" hR="10800" stAng="-2701973" swAng="16260996"/>
              </a:path>
            </a:pathLst>
          </a:custGeom>
          <a:noFill/>
          <a:ln cap="rnd" w="12600">
            <a:solidFill>
              <a:srgbClr val="000000"/>
            </a:solidFill>
            <a:miter/>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1940" name=""/>
          <p:cNvSpPr/>
          <p:nvPr/>
        </p:nvSpPr>
        <p:spPr>
          <a:xfrm>
            <a:off x="4378320" y="5175360"/>
            <a:ext cx="122400" cy="112680"/>
          </a:xfrm>
          <a:custGeom>
            <a:avLst/>
            <a:gdLst/>
            <a:ahLst/>
            <a:rect l="l" t="t" r="r" b="b"/>
            <a:pathLst>
              <a:path w="77" h="74">
                <a:moveTo>
                  <a:pt x="76" y="34"/>
                </a:moveTo>
                <a:lnTo>
                  <a:pt x="0" y="0"/>
                </a:lnTo>
                <a:lnTo>
                  <a:pt x="0" y="73"/>
                </a:lnTo>
                <a:lnTo>
                  <a:pt x="76" y="34"/>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41" name=""/>
          <p:cNvSpPr/>
          <p:nvPr/>
        </p:nvSpPr>
        <p:spPr>
          <a:xfrm>
            <a:off x="1636560" y="2135160"/>
            <a:ext cx="21164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Appraise performance</a:t>
            </a:r>
            <a:endParaRPr b="0" lang="en-US" sz="1600" spc="-1" strike="noStrike">
              <a:solidFill>
                <a:srgbClr val="000000"/>
              </a:solidFill>
              <a:latin typeface="Times New Roman"/>
            </a:endParaRPr>
          </a:p>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and prospects </a:t>
            </a:r>
            <a:endParaRPr b="0" lang="en-US" sz="1600" spc="-1" strike="noStrike">
              <a:solidFill>
                <a:srgbClr val="000000"/>
              </a:solidFill>
              <a:latin typeface="Times New Roman"/>
            </a:endParaRPr>
          </a:p>
        </p:txBody>
      </p:sp>
      <p:sp>
        <p:nvSpPr>
          <p:cNvPr id="1942" name=""/>
          <p:cNvSpPr/>
          <p:nvPr/>
        </p:nvSpPr>
        <p:spPr>
          <a:xfrm>
            <a:off x="1636560" y="3002040"/>
            <a:ext cx="8416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Develop</a:t>
            </a:r>
            <a:endParaRPr b="0" lang="en-US" sz="1600" spc="-1" strike="noStrike">
              <a:solidFill>
                <a:srgbClr val="000000"/>
              </a:solidFill>
              <a:latin typeface="Times New Roman"/>
            </a:endParaRPr>
          </a:p>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strategy </a:t>
            </a:r>
            <a:endParaRPr b="0" lang="en-US" sz="1600" spc="-1" strike="noStrike">
              <a:solidFill>
                <a:srgbClr val="000000"/>
              </a:solidFill>
              <a:latin typeface="Times New Roman"/>
            </a:endParaRPr>
          </a:p>
        </p:txBody>
      </p:sp>
      <p:sp>
        <p:nvSpPr>
          <p:cNvPr id="1943" name=""/>
          <p:cNvSpPr/>
          <p:nvPr/>
        </p:nvSpPr>
        <p:spPr>
          <a:xfrm>
            <a:off x="2284560" y="4741920"/>
            <a:ext cx="124272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Redesign</a:t>
            </a:r>
            <a:endParaRPr b="0" lang="en-US" sz="1600" spc="-1" strike="noStrike">
              <a:solidFill>
                <a:srgbClr val="000000"/>
              </a:solidFill>
              <a:latin typeface="Times New Roman"/>
            </a:endParaRPr>
          </a:p>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pivotal jobs </a:t>
            </a:r>
            <a:endParaRPr b="0" lang="en-US" sz="1600" spc="-1" strike="noStrike">
              <a:solidFill>
                <a:srgbClr val="000000"/>
              </a:solidFill>
              <a:latin typeface="Times New Roman"/>
            </a:endParaRPr>
          </a:p>
        </p:txBody>
      </p:sp>
      <p:sp>
        <p:nvSpPr>
          <p:cNvPr id="1944" name=""/>
          <p:cNvSpPr/>
          <p:nvPr/>
        </p:nvSpPr>
        <p:spPr>
          <a:xfrm>
            <a:off x="3792600" y="5372280"/>
            <a:ext cx="151596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Design the skill</a:t>
            </a:r>
            <a:endParaRPr b="0" lang="en-US" sz="1600" spc="-1" strike="noStrike">
              <a:solidFill>
                <a:srgbClr val="000000"/>
              </a:solidFill>
              <a:latin typeface="Times New Roman"/>
            </a:endParaRPr>
          </a:p>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building process </a:t>
            </a:r>
            <a:endParaRPr b="0" lang="en-US" sz="1600" spc="-1" strike="noStrike">
              <a:solidFill>
                <a:srgbClr val="000000"/>
              </a:solidFill>
              <a:latin typeface="Times New Roman"/>
            </a:endParaRPr>
          </a:p>
        </p:txBody>
      </p:sp>
      <p:sp>
        <p:nvSpPr>
          <p:cNvPr id="1945" name=""/>
          <p:cNvSpPr/>
          <p:nvPr/>
        </p:nvSpPr>
        <p:spPr>
          <a:xfrm>
            <a:off x="5780160" y="4729320"/>
            <a:ext cx="144756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Assess change</a:t>
            </a:r>
            <a:endParaRPr b="0" lang="en-US" sz="1600" spc="-1" strike="noStrike">
              <a:solidFill>
                <a:srgbClr val="000000"/>
              </a:solidFill>
              <a:latin typeface="Times New Roman"/>
            </a:endParaRPr>
          </a:p>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readiness </a:t>
            </a:r>
            <a:endParaRPr b="0" lang="en-US" sz="1600" spc="-1" strike="noStrike">
              <a:solidFill>
                <a:srgbClr val="000000"/>
              </a:solidFill>
              <a:latin typeface="Times New Roman"/>
            </a:endParaRPr>
          </a:p>
        </p:txBody>
      </p:sp>
      <p:sp>
        <p:nvSpPr>
          <p:cNvPr id="1946" name=""/>
          <p:cNvSpPr/>
          <p:nvPr/>
        </p:nvSpPr>
        <p:spPr>
          <a:xfrm>
            <a:off x="6207120" y="3502080"/>
            <a:ext cx="149400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Top down</a:t>
            </a:r>
            <a:endParaRPr b="0" lang="en-US" sz="1600" spc="-1" strike="noStrike">
              <a:solidFill>
                <a:srgbClr val="000000"/>
              </a:solidFill>
              <a:latin typeface="Times New Roman"/>
            </a:endParaRPr>
          </a:p>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action programs </a:t>
            </a:r>
            <a:endParaRPr b="0" lang="en-US" sz="1600" spc="-1" strike="noStrike">
              <a:solidFill>
                <a:srgbClr val="000000"/>
              </a:solidFill>
              <a:latin typeface="Times New Roman"/>
            </a:endParaRPr>
          </a:p>
        </p:txBody>
      </p:sp>
      <p:sp>
        <p:nvSpPr>
          <p:cNvPr id="1947" name=""/>
          <p:cNvSpPr/>
          <p:nvPr/>
        </p:nvSpPr>
        <p:spPr>
          <a:xfrm>
            <a:off x="5894280" y="2135160"/>
            <a:ext cx="150840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Bottom up action programs </a:t>
            </a:r>
            <a:endParaRPr b="0" lang="en-US" sz="1600" spc="-1" strike="noStrike">
              <a:solidFill>
                <a:srgbClr val="000000"/>
              </a:solidFill>
              <a:latin typeface="Times New Roman"/>
            </a:endParaRPr>
          </a:p>
        </p:txBody>
      </p:sp>
      <p:sp>
        <p:nvSpPr>
          <p:cNvPr id="1948" name=""/>
          <p:cNvSpPr/>
          <p:nvPr/>
        </p:nvSpPr>
        <p:spPr>
          <a:xfrm>
            <a:off x="3414600" y="2579760"/>
            <a:ext cx="1238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1 </a:t>
            </a:r>
            <a:endParaRPr b="0" lang="en-US" sz="1600" spc="-1" strike="noStrike">
              <a:solidFill>
                <a:srgbClr val="000000"/>
              </a:solidFill>
              <a:latin typeface="Times New Roman"/>
            </a:endParaRPr>
          </a:p>
        </p:txBody>
      </p:sp>
      <p:sp>
        <p:nvSpPr>
          <p:cNvPr id="1949" name=""/>
          <p:cNvSpPr/>
          <p:nvPr/>
        </p:nvSpPr>
        <p:spPr>
          <a:xfrm>
            <a:off x="2938320" y="3309840"/>
            <a:ext cx="122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2 </a:t>
            </a:r>
            <a:endParaRPr b="0" lang="en-US" sz="1600" spc="-1" strike="noStrike">
              <a:solidFill>
                <a:srgbClr val="000000"/>
              </a:solidFill>
              <a:latin typeface="Times New Roman"/>
            </a:endParaRPr>
          </a:p>
        </p:txBody>
      </p:sp>
      <p:sp>
        <p:nvSpPr>
          <p:cNvPr id="1950" name=""/>
          <p:cNvSpPr/>
          <p:nvPr/>
        </p:nvSpPr>
        <p:spPr>
          <a:xfrm>
            <a:off x="3289320" y="4479840"/>
            <a:ext cx="122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4 </a:t>
            </a:r>
            <a:endParaRPr b="0" lang="en-US" sz="1600" spc="-1" strike="noStrike">
              <a:solidFill>
                <a:srgbClr val="000000"/>
              </a:solidFill>
              <a:latin typeface="Times New Roman"/>
            </a:endParaRPr>
          </a:p>
        </p:txBody>
      </p:sp>
      <p:sp>
        <p:nvSpPr>
          <p:cNvPr id="1951" name=""/>
          <p:cNvSpPr/>
          <p:nvPr/>
        </p:nvSpPr>
        <p:spPr>
          <a:xfrm>
            <a:off x="4381560" y="4929120"/>
            <a:ext cx="125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5 </a:t>
            </a:r>
            <a:endParaRPr b="0" lang="en-US" sz="1600" spc="-1" strike="noStrike">
              <a:solidFill>
                <a:srgbClr val="000000"/>
              </a:solidFill>
              <a:latin typeface="Times New Roman"/>
            </a:endParaRPr>
          </a:p>
        </p:txBody>
      </p:sp>
      <p:sp>
        <p:nvSpPr>
          <p:cNvPr id="1952" name=""/>
          <p:cNvSpPr/>
          <p:nvPr/>
        </p:nvSpPr>
        <p:spPr>
          <a:xfrm>
            <a:off x="5440320" y="4494240"/>
            <a:ext cx="1238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6 </a:t>
            </a:r>
            <a:endParaRPr b="0" lang="en-US" sz="1600" spc="-1" strike="noStrike">
              <a:solidFill>
                <a:srgbClr val="000000"/>
              </a:solidFill>
              <a:latin typeface="Times New Roman"/>
            </a:endParaRPr>
          </a:p>
        </p:txBody>
      </p:sp>
      <p:sp>
        <p:nvSpPr>
          <p:cNvPr id="1953" name=""/>
          <p:cNvSpPr/>
          <p:nvPr/>
        </p:nvSpPr>
        <p:spPr>
          <a:xfrm>
            <a:off x="5819760" y="3505320"/>
            <a:ext cx="120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7 </a:t>
            </a:r>
            <a:endParaRPr b="0" lang="en-US" sz="1600" spc="-1" strike="noStrike">
              <a:solidFill>
                <a:srgbClr val="000000"/>
              </a:solidFill>
              <a:latin typeface="Times New Roman"/>
            </a:endParaRPr>
          </a:p>
        </p:txBody>
      </p:sp>
      <p:sp>
        <p:nvSpPr>
          <p:cNvPr id="1954" name=""/>
          <p:cNvSpPr/>
          <p:nvPr/>
        </p:nvSpPr>
        <p:spPr>
          <a:xfrm>
            <a:off x="5416560" y="2639880"/>
            <a:ext cx="122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8 </a:t>
            </a:r>
            <a:endParaRPr b="0" lang="en-US" sz="1600" spc="-1" strike="noStrike">
              <a:solidFill>
                <a:srgbClr val="000000"/>
              </a:solidFill>
              <a:latin typeface="Times New Roman"/>
            </a:endParaRPr>
          </a:p>
        </p:txBody>
      </p:sp>
      <p:sp>
        <p:nvSpPr>
          <p:cNvPr id="1955" name=""/>
          <p:cNvSpPr/>
          <p:nvPr/>
        </p:nvSpPr>
        <p:spPr>
          <a:xfrm>
            <a:off x="2938320" y="3519360"/>
            <a:ext cx="122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3 </a:t>
            </a:r>
            <a:endParaRPr b="0" lang="en-US" sz="1600" spc="-1" strike="noStrike">
              <a:solidFill>
                <a:srgbClr val="000000"/>
              </a:solidFill>
              <a:latin typeface="Times New Roman"/>
            </a:endParaRPr>
          </a:p>
        </p:txBody>
      </p:sp>
      <p:sp>
        <p:nvSpPr>
          <p:cNvPr id="1956" name=""/>
          <p:cNvSpPr/>
          <p:nvPr/>
        </p:nvSpPr>
        <p:spPr>
          <a:xfrm>
            <a:off x="5594400" y="4610160"/>
            <a:ext cx="115920" cy="128520"/>
          </a:xfrm>
          <a:custGeom>
            <a:avLst/>
            <a:gdLst/>
            <a:ahLst/>
            <a:rect l="l" t="t" r="r" b="b"/>
            <a:pathLst>
              <a:path w="74" h="84">
                <a:moveTo>
                  <a:pt x="73" y="0"/>
                </a:moveTo>
                <a:lnTo>
                  <a:pt x="0" y="39"/>
                </a:lnTo>
                <a:lnTo>
                  <a:pt x="59" y="83"/>
                </a:lnTo>
                <a:lnTo>
                  <a:pt x="73" y="0"/>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57" name=""/>
          <p:cNvSpPr/>
          <p:nvPr/>
        </p:nvSpPr>
        <p:spPr>
          <a:xfrm>
            <a:off x="5987880" y="3502080"/>
            <a:ext cx="114480" cy="123840"/>
          </a:xfrm>
          <a:custGeom>
            <a:avLst/>
            <a:gdLst/>
            <a:ahLst/>
            <a:rect l="l" t="t" r="r" b="b"/>
            <a:pathLst>
              <a:path w="73" h="81">
                <a:moveTo>
                  <a:pt x="23" y="0"/>
                </a:moveTo>
                <a:lnTo>
                  <a:pt x="0" y="80"/>
                </a:lnTo>
                <a:lnTo>
                  <a:pt x="72" y="67"/>
                </a:lnTo>
                <a:lnTo>
                  <a:pt x="23" y="0"/>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58" name=""/>
          <p:cNvSpPr/>
          <p:nvPr/>
        </p:nvSpPr>
        <p:spPr>
          <a:xfrm>
            <a:off x="5524560" y="2529000"/>
            <a:ext cx="119160" cy="125280"/>
          </a:xfrm>
          <a:custGeom>
            <a:avLst/>
            <a:gdLst/>
            <a:ahLst/>
            <a:rect l="l" t="t" r="r" b="b"/>
            <a:pathLst>
              <a:path w="75" h="82">
                <a:moveTo>
                  <a:pt x="0" y="0"/>
                </a:moveTo>
                <a:lnTo>
                  <a:pt x="18" y="81"/>
                </a:lnTo>
                <a:lnTo>
                  <a:pt x="74" y="36"/>
                </a:lnTo>
                <a:lnTo>
                  <a:pt x="0" y="0"/>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59" name=""/>
          <p:cNvSpPr/>
          <p:nvPr/>
        </p:nvSpPr>
        <p:spPr>
          <a:xfrm>
            <a:off x="3236760" y="2500200"/>
            <a:ext cx="119160" cy="125640"/>
          </a:xfrm>
          <a:custGeom>
            <a:avLst/>
            <a:gdLst/>
            <a:ahLst/>
            <a:rect l="l" t="t" r="r" b="b"/>
            <a:pathLst>
              <a:path w="75" h="82">
                <a:moveTo>
                  <a:pt x="0" y="81"/>
                </a:moveTo>
                <a:lnTo>
                  <a:pt x="74" y="42"/>
                </a:lnTo>
                <a:lnTo>
                  <a:pt x="15" y="0"/>
                </a:lnTo>
                <a:lnTo>
                  <a:pt x="0" y="81"/>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60" name=""/>
          <p:cNvSpPr/>
          <p:nvPr/>
        </p:nvSpPr>
        <p:spPr>
          <a:xfrm>
            <a:off x="2800440" y="3365640"/>
            <a:ext cx="112680" cy="123840"/>
          </a:xfrm>
          <a:custGeom>
            <a:avLst/>
            <a:gdLst/>
            <a:ahLst/>
            <a:rect l="l" t="t" r="r" b="b"/>
            <a:pathLst>
              <a:path w="72" h="81">
                <a:moveTo>
                  <a:pt x="19" y="80"/>
                </a:moveTo>
                <a:lnTo>
                  <a:pt x="71" y="15"/>
                </a:lnTo>
                <a:lnTo>
                  <a:pt x="0" y="0"/>
                </a:lnTo>
                <a:lnTo>
                  <a:pt x="19" y="80"/>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61" name=""/>
          <p:cNvSpPr/>
          <p:nvPr/>
        </p:nvSpPr>
        <p:spPr>
          <a:xfrm>
            <a:off x="2752560" y="3508200"/>
            <a:ext cx="113040" cy="122400"/>
          </a:xfrm>
          <a:custGeom>
            <a:avLst/>
            <a:gdLst/>
            <a:ahLst/>
            <a:rect l="l" t="t" r="r" b="b"/>
            <a:pathLst>
              <a:path w="72" h="80">
                <a:moveTo>
                  <a:pt x="47" y="0"/>
                </a:moveTo>
                <a:lnTo>
                  <a:pt x="71" y="79"/>
                </a:lnTo>
                <a:lnTo>
                  <a:pt x="0" y="67"/>
                </a:lnTo>
                <a:lnTo>
                  <a:pt x="47" y="0"/>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62" name=""/>
          <p:cNvSpPr/>
          <p:nvPr/>
        </p:nvSpPr>
        <p:spPr>
          <a:xfrm>
            <a:off x="3108240" y="4599000"/>
            <a:ext cx="123840" cy="119160"/>
          </a:xfrm>
          <a:custGeom>
            <a:avLst/>
            <a:gdLst/>
            <a:ahLst/>
            <a:rect l="l" t="t" r="r" b="b"/>
            <a:pathLst>
              <a:path w="79" h="78">
                <a:moveTo>
                  <a:pt x="78" y="77"/>
                </a:moveTo>
                <a:lnTo>
                  <a:pt x="0" y="51"/>
                </a:lnTo>
                <a:lnTo>
                  <a:pt x="50" y="0"/>
                </a:lnTo>
                <a:lnTo>
                  <a:pt x="78" y="77"/>
                </a:lnTo>
              </a:path>
            </a:pathLst>
          </a:custGeom>
          <a:solidFill>
            <a:srgbClr val="00000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6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SMILE CHART</a:t>
            </a:r>
            <a:endParaRPr b="1" lang="en-US" sz="1900" spc="-1" strike="noStrike">
              <a:solidFill>
                <a:srgbClr val="000000"/>
              </a:solidFill>
              <a:latin typeface="Arial"/>
            </a:endParaRPr>
          </a:p>
        </p:txBody>
      </p:sp>
      <p:sp>
        <p:nvSpPr>
          <p:cNvPr id="196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96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C3AC3E08-BB86-4AA0-803E-EF5A1613AA03}" type="slidenum">
              <a:t>113</a:t>
            </a:fld>
          </a:p>
        </p:txBody>
      </p:sp>
    </p:spTree>
  </p:cSld>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66" name=""/>
          <p:cNvSpPr/>
          <p:nvPr/>
        </p:nvSpPr>
        <p:spPr>
          <a:xfrm>
            <a:off x="1849320" y="3675240"/>
            <a:ext cx="4872240" cy="1874520"/>
          </a:xfrm>
          <a:custGeom>
            <a:avLst/>
            <a:gdLst/>
            <a:ahLst/>
            <a:rect l="l" t="t" r="r" b="b"/>
            <a:pathLst>
              <a:path w="2503" h="992">
                <a:moveTo>
                  <a:pt x="0" y="56"/>
                </a:moveTo>
                <a:lnTo>
                  <a:pt x="72" y="0"/>
                </a:lnTo>
                <a:lnTo>
                  <a:pt x="2463" y="32"/>
                </a:lnTo>
                <a:lnTo>
                  <a:pt x="2502" y="64"/>
                </a:lnTo>
                <a:lnTo>
                  <a:pt x="1255" y="991"/>
                </a:lnTo>
                <a:lnTo>
                  <a:pt x="0" y="56"/>
                </a:lnTo>
              </a:path>
            </a:pathLst>
          </a:custGeom>
          <a:solidFill>
            <a:srgbClr val="0066cc"/>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67" name=""/>
          <p:cNvSpPr/>
          <p:nvPr/>
        </p:nvSpPr>
        <p:spPr>
          <a:xfrm>
            <a:off x="1852560" y="3786120"/>
            <a:ext cx="2441520" cy="2170080"/>
          </a:xfrm>
          <a:custGeom>
            <a:avLst/>
            <a:gdLst/>
            <a:ahLst/>
            <a:rect l="l" t="t" r="r" b="b"/>
            <a:pathLst>
              <a:path w="1255" h="1149">
                <a:moveTo>
                  <a:pt x="1254" y="933"/>
                </a:moveTo>
                <a:lnTo>
                  <a:pt x="1254" y="1148"/>
                </a:lnTo>
                <a:lnTo>
                  <a:pt x="0" y="178"/>
                </a:lnTo>
                <a:lnTo>
                  <a:pt x="0" y="0"/>
                </a:lnTo>
                <a:lnTo>
                  <a:pt x="1254" y="933"/>
                </a:lnTo>
              </a:path>
            </a:pathLst>
          </a:custGeom>
          <a:solidFill>
            <a:srgbClr val="d0d0d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68" name=""/>
          <p:cNvSpPr/>
          <p:nvPr/>
        </p:nvSpPr>
        <p:spPr>
          <a:xfrm>
            <a:off x="1833480" y="3251160"/>
            <a:ext cx="4888080" cy="1782720"/>
          </a:xfrm>
          <a:custGeom>
            <a:avLst/>
            <a:gdLst/>
            <a:ahLst/>
            <a:rect l="l" t="t" r="r" b="b"/>
            <a:pathLst>
              <a:path w="2511" h="944">
                <a:moveTo>
                  <a:pt x="0" y="40"/>
                </a:moveTo>
                <a:lnTo>
                  <a:pt x="56" y="0"/>
                </a:lnTo>
                <a:lnTo>
                  <a:pt x="2463" y="24"/>
                </a:lnTo>
                <a:lnTo>
                  <a:pt x="2510" y="56"/>
                </a:lnTo>
                <a:lnTo>
                  <a:pt x="1263" y="943"/>
                </a:lnTo>
                <a:lnTo>
                  <a:pt x="0" y="40"/>
                </a:lnTo>
              </a:path>
            </a:pathLst>
          </a:custGeom>
          <a:solidFill>
            <a:srgbClr val="0066cc"/>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69" name=""/>
          <p:cNvSpPr/>
          <p:nvPr/>
        </p:nvSpPr>
        <p:spPr>
          <a:xfrm>
            <a:off x="1849320" y="2919240"/>
            <a:ext cx="1231920" cy="1165320"/>
          </a:xfrm>
          <a:custGeom>
            <a:avLst/>
            <a:gdLst/>
            <a:ahLst/>
            <a:rect l="l" t="t" r="r" b="b"/>
            <a:pathLst>
              <a:path w="633" h="617">
                <a:moveTo>
                  <a:pt x="0" y="0"/>
                </a:moveTo>
                <a:lnTo>
                  <a:pt x="0" y="168"/>
                </a:lnTo>
                <a:lnTo>
                  <a:pt x="632" y="616"/>
                </a:lnTo>
                <a:lnTo>
                  <a:pt x="632" y="424"/>
                </a:lnTo>
                <a:lnTo>
                  <a:pt x="0" y="0"/>
                </a:lnTo>
              </a:path>
            </a:pathLst>
          </a:custGeom>
          <a:solidFill>
            <a:srgbClr val="90909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0" name=""/>
          <p:cNvSpPr/>
          <p:nvPr/>
        </p:nvSpPr>
        <p:spPr>
          <a:xfrm>
            <a:off x="4290840" y="3714840"/>
            <a:ext cx="1200240" cy="1209600"/>
          </a:xfrm>
          <a:custGeom>
            <a:avLst/>
            <a:gdLst/>
            <a:ahLst/>
            <a:rect l="l" t="t" r="r" b="b"/>
            <a:pathLst>
              <a:path w="617" h="640">
                <a:moveTo>
                  <a:pt x="0" y="416"/>
                </a:moveTo>
                <a:lnTo>
                  <a:pt x="0" y="639"/>
                </a:lnTo>
                <a:lnTo>
                  <a:pt x="616" y="200"/>
                </a:lnTo>
                <a:lnTo>
                  <a:pt x="616" y="0"/>
                </a:lnTo>
                <a:lnTo>
                  <a:pt x="0" y="416"/>
                </a:lnTo>
              </a:path>
            </a:pathLst>
          </a:custGeom>
          <a:solidFill>
            <a:srgbClr val="90909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1" name=""/>
          <p:cNvSpPr/>
          <p:nvPr/>
        </p:nvSpPr>
        <p:spPr>
          <a:xfrm>
            <a:off x="5489640" y="2919240"/>
            <a:ext cx="1231920" cy="1179720"/>
          </a:xfrm>
          <a:custGeom>
            <a:avLst/>
            <a:gdLst/>
            <a:ahLst/>
            <a:rect l="l" t="t" r="r" b="b"/>
            <a:pathLst>
              <a:path w="632" h="625">
                <a:moveTo>
                  <a:pt x="0" y="424"/>
                </a:moveTo>
                <a:lnTo>
                  <a:pt x="0" y="624"/>
                </a:lnTo>
                <a:lnTo>
                  <a:pt x="631" y="168"/>
                </a:lnTo>
                <a:lnTo>
                  <a:pt x="631" y="0"/>
                </a:lnTo>
                <a:lnTo>
                  <a:pt x="0" y="424"/>
                </a:lnTo>
              </a:path>
            </a:pathLst>
          </a:custGeom>
          <a:solidFill>
            <a:srgbClr val="90909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2" name=""/>
          <p:cNvSpPr/>
          <p:nvPr/>
        </p:nvSpPr>
        <p:spPr>
          <a:xfrm>
            <a:off x="3078000" y="3719520"/>
            <a:ext cx="1216080" cy="1209600"/>
          </a:xfrm>
          <a:custGeom>
            <a:avLst/>
            <a:gdLst/>
            <a:ahLst/>
            <a:rect l="l" t="t" r="r" b="b"/>
            <a:pathLst>
              <a:path w="624" h="640">
                <a:moveTo>
                  <a:pt x="0" y="0"/>
                </a:moveTo>
                <a:lnTo>
                  <a:pt x="0" y="192"/>
                </a:lnTo>
                <a:lnTo>
                  <a:pt x="623" y="639"/>
                </a:lnTo>
                <a:lnTo>
                  <a:pt x="623" y="416"/>
                </a:lnTo>
                <a:lnTo>
                  <a:pt x="0" y="0"/>
                </a:lnTo>
              </a:path>
            </a:pathLst>
          </a:custGeom>
          <a:solidFill>
            <a:srgbClr val="90909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3" name=""/>
          <p:cNvSpPr/>
          <p:nvPr/>
        </p:nvSpPr>
        <p:spPr>
          <a:xfrm>
            <a:off x="4290840" y="3795840"/>
            <a:ext cx="2430720" cy="2160360"/>
          </a:xfrm>
          <a:custGeom>
            <a:avLst/>
            <a:gdLst/>
            <a:ahLst/>
            <a:rect l="l" t="t" r="r" b="b"/>
            <a:pathLst>
              <a:path w="1248" h="1144">
                <a:moveTo>
                  <a:pt x="1247" y="0"/>
                </a:moveTo>
                <a:lnTo>
                  <a:pt x="1247" y="176"/>
                </a:lnTo>
                <a:lnTo>
                  <a:pt x="0" y="1143"/>
                </a:lnTo>
                <a:lnTo>
                  <a:pt x="0" y="927"/>
                </a:lnTo>
                <a:lnTo>
                  <a:pt x="1247" y="0"/>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4" name=""/>
          <p:cNvSpPr/>
          <p:nvPr/>
        </p:nvSpPr>
        <p:spPr>
          <a:xfrm>
            <a:off x="4290840" y="3357720"/>
            <a:ext cx="2430720" cy="2085840"/>
          </a:xfrm>
          <a:custGeom>
            <a:avLst/>
            <a:gdLst/>
            <a:ahLst/>
            <a:rect l="l" t="t" r="r" b="b"/>
            <a:pathLst>
              <a:path w="1248" h="1104">
                <a:moveTo>
                  <a:pt x="1247" y="0"/>
                </a:moveTo>
                <a:lnTo>
                  <a:pt x="1247" y="176"/>
                </a:lnTo>
                <a:lnTo>
                  <a:pt x="0" y="1103"/>
                </a:lnTo>
                <a:lnTo>
                  <a:pt x="0" y="887"/>
                </a:lnTo>
                <a:lnTo>
                  <a:pt x="1247" y="0"/>
                </a:lnTo>
              </a:path>
            </a:pathLst>
          </a:custGeom>
          <a:solidFill>
            <a:srgbClr val="d0d0d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5" name=""/>
          <p:cNvSpPr/>
          <p:nvPr/>
        </p:nvSpPr>
        <p:spPr>
          <a:xfrm>
            <a:off x="1833480" y="3327480"/>
            <a:ext cx="2460600" cy="2116080"/>
          </a:xfrm>
          <a:custGeom>
            <a:avLst/>
            <a:gdLst/>
            <a:ahLst/>
            <a:rect l="l" t="t" r="r" b="b"/>
            <a:pathLst>
              <a:path w="1264" h="1120">
                <a:moveTo>
                  <a:pt x="1263" y="903"/>
                </a:moveTo>
                <a:lnTo>
                  <a:pt x="1263" y="1119"/>
                </a:lnTo>
                <a:lnTo>
                  <a:pt x="0" y="192"/>
                </a:lnTo>
                <a:lnTo>
                  <a:pt x="0" y="0"/>
                </a:lnTo>
                <a:lnTo>
                  <a:pt x="1263" y="903"/>
                </a:lnTo>
              </a:path>
            </a:pathLst>
          </a:custGeom>
          <a:solidFill>
            <a:srgbClr val="d0d0d0"/>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6" name=""/>
          <p:cNvSpPr/>
          <p:nvPr/>
        </p:nvSpPr>
        <p:spPr>
          <a:xfrm>
            <a:off x="3078000" y="1335240"/>
            <a:ext cx="2430720" cy="1587240"/>
          </a:xfrm>
          <a:custGeom>
            <a:avLst/>
            <a:gdLst/>
            <a:ahLst/>
            <a:rect l="l" t="t" r="r" b="b"/>
            <a:pathLst>
              <a:path w="1248" h="840">
                <a:moveTo>
                  <a:pt x="0" y="424"/>
                </a:moveTo>
                <a:lnTo>
                  <a:pt x="623" y="0"/>
                </a:lnTo>
                <a:lnTo>
                  <a:pt x="1247" y="424"/>
                </a:lnTo>
                <a:lnTo>
                  <a:pt x="623" y="839"/>
                </a:lnTo>
                <a:lnTo>
                  <a:pt x="0" y="424"/>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7" name=""/>
          <p:cNvSpPr/>
          <p:nvPr/>
        </p:nvSpPr>
        <p:spPr>
          <a:xfrm>
            <a:off x="4290840" y="2136600"/>
            <a:ext cx="2430720" cy="1584360"/>
          </a:xfrm>
          <a:custGeom>
            <a:avLst/>
            <a:gdLst/>
            <a:ahLst/>
            <a:rect l="l" t="t" r="r" b="b"/>
            <a:pathLst>
              <a:path w="1248" h="840">
                <a:moveTo>
                  <a:pt x="0" y="415"/>
                </a:moveTo>
                <a:lnTo>
                  <a:pt x="624" y="0"/>
                </a:lnTo>
                <a:lnTo>
                  <a:pt x="1247" y="415"/>
                </a:lnTo>
                <a:lnTo>
                  <a:pt x="624" y="839"/>
                </a:lnTo>
                <a:lnTo>
                  <a:pt x="0" y="415"/>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8" name=""/>
          <p:cNvSpPr/>
          <p:nvPr/>
        </p:nvSpPr>
        <p:spPr>
          <a:xfrm>
            <a:off x="1849320" y="2136600"/>
            <a:ext cx="2444760" cy="1584360"/>
          </a:xfrm>
          <a:custGeom>
            <a:avLst/>
            <a:gdLst/>
            <a:ahLst/>
            <a:rect l="l" t="t" r="r" b="b"/>
            <a:pathLst>
              <a:path w="1256" h="840">
                <a:moveTo>
                  <a:pt x="0" y="415"/>
                </a:moveTo>
                <a:lnTo>
                  <a:pt x="632" y="0"/>
                </a:lnTo>
                <a:lnTo>
                  <a:pt x="1255" y="415"/>
                </a:lnTo>
                <a:lnTo>
                  <a:pt x="632" y="839"/>
                </a:lnTo>
                <a:lnTo>
                  <a:pt x="0" y="415"/>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79" name=""/>
          <p:cNvSpPr/>
          <p:nvPr/>
        </p:nvSpPr>
        <p:spPr>
          <a:xfrm>
            <a:off x="3078000" y="2919240"/>
            <a:ext cx="2430720" cy="1589400"/>
          </a:xfrm>
          <a:custGeom>
            <a:avLst/>
            <a:gdLst/>
            <a:ahLst/>
            <a:rect l="l" t="t" r="r" b="b"/>
            <a:pathLst>
              <a:path w="1248" h="841">
                <a:moveTo>
                  <a:pt x="0" y="424"/>
                </a:moveTo>
                <a:lnTo>
                  <a:pt x="623" y="0"/>
                </a:lnTo>
                <a:lnTo>
                  <a:pt x="1247" y="424"/>
                </a:lnTo>
                <a:lnTo>
                  <a:pt x="623" y="840"/>
                </a:lnTo>
                <a:lnTo>
                  <a:pt x="0" y="424"/>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80" name=""/>
          <p:cNvSpPr/>
          <p:nvPr/>
        </p:nvSpPr>
        <p:spPr>
          <a:xfrm>
            <a:off x="4246560" y="1417680"/>
            <a:ext cx="24912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1981" name=""/>
          <p:cNvSpPr/>
          <p:nvPr/>
        </p:nvSpPr>
        <p:spPr>
          <a:xfrm>
            <a:off x="3600360" y="1768320"/>
            <a:ext cx="1532160" cy="7315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Create and</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pursue a unique</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advantage </a:t>
            </a:r>
            <a:endParaRPr b="0" lang="en-US" sz="1600" spc="-1" strike="noStrike">
              <a:solidFill>
                <a:srgbClr val="000000"/>
              </a:solidFill>
              <a:latin typeface="Times New Roman"/>
            </a:endParaRPr>
          </a:p>
        </p:txBody>
      </p:sp>
      <p:sp>
        <p:nvSpPr>
          <p:cNvPr id="1982" name=""/>
          <p:cNvSpPr/>
          <p:nvPr/>
        </p:nvSpPr>
        <p:spPr>
          <a:xfrm>
            <a:off x="2946240" y="2322360"/>
            <a:ext cx="2858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1983" name=""/>
          <p:cNvSpPr/>
          <p:nvPr/>
        </p:nvSpPr>
        <p:spPr>
          <a:xfrm>
            <a:off x="2209680" y="2631960"/>
            <a:ext cx="1724040" cy="7315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Resegment the market to create a niche</a:t>
            </a:r>
            <a:endParaRPr b="0" lang="en-US" sz="1600" spc="-1" strike="noStrike">
              <a:solidFill>
                <a:srgbClr val="000000"/>
              </a:solidFill>
              <a:latin typeface="Times New Roman"/>
            </a:endParaRPr>
          </a:p>
        </p:txBody>
      </p:sp>
      <p:sp>
        <p:nvSpPr>
          <p:cNvPr id="1984" name=""/>
          <p:cNvSpPr/>
          <p:nvPr/>
        </p:nvSpPr>
        <p:spPr>
          <a:xfrm>
            <a:off x="5437080" y="2322360"/>
            <a:ext cx="29232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1985" name=""/>
          <p:cNvSpPr/>
          <p:nvPr/>
        </p:nvSpPr>
        <p:spPr>
          <a:xfrm>
            <a:off x="4826160" y="2608200"/>
            <a:ext cx="1419120" cy="975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Exploit unique</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advantage</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industrywide</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 </a:t>
            </a:r>
            <a:endParaRPr b="0" lang="en-US" sz="1600" spc="-1" strike="noStrike">
              <a:solidFill>
                <a:srgbClr val="000000"/>
              </a:solidFill>
              <a:latin typeface="Times New Roman"/>
            </a:endParaRPr>
          </a:p>
        </p:txBody>
      </p:sp>
      <p:sp>
        <p:nvSpPr>
          <p:cNvPr id="1986" name=""/>
          <p:cNvSpPr/>
          <p:nvPr/>
        </p:nvSpPr>
        <p:spPr>
          <a:xfrm>
            <a:off x="4165560" y="3075120"/>
            <a:ext cx="33336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1" lang="zh-CN" sz="1600" spc="-1" strike="noStrike">
                <a:solidFill>
                  <a:srgbClr val="000000"/>
                </a:solidFill>
                <a:latin typeface="Arial"/>
                <a:ea typeface="宋体"/>
              </a:rPr>
              <a:t>1.</a:t>
            </a:r>
            <a:endParaRPr b="0" lang="en-US" sz="1600" spc="-1" strike="noStrike">
              <a:solidFill>
                <a:srgbClr val="000000"/>
              </a:solidFill>
              <a:latin typeface="Times New Roman"/>
            </a:endParaRPr>
          </a:p>
        </p:txBody>
      </p:sp>
      <p:sp>
        <p:nvSpPr>
          <p:cNvPr id="1987" name=""/>
          <p:cNvSpPr/>
          <p:nvPr/>
        </p:nvSpPr>
        <p:spPr>
          <a:xfrm>
            <a:off x="3687840" y="3340080"/>
            <a:ext cx="1230120" cy="73152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Do more and</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better of the</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same</a:t>
            </a:r>
            <a:endParaRPr b="0" lang="en-US" sz="1600" spc="-1" strike="noStrike">
              <a:solidFill>
                <a:srgbClr val="000000"/>
              </a:solidFill>
              <a:latin typeface="Times New Roman"/>
            </a:endParaRPr>
          </a:p>
        </p:txBody>
      </p:sp>
      <p:sp>
        <p:nvSpPr>
          <p:cNvPr id="1988" name=""/>
          <p:cNvSpPr/>
          <p:nvPr/>
        </p:nvSpPr>
        <p:spPr>
          <a:xfrm>
            <a:off x="6891480" y="2897280"/>
            <a:ext cx="0" cy="1235160"/>
          </a:xfrm>
          <a:prstGeom prst="line">
            <a:avLst/>
          </a:prstGeom>
          <a:ln w="12600">
            <a:solidFill>
              <a:srgbClr val="000000"/>
            </a:solidFill>
            <a:miter/>
            <a:headEnd len="lg" type="triangle" w="med"/>
            <a:tailEnd len="lg" type="triangle" w="med"/>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1989" name=""/>
          <p:cNvSpPr/>
          <p:nvPr/>
        </p:nvSpPr>
        <p:spPr>
          <a:xfrm>
            <a:off x="7101000" y="3225960"/>
            <a:ext cx="134460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When to</a:t>
            </a:r>
            <a:endParaRPr b="0" lang="en-US" sz="1600" spc="-1" strike="noStrike">
              <a:solidFill>
                <a:srgbClr val="000000"/>
              </a:solidFill>
              <a:latin typeface="Times New Roman"/>
            </a:endParaRPr>
          </a:p>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compete </a:t>
            </a:r>
            <a:endParaRPr b="0" lang="en-US" sz="1600" spc="-1" strike="noStrike">
              <a:solidFill>
                <a:srgbClr val="000000"/>
              </a:solidFill>
              <a:latin typeface="Times New Roman"/>
            </a:endParaRPr>
          </a:p>
        </p:txBody>
      </p:sp>
      <p:sp>
        <p:nvSpPr>
          <p:cNvPr id="199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STRAT GAMEBOARD</a:t>
            </a:r>
            <a:endParaRPr b="1" lang="en-US" sz="1900" spc="-1" strike="noStrike">
              <a:solidFill>
                <a:srgbClr val="000000"/>
              </a:solidFill>
              <a:latin typeface="Arial"/>
            </a:endParaRPr>
          </a:p>
        </p:txBody>
      </p:sp>
      <p:sp>
        <p:nvSpPr>
          <p:cNvPr id="199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199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ABB8DFB0-8011-42AE-B713-5E13D91EB4B9}" type="slidenum">
              <a:t>114</a:t>
            </a:fld>
          </a:p>
        </p:txBody>
      </p:sp>
    </p:spTree>
  </p:cSld>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93" name=""/>
          <p:cNvSpPr/>
          <p:nvPr/>
        </p:nvSpPr>
        <p:spPr>
          <a:xfrm>
            <a:off x="5614920" y="1287360"/>
            <a:ext cx="1177920" cy="3149640"/>
          </a:xfrm>
          <a:custGeom>
            <a:avLst/>
            <a:gdLst/>
            <a:ahLst/>
            <a:rect l="l" t="t" r="r" b="b"/>
            <a:pathLst>
              <a:path w="633" h="1744">
                <a:moveTo>
                  <a:pt x="0" y="499"/>
                </a:moveTo>
                <a:lnTo>
                  <a:pt x="1" y="1743"/>
                </a:lnTo>
                <a:lnTo>
                  <a:pt x="632" y="1743"/>
                </a:lnTo>
                <a:lnTo>
                  <a:pt x="632" y="0"/>
                </a:lnTo>
                <a:lnTo>
                  <a:pt x="591" y="55"/>
                </a:lnTo>
                <a:lnTo>
                  <a:pt x="537" y="109"/>
                </a:lnTo>
                <a:lnTo>
                  <a:pt x="468" y="172"/>
                </a:lnTo>
                <a:lnTo>
                  <a:pt x="378" y="244"/>
                </a:lnTo>
                <a:lnTo>
                  <a:pt x="288" y="313"/>
                </a:lnTo>
                <a:lnTo>
                  <a:pt x="207" y="367"/>
                </a:lnTo>
                <a:lnTo>
                  <a:pt x="90" y="442"/>
                </a:lnTo>
                <a:lnTo>
                  <a:pt x="0" y="499"/>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94" name=""/>
          <p:cNvSpPr/>
          <p:nvPr/>
        </p:nvSpPr>
        <p:spPr>
          <a:xfrm>
            <a:off x="4440240" y="2187720"/>
            <a:ext cx="1179360" cy="2249280"/>
          </a:xfrm>
          <a:custGeom>
            <a:avLst/>
            <a:gdLst/>
            <a:ahLst/>
            <a:rect l="l" t="t" r="r" b="b"/>
            <a:pathLst>
              <a:path w="634" h="1246">
                <a:moveTo>
                  <a:pt x="0" y="269"/>
                </a:moveTo>
                <a:lnTo>
                  <a:pt x="0" y="1245"/>
                </a:lnTo>
                <a:lnTo>
                  <a:pt x="632" y="1245"/>
                </a:lnTo>
                <a:lnTo>
                  <a:pt x="633" y="0"/>
                </a:lnTo>
                <a:lnTo>
                  <a:pt x="571" y="34"/>
                </a:lnTo>
                <a:lnTo>
                  <a:pt x="509" y="66"/>
                </a:lnTo>
                <a:lnTo>
                  <a:pt x="435" y="100"/>
                </a:lnTo>
                <a:lnTo>
                  <a:pt x="359" y="134"/>
                </a:lnTo>
                <a:lnTo>
                  <a:pt x="257" y="176"/>
                </a:lnTo>
                <a:lnTo>
                  <a:pt x="167" y="212"/>
                </a:lnTo>
                <a:lnTo>
                  <a:pt x="69" y="246"/>
                </a:lnTo>
                <a:lnTo>
                  <a:pt x="0" y="269"/>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95" name=""/>
          <p:cNvSpPr/>
          <p:nvPr/>
        </p:nvSpPr>
        <p:spPr>
          <a:xfrm>
            <a:off x="3251160" y="3164040"/>
            <a:ext cx="1190520" cy="1272960"/>
          </a:xfrm>
          <a:custGeom>
            <a:avLst/>
            <a:gdLst/>
            <a:ahLst/>
            <a:rect l="l" t="t" r="r" b="b"/>
            <a:pathLst>
              <a:path w="640" h="705">
                <a:moveTo>
                  <a:pt x="0" y="159"/>
                </a:moveTo>
                <a:lnTo>
                  <a:pt x="0" y="704"/>
                </a:lnTo>
                <a:lnTo>
                  <a:pt x="639" y="704"/>
                </a:lnTo>
                <a:lnTo>
                  <a:pt x="639" y="0"/>
                </a:lnTo>
                <a:lnTo>
                  <a:pt x="599" y="16"/>
                </a:lnTo>
                <a:lnTo>
                  <a:pt x="556" y="33"/>
                </a:lnTo>
                <a:lnTo>
                  <a:pt x="493" y="54"/>
                </a:lnTo>
                <a:lnTo>
                  <a:pt x="403" y="78"/>
                </a:lnTo>
                <a:lnTo>
                  <a:pt x="308" y="101"/>
                </a:lnTo>
                <a:lnTo>
                  <a:pt x="218" y="119"/>
                </a:lnTo>
                <a:lnTo>
                  <a:pt x="112" y="138"/>
                </a:lnTo>
                <a:lnTo>
                  <a:pt x="0" y="159"/>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96" name=""/>
          <p:cNvSpPr/>
          <p:nvPr/>
        </p:nvSpPr>
        <p:spPr>
          <a:xfrm>
            <a:off x="2075040" y="3448080"/>
            <a:ext cx="1203120" cy="988920"/>
          </a:xfrm>
          <a:custGeom>
            <a:avLst/>
            <a:gdLst/>
            <a:ahLst/>
            <a:rect l="l" t="t" r="r" b="b"/>
            <a:pathLst>
              <a:path w="647" h="548">
                <a:moveTo>
                  <a:pt x="0" y="78"/>
                </a:moveTo>
                <a:lnTo>
                  <a:pt x="0" y="547"/>
                </a:lnTo>
                <a:lnTo>
                  <a:pt x="646" y="546"/>
                </a:lnTo>
                <a:lnTo>
                  <a:pt x="646" y="0"/>
                </a:lnTo>
                <a:lnTo>
                  <a:pt x="582" y="10"/>
                </a:lnTo>
                <a:lnTo>
                  <a:pt x="490" y="24"/>
                </a:lnTo>
                <a:lnTo>
                  <a:pt x="414" y="34"/>
                </a:lnTo>
                <a:lnTo>
                  <a:pt x="348" y="42"/>
                </a:lnTo>
                <a:lnTo>
                  <a:pt x="278" y="50"/>
                </a:lnTo>
                <a:lnTo>
                  <a:pt x="192" y="58"/>
                </a:lnTo>
                <a:lnTo>
                  <a:pt x="82" y="70"/>
                </a:lnTo>
                <a:lnTo>
                  <a:pt x="0" y="78"/>
                </a:lnTo>
              </a:path>
            </a:pathLst>
          </a:custGeom>
          <a:solidFill>
            <a:srgbClr val="ffffff"/>
          </a:solidFill>
          <a:ln cap="rnd" w="1260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1997" name=""/>
          <p:cNvSpPr/>
          <p:nvPr/>
        </p:nvSpPr>
        <p:spPr>
          <a:xfrm>
            <a:off x="2239920" y="3211560"/>
            <a:ext cx="7588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Stage 1 </a:t>
            </a:r>
            <a:endParaRPr b="0" lang="en-US" sz="1600" spc="-1" strike="noStrike">
              <a:solidFill>
                <a:srgbClr val="000000"/>
              </a:solidFill>
              <a:latin typeface="Times New Roman"/>
            </a:endParaRPr>
          </a:p>
        </p:txBody>
      </p:sp>
      <p:sp>
        <p:nvSpPr>
          <p:cNvPr id="1998" name=""/>
          <p:cNvSpPr/>
          <p:nvPr/>
        </p:nvSpPr>
        <p:spPr>
          <a:xfrm>
            <a:off x="3414600" y="2965320"/>
            <a:ext cx="7588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Stage 2 </a:t>
            </a:r>
            <a:endParaRPr b="0" lang="en-US" sz="1600" spc="-1" strike="noStrike">
              <a:solidFill>
                <a:srgbClr val="000000"/>
              </a:solidFill>
              <a:latin typeface="Times New Roman"/>
            </a:endParaRPr>
          </a:p>
        </p:txBody>
      </p:sp>
      <p:sp>
        <p:nvSpPr>
          <p:cNvPr id="1999" name=""/>
          <p:cNvSpPr/>
          <p:nvPr/>
        </p:nvSpPr>
        <p:spPr>
          <a:xfrm>
            <a:off x="4589640" y="2071800"/>
            <a:ext cx="760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Stage 3 </a:t>
            </a:r>
            <a:endParaRPr b="0" lang="en-US" sz="1600" spc="-1" strike="noStrike">
              <a:solidFill>
                <a:srgbClr val="000000"/>
              </a:solidFill>
              <a:latin typeface="Times New Roman"/>
            </a:endParaRPr>
          </a:p>
        </p:txBody>
      </p:sp>
      <p:sp>
        <p:nvSpPr>
          <p:cNvPr id="2000" name=""/>
          <p:cNvSpPr/>
          <p:nvPr/>
        </p:nvSpPr>
        <p:spPr>
          <a:xfrm>
            <a:off x="5780160" y="1335240"/>
            <a:ext cx="7588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Stage 4 </a:t>
            </a:r>
            <a:endParaRPr b="0" lang="en-US" sz="1600" spc="-1" strike="noStrike">
              <a:solidFill>
                <a:srgbClr val="000000"/>
              </a:solidFill>
              <a:latin typeface="Times New Roman"/>
            </a:endParaRPr>
          </a:p>
        </p:txBody>
      </p:sp>
      <p:sp>
        <p:nvSpPr>
          <p:cNvPr id="2001" name=""/>
          <p:cNvSpPr/>
          <p:nvPr/>
        </p:nvSpPr>
        <p:spPr>
          <a:xfrm>
            <a:off x="3808440" y="5608800"/>
            <a:ext cx="13525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Value system</a:t>
            </a:r>
            <a:r>
              <a:rPr b="0" lang="en-US" sz="1100" spc="-1" strike="noStrike">
                <a:solidFill>
                  <a:srgbClr val="000000"/>
                </a:solidFill>
                <a:latin typeface="Arial"/>
                <a:ea typeface="宋体"/>
              </a:rPr>
              <a:t> </a:t>
            </a:r>
            <a:endParaRPr b="0" lang="en-US" sz="1100" spc="-1" strike="noStrike">
              <a:solidFill>
                <a:srgbClr val="000000"/>
              </a:solidFill>
              <a:latin typeface="Times New Roman"/>
            </a:endParaRPr>
          </a:p>
        </p:txBody>
      </p:sp>
      <p:sp>
        <p:nvSpPr>
          <p:cNvPr id="2002" name=""/>
          <p:cNvSpPr/>
          <p:nvPr/>
        </p:nvSpPr>
        <p:spPr>
          <a:xfrm>
            <a:off x="5727600" y="3624120"/>
            <a:ext cx="971640" cy="7315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Strategic manage-</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ment</a:t>
            </a:r>
            <a:endParaRPr b="0" lang="en-US" sz="1600" spc="-1" strike="noStrike">
              <a:solidFill>
                <a:srgbClr val="000000"/>
              </a:solidFill>
              <a:latin typeface="Times New Roman"/>
            </a:endParaRPr>
          </a:p>
        </p:txBody>
      </p:sp>
      <p:sp>
        <p:nvSpPr>
          <p:cNvPr id="2003" name=""/>
          <p:cNvSpPr/>
          <p:nvPr/>
        </p:nvSpPr>
        <p:spPr>
          <a:xfrm>
            <a:off x="4546440" y="3624120"/>
            <a:ext cx="971640" cy="7315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Externally orientated planning</a:t>
            </a:r>
            <a:endParaRPr b="0" lang="en-US" sz="1600" spc="-1" strike="noStrike">
              <a:solidFill>
                <a:srgbClr val="000000"/>
              </a:solidFill>
              <a:latin typeface="Times New Roman"/>
            </a:endParaRPr>
          </a:p>
        </p:txBody>
      </p:sp>
      <p:sp>
        <p:nvSpPr>
          <p:cNvPr id="2004" name=""/>
          <p:cNvSpPr/>
          <p:nvPr/>
        </p:nvSpPr>
        <p:spPr>
          <a:xfrm>
            <a:off x="3398760" y="3624120"/>
            <a:ext cx="971640" cy="7315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Forecast based planning</a:t>
            </a:r>
            <a:endParaRPr b="0" lang="en-US" sz="1600" spc="-1" strike="noStrike">
              <a:solidFill>
                <a:srgbClr val="000000"/>
              </a:solidFill>
              <a:latin typeface="Times New Roman"/>
            </a:endParaRPr>
          </a:p>
        </p:txBody>
      </p:sp>
      <p:sp>
        <p:nvSpPr>
          <p:cNvPr id="2005" name=""/>
          <p:cNvSpPr/>
          <p:nvPr/>
        </p:nvSpPr>
        <p:spPr>
          <a:xfrm>
            <a:off x="2184480" y="3868560"/>
            <a:ext cx="9716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Budget planning</a:t>
            </a:r>
            <a:endParaRPr b="0" lang="en-US" sz="1600" spc="-1" strike="noStrike">
              <a:solidFill>
                <a:srgbClr val="000000"/>
              </a:solidFill>
              <a:latin typeface="Times New Roman"/>
            </a:endParaRPr>
          </a:p>
        </p:txBody>
      </p:sp>
      <p:sp>
        <p:nvSpPr>
          <p:cNvPr id="2006" name=""/>
          <p:cNvSpPr/>
          <p:nvPr/>
        </p:nvSpPr>
        <p:spPr>
          <a:xfrm>
            <a:off x="2184480" y="4554360"/>
            <a:ext cx="1104840" cy="7315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Meet budget and schedule</a:t>
            </a:r>
            <a:endParaRPr b="0" lang="en-US" sz="1600" spc="-1" strike="noStrike">
              <a:solidFill>
                <a:srgbClr val="000000"/>
              </a:solidFill>
              <a:latin typeface="Times New Roman"/>
            </a:endParaRPr>
          </a:p>
        </p:txBody>
      </p:sp>
      <p:sp>
        <p:nvSpPr>
          <p:cNvPr id="2007" name=""/>
          <p:cNvSpPr/>
          <p:nvPr/>
        </p:nvSpPr>
        <p:spPr>
          <a:xfrm>
            <a:off x="3398760" y="4554360"/>
            <a:ext cx="11048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Predict the future</a:t>
            </a:r>
            <a:endParaRPr b="0" lang="en-US" sz="1600" spc="-1" strike="noStrike">
              <a:solidFill>
                <a:srgbClr val="000000"/>
              </a:solidFill>
              <a:latin typeface="Times New Roman"/>
            </a:endParaRPr>
          </a:p>
        </p:txBody>
      </p:sp>
      <p:sp>
        <p:nvSpPr>
          <p:cNvPr id="2008" name=""/>
          <p:cNvSpPr/>
          <p:nvPr/>
        </p:nvSpPr>
        <p:spPr>
          <a:xfrm>
            <a:off x="4546440" y="4554360"/>
            <a:ext cx="110520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Think strategically</a:t>
            </a:r>
            <a:endParaRPr b="0" lang="en-US" sz="1600" spc="-1" strike="noStrike">
              <a:solidFill>
                <a:srgbClr val="000000"/>
              </a:solidFill>
              <a:latin typeface="Times New Roman"/>
            </a:endParaRPr>
          </a:p>
        </p:txBody>
      </p:sp>
      <p:sp>
        <p:nvSpPr>
          <p:cNvPr id="2009" name=""/>
          <p:cNvSpPr/>
          <p:nvPr/>
        </p:nvSpPr>
        <p:spPr>
          <a:xfrm>
            <a:off x="5727600" y="4554360"/>
            <a:ext cx="11048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Create the future</a:t>
            </a:r>
            <a:endParaRPr b="0" lang="en-US" sz="1600" spc="-1" strike="noStrike">
              <a:solidFill>
                <a:srgbClr val="000000"/>
              </a:solidFill>
              <a:latin typeface="Times New Roman"/>
            </a:endParaRPr>
          </a:p>
        </p:txBody>
      </p:sp>
      <p:sp>
        <p:nvSpPr>
          <p:cNvPr id="2010" name=""/>
          <p:cNvSpPr/>
          <p:nvPr/>
        </p:nvSpPr>
        <p:spPr>
          <a:xfrm>
            <a:off x="2095560" y="5522760"/>
            <a:ext cx="4762440" cy="0"/>
          </a:xfrm>
          <a:prstGeom prst="line">
            <a:avLst/>
          </a:prstGeom>
          <a:ln w="1260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201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STRAT MANAGE</a:t>
            </a:r>
            <a:endParaRPr b="1" lang="en-US" sz="1900" spc="-1" strike="noStrike">
              <a:solidFill>
                <a:srgbClr val="000000"/>
              </a:solidFill>
              <a:latin typeface="Arial"/>
            </a:endParaRPr>
          </a:p>
        </p:txBody>
      </p:sp>
      <p:sp>
        <p:nvSpPr>
          <p:cNvPr id="201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01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C82159D9-A2AD-47D1-A704-CAFDE13AEC97}" type="slidenum">
              <a:t>115</a:t>
            </a:fld>
          </a:p>
        </p:txBody>
      </p:sp>
    </p:spTree>
  </p:cSld>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2014" name=""/>
          <p:cNvCxnSpPr/>
          <p:nvPr/>
        </p:nvCxnSpPr>
        <p:spPr>
          <a:xfrm>
            <a:off x="2475000" y="3193920"/>
            <a:ext cx="776880" cy="1550160"/>
          </a:xfrm>
          <a:prstGeom prst="bentConnector3">
            <a:avLst>
              <a:gd name="adj1" fmla="val 49884"/>
            </a:avLst>
          </a:prstGeom>
          <a:ln w="28440">
            <a:solidFill>
              <a:srgbClr val="000000"/>
            </a:solidFill>
            <a:miter/>
          </a:ln>
        </p:spPr>
      </p:cxnSp>
      <p:sp>
        <p:nvSpPr>
          <p:cNvPr id="2015" name=""/>
          <p:cNvSpPr/>
          <p:nvPr/>
        </p:nvSpPr>
        <p:spPr>
          <a:xfrm>
            <a:off x="5815080" y="789120"/>
            <a:ext cx="2359080" cy="257040"/>
          </a:xfrm>
          <a:prstGeom prst="rect">
            <a:avLst/>
          </a:prstGeom>
          <a:solidFill>
            <a:srgbClr val="ffffff"/>
          </a:solidFill>
          <a:ln w="12600">
            <a:solidFill>
              <a:srgbClr val="000000"/>
            </a:solidFill>
            <a:miter/>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16" name=""/>
          <p:cNvSpPr/>
          <p:nvPr/>
        </p:nvSpPr>
        <p:spPr>
          <a:xfrm>
            <a:off x="5915160" y="844560"/>
            <a:ext cx="1898640" cy="8532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Selling margin </a:t>
            </a:r>
            <a:endParaRPr b="0" lang="en-US" sz="1600" spc="-1" strike="noStrike">
              <a:solidFill>
                <a:srgbClr val="000000"/>
              </a:solidFill>
              <a:latin typeface="Times New Roman"/>
            </a:endParaRPr>
          </a:p>
          <a:p>
            <a:pPr>
              <a:lnSpc>
                <a:spcPct val="12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Contribution</a:t>
            </a:r>
            <a:endParaRPr b="0" lang="en-US" sz="1600" spc="-1" strike="noStrike">
              <a:solidFill>
                <a:srgbClr val="000000"/>
              </a:solidFill>
              <a:latin typeface="Times New Roman"/>
            </a:endParaRPr>
          </a:p>
          <a:p>
            <a:pPr>
              <a:lnSpc>
                <a:spcPct val="12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Sales</a:t>
            </a:r>
            <a:endParaRPr b="0" lang="en-US" sz="1600" spc="-1" strike="noStrike">
              <a:solidFill>
                <a:srgbClr val="000000"/>
              </a:solidFill>
              <a:latin typeface="Times New Roman"/>
            </a:endParaRPr>
          </a:p>
        </p:txBody>
      </p:sp>
      <p:sp>
        <p:nvSpPr>
          <p:cNvPr id="2017" name=""/>
          <p:cNvSpPr/>
          <p:nvPr/>
        </p:nvSpPr>
        <p:spPr>
          <a:xfrm>
            <a:off x="5815080" y="1949400"/>
            <a:ext cx="2359080" cy="257400"/>
          </a:xfrm>
          <a:prstGeom prst="rect">
            <a:avLst/>
          </a:prstGeom>
          <a:solidFill>
            <a:srgbClr val="ffffff"/>
          </a:solidFill>
          <a:ln w="12600">
            <a:solidFill>
              <a:srgbClr val="000000"/>
            </a:solidFill>
            <a:miter/>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18" name=""/>
          <p:cNvSpPr/>
          <p:nvPr/>
        </p:nvSpPr>
        <p:spPr>
          <a:xfrm>
            <a:off x="5915160" y="1994040"/>
            <a:ext cx="2197080" cy="828360"/>
          </a:xfrm>
          <a:prstGeom prst="rect">
            <a:avLst/>
          </a:prstGeom>
          <a:noFill/>
          <a:ln w="0">
            <a:noFill/>
          </a:ln>
        </p:spPr>
        <p:style>
          <a:lnRef idx="0"/>
          <a:fillRef idx="0"/>
          <a:effectRef idx="0"/>
          <a:fontRef idx="minor"/>
        </p:style>
        <p:txBody>
          <a:bodyPr lIns="0" rIns="0" tIns="0" bIns="0" anchor="t">
            <a:spAutoFit/>
          </a:bodyPr>
          <a:p>
            <a:pPr>
              <a:lnSpc>
                <a:spcPct val="11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Selling rate</a:t>
            </a:r>
            <a:endParaRPr b="0" lang="en-US" sz="1600" spc="-1" strike="noStrike">
              <a:solidFill>
                <a:srgbClr val="000000"/>
              </a:solidFill>
              <a:latin typeface="Times New Roman"/>
            </a:endParaRPr>
          </a:p>
          <a:p>
            <a:pPr>
              <a:lnSpc>
                <a:spcPct val="11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Sales</a:t>
            </a:r>
            <a:endParaRPr b="0" lang="en-US" sz="1600" spc="-1" strike="noStrike">
              <a:solidFill>
                <a:srgbClr val="000000"/>
              </a:solidFill>
              <a:latin typeface="Times New Roman"/>
            </a:endParaRPr>
          </a:p>
          <a:p>
            <a:pPr>
              <a:lnSpc>
                <a:spcPct val="11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Available selling time </a:t>
            </a:r>
            <a:endParaRPr b="0" lang="en-US" sz="1600" spc="-1" strike="noStrike">
              <a:solidFill>
                <a:srgbClr val="000000"/>
              </a:solidFill>
              <a:latin typeface="Times New Roman"/>
            </a:endParaRPr>
          </a:p>
        </p:txBody>
      </p:sp>
      <p:sp>
        <p:nvSpPr>
          <p:cNvPr id="2019" name=""/>
          <p:cNvSpPr/>
          <p:nvPr/>
        </p:nvSpPr>
        <p:spPr>
          <a:xfrm>
            <a:off x="5924520" y="2565360"/>
            <a:ext cx="1797120" cy="0"/>
          </a:xfrm>
          <a:prstGeom prst="line">
            <a:avLst/>
          </a:prstGeom>
          <a:ln w="1260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20" name=""/>
          <p:cNvSpPr/>
          <p:nvPr/>
        </p:nvSpPr>
        <p:spPr>
          <a:xfrm>
            <a:off x="5924520" y="1428840"/>
            <a:ext cx="1838520" cy="0"/>
          </a:xfrm>
          <a:prstGeom prst="line">
            <a:avLst/>
          </a:prstGeom>
          <a:ln w="93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cxnSp>
        <p:nvCxnSpPr>
          <p:cNvPr id="2021" name=""/>
          <p:cNvCxnSpPr/>
          <p:nvPr/>
        </p:nvCxnSpPr>
        <p:spPr>
          <a:xfrm flipV="1">
            <a:off x="2523600" y="1896840"/>
            <a:ext cx="577080" cy="1297440"/>
          </a:xfrm>
          <a:prstGeom prst="bentConnector3">
            <a:avLst>
              <a:gd name="adj1" fmla="val 58926"/>
            </a:avLst>
          </a:prstGeom>
          <a:ln w="28440">
            <a:solidFill>
              <a:srgbClr val="000000"/>
            </a:solidFill>
            <a:miter/>
          </a:ln>
        </p:spPr>
      </p:cxnSp>
      <p:sp>
        <p:nvSpPr>
          <p:cNvPr id="2022" name=""/>
          <p:cNvSpPr/>
          <p:nvPr/>
        </p:nvSpPr>
        <p:spPr>
          <a:xfrm>
            <a:off x="3100320" y="1419120"/>
            <a:ext cx="2139840" cy="257400"/>
          </a:xfrm>
          <a:prstGeom prst="rect">
            <a:avLst/>
          </a:prstGeom>
          <a:solidFill>
            <a:srgbClr val="ffffff"/>
          </a:solidFill>
          <a:ln w="12600">
            <a:solidFill>
              <a:srgbClr val="000000"/>
            </a:solidFill>
            <a:miter/>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23" name=""/>
          <p:cNvSpPr/>
          <p:nvPr/>
        </p:nvSpPr>
        <p:spPr>
          <a:xfrm>
            <a:off x="3213000" y="1460520"/>
            <a:ext cx="1957320" cy="8287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Effectiveness</a:t>
            </a:r>
            <a:endParaRPr b="0" lang="en-US" sz="1600" spc="-1" strike="noStrike">
              <a:solidFill>
                <a:srgbClr val="000000"/>
              </a:solidFill>
              <a:latin typeface="Times New Roman"/>
            </a:endParaRPr>
          </a:p>
          <a:p>
            <a:pPr>
              <a:lnSpc>
                <a:spcPct val="12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Contribution Available selling time </a:t>
            </a:r>
            <a:endParaRPr b="0" lang="en-US" sz="1600" spc="-1" strike="noStrike">
              <a:solidFill>
                <a:srgbClr val="000000"/>
              </a:solidFill>
              <a:latin typeface="Times New Roman"/>
            </a:endParaRPr>
          </a:p>
        </p:txBody>
      </p:sp>
      <p:sp>
        <p:nvSpPr>
          <p:cNvPr id="2024" name=""/>
          <p:cNvSpPr/>
          <p:nvPr/>
        </p:nvSpPr>
        <p:spPr>
          <a:xfrm>
            <a:off x="3201840" y="2031840"/>
            <a:ext cx="1908360" cy="0"/>
          </a:xfrm>
          <a:prstGeom prst="line">
            <a:avLst/>
          </a:prstGeom>
          <a:ln w="1260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25" name=""/>
          <p:cNvSpPr/>
          <p:nvPr/>
        </p:nvSpPr>
        <p:spPr>
          <a:xfrm>
            <a:off x="566640" y="2716200"/>
            <a:ext cx="1957320" cy="257040"/>
          </a:xfrm>
          <a:prstGeom prst="rect">
            <a:avLst/>
          </a:prstGeom>
          <a:solidFill>
            <a:srgbClr val="ffffff"/>
          </a:solidFill>
          <a:ln w="12600">
            <a:solidFill>
              <a:srgbClr val="000000"/>
            </a:solidFill>
            <a:miter/>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26" name=""/>
          <p:cNvSpPr/>
          <p:nvPr/>
        </p:nvSpPr>
        <p:spPr>
          <a:xfrm>
            <a:off x="689040" y="2778120"/>
            <a:ext cx="1785960" cy="8287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Productivity </a:t>
            </a:r>
            <a:endParaRPr b="0" lang="en-US" sz="1600" spc="-1" strike="noStrike">
              <a:solidFill>
                <a:srgbClr val="000000"/>
              </a:solidFill>
              <a:latin typeface="Times New Roman"/>
            </a:endParaRPr>
          </a:p>
          <a:p>
            <a:pPr>
              <a:lnSpc>
                <a:spcPct val="12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Contribution</a:t>
            </a:r>
            <a:endParaRPr b="0" lang="en-US" sz="1600" spc="-1" strike="noStrike">
              <a:solidFill>
                <a:srgbClr val="000000"/>
              </a:solidFill>
              <a:latin typeface="Times New Roman"/>
            </a:endParaRPr>
          </a:p>
          <a:p>
            <a:pPr>
              <a:lnSpc>
                <a:spcPct val="12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Total selling costs</a:t>
            </a:r>
            <a:endParaRPr b="0" lang="en-US" sz="1600" spc="-1" strike="noStrike">
              <a:solidFill>
                <a:srgbClr val="000000"/>
              </a:solidFill>
              <a:latin typeface="Times New Roman"/>
            </a:endParaRPr>
          </a:p>
        </p:txBody>
      </p:sp>
      <p:sp>
        <p:nvSpPr>
          <p:cNvPr id="2027" name=""/>
          <p:cNvSpPr/>
          <p:nvPr/>
        </p:nvSpPr>
        <p:spPr>
          <a:xfrm>
            <a:off x="669960" y="3321000"/>
            <a:ext cx="1797120" cy="0"/>
          </a:xfrm>
          <a:prstGeom prst="line">
            <a:avLst/>
          </a:prstGeom>
          <a:ln w="1260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cxnSp>
        <p:nvCxnSpPr>
          <p:cNvPr id="2028" name=""/>
          <p:cNvCxnSpPr>
            <a:stCxn id="2029" idx="3"/>
            <a:endCxn id="2030" idx="1"/>
          </p:cNvCxnSpPr>
          <p:nvPr/>
        </p:nvCxnSpPr>
        <p:spPr>
          <a:xfrm flipV="1">
            <a:off x="5159160" y="3238200"/>
            <a:ext cx="656280" cy="1505520"/>
          </a:xfrm>
          <a:prstGeom prst="bentConnector3">
            <a:avLst>
              <a:gd name="adj1" fmla="val 49835"/>
            </a:avLst>
          </a:prstGeom>
          <a:ln w="28440">
            <a:solidFill>
              <a:srgbClr val="000000"/>
            </a:solidFill>
            <a:miter/>
          </a:ln>
        </p:spPr>
      </p:cxnSp>
      <p:cxnSp>
        <p:nvCxnSpPr>
          <p:cNvPr id="2031" name=""/>
          <p:cNvCxnSpPr/>
          <p:nvPr/>
        </p:nvCxnSpPr>
        <p:spPr>
          <a:xfrm>
            <a:off x="5178600" y="4743000"/>
            <a:ext cx="659520" cy="1197360"/>
          </a:xfrm>
          <a:prstGeom prst="bentConnector3">
            <a:avLst>
              <a:gd name="adj1" fmla="val 49863"/>
            </a:avLst>
          </a:prstGeom>
          <a:ln w="28440">
            <a:solidFill>
              <a:srgbClr val="000000"/>
            </a:solidFill>
            <a:miter/>
          </a:ln>
        </p:spPr>
      </p:cxnSp>
      <p:sp>
        <p:nvSpPr>
          <p:cNvPr id="2032" name=""/>
          <p:cNvSpPr/>
          <p:nvPr/>
        </p:nvSpPr>
        <p:spPr>
          <a:xfrm>
            <a:off x="3100320" y="4273560"/>
            <a:ext cx="2057400" cy="257040"/>
          </a:xfrm>
          <a:prstGeom prst="rect">
            <a:avLst/>
          </a:prstGeom>
          <a:solidFill>
            <a:srgbClr val="ffffff"/>
          </a:solidFill>
          <a:ln w="12600">
            <a:solidFill>
              <a:srgbClr val="000000"/>
            </a:solidFill>
            <a:miter/>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33" name=""/>
          <p:cNvSpPr/>
          <p:nvPr/>
        </p:nvSpPr>
        <p:spPr>
          <a:xfrm>
            <a:off x="3201840" y="4898880"/>
            <a:ext cx="1897200" cy="0"/>
          </a:xfrm>
          <a:prstGeom prst="line">
            <a:avLst/>
          </a:prstGeom>
          <a:ln w="1260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29" name=""/>
          <p:cNvSpPr/>
          <p:nvPr/>
        </p:nvSpPr>
        <p:spPr>
          <a:xfrm>
            <a:off x="3213000" y="4340160"/>
            <a:ext cx="1946520" cy="803880"/>
          </a:xfrm>
          <a:prstGeom prst="rect">
            <a:avLst/>
          </a:prstGeom>
          <a:noFill/>
          <a:ln w="0">
            <a:noFill/>
          </a:ln>
        </p:spPr>
        <p:style>
          <a:lnRef idx="0"/>
          <a:fillRef idx="0"/>
          <a:effectRef idx="0"/>
          <a:fontRef idx="minor"/>
        </p:style>
        <p:txBody>
          <a:bodyPr lIns="0" rIns="0" tIns="0" bIns="0" anchor="t">
            <a:spAutoFit/>
          </a:bodyPr>
          <a:p>
            <a:pPr>
              <a:lnSpc>
                <a:spcPct val="11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Efficiency</a:t>
            </a:r>
            <a:endParaRPr b="0" lang="en-US" sz="1600" spc="-1" strike="noStrike">
              <a:solidFill>
                <a:srgbClr val="000000"/>
              </a:solidFill>
              <a:latin typeface="Times New Roman"/>
            </a:endParaRPr>
          </a:p>
          <a:p>
            <a:pPr>
              <a:lnSpc>
                <a:spcPct val="11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Available selling time</a:t>
            </a:r>
            <a:endParaRPr b="0" lang="en-US" sz="1600" spc="-1" strike="noStrike">
              <a:solidFill>
                <a:srgbClr val="000000"/>
              </a:solidFill>
              <a:latin typeface="Times New Roman"/>
            </a:endParaRPr>
          </a:p>
          <a:p>
            <a:pPr>
              <a:lnSpc>
                <a:spcPct val="11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Total selling costs</a:t>
            </a:r>
            <a:endParaRPr b="0" lang="en-US" sz="1600" spc="-1" strike="noStrike">
              <a:solidFill>
                <a:srgbClr val="000000"/>
              </a:solidFill>
              <a:latin typeface="Times New Roman"/>
            </a:endParaRPr>
          </a:p>
        </p:txBody>
      </p:sp>
      <p:sp>
        <p:nvSpPr>
          <p:cNvPr id="2030" name=""/>
          <p:cNvSpPr/>
          <p:nvPr/>
        </p:nvSpPr>
        <p:spPr>
          <a:xfrm>
            <a:off x="5815080" y="3110040"/>
            <a:ext cx="2359080" cy="257040"/>
          </a:xfrm>
          <a:prstGeom prst="rect">
            <a:avLst/>
          </a:prstGeom>
          <a:solidFill>
            <a:srgbClr val="ffffff"/>
          </a:solidFill>
          <a:ln w="12600">
            <a:solidFill>
              <a:srgbClr val="000000"/>
            </a:solidFill>
            <a:miter/>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34" name=""/>
          <p:cNvSpPr/>
          <p:nvPr/>
        </p:nvSpPr>
        <p:spPr>
          <a:xfrm>
            <a:off x="5915160" y="3125880"/>
            <a:ext cx="2179440" cy="852840"/>
          </a:xfrm>
          <a:prstGeom prst="rect">
            <a:avLst/>
          </a:prstGeom>
          <a:noFill/>
          <a:ln w="0">
            <a:noFill/>
          </a:ln>
        </p:spPr>
        <p:style>
          <a:lnRef idx="0"/>
          <a:fillRef idx="0"/>
          <a:effectRef idx="0"/>
          <a:fontRef idx="minor"/>
        </p:style>
        <p:txBody>
          <a:bodyPr lIns="0" rIns="0" tIns="0" bIns="0" anchor="t">
            <a:spAutoFit/>
          </a:bodyPr>
          <a:p>
            <a:pPr>
              <a:lnSpc>
                <a:spcPct val="11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Utilization</a:t>
            </a:r>
            <a:endParaRPr b="0" lang="en-US" sz="1600" spc="-1" strike="noStrike">
              <a:solidFill>
                <a:srgbClr val="000000"/>
              </a:solidFill>
              <a:latin typeface="Times New Roman"/>
            </a:endParaRPr>
          </a:p>
          <a:p>
            <a:pPr>
              <a:lnSpc>
                <a:spcPct val="12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Available selling time</a:t>
            </a:r>
            <a:endParaRPr b="0" lang="en-US" sz="1600" spc="-1" strike="noStrike">
              <a:solidFill>
                <a:srgbClr val="000000"/>
              </a:solidFill>
              <a:latin typeface="Times New Roman"/>
            </a:endParaRPr>
          </a:p>
          <a:p>
            <a:pPr>
              <a:lnSpc>
                <a:spcPct val="12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Total sales time</a:t>
            </a:r>
            <a:r>
              <a:rPr b="0" lang="en-US" sz="900" spc="-1" strike="noStrike">
                <a:solidFill>
                  <a:srgbClr val="000000"/>
                </a:solidFill>
                <a:latin typeface="Arial"/>
                <a:ea typeface="宋体"/>
              </a:rPr>
              <a:t> </a:t>
            </a:r>
            <a:endParaRPr b="0" lang="en-US" sz="900" spc="-1" strike="noStrike">
              <a:solidFill>
                <a:srgbClr val="000000"/>
              </a:solidFill>
              <a:latin typeface="Times New Roman"/>
            </a:endParaRPr>
          </a:p>
        </p:txBody>
      </p:sp>
      <p:sp>
        <p:nvSpPr>
          <p:cNvPr id="2035" name=""/>
          <p:cNvSpPr/>
          <p:nvPr/>
        </p:nvSpPr>
        <p:spPr>
          <a:xfrm>
            <a:off x="5924520" y="3718080"/>
            <a:ext cx="1797120" cy="0"/>
          </a:xfrm>
          <a:prstGeom prst="line">
            <a:avLst/>
          </a:prstGeom>
          <a:ln w="1260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cxnSp>
        <p:nvCxnSpPr>
          <p:cNvPr id="2036" name=""/>
          <p:cNvCxnSpPr/>
          <p:nvPr/>
        </p:nvCxnSpPr>
        <p:spPr>
          <a:xfrm>
            <a:off x="5197320" y="4743000"/>
            <a:ext cx="619920" cy="3960"/>
          </a:xfrm>
          <a:prstGeom prst="straightConnector1">
            <a:avLst/>
          </a:prstGeom>
          <a:ln w="28440">
            <a:solidFill>
              <a:srgbClr val="000000"/>
            </a:solidFill>
            <a:miter/>
          </a:ln>
        </p:spPr>
      </p:cxnSp>
      <p:cxnSp>
        <p:nvCxnSpPr>
          <p:cNvPr id="2037" name=""/>
          <p:cNvCxnSpPr/>
          <p:nvPr/>
        </p:nvCxnSpPr>
        <p:spPr>
          <a:xfrm flipV="1">
            <a:off x="5249880" y="1253880"/>
            <a:ext cx="575280" cy="630720"/>
          </a:xfrm>
          <a:prstGeom prst="bentConnector3">
            <a:avLst>
              <a:gd name="adj1" fmla="val 49968"/>
            </a:avLst>
          </a:prstGeom>
          <a:ln w="28440">
            <a:solidFill>
              <a:srgbClr val="000000"/>
            </a:solidFill>
            <a:miter/>
          </a:ln>
        </p:spPr>
      </p:cxnSp>
      <p:cxnSp>
        <p:nvCxnSpPr>
          <p:cNvPr id="2038" name=""/>
          <p:cNvCxnSpPr>
            <a:stCxn id="2022" idx="3"/>
            <a:endCxn id="2017" idx="1"/>
          </p:cNvCxnSpPr>
          <p:nvPr/>
        </p:nvCxnSpPr>
        <p:spPr>
          <a:xfrm>
            <a:off x="5239800" y="1547280"/>
            <a:ext cx="575640" cy="531000"/>
          </a:xfrm>
          <a:prstGeom prst="bentConnector3">
            <a:avLst>
              <a:gd name="adj1" fmla="val 50000"/>
            </a:avLst>
          </a:prstGeom>
          <a:ln w="28440">
            <a:solidFill>
              <a:srgbClr val="000000"/>
            </a:solidFill>
            <a:miter/>
          </a:ln>
        </p:spPr>
      </p:cxnSp>
      <p:sp>
        <p:nvSpPr>
          <p:cNvPr id="2039" name=""/>
          <p:cNvSpPr/>
          <p:nvPr/>
        </p:nvSpPr>
        <p:spPr>
          <a:xfrm>
            <a:off x="5815080" y="5475240"/>
            <a:ext cx="2359080" cy="257400"/>
          </a:xfrm>
          <a:prstGeom prst="rect">
            <a:avLst/>
          </a:prstGeom>
          <a:solidFill>
            <a:srgbClr val="ffffff"/>
          </a:solidFill>
          <a:ln w="12600">
            <a:solidFill>
              <a:srgbClr val="000000"/>
            </a:solidFill>
            <a:miter/>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40" name=""/>
          <p:cNvSpPr/>
          <p:nvPr/>
        </p:nvSpPr>
        <p:spPr>
          <a:xfrm>
            <a:off x="5915160" y="5530680"/>
            <a:ext cx="2106360" cy="877320"/>
          </a:xfrm>
          <a:prstGeom prst="rect">
            <a:avLst/>
          </a:prstGeom>
          <a:noFill/>
          <a:ln w="0">
            <a:noFill/>
          </a:ln>
        </p:spPr>
        <p:style>
          <a:lnRef idx="0"/>
          <a:fillRef idx="0"/>
          <a:effectRef idx="0"/>
          <a:fontRef idx="minor"/>
        </p:style>
        <p:txBody>
          <a:bodyPr lIns="0" rIns="0" tIns="0" bIns="0" anchor="t">
            <a:spAutoFit/>
          </a:bodyPr>
          <a:p>
            <a:pPr>
              <a:lnSpc>
                <a:spcPct val="11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Support intensity</a:t>
            </a:r>
            <a:endParaRPr b="0" lang="en-US" sz="1600" spc="-1" strike="noStrike">
              <a:solidFill>
                <a:srgbClr val="000000"/>
              </a:solidFill>
              <a:latin typeface="Times New Roman"/>
            </a:endParaRPr>
          </a:p>
          <a:p>
            <a:pPr>
              <a:lnSpc>
                <a:spcPct val="12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Support costs</a:t>
            </a:r>
            <a:endParaRPr b="0" lang="en-US" sz="1600" spc="-1" strike="noStrike">
              <a:solidFill>
                <a:srgbClr val="000000"/>
              </a:solidFill>
              <a:latin typeface="Times New Roman"/>
            </a:endParaRPr>
          </a:p>
          <a:p>
            <a:pPr>
              <a:lnSpc>
                <a:spcPct val="12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Total selling costs</a:t>
            </a:r>
            <a:endParaRPr b="0" lang="en-US" sz="1600" spc="-1" strike="noStrike">
              <a:solidFill>
                <a:srgbClr val="000000"/>
              </a:solidFill>
              <a:latin typeface="Times New Roman"/>
            </a:endParaRPr>
          </a:p>
        </p:txBody>
      </p:sp>
      <p:sp>
        <p:nvSpPr>
          <p:cNvPr id="2041" name=""/>
          <p:cNvSpPr/>
          <p:nvPr/>
        </p:nvSpPr>
        <p:spPr>
          <a:xfrm>
            <a:off x="5924520" y="6146640"/>
            <a:ext cx="1797120" cy="0"/>
          </a:xfrm>
          <a:prstGeom prst="line">
            <a:avLst/>
          </a:prstGeom>
          <a:ln w="1260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42" name=""/>
          <p:cNvSpPr/>
          <p:nvPr/>
        </p:nvSpPr>
        <p:spPr>
          <a:xfrm>
            <a:off x="5815080" y="4272120"/>
            <a:ext cx="2359080" cy="257040"/>
          </a:xfrm>
          <a:prstGeom prst="rect">
            <a:avLst/>
          </a:prstGeom>
          <a:solidFill>
            <a:srgbClr val="ffffff"/>
          </a:solidFill>
          <a:ln w="12600">
            <a:solidFill>
              <a:srgbClr val="000000"/>
            </a:solidFill>
            <a:miter/>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43" name=""/>
          <p:cNvSpPr/>
          <p:nvPr/>
        </p:nvSpPr>
        <p:spPr>
          <a:xfrm>
            <a:off x="5915160" y="4311720"/>
            <a:ext cx="2074680" cy="877320"/>
          </a:xfrm>
          <a:prstGeom prst="rect">
            <a:avLst/>
          </a:prstGeom>
          <a:noFill/>
          <a:ln w="0">
            <a:noFill/>
          </a:ln>
        </p:spPr>
        <p:style>
          <a:lnRef idx="0"/>
          <a:fillRef idx="0"/>
          <a:effectRef idx="0"/>
          <a:fontRef idx="minor"/>
        </p:style>
        <p:txBody>
          <a:bodyPr lIns="0" rIns="0" tIns="0" bIns="0" anchor="t">
            <a:spAutoFit/>
          </a:bodyPr>
          <a:p>
            <a:pPr>
              <a:lnSpc>
                <a:spcPct val="11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Support leverage</a:t>
            </a:r>
            <a:endParaRPr b="0" lang="en-US" sz="1600" spc="-1" strike="noStrike">
              <a:solidFill>
                <a:srgbClr val="000000"/>
              </a:solidFill>
              <a:latin typeface="Times New Roman"/>
            </a:endParaRPr>
          </a:p>
          <a:p>
            <a:pPr>
              <a:lnSpc>
                <a:spcPct val="12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Total sales time</a:t>
            </a:r>
            <a:endParaRPr b="0" lang="en-US" sz="1600" spc="-1" strike="noStrike">
              <a:solidFill>
                <a:srgbClr val="000000"/>
              </a:solidFill>
              <a:latin typeface="Times New Roman"/>
            </a:endParaRPr>
          </a:p>
          <a:p>
            <a:pPr>
              <a:lnSpc>
                <a:spcPct val="125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Support costs</a:t>
            </a:r>
            <a:endParaRPr b="0" lang="en-US" sz="1600" spc="-1" strike="noStrike">
              <a:solidFill>
                <a:srgbClr val="000000"/>
              </a:solidFill>
              <a:latin typeface="Times New Roman"/>
            </a:endParaRPr>
          </a:p>
        </p:txBody>
      </p:sp>
      <p:sp>
        <p:nvSpPr>
          <p:cNvPr id="2044" name=""/>
          <p:cNvSpPr/>
          <p:nvPr/>
        </p:nvSpPr>
        <p:spPr>
          <a:xfrm>
            <a:off x="5924520" y="4884840"/>
            <a:ext cx="1797120" cy="0"/>
          </a:xfrm>
          <a:prstGeom prst="line">
            <a:avLst/>
          </a:prstGeom>
          <a:ln w="1260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4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TREE PRODUCTIVITY</a:t>
            </a:r>
            <a:endParaRPr b="1" lang="en-US" sz="1900" spc="-1" strike="noStrike">
              <a:solidFill>
                <a:srgbClr val="000000"/>
              </a:solidFill>
              <a:latin typeface="Arial"/>
            </a:endParaRPr>
          </a:p>
        </p:txBody>
      </p:sp>
      <p:sp>
        <p:nvSpPr>
          <p:cNvPr id="204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04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2906A58-4DB1-45CB-8F0D-4D09DF907682}" type="slidenum">
              <a:t>116</a:t>
            </a:fld>
          </a:p>
        </p:txBody>
      </p:sp>
    </p:spTree>
  </p:cSld>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48" name=""/>
          <p:cNvSpPr/>
          <p:nvPr/>
        </p:nvSpPr>
        <p:spPr>
          <a:xfrm>
            <a:off x="4654440" y="3209760"/>
            <a:ext cx="0" cy="1940040"/>
          </a:xfrm>
          <a:prstGeom prst="line">
            <a:avLst/>
          </a:prstGeom>
          <a:ln w="255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2049" name=""/>
          <p:cNvSpPr/>
          <p:nvPr/>
        </p:nvSpPr>
        <p:spPr>
          <a:xfrm>
            <a:off x="2867040" y="2155680"/>
            <a:ext cx="3381480" cy="2090880"/>
          </a:xfrm>
          <a:prstGeom prst="line">
            <a:avLst/>
          </a:prstGeom>
          <a:ln w="255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2050" name=""/>
          <p:cNvSpPr/>
          <p:nvPr/>
        </p:nvSpPr>
        <p:spPr>
          <a:xfrm flipV="1">
            <a:off x="2867040" y="2157480"/>
            <a:ext cx="3381480" cy="2092320"/>
          </a:xfrm>
          <a:prstGeom prst="line">
            <a:avLst/>
          </a:prstGeom>
          <a:ln w="255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2051" name=""/>
          <p:cNvSpPr/>
          <p:nvPr/>
        </p:nvSpPr>
        <p:spPr>
          <a:xfrm>
            <a:off x="3645000" y="2549520"/>
            <a:ext cx="2031840" cy="1050840"/>
          </a:xfrm>
          <a:prstGeom prst="ellipse">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Maximize</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shareholder</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value</a:t>
            </a:r>
            <a:endParaRPr b="0" lang="en-US" sz="1600" spc="-1" strike="noStrike">
              <a:solidFill>
                <a:srgbClr val="000000"/>
              </a:solidFill>
              <a:latin typeface="Times New Roman"/>
            </a:endParaRPr>
          </a:p>
        </p:txBody>
      </p:sp>
      <p:sp>
        <p:nvSpPr>
          <p:cNvPr id="2052" name=""/>
          <p:cNvSpPr/>
          <p:nvPr/>
        </p:nvSpPr>
        <p:spPr>
          <a:xfrm>
            <a:off x="3639960" y="4519440"/>
            <a:ext cx="2032200" cy="1047960"/>
          </a:xfrm>
          <a:prstGeom prst="ellipse">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Grow</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through</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cultural</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initiative</a:t>
            </a:r>
            <a:endParaRPr b="0" lang="en-US" sz="1600" spc="-1" strike="noStrike">
              <a:solidFill>
                <a:srgbClr val="000000"/>
              </a:solidFill>
              <a:latin typeface="Times New Roman"/>
            </a:endParaRPr>
          </a:p>
        </p:txBody>
      </p:sp>
      <p:sp>
        <p:nvSpPr>
          <p:cNvPr id="2053" name=""/>
          <p:cNvSpPr/>
          <p:nvPr/>
        </p:nvSpPr>
        <p:spPr>
          <a:xfrm>
            <a:off x="5338800" y="1355760"/>
            <a:ext cx="2046240" cy="1050840"/>
          </a:xfrm>
          <a:prstGeom prst="ellipse">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Redeploy</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assets</a:t>
            </a:r>
            <a:endParaRPr b="0" lang="en-US" sz="1600" spc="-1" strike="noStrike">
              <a:solidFill>
                <a:srgbClr val="000000"/>
              </a:solidFill>
              <a:latin typeface="Times New Roman"/>
            </a:endParaRPr>
          </a:p>
        </p:txBody>
      </p:sp>
      <p:sp>
        <p:nvSpPr>
          <p:cNvPr id="2054" name=""/>
          <p:cNvSpPr/>
          <p:nvPr/>
        </p:nvSpPr>
        <p:spPr>
          <a:xfrm>
            <a:off x="1814400" y="1355760"/>
            <a:ext cx="2046240" cy="1050840"/>
          </a:xfrm>
          <a:prstGeom prst="ellipse">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Improve core</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business</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performance</a:t>
            </a:r>
            <a:endParaRPr b="0" lang="en-US" sz="1600" spc="-1" strike="noStrike">
              <a:solidFill>
                <a:srgbClr val="000000"/>
              </a:solidFill>
              <a:latin typeface="Times New Roman"/>
            </a:endParaRPr>
          </a:p>
        </p:txBody>
      </p:sp>
      <p:sp>
        <p:nvSpPr>
          <p:cNvPr id="2055" name=""/>
          <p:cNvSpPr/>
          <p:nvPr/>
        </p:nvSpPr>
        <p:spPr>
          <a:xfrm>
            <a:off x="5345280" y="3751200"/>
            <a:ext cx="2039760" cy="1033920"/>
          </a:xfrm>
          <a:prstGeom prst="ellipse">
            <a:avLst/>
          </a:prstGeom>
          <a:solidFill>
            <a:srgbClr val="ffffff"/>
          </a:solidFill>
          <a:ln w="12600">
            <a:solidFill>
              <a:srgbClr val="000000"/>
            </a:solidFill>
            <a:miter/>
          </a:ln>
        </p:spPr>
        <p:style>
          <a:lnRef idx="0"/>
          <a:fillRef idx="0"/>
          <a:effectRef idx="0"/>
          <a:fontRef idx="minor"/>
        </p:style>
        <p:txBody>
          <a:bodyPr lIns="0" rIns="0" tIns="0" bIns="0" anchor="ctr">
            <a:sp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Grow through</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acquisition</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and/or merger</a:t>
            </a:r>
            <a:endParaRPr b="0" lang="en-US" sz="1600" spc="-1" strike="noStrike">
              <a:solidFill>
                <a:srgbClr val="000000"/>
              </a:solidFill>
              <a:latin typeface="Times New Roman"/>
            </a:endParaRPr>
          </a:p>
        </p:txBody>
      </p:sp>
      <p:sp>
        <p:nvSpPr>
          <p:cNvPr id="2056" name=""/>
          <p:cNvSpPr/>
          <p:nvPr/>
        </p:nvSpPr>
        <p:spPr>
          <a:xfrm>
            <a:off x="1814400" y="3743280"/>
            <a:ext cx="2046240" cy="1050840"/>
          </a:xfrm>
          <a:prstGeom prst="ellipse">
            <a:avLst/>
          </a:prstGeom>
          <a:solidFill>
            <a:srgbClr val="ffffff"/>
          </a:solidFill>
          <a:ln w="12600">
            <a:solidFill>
              <a:srgbClr val="000000"/>
            </a:solidFill>
            <a:miter/>
          </a:ln>
        </p:spPr>
        <p:style>
          <a:lnRef idx="0"/>
          <a:fillRef idx="0"/>
          <a:effectRef idx="0"/>
          <a:fontRef idx="minor"/>
        </p:style>
        <p:txBody>
          <a:bodyPr lIns="0" rIns="0" tIns="0" bIns="0" anchor="ctr">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Adopt sound</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financing</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approach</a:t>
            </a:r>
            <a:endParaRPr b="0" lang="en-US" sz="1600" spc="-1" strike="noStrike">
              <a:solidFill>
                <a:srgbClr val="000000"/>
              </a:solidFill>
              <a:latin typeface="Times New Roman"/>
            </a:endParaRPr>
          </a:p>
        </p:txBody>
      </p:sp>
      <p:sp>
        <p:nvSpPr>
          <p:cNvPr id="205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VALUE CREATION</a:t>
            </a:r>
            <a:endParaRPr b="1" lang="en-US" sz="1900" spc="-1" strike="noStrike">
              <a:solidFill>
                <a:srgbClr val="000000"/>
              </a:solidFill>
              <a:latin typeface="Arial"/>
            </a:endParaRPr>
          </a:p>
        </p:txBody>
      </p:sp>
      <p:sp>
        <p:nvSpPr>
          <p:cNvPr id="205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05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0A57955-B5B5-4F82-B279-C13F8FB53C2B}" type="slidenum">
              <a:t>117</a:t>
            </a:fld>
          </a:p>
        </p:txBody>
      </p:sp>
    </p:spTree>
  </p:cSld>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60" name=""/>
          <p:cNvSpPr/>
          <p:nvPr/>
        </p:nvSpPr>
        <p:spPr>
          <a:xfrm>
            <a:off x="3987720" y="3857760"/>
            <a:ext cx="6555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Real </a:t>
            </a:r>
            <a:endParaRPr b="0" lang="en-US" sz="1600" spc="-1" strike="noStrike">
              <a:solidFill>
                <a:srgbClr val="000000"/>
              </a:solidFill>
              <a:latin typeface="Times New Roman"/>
            </a:endParaRPr>
          </a:p>
        </p:txBody>
      </p:sp>
      <p:sp>
        <p:nvSpPr>
          <p:cNvPr id="2061" name=""/>
          <p:cNvSpPr/>
          <p:nvPr/>
        </p:nvSpPr>
        <p:spPr>
          <a:xfrm>
            <a:off x="3987720" y="4951440"/>
            <a:ext cx="10051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Perceived </a:t>
            </a:r>
            <a:endParaRPr b="0" lang="en-US" sz="1600" spc="-1" strike="noStrike">
              <a:solidFill>
                <a:srgbClr val="000000"/>
              </a:solidFill>
              <a:latin typeface="Times New Roman"/>
            </a:endParaRPr>
          </a:p>
        </p:txBody>
      </p:sp>
      <p:sp>
        <p:nvSpPr>
          <p:cNvPr id="2062" name=""/>
          <p:cNvSpPr/>
          <p:nvPr/>
        </p:nvSpPr>
        <p:spPr>
          <a:xfrm flipH="1">
            <a:off x="1766880" y="3327480"/>
            <a:ext cx="247680" cy="0"/>
          </a:xfrm>
          <a:prstGeom prst="line">
            <a:avLst/>
          </a:prstGeom>
          <a:ln w="255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nvGrpSpPr>
          <p:cNvPr id="2063" name=""/>
          <p:cNvGrpSpPr/>
          <p:nvPr/>
        </p:nvGrpSpPr>
        <p:grpSpPr>
          <a:xfrm>
            <a:off x="3400560" y="1181160"/>
            <a:ext cx="2049120" cy="393120"/>
            <a:chOff x="3400560" y="1181160"/>
            <a:chExt cx="2049120" cy="393120"/>
          </a:xfrm>
        </p:grpSpPr>
        <p:sp>
          <p:nvSpPr>
            <p:cNvPr id="2064" name=""/>
            <p:cNvSpPr/>
            <p:nvPr/>
          </p:nvSpPr>
          <p:spPr>
            <a:xfrm flipH="1">
              <a:off x="3400560" y="1377000"/>
              <a:ext cx="1804320" cy="0"/>
            </a:xfrm>
            <a:prstGeom prst="line">
              <a:avLst/>
            </a:prstGeom>
            <a:ln w="255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65" name=""/>
            <p:cNvSpPr/>
            <p:nvPr/>
          </p:nvSpPr>
          <p:spPr>
            <a:xfrm>
              <a:off x="5204880" y="1181160"/>
              <a:ext cx="244800" cy="393120"/>
            </a:xfrm>
            <a:custGeom>
              <a:avLst/>
              <a:gdLst/>
              <a:ahLst/>
              <a:rect l="l" t="t" r="r" b="b"/>
              <a:pathLst>
                <a:path w="142" h="235">
                  <a:moveTo>
                    <a:pt x="141" y="0"/>
                  </a:moveTo>
                  <a:lnTo>
                    <a:pt x="0" y="0"/>
                  </a:lnTo>
                  <a:lnTo>
                    <a:pt x="0" y="234"/>
                  </a:lnTo>
                  <a:lnTo>
                    <a:pt x="141" y="234"/>
                  </a:lnTo>
                </a:path>
              </a:pathLst>
            </a:custGeom>
            <a:noFill/>
            <a:ln cap="rnd" w="2556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grpSp>
      <p:grpSp>
        <p:nvGrpSpPr>
          <p:cNvPr id="2066" name=""/>
          <p:cNvGrpSpPr/>
          <p:nvPr/>
        </p:nvGrpSpPr>
        <p:grpSpPr>
          <a:xfrm>
            <a:off x="4946400" y="3740040"/>
            <a:ext cx="503280" cy="502920"/>
            <a:chOff x="4946400" y="3740040"/>
            <a:chExt cx="503280" cy="502920"/>
          </a:xfrm>
        </p:grpSpPr>
        <p:sp>
          <p:nvSpPr>
            <p:cNvPr id="2067" name=""/>
            <p:cNvSpPr/>
            <p:nvPr/>
          </p:nvSpPr>
          <p:spPr>
            <a:xfrm flipH="1">
              <a:off x="4946400" y="3990600"/>
              <a:ext cx="248040" cy="0"/>
            </a:xfrm>
            <a:prstGeom prst="line">
              <a:avLst/>
            </a:prstGeom>
            <a:ln w="255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68" name=""/>
            <p:cNvSpPr/>
            <p:nvPr/>
          </p:nvSpPr>
          <p:spPr>
            <a:xfrm>
              <a:off x="5204880" y="3740040"/>
              <a:ext cx="244800" cy="502920"/>
            </a:xfrm>
            <a:custGeom>
              <a:avLst/>
              <a:gdLst/>
              <a:ahLst/>
              <a:rect l="l" t="t" r="r" b="b"/>
              <a:pathLst>
                <a:path w="142" h="301">
                  <a:moveTo>
                    <a:pt x="141" y="0"/>
                  </a:moveTo>
                  <a:lnTo>
                    <a:pt x="0" y="0"/>
                  </a:lnTo>
                  <a:lnTo>
                    <a:pt x="0" y="300"/>
                  </a:lnTo>
                  <a:lnTo>
                    <a:pt x="141" y="300"/>
                  </a:lnTo>
                </a:path>
              </a:pathLst>
            </a:custGeom>
            <a:noFill/>
            <a:ln cap="rnd" w="2556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grpSp>
      <p:sp>
        <p:nvSpPr>
          <p:cNvPr id="2069" name=""/>
          <p:cNvSpPr/>
          <p:nvPr/>
        </p:nvSpPr>
        <p:spPr>
          <a:xfrm flipH="1">
            <a:off x="3343320" y="4532400"/>
            <a:ext cx="358560" cy="0"/>
          </a:xfrm>
          <a:prstGeom prst="line">
            <a:avLst/>
          </a:prstGeom>
          <a:ln w="2844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70" name=""/>
          <p:cNvSpPr/>
          <p:nvPr/>
        </p:nvSpPr>
        <p:spPr>
          <a:xfrm>
            <a:off x="3701880" y="3981600"/>
            <a:ext cx="244800" cy="1100160"/>
          </a:xfrm>
          <a:custGeom>
            <a:avLst/>
            <a:gdLst/>
            <a:ahLst/>
            <a:rect l="l" t="t" r="r" b="b"/>
            <a:pathLst>
              <a:path w="142" h="658">
                <a:moveTo>
                  <a:pt x="141" y="0"/>
                </a:moveTo>
                <a:lnTo>
                  <a:pt x="0" y="0"/>
                </a:lnTo>
                <a:lnTo>
                  <a:pt x="0" y="657"/>
                </a:lnTo>
                <a:lnTo>
                  <a:pt x="141" y="657"/>
                </a:lnTo>
              </a:path>
            </a:pathLst>
          </a:custGeom>
          <a:noFill/>
          <a:ln cap="rnd" w="2844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2071" name=""/>
          <p:cNvSpPr/>
          <p:nvPr/>
        </p:nvSpPr>
        <p:spPr>
          <a:xfrm flipH="1">
            <a:off x="4957560" y="5079960"/>
            <a:ext cx="247320" cy="0"/>
          </a:xfrm>
          <a:prstGeom prst="line">
            <a:avLst/>
          </a:prstGeom>
          <a:ln w="255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72" name=""/>
          <p:cNvSpPr/>
          <p:nvPr/>
        </p:nvSpPr>
        <p:spPr>
          <a:xfrm>
            <a:off x="5205240" y="4794120"/>
            <a:ext cx="244800" cy="568440"/>
          </a:xfrm>
          <a:custGeom>
            <a:avLst/>
            <a:gdLst/>
            <a:ahLst/>
            <a:rect l="l" t="t" r="r" b="b"/>
            <a:pathLst>
              <a:path w="142" h="340">
                <a:moveTo>
                  <a:pt x="141" y="0"/>
                </a:moveTo>
                <a:lnTo>
                  <a:pt x="0" y="0"/>
                </a:lnTo>
                <a:lnTo>
                  <a:pt x="0" y="339"/>
                </a:lnTo>
                <a:lnTo>
                  <a:pt x="141" y="339"/>
                </a:lnTo>
              </a:path>
            </a:pathLst>
          </a:custGeom>
          <a:noFill/>
          <a:ln cap="rnd" w="2556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2073" name=""/>
          <p:cNvSpPr/>
          <p:nvPr/>
        </p:nvSpPr>
        <p:spPr>
          <a:xfrm>
            <a:off x="2009880" y="1405080"/>
            <a:ext cx="244440" cy="3174840"/>
          </a:xfrm>
          <a:custGeom>
            <a:avLst/>
            <a:gdLst/>
            <a:ahLst/>
            <a:rect l="l" t="t" r="r" b="b"/>
            <a:pathLst>
              <a:path w="142" h="1405">
                <a:moveTo>
                  <a:pt x="141" y="0"/>
                </a:moveTo>
                <a:lnTo>
                  <a:pt x="0" y="0"/>
                </a:lnTo>
                <a:lnTo>
                  <a:pt x="0" y="1404"/>
                </a:lnTo>
                <a:lnTo>
                  <a:pt x="141" y="1404"/>
                </a:lnTo>
              </a:path>
            </a:pathLst>
          </a:custGeom>
          <a:noFill/>
          <a:ln cap="rnd" w="2556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2074" name=""/>
          <p:cNvSpPr/>
          <p:nvPr/>
        </p:nvSpPr>
        <p:spPr>
          <a:xfrm>
            <a:off x="2014560" y="2684520"/>
            <a:ext cx="227160" cy="0"/>
          </a:xfrm>
          <a:prstGeom prst="line">
            <a:avLst/>
          </a:prstGeom>
          <a:ln w="255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75" name=""/>
          <p:cNvSpPr/>
          <p:nvPr/>
        </p:nvSpPr>
        <p:spPr>
          <a:xfrm>
            <a:off x="333360" y="2955960"/>
            <a:ext cx="1530360" cy="7315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Client’s relative ability to extract value</a:t>
            </a:r>
            <a:endParaRPr b="0" lang="en-US" sz="1600" spc="-1" strike="noStrike">
              <a:solidFill>
                <a:srgbClr val="000000"/>
              </a:solidFill>
              <a:latin typeface="Times New Roman"/>
            </a:endParaRPr>
          </a:p>
        </p:txBody>
      </p:sp>
      <p:sp>
        <p:nvSpPr>
          <p:cNvPr id="2076" name=""/>
          <p:cNvSpPr/>
          <p:nvPr/>
        </p:nvSpPr>
        <p:spPr>
          <a:xfrm>
            <a:off x="2295360" y="1158840"/>
            <a:ext cx="123516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Corporate center skills</a:t>
            </a:r>
            <a:endParaRPr b="0" lang="en-US" sz="1600" spc="-1" strike="noStrike">
              <a:solidFill>
                <a:srgbClr val="000000"/>
              </a:solidFill>
              <a:latin typeface="Times New Roman"/>
            </a:endParaRPr>
          </a:p>
        </p:txBody>
      </p:sp>
      <p:sp>
        <p:nvSpPr>
          <p:cNvPr id="2077" name=""/>
          <p:cNvSpPr/>
          <p:nvPr/>
        </p:nvSpPr>
        <p:spPr>
          <a:xfrm>
            <a:off x="2295360" y="2320920"/>
            <a:ext cx="1455840" cy="7315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Linkages between business units</a:t>
            </a:r>
            <a:endParaRPr b="0" lang="en-US" sz="1600" spc="-1" strike="noStrike">
              <a:solidFill>
                <a:srgbClr val="000000"/>
              </a:solidFill>
              <a:latin typeface="Times New Roman"/>
            </a:endParaRPr>
          </a:p>
        </p:txBody>
      </p:sp>
      <p:sp>
        <p:nvSpPr>
          <p:cNvPr id="2078" name=""/>
          <p:cNvSpPr/>
          <p:nvPr/>
        </p:nvSpPr>
        <p:spPr>
          <a:xfrm>
            <a:off x="2295360" y="4330800"/>
            <a:ext cx="128592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Financial ownership fit</a:t>
            </a:r>
            <a:endParaRPr b="0" lang="en-US" sz="1600" spc="-1" strike="noStrike">
              <a:solidFill>
                <a:srgbClr val="000000"/>
              </a:solidFill>
              <a:latin typeface="Times New Roman"/>
            </a:endParaRPr>
          </a:p>
        </p:txBody>
      </p:sp>
      <p:sp>
        <p:nvSpPr>
          <p:cNvPr id="2079" name=""/>
          <p:cNvSpPr/>
          <p:nvPr/>
        </p:nvSpPr>
        <p:spPr>
          <a:xfrm>
            <a:off x="5514840" y="1057320"/>
            <a:ext cx="2275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Industry restructure</a:t>
            </a:r>
            <a:endParaRPr b="0" lang="en-US" sz="1600" spc="-1" strike="noStrike">
              <a:solidFill>
                <a:srgbClr val="000000"/>
              </a:solidFill>
              <a:latin typeface="Times New Roman"/>
            </a:endParaRPr>
          </a:p>
        </p:txBody>
      </p:sp>
      <p:sp>
        <p:nvSpPr>
          <p:cNvPr id="2080" name=""/>
          <p:cNvSpPr/>
          <p:nvPr/>
        </p:nvSpPr>
        <p:spPr>
          <a:xfrm>
            <a:off x="5514840" y="1444680"/>
            <a:ext cx="2275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Internal controller</a:t>
            </a:r>
            <a:endParaRPr b="0" lang="en-US" sz="1600" spc="-1" strike="noStrike">
              <a:solidFill>
                <a:srgbClr val="000000"/>
              </a:solidFill>
              <a:latin typeface="Times New Roman"/>
            </a:endParaRPr>
          </a:p>
        </p:txBody>
      </p:sp>
      <p:sp>
        <p:nvSpPr>
          <p:cNvPr id="2081" name=""/>
          <p:cNvSpPr/>
          <p:nvPr/>
        </p:nvSpPr>
        <p:spPr>
          <a:xfrm>
            <a:off x="5514840" y="2166840"/>
            <a:ext cx="2275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Shared resources</a:t>
            </a:r>
            <a:endParaRPr b="0" lang="en-US" sz="1600" spc="-1" strike="noStrike">
              <a:solidFill>
                <a:srgbClr val="000000"/>
              </a:solidFill>
              <a:latin typeface="Times New Roman"/>
            </a:endParaRPr>
          </a:p>
        </p:txBody>
      </p:sp>
      <p:sp>
        <p:nvSpPr>
          <p:cNvPr id="2082" name=""/>
          <p:cNvSpPr/>
          <p:nvPr/>
        </p:nvSpPr>
        <p:spPr>
          <a:xfrm>
            <a:off x="5514840" y="2540160"/>
            <a:ext cx="2275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Transfer of capability</a:t>
            </a:r>
            <a:endParaRPr b="0" lang="en-US" sz="1600" spc="-1" strike="noStrike">
              <a:solidFill>
                <a:srgbClr val="000000"/>
              </a:solidFill>
              <a:latin typeface="Times New Roman"/>
            </a:endParaRPr>
          </a:p>
        </p:txBody>
      </p:sp>
      <p:sp>
        <p:nvSpPr>
          <p:cNvPr id="2083" name=""/>
          <p:cNvSpPr/>
          <p:nvPr/>
        </p:nvSpPr>
        <p:spPr>
          <a:xfrm>
            <a:off x="5514840" y="2906640"/>
            <a:ext cx="2275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Vertical integration</a:t>
            </a:r>
            <a:endParaRPr b="0" lang="en-US" sz="1600" spc="-1" strike="noStrike">
              <a:solidFill>
                <a:srgbClr val="000000"/>
              </a:solidFill>
              <a:latin typeface="Times New Roman"/>
            </a:endParaRPr>
          </a:p>
        </p:txBody>
      </p:sp>
      <p:sp>
        <p:nvSpPr>
          <p:cNvPr id="2084" name=""/>
          <p:cNvSpPr/>
          <p:nvPr/>
        </p:nvSpPr>
        <p:spPr>
          <a:xfrm>
            <a:off x="5514840" y="3619440"/>
            <a:ext cx="26402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Differences in tax position</a:t>
            </a:r>
            <a:endParaRPr b="0" lang="en-US" sz="1600" spc="-1" strike="noStrike">
              <a:solidFill>
                <a:srgbClr val="000000"/>
              </a:solidFill>
              <a:latin typeface="Times New Roman"/>
            </a:endParaRPr>
          </a:p>
        </p:txBody>
      </p:sp>
      <p:sp>
        <p:nvSpPr>
          <p:cNvPr id="2085" name=""/>
          <p:cNvSpPr/>
          <p:nvPr/>
        </p:nvSpPr>
        <p:spPr>
          <a:xfrm>
            <a:off x="5514840" y="4119480"/>
            <a:ext cx="3380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Existence of non-cases objectives</a:t>
            </a:r>
            <a:endParaRPr b="0" lang="en-US" sz="1600" spc="-1" strike="noStrike">
              <a:solidFill>
                <a:srgbClr val="000000"/>
              </a:solidFill>
              <a:latin typeface="Times New Roman"/>
            </a:endParaRPr>
          </a:p>
        </p:txBody>
      </p:sp>
      <p:sp>
        <p:nvSpPr>
          <p:cNvPr id="2086" name=""/>
          <p:cNvSpPr/>
          <p:nvPr/>
        </p:nvSpPr>
        <p:spPr>
          <a:xfrm>
            <a:off x="5514840" y="4657680"/>
            <a:ext cx="3380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Inefficiencies in financial markets</a:t>
            </a:r>
            <a:endParaRPr b="0" lang="en-US" sz="1600" spc="-1" strike="noStrike">
              <a:solidFill>
                <a:srgbClr val="000000"/>
              </a:solidFill>
              <a:latin typeface="Times New Roman"/>
            </a:endParaRPr>
          </a:p>
        </p:txBody>
      </p:sp>
      <p:sp>
        <p:nvSpPr>
          <p:cNvPr id="2087" name=""/>
          <p:cNvSpPr/>
          <p:nvPr/>
        </p:nvSpPr>
        <p:spPr>
          <a:xfrm>
            <a:off x="5514840" y="5230800"/>
            <a:ext cx="3380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Difference in valuation technique</a:t>
            </a:r>
            <a:endParaRPr b="0" lang="en-US" sz="1600" spc="-1" strike="noStrike">
              <a:solidFill>
                <a:srgbClr val="000000"/>
              </a:solidFill>
              <a:latin typeface="Times New Roman"/>
            </a:endParaRPr>
          </a:p>
        </p:txBody>
      </p:sp>
      <p:grpSp>
        <p:nvGrpSpPr>
          <p:cNvPr id="2088" name=""/>
          <p:cNvGrpSpPr/>
          <p:nvPr/>
        </p:nvGrpSpPr>
        <p:grpSpPr>
          <a:xfrm>
            <a:off x="3427560" y="2287440"/>
            <a:ext cx="2022120" cy="739440"/>
            <a:chOff x="3427560" y="2287440"/>
            <a:chExt cx="2022120" cy="739440"/>
          </a:xfrm>
        </p:grpSpPr>
        <p:sp>
          <p:nvSpPr>
            <p:cNvPr id="2089" name=""/>
            <p:cNvSpPr/>
            <p:nvPr/>
          </p:nvSpPr>
          <p:spPr>
            <a:xfrm flipH="1">
              <a:off x="3427560" y="2667240"/>
              <a:ext cx="2015280" cy="0"/>
            </a:xfrm>
            <a:prstGeom prst="line">
              <a:avLst/>
            </a:prstGeom>
            <a:ln w="255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090" name=""/>
            <p:cNvSpPr/>
            <p:nvPr/>
          </p:nvSpPr>
          <p:spPr>
            <a:xfrm>
              <a:off x="5184360" y="2287440"/>
              <a:ext cx="265320" cy="739440"/>
            </a:xfrm>
            <a:custGeom>
              <a:avLst/>
              <a:gdLst/>
              <a:ahLst/>
              <a:rect l="l" t="t" r="r" b="b"/>
              <a:pathLst>
                <a:path w="154" h="442">
                  <a:moveTo>
                    <a:pt x="153" y="0"/>
                  </a:moveTo>
                  <a:lnTo>
                    <a:pt x="0" y="0"/>
                  </a:lnTo>
                  <a:lnTo>
                    <a:pt x="0" y="441"/>
                  </a:lnTo>
                  <a:lnTo>
                    <a:pt x="144" y="441"/>
                  </a:lnTo>
                </a:path>
              </a:pathLst>
            </a:custGeom>
            <a:noFill/>
            <a:ln cap="rnd" w="25560">
              <a:solidFill>
                <a:srgbClr val="00000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grpSp>
      <p:sp>
        <p:nvSpPr>
          <p:cNvPr id="209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VALUE SOURCES</a:t>
            </a:r>
            <a:endParaRPr b="1" lang="en-US" sz="1900" spc="-1" strike="noStrike">
              <a:solidFill>
                <a:srgbClr val="000000"/>
              </a:solidFill>
              <a:latin typeface="Arial"/>
            </a:endParaRPr>
          </a:p>
        </p:txBody>
      </p:sp>
      <p:sp>
        <p:nvSpPr>
          <p:cNvPr id="209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09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6623271E-A43B-4B65-B488-62CE30ECA179}" type="slidenum">
              <a:t>118</a:t>
            </a:fld>
          </a:p>
        </p:txBody>
      </p:sp>
    </p:spTree>
  </p:cSld>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9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GANTT10</a:t>
            </a:r>
            <a:endParaRPr b="1" lang="en-US" sz="1900" spc="-1" strike="noStrike">
              <a:solidFill>
                <a:srgbClr val="000000"/>
              </a:solidFill>
              <a:latin typeface="Arial"/>
            </a:endParaRPr>
          </a:p>
        </p:txBody>
      </p:sp>
      <p:sp>
        <p:nvSpPr>
          <p:cNvPr id="2095" name=""/>
          <p:cNvSpPr/>
          <p:nvPr/>
        </p:nvSpPr>
        <p:spPr>
          <a:xfrm>
            <a:off x="2409840" y="1665360"/>
            <a:ext cx="64116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96" name=""/>
          <p:cNvSpPr/>
          <p:nvPr/>
        </p:nvSpPr>
        <p:spPr>
          <a:xfrm>
            <a:off x="3051000" y="1665360"/>
            <a:ext cx="64152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97" name=""/>
          <p:cNvSpPr/>
          <p:nvPr/>
        </p:nvSpPr>
        <p:spPr>
          <a:xfrm>
            <a:off x="3692520" y="1665360"/>
            <a:ext cx="63972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98" name=""/>
          <p:cNvSpPr/>
          <p:nvPr/>
        </p:nvSpPr>
        <p:spPr>
          <a:xfrm>
            <a:off x="4332240" y="1665360"/>
            <a:ext cx="64152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099" name=""/>
          <p:cNvSpPr/>
          <p:nvPr/>
        </p:nvSpPr>
        <p:spPr>
          <a:xfrm>
            <a:off x="4973760" y="1665360"/>
            <a:ext cx="64296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00" name=""/>
          <p:cNvSpPr/>
          <p:nvPr/>
        </p:nvSpPr>
        <p:spPr>
          <a:xfrm>
            <a:off x="5605560" y="1665360"/>
            <a:ext cx="639720" cy="3657600"/>
          </a:xfrm>
          <a:prstGeom prst="rect">
            <a:avLst/>
          </a:prstGeom>
          <a:solidFill>
            <a:srgbClr val="90909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01" name=""/>
          <p:cNvSpPr/>
          <p:nvPr/>
        </p:nvSpPr>
        <p:spPr>
          <a:xfrm>
            <a:off x="6245280" y="1665360"/>
            <a:ext cx="64116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02" name=""/>
          <p:cNvSpPr/>
          <p:nvPr/>
        </p:nvSpPr>
        <p:spPr>
          <a:xfrm>
            <a:off x="6886440" y="1665360"/>
            <a:ext cx="64296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03" name=""/>
          <p:cNvSpPr/>
          <p:nvPr/>
        </p:nvSpPr>
        <p:spPr>
          <a:xfrm>
            <a:off x="7529400" y="1665360"/>
            <a:ext cx="63972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04" name=""/>
          <p:cNvSpPr/>
          <p:nvPr/>
        </p:nvSpPr>
        <p:spPr>
          <a:xfrm>
            <a:off x="8169120" y="1665360"/>
            <a:ext cx="64152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05" name=""/>
          <p:cNvSpPr/>
          <p:nvPr/>
        </p:nvSpPr>
        <p:spPr>
          <a:xfrm>
            <a:off x="2387520" y="1357200"/>
            <a:ext cx="641196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06" name=""/>
          <p:cNvSpPr/>
          <p:nvPr/>
        </p:nvSpPr>
        <p:spPr>
          <a:xfrm>
            <a:off x="2409840" y="1084320"/>
            <a:ext cx="6353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07" name=""/>
          <p:cNvSpPr/>
          <p:nvPr/>
        </p:nvSpPr>
        <p:spPr>
          <a:xfrm>
            <a:off x="2409840" y="1397160"/>
            <a:ext cx="576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08" name=""/>
          <p:cNvSpPr/>
          <p:nvPr/>
        </p:nvSpPr>
        <p:spPr>
          <a:xfrm>
            <a:off x="3051000" y="1397160"/>
            <a:ext cx="5731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09" name=""/>
          <p:cNvSpPr/>
          <p:nvPr/>
        </p:nvSpPr>
        <p:spPr>
          <a:xfrm>
            <a:off x="3692520" y="1397160"/>
            <a:ext cx="5731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10" name=""/>
          <p:cNvSpPr/>
          <p:nvPr/>
        </p:nvSpPr>
        <p:spPr>
          <a:xfrm>
            <a:off x="4332240" y="1397160"/>
            <a:ext cx="5731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11" name=""/>
          <p:cNvSpPr/>
          <p:nvPr/>
        </p:nvSpPr>
        <p:spPr>
          <a:xfrm>
            <a:off x="4973760" y="1397160"/>
            <a:ext cx="571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12" name=""/>
          <p:cNvSpPr/>
          <p:nvPr/>
        </p:nvSpPr>
        <p:spPr>
          <a:xfrm>
            <a:off x="5605560" y="1397160"/>
            <a:ext cx="571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13" name=""/>
          <p:cNvSpPr/>
          <p:nvPr/>
        </p:nvSpPr>
        <p:spPr>
          <a:xfrm>
            <a:off x="6245280" y="1397160"/>
            <a:ext cx="5745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14" name=""/>
          <p:cNvSpPr/>
          <p:nvPr/>
        </p:nvSpPr>
        <p:spPr>
          <a:xfrm>
            <a:off x="6886440" y="1397160"/>
            <a:ext cx="576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15" name=""/>
          <p:cNvSpPr/>
          <p:nvPr/>
        </p:nvSpPr>
        <p:spPr>
          <a:xfrm>
            <a:off x="7529400" y="1397160"/>
            <a:ext cx="5684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16" name=""/>
          <p:cNvSpPr/>
          <p:nvPr/>
        </p:nvSpPr>
        <p:spPr>
          <a:xfrm>
            <a:off x="8169120" y="1397160"/>
            <a:ext cx="5716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600" spc="-1" strike="noStrike">
                <a:solidFill>
                  <a:srgbClr val="000000"/>
                </a:solidFill>
                <a:latin typeface="Arial"/>
                <a:ea typeface="宋体"/>
              </a:rPr>
              <a:t>&lt;##&gt;</a:t>
            </a:r>
            <a:endParaRPr b="0" lang="en-US" sz="1600" spc="-1" strike="noStrike">
              <a:solidFill>
                <a:srgbClr val="000000"/>
              </a:solidFill>
              <a:latin typeface="Times New Roman"/>
            </a:endParaRPr>
          </a:p>
        </p:txBody>
      </p:sp>
      <p:sp>
        <p:nvSpPr>
          <p:cNvPr id="2117" name=""/>
          <p:cNvSpPr/>
          <p:nvPr/>
        </p:nvSpPr>
        <p:spPr>
          <a:xfrm>
            <a:off x="2413080" y="1879560"/>
            <a:ext cx="1297080" cy="0"/>
          </a:xfrm>
          <a:prstGeom prst="line">
            <a:avLst/>
          </a:prstGeom>
          <a:ln w="381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18" name=""/>
          <p:cNvSpPr/>
          <p:nvPr/>
        </p:nvSpPr>
        <p:spPr>
          <a:xfrm flipV="1">
            <a:off x="2413080" y="2179440"/>
            <a:ext cx="1298520" cy="4680"/>
          </a:xfrm>
          <a:prstGeom prst="line">
            <a:avLst/>
          </a:prstGeom>
          <a:ln w="38160">
            <a:solidFill>
              <a:srgbClr val="d0d0d0"/>
            </a:solidFill>
            <a:miter/>
          </a:ln>
        </p:spPr>
        <p:style>
          <a:lnRef idx="0"/>
          <a:fillRef idx="0"/>
          <a:effectRef idx="0"/>
          <a:fontRef idx="minor"/>
        </p:style>
        <p:txBody>
          <a:bodyPr lIns="90000" rIns="90000" tIns="-42120" bIns="-42120" anchor="ctr">
            <a:noAutofit/>
          </a:bodyPr>
          <a:p>
            <a:endParaRPr b="0" lang="en-US" sz="2400" spc="-1" strike="noStrike">
              <a:solidFill>
                <a:srgbClr val="000000"/>
              </a:solidFill>
              <a:latin typeface="Times New Roman"/>
            </a:endParaRPr>
          </a:p>
        </p:txBody>
      </p:sp>
      <p:sp>
        <p:nvSpPr>
          <p:cNvPr id="2119" name=""/>
          <p:cNvSpPr/>
          <p:nvPr/>
        </p:nvSpPr>
        <p:spPr>
          <a:xfrm>
            <a:off x="2413080" y="2895480"/>
            <a:ext cx="1297080" cy="0"/>
          </a:xfrm>
          <a:prstGeom prst="line">
            <a:avLst/>
          </a:prstGeom>
          <a:ln w="3816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20" name=""/>
          <p:cNvSpPr/>
          <p:nvPr/>
        </p:nvSpPr>
        <p:spPr>
          <a:xfrm>
            <a:off x="2413080" y="3200400"/>
            <a:ext cx="1297080" cy="0"/>
          </a:xfrm>
          <a:prstGeom prst="line">
            <a:avLst/>
          </a:prstGeom>
          <a:ln w="38160">
            <a:solidFill>
              <a:srgbClr val="d0d0d0"/>
            </a:solidFill>
            <a:miter/>
            <a:tailEnd len="med"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21" name=""/>
          <p:cNvSpPr/>
          <p:nvPr/>
        </p:nvSpPr>
        <p:spPr>
          <a:xfrm>
            <a:off x="2413080" y="2514600"/>
            <a:ext cx="1297080" cy="0"/>
          </a:xfrm>
          <a:prstGeom prst="line">
            <a:avLst/>
          </a:prstGeom>
          <a:ln w="38160">
            <a:solidFill>
              <a:srgbClr val="90909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22" name=""/>
          <p:cNvSpPr/>
          <p:nvPr/>
        </p:nvSpPr>
        <p:spPr>
          <a:xfrm>
            <a:off x="2413080" y="3505320"/>
            <a:ext cx="1290600" cy="0"/>
          </a:xfrm>
          <a:prstGeom prst="line">
            <a:avLst/>
          </a:prstGeom>
          <a:ln w="38160">
            <a:solidFill>
              <a:srgbClr val="909090"/>
            </a:solidFill>
            <a:miter/>
            <a:tailEnd len="med"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23" name=""/>
          <p:cNvSpPr/>
          <p:nvPr/>
        </p:nvSpPr>
        <p:spPr>
          <a:xfrm>
            <a:off x="2514600" y="3733920"/>
            <a:ext cx="190440" cy="136440"/>
          </a:xfrm>
          <a:prstGeom prst="triangle">
            <a:avLst>
              <a:gd name="adj" fmla="val 49995"/>
            </a:avLst>
          </a:prstGeom>
          <a:solidFill>
            <a:srgbClr val="000000"/>
          </a:solidFill>
          <a:ln w="12600">
            <a:solidFill>
              <a:srgbClr val="000000"/>
            </a:solidFill>
            <a:miter/>
          </a:ln>
        </p:spPr>
        <p:style>
          <a:lnRef idx="0"/>
          <a:fillRef idx="0"/>
          <a:effectRef idx="0"/>
          <a:fontRef idx="minor"/>
        </p:style>
        <p:txBody>
          <a:bodyPr wrap="none" lIns="90000" rIns="90000" tIns="-1440" bIns="-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24" name=""/>
          <p:cNvSpPr/>
          <p:nvPr/>
        </p:nvSpPr>
        <p:spPr>
          <a:xfrm>
            <a:off x="2519280" y="4054320"/>
            <a:ext cx="190440" cy="136800"/>
          </a:xfrm>
          <a:prstGeom prst="triangle">
            <a:avLst>
              <a:gd name="adj" fmla="val 49995"/>
            </a:avLst>
          </a:prstGeom>
          <a:solidFill>
            <a:srgbClr val="909090"/>
          </a:solidFill>
          <a:ln w="12600">
            <a:solidFill>
              <a:srgbClr val="909090"/>
            </a:solidFill>
            <a:miter/>
          </a:ln>
        </p:spPr>
        <p:style>
          <a:lnRef idx="0"/>
          <a:fillRef idx="0"/>
          <a:effectRef idx="0"/>
          <a:fontRef idx="minor"/>
        </p:style>
        <p:txBody>
          <a:bodyPr wrap="none" lIns="90000" rIns="90000" tIns="-1080" bIns="-108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25" name=""/>
          <p:cNvSpPr/>
          <p:nvPr/>
        </p:nvSpPr>
        <p:spPr>
          <a:xfrm>
            <a:off x="135000" y="1663560"/>
            <a:ext cx="229716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26" name=""/>
          <p:cNvSpPr/>
          <p:nvPr/>
        </p:nvSpPr>
        <p:spPr>
          <a:xfrm>
            <a:off x="135000" y="5324400"/>
            <a:ext cx="2297160" cy="1800"/>
          </a:xfrm>
          <a:prstGeom prst="line">
            <a:avLst/>
          </a:prstGeom>
          <a:ln w="1260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sp>
        <p:nvSpPr>
          <p:cNvPr id="2127" name=""/>
          <p:cNvSpPr/>
          <p:nvPr/>
        </p:nvSpPr>
        <p:spPr>
          <a:xfrm>
            <a:off x="135000" y="1392120"/>
            <a:ext cx="21556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Header</a:t>
            </a:r>
            <a:endParaRPr b="0" lang="en-US" sz="1600" spc="-1" strike="noStrike">
              <a:solidFill>
                <a:srgbClr val="000000"/>
              </a:solidFill>
              <a:latin typeface="Times New Roman"/>
            </a:endParaRPr>
          </a:p>
        </p:txBody>
      </p:sp>
      <p:sp>
        <p:nvSpPr>
          <p:cNvPr id="2128" name=""/>
          <p:cNvSpPr/>
          <p:nvPr/>
        </p:nvSpPr>
        <p:spPr>
          <a:xfrm>
            <a:off x="135000" y="1741320"/>
            <a:ext cx="22795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129" name=""/>
          <p:cNvSpPr/>
          <p:nvPr/>
        </p:nvSpPr>
        <p:spPr>
          <a:xfrm>
            <a:off x="2529000" y="4419720"/>
            <a:ext cx="190440" cy="136440"/>
          </a:xfrm>
          <a:prstGeom prst="triangle">
            <a:avLst>
              <a:gd name="adj" fmla="val 49995"/>
            </a:avLst>
          </a:prstGeom>
          <a:solidFill>
            <a:srgbClr val="d0d0d0"/>
          </a:solidFill>
          <a:ln w="12600">
            <a:solidFill>
              <a:srgbClr val="909090"/>
            </a:solidFill>
            <a:miter/>
          </a:ln>
        </p:spPr>
        <p:style>
          <a:lnRef idx="0"/>
          <a:fillRef idx="0"/>
          <a:effectRef idx="0"/>
          <a:fontRef idx="minor"/>
        </p:style>
        <p:txBody>
          <a:bodyPr wrap="none" lIns="90000" rIns="90000" tIns="-1440" bIns="-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3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13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835E341-0E21-4C84-8DAB-F2016729A481}" type="slidenum">
              <a:t>119</a:t>
            </a:fld>
          </a:p>
        </p:txBody>
      </p:sp>
    </p:spTree>
  </p:cSld>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32" name=""/>
          <p:cNvSpPr/>
          <p:nvPr/>
        </p:nvSpPr>
        <p:spPr>
          <a:xfrm>
            <a:off x="2068560" y="1349280"/>
            <a:ext cx="675468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3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GANTT15</a:t>
            </a:r>
            <a:endParaRPr b="1" lang="en-US" sz="1900" spc="-1" strike="noStrike">
              <a:solidFill>
                <a:srgbClr val="000000"/>
              </a:solidFill>
              <a:latin typeface="Arial"/>
            </a:endParaRPr>
          </a:p>
        </p:txBody>
      </p:sp>
      <p:sp>
        <p:nvSpPr>
          <p:cNvPr id="2134" name=""/>
          <p:cNvSpPr/>
          <p:nvPr/>
        </p:nvSpPr>
        <p:spPr>
          <a:xfrm>
            <a:off x="2082960" y="1663560"/>
            <a:ext cx="45072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35" name=""/>
          <p:cNvSpPr/>
          <p:nvPr/>
        </p:nvSpPr>
        <p:spPr>
          <a:xfrm>
            <a:off x="2533680" y="1663560"/>
            <a:ext cx="44928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36" name=""/>
          <p:cNvSpPr/>
          <p:nvPr/>
        </p:nvSpPr>
        <p:spPr>
          <a:xfrm>
            <a:off x="2982960" y="1663560"/>
            <a:ext cx="45072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37" name=""/>
          <p:cNvSpPr/>
          <p:nvPr/>
        </p:nvSpPr>
        <p:spPr>
          <a:xfrm>
            <a:off x="3433680" y="1663560"/>
            <a:ext cx="44928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38" name=""/>
          <p:cNvSpPr/>
          <p:nvPr/>
        </p:nvSpPr>
        <p:spPr>
          <a:xfrm>
            <a:off x="3882960" y="1663560"/>
            <a:ext cx="45108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39" name=""/>
          <p:cNvSpPr/>
          <p:nvPr/>
        </p:nvSpPr>
        <p:spPr>
          <a:xfrm>
            <a:off x="4327560" y="1663560"/>
            <a:ext cx="449280" cy="3657600"/>
          </a:xfrm>
          <a:prstGeom prst="rect">
            <a:avLst/>
          </a:prstGeom>
          <a:solidFill>
            <a:srgbClr val="90909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0" name=""/>
          <p:cNvSpPr/>
          <p:nvPr/>
        </p:nvSpPr>
        <p:spPr>
          <a:xfrm>
            <a:off x="4776840" y="1663560"/>
            <a:ext cx="44928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1" name=""/>
          <p:cNvSpPr/>
          <p:nvPr/>
        </p:nvSpPr>
        <p:spPr>
          <a:xfrm>
            <a:off x="5226120" y="1663560"/>
            <a:ext cx="44748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2" name=""/>
          <p:cNvSpPr/>
          <p:nvPr/>
        </p:nvSpPr>
        <p:spPr>
          <a:xfrm>
            <a:off x="5673600" y="1663560"/>
            <a:ext cx="45432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3" name=""/>
          <p:cNvSpPr/>
          <p:nvPr/>
        </p:nvSpPr>
        <p:spPr>
          <a:xfrm>
            <a:off x="6127920" y="1663560"/>
            <a:ext cx="44604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4" name=""/>
          <p:cNvSpPr/>
          <p:nvPr/>
        </p:nvSpPr>
        <p:spPr>
          <a:xfrm>
            <a:off x="6573960" y="1663560"/>
            <a:ext cx="44928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5" name=""/>
          <p:cNvSpPr/>
          <p:nvPr/>
        </p:nvSpPr>
        <p:spPr>
          <a:xfrm>
            <a:off x="7023240" y="1663560"/>
            <a:ext cx="44928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6" name=""/>
          <p:cNvSpPr/>
          <p:nvPr/>
        </p:nvSpPr>
        <p:spPr>
          <a:xfrm>
            <a:off x="7472520" y="1663560"/>
            <a:ext cx="45216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7" name=""/>
          <p:cNvSpPr/>
          <p:nvPr/>
        </p:nvSpPr>
        <p:spPr>
          <a:xfrm>
            <a:off x="7924680" y="1663560"/>
            <a:ext cx="44784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8" name=""/>
          <p:cNvSpPr/>
          <p:nvPr/>
        </p:nvSpPr>
        <p:spPr>
          <a:xfrm>
            <a:off x="8372520" y="1663560"/>
            <a:ext cx="450720" cy="3657600"/>
          </a:xfrm>
          <a:prstGeom prst="rect">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49" name=""/>
          <p:cNvSpPr/>
          <p:nvPr/>
        </p:nvSpPr>
        <p:spPr>
          <a:xfrm>
            <a:off x="2090880" y="3048120"/>
            <a:ext cx="1218960" cy="0"/>
          </a:xfrm>
          <a:prstGeom prst="line">
            <a:avLst/>
          </a:prstGeom>
          <a:ln w="255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50" name=""/>
          <p:cNvSpPr/>
          <p:nvPr/>
        </p:nvSpPr>
        <p:spPr>
          <a:xfrm>
            <a:off x="2090880" y="1981080"/>
            <a:ext cx="1218960" cy="0"/>
          </a:xfrm>
          <a:prstGeom prst="line">
            <a:avLst/>
          </a:prstGeom>
          <a:ln w="25560">
            <a:solidFill>
              <a:srgbClr val="000000"/>
            </a:solidFill>
            <a:miter/>
            <a:tailEnd len="med"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51" name=""/>
          <p:cNvSpPr/>
          <p:nvPr/>
        </p:nvSpPr>
        <p:spPr>
          <a:xfrm>
            <a:off x="2090880" y="3352680"/>
            <a:ext cx="1218960" cy="0"/>
          </a:xfrm>
          <a:prstGeom prst="line">
            <a:avLst/>
          </a:prstGeom>
          <a:ln w="25560">
            <a:solidFill>
              <a:srgbClr val="90909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52" name=""/>
          <p:cNvSpPr/>
          <p:nvPr/>
        </p:nvSpPr>
        <p:spPr>
          <a:xfrm>
            <a:off x="2090880" y="2362320"/>
            <a:ext cx="1236600" cy="0"/>
          </a:xfrm>
          <a:prstGeom prst="line">
            <a:avLst/>
          </a:prstGeom>
          <a:ln w="25560">
            <a:solidFill>
              <a:srgbClr val="909090"/>
            </a:solidFill>
            <a:miter/>
            <a:tailEnd len="med"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53" name=""/>
          <p:cNvSpPr/>
          <p:nvPr/>
        </p:nvSpPr>
        <p:spPr>
          <a:xfrm>
            <a:off x="2233440" y="4038480"/>
            <a:ext cx="179640" cy="136800"/>
          </a:xfrm>
          <a:prstGeom prst="triangle">
            <a:avLst>
              <a:gd name="adj" fmla="val 49995"/>
            </a:avLst>
          </a:prstGeom>
          <a:solidFill>
            <a:srgbClr val="000000"/>
          </a:solidFill>
          <a:ln w="12600">
            <a:solidFill>
              <a:srgbClr val="000000"/>
            </a:solidFill>
            <a:miter/>
          </a:ln>
        </p:spPr>
        <p:style>
          <a:lnRef idx="0"/>
          <a:fillRef idx="0"/>
          <a:effectRef idx="0"/>
          <a:fontRef idx="minor"/>
        </p:style>
        <p:txBody>
          <a:bodyPr wrap="none" lIns="90000" rIns="90000" tIns="-1080" bIns="-108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54" name=""/>
          <p:cNvSpPr/>
          <p:nvPr/>
        </p:nvSpPr>
        <p:spPr>
          <a:xfrm>
            <a:off x="2233440" y="4334040"/>
            <a:ext cx="179640" cy="136440"/>
          </a:xfrm>
          <a:prstGeom prst="triangle">
            <a:avLst>
              <a:gd name="adj" fmla="val 49995"/>
            </a:avLst>
          </a:prstGeom>
          <a:solidFill>
            <a:srgbClr val="909090"/>
          </a:solidFill>
          <a:ln w="12600">
            <a:solidFill>
              <a:srgbClr val="909090"/>
            </a:solidFill>
            <a:miter/>
          </a:ln>
        </p:spPr>
        <p:style>
          <a:lnRef idx="0"/>
          <a:fillRef idx="0"/>
          <a:effectRef idx="0"/>
          <a:fontRef idx="minor"/>
        </p:style>
        <p:txBody>
          <a:bodyPr wrap="none" lIns="90000" rIns="90000" tIns="-1440" bIns="-144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55" name=""/>
          <p:cNvSpPr/>
          <p:nvPr/>
        </p:nvSpPr>
        <p:spPr>
          <a:xfrm>
            <a:off x="135000" y="1665360"/>
            <a:ext cx="196380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56" name=""/>
          <p:cNvSpPr/>
          <p:nvPr/>
        </p:nvSpPr>
        <p:spPr>
          <a:xfrm>
            <a:off x="135000" y="5318280"/>
            <a:ext cx="196380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57" name=""/>
          <p:cNvSpPr/>
          <p:nvPr/>
        </p:nvSpPr>
        <p:spPr>
          <a:xfrm>
            <a:off x="135000" y="1401840"/>
            <a:ext cx="18651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Header</a:t>
            </a:r>
            <a:endParaRPr b="0" lang="en-US" sz="1600" spc="-1" strike="noStrike">
              <a:solidFill>
                <a:srgbClr val="000000"/>
              </a:solidFill>
              <a:latin typeface="Times New Roman"/>
            </a:endParaRPr>
          </a:p>
        </p:txBody>
      </p:sp>
      <p:sp>
        <p:nvSpPr>
          <p:cNvPr id="2158" name=""/>
          <p:cNvSpPr/>
          <p:nvPr/>
        </p:nvSpPr>
        <p:spPr>
          <a:xfrm>
            <a:off x="135000" y="1749600"/>
            <a:ext cx="18619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2159" name=""/>
          <p:cNvSpPr/>
          <p:nvPr/>
        </p:nvSpPr>
        <p:spPr>
          <a:xfrm>
            <a:off x="208296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0" name=""/>
          <p:cNvSpPr/>
          <p:nvPr/>
        </p:nvSpPr>
        <p:spPr>
          <a:xfrm>
            <a:off x="253368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1" name=""/>
          <p:cNvSpPr/>
          <p:nvPr/>
        </p:nvSpPr>
        <p:spPr>
          <a:xfrm>
            <a:off x="298296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2" name=""/>
          <p:cNvSpPr/>
          <p:nvPr/>
        </p:nvSpPr>
        <p:spPr>
          <a:xfrm>
            <a:off x="3433680" y="1401840"/>
            <a:ext cx="351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3" name=""/>
          <p:cNvSpPr/>
          <p:nvPr/>
        </p:nvSpPr>
        <p:spPr>
          <a:xfrm>
            <a:off x="837252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4" name=""/>
          <p:cNvSpPr/>
          <p:nvPr/>
        </p:nvSpPr>
        <p:spPr>
          <a:xfrm>
            <a:off x="7924680" y="1401840"/>
            <a:ext cx="351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5" name=""/>
          <p:cNvSpPr/>
          <p:nvPr/>
        </p:nvSpPr>
        <p:spPr>
          <a:xfrm>
            <a:off x="747252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6" name=""/>
          <p:cNvSpPr/>
          <p:nvPr/>
        </p:nvSpPr>
        <p:spPr>
          <a:xfrm>
            <a:off x="702324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7" name=""/>
          <p:cNvSpPr/>
          <p:nvPr/>
        </p:nvSpPr>
        <p:spPr>
          <a:xfrm>
            <a:off x="657396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8" name=""/>
          <p:cNvSpPr/>
          <p:nvPr/>
        </p:nvSpPr>
        <p:spPr>
          <a:xfrm>
            <a:off x="612792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69" name=""/>
          <p:cNvSpPr/>
          <p:nvPr/>
        </p:nvSpPr>
        <p:spPr>
          <a:xfrm>
            <a:off x="5673600" y="1401840"/>
            <a:ext cx="351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70" name=""/>
          <p:cNvSpPr/>
          <p:nvPr/>
        </p:nvSpPr>
        <p:spPr>
          <a:xfrm>
            <a:off x="522612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71" name=""/>
          <p:cNvSpPr/>
          <p:nvPr/>
        </p:nvSpPr>
        <p:spPr>
          <a:xfrm>
            <a:off x="477684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72" name=""/>
          <p:cNvSpPr/>
          <p:nvPr/>
        </p:nvSpPr>
        <p:spPr>
          <a:xfrm>
            <a:off x="4327560" y="1401840"/>
            <a:ext cx="350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73" name=""/>
          <p:cNvSpPr/>
          <p:nvPr/>
        </p:nvSpPr>
        <p:spPr>
          <a:xfrm>
            <a:off x="3882960" y="1401840"/>
            <a:ext cx="351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74" name=""/>
          <p:cNvSpPr/>
          <p:nvPr/>
        </p:nvSpPr>
        <p:spPr>
          <a:xfrm>
            <a:off x="2082960" y="1087560"/>
            <a:ext cx="66801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zh-CN" sz="1600" spc="-1" strike="noStrike">
                <a:solidFill>
                  <a:srgbClr val="000000"/>
                </a:solidFill>
                <a:latin typeface="Arial"/>
                <a:ea typeface="宋体"/>
              </a:rPr>
              <a:t>##</a:t>
            </a:r>
            <a:endParaRPr b="0" lang="en-US" sz="1600" spc="-1" strike="noStrike">
              <a:solidFill>
                <a:srgbClr val="000000"/>
              </a:solidFill>
              <a:latin typeface="Times New Roman"/>
            </a:endParaRPr>
          </a:p>
        </p:txBody>
      </p:sp>
      <p:sp>
        <p:nvSpPr>
          <p:cNvPr id="2175" name=""/>
          <p:cNvSpPr/>
          <p:nvPr/>
        </p:nvSpPr>
        <p:spPr>
          <a:xfrm>
            <a:off x="2057400" y="2743200"/>
            <a:ext cx="1236600" cy="0"/>
          </a:xfrm>
          <a:prstGeom prst="line">
            <a:avLst/>
          </a:prstGeom>
          <a:ln w="25560">
            <a:solidFill>
              <a:srgbClr val="d0d0d0"/>
            </a:solidFill>
            <a:miter/>
            <a:tailEnd len="med" type="triangle" w="med"/>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76" name=""/>
          <p:cNvSpPr/>
          <p:nvPr/>
        </p:nvSpPr>
        <p:spPr>
          <a:xfrm>
            <a:off x="2057400" y="3657600"/>
            <a:ext cx="1219320" cy="0"/>
          </a:xfrm>
          <a:prstGeom prst="line">
            <a:avLst/>
          </a:prstGeom>
          <a:ln w="25560">
            <a:solidFill>
              <a:srgbClr val="d0d0d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177" name=""/>
          <p:cNvSpPr/>
          <p:nvPr/>
        </p:nvSpPr>
        <p:spPr>
          <a:xfrm>
            <a:off x="2238480" y="4697280"/>
            <a:ext cx="179280" cy="136800"/>
          </a:xfrm>
          <a:prstGeom prst="triangle">
            <a:avLst>
              <a:gd name="adj" fmla="val 49995"/>
            </a:avLst>
          </a:prstGeom>
          <a:solidFill>
            <a:srgbClr val="d0d0d0"/>
          </a:solidFill>
          <a:ln w="12600">
            <a:solidFill>
              <a:srgbClr val="d0d0d0"/>
            </a:solidFill>
            <a:miter/>
          </a:ln>
        </p:spPr>
        <p:style>
          <a:lnRef idx="0"/>
          <a:fillRef idx="0"/>
          <a:effectRef idx="0"/>
          <a:fontRef idx="minor"/>
        </p:style>
        <p:txBody>
          <a:bodyPr wrap="none" lIns="90000" rIns="90000" tIns="-1080" bIns="-108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7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17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E829F91-60D1-4214-B630-7E4A2CE29079}" type="slidenum">
              <a:t>120</a:t>
            </a:fld>
          </a:p>
        </p:txBody>
      </p:sp>
    </p:spTree>
  </p:cSld>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80" name=""/>
          <p:cNvSpPr/>
          <p:nvPr/>
        </p:nvSpPr>
        <p:spPr>
          <a:xfrm>
            <a:off x="4133880" y="1782720"/>
            <a:ext cx="3187800" cy="3075120"/>
          </a:xfrm>
          <a:prstGeom prst="ellipse">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81" name=""/>
          <p:cNvSpPr/>
          <p:nvPr/>
        </p:nvSpPr>
        <p:spPr>
          <a:xfrm>
            <a:off x="1573200" y="1782720"/>
            <a:ext cx="3187800" cy="3075120"/>
          </a:xfrm>
          <a:prstGeom prst="ellipse">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82" name=""/>
          <p:cNvSpPr/>
          <p:nvPr/>
        </p:nvSpPr>
        <p:spPr>
          <a:xfrm>
            <a:off x="4133880" y="1782720"/>
            <a:ext cx="3187800" cy="307512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83" name=""/>
          <p:cNvSpPr/>
          <p:nvPr/>
        </p:nvSpPr>
        <p:spPr>
          <a:xfrm>
            <a:off x="1573200" y="1782720"/>
            <a:ext cx="3187800" cy="307512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84" name=""/>
          <p:cNvSpPr/>
          <p:nvPr/>
        </p:nvSpPr>
        <p:spPr>
          <a:xfrm>
            <a:off x="1673280" y="3241800"/>
            <a:ext cx="2388960" cy="244440"/>
          </a:xfrm>
          <a:prstGeom prst="rect">
            <a:avLst/>
          </a:prstGeom>
          <a:noFill/>
          <a:ln w="0">
            <a:noFill/>
          </a:ln>
        </p:spPr>
        <p:style>
          <a:lnRef idx="0"/>
          <a:fillRef idx="0"/>
          <a:effectRef idx="0"/>
          <a:fontRef idx="minor"/>
        </p:style>
        <p:txBody>
          <a:bodyPr lIns="0" rIns="0" tIns="0" bIns="0" anchor="ctr" anchorCtr="1">
            <a:norm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185" name=""/>
          <p:cNvSpPr/>
          <p:nvPr/>
        </p:nvSpPr>
        <p:spPr>
          <a:xfrm>
            <a:off x="4819680" y="3241800"/>
            <a:ext cx="2390760" cy="244440"/>
          </a:xfrm>
          <a:prstGeom prst="rect">
            <a:avLst/>
          </a:prstGeom>
          <a:noFill/>
          <a:ln w="0">
            <a:noFill/>
          </a:ln>
        </p:spPr>
        <p:style>
          <a:lnRef idx="0"/>
          <a:fillRef idx="0"/>
          <a:effectRef idx="0"/>
          <a:fontRef idx="minor"/>
        </p:style>
        <p:txBody>
          <a:bodyPr lIns="0" rIns="0" tIns="0" bIns="0" anchor="ctr" anchorCtr="1">
            <a:norm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186" name=""/>
          <p:cNvSpPr/>
          <p:nvPr/>
        </p:nvSpPr>
        <p:spPr>
          <a:xfrm>
            <a:off x="4138560" y="2406600"/>
            <a:ext cx="627120" cy="1828800"/>
          </a:xfrm>
          <a:custGeom>
            <a:avLst/>
            <a:gdLst/>
            <a:ahLst/>
            <a:rect l="l" t="t" r="r" b="b"/>
            <a:pathLst>
              <a:path w="389" h="1152">
                <a:moveTo>
                  <a:pt x="197" y="0"/>
                </a:moveTo>
                <a:lnTo>
                  <a:pt x="152" y="66"/>
                </a:lnTo>
                <a:lnTo>
                  <a:pt x="114" y="127"/>
                </a:lnTo>
                <a:lnTo>
                  <a:pt x="68" y="223"/>
                </a:lnTo>
                <a:lnTo>
                  <a:pt x="47" y="285"/>
                </a:lnTo>
                <a:lnTo>
                  <a:pt x="27" y="355"/>
                </a:lnTo>
                <a:lnTo>
                  <a:pt x="8" y="459"/>
                </a:lnTo>
                <a:lnTo>
                  <a:pt x="0" y="570"/>
                </a:lnTo>
                <a:lnTo>
                  <a:pt x="6" y="688"/>
                </a:lnTo>
                <a:lnTo>
                  <a:pt x="29" y="802"/>
                </a:lnTo>
                <a:lnTo>
                  <a:pt x="51" y="873"/>
                </a:lnTo>
                <a:lnTo>
                  <a:pt x="66" y="916"/>
                </a:lnTo>
                <a:lnTo>
                  <a:pt x="90" y="973"/>
                </a:lnTo>
                <a:lnTo>
                  <a:pt x="120" y="1032"/>
                </a:lnTo>
                <a:lnTo>
                  <a:pt x="152" y="1089"/>
                </a:lnTo>
                <a:lnTo>
                  <a:pt x="193" y="1152"/>
                </a:lnTo>
                <a:lnTo>
                  <a:pt x="240" y="1089"/>
                </a:lnTo>
                <a:lnTo>
                  <a:pt x="278" y="1024"/>
                </a:lnTo>
                <a:lnTo>
                  <a:pt x="313" y="948"/>
                </a:lnTo>
                <a:lnTo>
                  <a:pt x="348" y="856"/>
                </a:lnTo>
                <a:lnTo>
                  <a:pt x="374" y="742"/>
                </a:lnTo>
                <a:lnTo>
                  <a:pt x="383" y="673"/>
                </a:lnTo>
                <a:lnTo>
                  <a:pt x="389" y="592"/>
                </a:lnTo>
                <a:lnTo>
                  <a:pt x="385" y="484"/>
                </a:lnTo>
                <a:lnTo>
                  <a:pt x="365" y="356"/>
                </a:lnTo>
                <a:lnTo>
                  <a:pt x="326" y="231"/>
                </a:lnTo>
                <a:lnTo>
                  <a:pt x="278" y="130"/>
                </a:lnTo>
                <a:lnTo>
                  <a:pt x="197" y="0"/>
                </a:lnTo>
                <a:close/>
              </a:path>
            </a:pathLst>
          </a:custGeom>
          <a:solidFill>
            <a:srgbClr val="90909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18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VENN 2</a:t>
            </a:r>
            <a:endParaRPr b="1" lang="en-US" sz="1900" spc="-1" strike="noStrike">
              <a:solidFill>
                <a:srgbClr val="000000"/>
              </a:solidFill>
              <a:latin typeface="Arial"/>
            </a:endParaRPr>
          </a:p>
        </p:txBody>
      </p:sp>
      <p:sp>
        <p:nvSpPr>
          <p:cNvPr id="218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18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920C58C-2225-4E1F-A705-BAFCBBA5F5D0}" type="slidenum">
              <a:t>121</a:t>
            </a:fld>
          </a:p>
        </p:txBody>
      </p:sp>
    </p:spTree>
  </p:cSld>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0" name=""/>
          <p:cNvSpPr/>
          <p:nvPr/>
        </p:nvSpPr>
        <p:spPr>
          <a:xfrm>
            <a:off x="1805040" y="1138320"/>
            <a:ext cx="2882880" cy="2776320"/>
          </a:xfrm>
          <a:prstGeom prst="ellipse">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91" name=""/>
          <p:cNvSpPr/>
          <p:nvPr/>
        </p:nvSpPr>
        <p:spPr>
          <a:xfrm>
            <a:off x="4340160" y="1138320"/>
            <a:ext cx="2882880" cy="2776320"/>
          </a:xfrm>
          <a:prstGeom prst="ellipse">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92" name=""/>
          <p:cNvSpPr/>
          <p:nvPr/>
        </p:nvSpPr>
        <p:spPr>
          <a:xfrm>
            <a:off x="3073320" y="3244680"/>
            <a:ext cx="2881440" cy="2776680"/>
          </a:xfrm>
          <a:prstGeom prst="ellipse">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93" name=""/>
          <p:cNvSpPr/>
          <p:nvPr/>
        </p:nvSpPr>
        <p:spPr>
          <a:xfrm>
            <a:off x="3073320" y="3244680"/>
            <a:ext cx="2881440" cy="277668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94" name=""/>
          <p:cNvSpPr/>
          <p:nvPr/>
        </p:nvSpPr>
        <p:spPr>
          <a:xfrm>
            <a:off x="1805040" y="1138320"/>
            <a:ext cx="2882880" cy="27763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95" name=""/>
          <p:cNvSpPr/>
          <p:nvPr/>
        </p:nvSpPr>
        <p:spPr>
          <a:xfrm>
            <a:off x="4340160" y="1138320"/>
            <a:ext cx="2882880" cy="2776320"/>
          </a:xfrm>
          <a:prstGeom prst="ellipse">
            <a:avLst/>
          </a:prstGeom>
          <a:solidFill>
            <a:srgbClr val="ffffff"/>
          </a:solidFill>
          <a:ln w="12600">
            <a:solidFill>
              <a:srgbClr val="000000"/>
            </a:solidFill>
            <a:miter/>
          </a:ln>
        </p:spPr>
        <p:style>
          <a:lnRef idx="0"/>
          <a:fillRef idx="0"/>
          <a:effectRef idx="0"/>
          <a:fontRef idx="minor"/>
        </p:style>
        <p:txBody>
          <a:bodyPr wrap="none" lIns="0" rIns="0" tIns="0" bIns="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196" name=""/>
          <p:cNvSpPr/>
          <p:nvPr/>
        </p:nvSpPr>
        <p:spPr>
          <a:xfrm>
            <a:off x="1905120" y="2395440"/>
            <a:ext cx="2361960" cy="244440"/>
          </a:xfrm>
          <a:prstGeom prst="rect">
            <a:avLst/>
          </a:prstGeom>
          <a:noFill/>
          <a:ln w="0">
            <a:noFill/>
          </a:ln>
        </p:spPr>
        <p:style>
          <a:lnRef idx="0"/>
          <a:fillRef idx="0"/>
          <a:effectRef idx="0"/>
          <a:fontRef idx="minor"/>
        </p:style>
        <p:txBody>
          <a:bodyPr lIns="0" rIns="0" tIns="0" bIns="0" anchor="ctr" anchorCtr="1">
            <a:norm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197" name=""/>
          <p:cNvSpPr/>
          <p:nvPr/>
        </p:nvSpPr>
        <p:spPr>
          <a:xfrm>
            <a:off x="4800600" y="2405160"/>
            <a:ext cx="2268360" cy="244440"/>
          </a:xfrm>
          <a:prstGeom prst="rect">
            <a:avLst/>
          </a:prstGeom>
          <a:noFill/>
          <a:ln w="0">
            <a:noFill/>
          </a:ln>
        </p:spPr>
        <p:style>
          <a:lnRef idx="0"/>
          <a:fillRef idx="0"/>
          <a:effectRef idx="0"/>
          <a:fontRef idx="minor"/>
        </p:style>
        <p:txBody>
          <a:bodyPr lIns="0" rIns="0" tIns="0" bIns="0" anchor="ctr" anchorCtr="1">
            <a:norm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198" name=""/>
          <p:cNvSpPr/>
          <p:nvPr/>
        </p:nvSpPr>
        <p:spPr>
          <a:xfrm>
            <a:off x="3370320" y="4565520"/>
            <a:ext cx="2268360" cy="244440"/>
          </a:xfrm>
          <a:prstGeom prst="rect">
            <a:avLst/>
          </a:prstGeom>
          <a:noFill/>
          <a:ln w="0">
            <a:noFill/>
          </a:ln>
        </p:spPr>
        <p:style>
          <a:lnRef idx="0"/>
          <a:fillRef idx="0"/>
          <a:effectRef idx="0"/>
          <a:fontRef idx="minor"/>
        </p:style>
        <p:txBody>
          <a:bodyPr lIns="0" rIns="0" tIns="0" bIns="0" anchor="ctr" anchorCtr="1">
            <a:norm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199" name=""/>
          <p:cNvSpPr/>
          <p:nvPr/>
        </p:nvSpPr>
        <p:spPr>
          <a:xfrm>
            <a:off x="4335480" y="1866960"/>
            <a:ext cx="352440" cy="1324080"/>
          </a:xfrm>
          <a:custGeom>
            <a:avLst/>
            <a:gdLst/>
            <a:ahLst/>
            <a:rect l="l" t="t" r="r" b="b"/>
            <a:pathLst>
              <a:path w="222" h="834">
                <a:moveTo>
                  <a:pt x="111" y="0"/>
                </a:moveTo>
                <a:lnTo>
                  <a:pt x="90" y="42"/>
                </a:lnTo>
                <a:lnTo>
                  <a:pt x="74" y="78"/>
                </a:lnTo>
                <a:lnTo>
                  <a:pt x="51" y="133"/>
                </a:lnTo>
                <a:lnTo>
                  <a:pt x="33" y="185"/>
                </a:lnTo>
                <a:lnTo>
                  <a:pt x="21" y="243"/>
                </a:lnTo>
                <a:lnTo>
                  <a:pt x="12" y="296"/>
                </a:lnTo>
                <a:lnTo>
                  <a:pt x="3" y="360"/>
                </a:lnTo>
                <a:lnTo>
                  <a:pt x="0" y="423"/>
                </a:lnTo>
                <a:lnTo>
                  <a:pt x="8" y="509"/>
                </a:lnTo>
                <a:lnTo>
                  <a:pt x="15" y="562"/>
                </a:lnTo>
                <a:lnTo>
                  <a:pt x="36" y="653"/>
                </a:lnTo>
                <a:lnTo>
                  <a:pt x="63" y="728"/>
                </a:lnTo>
                <a:lnTo>
                  <a:pt x="84" y="776"/>
                </a:lnTo>
                <a:lnTo>
                  <a:pt x="114" y="834"/>
                </a:lnTo>
                <a:lnTo>
                  <a:pt x="150" y="765"/>
                </a:lnTo>
                <a:lnTo>
                  <a:pt x="186" y="668"/>
                </a:lnTo>
                <a:lnTo>
                  <a:pt x="207" y="583"/>
                </a:lnTo>
                <a:lnTo>
                  <a:pt x="219" y="477"/>
                </a:lnTo>
                <a:lnTo>
                  <a:pt x="222" y="393"/>
                </a:lnTo>
                <a:lnTo>
                  <a:pt x="219" y="335"/>
                </a:lnTo>
                <a:lnTo>
                  <a:pt x="207" y="251"/>
                </a:lnTo>
                <a:lnTo>
                  <a:pt x="186" y="169"/>
                </a:lnTo>
                <a:lnTo>
                  <a:pt x="165" y="115"/>
                </a:lnTo>
                <a:lnTo>
                  <a:pt x="138" y="45"/>
                </a:lnTo>
                <a:lnTo>
                  <a:pt x="111" y="0"/>
                </a:lnTo>
                <a:close/>
              </a:path>
            </a:pathLst>
          </a:custGeom>
          <a:solidFill>
            <a:srgbClr val="90909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200" name=""/>
          <p:cNvSpPr/>
          <p:nvPr/>
        </p:nvSpPr>
        <p:spPr>
          <a:xfrm>
            <a:off x="4548240" y="3243240"/>
            <a:ext cx="1206360" cy="671400"/>
          </a:xfrm>
          <a:custGeom>
            <a:avLst/>
            <a:gdLst/>
            <a:ahLst/>
            <a:rect l="l" t="t" r="r" b="b"/>
            <a:pathLst>
              <a:path w="760" h="423">
                <a:moveTo>
                  <a:pt x="0" y="0"/>
                </a:moveTo>
                <a:lnTo>
                  <a:pt x="52" y="0"/>
                </a:lnTo>
                <a:lnTo>
                  <a:pt x="118" y="9"/>
                </a:lnTo>
                <a:lnTo>
                  <a:pt x="186" y="24"/>
                </a:lnTo>
                <a:lnTo>
                  <a:pt x="253" y="42"/>
                </a:lnTo>
                <a:lnTo>
                  <a:pt x="315" y="63"/>
                </a:lnTo>
                <a:lnTo>
                  <a:pt x="388" y="93"/>
                </a:lnTo>
                <a:lnTo>
                  <a:pt x="448" y="126"/>
                </a:lnTo>
                <a:lnTo>
                  <a:pt x="523" y="174"/>
                </a:lnTo>
                <a:lnTo>
                  <a:pt x="577" y="219"/>
                </a:lnTo>
                <a:lnTo>
                  <a:pt x="640" y="279"/>
                </a:lnTo>
                <a:lnTo>
                  <a:pt x="696" y="339"/>
                </a:lnTo>
                <a:lnTo>
                  <a:pt x="760" y="423"/>
                </a:lnTo>
                <a:lnTo>
                  <a:pt x="694" y="420"/>
                </a:lnTo>
                <a:lnTo>
                  <a:pt x="610" y="410"/>
                </a:lnTo>
                <a:lnTo>
                  <a:pt x="532" y="393"/>
                </a:lnTo>
                <a:lnTo>
                  <a:pt x="451" y="366"/>
                </a:lnTo>
                <a:lnTo>
                  <a:pt x="397" y="342"/>
                </a:lnTo>
                <a:lnTo>
                  <a:pt x="330" y="311"/>
                </a:lnTo>
                <a:lnTo>
                  <a:pt x="271" y="275"/>
                </a:lnTo>
                <a:lnTo>
                  <a:pt x="214" y="237"/>
                </a:lnTo>
                <a:lnTo>
                  <a:pt x="163" y="192"/>
                </a:lnTo>
                <a:lnTo>
                  <a:pt x="112" y="147"/>
                </a:lnTo>
                <a:lnTo>
                  <a:pt x="79" y="111"/>
                </a:lnTo>
                <a:lnTo>
                  <a:pt x="43" y="66"/>
                </a:lnTo>
                <a:lnTo>
                  <a:pt x="21" y="30"/>
                </a:lnTo>
                <a:lnTo>
                  <a:pt x="0" y="0"/>
                </a:lnTo>
                <a:close/>
              </a:path>
            </a:pathLst>
          </a:custGeom>
          <a:solidFill>
            <a:srgbClr val="90909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201" name=""/>
          <p:cNvSpPr/>
          <p:nvPr/>
        </p:nvSpPr>
        <p:spPr>
          <a:xfrm>
            <a:off x="3286080" y="3247920"/>
            <a:ext cx="1190520" cy="666720"/>
          </a:xfrm>
          <a:custGeom>
            <a:avLst/>
            <a:gdLst/>
            <a:ahLst/>
            <a:rect l="l" t="t" r="r" b="b"/>
            <a:pathLst>
              <a:path w="750" h="420">
                <a:moveTo>
                  <a:pt x="750" y="0"/>
                </a:moveTo>
                <a:lnTo>
                  <a:pt x="736" y="23"/>
                </a:lnTo>
                <a:lnTo>
                  <a:pt x="714" y="54"/>
                </a:lnTo>
                <a:lnTo>
                  <a:pt x="687" y="90"/>
                </a:lnTo>
                <a:lnTo>
                  <a:pt x="660" y="120"/>
                </a:lnTo>
                <a:lnTo>
                  <a:pt x="639" y="146"/>
                </a:lnTo>
                <a:lnTo>
                  <a:pt x="612" y="168"/>
                </a:lnTo>
                <a:lnTo>
                  <a:pt x="573" y="206"/>
                </a:lnTo>
                <a:lnTo>
                  <a:pt x="537" y="234"/>
                </a:lnTo>
                <a:lnTo>
                  <a:pt x="496" y="264"/>
                </a:lnTo>
                <a:lnTo>
                  <a:pt x="451" y="293"/>
                </a:lnTo>
                <a:lnTo>
                  <a:pt x="409" y="317"/>
                </a:lnTo>
                <a:lnTo>
                  <a:pt x="366" y="336"/>
                </a:lnTo>
                <a:lnTo>
                  <a:pt x="316" y="357"/>
                </a:lnTo>
                <a:lnTo>
                  <a:pt x="268" y="374"/>
                </a:lnTo>
                <a:lnTo>
                  <a:pt x="210" y="392"/>
                </a:lnTo>
                <a:lnTo>
                  <a:pt x="148" y="405"/>
                </a:lnTo>
                <a:lnTo>
                  <a:pt x="93" y="414"/>
                </a:lnTo>
                <a:lnTo>
                  <a:pt x="43" y="419"/>
                </a:lnTo>
                <a:lnTo>
                  <a:pt x="0" y="420"/>
                </a:lnTo>
                <a:lnTo>
                  <a:pt x="21" y="386"/>
                </a:lnTo>
                <a:lnTo>
                  <a:pt x="40" y="357"/>
                </a:lnTo>
                <a:lnTo>
                  <a:pt x="64" y="329"/>
                </a:lnTo>
                <a:lnTo>
                  <a:pt x="93" y="294"/>
                </a:lnTo>
                <a:lnTo>
                  <a:pt x="123" y="263"/>
                </a:lnTo>
                <a:lnTo>
                  <a:pt x="159" y="231"/>
                </a:lnTo>
                <a:lnTo>
                  <a:pt x="196" y="198"/>
                </a:lnTo>
                <a:lnTo>
                  <a:pt x="235" y="168"/>
                </a:lnTo>
                <a:lnTo>
                  <a:pt x="265" y="149"/>
                </a:lnTo>
                <a:lnTo>
                  <a:pt x="300" y="126"/>
                </a:lnTo>
                <a:lnTo>
                  <a:pt x="345" y="104"/>
                </a:lnTo>
                <a:lnTo>
                  <a:pt x="387" y="83"/>
                </a:lnTo>
                <a:lnTo>
                  <a:pt x="429" y="66"/>
                </a:lnTo>
                <a:lnTo>
                  <a:pt x="469" y="51"/>
                </a:lnTo>
                <a:lnTo>
                  <a:pt x="505" y="39"/>
                </a:lnTo>
                <a:lnTo>
                  <a:pt x="544" y="27"/>
                </a:lnTo>
                <a:lnTo>
                  <a:pt x="583" y="18"/>
                </a:lnTo>
                <a:lnTo>
                  <a:pt x="630" y="11"/>
                </a:lnTo>
                <a:lnTo>
                  <a:pt x="679" y="3"/>
                </a:lnTo>
                <a:lnTo>
                  <a:pt x="733" y="0"/>
                </a:lnTo>
                <a:lnTo>
                  <a:pt x="750" y="0"/>
                </a:lnTo>
                <a:close/>
              </a:path>
            </a:pathLst>
          </a:custGeom>
          <a:solidFill>
            <a:srgbClr val="909090"/>
          </a:solidFill>
          <a:ln cap="rnd" w="1260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220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VENN 3</a:t>
            </a:r>
            <a:endParaRPr b="1" lang="en-US" sz="1900" spc="-1" strike="noStrike">
              <a:solidFill>
                <a:srgbClr val="000000"/>
              </a:solidFill>
              <a:latin typeface="Arial"/>
            </a:endParaRPr>
          </a:p>
        </p:txBody>
      </p:sp>
      <p:sp>
        <p:nvSpPr>
          <p:cNvPr id="220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0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7337E6C-6238-4F2A-B5A9-DF9F2335A556}" type="slidenum">
              <a:t>122</a:t>
            </a:fld>
          </a:p>
        </p:txBody>
      </p:sp>
    </p:spTree>
  </p:cSld>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05" name="McK Confidential"/>
          <p:cNvSpPr/>
          <p:nvPr/>
        </p:nvSpPr>
        <p:spPr>
          <a:xfrm>
            <a:off x="2639880" y="2139840"/>
            <a:ext cx="14860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CONFIDENTIAL</a:t>
            </a:r>
            <a:endParaRPr b="0" lang="en-US" sz="1400" spc="-1" strike="noStrike">
              <a:solidFill>
                <a:srgbClr val="000000"/>
              </a:solidFill>
              <a:latin typeface="Times New Roman"/>
            </a:endParaRPr>
          </a:p>
        </p:txBody>
      </p:sp>
      <p:sp>
        <p:nvSpPr>
          <p:cNvPr id="2206" name="PlaceHolder 1"/>
          <p:cNvSpPr>
            <a:spLocks noGrp="1"/>
          </p:cNvSpPr>
          <p:nvPr>
            <p:ph type="title"/>
          </p:nvPr>
        </p:nvSpPr>
        <p:spPr>
          <a:xfrm>
            <a:off x="2639880" y="2701440"/>
            <a:ext cx="5027760" cy="366120"/>
          </a:xfrm>
          <a:prstGeom prst="rect">
            <a:avLst/>
          </a:prstGeom>
          <a:noFill/>
          <a:ln w="0">
            <a:noFill/>
          </a:ln>
        </p:spPr>
        <p:txBody>
          <a:bodyPr lIns="0" rIns="0" tIns="0" bIns="0" anchor="t">
            <a:noAutofit/>
          </a:bodyPr>
          <a:p>
            <a:pPr indent="0">
              <a:lnSpc>
                <a:spcPct val="100000"/>
              </a:lnSpc>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2400" spc="-1" strike="noStrike">
                <a:solidFill>
                  <a:srgbClr val="000000"/>
                </a:solidFill>
                <a:latin typeface="Arial Black"/>
                <a:ea typeface="-윤고딕130"/>
              </a:rPr>
              <a:t>Frequently Used Template </a:t>
            </a:r>
            <a:endParaRPr b="0" lang="en-US" sz="2400" spc="-1" strike="noStrike">
              <a:solidFill>
                <a:srgbClr val="000000"/>
              </a:solidFill>
              <a:latin typeface="Arial"/>
            </a:endParaRPr>
          </a:p>
        </p:txBody>
      </p:sp>
      <p:sp>
        <p:nvSpPr>
          <p:cNvPr id="2207" name="PlaceHolder 2"/>
          <p:cNvSpPr>
            <a:spLocks noGrp="1"/>
          </p:cNvSpPr>
          <p:nvPr>
            <p:ph type="subTitle"/>
          </p:nvPr>
        </p:nvSpPr>
        <p:spPr>
          <a:xfrm>
            <a:off x="2639880" y="3882600"/>
            <a:ext cx="5027760" cy="21384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rPr>
              <a:t>Data Driven</a:t>
            </a:r>
            <a:endParaRPr b="0" lang="en-US" sz="1400" spc="-1" strike="noStrike">
              <a:solidFill>
                <a:srgbClr val="000000"/>
              </a:solidFill>
              <a:latin typeface="Arial"/>
            </a:endParaRPr>
          </a:p>
        </p:txBody>
      </p:sp>
      <p:sp>
        <p:nvSpPr>
          <p:cNvPr id="2208" name="McK Document"/>
          <p:cNvSpPr/>
          <p:nvPr/>
        </p:nvSpPr>
        <p:spPr>
          <a:xfrm>
            <a:off x="2639880" y="4839120"/>
            <a:ext cx="502776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Template </a:t>
            </a:r>
            <a:endParaRPr b="0" lang="en-US" sz="1400" spc="-1" strike="noStrike">
              <a:solidFill>
                <a:srgbClr val="000000"/>
              </a:solidFill>
              <a:latin typeface="Times New Roman"/>
            </a:endParaRPr>
          </a:p>
        </p:txBody>
      </p:sp>
      <p:sp>
        <p:nvSpPr>
          <p:cNvPr id="2209" name="McK Date"/>
          <p:cNvSpPr/>
          <p:nvPr/>
        </p:nvSpPr>
        <p:spPr>
          <a:xfrm>
            <a:off x="2639880" y="5105520"/>
            <a:ext cx="50277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June 2002 </a:t>
            </a:r>
            <a:endParaRPr b="0" lang="en-US" sz="1400" spc="-1" strike="noStrike">
              <a:solidFill>
                <a:srgbClr val="000000"/>
              </a:solidFill>
              <a:latin typeface="Times New Roman"/>
            </a:endParaRPr>
          </a:p>
        </p:txBody>
      </p:sp>
      <p:sp>
        <p:nvSpPr>
          <p:cNvPr id="2210" name="McK Disclaimer"/>
          <p:cNvSpPr/>
          <p:nvPr/>
        </p:nvSpPr>
        <p:spPr>
          <a:xfrm>
            <a:off x="2639880" y="5961960"/>
            <a:ext cx="3656160" cy="68796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900" spc="-1" strike="noStrike">
                <a:solidFill>
                  <a:srgbClr val="000000"/>
                </a:solidFill>
                <a:latin typeface="Arial"/>
                <a:ea typeface="宋体"/>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211" name=""/>
          <p:cNvGraphicFramePr/>
          <p:nvPr/>
        </p:nvGraphicFramePr>
        <p:xfrm>
          <a:off x="1246320" y="965160"/>
          <a:ext cx="6576840" cy="5048280"/>
        </p:xfrm>
        <a:graphic>
          <a:graphicData uri="http://schemas.openxmlformats.org/presentationml/2006/ole">
            <p:oleObj r:id="rId1" spid="">
              <p:embed/>
            </p:oleObj>
          </a:graphicData>
        </a:graphic>
      </p:graphicFrame>
      <p:sp>
        <p:nvSpPr>
          <p:cNvPr id="2212" name=""/>
          <p:cNvSpPr/>
          <p:nvPr/>
        </p:nvSpPr>
        <p:spPr>
          <a:xfrm>
            <a:off x="7543800" y="2773440"/>
            <a:ext cx="1125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1</a:t>
            </a:r>
            <a:endParaRPr b="0" lang="en-US" sz="1600" spc="-1" strike="noStrike">
              <a:solidFill>
                <a:srgbClr val="000000"/>
              </a:solidFill>
              <a:latin typeface="Times New Roman"/>
            </a:endParaRPr>
          </a:p>
        </p:txBody>
      </p:sp>
      <p:sp>
        <p:nvSpPr>
          <p:cNvPr id="2213" name=""/>
          <p:cNvSpPr/>
          <p:nvPr/>
        </p:nvSpPr>
        <p:spPr>
          <a:xfrm>
            <a:off x="7543800" y="3946680"/>
            <a:ext cx="1125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2</a:t>
            </a:r>
            <a:endParaRPr b="0" lang="en-US" sz="1600" spc="-1" strike="noStrike">
              <a:solidFill>
                <a:srgbClr val="000000"/>
              </a:solidFill>
              <a:latin typeface="Times New Roman"/>
            </a:endParaRPr>
          </a:p>
        </p:txBody>
      </p:sp>
      <p:sp>
        <p:nvSpPr>
          <p:cNvPr id="2214" name=""/>
          <p:cNvSpPr/>
          <p:nvPr/>
        </p:nvSpPr>
        <p:spPr>
          <a:xfrm>
            <a:off x="7543800" y="4876920"/>
            <a:ext cx="1125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3</a:t>
            </a:r>
            <a:endParaRPr b="0" lang="en-US" sz="1600" spc="-1" strike="noStrike">
              <a:solidFill>
                <a:srgbClr val="000000"/>
              </a:solidFill>
              <a:latin typeface="Times New Roman"/>
            </a:endParaRPr>
          </a:p>
        </p:txBody>
      </p:sp>
      <p:sp>
        <p:nvSpPr>
          <p:cNvPr id="221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AREA</a:t>
            </a:r>
            <a:endParaRPr b="1" lang="en-US" sz="1900" spc="-1" strike="noStrike">
              <a:solidFill>
                <a:srgbClr val="000000"/>
              </a:solidFill>
              <a:latin typeface="Arial"/>
            </a:endParaRPr>
          </a:p>
        </p:txBody>
      </p:sp>
      <p:sp>
        <p:nvSpPr>
          <p:cNvPr id="221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1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851CA767-A431-43BD-80A1-4821BC5F855E}" type="slidenum">
              <a:t>124</a:t>
            </a:fld>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218" name=""/>
          <p:cNvGraphicFramePr/>
          <p:nvPr/>
        </p:nvGraphicFramePr>
        <p:xfrm>
          <a:off x="2687760" y="1631880"/>
          <a:ext cx="5587920" cy="3697200"/>
        </p:xfrm>
        <a:graphic>
          <a:graphicData uri="http://schemas.openxmlformats.org/presentationml/2006/ole">
            <p:oleObj r:id="rId1" spid="">
              <p:embed/>
            </p:oleObj>
          </a:graphicData>
        </a:graphic>
      </p:graphicFrame>
      <p:sp>
        <p:nvSpPr>
          <p:cNvPr id="2219" name=""/>
          <p:cNvSpPr/>
          <p:nvPr/>
        </p:nvSpPr>
        <p:spPr>
          <a:xfrm>
            <a:off x="1905120" y="1882800"/>
            <a:ext cx="672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220" name=""/>
          <p:cNvSpPr/>
          <p:nvPr/>
        </p:nvSpPr>
        <p:spPr>
          <a:xfrm>
            <a:off x="1905120" y="2552400"/>
            <a:ext cx="7506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2221" name=""/>
          <p:cNvSpPr/>
          <p:nvPr/>
        </p:nvSpPr>
        <p:spPr>
          <a:xfrm>
            <a:off x="1905120" y="3276360"/>
            <a:ext cx="7506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2222" name=""/>
          <p:cNvSpPr/>
          <p:nvPr/>
        </p:nvSpPr>
        <p:spPr>
          <a:xfrm>
            <a:off x="1905120" y="4000320"/>
            <a:ext cx="7506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2223" name=""/>
          <p:cNvSpPr/>
          <p:nvPr/>
        </p:nvSpPr>
        <p:spPr>
          <a:xfrm>
            <a:off x="1905120" y="4723920"/>
            <a:ext cx="7506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222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BAR</a:t>
            </a:r>
            <a:endParaRPr b="1" lang="en-US" sz="1900" spc="-1" strike="noStrike">
              <a:solidFill>
                <a:srgbClr val="000000"/>
              </a:solidFill>
              <a:latin typeface="Arial"/>
            </a:endParaRPr>
          </a:p>
        </p:txBody>
      </p:sp>
      <p:sp>
        <p:nvSpPr>
          <p:cNvPr id="222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2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D2E9313-AD80-42A7-8C23-1F3290BEB5E2}" type="slidenum">
              <a:t>125</a:t>
            </a:fld>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227" name=""/>
          <p:cNvGraphicFramePr/>
          <p:nvPr/>
        </p:nvGraphicFramePr>
        <p:xfrm>
          <a:off x="1289160" y="1806480"/>
          <a:ext cx="3397320" cy="3697560"/>
        </p:xfrm>
        <a:graphic>
          <a:graphicData uri="http://schemas.openxmlformats.org/presentationml/2006/ole">
            <p:oleObj r:id="rId1" spid="">
              <p:embed/>
            </p:oleObj>
          </a:graphicData>
        </a:graphic>
      </p:graphicFrame>
      <p:graphicFrame>
        <p:nvGraphicFramePr>
          <p:cNvPr id="2228" name=""/>
          <p:cNvGraphicFramePr/>
          <p:nvPr/>
        </p:nvGraphicFramePr>
        <p:xfrm>
          <a:off x="5586480" y="1806480"/>
          <a:ext cx="3397320" cy="3697560"/>
        </p:xfrm>
        <a:graphic>
          <a:graphicData uri="http://schemas.openxmlformats.org/presentationml/2006/ole">
            <p:oleObj r:id="rId2" spid="">
              <p:embed/>
            </p:oleObj>
          </a:graphicData>
        </a:graphic>
      </p:graphicFrame>
      <p:sp>
        <p:nvSpPr>
          <p:cNvPr id="2229" name=""/>
          <p:cNvSpPr/>
          <p:nvPr/>
        </p:nvSpPr>
        <p:spPr>
          <a:xfrm>
            <a:off x="511200" y="205740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230" name=""/>
          <p:cNvSpPr/>
          <p:nvPr/>
        </p:nvSpPr>
        <p:spPr>
          <a:xfrm>
            <a:off x="511200" y="2727000"/>
            <a:ext cx="70488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2231" name=""/>
          <p:cNvSpPr/>
          <p:nvPr/>
        </p:nvSpPr>
        <p:spPr>
          <a:xfrm>
            <a:off x="511200" y="3450960"/>
            <a:ext cx="70488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2232" name=""/>
          <p:cNvSpPr/>
          <p:nvPr/>
        </p:nvSpPr>
        <p:spPr>
          <a:xfrm>
            <a:off x="511200" y="4174920"/>
            <a:ext cx="70488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2233" name=""/>
          <p:cNvSpPr/>
          <p:nvPr/>
        </p:nvSpPr>
        <p:spPr>
          <a:xfrm>
            <a:off x="511200" y="4898520"/>
            <a:ext cx="70488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2234" name=""/>
          <p:cNvSpPr/>
          <p:nvPr/>
        </p:nvSpPr>
        <p:spPr>
          <a:xfrm>
            <a:off x="4800600" y="1996560"/>
            <a:ext cx="7491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1</a:t>
            </a:r>
            <a:endParaRPr b="0" lang="en-US" sz="1600" spc="-1" strike="noStrike">
              <a:solidFill>
                <a:srgbClr val="000000"/>
              </a:solidFill>
              <a:latin typeface="Times New Roman"/>
            </a:endParaRPr>
          </a:p>
        </p:txBody>
      </p:sp>
      <p:sp>
        <p:nvSpPr>
          <p:cNvPr id="2235" name=""/>
          <p:cNvSpPr/>
          <p:nvPr/>
        </p:nvSpPr>
        <p:spPr>
          <a:xfrm>
            <a:off x="4800600" y="2727000"/>
            <a:ext cx="7491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2236" name=""/>
          <p:cNvSpPr/>
          <p:nvPr/>
        </p:nvSpPr>
        <p:spPr>
          <a:xfrm>
            <a:off x="4800600" y="3450960"/>
            <a:ext cx="7491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2237" name=""/>
          <p:cNvSpPr/>
          <p:nvPr/>
        </p:nvSpPr>
        <p:spPr>
          <a:xfrm>
            <a:off x="4800600" y="4174920"/>
            <a:ext cx="7491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2238" name=""/>
          <p:cNvSpPr/>
          <p:nvPr/>
        </p:nvSpPr>
        <p:spPr>
          <a:xfrm>
            <a:off x="4800600" y="4898520"/>
            <a:ext cx="7491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2239" name=""/>
          <p:cNvSpPr/>
          <p:nvPr/>
        </p:nvSpPr>
        <p:spPr>
          <a:xfrm>
            <a:off x="511200" y="1220400"/>
            <a:ext cx="380988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40" name=""/>
          <p:cNvSpPr/>
          <p:nvPr/>
        </p:nvSpPr>
        <p:spPr>
          <a:xfrm>
            <a:off x="4800600" y="1220400"/>
            <a:ext cx="380988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4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BAR 2</a:t>
            </a:r>
            <a:endParaRPr b="1" lang="en-US" sz="1900" spc="-1" strike="noStrike">
              <a:solidFill>
                <a:srgbClr val="000000"/>
              </a:solidFill>
              <a:latin typeface="Arial"/>
            </a:endParaRPr>
          </a:p>
        </p:txBody>
      </p:sp>
      <p:sp>
        <p:nvSpPr>
          <p:cNvPr id="224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4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A41AAF2-7E80-4CE2-8363-58572DD49E3E}" type="slidenum">
              <a:t>126</a:t>
            </a:fld>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244" name=""/>
          <p:cNvGraphicFramePr/>
          <p:nvPr/>
        </p:nvGraphicFramePr>
        <p:xfrm>
          <a:off x="2700360" y="820800"/>
          <a:ext cx="5041800" cy="5414760"/>
        </p:xfrm>
        <a:graphic>
          <a:graphicData uri="http://schemas.openxmlformats.org/presentationml/2006/ole">
            <p:oleObj r:id="rId1" spid="">
              <p:embed/>
            </p:oleObj>
          </a:graphicData>
        </a:graphic>
      </p:graphicFrame>
      <p:sp>
        <p:nvSpPr>
          <p:cNvPr id="2245" name=""/>
          <p:cNvSpPr/>
          <p:nvPr/>
        </p:nvSpPr>
        <p:spPr>
          <a:xfrm>
            <a:off x="1917720" y="129528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246" name=""/>
          <p:cNvSpPr/>
          <p:nvPr/>
        </p:nvSpPr>
        <p:spPr>
          <a:xfrm>
            <a:off x="1917720" y="2301480"/>
            <a:ext cx="7365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2247" name=""/>
          <p:cNvSpPr/>
          <p:nvPr/>
        </p:nvSpPr>
        <p:spPr>
          <a:xfrm>
            <a:off x="1917720" y="335268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248" name=""/>
          <p:cNvSpPr/>
          <p:nvPr/>
        </p:nvSpPr>
        <p:spPr>
          <a:xfrm>
            <a:off x="1917720" y="447984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249" name=""/>
          <p:cNvSpPr/>
          <p:nvPr/>
        </p:nvSpPr>
        <p:spPr>
          <a:xfrm>
            <a:off x="1917720" y="548640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25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BAR BUTTED</a:t>
            </a:r>
            <a:endParaRPr b="1" lang="en-US" sz="1900" spc="-1" strike="noStrike">
              <a:solidFill>
                <a:srgbClr val="000000"/>
              </a:solidFill>
              <a:latin typeface="Arial"/>
            </a:endParaRPr>
          </a:p>
        </p:txBody>
      </p:sp>
      <p:sp>
        <p:nvSpPr>
          <p:cNvPr id="225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5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4B0CF36-8AD3-437D-B921-5F756D6DE858}" type="slidenum">
              <a:t>127</a:t>
            </a:fld>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253" name=""/>
          <p:cNvGraphicFramePr/>
          <p:nvPr/>
        </p:nvGraphicFramePr>
        <p:xfrm>
          <a:off x="2571840" y="1857240"/>
          <a:ext cx="4916520" cy="3767400"/>
        </p:xfrm>
        <a:graphic>
          <a:graphicData uri="http://schemas.openxmlformats.org/presentationml/2006/ole">
            <p:oleObj r:id="rId1" spid="">
              <p:embed/>
            </p:oleObj>
          </a:graphicData>
        </a:graphic>
      </p:graphicFrame>
      <p:sp>
        <p:nvSpPr>
          <p:cNvPr id="2254" name=""/>
          <p:cNvSpPr/>
          <p:nvPr/>
        </p:nvSpPr>
        <p:spPr>
          <a:xfrm>
            <a:off x="1828800" y="219384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255" name=""/>
          <p:cNvSpPr/>
          <p:nvPr/>
        </p:nvSpPr>
        <p:spPr>
          <a:xfrm>
            <a:off x="1828800" y="287496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256" name=""/>
          <p:cNvSpPr/>
          <p:nvPr/>
        </p:nvSpPr>
        <p:spPr>
          <a:xfrm>
            <a:off x="1828800" y="360216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257" name=""/>
          <p:cNvSpPr/>
          <p:nvPr/>
        </p:nvSpPr>
        <p:spPr>
          <a:xfrm>
            <a:off x="1828800" y="432756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258" name=""/>
          <p:cNvSpPr/>
          <p:nvPr/>
        </p:nvSpPr>
        <p:spPr>
          <a:xfrm>
            <a:off x="1828800" y="504828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259" name=""/>
          <p:cNvSpPr/>
          <p:nvPr/>
        </p:nvSpPr>
        <p:spPr>
          <a:xfrm>
            <a:off x="6489720" y="219240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60" name=""/>
          <p:cNvSpPr/>
          <p:nvPr/>
        </p:nvSpPr>
        <p:spPr>
          <a:xfrm>
            <a:off x="5572080" y="287352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61" name=""/>
          <p:cNvSpPr/>
          <p:nvPr/>
        </p:nvSpPr>
        <p:spPr>
          <a:xfrm>
            <a:off x="5880240" y="3597480"/>
            <a:ext cx="672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62" name=""/>
          <p:cNvSpPr/>
          <p:nvPr/>
        </p:nvSpPr>
        <p:spPr>
          <a:xfrm>
            <a:off x="6261120" y="431316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63" name=""/>
          <p:cNvSpPr/>
          <p:nvPr/>
        </p:nvSpPr>
        <p:spPr>
          <a:xfrm>
            <a:off x="6870600" y="504360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64" name=""/>
          <p:cNvSpPr/>
          <p:nvPr/>
        </p:nvSpPr>
        <p:spPr>
          <a:xfrm>
            <a:off x="3083040" y="1638720"/>
            <a:ext cx="67284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265" name=""/>
          <p:cNvSpPr/>
          <p:nvPr/>
        </p:nvSpPr>
        <p:spPr>
          <a:xfrm>
            <a:off x="4257720" y="1646640"/>
            <a:ext cx="67320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26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BAR STACKED</a:t>
            </a:r>
            <a:endParaRPr b="1" lang="en-US" sz="1900" spc="-1" strike="noStrike">
              <a:solidFill>
                <a:srgbClr val="000000"/>
              </a:solidFill>
              <a:latin typeface="Arial"/>
            </a:endParaRPr>
          </a:p>
        </p:txBody>
      </p:sp>
      <p:sp>
        <p:nvSpPr>
          <p:cNvPr id="2267" name=""/>
          <p:cNvSpPr/>
          <p:nvPr/>
        </p:nvSpPr>
        <p:spPr>
          <a:xfrm>
            <a:off x="5315040" y="1646640"/>
            <a:ext cx="67284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26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6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235CF63-D905-42F8-9EFD-EC4B2AD9D21C}" type="slidenum">
              <a:t>128</a:t>
            </a:fld>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270" name=""/>
          <p:cNvGraphicFramePr/>
          <p:nvPr/>
        </p:nvGraphicFramePr>
        <p:xfrm>
          <a:off x="2359080" y="1878120"/>
          <a:ext cx="4678200" cy="3652560"/>
        </p:xfrm>
        <a:graphic>
          <a:graphicData uri="http://schemas.openxmlformats.org/presentationml/2006/ole">
            <p:oleObj r:id="rId1" spid="">
              <p:embed/>
            </p:oleObj>
          </a:graphicData>
        </a:graphic>
      </p:graphicFrame>
      <p:sp>
        <p:nvSpPr>
          <p:cNvPr id="2271" name=""/>
          <p:cNvSpPr/>
          <p:nvPr/>
        </p:nvSpPr>
        <p:spPr>
          <a:xfrm>
            <a:off x="1579680" y="2173320"/>
            <a:ext cx="672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272" name=""/>
          <p:cNvSpPr/>
          <p:nvPr/>
        </p:nvSpPr>
        <p:spPr>
          <a:xfrm>
            <a:off x="1579680" y="2854440"/>
            <a:ext cx="672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273" name=""/>
          <p:cNvSpPr/>
          <p:nvPr/>
        </p:nvSpPr>
        <p:spPr>
          <a:xfrm>
            <a:off x="1579680" y="3581280"/>
            <a:ext cx="672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274" name=""/>
          <p:cNvSpPr/>
          <p:nvPr/>
        </p:nvSpPr>
        <p:spPr>
          <a:xfrm>
            <a:off x="1579680" y="4307040"/>
            <a:ext cx="672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275" name=""/>
          <p:cNvSpPr/>
          <p:nvPr/>
        </p:nvSpPr>
        <p:spPr>
          <a:xfrm>
            <a:off x="1579680" y="5006880"/>
            <a:ext cx="6728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276" name=""/>
          <p:cNvSpPr/>
          <p:nvPr/>
        </p:nvSpPr>
        <p:spPr>
          <a:xfrm>
            <a:off x="7102440" y="214956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77" name=""/>
          <p:cNvSpPr/>
          <p:nvPr/>
        </p:nvSpPr>
        <p:spPr>
          <a:xfrm>
            <a:off x="7102440" y="283068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78" name=""/>
          <p:cNvSpPr/>
          <p:nvPr/>
        </p:nvSpPr>
        <p:spPr>
          <a:xfrm>
            <a:off x="7102440" y="355140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79" name=""/>
          <p:cNvSpPr/>
          <p:nvPr/>
        </p:nvSpPr>
        <p:spPr>
          <a:xfrm>
            <a:off x="7102440" y="426240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80" name=""/>
          <p:cNvSpPr/>
          <p:nvPr/>
        </p:nvSpPr>
        <p:spPr>
          <a:xfrm>
            <a:off x="7102440" y="495936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281" name=""/>
          <p:cNvSpPr/>
          <p:nvPr/>
        </p:nvSpPr>
        <p:spPr>
          <a:xfrm>
            <a:off x="7102440" y="176544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100%=</a:t>
            </a:r>
            <a:endParaRPr b="0" lang="en-US" sz="1600" spc="-1" strike="noStrike">
              <a:solidFill>
                <a:srgbClr val="000000"/>
              </a:solidFill>
              <a:latin typeface="Times New Roman"/>
            </a:endParaRPr>
          </a:p>
        </p:txBody>
      </p:sp>
      <p:sp>
        <p:nvSpPr>
          <p:cNvPr id="2282" name=""/>
          <p:cNvSpPr/>
          <p:nvPr/>
        </p:nvSpPr>
        <p:spPr>
          <a:xfrm>
            <a:off x="2631960" y="1681560"/>
            <a:ext cx="67320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283" name=""/>
          <p:cNvSpPr/>
          <p:nvPr/>
        </p:nvSpPr>
        <p:spPr>
          <a:xfrm>
            <a:off x="4302000" y="1689480"/>
            <a:ext cx="67320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28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BAR STACKED 100%</a:t>
            </a:r>
            <a:endParaRPr b="1" lang="en-US" sz="1900" spc="-1" strike="noStrike">
              <a:solidFill>
                <a:srgbClr val="000000"/>
              </a:solidFill>
              <a:latin typeface="Arial"/>
            </a:endParaRPr>
          </a:p>
        </p:txBody>
      </p:sp>
      <p:sp>
        <p:nvSpPr>
          <p:cNvPr id="2285" name=""/>
          <p:cNvSpPr/>
          <p:nvPr/>
        </p:nvSpPr>
        <p:spPr>
          <a:xfrm>
            <a:off x="6041880" y="1689480"/>
            <a:ext cx="67320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28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8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B28D16E-2E20-409A-961B-845AB4F1D272}" type="slidenum">
              <a:t>129</a:t>
            </a:fld>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288" name=""/>
          <p:cNvGraphicFramePr/>
          <p:nvPr/>
        </p:nvGraphicFramePr>
        <p:xfrm>
          <a:off x="1442880" y="1206360"/>
          <a:ext cx="6172200" cy="4710240"/>
        </p:xfrm>
        <a:graphic>
          <a:graphicData uri="http://schemas.openxmlformats.org/presentationml/2006/ole">
            <p:oleObj r:id="rId1" spid="">
              <p:embed/>
            </p:oleObj>
          </a:graphicData>
        </a:graphic>
      </p:graphicFrame>
      <p:sp>
        <p:nvSpPr>
          <p:cNvPr id="2289" name=""/>
          <p:cNvSpPr/>
          <p:nvPr/>
        </p:nvSpPr>
        <p:spPr>
          <a:xfrm>
            <a:off x="1608120" y="904320"/>
            <a:ext cx="591192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90" name=""/>
          <p:cNvSpPr/>
          <p:nvPr/>
        </p:nvSpPr>
        <p:spPr>
          <a:xfrm>
            <a:off x="2084400" y="5753160"/>
            <a:ext cx="524340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91" name=""/>
          <p:cNvSpPr/>
          <p:nvPr/>
        </p:nvSpPr>
        <p:spPr>
          <a:xfrm>
            <a:off x="2293920" y="4276800"/>
            <a:ext cx="8208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292" name=""/>
          <p:cNvSpPr/>
          <p:nvPr/>
        </p:nvSpPr>
        <p:spPr>
          <a:xfrm>
            <a:off x="4514760" y="3897360"/>
            <a:ext cx="8208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293" name=""/>
          <p:cNvSpPr/>
          <p:nvPr/>
        </p:nvSpPr>
        <p:spPr>
          <a:xfrm>
            <a:off x="2538360" y="3538440"/>
            <a:ext cx="8208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294" name=""/>
          <p:cNvSpPr/>
          <p:nvPr/>
        </p:nvSpPr>
        <p:spPr>
          <a:xfrm>
            <a:off x="5029200" y="2800080"/>
            <a:ext cx="8208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2295" name=""/>
          <p:cNvSpPr/>
          <p:nvPr/>
        </p:nvSpPr>
        <p:spPr>
          <a:xfrm>
            <a:off x="4043520" y="1992240"/>
            <a:ext cx="82044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296" name=""/>
          <p:cNvSpPr/>
          <p:nvPr/>
        </p:nvSpPr>
        <p:spPr>
          <a:xfrm>
            <a:off x="6502320" y="2405160"/>
            <a:ext cx="8208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6</a:t>
            </a:r>
            <a:endParaRPr b="0" lang="en-US" sz="1600" spc="-1" strike="noStrike">
              <a:solidFill>
                <a:srgbClr val="000000"/>
              </a:solidFill>
              <a:latin typeface="Times New Roman"/>
            </a:endParaRPr>
          </a:p>
        </p:txBody>
      </p:sp>
      <p:sp>
        <p:nvSpPr>
          <p:cNvPr id="229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BUBBLE</a:t>
            </a:r>
            <a:endParaRPr b="1" lang="en-US" sz="1900" spc="-1" strike="noStrike">
              <a:solidFill>
                <a:srgbClr val="000000"/>
              </a:solidFill>
              <a:latin typeface="Arial"/>
            </a:endParaRPr>
          </a:p>
        </p:txBody>
      </p:sp>
      <p:sp>
        <p:nvSpPr>
          <p:cNvPr id="229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29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6998A22-B121-4745-8E45-2A7A45BEA986}" type="slidenum">
              <a:t>130</a:t>
            </a:fld>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300" name=""/>
          <p:cNvGraphicFramePr/>
          <p:nvPr/>
        </p:nvGraphicFramePr>
        <p:xfrm>
          <a:off x="2309760" y="876240"/>
          <a:ext cx="4762440" cy="4348080"/>
        </p:xfrm>
        <a:graphic>
          <a:graphicData uri="http://schemas.openxmlformats.org/presentationml/2006/ole">
            <p:oleObj r:id="rId1" spid="">
              <p:embed/>
            </p:oleObj>
          </a:graphicData>
        </a:graphic>
      </p:graphicFrame>
      <p:sp>
        <p:nvSpPr>
          <p:cNvPr id="2301" name=""/>
          <p:cNvSpPr/>
          <p:nvPr/>
        </p:nvSpPr>
        <p:spPr>
          <a:xfrm>
            <a:off x="2470320" y="5191200"/>
            <a:ext cx="7189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302" name=""/>
          <p:cNvSpPr/>
          <p:nvPr/>
        </p:nvSpPr>
        <p:spPr>
          <a:xfrm>
            <a:off x="3413160" y="519120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303" name=""/>
          <p:cNvSpPr/>
          <p:nvPr/>
        </p:nvSpPr>
        <p:spPr>
          <a:xfrm>
            <a:off x="4335480" y="519120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304" name=""/>
          <p:cNvSpPr/>
          <p:nvPr/>
        </p:nvSpPr>
        <p:spPr>
          <a:xfrm>
            <a:off x="5257800" y="519120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305" name=""/>
          <p:cNvSpPr/>
          <p:nvPr/>
        </p:nvSpPr>
        <p:spPr>
          <a:xfrm>
            <a:off x="6221520" y="5191200"/>
            <a:ext cx="7189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30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COLUMN</a:t>
            </a:r>
            <a:endParaRPr b="1" lang="en-US" sz="1900" spc="-1" strike="noStrike">
              <a:solidFill>
                <a:srgbClr val="000000"/>
              </a:solidFill>
              <a:latin typeface="Arial"/>
            </a:endParaRPr>
          </a:p>
        </p:txBody>
      </p:sp>
      <p:sp>
        <p:nvSpPr>
          <p:cNvPr id="230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0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CD90D65B-2E92-445F-96FA-5980A6279D09}" type="slidenum">
              <a:t>131</a:t>
            </a:fld>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309" name=""/>
          <p:cNvGraphicFramePr/>
          <p:nvPr/>
        </p:nvGraphicFramePr>
        <p:xfrm>
          <a:off x="446040" y="1474920"/>
          <a:ext cx="3981600" cy="4147920"/>
        </p:xfrm>
        <a:graphic>
          <a:graphicData uri="http://schemas.openxmlformats.org/presentationml/2006/ole">
            <p:oleObj r:id="rId1" spid="">
              <p:embed/>
            </p:oleObj>
          </a:graphicData>
        </a:graphic>
      </p:graphicFrame>
      <p:graphicFrame>
        <p:nvGraphicFramePr>
          <p:cNvPr id="2310" name=""/>
          <p:cNvGraphicFramePr/>
          <p:nvPr/>
        </p:nvGraphicFramePr>
        <p:xfrm>
          <a:off x="4668840" y="1474920"/>
          <a:ext cx="3981600" cy="4147920"/>
        </p:xfrm>
        <a:graphic>
          <a:graphicData uri="http://schemas.openxmlformats.org/presentationml/2006/ole">
            <p:oleObj r:id="rId2" spid="">
              <p:embed/>
            </p:oleObj>
          </a:graphicData>
        </a:graphic>
      </p:graphicFrame>
      <p:sp>
        <p:nvSpPr>
          <p:cNvPr id="2311" name=""/>
          <p:cNvSpPr/>
          <p:nvPr/>
        </p:nvSpPr>
        <p:spPr>
          <a:xfrm>
            <a:off x="631800" y="5607000"/>
            <a:ext cx="6811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312" name=""/>
          <p:cNvSpPr/>
          <p:nvPr/>
        </p:nvSpPr>
        <p:spPr>
          <a:xfrm>
            <a:off x="1413000" y="5607000"/>
            <a:ext cx="679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 </a:t>
            </a:r>
            <a:endParaRPr b="0" lang="en-US" sz="1600" spc="-1" strike="noStrike">
              <a:solidFill>
                <a:srgbClr val="000000"/>
              </a:solidFill>
              <a:latin typeface="Times New Roman"/>
            </a:endParaRPr>
          </a:p>
        </p:txBody>
      </p:sp>
      <p:sp>
        <p:nvSpPr>
          <p:cNvPr id="2313" name=""/>
          <p:cNvSpPr/>
          <p:nvPr/>
        </p:nvSpPr>
        <p:spPr>
          <a:xfrm>
            <a:off x="2152800" y="5607000"/>
            <a:ext cx="679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314" name=""/>
          <p:cNvSpPr/>
          <p:nvPr/>
        </p:nvSpPr>
        <p:spPr>
          <a:xfrm>
            <a:off x="2892600" y="5607000"/>
            <a:ext cx="679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315" name=""/>
          <p:cNvSpPr/>
          <p:nvPr/>
        </p:nvSpPr>
        <p:spPr>
          <a:xfrm>
            <a:off x="3611520" y="5607000"/>
            <a:ext cx="679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316" name=""/>
          <p:cNvSpPr/>
          <p:nvPr/>
        </p:nvSpPr>
        <p:spPr>
          <a:xfrm>
            <a:off x="4919760" y="5607000"/>
            <a:ext cx="679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317" name=""/>
          <p:cNvSpPr/>
          <p:nvPr/>
        </p:nvSpPr>
        <p:spPr>
          <a:xfrm>
            <a:off x="5659560" y="5607000"/>
            <a:ext cx="679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318" name=""/>
          <p:cNvSpPr/>
          <p:nvPr/>
        </p:nvSpPr>
        <p:spPr>
          <a:xfrm>
            <a:off x="6399360" y="5607000"/>
            <a:ext cx="679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319" name=""/>
          <p:cNvSpPr/>
          <p:nvPr/>
        </p:nvSpPr>
        <p:spPr>
          <a:xfrm>
            <a:off x="7139160" y="5607000"/>
            <a:ext cx="679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320" name=""/>
          <p:cNvSpPr/>
          <p:nvPr/>
        </p:nvSpPr>
        <p:spPr>
          <a:xfrm>
            <a:off x="7858080" y="5607000"/>
            <a:ext cx="679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321" name=""/>
          <p:cNvSpPr/>
          <p:nvPr/>
        </p:nvSpPr>
        <p:spPr>
          <a:xfrm>
            <a:off x="738360" y="988560"/>
            <a:ext cx="363852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22" name=""/>
          <p:cNvSpPr/>
          <p:nvPr/>
        </p:nvSpPr>
        <p:spPr>
          <a:xfrm>
            <a:off x="4924440" y="988560"/>
            <a:ext cx="363852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2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COLUMN 2</a:t>
            </a:r>
            <a:endParaRPr b="1" lang="en-US" sz="1900" spc="-1" strike="noStrike">
              <a:solidFill>
                <a:srgbClr val="000000"/>
              </a:solidFill>
              <a:latin typeface="Arial"/>
            </a:endParaRPr>
          </a:p>
        </p:txBody>
      </p:sp>
      <p:sp>
        <p:nvSpPr>
          <p:cNvPr id="232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2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560FCF4-AC2B-4667-9F18-0AEADC614738}" type="slidenum">
              <a:t>132</a:t>
            </a:fld>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326" name=""/>
          <p:cNvGraphicFramePr/>
          <p:nvPr/>
        </p:nvGraphicFramePr>
        <p:xfrm>
          <a:off x="709560" y="976320"/>
          <a:ext cx="7821720" cy="4334040"/>
        </p:xfrm>
        <a:graphic>
          <a:graphicData uri="http://schemas.openxmlformats.org/presentationml/2006/ole">
            <p:oleObj r:id="rId1" spid="">
              <p:embed/>
            </p:oleObj>
          </a:graphicData>
        </a:graphic>
      </p:graphicFrame>
      <p:sp>
        <p:nvSpPr>
          <p:cNvPr id="2327" name=""/>
          <p:cNvSpPr/>
          <p:nvPr/>
        </p:nvSpPr>
        <p:spPr>
          <a:xfrm>
            <a:off x="833400" y="5342040"/>
            <a:ext cx="1368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328" name=""/>
          <p:cNvSpPr/>
          <p:nvPr/>
        </p:nvSpPr>
        <p:spPr>
          <a:xfrm>
            <a:off x="2435400" y="5342040"/>
            <a:ext cx="12888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329" name=""/>
          <p:cNvSpPr/>
          <p:nvPr/>
        </p:nvSpPr>
        <p:spPr>
          <a:xfrm>
            <a:off x="3998880" y="5342040"/>
            <a:ext cx="12477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330" name=""/>
          <p:cNvSpPr/>
          <p:nvPr/>
        </p:nvSpPr>
        <p:spPr>
          <a:xfrm>
            <a:off x="5559480" y="5342040"/>
            <a:ext cx="12081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331" name=""/>
          <p:cNvSpPr/>
          <p:nvPr/>
        </p:nvSpPr>
        <p:spPr>
          <a:xfrm>
            <a:off x="7121520" y="5342040"/>
            <a:ext cx="12477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33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COLUMN BUTTED</a:t>
            </a:r>
            <a:endParaRPr b="1" lang="en-US" sz="1900" spc="-1" strike="noStrike">
              <a:solidFill>
                <a:srgbClr val="000000"/>
              </a:solidFill>
              <a:latin typeface="Arial"/>
            </a:endParaRPr>
          </a:p>
        </p:txBody>
      </p:sp>
      <p:sp>
        <p:nvSpPr>
          <p:cNvPr id="233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3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6F822E4-C2B2-43BB-B419-5A1C176094B8}" type="slidenum">
              <a:t>133</a:t>
            </a:fld>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335" name=""/>
          <p:cNvGraphicFramePr/>
          <p:nvPr/>
        </p:nvGraphicFramePr>
        <p:xfrm>
          <a:off x="2579760" y="966960"/>
          <a:ext cx="4762440" cy="4259160"/>
        </p:xfrm>
        <a:graphic>
          <a:graphicData uri="http://schemas.openxmlformats.org/presentationml/2006/ole">
            <p:oleObj r:id="rId1" spid="">
              <p:embed/>
            </p:oleObj>
          </a:graphicData>
        </a:graphic>
      </p:graphicFrame>
      <p:sp>
        <p:nvSpPr>
          <p:cNvPr id="2336" name=""/>
          <p:cNvSpPr/>
          <p:nvPr/>
        </p:nvSpPr>
        <p:spPr>
          <a:xfrm>
            <a:off x="2755800" y="523080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337" name=""/>
          <p:cNvSpPr/>
          <p:nvPr/>
        </p:nvSpPr>
        <p:spPr>
          <a:xfrm>
            <a:off x="3657600" y="523080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338" name=""/>
          <p:cNvSpPr/>
          <p:nvPr/>
        </p:nvSpPr>
        <p:spPr>
          <a:xfrm>
            <a:off x="4579920" y="523080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339" name=""/>
          <p:cNvSpPr/>
          <p:nvPr/>
        </p:nvSpPr>
        <p:spPr>
          <a:xfrm>
            <a:off x="5481720" y="5230800"/>
            <a:ext cx="7189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340" name=""/>
          <p:cNvSpPr/>
          <p:nvPr/>
        </p:nvSpPr>
        <p:spPr>
          <a:xfrm>
            <a:off x="6424560" y="523080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 </a:t>
            </a:r>
            <a:endParaRPr b="0" lang="en-US" sz="1600" spc="-1" strike="noStrike">
              <a:solidFill>
                <a:srgbClr val="000000"/>
              </a:solidFill>
              <a:latin typeface="Times New Roman"/>
            </a:endParaRPr>
          </a:p>
        </p:txBody>
      </p:sp>
      <p:sp>
        <p:nvSpPr>
          <p:cNvPr id="2341" name=""/>
          <p:cNvSpPr/>
          <p:nvPr/>
        </p:nvSpPr>
        <p:spPr>
          <a:xfrm>
            <a:off x="1944720" y="485604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42" name=""/>
          <p:cNvSpPr/>
          <p:nvPr/>
        </p:nvSpPr>
        <p:spPr>
          <a:xfrm>
            <a:off x="1944720" y="437184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43" name=""/>
          <p:cNvSpPr/>
          <p:nvPr/>
        </p:nvSpPr>
        <p:spPr>
          <a:xfrm>
            <a:off x="1944720" y="390384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44" name=""/>
          <p:cNvSpPr/>
          <p:nvPr/>
        </p:nvSpPr>
        <p:spPr>
          <a:xfrm>
            <a:off x="1944720" y="345600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45" name=""/>
          <p:cNvSpPr/>
          <p:nvPr/>
        </p:nvSpPr>
        <p:spPr>
          <a:xfrm>
            <a:off x="2832120" y="3016080"/>
            <a:ext cx="45576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46" name=""/>
          <p:cNvSpPr/>
          <p:nvPr/>
        </p:nvSpPr>
        <p:spPr>
          <a:xfrm>
            <a:off x="3767040" y="2771640"/>
            <a:ext cx="4762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47" name=""/>
          <p:cNvSpPr/>
          <p:nvPr/>
        </p:nvSpPr>
        <p:spPr>
          <a:xfrm>
            <a:off x="4722840" y="2346480"/>
            <a:ext cx="4366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48" name=""/>
          <p:cNvSpPr/>
          <p:nvPr/>
        </p:nvSpPr>
        <p:spPr>
          <a:xfrm>
            <a:off x="5640480" y="1778040"/>
            <a:ext cx="45540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49" name=""/>
          <p:cNvSpPr/>
          <p:nvPr/>
        </p:nvSpPr>
        <p:spPr>
          <a:xfrm>
            <a:off x="6554880" y="1130400"/>
            <a:ext cx="45396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5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COLUMN STACKED</a:t>
            </a:r>
            <a:endParaRPr b="1" lang="en-US" sz="1900" spc="-1" strike="noStrike">
              <a:solidFill>
                <a:srgbClr val="000000"/>
              </a:solidFill>
              <a:latin typeface="Arial"/>
            </a:endParaRPr>
          </a:p>
        </p:txBody>
      </p:sp>
      <p:sp>
        <p:nvSpPr>
          <p:cNvPr id="235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5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3D6C06D-4602-4EE8-9BB8-5009BF223F12}" type="slidenum">
              <a:t>134</a:t>
            </a:fld>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353" name=""/>
          <p:cNvGraphicFramePr/>
          <p:nvPr/>
        </p:nvGraphicFramePr>
        <p:xfrm>
          <a:off x="2649600" y="1778040"/>
          <a:ext cx="4605120" cy="3841560"/>
        </p:xfrm>
        <a:graphic>
          <a:graphicData uri="http://schemas.openxmlformats.org/presentationml/2006/ole">
            <p:oleObj r:id="rId1" spid="">
              <p:embed/>
            </p:oleObj>
          </a:graphicData>
        </a:graphic>
      </p:graphicFrame>
      <p:sp>
        <p:nvSpPr>
          <p:cNvPr id="2354" name=""/>
          <p:cNvSpPr/>
          <p:nvPr/>
        </p:nvSpPr>
        <p:spPr>
          <a:xfrm>
            <a:off x="2817720" y="560376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355" name=""/>
          <p:cNvSpPr/>
          <p:nvPr/>
        </p:nvSpPr>
        <p:spPr>
          <a:xfrm>
            <a:off x="3719520" y="560376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356" name=""/>
          <p:cNvSpPr/>
          <p:nvPr/>
        </p:nvSpPr>
        <p:spPr>
          <a:xfrm>
            <a:off x="4641840" y="560376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357" name=""/>
          <p:cNvSpPr/>
          <p:nvPr/>
        </p:nvSpPr>
        <p:spPr>
          <a:xfrm>
            <a:off x="5527800" y="5603760"/>
            <a:ext cx="7189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358" name=""/>
          <p:cNvSpPr/>
          <p:nvPr/>
        </p:nvSpPr>
        <p:spPr>
          <a:xfrm>
            <a:off x="6438960" y="5603760"/>
            <a:ext cx="7189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359" name=""/>
          <p:cNvSpPr/>
          <p:nvPr/>
        </p:nvSpPr>
        <p:spPr>
          <a:xfrm>
            <a:off x="1944720" y="485604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60" name=""/>
          <p:cNvSpPr/>
          <p:nvPr/>
        </p:nvSpPr>
        <p:spPr>
          <a:xfrm>
            <a:off x="1944720" y="377352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61" name=""/>
          <p:cNvSpPr/>
          <p:nvPr/>
        </p:nvSpPr>
        <p:spPr>
          <a:xfrm>
            <a:off x="1944720" y="283068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62" name=""/>
          <p:cNvSpPr/>
          <p:nvPr/>
        </p:nvSpPr>
        <p:spPr>
          <a:xfrm>
            <a:off x="1944720" y="2052720"/>
            <a:ext cx="7192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63" name=""/>
          <p:cNvSpPr/>
          <p:nvPr/>
        </p:nvSpPr>
        <p:spPr>
          <a:xfrm>
            <a:off x="2109960" y="1495440"/>
            <a:ext cx="7189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100%=</a:t>
            </a:r>
            <a:endParaRPr b="0" lang="en-US" sz="1600" spc="-1" strike="noStrike">
              <a:solidFill>
                <a:srgbClr val="000000"/>
              </a:solidFill>
              <a:latin typeface="Times New Roman"/>
            </a:endParaRPr>
          </a:p>
        </p:txBody>
      </p:sp>
      <p:sp>
        <p:nvSpPr>
          <p:cNvPr id="2364" name=""/>
          <p:cNvSpPr/>
          <p:nvPr/>
        </p:nvSpPr>
        <p:spPr>
          <a:xfrm>
            <a:off x="2930400" y="1495440"/>
            <a:ext cx="4366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65" name=""/>
          <p:cNvSpPr/>
          <p:nvPr/>
        </p:nvSpPr>
        <p:spPr>
          <a:xfrm>
            <a:off x="3846600" y="1495440"/>
            <a:ext cx="43632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66" name=""/>
          <p:cNvSpPr/>
          <p:nvPr/>
        </p:nvSpPr>
        <p:spPr>
          <a:xfrm>
            <a:off x="4721400" y="1495440"/>
            <a:ext cx="43632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67" name=""/>
          <p:cNvSpPr/>
          <p:nvPr/>
        </p:nvSpPr>
        <p:spPr>
          <a:xfrm>
            <a:off x="5657760" y="1495440"/>
            <a:ext cx="4366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68" name=""/>
          <p:cNvSpPr/>
          <p:nvPr/>
        </p:nvSpPr>
        <p:spPr>
          <a:xfrm>
            <a:off x="6532560" y="1495440"/>
            <a:ext cx="4366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6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COLUMN STACKED 100%</a:t>
            </a:r>
            <a:endParaRPr b="1" lang="en-US" sz="1900" spc="-1" strike="noStrike">
              <a:solidFill>
                <a:srgbClr val="000000"/>
              </a:solidFill>
              <a:latin typeface="Arial"/>
            </a:endParaRPr>
          </a:p>
        </p:txBody>
      </p:sp>
      <p:sp>
        <p:nvSpPr>
          <p:cNvPr id="237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7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8DE88433-55ED-4834-8CA1-D635C62C3E81}" type="slidenum">
              <a:t>135</a:t>
            </a:fld>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372" name=""/>
          <p:cNvGraphicFramePr/>
          <p:nvPr/>
        </p:nvGraphicFramePr>
        <p:xfrm>
          <a:off x="1336680" y="1882800"/>
          <a:ext cx="3605040" cy="3587760"/>
        </p:xfrm>
        <a:graphic>
          <a:graphicData uri="http://schemas.openxmlformats.org/presentationml/2006/ole">
            <p:oleObj r:id="rId1" spid="">
              <p:embed/>
            </p:oleObj>
          </a:graphicData>
        </a:graphic>
      </p:graphicFrame>
      <p:graphicFrame>
        <p:nvGraphicFramePr>
          <p:cNvPr id="2373" name=""/>
          <p:cNvGraphicFramePr/>
          <p:nvPr/>
        </p:nvGraphicFramePr>
        <p:xfrm>
          <a:off x="5742000" y="1895400"/>
          <a:ext cx="1914480" cy="3916440"/>
        </p:xfrm>
        <a:graphic>
          <a:graphicData uri="http://schemas.openxmlformats.org/presentationml/2006/ole">
            <p:oleObj r:id="rId2" spid="">
              <p:embed/>
            </p:oleObj>
          </a:graphicData>
        </a:graphic>
      </p:graphicFrame>
      <p:sp>
        <p:nvSpPr>
          <p:cNvPr id="2374" name=""/>
          <p:cNvSpPr/>
          <p:nvPr/>
        </p:nvSpPr>
        <p:spPr>
          <a:xfrm flipV="1">
            <a:off x="3159000" y="1292400"/>
            <a:ext cx="2152800" cy="64584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375" name=""/>
          <p:cNvSpPr/>
          <p:nvPr/>
        </p:nvSpPr>
        <p:spPr>
          <a:xfrm>
            <a:off x="3733920" y="5302080"/>
            <a:ext cx="1790640" cy="69696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376" name=""/>
          <p:cNvSpPr/>
          <p:nvPr/>
        </p:nvSpPr>
        <p:spPr>
          <a:xfrm>
            <a:off x="684360" y="1072800"/>
            <a:ext cx="269712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77" name=""/>
          <p:cNvSpPr/>
          <p:nvPr/>
        </p:nvSpPr>
        <p:spPr>
          <a:xfrm>
            <a:off x="4978440" y="3314880"/>
            <a:ext cx="7920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378" name=""/>
          <p:cNvSpPr/>
          <p:nvPr/>
        </p:nvSpPr>
        <p:spPr>
          <a:xfrm>
            <a:off x="2120760" y="5388120"/>
            <a:ext cx="7923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379" name=""/>
          <p:cNvSpPr/>
          <p:nvPr/>
        </p:nvSpPr>
        <p:spPr>
          <a:xfrm>
            <a:off x="684360" y="3720600"/>
            <a:ext cx="7920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2380" name=""/>
          <p:cNvSpPr/>
          <p:nvPr/>
        </p:nvSpPr>
        <p:spPr>
          <a:xfrm>
            <a:off x="965160" y="2492280"/>
            <a:ext cx="7923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381" name=""/>
          <p:cNvSpPr/>
          <p:nvPr/>
        </p:nvSpPr>
        <p:spPr>
          <a:xfrm>
            <a:off x="1992240" y="1692360"/>
            <a:ext cx="7923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382" name=""/>
          <p:cNvSpPr/>
          <p:nvPr/>
        </p:nvSpPr>
        <p:spPr>
          <a:xfrm>
            <a:off x="5796000" y="1072800"/>
            <a:ext cx="267156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83" name=""/>
          <p:cNvSpPr/>
          <p:nvPr/>
        </p:nvSpPr>
        <p:spPr>
          <a:xfrm>
            <a:off x="5799240" y="1612800"/>
            <a:ext cx="7729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100% =</a:t>
            </a:r>
            <a:endParaRPr b="0" lang="en-US" sz="1600" spc="-1" strike="noStrike">
              <a:solidFill>
                <a:srgbClr val="000000"/>
              </a:solidFill>
              <a:latin typeface="Times New Roman"/>
            </a:endParaRPr>
          </a:p>
        </p:txBody>
      </p:sp>
      <p:sp>
        <p:nvSpPr>
          <p:cNvPr id="2384" name=""/>
          <p:cNvSpPr/>
          <p:nvPr/>
        </p:nvSpPr>
        <p:spPr>
          <a:xfrm>
            <a:off x="6102360" y="1631880"/>
            <a:ext cx="121752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600" spc="-1" strike="noStrike">
                <a:solidFill>
                  <a:srgbClr val="000000"/>
                </a:solidFill>
                <a:latin typeface="Arial"/>
                <a:ea typeface="宋体"/>
              </a:rPr>
              <a:t>000</a:t>
            </a:r>
            <a:endParaRPr b="0" lang="en-US" sz="1600" spc="-1" strike="noStrike">
              <a:solidFill>
                <a:srgbClr val="000000"/>
              </a:solidFill>
              <a:latin typeface="Times New Roman"/>
            </a:endParaRPr>
          </a:p>
        </p:txBody>
      </p:sp>
      <p:sp>
        <p:nvSpPr>
          <p:cNvPr id="2385" name=""/>
          <p:cNvSpPr/>
          <p:nvPr/>
        </p:nvSpPr>
        <p:spPr>
          <a:xfrm>
            <a:off x="7408800" y="2384280"/>
            <a:ext cx="754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86" name=""/>
          <p:cNvSpPr/>
          <p:nvPr/>
        </p:nvSpPr>
        <p:spPr>
          <a:xfrm>
            <a:off x="7408800" y="3521160"/>
            <a:ext cx="754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87" name=""/>
          <p:cNvSpPr/>
          <p:nvPr/>
        </p:nvSpPr>
        <p:spPr>
          <a:xfrm>
            <a:off x="7408800" y="4449600"/>
            <a:ext cx="754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88" name=""/>
          <p:cNvSpPr/>
          <p:nvPr/>
        </p:nvSpPr>
        <p:spPr>
          <a:xfrm>
            <a:off x="7408800" y="5197320"/>
            <a:ext cx="7542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Series</a:t>
            </a:r>
            <a:endParaRPr b="0" lang="en-US" sz="1600" spc="-1" strike="noStrike">
              <a:solidFill>
                <a:srgbClr val="000000"/>
              </a:solidFill>
              <a:latin typeface="Times New Roman"/>
            </a:endParaRPr>
          </a:p>
        </p:txBody>
      </p:sp>
      <p:sp>
        <p:nvSpPr>
          <p:cNvPr id="2389" name=""/>
          <p:cNvSpPr/>
          <p:nvPr/>
        </p:nvSpPr>
        <p:spPr>
          <a:xfrm>
            <a:off x="6081840" y="5780160"/>
            <a:ext cx="123480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39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COMBO PIE SEGMENT COLUMN</a:t>
            </a:r>
            <a:endParaRPr b="1" lang="en-US" sz="1900" spc="-1" strike="noStrike">
              <a:solidFill>
                <a:srgbClr val="000000"/>
              </a:solidFill>
              <a:latin typeface="Arial"/>
            </a:endParaRPr>
          </a:p>
        </p:txBody>
      </p:sp>
      <p:sp>
        <p:nvSpPr>
          <p:cNvPr id="239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9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B180E40-FE84-414A-9B56-3091F9A044CE}" type="slidenum">
              <a:t>136</a:t>
            </a:fld>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393" name=""/>
          <p:cNvGraphicFramePr/>
          <p:nvPr/>
        </p:nvGraphicFramePr>
        <p:xfrm>
          <a:off x="1560600" y="1146240"/>
          <a:ext cx="6292800" cy="4870440"/>
        </p:xfrm>
        <a:graphic>
          <a:graphicData uri="http://schemas.openxmlformats.org/presentationml/2006/ole">
            <p:oleObj r:id="rId1" spid="">
              <p:embed/>
            </p:oleObj>
          </a:graphicData>
        </a:graphic>
      </p:graphicFrame>
      <p:sp>
        <p:nvSpPr>
          <p:cNvPr id="2394" name=""/>
          <p:cNvSpPr/>
          <p:nvPr/>
        </p:nvSpPr>
        <p:spPr>
          <a:xfrm>
            <a:off x="1617840" y="775800"/>
            <a:ext cx="589104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95" name=""/>
          <p:cNvSpPr/>
          <p:nvPr/>
        </p:nvSpPr>
        <p:spPr>
          <a:xfrm>
            <a:off x="2087640" y="5895360"/>
            <a:ext cx="548172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396" name=""/>
          <p:cNvSpPr/>
          <p:nvPr/>
        </p:nvSpPr>
        <p:spPr>
          <a:xfrm>
            <a:off x="2284560" y="4932360"/>
            <a:ext cx="8283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397" name=""/>
          <p:cNvSpPr/>
          <p:nvPr/>
        </p:nvSpPr>
        <p:spPr>
          <a:xfrm>
            <a:off x="3381480" y="4789440"/>
            <a:ext cx="828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398" name=""/>
          <p:cNvSpPr/>
          <p:nvPr/>
        </p:nvSpPr>
        <p:spPr>
          <a:xfrm>
            <a:off x="4724280" y="4079880"/>
            <a:ext cx="828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399" name=""/>
          <p:cNvSpPr/>
          <p:nvPr/>
        </p:nvSpPr>
        <p:spPr>
          <a:xfrm>
            <a:off x="5354640" y="2382840"/>
            <a:ext cx="828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400" name=""/>
          <p:cNvSpPr/>
          <p:nvPr/>
        </p:nvSpPr>
        <p:spPr>
          <a:xfrm>
            <a:off x="6234120" y="1793880"/>
            <a:ext cx="8287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40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COST CURVE</a:t>
            </a:r>
            <a:endParaRPr b="1" lang="en-US" sz="1900" spc="-1" strike="noStrike">
              <a:solidFill>
                <a:srgbClr val="000000"/>
              </a:solidFill>
              <a:latin typeface="Arial"/>
            </a:endParaRPr>
          </a:p>
        </p:txBody>
      </p:sp>
      <p:sp>
        <p:nvSpPr>
          <p:cNvPr id="240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0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085F810D-0D23-4CFF-8B1A-BF3EF4EAEAD3}" type="slidenum">
              <a:t>137</a:t>
            </a:fld>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404" name=""/>
          <p:cNvGraphicFramePr/>
          <p:nvPr/>
        </p:nvGraphicFramePr>
        <p:xfrm>
          <a:off x="1316160" y="1206360"/>
          <a:ext cx="6972120" cy="5029200"/>
        </p:xfrm>
        <a:graphic>
          <a:graphicData uri="http://schemas.openxmlformats.org/presentationml/2006/ole">
            <p:oleObj r:id="rId1" spid="">
              <p:embed/>
            </p:oleObj>
          </a:graphicData>
        </a:graphic>
      </p:graphicFrame>
      <p:sp>
        <p:nvSpPr>
          <p:cNvPr id="2405" name=""/>
          <p:cNvSpPr/>
          <p:nvPr/>
        </p:nvSpPr>
        <p:spPr>
          <a:xfrm>
            <a:off x="1450800" y="828360"/>
            <a:ext cx="286416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Title</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Unit of measure</a:t>
            </a:r>
            <a:endParaRPr b="0" lang="en-US" sz="1600" spc="-1" strike="noStrike">
              <a:solidFill>
                <a:srgbClr val="000000"/>
              </a:solidFill>
              <a:latin typeface="Times New Roman"/>
            </a:endParaRPr>
          </a:p>
        </p:txBody>
      </p:sp>
      <p:sp>
        <p:nvSpPr>
          <p:cNvPr id="2406" name=""/>
          <p:cNvSpPr/>
          <p:nvPr/>
        </p:nvSpPr>
        <p:spPr>
          <a:xfrm>
            <a:off x="5224320" y="828360"/>
            <a:ext cx="2864160" cy="487800"/>
          </a:xfrm>
          <a:prstGeom prst="rect">
            <a:avLst/>
          </a:prstGeom>
          <a:noFill/>
          <a:ln w="0">
            <a:noFill/>
          </a:ln>
        </p:spPr>
        <p:style>
          <a:lnRef idx="0"/>
          <a:fillRef idx="0"/>
          <a:effectRef idx="0"/>
          <a:fontRef idx="minor"/>
        </p:style>
        <p:txBody>
          <a:bodyPr lIns="0" rIns="0" tIns="0" bIns="0" anchor="b">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Title</a:t>
            </a:r>
            <a:endParaRPr b="0" lang="en-US" sz="1600" spc="-1" strike="noStrike">
              <a:solidFill>
                <a:srgbClr val="000000"/>
              </a:solidFill>
              <a:latin typeface="Times New Roman"/>
            </a:endParaRPr>
          </a:p>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Unit of measure</a:t>
            </a:r>
            <a:endParaRPr b="0" lang="en-US" sz="1600" spc="-1" strike="noStrike">
              <a:solidFill>
                <a:srgbClr val="000000"/>
              </a:solidFill>
              <a:latin typeface="Times New Roman"/>
            </a:endParaRPr>
          </a:p>
        </p:txBody>
      </p:sp>
      <p:sp>
        <p:nvSpPr>
          <p:cNvPr id="240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DUAL COLUMN LINE</a:t>
            </a:r>
            <a:endParaRPr b="1" lang="en-US" sz="1900" spc="-1" strike="noStrike">
              <a:solidFill>
                <a:srgbClr val="000000"/>
              </a:solidFill>
              <a:latin typeface="Arial"/>
            </a:endParaRPr>
          </a:p>
        </p:txBody>
      </p:sp>
      <p:sp>
        <p:nvSpPr>
          <p:cNvPr id="240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0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E619F7F-D0B8-4F74-82FD-D0A17FFEC66F}" type="slidenum">
              <a:t>138</a:t>
            </a:fld>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410" name=""/>
          <p:cNvGraphicFramePr/>
          <p:nvPr/>
        </p:nvGraphicFramePr>
        <p:xfrm>
          <a:off x="1278000" y="1174680"/>
          <a:ext cx="6945120" cy="5048280"/>
        </p:xfrm>
        <a:graphic>
          <a:graphicData uri="http://schemas.openxmlformats.org/presentationml/2006/ole">
            <p:oleObj r:id="rId1" spid="">
              <p:embed/>
            </p:oleObj>
          </a:graphicData>
        </a:graphic>
      </p:graphicFrame>
      <p:sp>
        <p:nvSpPr>
          <p:cNvPr id="2411" name=""/>
          <p:cNvSpPr/>
          <p:nvPr/>
        </p:nvSpPr>
        <p:spPr>
          <a:xfrm>
            <a:off x="1450800" y="828360"/>
            <a:ext cx="286416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Title</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Unit of measure</a:t>
            </a:r>
            <a:endParaRPr b="0" lang="en-US" sz="1600" spc="-1" strike="noStrike">
              <a:solidFill>
                <a:srgbClr val="000000"/>
              </a:solidFill>
              <a:latin typeface="Times New Roman"/>
            </a:endParaRPr>
          </a:p>
        </p:txBody>
      </p:sp>
      <p:sp>
        <p:nvSpPr>
          <p:cNvPr id="2412" name=""/>
          <p:cNvSpPr/>
          <p:nvPr/>
        </p:nvSpPr>
        <p:spPr>
          <a:xfrm>
            <a:off x="5148360" y="828360"/>
            <a:ext cx="2863800" cy="487800"/>
          </a:xfrm>
          <a:prstGeom prst="rect">
            <a:avLst/>
          </a:prstGeom>
          <a:noFill/>
          <a:ln w="0">
            <a:noFill/>
          </a:ln>
        </p:spPr>
        <p:style>
          <a:lnRef idx="0"/>
          <a:fillRef idx="0"/>
          <a:effectRef idx="0"/>
          <a:fontRef idx="minor"/>
        </p:style>
        <p:txBody>
          <a:bodyPr lIns="0" rIns="0" tIns="0" bIns="0" anchor="b">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Title</a:t>
            </a:r>
            <a:endParaRPr b="0" lang="en-US" sz="1600" spc="-1" strike="noStrike">
              <a:solidFill>
                <a:srgbClr val="000000"/>
              </a:solidFill>
              <a:latin typeface="Times New Roman"/>
            </a:endParaRPr>
          </a:p>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Unit of measure</a:t>
            </a:r>
            <a:endParaRPr b="0" lang="en-US" sz="1600" spc="-1" strike="noStrike">
              <a:solidFill>
                <a:srgbClr val="000000"/>
              </a:solidFill>
              <a:latin typeface="Times New Roman"/>
            </a:endParaRPr>
          </a:p>
        </p:txBody>
      </p:sp>
      <p:sp>
        <p:nvSpPr>
          <p:cNvPr id="241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DUAL LINE</a:t>
            </a:r>
            <a:endParaRPr b="1" lang="en-US" sz="1900" spc="-1" strike="noStrike">
              <a:solidFill>
                <a:srgbClr val="000000"/>
              </a:solidFill>
              <a:latin typeface="Arial"/>
            </a:endParaRPr>
          </a:p>
        </p:txBody>
      </p:sp>
      <p:sp>
        <p:nvSpPr>
          <p:cNvPr id="241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1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83255025-F9CA-4A0A-A4DB-E2CF2E123C30}" type="slidenum">
              <a:t>139</a:t>
            </a:fld>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416" name=""/>
          <p:cNvGraphicFramePr/>
          <p:nvPr/>
        </p:nvGraphicFramePr>
        <p:xfrm>
          <a:off x="1260360" y="1074600"/>
          <a:ext cx="6529680" cy="5048280"/>
        </p:xfrm>
        <a:graphic>
          <a:graphicData uri="http://schemas.openxmlformats.org/presentationml/2006/ole">
            <p:oleObj r:id="rId1" spid="">
              <p:embed/>
            </p:oleObj>
          </a:graphicData>
        </a:graphic>
      </p:graphicFrame>
      <p:sp>
        <p:nvSpPr>
          <p:cNvPr id="2417" name=""/>
          <p:cNvSpPr/>
          <p:nvPr/>
        </p:nvSpPr>
        <p:spPr>
          <a:xfrm>
            <a:off x="7445520" y="1722600"/>
            <a:ext cx="8474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1</a:t>
            </a:r>
            <a:endParaRPr b="0" lang="en-US" sz="1600" spc="-1" strike="noStrike">
              <a:solidFill>
                <a:srgbClr val="000000"/>
              </a:solidFill>
              <a:latin typeface="Times New Roman"/>
            </a:endParaRPr>
          </a:p>
        </p:txBody>
      </p:sp>
      <p:sp>
        <p:nvSpPr>
          <p:cNvPr id="2418" name=""/>
          <p:cNvSpPr/>
          <p:nvPr/>
        </p:nvSpPr>
        <p:spPr>
          <a:xfrm>
            <a:off x="7445520" y="3160800"/>
            <a:ext cx="8474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2</a:t>
            </a:r>
            <a:endParaRPr b="0" lang="en-US" sz="1600" spc="-1" strike="noStrike">
              <a:solidFill>
                <a:srgbClr val="000000"/>
              </a:solidFill>
              <a:latin typeface="Times New Roman"/>
            </a:endParaRPr>
          </a:p>
        </p:txBody>
      </p:sp>
      <p:sp>
        <p:nvSpPr>
          <p:cNvPr id="2419" name=""/>
          <p:cNvSpPr/>
          <p:nvPr/>
        </p:nvSpPr>
        <p:spPr>
          <a:xfrm>
            <a:off x="7445520" y="3870360"/>
            <a:ext cx="8474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3</a:t>
            </a:r>
            <a:endParaRPr b="0" lang="en-US" sz="1600" spc="-1" strike="noStrike">
              <a:solidFill>
                <a:srgbClr val="000000"/>
              </a:solidFill>
              <a:latin typeface="Times New Roman"/>
            </a:endParaRPr>
          </a:p>
        </p:txBody>
      </p:sp>
      <p:sp>
        <p:nvSpPr>
          <p:cNvPr id="2420" name=""/>
          <p:cNvSpPr/>
          <p:nvPr/>
        </p:nvSpPr>
        <p:spPr>
          <a:xfrm>
            <a:off x="7445520" y="4187880"/>
            <a:ext cx="8474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4</a:t>
            </a:r>
            <a:endParaRPr b="0" lang="en-US" sz="1600" spc="-1" strike="noStrike">
              <a:solidFill>
                <a:srgbClr val="000000"/>
              </a:solidFill>
              <a:latin typeface="Times New Roman"/>
            </a:endParaRPr>
          </a:p>
        </p:txBody>
      </p:sp>
      <p:sp>
        <p:nvSpPr>
          <p:cNvPr id="242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LINE</a:t>
            </a:r>
            <a:endParaRPr b="1" lang="en-US" sz="1900" spc="-1" strike="noStrike">
              <a:solidFill>
                <a:srgbClr val="000000"/>
              </a:solidFill>
              <a:latin typeface="Arial"/>
            </a:endParaRPr>
          </a:p>
        </p:txBody>
      </p:sp>
      <p:sp>
        <p:nvSpPr>
          <p:cNvPr id="242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2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D2A2F88-A826-480F-A72A-19BCDE13153E}" type="slidenum">
              <a:t>140</a:t>
            </a:fld>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424" name=""/>
          <p:cNvGraphicFramePr/>
          <p:nvPr/>
        </p:nvGraphicFramePr>
        <p:xfrm>
          <a:off x="1228680" y="1192320"/>
          <a:ext cx="6458040" cy="4446360"/>
        </p:xfrm>
        <a:graphic>
          <a:graphicData uri="http://schemas.openxmlformats.org/presentationml/2006/ole">
            <p:oleObj r:id="rId1" spid="">
              <p:embed/>
            </p:oleObj>
          </a:graphicData>
        </a:graphic>
      </p:graphicFrame>
      <p:sp>
        <p:nvSpPr>
          <p:cNvPr id="2425" name=""/>
          <p:cNvSpPr/>
          <p:nvPr/>
        </p:nvSpPr>
        <p:spPr>
          <a:xfrm>
            <a:off x="6431040" y="3049560"/>
            <a:ext cx="8445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426" name=""/>
          <p:cNvSpPr/>
          <p:nvPr/>
        </p:nvSpPr>
        <p:spPr>
          <a:xfrm>
            <a:off x="3292560" y="5253120"/>
            <a:ext cx="8445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427" name=""/>
          <p:cNvSpPr/>
          <p:nvPr/>
        </p:nvSpPr>
        <p:spPr>
          <a:xfrm>
            <a:off x="1819440" y="3571920"/>
            <a:ext cx="8445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428" name=""/>
          <p:cNvSpPr/>
          <p:nvPr/>
        </p:nvSpPr>
        <p:spPr>
          <a:xfrm>
            <a:off x="2138400" y="2189160"/>
            <a:ext cx="8445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429" name=""/>
          <p:cNvSpPr/>
          <p:nvPr/>
        </p:nvSpPr>
        <p:spPr>
          <a:xfrm>
            <a:off x="3314880" y="1328760"/>
            <a:ext cx="84420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243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PIE</a:t>
            </a:r>
            <a:endParaRPr b="1" lang="en-US" sz="1900" spc="-1" strike="noStrike">
              <a:solidFill>
                <a:srgbClr val="000000"/>
              </a:solidFill>
              <a:latin typeface="Arial"/>
            </a:endParaRPr>
          </a:p>
        </p:txBody>
      </p:sp>
      <p:sp>
        <p:nvSpPr>
          <p:cNvPr id="243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3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942B15E-036E-4D7F-8801-126DB96E5AFF}" type="slidenum">
              <a:t>141</a:t>
            </a:fld>
          </a:p>
        </p:txBody>
      </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433" name=""/>
          <p:cNvGraphicFramePr/>
          <p:nvPr/>
        </p:nvGraphicFramePr>
        <p:xfrm>
          <a:off x="-169920" y="2062080"/>
          <a:ext cx="4851360" cy="3043440"/>
        </p:xfrm>
        <a:graphic>
          <a:graphicData uri="http://schemas.openxmlformats.org/presentationml/2006/ole">
            <p:oleObj r:id="rId1" spid="">
              <p:embed/>
            </p:oleObj>
          </a:graphicData>
        </a:graphic>
      </p:graphicFrame>
      <p:graphicFrame>
        <p:nvGraphicFramePr>
          <p:cNvPr id="2434" name=""/>
          <p:cNvGraphicFramePr/>
          <p:nvPr/>
        </p:nvGraphicFramePr>
        <p:xfrm>
          <a:off x="4354560" y="2062080"/>
          <a:ext cx="4851360" cy="3043440"/>
        </p:xfrm>
        <a:graphic>
          <a:graphicData uri="http://schemas.openxmlformats.org/presentationml/2006/ole">
            <p:oleObj r:id="rId2" spid="">
              <p:embed/>
            </p:oleObj>
          </a:graphicData>
        </a:graphic>
      </p:graphicFrame>
      <p:sp>
        <p:nvSpPr>
          <p:cNvPr id="2435" name=""/>
          <p:cNvSpPr/>
          <p:nvPr/>
        </p:nvSpPr>
        <p:spPr>
          <a:xfrm>
            <a:off x="184320" y="1369440"/>
            <a:ext cx="314784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36" name=""/>
          <p:cNvSpPr/>
          <p:nvPr/>
        </p:nvSpPr>
        <p:spPr>
          <a:xfrm>
            <a:off x="3743280" y="3290760"/>
            <a:ext cx="67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437" name=""/>
          <p:cNvSpPr/>
          <p:nvPr/>
        </p:nvSpPr>
        <p:spPr>
          <a:xfrm>
            <a:off x="1298520" y="4952880"/>
            <a:ext cx="67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438" name=""/>
          <p:cNvSpPr/>
          <p:nvPr/>
        </p:nvSpPr>
        <p:spPr>
          <a:xfrm>
            <a:off x="196920" y="3664080"/>
            <a:ext cx="67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439" name=""/>
          <p:cNvSpPr/>
          <p:nvPr/>
        </p:nvSpPr>
        <p:spPr>
          <a:xfrm>
            <a:off x="438120" y="2617920"/>
            <a:ext cx="67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440" name=""/>
          <p:cNvSpPr/>
          <p:nvPr/>
        </p:nvSpPr>
        <p:spPr>
          <a:xfrm>
            <a:off x="1411200" y="1965240"/>
            <a:ext cx="67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441" name=""/>
          <p:cNvSpPr/>
          <p:nvPr/>
        </p:nvSpPr>
        <p:spPr>
          <a:xfrm>
            <a:off x="4691160" y="1369440"/>
            <a:ext cx="3147840" cy="48780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宋体"/>
              </a:rPr>
              <a:t>Title</a:t>
            </a:r>
            <a:endParaRPr b="0" lang="en-US" sz="1600" spc="-1" strike="noStrike">
              <a:solidFill>
                <a:srgbClr val="000000"/>
              </a:solidFill>
              <a:latin typeface="Times New Roman"/>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42" name=""/>
          <p:cNvSpPr/>
          <p:nvPr/>
        </p:nvSpPr>
        <p:spPr>
          <a:xfrm>
            <a:off x="8250120" y="3290760"/>
            <a:ext cx="67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2443" name=""/>
          <p:cNvSpPr/>
          <p:nvPr/>
        </p:nvSpPr>
        <p:spPr>
          <a:xfrm>
            <a:off x="5805360" y="4952880"/>
            <a:ext cx="67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2</a:t>
            </a:r>
            <a:endParaRPr b="0" lang="en-US" sz="1600" spc="-1" strike="noStrike">
              <a:solidFill>
                <a:srgbClr val="000000"/>
              </a:solidFill>
              <a:latin typeface="Times New Roman"/>
            </a:endParaRPr>
          </a:p>
        </p:txBody>
      </p:sp>
      <p:sp>
        <p:nvSpPr>
          <p:cNvPr id="2444" name=""/>
          <p:cNvSpPr/>
          <p:nvPr/>
        </p:nvSpPr>
        <p:spPr>
          <a:xfrm>
            <a:off x="4703760" y="3664080"/>
            <a:ext cx="67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3</a:t>
            </a:r>
            <a:endParaRPr b="0" lang="en-US" sz="1600" spc="-1" strike="noStrike">
              <a:solidFill>
                <a:srgbClr val="000000"/>
              </a:solidFill>
              <a:latin typeface="Times New Roman"/>
            </a:endParaRPr>
          </a:p>
        </p:txBody>
      </p:sp>
      <p:sp>
        <p:nvSpPr>
          <p:cNvPr id="2445" name=""/>
          <p:cNvSpPr/>
          <p:nvPr/>
        </p:nvSpPr>
        <p:spPr>
          <a:xfrm>
            <a:off x="4944960" y="2617920"/>
            <a:ext cx="674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4</a:t>
            </a:r>
            <a:endParaRPr b="0" lang="en-US" sz="1600" spc="-1" strike="noStrike">
              <a:solidFill>
                <a:srgbClr val="000000"/>
              </a:solidFill>
              <a:latin typeface="Times New Roman"/>
            </a:endParaRPr>
          </a:p>
        </p:txBody>
      </p:sp>
      <p:sp>
        <p:nvSpPr>
          <p:cNvPr id="2446" name=""/>
          <p:cNvSpPr/>
          <p:nvPr/>
        </p:nvSpPr>
        <p:spPr>
          <a:xfrm>
            <a:off x="5918040" y="1965240"/>
            <a:ext cx="675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5</a:t>
            </a:r>
            <a:endParaRPr b="0" lang="en-US" sz="1600" spc="-1" strike="noStrike">
              <a:solidFill>
                <a:srgbClr val="000000"/>
              </a:solidFill>
              <a:latin typeface="Times New Roman"/>
            </a:endParaRPr>
          </a:p>
        </p:txBody>
      </p:sp>
      <p:sp>
        <p:nvSpPr>
          <p:cNvPr id="244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PIE 2</a:t>
            </a:r>
            <a:endParaRPr b="1" lang="en-US" sz="1900" spc="-1" strike="noStrike">
              <a:solidFill>
                <a:srgbClr val="000000"/>
              </a:solidFill>
              <a:latin typeface="Arial"/>
            </a:endParaRPr>
          </a:p>
        </p:txBody>
      </p:sp>
      <p:sp>
        <p:nvSpPr>
          <p:cNvPr id="244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4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A61115B1-C6BB-4DF4-AF93-C5D80A473278}" type="slidenum">
              <a:t>142</a:t>
            </a:fld>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450" name=""/>
          <p:cNvGraphicFramePr/>
          <p:nvPr/>
        </p:nvGraphicFramePr>
        <p:xfrm>
          <a:off x="1523880" y="1065240"/>
          <a:ext cx="6296040" cy="5041800"/>
        </p:xfrm>
        <a:graphic>
          <a:graphicData uri="http://schemas.openxmlformats.org/presentationml/2006/ole">
            <p:oleObj r:id="rId1" spid="">
              <p:embed/>
            </p:oleObj>
          </a:graphicData>
        </a:graphic>
      </p:graphicFrame>
      <p:sp>
        <p:nvSpPr>
          <p:cNvPr id="245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RANGE HIGH LOW</a:t>
            </a:r>
            <a:endParaRPr b="1" lang="en-US" sz="1900" spc="-1" strike="noStrike">
              <a:solidFill>
                <a:srgbClr val="000000"/>
              </a:solidFill>
              <a:latin typeface="Arial"/>
            </a:endParaRPr>
          </a:p>
        </p:txBody>
      </p:sp>
      <p:sp>
        <p:nvSpPr>
          <p:cNvPr id="245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5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CF8B3CE-D413-476C-9D78-C0286EF0A16D}" type="slidenum">
              <a:t>143</a:t>
            </a:fld>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aphicFrame>
        <p:nvGraphicFramePr>
          <p:cNvPr id="2454" name=""/>
          <p:cNvGraphicFramePr/>
          <p:nvPr/>
        </p:nvGraphicFramePr>
        <p:xfrm>
          <a:off x="1577880" y="1235160"/>
          <a:ext cx="6342120" cy="4848120"/>
        </p:xfrm>
        <a:graphic>
          <a:graphicData uri="http://schemas.openxmlformats.org/presentationml/2006/ole">
            <p:oleObj r:id="rId1" spid="">
              <p:embed/>
            </p:oleObj>
          </a:graphicData>
        </a:graphic>
      </p:graphicFrame>
      <p:sp>
        <p:nvSpPr>
          <p:cNvPr id="245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SCATTER X &amp; Y</a:t>
            </a:r>
            <a:endParaRPr b="1" lang="en-US" sz="1900" spc="-1" strike="noStrike">
              <a:solidFill>
                <a:srgbClr val="000000"/>
              </a:solidFill>
              <a:latin typeface="Arial"/>
            </a:endParaRPr>
          </a:p>
        </p:txBody>
      </p:sp>
      <p:sp>
        <p:nvSpPr>
          <p:cNvPr id="245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5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FE83C84-6EF2-42FC-A513-6EF5C7FEC5AD}" type="slidenum">
              <a:t>144</a:t>
            </a:fld>
          </a:p>
        </p:txBody>
      </p:sp>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5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WATERFALL BAR</a:t>
            </a:r>
            <a:endParaRPr b="1" lang="en-US" sz="1900" spc="-1" strike="noStrike">
              <a:solidFill>
                <a:srgbClr val="000000"/>
              </a:solidFill>
              <a:latin typeface="Arial"/>
            </a:endParaRPr>
          </a:p>
        </p:txBody>
      </p:sp>
      <p:graphicFrame>
        <p:nvGraphicFramePr>
          <p:cNvPr id="2459" name=""/>
          <p:cNvGraphicFramePr/>
          <p:nvPr/>
        </p:nvGraphicFramePr>
        <p:xfrm>
          <a:off x="2590920" y="1824120"/>
          <a:ext cx="5040360" cy="3768480"/>
        </p:xfrm>
        <a:graphic>
          <a:graphicData uri="http://schemas.openxmlformats.org/presentationml/2006/ole">
            <p:oleObj r:id="rId1" spid="">
              <p:embed/>
            </p:oleObj>
          </a:graphicData>
        </a:graphic>
      </p:graphicFrame>
      <p:sp>
        <p:nvSpPr>
          <p:cNvPr id="2460" name=""/>
          <p:cNvSpPr/>
          <p:nvPr/>
        </p:nvSpPr>
        <p:spPr>
          <a:xfrm>
            <a:off x="1809720" y="215604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1</a:t>
            </a:r>
            <a:endParaRPr b="0" lang="en-US" sz="1600" spc="-1" strike="noStrike">
              <a:solidFill>
                <a:srgbClr val="000000"/>
              </a:solidFill>
              <a:latin typeface="Times New Roman"/>
            </a:endParaRPr>
          </a:p>
        </p:txBody>
      </p:sp>
      <p:sp>
        <p:nvSpPr>
          <p:cNvPr id="2461" name=""/>
          <p:cNvSpPr/>
          <p:nvPr/>
        </p:nvSpPr>
        <p:spPr>
          <a:xfrm>
            <a:off x="1809720" y="283680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2</a:t>
            </a:r>
            <a:endParaRPr b="0" lang="en-US" sz="1600" spc="-1" strike="noStrike">
              <a:solidFill>
                <a:srgbClr val="000000"/>
              </a:solidFill>
              <a:latin typeface="Times New Roman"/>
            </a:endParaRPr>
          </a:p>
        </p:txBody>
      </p:sp>
      <p:sp>
        <p:nvSpPr>
          <p:cNvPr id="2462" name=""/>
          <p:cNvSpPr/>
          <p:nvPr/>
        </p:nvSpPr>
        <p:spPr>
          <a:xfrm>
            <a:off x="1809720" y="356400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3</a:t>
            </a:r>
            <a:endParaRPr b="0" lang="en-US" sz="1600" spc="-1" strike="noStrike">
              <a:solidFill>
                <a:srgbClr val="000000"/>
              </a:solidFill>
              <a:latin typeface="Times New Roman"/>
            </a:endParaRPr>
          </a:p>
        </p:txBody>
      </p:sp>
      <p:sp>
        <p:nvSpPr>
          <p:cNvPr id="2463" name=""/>
          <p:cNvSpPr/>
          <p:nvPr/>
        </p:nvSpPr>
        <p:spPr>
          <a:xfrm>
            <a:off x="1809720" y="428940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4</a:t>
            </a:r>
            <a:endParaRPr b="0" lang="en-US" sz="1600" spc="-1" strike="noStrike">
              <a:solidFill>
                <a:srgbClr val="000000"/>
              </a:solidFill>
              <a:latin typeface="Times New Roman"/>
            </a:endParaRPr>
          </a:p>
        </p:txBody>
      </p:sp>
      <p:sp>
        <p:nvSpPr>
          <p:cNvPr id="2464" name=""/>
          <p:cNvSpPr/>
          <p:nvPr/>
        </p:nvSpPr>
        <p:spPr>
          <a:xfrm>
            <a:off x="1809720" y="5010120"/>
            <a:ext cx="6732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5</a:t>
            </a:r>
            <a:endParaRPr b="0" lang="en-US" sz="1600" spc="-1" strike="noStrike">
              <a:solidFill>
                <a:srgbClr val="000000"/>
              </a:solidFill>
              <a:latin typeface="Times New Roman"/>
            </a:endParaRPr>
          </a:p>
        </p:txBody>
      </p:sp>
      <p:sp>
        <p:nvSpPr>
          <p:cNvPr id="2465" name=""/>
          <p:cNvSpPr/>
          <p:nvPr/>
        </p:nvSpPr>
        <p:spPr>
          <a:xfrm flipH="1">
            <a:off x="3846600" y="2484360"/>
            <a:ext cx="1440" cy="22248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46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6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371A1B00-6626-4E70-A790-D3FD03A5CCA0}" type="slidenum">
              <a:t>145</a:t>
            </a:fld>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6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WATERFALL COLUMN</a:t>
            </a:r>
            <a:endParaRPr b="1" lang="en-US" sz="1900" spc="-1" strike="noStrike">
              <a:solidFill>
                <a:srgbClr val="000000"/>
              </a:solidFill>
              <a:latin typeface="Arial"/>
            </a:endParaRPr>
          </a:p>
        </p:txBody>
      </p:sp>
      <p:graphicFrame>
        <p:nvGraphicFramePr>
          <p:cNvPr id="2469" name=""/>
          <p:cNvGraphicFramePr/>
          <p:nvPr/>
        </p:nvGraphicFramePr>
        <p:xfrm>
          <a:off x="2065320" y="966960"/>
          <a:ext cx="4762440" cy="4259160"/>
        </p:xfrm>
        <a:graphic>
          <a:graphicData uri="http://schemas.openxmlformats.org/presentationml/2006/ole">
            <p:oleObj r:id="rId1" spid="">
              <p:embed/>
            </p:oleObj>
          </a:graphicData>
        </a:graphic>
      </p:graphicFrame>
      <p:sp>
        <p:nvSpPr>
          <p:cNvPr id="2470" name=""/>
          <p:cNvSpPr/>
          <p:nvPr/>
        </p:nvSpPr>
        <p:spPr>
          <a:xfrm>
            <a:off x="2244600" y="5262480"/>
            <a:ext cx="6717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1</a:t>
            </a:r>
            <a:endParaRPr b="0" lang="en-US" sz="1600" spc="-1" strike="noStrike">
              <a:solidFill>
                <a:srgbClr val="000000"/>
              </a:solidFill>
              <a:latin typeface="Times New Roman"/>
            </a:endParaRPr>
          </a:p>
        </p:txBody>
      </p:sp>
      <p:sp>
        <p:nvSpPr>
          <p:cNvPr id="2471" name=""/>
          <p:cNvSpPr/>
          <p:nvPr/>
        </p:nvSpPr>
        <p:spPr>
          <a:xfrm>
            <a:off x="3184560" y="5262480"/>
            <a:ext cx="671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2</a:t>
            </a:r>
            <a:endParaRPr b="0" lang="en-US" sz="1600" spc="-1" strike="noStrike">
              <a:solidFill>
                <a:srgbClr val="000000"/>
              </a:solidFill>
              <a:latin typeface="Times New Roman"/>
            </a:endParaRPr>
          </a:p>
        </p:txBody>
      </p:sp>
      <p:sp>
        <p:nvSpPr>
          <p:cNvPr id="2472" name=""/>
          <p:cNvSpPr/>
          <p:nvPr/>
        </p:nvSpPr>
        <p:spPr>
          <a:xfrm>
            <a:off x="4097160" y="5262480"/>
            <a:ext cx="6717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3</a:t>
            </a:r>
            <a:endParaRPr b="0" lang="en-US" sz="1600" spc="-1" strike="noStrike">
              <a:solidFill>
                <a:srgbClr val="000000"/>
              </a:solidFill>
              <a:latin typeface="Times New Roman"/>
            </a:endParaRPr>
          </a:p>
        </p:txBody>
      </p:sp>
      <p:sp>
        <p:nvSpPr>
          <p:cNvPr id="2473" name=""/>
          <p:cNvSpPr/>
          <p:nvPr/>
        </p:nvSpPr>
        <p:spPr>
          <a:xfrm>
            <a:off x="4998960" y="5262480"/>
            <a:ext cx="6717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4</a:t>
            </a:r>
            <a:endParaRPr b="0" lang="en-US" sz="1600" spc="-1" strike="noStrike">
              <a:solidFill>
                <a:srgbClr val="000000"/>
              </a:solidFill>
              <a:latin typeface="Times New Roman"/>
            </a:endParaRPr>
          </a:p>
        </p:txBody>
      </p:sp>
      <p:sp>
        <p:nvSpPr>
          <p:cNvPr id="2474" name=""/>
          <p:cNvSpPr/>
          <p:nvPr/>
        </p:nvSpPr>
        <p:spPr>
          <a:xfrm>
            <a:off x="5913360" y="5262480"/>
            <a:ext cx="6717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Label 5</a:t>
            </a:r>
            <a:endParaRPr b="0" lang="en-US" sz="1600" spc="-1" strike="noStrike">
              <a:solidFill>
                <a:srgbClr val="000000"/>
              </a:solidFill>
              <a:latin typeface="Times New Roman"/>
            </a:endParaRPr>
          </a:p>
        </p:txBody>
      </p:sp>
      <p:sp>
        <p:nvSpPr>
          <p:cNvPr id="2475" name=""/>
          <p:cNvSpPr/>
          <p:nvPr/>
        </p:nvSpPr>
        <p:spPr>
          <a:xfrm>
            <a:off x="2895480" y="4251240"/>
            <a:ext cx="2606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47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47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4229122-7010-4938-A9EF-9462AE82F0C6}" type="slidenum">
              <a:t>146</a:t>
            </a:fld>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78" name="McK Confidential"/>
          <p:cNvSpPr/>
          <p:nvPr/>
        </p:nvSpPr>
        <p:spPr>
          <a:xfrm>
            <a:off x="2639880" y="2139840"/>
            <a:ext cx="14860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CONFIDENTIAL</a:t>
            </a:r>
            <a:endParaRPr b="0" lang="en-US" sz="1400" spc="-1" strike="noStrike">
              <a:solidFill>
                <a:srgbClr val="000000"/>
              </a:solidFill>
              <a:latin typeface="Times New Roman"/>
            </a:endParaRPr>
          </a:p>
        </p:txBody>
      </p:sp>
      <p:sp>
        <p:nvSpPr>
          <p:cNvPr id="2479" name="PlaceHolder 1"/>
          <p:cNvSpPr>
            <a:spLocks noGrp="1"/>
          </p:cNvSpPr>
          <p:nvPr>
            <p:ph type="title"/>
          </p:nvPr>
        </p:nvSpPr>
        <p:spPr>
          <a:xfrm>
            <a:off x="2639880" y="2701440"/>
            <a:ext cx="5027760" cy="366120"/>
          </a:xfrm>
          <a:prstGeom prst="rect">
            <a:avLst/>
          </a:prstGeom>
          <a:noFill/>
          <a:ln w="0">
            <a:noFill/>
          </a:ln>
        </p:spPr>
        <p:txBody>
          <a:bodyPr lIns="0" rIns="0" tIns="0" bIns="0" anchor="t">
            <a:noAutofit/>
          </a:bodyPr>
          <a:p>
            <a:pPr indent="0">
              <a:lnSpc>
                <a:spcPct val="100000"/>
              </a:lnSpc>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2400" spc="-1" strike="noStrike">
                <a:solidFill>
                  <a:srgbClr val="000000"/>
                </a:solidFill>
                <a:latin typeface="Arial Black"/>
                <a:ea typeface="-윤고딕130"/>
              </a:rPr>
              <a:t>Frequently Used Template </a:t>
            </a:r>
            <a:endParaRPr b="0" lang="en-US" sz="2400" spc="-1" strike="noStrike">
              <a:solidFill>
                <a:srgbClr val="000000"/>
              </a:solidFill>
              <a:latin typeface="Arial"/>
            </a:endParaRPr>
          </a:p>
        </p:txBody>
      </p:sp>
      <p:sp>
        <p:nvSpPr>
          <p:cNvPr id="2480" name="PlaceHolder 2"/>
          <p:cNvSpPr>
            <a:spLocks noGrp="1"/>
          </p:cNvSpPr>
          <p:nvPr>
            <p:ph type="subTitle"/>
          </p:nvPr>
        </p:nvSpPr>
        <p:spPr>
          <a:xfrm>
            <a:off x="2639880" y="3882600"/>
            <a:ext cx="5027760" cy="21384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rPr>
              <a:t>Named Objects</a:t>
            </a:r>
            <a:endParaRPr b="0" lang="en-US" sz="1400" spc="-1" strike="noStrike">
              <a:solidFill>
                <a:srgbClr val="000000"/>
              </a:solidFill>
              <a:latin typeface="Arial"/>
            </a:endParaRPr>
          </a:p>
        </p:txBody>
      </p:sp>
      <p:sp>
        <p:nvSpPr>
          <p:cNvPr id="2481" name="McK Document"/>
          <p:cNvSpPr/>
          <p:nvPr/>
        </p:nvSpPr>
        <p:spPr>
          <a:xfrm>
            <a:off x="2639880" y="4839120"/>
            <a:ext cx="502776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Template </a:t>
            </a:r>
            <a:endParaRPr b="0" lang="en-US" sz="1400" spc="-1" strike="noStrike">
              <a:solidFill>
                <a:srgbClr val="000000"/>
              </a:solidFill>
              <a:latin typeface="Times New Roman"/>
            </a:endParaRPr>
          </a:p>
        </p:txBody>
      </p:sp>
      <p:sp>
        <p:nvSpPr>
          <p:cNvPr id="2482" name="McK Date"/>
          <p:cNvSpPr/>
          <p:nvPr/>
        </p:nvSpPr>
        <p:spPr>
          <a:xfrm>
            <a:off x="2639880" y="5105520"/>
            <a:ext cx="50277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June 2002 </a:t>
            </a:r>
            <a:endParaRPr b="0" lang="en-US" sz="1400" spc="-1" strike="noStrike">
              <a:solidFill>
                <a:srgbClr val="000000"/>
              </a:solidFill>
              <a:latin typeface="Times New Roman"/>
            </a:endParaRPr>
          </a:p>
        </p:txBody>
      </p:sp>
      <p:sp>
        <p:nvSpPr>
          <p:cNvPr id="2483" name="McK Disclaimer"/>
          <p:cNvSpPr/>
          <p:nvPr/>
        </p:nvSpPr>
        <p:spPr>
          <a:xfrm>
            <a:off x="2639880" y="5961960"/>
            <a:ext cx="3656160" cy="68796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900" spc="-1" strike="noStrike">
                <a:solidFill>
                  <a:srgbClr val="000000"/>
                </a:solidFill>
                <a:latin typeface="Arial"/>
                <a:ea typeface="宋体"/>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84" name=""/>
          <p:cNvSpPr/>
          <p:nvPr/>
        </p:nvSpPr>
        <p:spPr>
          <a:xfrm rot="5400000">
            <a:off x="2049840" y="3280320"/>
            <a:ext cx="3030480" cy="384120"/>
          </a:xfrm>
          <a:prstGeom prst="triangle">
            <a:avLst>
              <a:gd name="adj" fmla="val 50000"/>
            </a:avLst>
          </a:prstGeom>
          <a:solidFill>
            <a:srgbClr val="ffffff"/>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2485" name=""/>
          <p:cNvGrpSpPr/>
          <p:nvPr/>
        </p:nvGrpSpPr>
        <p:grpSpPr>
          <a:xfrm>
            <a:off x="5516640" y="1962000"/>
            <a:ext cx="1432800" cy="1407600"/>
            <a:chOff x="5516640" y="1962000"/>
            <a:chExt cx="1432800" cy="1407600"/>
          </a:xfrm>
        </p:grpSpPr>
        <p:sp>
          <p:nvSpPr>
            <p:cNvPr id="2486" name=""/>
            <p:cNvSpPr/>
            <p:nvPr/>
          </p:nvSpPr>
          <p:spPr>
            <a:xfrm>
              <a:off x="5516640" y="2241360"/>
              <a:ext cx="576720" cy="882000"/>
            </a:xfrm>
            <a:prstGeom prst="rightArrow">
              <a:avLst>
                <a:gd name="adj1" fmla="val 54000"/>
                <a:gd name="adj2" fmla="val 73171"/>
              </a:avLst>
            </a:prstGeom>
            <a:solidFill>
              <a:srgbClr val="ffffff"/>
            </a:solidFill>
            <a:ln w="9360">
              <a:solidFill>
                <a:srgbClr val="000000"/>
              </a:solidFill>
              <a:miter/>
            </a:ln>
          </p:spPr>
          <p:style>
            <a:lnRef idx="0"/>
            <a:fillRef idx="0"/>
            <a:effectRef idx="0"/>
            <a:fontRef idx="minor"/>
          </p:style>
          <p:txBody>
            <a:bodyPr lIns="45720" rIns="0" bIns="0" anchor="t">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487" name=""/>
            <p:cNvSpPr/>
            <p:nvPr/>
          </p:nvSpPr>
          <p:spPr>
            <a:xfrm flipH="1">
              <a:off x="6372720" y="2241360"/>
              <a:ext cx="576720" cy="882000"/>
            </a:xfrm>
            <a:prstGeom prst="rightArrow">
              <a:avLst>
                <a:gd name="adj1" fmla="val 54000"/>
                <a:gd name="adj2" fmla="val 73171"/>
              </a:avLst>
            </a:prstGeom>
            <a:solidFill>
              <a:srgbClr val="ffffff"/>
            </a:solidFill>
            <a:ln w="9360">
              <a:solidFill>
                <a:srgbClr val="000000"/>
              </a:solidFill>
              <a:miter/>
            </a:ln>
          </p:spPr>
          <p:style>
            <a:lnRef idx="0"/>
            <a:fillRef idx="0"/>
            <a:effectRef idx="0"/>
            <a:fontRef idx="minor"/>
          </p:style>
          <p:txBody>
            <a:bodyPr lIns="45720" rIns="0" bIns="0" anchor="t">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488" name=""/>
            <p:cNvSpPr/>
            <p:nvPr/>
          </p:nvSpPr>
          <p:spPr>
            <a:xfrm rot="5400000">
              <a:off x="5960520" y="1770120"/>
              <a:ext cx="525600" cy="909000"/>
            </a:xfrm>
            <a:prstGeom prst="rightArrow">
              <a:avLst>
                <a:gd name="adj1" fmla="val 54000"/>
                <a:gd name="adj2" fmla="val 73171"/>
              </a:avLst>
            </a:prstGeom>
            <a:solidFill>
              <a:srgbClr val="ffffff"/>
            </a:solidFill>
            <a:ln w="9360">
              <a:solidFill>
                <a:srgbClr val="000000"/>
              </a:solidFill>
              <a:miter/>
            </a:ln>
          </p:spPr>
          <p:style>
            <a:lnRef idx="0"/>
            <a:fillRef idx="0"/>
            <a:effectRef idx="0"/>
            <a:fontRef idx="minor"/>
          </p:style>
          <p:txBody>
            <a:bodyPr lIns="0" rIns="45720" bIns="0" anchor="t" anchorCtr="1" vert="eaVert" rot="10800000">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489" name=""/>
            <p:cNvSpPr/>
            <p:nvPr/>
          </p:nvSpPr>
          <p:spPr>
            <a:xfrm flipV="1" rot="16200000">
              <a:off x="5960520" y="2652120"/>
              <a:ext cx="525600" cy="909000"/>
            </a:xfrm>
            <a:prstGeom prst="rightArrow">
              <a:avLst>
                <a:gd name="adj1" fmla="val 54000"/>
                <a:gd name="adj2" fmla="val 73171"/>
              </a:avLst>
            </a:prstGeom>
            <a:solidFill>
              <a:srgbClr val="ffffff"/>
            </a:solidFill>
            <a:ln w="9360">
              <a:solidFill>
                <a:srgbClr val="000000"/>
              </a:solidFill>
              <a:miter/>
            </a:ln>
          </p:spPr>
          <p:style>
            <a:lnRef idx="0"/>
            <a:fillRef idx="0"/>
            <a:effectRef idx="0"/>
            <a:fontRef idx="minor"/>
          </p:style>
          <p:txBody>
            <a:bodyPr lIns="0" rIns="45720" bIns="0" anchor="t" anchorCtr="1" vert="eaVert" rot="10800000">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grpSp>
      <p:sp>
        <p:nvSpPr>
          <p:cNvPr id="249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ARROWS</a:t>
            </a:r>
            <a:endParaRPr b="1" lang="en-US" sz="1900" spc="-1" strike="noStrike">
              <a:solidFill>
                <a:srgbClr val="000000"/>
              </a:solidFill>
              <a:latin typeface="Arial"/>
            </a:endParaRPr>
          </a:p>
        </p:txBody>
      </p:sp>
      <p:sp>
        <p:nvSpPr>
          <p:cNvPr id="2491" name=""/>
          <p:cNvSpPr/>
          <p:nvPr/>
        </p:nvSpPr>
        <p:spPr>
          <a:xfrm>
            <a:off x="380880" y="3112920"/>
            <a:ext cx="509760" cy="716040"/>
          </a:xfrm>
          <a:prstGeom prst="rightArrow">
            <a:avLst>
              <a:gd name="adj1" fmla="val 54000"/>
              <a:gd name="adj2" fmla="val 53380"/>
            </a:avLst>
          </a:prstGeom>
          <a:solidFill>
            <a:srgbClr val="ffffff"/>
          </a:solidFill>
          <a:ln w="9360">
            <a:solidFill>
              <a:srgbClr val="000000"/>
            </a:solidFill>
            <a:miter/>
          </a:ln>
        </p:spPr>
        <p:style>
          <a:lnRef idx="0"/>
          <a:fillRef idx="0"/>
          <a:effectRef idx="0"/>
          <a:fontRef idx="minor"/>
        </p:style>
        <p:txBody>
          <a:bodyPr lIns="76320" rIns="0" tIns="76320" bIns="0" anchor="t">
            <a:no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2492" name=""/>
          <p:cNvSpPr/>
          <p:nvPr/>
        </p:nvSpPr>
        <p:spPr>
          <a:xfrm>
            <a:off x="1133640" y="3112920"/>
            <a:ext cx="509400" cy="716040"/>
          </a:xfrm>
          <a:prstGeom prst="rightArrow">
            <a:avLst>
              <a:gd name="adj1" fmla="val 54000"/>
              <a:gd name="adj2" fmla="val 53380"/>
            </a:avLst>
          </a:prstGeom>
          <a:solidFill>
            <a:srgbClr val="d0d0d0"/>
          </a:solidFill>
          <a:ln w="9360">
            <a:solidFill>
              <a:srgbClr val="000000"/>
            </a:solidFill>
            <a:miter/>
          </a:ln>
        </p:spPr>
        <p:style>
          <a:lnRef idx="0"/>
          <a:fillRef idx="0"/>
          <a:effectRef idx="0"/>
          <a:fontRef idx="minor"/>
        </p:style>
        <p:txBody>
          <a:bodyPr lIns="76320" rIns="0" tIns="76320" bIns="0" anchor="t">
            <a:noAutofit/>
          </a:bodyPr>
          <a:p>
            <a:pPr>
              <a:lnSpc>
                <a:spcPct val="100000"/>
              </a:lnSpc>
              <a:buClr>
                <a:srgbClr val="000000"/>
              </a:buClr>
              <a:buSzPct val="75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2493" name=""/>
          <p:cNvSpPr/>
          <p:nvPr/>
        </p:nvSpPr>
        <p:spPr>
          <a:xfrm>
            <a:off x="1886040" y="3112920"/>
            <a:ext cx="509400" cy="716040"/>
          </a:xfrm>
          <a:prstGeom prst="rightArrow">
            <a:avLst>
              <a:gd name="adj1" fmla="val 54000"/>
              <a:gd name="adj2" fmla="val 53380"/>
            </a:avLst>
          </a:prstGeom>
          <a:solidFill>
            <a:srgbClr val="909090"/>
          </a:solidFill>
          <a:ln w="9360">
            <a:solidFill>
              <a:srgbClr val="000000"/>
            </a:solidFill>
            <a:miter/>
          </a:ln>
        </p:spPr>
        <p:style>
          <a:lnRef idx="0"/>
          <a:fillRef idx="0"/>
          <a:effectRef idx="0"/>
          <a:fontRef idx="minor"/>
        </p:style>
        <p:txBody>
          <a:bodyPr lIns="76320" rIns="0" tIns="76320" bIns="0" anchor="t">
            <a:noAutofit/>
          </a:bodyPr>
          <a:p>
            <a:pPr>
              <a:lnSpc>
                <a:spcPct val="100000"/>
              </a:lnSpc>
              <a:buClr>
                <a:srgbClr val="000000"/>
              </a:buClr>
              <a:buSzPct val="75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2494" name=""/>
          <p:cNvSpPr/>
          <p:nvPr/>
        </p:nvSpPr>
        <p:spPr>
          <a:xfrm>
            <a:off x="2638440" y="3112920"/>
            <a:ext cx="509400" cy="716040"/>
          </a:xfrm>
          <a:prstGeom prst="rightArrow">
            <a:avLst>
              <a:gd name="adj1" fmla="val 54000"/>
              <a:gd name="adj2" fmla="val 53380"/>
            </a:avLst>
          </a:prstGeom>
          <a:solidFill>
            <a:srgbClr val="000000"/>
          </a:solidFill>
          <a:ln w="9360">
            <a:solidFill>
              <a:srgbClr val="000000"/>
            </a:solidFill>
            <a:miter/>
          </a:ln>
        </p:spPr>
        <p:style>
          <a:lnRef idx="0"/>
          <a:fillRef idx="0"/>
          <a:effectRef idx="0"/>
          <a:fontRef idx="minor"/>
        </p:style>
        <p:txBody>
          <a:bodyPr lIns="76320" rIns="0" tIns="76320" bIns="0" anchor="t">
            <a:noAutofit/>
          </a:bodyPr>
          <a:p>
            <a:pPr>
              <a:lnSpc>
                <a:spcPct val="100000"/>
              </a:lnSpc>
              <a:buClr>
                <a:srgbClr val="000000"/>
              </a:buClr>
              <a:buSzPct val="75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0" lang="en-US" sz="2400" spc="-1" strike="noStrike">
              <a:solidFill>
                <a:srgbClr val="000000"/>
              </a:solidFill>
              <a:latin typeface="Times New Roman"/>
            </a:endParaRPr>
          </a:p>
        </p:txBody>
      </p:sp>
      <p:sp>
        <p:nvSpPr>
          <p:cNvPr id="2495" name=""/>
          <p:cNvSpPr/>
          <p:nvPr/>
        </p:nvSpPr>
        <p:spPr>
          <a:xfrm rot="5400000">
            <a:off x="2611800" y="3280320"/>
            <a:ext cx="3030480" cy="384120"/>
          </a:xfrm>
          <a:prstGeom prst="triangle">
            <a:avLst>
              <a:gd name="adj" fmla="val 50000"/>
            </a:avLst>
          </a:prstGeom>
          <a:solidFill>
            <a:srgbClr val="d0d0d0"/>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496" name=""/>
          <p:cNvSpPr/>
          <p:nvPr/>
        </p:nvSpPr>
        <p:spPr>
          <a:xfrm rot="5400000">
            <a:off x="3142080" y="3278880"/>
            <a:ext cx="3030480" cy="384120"/>
          </a:xfrm>
          <a:prstGeom prst="triangle">
            <a:avLst>
              <a:gd name="adj" fmla="val 50000"/>
            </a:avLst>
          </a:prstGeom>
          <a:solidFill>
            <a:srgbClr val="909090"/>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497" name=""/>
          <p:cNvSpPr/>
          <p:nvPr/>
        </p:nvSpPr>
        <p:spPr>
          <a:xfrm rot="5400000">
            <a:off x="3704040" y="3278880"/>
            <a:ext cx="3030480" cy="384120"/>
          </a:xfrm>
          <a:prstGeom prst="triangle">
            <a:avLst>
              <a:gd name="adj" fmla="val 50000"/>
            </a:avLst>
          </a:prstGeom>
          <a:solidFill>
            <a:srgbClr val="000000"/>
          </a:solidFill>
          <a:ln w="9360">
            <a:solidFill>
              <a:srgbClr val="000000"/>
            </a:solidFill>
            <a:miter/>
          </a:ln>
        </p:spPr>
        <p:style>
          <a:lnRef idx="0"/>
          <a:fillRef idx="0"/>
          <a:effectRef idx="0"/>
          <a:fontRef idx="minor"/>
        </p:style>
        <p:txBody>
          <a:bodyPr lIns="0" rIns="0" tIns="0" bIns="0" anchor="ctr" anchorCtr="1" vert="eaVert" rot="10800000">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2498" name=""/>
          <p:cNvGrpSpPr/>
          <p:nvPr/>
        </p:nvGrpSpPr>
        <p:grpSpPr>
          <a:xfrm>
            <a:off x="7292880" y="1941480"/>
            <a:ext cx="1432800" cy="1407600"/>
            <a:chOff x="7292880" y="1941480"/>
            <a:chExt cx="1432800" cy="1407600"/>
          </a:xfrm>
        </p:grpSpPr>
        <p:sp>
          <p:nvSpPr>
            <p:cNvPr id="2499" name=""/>
            <p:cNvSpPr/>
            <p:nvPr/>
          </p:nvSpPr>
          <p:spPr>
            <a:xfrm>
              <a:off x="7292880" y="2220840"/>
              <a:ext cx="576720" cy="882000"/>
            </a:xfrm>
            <a:prstGeom prst="rightArrow">
              <a:avLst>
                <a:gd name="adj1" fmla="val 54000"/>
                <a:gd name="adj2" fmla="val 73171"/>
              </a:avLst>
            </a:prstGeom>
            <a:solidFill>
              <a:srgbClr val="d0d0d0"/>
            </a:solidFill>
            <a:ln w="9360">
              <a:solidFill>
                <a:srgbClr val="000000"/>
              </a:solidFill>
              <a:miter/>
            </a:ln>
          </p:spPr>
          <p:style>
            <a:lnRef idx="0"/>
            <a:fillRef idx="0"/>
            <a:effectRef idx="0"/>
            <a:fontRef idx="minor"/>
          </p:style>
          <p:txBody>
            <a:bodyPr lIns="45720" rIns="0" bIns="0" anchor="t">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500" name=""/>
            <p:cNvSpPr/>
            <p:nvPr/>
          </p:nvSpPr>
          <p:spPr>
            <a:xfrm flipH="1">
              <a:off x="8148960" y="2220840"/>
              <a:ext cx="576720" cy="882000"/>
            </a:xfrm>
            <a:prstGeom prst="rightArrow">
              <a:avLst>
                <a:gd name="adj1" fmla="val 54000"/>
                <a:gd name="adj2" fmla="val 73171"/>
              </a:avLst>
            </a:prstGeom>
            <a:solidFill>
              <a:srgbClr val="d0d0d0"/>
            </a:solidFill>
            <a:ln w="9360">
              <a:solidFill>
                <a:srgbClr val="000000"/>
              </a:solidFill>
              <a:miter/>
            </a:ln>
          </p:spPr>
          <p:style>
            <a:lnRef idx="0"/>
            <a:fillRef idx="0"/>
            <a:effectRef idx="0"/>
            <a:fontRef idx="minor"/>
          </p:style>
          <p:txBody>
            <a:bodyPr lIns="45720" rIns="0" bIns="0" anchor="t">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501" name=""/>
            <p:cNvSpPr/>
            <p:nvPr/>
          </p:nvSpPr>
          <p:spPr>
            <a:xfrm rot="5400000">
              <a:off x="7736760" y="1749600"/>
              <a:ext cx="525600" cy="909000"/>
            </a:xfrm>
            <a:prstGeom prst="rightArrow">
              <a:avLst>
                <a:gd name="adj1" fmla="val 54000"/>
                <a:gd name="adj2" fmla="val 73171"/>
              </a:avLst>
            </a:prstGeom>
            <a:solidFill>
              <a:srgbClr val="d0d0d0"/>
            </a:solidFill>
            <a:ln w="9360">
              <a:solidFill>
                <a:srgbClr val="000000"/>
              </a:solidFill>
              <a:miter/>
            </a:ln>
          </p:spPr>
          <p:style>
            <a:lnRef idx="0"/>
            <a:fillRef idx="0"/>
            <a:effectRef idx="0"/>
            <a:fontRef idx="minor"/>
          </p:style>
          <p:txBody>
            <a:bodyPr lIns="0" rIns="45720" bIns="0" anchor="t" anchorCtr="1" vert="eaVert" rot="10800000">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502" name=""/>
            <p:cNvSpPr/>
            <p:nvPr/>
          </p:nvSpPr>
          <p:spPr>
            <a:xfrm flipV="1" rot="16200000">
              <a:off x="7736760" y="2631600"/>
              <a:ext cx="525600" cy="909000"/>
            </a:xfrm>
            <a:prstGeom prst="rightArrow">
              <a:avLst>
                <a:gd name="adj1" fmla="val 54000"/>
                <a:gd name="adj2" fmla="val 73171"/>
              </a:avLst>
            </a:prstGeom>
            <a:solidFill>
              <a:srgbClr val="d0d0d0"/>
            </a:solidFill>
            <a:ln w="9360">
              <a:solidFill>
                <a:srgbClr val="000000"/>
              </a:solidFill>
              <a:miter/>
            </a:ln>
          </p:spPr>
          <p:style>
            <a:lnRef idx="0"/>
            <a:fillRef idx="0"/>
            <a:effectRef idx="0"/>
            <a:fontRef idx="minor"/>
          </p:style>
          <p:txBody>
            <a:bodyPr lIns="0" rIns="45720" bIns="0" anchor="t" anchorCtr="1" vert="eaVert" rot="10800000">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grpSp>
      <p:grpSp>
        <p:nvGrpSpPr>
          <p:cNvPr id="2503" name=""/>
          <p:cNvGrpSpPr/>
          <p:nvPr/>
        </p:nvGrpSpPr>
        <p:grpSpPr>
          <a:xfrm>
            <a:off x="5511960" y="3675240"/>
            <a:ext cx="1432800" cy="1407600"/>
            <a:chOff x="5511960" y="3675240"/>
            <a:chExt cx="1432800" cy="1407600"/>
          </a:xfrm>
        </p:grpSpPr>
        <p:sp>
          <p:nvSpPr>
            <p:cNvPr id="2504" name=""/>
            <p:cNvSpPr/>
            <p:nvPr/>
          </p:nvSpPr>
          <p:spPr>
            <a:xfrm>
              <a:off x="5511960" y="3954600"/>
              <a:ext cx="576720" cy="882000"/>
            </a:xfrm>
            <a:prstGeom prst="rightArrow">
              <a:avLst>
                <a:gd name="adj1" fmla="val 54000"/>
                <a:gd name="adj2" fmla="val 73171"/>
              </a:avLst>
            </a:prstGeom>
            <a:solidFill>
              <a:srgbClr val="909090"/>
            </a:solidFill>
            <a:ln w="9360">
              <a:solidFill>
                <a:srgbClr val="000000"/>
              </a:solidFill>
              <a:miter/>
            </a:ln>
          </p:spPr>
          <p:style>
            <a:lnRef idx="0"/>
            <a:fillRef idx="0"/>
            <a:effectRef idx="0"/>
            <a:fontRef idx="minor"/>
          </p:style>
          <p:txBody>
            <a:bodyPr lIns="45720" rIns="0" bIns="0" anchor="t">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505" name=""/>
            <p:cNvSpPr/>
            <p:nvPr/>
          </p:nvSpPr>
          <p:spPr>
            <a:xfrm flipH="1">
              <a:off x="6368040" y="3954600"/>
              <a:ext cx="576720" cy="882000"/>
            </a:xfrm>
            <a:prstGeom prst="rightArrow">
              <a:avLst>
                <a:gd name="adj1" fmla="val 54000"/>
                <a:gd name="adj2" fmla="val 73171"/>
              </a:avLst>
            </a:prstGeom>
            <a:solidFill>
              <a:srgbClr val="909090"/>
            </a:solidFill>
            <a:ln w="9360">
              <a:solidFill>
                <a:srgbClr val="000000"/>
              </a:solidFill>
              <a:miter/>
            </a:ln>
          </p:spPr>
          <p:style>
            <a:lnRef idx="0"/>
            <a:fillRef idx="0"/>
            <a:effectRef idx="0"/>
            <a:fontRef idx="minor"/>
          </p:style>
          <p:txBody>
            <a:bodyPr lIns="45720" rIns="0" bIns="0" anchor="t">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506" name=""/>
            <p:cNvSpPr/>
            <p:nvPr/>
          </p:nvSpPr>
          <p:spPr>
            <a:xfrm rot="5400000">
              <a:off x="5955840" y="3483360"/>
              <a:ext cx="525600" cy="909000"/>
            </a:xfrm>
            <a:prstGeom prst="rightArrow">
              <a:avLst>
                <a:gd name="adj1" fmla="val 54000"/>
                <a:gd name="adj2" fmla="val 73171"/>
              </a:avLst>
            </a:prstGeom>
            <a:solidFill>
              <a:srgbClr val="909090"/>
            </a:solidFill>
            <a:ln w="9360">
              <a:solidFill>
                <a:srgbClr val="000000"/>
              </a:solidFill>
              <a:miter/>
            </a:ln>
          </p:spPr>
          <p:style>
            <a:lnRef idx="0"/>
            <a:fillRef idx="0"/>
            <a:effectRef idx="0"/>
            <a:fontRef idx="minor"/>
          </p:style>
          <p:txBody>
            <a:bodyPr lIns="0" rIns="45720" bIns="0" anchor="t" anchorCtr="1" vert="eaVert" rot="10800000">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507" name=""/>
            <p:cNvSpPr/>
            <p:nvPr/>
          </p:nvSpPr>
          <p:spPr>
            <a:xfrm flipV="1" rot="16200000">
              <a:off x="5955840" y="4365360"/>
              <a:ext cx="525600" cy="909000"/>
            </a:xfrm>
            <a:prstGeom prst="rightArrow">
              <a:avLst>
                <a:gd name="adj1" fmla="val 54000"/>
                <a:gd name="adj2" fmla="val 73171"/>
              </a:avLst>
            </a:prstGeom>
            <a:solidFill>
              <a:srgbClr val="909090"/>
            </a:solidFill>
            <a:ln w="9360">
              <a:solidFill>
                <a:srgbClr val="000000"/>
              </a:solidFill>
              <a:miter/>
            </a:ln>
          </p:spPr>
          <p:style>
            <a:lnRef idx="0"/>
            <a:fillRef idx="0"/>
            <a:effectRef idx="0"/>
            <a:fontRef idx="minor"/>
          </p:style>
          <p:txBody>
            <a:bodyPr lIns="0" rIns="45720" bIns="0" anchor="t" anchorCtr="1" vert="eaVert" rot="10800000">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grpSp>
      <p:grpSp>
        <p:nvGrpSpPr>
          <p:cNvPr id="2508" name=""/>
          <p:cNvGrpSpPr/>
          <p:nvPr/>
        </p:nvGrpSpPr>
        <p:grpSpPr>
          <a:xfrm>
            <a:off x="7288200" y="3654360"/>
            <a:ext cx="1432800" cy="1407600"/>
            <a:chOff x="7288200" y="3654360"/>
            <a:chExt cx="1432800" cy="1407600"/>
          </a:xfrm>
        </p:grpSpPr>
        <p:sp>
          <p:nvSpPr>
            <p:cNvPr id="2509" name=""/>
            <p:cNvSpPr/>
            <p:nvPr/>
          </p:nvSpPr>
          <p:spPr>
            <a:xfrm>
              <a:off x="7288200" y="3933720"/>
              <a:ext cx="576720" cy="882000"/>
            </a:xfrm>
            <a:prstGeom prst="rightArrow">
              <a:avLst>
                <a:gd name="adj1" fmla="val 54000"/>
                <a:gd name="adj2" fmla="val 73171"/>
              </a:avLst>
            </a:prstGeom>
            <a:solidFill>
              <a:srgbClr val="000000"/>
            </a:solidFill>
            <a:ln w="9360">
              <a:solidFill>
                <a:srgbClr val="000000"/>
              </a:solidFill>
              <a:miter/>
            </a:ln>
          </p:spPr>
          <p:style>
            <a:lnRef idx="0"/>
            <a:fillRef idx="0"/>
            <a:effectRef idx="0"/>
            <a:fontRef idx="minor"/>
          </p:style>
          <p:txBody>
            <a:bodyPr lIns="45720" rIns="0" bIns="0" anchor="t">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510" name=""/>
            <p:cNvSpPr/>
            <p:nvPr/>
          </p:nvSpPr>
          <p:spPr>
            <a:xfrm flipH="1">
              <a:off x="8144280" y="3933720"/>
              <a:ext cx="576720" cy="882000"/>
            </a:xfrm>
            <a:prstGeom prst="rightArrow">
              <a:avLst>
                <a:gd name="adj1" fmla="val 54000"/>
                <a:gd name="adj2" fmla="val 73171"/>
              </a:avLst>
            </a:prstGeom>
            <a:solidFill>
              <a:srgbClr val="000000"/>
            </a:solidFill>
            <a:ln w="9360">
              <a:solidFill>
                <a:srgbClr val="000000"/>
              </a:solidFill>
              <a:miter/>
            </a:ln>
          </p:spPr>
          <p:style>
            <a:lnRef idx="0"/>
            <a:fillRef idx="0"/>
            <a:effectRef idx="0"/>
            <a:fontRef idx="minor"/>
          </p:style>
          <p:txBody>
            <a:bodyPr lIns="45720" rIns="0" bIns="0" anchor="t">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511" name=""/>
            <p:cNvSpPr/>
            <p:nvPr/>
          </p:nvSpPr>
          <p:spPr>
            <a:xfrm rot="5400000">
              <a:off x="7732080" y="3462480"/>
              <a:ext cx="525600" cy="909000"/>
            </a:xfrm>
            <a:prstGeom prst="rightArrow">
              <a:avLst>
                <a:gd name="adj1" fmla="val 54000"/>
                <a:gd name="adj2" fmla="val 73171"/>
              </a:avLst>
            </a:prstGeom>
            <a:solidFill>
              <a:srgbClr val="000000"/>
            </a:solidFill>
            <a:ln w="9360">
              <a:solidFill>
                <a:srgbClr val="000000"/>
              </a:solidFill>
              <a:miter/>
            </a:ln>
          </p:spPr>
          <p:style>
            <a:lnRef idx="0"/>
            <a:fillRef idx="0"/>
            <a:effectRef idx="0"/>
            <a:fontRef idx="minor"/>
          </p:style>
          <p:txBody>
            <a:bodyPr lIns="0" rIns="45720" bIns="0" anchor="t" anchorCtr="1" vert="eaVert" rot="10800000">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sp>
          <p:nvSpPr>
            <p:cNvPr id="2512" name=""/>
            <p:cNvSpPr/>
            <p:nvPr/>
          </p:nvSpPr>
          <p:spPr>
            <a:xfrm flipV="1" rot="16200000">
              <a:off x="7732080" y="4344480"/>
              <a:ext cx="525600" cy="909000"/>
            </a:xfrm>
            <a:prstGeom prst="rightArrow">
              <a:avLst>
                <a:gd name="adj1" fmla="val 54000"/>
                <a:gd name="adj2" fmla="val 73171"/>
              </a:avLst>
            </a:prstGeom>
            <a:solidFill>
              <a:srgbClr val="000000"/>
            </a:solidFill>
            <a:ln w="9360">
              <a:solidFill>
                <a:srgbClr val="000000"/>
              </a:solidFill>
              <a:miter/>
            </a:ln>
          </p:spPr>
          <p:style>
            <a:lnRef idx="0"/>
            <a:fillRef idx="0"/>
            <a:effectRef idx="0"/>
            <a:fontRef idx="minor"/>
          </p:style>
          <p:txBody>
            <a:bodyPr lIns="0" rIns="45720" bIns="0" anchor="t" anchorCtr="1" vert="eaVert" rot="10800000">
              <a:no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endParaRPr b="0" lang="en-US" sz="2400" spc="-1" strike="noStrike">
                <a:solidFill>
                  <a:srgbClr val="000000"/>
                </a:solidFill>
                <a:latin typeface="Times New Roman"/>
              </a:endParaRPr>
            </a:p>
          </p:txBody>
        </p:sp>
      </p:grpSp>
      <p:sp>
        <p:nvSpPr>
          <p:cNvPr id="251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51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3599448-1000-40A5-B6D8-4117825D79EF}" type="slidenum">
              <a:t>148</a:t>
            </a:fld>
          </a:p>
        </p:txBody>
      </p:sp>
    </p:spTree>
  </p:cSld>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1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DISCLAIMERS CLIENT</a:t>
            </a:r>
            <a:endParaRPr b="1" lang="en-US" sz="1900" spc="-1" strike="noStrike">
              <a:solidFill>
                <a:srgbClr val="000000"/>
              </a:solidFill>
              <a:latin typeface="Arial"/>
            </a:endParaRPr>
          </a:p>
        </p:txBody>
      </p:sp>
      <p:sp>
        <p:nvSpPr>
          <p:cNvPr id="2516" name="McK Disclaimer"/>
          <p:cNvSpPr/>
          <p:nvPr/>
        </p:nvSpPr>
        <p:spPr>
          <a:xfrm>
            <a:off x="2639880" y="6240600"/>
            <a:ext cx="3656160" cy="409320"/>
          </a:xfrm>
          <a:prstGeom prst="rect">
            <a:avLst/>
          </a:prstGeom>
          <a:noFill/>
          <a:ln w="0">
            <a:noFill/>
          </a:ln>
        </p:spPr>
        <p:style>
          <a:lnRef idx="0"/>
          <a:fillRef idx="0"/>
          <a:effectRef idx="0"/>
          <a:fontRef idx="minor"/>
        </p:style>
        <p:txBody>
          <a:bodyPr lIns="0" rIns="0" tIns="0" bIns="0" anchor="b">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900" spc="-1" strike="noStrike">
                <a:solidFill>
                  <a:srgbClr val="000000"/>
                </a:solidFill>
                <a:latin typeface="Arial"/>
                <a:ea typeface="宋体"/>
              </a:rPr>
              <a:t>This report is solely for the use of client personnel.  No part of it may be circulated, quoted, or reproduced for distribution outside the client organization without prior written approval from McKinsey &amp; Company.</a:t>
            </a:r>
            <a:endParaRPr b="0" lang="en-US" sz="900" spc="-1" strike="noStrike">
              <a:solidFill>
                <a:srgbClr val="000000"/>
              </a:solidFill>
              <a:latin typeface="Times New Roman"/>
            </a:endParaRPr>
          </a:p>
        </p:txBody>
      </p:sp>
      <p:sp>
        <p:nvSpPr>
          <p:cNvPr id="251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51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4BB1ABA-D1AC-4843-B17B-CC6353640BFD}" type="slidenum">
              <a:t>149</a:t>
            </a:fld>
          </a:p>
        </p:txBody>
      </p:sp>
    </p:spTree>
  </p:cSld>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1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DISCLAIMERS INTERNAL</a:t>
            </a:r>
            <a:endParaRPr b="1" lang="en-US" sz="1900" spc="-1" strike="noStrike">
              <a:solidFill>
                <a:srgbClr val="000000"/>
              </a:solidFill>
              <a:latin typeface="Arial"/>
            </a:endParaRPr>
          </a:p>
        </p:txBody>
      </p:sp>
      <p:sp>
        <p:nvSpPr>
          <p:cNvPr id="2520" name="McK Disclaimer"/>
          <p:cNvSpPr/>
          <p:nvPr/>
        </p:nvSpPr>
        <p:spPr>
          <a:xfrm>
            <a:off x="2639880" y="5694480"/>
            <a:ext cx="3656160" cy="955440"/>
          </a:xfrm>
          <a:prstGeom prst="rect">
            <a:avLst/>
          </a:prstGeom>
          <a:noFill/>
          <a:ln w="0">
            <a:noFill/>
          </a:ln>
        </p:spPr>
        <p:style>
          <a:lnRef idx="0"/>
          <a:fillRef idx="0"/>
          <a:effectRef idx="0"/>
          <a:fontRef idx="minor"/>
        </p:style>
        <p:txBody>
          <a:bodyPr lIns="0" rIns="0" tIns="0" bIns="0" anchor="b">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900" spc="-1" strike="noStrike">
                <a:solidFill>
                  <a:srgbClr val="000000"/>
                </a:solidFill>
                <a:latin typeface="Arial"/>
                <a:ea typeface="宋体"/>
              </a:rPr>
              <a:t>This report contains information that is confidential and proprietary to McKinsey &amp; Company and is solely for the use of McKinsey &amp; Company personnel.  No part of it may be used, circulated, quoted, or reproduced for distribution outside McKinsey &amp; Company.  If you are not the intended recipient of this report, you are hereby notified that the use, circulation, quoting, or reproducing of this report is strictly prohibited and may be unlawful.</a:t>
            </a:r>
            <a:endParaRPr b="0" lang="en-US" sz="900" spc="-1" strike="noStrike">
              <a:solidFill>
                <a:srgbClr val="000000"/>
              </a:solidFill>
              <a:latin typeface="Times New Roman"/>
            </a:endParaRPr>
          </a:p>
        </p:txBody>
      </p:sp>
      <p:sp>
        <p:nvSpPr>
          <p:cNvPr id="252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52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6F10A72D-83CF-453F-B0C8-8137FA4EB8AD}" type="slidenum">
              <a:t>150</a:t>
            </a:fld>
          </a:p>
        </p:txBody>
      </p:sp>
    </p:spTree>
  </p:cSld>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2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DISCLAIMERS PRESENTATION</a:t>
            </a:r>
            <a:endParaRPr b="1" lang="en-US" sz="1900" spc="-1" strike="noStrike">
              <a:solidFill>
                <a:srgbClr val="000000"/>
              </a:solidFill>
              <a:latin typeface="Arial"/>
            </a:endParaRPr>
          </a:p>
        </p:txBody>
      </p:sp>
      <p:sp>
        <p:nvSpPr>
          <p:cNvPr id="2524" name="McK Disclaimer"/>
          <p:cNvSpPr/>
          <p:nvPr/>
        </p:nvSpPr>
        <p:spPr>
          <a:xfrm>
            <a:off x="2639880" y="5967360"/>
            <a:ext cx="3656160" cy="682560"/>
          </a:xfrm>
          <a:prstGeom prst="rect">
            <a:avLst/>
          </a:prstGeom>
          <a:noFill/>
          <a:ln w="0">
            <a:noFill/>
          </a:ln>
        </p:spPr>
        <p:style>
          <a:lnRef idx="0"/>
          <a:fillRef idx="0"/>
          <a:effectRef idx="0"/>
          <a:fontRef idx="minor"/>
        </p:style>
        <p:txBody>
          <a:bodyPr lIns="0" rIns="0" tIns="0" bIns="0" anchor="b">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900" spc="-1" strike="noStrike">
                <a:solidFill>
                  <a:srgbClr val="000000"/>
                </a:solidFill>
                <a:latin typeface="Arial"/>
                <a:ea typeface="宋体"/>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endParaRPr b="0" lang="en-US" sz="900" spc="-1" strike="noStrike">
              <a:solidFill>
                <a:srgbClr val="000000"/>
              </a:solidFill>
              <a:latin typeface="Times New Roman"/>
            </a:endParaRPr>
          </a:p>
        </p:txBody>
      </p:sp>
      <p:sp>
        <p:nvSpPr>
          <p:cNvPr id="252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52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DC76993-39EB-473D-827F-36C73D223D8A}" type="slidenum">
              <a:t>151</a:t>
            </a:fld>
          </a:p>
        </p:txBody>
      </p:sp>
    </p:spTree>
  </p:cSld>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2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LEGENDS</a:t>
            </a:r>
            <a:endParaRPr b="1" lang="en-US" sz="1900" spc="-1" strike="noStrike">
              <a:solidFill>
                <a:srgbClr val="000000"/>
              </a:solidFill>
              <a:latin typeface="Arial"/>
            </a:endParaRPr>
          </a:p>
        </p:txBody>
      </p:sp>
      <p:grpSp>
        <p:nvGrpSpPr>
          <p:cNvPr id="2528" name=""/>
          <p:cNvGrpSpPr/>
          <p:nvPr/>
        </p:nvGrpSpPr>
        <p:grpSpPr>
          <a:xfrm>
            <a:off x="7659720" y="249120"/>
            <a:ext cx="1219320" cy="900000"/>
            <a:chOff x="7659720" y="249120"/>
            <a:chExt cx="1219320" cy="900000"/>
          </a:xfrm>
        </p:grpSpPr>
        <p:sp>
          <p:nvSpPr>
            <p:cNvPr id="2529" name=""/>
            <p:cNvSpPr/>
            <p:nvPr/>
          </p:nvSpPr>
          <p:spPr>
            <a:xfrm>
              <a:off x="8088480" y="249120"/>
              <a:ext cx="790560" cy="844560"/>
            </a:xfrm>
            <a:prstGeom prst="rect">
              <a:avLst/>
            </a:prstGeom>
            <a:noFill/>
            <a:ln w="0">
              <a:noFill/>
            </a:ln>
          </p:spPr>
          <p:style>
            <a:lnRef idx="0"/>
            <a:fillRef idx="0"/>
            <a:effectRef idx="0"/>
            <a:fontRef idx="minor"/>
          </p:style>
          <p:txBody>
            <a:bodyPr lIns="0" rIns="0" tIns="0" bIns="0" anchor="t">
              <a:noAutofit/>
            </a:bodyPr>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Legend</a:t>
              </a:r>
              <a:endParaRPr b="0" lang="en-US" sz="1600" spc="-1" strike="noStrike">
                <a:solidFill>
                  <a:srgbClr val="000000"/>
                </a:solidFill>
                <a:latin typeface="Times New Roman"/>
              </a:endParaRPr>
            </a:p>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Legend</a:t>
              </a:r>
              <a:endParaRPr b="0" lang="en-US" sz="1600" spc="-1" strike="noStrike">
                <a:solidFill>
                  <a:srgbClr val="000000"/>
                </a:solidFill>
                <a:latin typeface="Times New Roman"/>
              </a:endParaRPr>
            </a:p>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Legend</a:t>
              </a:r>
              <a:endParaRPr b="0" lang="en-US" sz="1600" spc="-1" strike="noStrike">
                <a:solidFill>
                  <a:srgbClr val="000000"/>
                </a:solidFill>
                <a:latin typeface="Times New Roman"/>
              </a:endParaRPr>
            </a:p>
          </p:txBody>
        </p:sp>
        <p:sp>
          <p:nvSpPr>
            <p:cNvPr id="2530" name=""/>
            <p:cNvSpPr/>
            <p:nvPr/>
          </p:nvSpPr>
          <p:spPr>
            <a:xfrm>
              <a:off x="7659720" y="279000"/>
              <a:ext cx="335160" cy="254160"/>
            </a:xfrm>
            <a:prstGeom prst="rect">
              <a:avLst/>
            </a:prstGeom>
            <a:solidFill>
              <a:srgbClr val="ffffff"/>
            </a:solidFill>
            <a:ln w="9360">
              <a:solidFill>
                <a:srgbClr val="000000"/>
              </a:solidFill>
              <a:miter/>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31" name=""/>
            <p:cNvSpPr/>
            <p:nvPr/>
          </p:nvSpPr>
          <p:spPr>
            <a:xfrm>
              <a:off x="7659720" y="587160"/>
              <a:ext cx="335160" cy="253800"/>
            </a:xfrm>
            <a:prstGeom prst="rect">
              <a:avLst/>
            </a:prstGeom>
            <a:solidFill>
              <a:srgbClr val="909090"/>
            </a:solidFill>
            <a:ln w="9360">
              <a:solidFill>
                <a:srgbClr val="000000"/>
              </a:solidFill>
              <a:miter/>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32" name=""/>
            <p:cNvSpPr/>
            <p:nvPr/>
          </p:nvSpPr>
          <p:spPr>
            <a:xfrm>
              <a:off x="7659720" y="894960"/>
              <a:ext cx="335160" cy="254160"/>
            </a:xfrm>
            <a:prstGeom prst="rect">
              <a:avLst/>
            </a:prstGeom>
            <a:solidFill>
              <a:srgbClr val="000000"/>
            </a:solidFill>
            <a:ln w="9360">
              <a:solidFill>
                <a:srgbClr val="000000"/>
              </a:solidFill>
              <a:miter/>
            </a:ln>
          </p:spPr>
          <p:style>
            <a:lnRef idx="0"/>
            <a:fillRef idx="0"/>
            <a:effectRef idx="0"/>
            <a:fontRef idx="minor"/>
          </p:style>
          <p:txBody>
            <a:bodyPr lIns="0" rIns="0" tIns="0" bIns="0" anchor="t">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sp>
        <p:nvSpPr>
          <p:cNvPr id="253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53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1471073-0F54-4C0F-B845-078A14623C11}" type="slidenum">
              <a:t>152</a:t>
            </a:fld>
          </a:p>
        </p:txBody>
      </p:sp>
    </p:spTree>
  </p:cSld>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MCKINSEY LOGO</a:t>
            </a:r>
            <a:endParaRPr b="1" lang="en-US" sz="1900" spc="-1" strike="noStrike">
              <a:solidFill>
                <a:srgbClr val="000000"/>
              </a:solidFill>
              <a:latin typeface="Arial"/>
            </a:endParaRPr>
          </a:p>
        </p:txBody>
      </p:sp>
      <p:pic>
        <p:nvPicPr>
          <p:cNvPr id="2536" name="" descr=""/>
          <p:cNvPicPr/>
          <p:nvPr/>
        </p:nvPicPr>
        <p:blipFill>
          <a:blip r:embed="rId1"/>
          <a:stretch/>
        </p:blipFill>
        <p:spPr>
          <a:xfrm>
            <a:off x="3132000" y="3243240"/>
            <a:ext cx="2414880" cy="376200"/>
          </a:xfrm>
          <a:prstGeom prst="rect">
            <a:avLst/>
          </a:prstGeom>
          <a:ln w="0">
            <a:noFill/>
          </a:ln>
        </p:spPr>
      </p:pic>
      <p:sp>
        <p:nvSpPr>
          <p:cNvPr id="253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53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EB1C05D-98C3-4737-A6BA-3D6720DA4AD6}" type="slidenum">
              <a:t>153</a:t>
            </a:fld>
          </a:p>
        </p:txBody>
      </p:sp>
    </p:spTree>
  </p:cSld>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MISC</a:t>
            </a:r>
            <a:endParaRPr b="1" lang="en-US" sz="1900" spc="-1" strike="noStrike">
              <a:solidFill>
                <a:srgbClr val="000000"/>
              </a:solidFill>
              <a:latin typeface="Arial"/>
            </a:endParaRPr>
          </a:p>
        </p:txBody>
      </p:sp>
      <p:sp>
        <p:nvSpPr>
          <p:cNvPr id="2540" name=""/>
          <p:cNvSpPr/>
          <p:nvPr/>
        </p:nvSpPr>
        <p:spPr>
          <a:xfrm>
            <a:off x="5210280" y="1797120"/>
            <a:ext cx="396720" cy="1006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6600" spc="-1" strike="noStrike">
                <a:solidFill>
                  <a:srgbClr val="000000"/>
                </a:solidFill>
                <a:latin typeface="Wingdings"/>
                <a:ea typeface="Wingdings"/>
              </a:rPr>
              <a:t></a:t>
            </a:r>
            <a:endParaRPr b="0" lang="en-US" sz="6600" spc="-1" strike="noStrike">
              <a:solidFill>
                <a:srgbClr val="000000"/>
              </a:solidFill>
              <a:latin typeface="Times New Roman"/>
            </a:endParaRPr>
          </a:p>
        </p:txBody>
      </p:sp>
      <p:sp>
        <p:nvSpPr>
          <p:cNvPr id="2541" name=""/>
          <p:cNvSpPr/>
          <p:nvPr/>
        </p:nvSpPr>
        <p:spPr>
          <a:xfrm>
            <a:off x="5210280" y="2874960"/>
            <a:ext cx="396720" cy="1006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6600" spc="-1" strike="noStrike">
                <a:solidFill>
                  <a:srgbClr val="000000"/>
                </a:solidFill>
                <a:latin typeface="Wingdings"/>
                <a:ea typeface="Wingdings"/>
              </a:rPr>
              <a:t></a:t>
            </a:r>
            <a:endParaRPr b="0" lang="en-US" sz="6600" spc="-1" strike="noStrike">
              <a:solidFill>
                <a:srgbClr val="000000"/>
              </a:solidFill>
              <a:latin typeface="Times New Roman"/>
            </a:endParaRPr>
          </a:p>
        </p:txBody>
      </p:sp>
      <p:sp>
        <p:nvSpPr>
          <p:cNvPr id="2542" name=""/>
          <p:cNvSpPr/>
          <p:nvPr/>
        </p:nvSpPr>
        <p:spPr>
          <a:xfrm>
            <a:off x="5210280" y="3903840"/>
            <a:ext cx="396720" cy="100620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zh-CN" sz="6600" spc="-1" strike="noStrike">
                <a:solidFill>
                  <a:srgbClr val="000000"/>
                </a:solidFill>
                <a:latin typeface="Palatino"/>
                <a:ea typeface="宋体"/>
              </a:rPr>
              <a:t>–</a:t>
            </a:r>
            <a:endParaRPr b="0" lang="en-US" sz="6600" spc="-1" strike="noStrike">
              <a:solidFill>
                <a:srgbClr val="000000"/>
              </a:solidFill>
              <a:latin typeface="Times New Roman"/>
            </a:endParaRPr>
          </a:p>
        </p:txBody>
      </p:sp>
      <p:grpSp>
        <p:nvGrpSpPr>
          <p:cNvPr id="2543" name=""/>
          <p:cNvGrpSpPr/>
          <p:nvPr/>
        </p:nvGrpSpPr>
        <p:grpSpPr>
          <a:xfrm>
            <a:off x="3002040" y="2665440"/>
            <a:ext cx="674640" cy="398520"/>
            <a:chOff x="3002040" y="2665440"/>
            <a:chExt cx="674640" cy="398520"/>
          </a:xfrm>
        </p:grpSpPr>
        <p:sp>
          <p:nvSpPr>
            <p:cNvPr id="2544" name=""/>
            <p:cNvSpPr/>
            <p:nvPr/>
          </p:nvSpPr>
          <p:spPr>
            <a:xfrm>
              <a:off x="3027240" y="2708280"/>
              <a:ext cx="627120" cy="314280"/>
            </a:xfrm>
            <a:prstGeom prst="line">
              <a:avLst/>
            </a:prstGeom>
            <a:ln w="76320">
              <a:solidFill>
                <a:srgbClr val="ffffff"/>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545" name=""/>
            <p:cNvSpPr/>
            <p:nvPr/>
          </p:nvSpPr>
          <p:spPr>
            <a:xfrm>
              <a:off x="3049560" y="2665440"/>
              <a:ext cx="627120" cy="314280"/>
            </a:xfrm>
            <a:prstGeom prst="line">
              <a:avLst/>
            </a:prstGeom>
            <a:ln w="255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546" name=""/>
            <p:cNvSpPr/>
            <p:nvPr/>
          </p:nvSpPr>
          <p:spPr>
            <a:xfrm>
              <a:off x="3002040" y="2752560"/>
              <a:ext cx="622080" cy="311400"/>
            </a:xfrm>
            <a:prstGeom prst="line">
              <a:avLst/>
            </a:prstGeom>
            <a:ln w="255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grpSp>
        <p:nvGrpSpPr>
          <p:cNvPr id="2547" name=""/>
          <p:cNvGrpSpPr/>
          <p:nvPr/>
        </p:nvGrpSpPr>
        <p:grpSpPr>
          <a:xfrm>
            <a:off x="2928960" y="3406320"/>
            <a:ext cx="674640" cy="398520"/>
            <a:chOff x="2928960" y="3406320"/>
            <a:chExt cx="674640" cy="398520"/>
          </a:xfrm>
        </p:grpSpPr>
        <p:sp>
          <p:nvSpPr>
            <p:cNvPr id="2548" name=""/>
            <p:cNvSpPr/>
            <p:nvPr/>
          </p:nvSpPr>
          <p:spPr>
            <a:xfrm flipV="1">
              <a:off x="2954160" y="3447720"/>
              <a:ext cx="627120" cy="314280"/>
            </a:xfrm>
            <a:prstGeom prst="line">
              <a:avLst/>
            </a:prstGeom>
            <a:ln w="76320">
              <a:solidFill>
                <a:srgbClr val="ffffff"/>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549" name=""/>
            <p:cNvSpPr/>
            <p:nvPr/>
          </p:nvSpPr>
          <p:spPr>
            <a:xfrm flipV="1">
              <a:off x="2976480" y="3490560"/>
              <a:ext cx="627120" cy="314280"/>
            </a:xfrm>
            <a:prstGeom prst="line">
              <a:avLst/>
            </a:prstGeom>
            <a:ln w="255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550" name=""/>
            <p:cNvSpPr/>
            <p:nvPr/>
          </p:nvSpPr>
          <p:spPr>
            <a:xfrm flipV="1">
              <a:off x="2928960" y="3406320"/>
              <a:ext cx="622080" cy="311400"/>
            </a:xfrm>
            <a:prstGeom prst="line">
              <a:avLst/>
            </a:prstGeom>
            <a:ln w="255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255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55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F56F50FA-AAC1-464C-9F7D-DCBE5950ACCB}" type="slidenum">
              <a:t>154</a:t>
            </a:fld>
          </a:p>
        </p:txBody>
      </p:sp>
    </p:spTree>
  </p:cSld>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5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MOONS</a:t>
            </a:r>
            <a:endParaRPr b="1" lang="en-US" sz="1900" spc="-1" strike="noStrike">
              <a:solidFill>
                <a:srgbClr val="000000"/>
              </a:solidFill>
              <a:latin typeface="Arial"/>
            </a:endParaRPr>
          </a:p>
        </p:txBody>
      </p:sp>
      <p:grpSp>
        <p:nvGrpSpPr>
          <p:cNvPr id="2554" name=""/>
          <p:cNvGrpSpPr/>
          <p:nvPr/>
        </p:nvGrpSpPr>
        <p:grpSpPr>
          <a:xfrm>
            <a:off x="1054080" y="2030400"/>
            <a:ext cx="414000" cy="2666880"/>
            <a:chOff x="1054080" y="2030400"/>
            <a:chExt cx="414000" cy="2666880"/>
          </a:xfrm>
        </p:grpSpPr>
        <p:grpSp>
          <p:nvGrpSpPr>
            <p:cNvPr id="2555" name=""/>
            <p:cNvGrpSpPr/>
            <p:nvPr/>
          </p:nvGrpSpPr>
          <p:grpSpPr>
            <a:xfrm>
              <a:off x="1054080" y="2030400"/>
              <a:ext cx="414000" cy="414000"/>
              <a:chOff x="1054080" y="2030400"/>
              <a:chExt cx="414000" cy="414000"/>
            </a:xfrm>
          </p:grpSpPr>
          <p:sp>
            <p:nvSpPr>
              <p:cNvPr id="2556" name=""/>
              <p:cNvSpPr/>
              <p:nvPr/>
            </p:nvSpPr>
            <p:spPr>
              <a:xfrm>
                <a:off x="1054080" y="2030400"/>
                <a:ext cx="412560" cy="41256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57" name="" hidden="1"/>
              <p:cNvSpPr/>
              <p:nvPr/>
            </p:nvSpPr>
            <p:spPr>
              <a:xfrm>
                <a:off x="1055520" y="2031840"/>
                <a:ext cx="412560" cy="41256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58" name=""/>
            <p:cNvGrpSpPr/>
            <p:nvPr/>
          </p:nvGrpSpPr>
          <p:grpSpPr>
            <a:xfrm>
              <a:off x="1054080" y="2593800"/>
              <a:ext cx="412560" cy="412560"/>
              <a:chOff x="1054080" y="2593800"/>
              <a:chExt cx="412560" cy="412560"/>
            </a:xfrm>
          </p:grpSpPr>
          <p:sp>
            <p:nvSpPr>
              <p:cNvPr id="2559" name=""/>
              <p:cNvSpPr/>
              <p:nvPr/>
            </p:nvSpPr>
            <p:spPr>
              <a:xfrm>
                <a:off x="1054080" y="2593800"/>
                <a:ext cx="412560" cy="41256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60" name=""/>
              <p:cNvSpPr/>
              <p:nvPr/>
            </p:nvSpPr>
            <p:spPr>
              <a:xfrm>
                <a:off x="1054440" y="2593800"/>
                <a:ext cx="411840" cy="4122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61" name=""/>
            <p:cNvGrpSpPr/>
            <p:nvPr/>
          </p:nvGrpSpPr>
          <p:grpSpPr>
            <a:xfrm>
              <a:off x="1054080" y="3157560"/>
              <a:ext cx="412560" cy="414000"/>
              <a:chOff x="1054080" y="3157560"/>
              <a:chExt cx="412560" cy="414000"/>
            </a:xfrm>
          </p:grpSpPr>
          <p:sp>
            <p:nvSpPr>
              <p:cNvPr id="2562" name=""/>
              <p:cNvSpPr/>
              <p:nvPr/>
            </p:nvSpPr>
            <p:spPr>
              <a:xfrm>
                <a:off x="1054080" y="3157560"/>
                <a:ext cx="412560" cy="41256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63" name=""/>
              <p:cNvSpPr/>
              <p:nvPr/>
            </p:nvSpPr>
            <p:spPr>
              <a:xfrm>
                <a:off x="1054440" y="3159000"/>
                <a:ext cx="411840" cy="41256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64" name=""/>
            <p:cNvGrpSpPr/>
            <p:nvPr/>
          </p:nvGrpSpPr>
          <p:grpSpPr>
            <a:xfrm>
              <a:off x="1054080" y="3720960"/>
              <a:ext cx="414000" cy="414000"/>
              <a:chOff x="1054080" y="3720960"/>
              <a:chExt cx="414000" cy="414000"/>
            </a:xfrm>
          </p:grpSpPr>
          <p:sp>
            <p:nvSpPr>
              <p:cNvPr id="2565" name=""/>
              <p:cNvSpPr/>
              <p:nvPr/>
            </p:nvSpPr>
            <p:spPr>
              <a:xfrm>
                <a:off x="1054080" y="3720960"/>
                <a:ext cx="412560" cy="41292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66" name=""/>
              <p:cNvSpPr/>
              <p:nvPr/>
            </p:nvSpPr>
            <p:spPr>
              <a:xfrm>
                <a:off x="1055520" y="3722760"/>
                <a:ext cx="412560" cy="41220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67" name=""/>
            <p:cNvGrpSpPr/>
            <p:nvPr/>
          </p:nvGrpSpPr>
          <p:grpSpPr>
            <a:xfrm>
              <a:off x="1054080" y="4284720"/>
              <a:ext cx="412560" cy="412560"/>
              <a:chOff x="1054080" y="4284720"/>
              <a:chExt cx="412560" cy="412560"/>
            </a:xfrm>
          </p:grpSpPr>
          <p:sp>
            <p:nvSpPr>
              <p:cNvPr id="2568" name=""/>
              <p:cNvSpPr/>
              <p:nvPr/>
            </p:nvSpPr>
            <p:spPr>
              <a:xfrm>
                <a:off x="1054080" y="4284720"/>
                <a:ext cx="412560" cy="41256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69" name=""/>
              <p:cNvSpPr/>
              <p:nvPr/>
            </p:nvSpPr>
            <p:spPr>
              <a:xfrm>
                <a:off x="1054080" y="4284720"/>
                <a:ext cx="412560" cy="41256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grpSp>
        <p:nvGrpSpPr>
          <p:cNvPr id="2570" name=""/>
          <p:cNvGrpSpPr/>
          <p:nvPr/>
        </p:nvGrpSpPr>
        <p:grpSpPr>
          <a:xfrm>
            <a:off x="1898640" y="2057400"/>
            <a:ext cx="367560" cy="2368440"/>
            <a:chOff x="1898640" y="2057400"/>
            <a:chExt cx="367560" cy="2368440"/>
          </a:xfrm>
        </p:grpSpPr>
        <p:grpSp>
          <p:nvGrpSpPr>
            <p:cNvPr id="2571" name=""/>
            <p:cNvGrpSpPr/>
            <p:nvPr/>
          </p:nvGrpSpPr>
          <p:grpSpPr>
            <a:xfrm>
              <a:off x="1898640" y="2057400"/>
              <a:ext cx="367560" cy="367560"/>
              <a:chOff x="1898640" y="2057400"/>
              <a:chExt cx="367560" cy="367560"/>
            </a:xfrm>
          </p:grpSpPr>
          <p:sp>
            <p:nvSpPr>
              <p:cNvPr id="2572" name=""/>
              <p:cNvSpPr/>
              <p:nvPr/>
            </p:nvSpPr>
            <p:spPr>
              <a:xfrm>
                <a:off x="1898640" y="2057400"/>
                <a:ext cx="366480" cy="36648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73" name="" hidden="1"/>
              <p:cNvSpPr/>
              <p:nvPr/>
            </p:nvSpPr>
            <p:spPr>
              <a:xfrm>
                <a:off x="1899720" y="2058480"/>
                <a:ext cx="366480" cy="36648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74" name=""/>
            <p:cNvGrpSpPr/>
            <p:nvPr/>
          </p:nvGrpSpPr>
          <p:grpSpPr>
            <a:xfrm>
              <a:off x="1898640" y="2557440"/>
              <a:ext cx="366480" cy="366480"/>
              <a:chOff x="1898640" y="2557440"/>
              <a:chExt cx="366480" cy="366480"/>
            </a:xfrm>
          </p:grpSpPr>
          <p:sp>
            <p:nvSpPr>
              <p:cNvPr id="2575" name=""/>
              <p:cNvSpPr/>
              <p:nvPr/>
            </p:nvSpPr>
            <p:spPr>
              <a:xfrm>
                <a:off x="1898640" y="2557440"/>
                <a:ext cx="366480" cy="36648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76" name=""/>
              <p:cNvSpPr/>
              <p:nvPr/>
            </p:nvSpPr>
            <p:spPr>
              <a:xfrm>
                <a:off x="1899000" y="2557440"/>
                <a:ext cx="365760" cy="36612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77" name=""/>
            <p:cNvGrpSpPr/>
            <p:nvPr/>
          </p:nvGrpSpPr>
          <p:grpSpPr>
            <a:xfrm>
              <a:off x="1898640" y="3059280"/>
              <a:ext cx="366840" cy="365400"/>
              <a:chOff x="1898640" y="3059280"/>
              <a:chExt cx="366840" cy="365400"/>
            </a:xfrm>
          </p:grpSpPr>
          <p:sp>
            <p:nvSpPr>
              <p:cNvPr id="2578" name=""/>
              <p:cNvSpPr/>
              <p:nvPr/>
            </p:nvSpPr>
            <p:spPr>
              <a:xfrm>
                <a:off x="1898640" y="3059280"/>
                <a:ext cx="366840" cy="36468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79" name=""/>
              <p:cNvSpPr/>
              <p:nvPr/>
            </p:nvSpPr>
            <p:spPr>
              <a:xfrm>
                <a:off x="1899000" y="3060360"/>
                <a:ext cx="365760" cy="36432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80" name=""/>
            <p:cNvGrpSpPr/>
            <p:nvPr/>
          </p:nvGrpSpPr>
          <p:grpSpPr>
            <a:xfrm>
              <a:off x="1898640" y="3559320"/>
              <a:ext cx="367560" cy="367560"/>
              <a:chOff x="1898640" y="3559320"/>
              <a:chExt cx="367560" cy="367560"/>
            </a:xfrm>
          </p:grpSpPr>
          <p:sp>
            <p:nvSpPr>
              <p:cNvPr id="2581" name=""/>
              <p:cNvSpPr/>
              <p:nvPr/>
            </p:nvSpPr>
            <p:spPr>
              <a:xfrm>
                <a:off x="1898640" y="3559320"/>
                <a:ext cx="366480" cy="36684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82" name=""/>
              <p:cNvSpPr/>
              <p:nvPr/>
            </p:nvSpPr>
            <p:spPr>
              <a:xfrm>
                <a:off x="1899720" y="3560760"/>
                <a:ext cx="366480" cy="36612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83" name=""/>
            <p:cNvGrpSpPr/>
            <p:nvPr/>
          </p:nvGrpSpPr>
          <p:grpSpPr>
            <a:xfrm>
              <a:off x="1898640" y="4059360"/>
              <a:ext cx="366840" cy="366480"/>
              <a:chOff x="1898640" y="4059360"/>
              <a:chExt cx="366840" cy="366480"/>
            </a:xfrm>
          </p:grpSpPr>
          <p:sp>
            <p:nvSpPr>
              <p:cNvPr id="2584" name=""/>
              <p:cNvSpPr/>
              <p:nvPr/>
            </p:nvSpPr>
            <p:spPr>
              <a:xfrm>
                <a:off x="1898640" y="4059360"/>
                <a:ext cx="366840" cy="36648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85" name=""/>
              <p:cNvSpPr/>
              <p:nvPr/>
            </p:nvSpPr>
            <p:spPr>
              <a:xfrm>
                <a:off x="1898640" y="4059360"/>
                <a:ext cx="366840" cy="36648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grpSp>
        <p:nvGrpSpPr>
          <p:cNvPr id="2586" name=""/>
          <p:cNvGrpSpPr/>
          <p:nvPr/>
        </p:nvGrpSpPr>
        <p:grpSpPr>
          <a:xfrm>
            <a:off x="2743200" y="2084400"/>
            <a:ext cx="310680" cy="2004840"/>
            <a:chOff x="2743200" y="2084400"/>
            <a:chExt cx="310680" cy="2004840"/>
          </a:xfrm>
        </p:grpSpPr>
        <p:grpSp>
          <p:nvGrpSpPr>
            <p:cNvPr id="2587" name=""/>
            <p:cNvGrpSpPr/>
            <p:nvPr/>
          </p:nvGrpSpPr>
          <p:grpSpPr>
            <a:xfrm>
              <a:off x="2743200" y="2084400"/>
              <a:ext cx="310680" cy="310680"/>
              <a:chOff x="2743200" y="2084400"/>
              <a:chExt cx="310680" cy="310680"/>
            </a:xfrm>
          </p:grpSpPr>
          <p:sp>
            <p:nvSpPr>
              <p:cNvPr id="2588" name=""/>
              <p:cNvSpPr/>
              <p:nvPr/>
            </p:nvSpPr>
            <p:spPr>
              <a:xfrm>
                <a:off x="2743200" y="2084400"/>
                <a:ext cx="309600" cy="3096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89" name="" hidden="1"/>
              <p:cNvSpPr/>
              <p:nvPr/>
            </p:nvSpPr>
            <p:spPr>
              <a:xfrm>
                <a:off x="2744280" y="2085480"/>
                <a:ext cx="309600" cy="30960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90" name=""/>
            <p:cNvGrpSpPr/>
            <p:nvPr/>
          </p:nvGrpSpPr>
          <p:grpSpPr>
            <a:xfrm>
              <a:off x="2743200" y="2508120"/>
              <a:ext cx="309240" cy="309240"/>
              <a:chOff x="2743200" y="2508120"/>
              <a:chExt cx="309240" cy="309240"/>
            </a:xfrm>
          </p:grpSpPr>
          <p:sp>
            <p:nvSpPr>
              <p:cNvPr id="2591" name=""/>
              <p:cNvSpPr/>
              <p:nvPr/>
            </p:nvSpPr>
            <p:spPr>
              <a:xfrm>
                <a:off x="2743200" y="2508120"/>
                <a:ext cx="309240" cy="30924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92" name=""/>
              <p:cNvSpPr/>
              <p:nvPr/>
            </p:nvSpPr>
            <p:spPr>
              <a:xfrm>
                <a:off x="2743560" y="2508120"/>
                <a:ext cx="308160" cy="30852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93" name=""/>
            <p:cNvGrpSpPr/>
            <p:nvPr/>
          </p:nvGrpSpPr>
          <p:grpSpPr>
            <a:xfrm>
              <a:off x="2743200" y="2932200"/>
              <a:ext cx="309600" cy="310680"/>
              <a:chOff x="2743200" y="2932200"/>
              <a:chExt cx="309600" cy="310680"/>
            </a:xfrm>
          </p:grpSpPr>
          <p:sp>
            <p:nvSpPr>
              <p:cNvPr id="2594" name=""/>
              <p:cNvSpPr/>
              <p:nvPr/>
            </p:nvSpPr>
            <p:spPr>
              <a:xfrm>
                <a:off x="2743200" y="2932200"/>
                <a:ext cx="309600" cy="3096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95" name=""/>
              <p:cNvSpPr/>
              <p:nvPr/>
            </p:nvSpPr>
            <p:spPr>
              <a:xfrm>
                <a:off x="2743560" y="2933280"/>
                <a:ext cx="308880" cy="30960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96" name=""/>
            <p:cNvGrpSpPr/>
            <p:nvPr/>
          </p:nvGrpSpPr>
          <p:grpSpPr>
            <a:xfrm>
              <a:off x="2743200" y="3355920"/>
              <a:ext cx="310680" cy="310320"/>
              <a:chOff x="2743200" y="3355920"/>
              <a:chExt cx="310680" cy="310320"/>
            </a:xfrm>
          </p:grpSpPr>
          <p:sp>
            <p:nvSpPr>
              <p:cNvPr id="2597" name=""/>
              <p:cNvSpPr/>
              <p:nvPr/>
            </p:nvSpPr>
            <p:spPr>
              <a:xfrm>
                <a:off x="2743200" y="3355920"/>
                <a:ext cx="309600" cy="30996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598" name=""/>
              <p:cNvSpPr/>
              <p:nvPr/>
            </p:nvSpPr>
            <p:spPr>
              <a:xfrm>
                <a:off x="2744280" y="3357000"/>
                <a:ext cx="309600" cy="30924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599" name=""/>
            <p:cNvGrpSpPr/>
            <p:nvPr/>
          </p:nvGrpSpPr>
          <p:grpSpPr>
            <a:xfrm>
              <a:off x="2743200" y="3780000"/>
              <a:ext cx="309600" cy="309240"/>
              <a:chOff x="2743200" y="3780000"/>
              <a:chExt cx="309600" cy="309240"/>
            </a:xfrm>
          </p:grpSpPr>
          <p:sp>
            <p:nvSpPr>
              <p:cNvPr id="2600" name=""/>
              <p:cNvSpPr/>
              <p:nvPr/>
            </p:nvSpPr>
            <p:spPr>
              <a:xfrm>
                <a:off x="2743200" y="3780000"/>
                <a:ext cx="309600" cy="30924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01" name=""/>
              <p:cNvSpPr/>
              <p:nvPr/>
            </p:nvSpPr>
            <p:spPr>
              <a:xfrm>
                <a:off x="2743200" y="3780000"/>
                <a:ext cx="309600" cy="30924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grpSp>
        <p:nvGrpSpPr>
          <p:cNvPr id="2602" name=""/>
          <p:cNvGrpSpPr/>
          <p:nvPr/>
        </p:nvGrpSpPr>
        <p:grpSpPr>
          <a:xfrm>
            <a:off x="3587760" y="2111400"/>
            <a:ext cx="259560" cy="1681200"/>
            <a:chOff x="3587760" y="2111400"/>
            <a:chExt cx="259560" cy="1681200"/>
          </a:xfrm>
        </p:grpSpPr>
        <p:grpSp>
          <p:nvGrpSpPr>
            <p:cNvPr id="2603" name=""/>
            <p:cNvGrpSpPr/>
            <p:nvPr/>
          </p:nvGrpSpPr>
          <p:grpSpPr>
            <a:xfrm>
              <a:off x="3587760" y="2111400"/>
              <a:ext cx="259560" cy="261360"/>
              <a:chOff x="3587760" y="2111400"/>
              <a:chExt cx="259560" cy="261360"/>
            </a:xfrm>
          </p:grpSpPr>
          <p:sp>
            <p:nvSpPr>
              <p:cNvPr id="2604" name=""/>
              <p:cNvSpPr/>
              <p:nvPr/>
            </p:nvSpPr>
            <p:spPr>
              <a:xfrm>
                <a:off x="3587760" y="2111400"/>
                <a:ext cx="259200" cy="2610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05" name="" hidden="1"/>
              <p:cNvSpPr/>
              <p:nvPr/>
            </p:nvSpPr>
            <p:spPr>
              <a:xfrm>
                <a:off x="3588480" y="2112120"/>
                <a:ext cx="258840" cy="26064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06" name=""/>
            <p:cNvGrpSpPr/>
            <p:nvPr/>
          </p:nvGrpSpPr>
          <p:grpSpPr>
            <a:xfrm>
              <a:off x="3587760" y="2467080"/>
              <a:ext cx="258480" cy="259920"/>
              <a:chOff x="3587760" y="2467080"/>
              <a:chExt cx="258480" cy="259920"/>
            </a:xfrm>
          </p:grpSpPr>
          <p:sp>
            <p:nvSpPr>
              <p:cNvPr id="2607" name=""/>
              <p:cNvSpPr/>
              <p:nvPr/>
            </p:nvSpPr>
            <p:spPr>
              <a:xfrm>
                <a:off x="3587760" y="2467080"/>
                <a:ext cx="258480" cy="25992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08" name=""/>
              <p:cNvSpPr/>
              <p:nvPr/>
            </p:nvSpPr>
            <p:spPr>
              <a:xfrm>
                <a:off x="3588120" y="2467080"/>
                <a:ext cx="257760" cy="2595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09" name=""/>
            <p:cNvGrpSpPr/>
            <p:nvPr/>
          </p:nvGrpSpPr>
          <p:grpSpPr>
            <a:xfrm>
              <a:off x="3587760" y="2822400"/>
              <a:ext cx="258840" cy="259920"/>
              <a:chOff x="3587760" y="2822400"/>
              <a:chExt cx="258840" cy="259920"/>
            </a:xfrm>
          </p:grpSpPr>
          <p:sp>
            <p:nvSpPr>
              <p:cNvPr id="2610" name=""/>
              <p:cNvSpPr/>
              <p:nvPr/>
            </p:nvSpPr>
            <p:spPr>
              <a:xfrm>
                <a:off x="3587760" y="2822400"/>
                <a:ext cx="258840" cy="25956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11" name=""/>
              <p:cNvSpPr/>
              <p:nvPr/>
            </p:nvSpPr>
            <p:spPr>
              <a:xfrm>
                <a:off x="3588120" y="2823120"/>
                <a:ext cx="257760" cy="25920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12" name=""/>
            <p:cNvGrpSpPr/>
            <p:nvPr/>
          </p:nvGrpSpPr>
          <p:grpSpPr>
            <a:xfrm>
              <a:off x="3587760" y="3176640"/>
              <a:ext cx="259560" cy="261360"/>
              <a:chOff x="3587760" y="3176640"/>
              <a:chExt cx="259560" cy="261360"/>
            </a:xfrm>
          </p:grpSpPr>
          <p:sp>
            <p:nvSpPr>
              <p:cNvPr id="2613" name=""/>
              <p:cNvSpPr/>
              <p:nvPr/>
            </p:nvSpPr>
            <p:spPr>
              <a:xfrm>
                <a:off x="3587760" y="3176640"/>
                <a:ext cx="259200" cy="26064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14" name=""/>
              <p:cNvSpPr/>
              <p:nvPr/>
            </p:nvSpPr>
            <p:spPr>
              <a:xfrm>
                <a:off x="3588480" y="3177720"/>
                <a:ext cx="258840" cy="26028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15" name=""/>
            <p:cNvGrpSpPr/>
            <p:nvPr/>
          </p:nvGrpSpPr>
          <p:grpSpPr>
            <a:xfrm>
              <a:off x="3587760" y="3532320"/>
              <a:ext cx="258840" cy="260280"/>
              <a:chOff x="3587760" y="3532320"/>
              <a:chExt cx="258840" cy="260280"/>
            </a:xfrm>
          </p:grpSpPr>
          <p:sp>
            <p:nvSpPr>
              <p:cNvPr id="2616" name=""/>
              <p:cNvSpPr/>
              <p:nvPr/>
            </p:nvSpPr>
            <p:spPr>
              <a:xfrm>
                <a:off x="3587760" y="3532320"/>
                <a:ext cx="258840" cy="26028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17" name=""/>
              <p:cNvSpPr/>
              <p:nvPr/>
            </p:nvSpPr>
            <p:spPr>
              <a:xfrm>
                <a:off x="3587760" y="3532320"/>
                <a:ext cx="258840" cy="26028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grpSp>
        <p:nvGrpSpPr>
          <p:cNvPr id="2618" name=""/>
          <p:cNvGrpSpPr/>
          <p:nvPr/>
        </p:nvGrpSpPr>
        <p:grpSpPr>
          <a:xfrm>
            <a:off x="7227720" y="287280"/>
            <a:ext cx="1730520" cy="860400"/>
            <a:chOff x="7227720" y="287280"/>
            <a:chExt cx="1730520" cy="860400"/>
          </a:xfrm>
        </p:grpSpPr>
        <p:sp>
          <p:nvSpPr>
            <p:cNvPr id="2619" name=""/>
            <p:cNvSpPr/>
            <p:nvPr/>
          </p:nvSpPr>
          <p:spPr>
            <a:xfrm>
              <a:off x="7618320" y="287280"/>
              <a:ext cx="1339920" cy="844560"/>
            </a:xfrm>
            <a:prstGeom prst="rect">
              <a:avLst/>
            </a:prstGeom>
            <a:noFill/>
            <a:ln w="0">
              <a:noFill/>
            </a:ln>
          </p:spPr>
          <p:style>
            <a:lnRef idx="0"/>
            <a:fillRef idx="0"/>
            <a:effectRef idx="0"/>
            <a:fontRef idx="minor"/>
          </p:style>
          <p:txBody>
            <a:bodyPr lIns="0" rIns="0" tIns="0" bIns="0" anchor="t">
              <a:noAutofit/>
            </a:bodyPr>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Legend</a:t>
              </a:r>
              <a:endParaRPr b="0" lang="en-US" sz="1600" spc="-1" strike="noStrike">
                <a:solidFill>
                  <a:srgbClr val="000000"/>
                </a:solidFill>
                <a:latin typeface="Times New Roman"/>
              </a:endParaRPr>
            </a:p>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Legend</a:t>
              </a:r>
              <a:endParaRPr b="0" lang="en-US" sz="1600" spc="-1" strike="noStrike">
                <a:solidFill>
                  <a:srgbClr val="000000"/>
                </a:solidFill>
                <a:latin typeface="Times New Roman"/>
              </a:endParaRPr>
            </a:p>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Legend</a:t>
              </a:r>
              <a:endParaRPr b="0" lang="en-US" sz="1600" spc="-1" strike="noStrike">
                <a:solidFill>
                  <a:srgbClr val="000000"/>
                </a:solidFill>
                <a:latin typeface="Times New Roman"/>
              </a:endParaRPr>
            </a:p>
          </p:txBody>
        </p:sp>
        <p:grpSp>
          <p:nvGrpSpPr>
            <p:cNvPr id="2620" name=""/>
            <p:cNvGrpSpPr/>
            <p:nvPr/>
          </p:nvGrpSpPr>
          <p:grpSpPr>
            <a:xfrm>
              <a:off x="7227720" y="291960"/>
              <a:ext cx="259920" cy="261360"/>
              <a:chOff x="7227720" y="291960"/>
              <a:chExt cx="259920" cy="261360"/>
            </a:xfrm>
          </p:grpSpPr>
          <p:sp>
            <p:nvSpPr>
              <p:cNvPr id="2621" name=""/>
              <p:cNvSpPr/>
              <p:nvPr/>
            </p:nvSpPr>
            <p:spPr>
              <a:xfrm>
                <a:off x="7227720" y="291960"/>
                <a:ext cx="259560" cy="2610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22" name="" hidden="1"/>
              <p:cNvSpPr/>
              <p:nvPr/>
            </p:nvSpPr>
            <p:spPr>
              <a:xfrm>
                <a:off x="7228440" y="292680"/>
                <a:ext cx="259200" cy="26064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23" name=""/>
            <p:cNvGrpSpPr/>
            <p:nvPr/>
          </p:nvGrpSpPr>
          <p:grpSpPr>
            <a:xfrm>
              <a:off x="7227720" y="587520"/>
              <a:ext cx="258840" cy="259560"/>
              <a:chOff x="7227720" y="587520"/>
              <a:chExt cx="258840" cy="259560"/>
            </a:xfrm>
          </p:grpSpPr>
          <p:sp>
            <p:nvSpPr>
              <p:cNvPr id="2624" name=""/>
              <p:cNvSpPr/>
              <p:nvPr/>
            </p:nvSpPr>
            <p:spPr>
              <a:xfrm>
                <a:off x="7227720" y="587520"/>
                <a:ext cx="258840" cy="2592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25" name=""/>
              <p:cNvSpPr/>
              <p:nvPr/>
            </p:nvSpPr>
            <p:spPr>
              <a:xfrm>
                <a:off x="7228080" y="588240"/>
                <a:ext cx="257760" cy="25884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26" name=""/>
            <p:cNvGrpSpPr/>
            <p:nvPr/>
          </p:nvGrpSpPr>
          <p:grpSpPr>
            <a:xfrm>
              <a:off x="7227720" y="887400"/>
              <a:ext cx="258840" cy="260280"/>
              <a:chOff x="7227720" y="887400"/>
              <a:chExt cx="258840" cy="260280"/>
            </a:xfrm>
          </p:grpSpPr>
          <p:sp>
            <p:nvSpPr>
              <p:cNvPr id="2627" name=""/>
              <p:cNvSpPr/>
              <p:nvPr/>
            </p:nvSpPr>
            <p:spPr>
              <a:xfrm>
                <a:off x="7227720" y="887400"/>
                <a:ext cx="258840" cy="26028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28" name=""/>
              <p:cNvSpPr/>
              <p:nvPr/>
            </p:nvSpPr>
            <p:spPr>
              <a:xfrm>
                <a:off x="7227720" y="887400"/>
                <a:ext cx="258840" cy="26028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grpSp>
        <p:nvGrpSpPr>
          <p:cNvPr id="2629" name=""/>
          <p:cNvGrpSpPr/>
          <p:nvPr/>
        </p:nvGrpSpPr>
        <p:grpSpPr>
          <a:xfrm>
            <a:off x="5195880" y="1903320"/>
            <a:ext cx="1730520" cy="860400"/>
            <a:chOff x="5195880" y="1903320"/>
            <a:chExt cx="1730520" cy="860400"/>
          </a:xfrm>
        </p:grpSpPr>
        <p:sp>
          <p:nvSpPr>
            <p:cNvPr id="2630" name=""/>
            <p:cNvSpPr/>
            <p:nvPr/>
          </p:nvSpPr>
          <p:spPr>
            <a:xfrm>
              <a:off x="5586480" y="1903320"/>
              <a:ext cx="1339920" cy="844560"/>
            </a:xfrm>
            <a:prstGeom prst="rect">
              <a:avLst/>
            </a:prstGeom>
            <a:noFill/>
            <a:ln w="0">
              <a:noFill/>
            </a:ln>
          </p:spPr>
          <p:style>
            <a:lnRef idx="0"/>
            <a:fillRef idx="0"/>
            <a:effectRef idx="0"/>
            <a:fontRef idx="minor"/>
          </p:style>
          <p:txBody>
            <a:bodyPr lIns="0" rIns="0" tIns="0" bIns="0" anchor="t">
              <a:noAutofit/>
            </a:bodyPr>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Low</a:t>
              </a:r>
              <a:endParaRPr b="0" lang="en-US" sz="1600" spc="-1" strike="noStrike">
                <a:solidFill>
                  <a:srgbClr val="000000"/>
                </a:solidFill>
                <a:latin typeface="Times New Roman"/>
              </a:endParaRPr>
            </a:p>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Medium</a:t>
              </a:r>
              <a:endParaRPr b="0" lang="en-US" sz="1600" spc="-1" strike="noStrike">
                <a:solidFill>
                  <a:srgbClr val="000000"/>
                </a:solidFill>
                <a:latin typeface="Times New Roman"/>
              </a:endParaRPr>
            </a:p>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High</a:t>
              </a:r>
              <a:endParaRPr b="0" lang="en-US" sz="1600" spc="-1" strike="noStrike">
                <a:solidFill>
                  <a:srgbClr val="000000"/>
                </a:solidFill>
                <a:latin typeface="Times New Roman"/>
              </a:endParaRPr>
            </a:p>
          </p:txBody>
        </p:sp>
        <p:grpSp>
          <p:nvGrpSpPr>
            <p:cNvPr id="2631" name=""/>
            <p:cNvGrpSpPr/>
            <p:nvPr/>
          </p:nvGrpSpPr>
          <p:grpSpPr>
            <a:xfrm>
              <a:off x="5195880" y="1908000"/>
              <a:ext cx="259560" cy="261360"/>
              <a:chOff x="5195880" y="1908000"/>
              <a:chExt cx="259560" cy="261360"/>
            </a:xfrm>
          </p:grpSpPr>
          <p:sp>
            <p:nvSpPr>
              <p:cNvPr id="2632" name=""/>
              <p:cNvSpPr/>
              <p:nvPr/>
            </p:nvSpPr>
            <p:spPr>
              <a:xfrm>
                <a:off x="5195880" y="1908000"/>
                <a:ext cx="259200" cy="2610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33" name="" hidden="1"/>
              <p:cNvSpPr/>
              <p:nvPr/>
            </p:nvSpPr>
            <p:spPr>
              <a:xfrm>
                <a:off x="5196600" y="1908720"/>
                <a:ext cx="258840" cy="26064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34" name=""/>
            <p:cNvGrpSpPr/>
            <p:nvPr/>
          </p:nvGrpSpPr>
          <p:grpSpPr>
            <a:xfrm>
              <a:off x="5195880" y="2203560"/>
              <a:ext cx="258840" cy="259560"/>
              <a:chOff x="5195880" y="2203560"/>
              <a:chExt cx="258840" cy="259560"/>
            </a:xfrm>
          </p:grpSpPr>
          <p:sp>
            <p:nvSpPr>
              <p:cNvPr id="2635" name=""/>
              <p:cNvSpPr/>
              <p:nvPr/>
            </p:nvSpPr>
            <p:spPr>
              <a:xfrm>
                <a:off x="5195880" y="2203560"/>
                <a:ext cx="258840" cy="2592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36" name=""/>
              <p:cNvSpPr/>
              <p:nvPr/>
            </p:nvSpPr>
            <p:spPr>
              <a:xfrm>
                <a:off x="5196240" y="2204280"/>
                <a:ext cx="257760" cy="25884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37" name=""/>
            <p:cNvGrpSpPr/>
            <p:nvPr/>
          </p:nvGrpSpPr>
          <p:grpSpPr>
            <a:xfrm>
              <a:off x="5195880" y="2503440"/>
              <a:ext cx="258840" cy="260280"/>
              <a:chOff x="5195880" y="2503440"/>
              <a:chExt cx="258840" cy="260280"/>
            </a:xfrm>
          </p:grpSpPr>
          <p:sp>
            <p:nvSpPr>
              <p:cNvPr id="2638" name=""/>
              <p:cNvSpPr/>
              <p:nvPr/>
            </p:nvSpPr>
            <p:spPr>
              <a:xfrm>
                <a:off x="5195880" y="2503440"/>
                <a:ext cx="258840" cy="26028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39" name=""/>
              <p:cNvSpPr/>
              <p:nvPr/>
            </p:nvSpPr>
            <p:spPr>
              <a:xfrm>
                <a:off x="5195880" y="2503440"/>
                <a:ext cx="258840" cy="26028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grpSp>
        <p:nvGrpSpPr>
          <p:cNvPr id="2640" name=""/>
          <p:cNvGrpSpPr/>
          <p:nvPr/>
        </p:nvGrpSpPr>
        <p:grpSpPr>
          <a:xfrm>
            <a:off x="5186520" y="3162240"/>
            <a:ext cx="1730160" cy="860400"/>
            <a:chOff x="5186520" y="3162240"/>
            <a:chExt cx="1730160" cy="860400"/>
          </a:xfrm>
        </p:grpSpPr>
        <p:sp>
          <p:nvSpPr>
            <p:cNvPr id="2641" name=""/>
            <p:cNvSpPr/>
            <p:nvPr/>
          </p:nvSpPr>
          <p:spPr>
            <a:xfrm>
              <a:off x="5576760" y="3162240"/>
              <a:ext cx="1339920" cy="844560"/>
            </a:xfrm>
            <a:prstGeom prst="rect">
              <a:avLst/>
            </a:prstGeom>
            <a:noFill/>
            <a:ln w="0">
              <a:noFill/>
            </a:ln>
          </p:spPr>
          <p:style>
            <a:lnRef idx="0"/>
            <a:fillRef idx="0"/>
            <a:effectRef idx="0"/>
            <a:fontRef idx="minor"/>
          </p:style>
          <p:txBody>
            <a:bodyPr lIns="0" rIns="0" tIns="0" bIns="0" anchor="t">
              <a:noAutofit/>
            </a:bodyPr>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Low</a:t>
              </a:r>
              <a:endParaRPr b="0" lang="en-US" sz="1600" spc="-1" strike="noStrike">
                <a:solidFill>
                  <a:srgbClr val="000000"/>
                </a:solidFill>
                <a:latin typeface="Times New Roman"/>
              </a:endParaRPr>
            </a:p>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Medium</a:t>
              </a:r>
              <a:endParaRPr b="0" lang="en-US" sz="1600" spc="-1" strike="noStrike">
                <a:solidFill>
                  <a:srgbClr val="000000"/>
                </a:solidFill>
                <a:latin typeface="Times New Roman"/>
              </a:endParaRPr>
            </a:p>
            <a:p>
              <a:pPr>
                <a:lnSpc>
                  <a:spcPct val="100000"/>
                </a:lnSpc>
                <a:spcAft>
                  <a:spcPts val="437"/>
                </a:spcAft>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High</a:t>
              </a:r>
              <a:endParaRPr b="0" lang="en-US" sz="1600" spc="-1" strike="noStrike">
                <a:solidFill>
                  <a:srgbClr val="000000"/>
                </a:solidFill>
                <a:latin typeface="Times New Roman"/>
              </a:endParaRPr>
            </a:p>
          </p:txBody>
        </p:sp>
        <p:grpSp>
          <p:nvGrpSpPr>
            <p:cNvPr id="2642" name=""/>
            <p:cNvGrpSpPr/>
            <p:nvPr/>
          </p:nvGrpSpPr>
          <p:grpSpPr>
            <a:xfrm>
              <a:off x="5186520" y="3166920"/>
              <a:ext cx="259560" cy="261360"/>
              <a:chOff x="5186520" y="3166920"/>
              <a:chExt cx="259560" cy="261360"/>
            </a:xfrm>
          </p:grpSpPr>
          <p:sp>
            <p:nvSpPr>
              <p:cNvPr id="2643" name=""/>
              <p:cNvSpPr/>
              <p:nvPr/>
            </p:nvSpPr>
            <p:spPr>
              <a:xfrm>
                <a:off x="5186520" y="3166920"/>
                <a:ext cx="259200" cy="2610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44" name="" hidden="1"/>
              <p:cNvSpPr/>
              <p:nvPr/>
            </p:nvSpPr>
            <p:spPr>
              <a:xfrm>
                <a:off x="5187240" y="3167640"/>
                <a:ext cx="258840" cy="26064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45" name=""/>
            <p:cNvGrpSpPr/>
            <p:nvPr/>
          </p:nvGrpSpPr>
          <p:grpSpPr>
            <a:xfrm>
              <a:off x="5186520" y="3462480"/>
              <a:ext cx="258480" cy="259560"/>
              <a:chOff x="5186520" y="3462480"/>
              <a:chExt cx="258480" cy="259560"/>
            </a:xfrm>
          </p:grpSpPr>
          <p:sp>
            <p:nvSpPr>
              <p:cNvPr id="2646" name=""/>
              <p:cNvSpPr/>
              <p:nvPr/>
            </p:nvSpPr>
            <p:spPr>
              <a:xfrm>
                <a:off x="5186520" y="3462480"/>
                <a:ext cx="258480" cy="25920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47" name=""/>
              <p:cNvSpPr/>
              <p:nvPr/>
            </p:nvSpPr>
            <p:spPr>
              <a:xfrm>
                <a:off x="5186880" y="3463200"/>
                <a:ext cx="257760" cy="25884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nvGrpSpPr>
            <p:cNvPr id="2648" name=""/>
            <p:cNvGrpSpPr/>
            <p:nvPr/>
          </p:nvGrpSpPr>
          <p:grpSpPr>
            <a:xfrm>
              <a:off x="5186520" y="3762360"/>
              <a:ext cx="258480" cy="260280"/>
              <a:chOff x="5186520" y="3762360"/>
              <a:chExt cx="258480" cy="260280"/>
            </a:xfrm>
          </p:grpSpPr>
          <p:sp>
            <p:nvSpPr>
              <p:cNvPr id="2649" name=""/>
              <p:cNvSpPr/>
              <p:nvPr/>
            </p:nvSpPr>
            <p:spPr>
              <a:xfrm>
                <a:off x="5186520" y="3762360"/>
                <a:ext cx="258480" cy="260280"/>
              </a:xfrm>
              <a:prstGeom prst="ellipse">
                <a:avLst/>
              </a:prstGeom>
              <a:solidFill>
                <a:srgbClr val="ffffff"/>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2650" name=""/>
              <p:cNvSpPr/>
              <p:nvPr/>
            </p:nvSpPr>
            <p:spPr>
              <a:xfrm>
                <a:off x="5186520" y="3762360"/>
                <a:ext cx="258480" cy="26028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grpSp>
      <p:sp>
        <p:nvSpPr>
          <p:cNvPr id="265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65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BC41FC1E-173C-4E72-9B13-695E3D0E2D8B}" type="slidenum">
              <a:t>155</a:t>
            </a:fld>
          </a:p>
        </p:txBody>
      </p:sp>
    </p:spTree>
  </p:cSld>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5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STICKER</a:t>
            </a:r>
            <a:endParaRPr b="1" lang="en-US" sz="1900" spc="-1" strike="noStrike">
              <a:solidFill>
                <a:srgbClr val="000000"/>
              </a:solidFill>
              <a:latin typeface="Arial"/>
            </a:endParaRPr>
          </a:p>
        </p:txBody>
      </p:sp>
      <p:grpSp>
        <p:nvGrpSpPr>
          <p:cNvPr id="2654" name=""/>
          <p:cNvGrpSpPr/>
          <p:nvPr/>
        </p:nvGrpSpPr>
        <p:grpSpPr>
          <a:xfrm>
            <a:off x="3789360" y="2054160"/>
            <a:ext cx="1419120" cy="313920"/>
            <a:chOff x="3789360" y="2054160"/>
            <a:chExt cx="1419120" cy="313920"/>
          </a:xfrm>
        </p:grpSpPr>
        <p:sp>
          <p:nvSpPr>
            <p:cNvPr id="2655" name=""/>
            <p:cNvSpPr/>
            <p:nvPr/>
          </p:nvSpPr>
          <p:spPr>
            <a:xfrm>
              <a:off x="3789360" y="2089080"/>
              <a:ext cx="141912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ILLUSTRATIVE</a:t>
              </a:r>
              <a:endParaRPr b="0" lang="en-US" sz="1600" spc="-1" strike="noStrike">
                <a:solidFill>
                  <a:srgbClr val="000000"/>
                </a:solidFill>
                <a:latin typeface="Times New Roman"/>
              </a:endParaRPr>
            </a:p>
          </p:txBody>
        </p:sp>
        <p:grpSp>
          <p:nvGrpSpPr>
            <p:cNvPr id="2656" name=""/>
            <p:cNvGrpSpPr/>
            <p:nvPr/>
          </p:nvGrpSpPr>
          <p:grpSpPr>
            <a:xfrm>
              <a:off x="3789360" y="2054160"/>
              <a:ext cx="1409400" cy="313920"/>
              <a:chOff x="3789360" y="2054160"/>
              <a:chExt cx="1409400" cy="313920"/>
            </a:xfrm>
          </p:grpSpPr>
          <p:sp>
            <p:nvSpPr>
              <p:cNvPr id="2657" name=""/>
              <p:cNvSpPr/>
              <p:nvPr/>
            </p:nvSpPr>
            <p:spPr>
              <a:xfrm>
                <a:off x="3789360" y="2054160"/>
                <a:ext cx="14094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658" name=""/>
              <p:cNvSpPr/>
              <p:nvPr/>
            </p:nvSpPr>
            <p:spPr>
              <a:xfrm>
                <a:off x="3789360" y="2368080"/>
                <a:ext cx="14094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659" name=""/>
          <p:cNvGrpSpPr/>
          <p:nvPr/>
        </p:nvGrpSpPr>
        <p:grpSpPr>
          <a:xfrm>
            <a:off x="3782880" y="2505240"/>
            <a:ext cx="1487520" cy="272520"/>
            <a:chOff x="3782880" y="2505240"/>
            <a:chExt cx="1487520" cy="272520"/>
          </a:xfrm>
        </p:grpSpPr>
        <p:sp>
          <p:nvSpPr>
            <p:cNvPr id="2660" name=""/>
            <p:cNvSpPr/>
            <p:nvPr/>
          </p:nvSpPr>
          <p:spPr>
            <a:xfrm>
              <a:off x="3782880" y="2521080"/>
              <a:ext cx="148752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CONFIDENTIAL</a:t>
              </a:r>
              <a:endParaRPr b="0" lang="en-US" sz="1600" spc="-1" strike="noStrike">
                <a:solidFill>
                  <a:srgbClr val="000000"/>
                </a:solidFill>
                <a:latin typeface="Times New Roman"/>
              </a:endParaRPr>
            </a:p>
          </p:txBody>
        </p:sp>
        <p:grpSp>
          <p:nvGrpSpPr>
            <p:cNvPr id="2661" name=""/>
            <p:cNvGrpSpPr/>
            <p:nvPr/>
          </p:nvGrpSpPr>
          <p:grpSpPr>
            <a:xfrm>
              <a:off x="3787560" y="2505240"/>
              <a:ext cx="1473120" cy="272520"/>
              <a:chOff x="3787560" y="2505240"/>
              <a:chExt cx="1473120" cy="272520"/>
            </a:xfrm>
          </p:grpSpPr>
          <p:sp>
            <p:nvSpPr>
              <p:cNvPr id="2662" name=""/>
              <p:cNvSpPr/>
              <p:nvPr/>
            </p:nvSpPr>
            <p:spPr>
              <a:xfrm>
                <a:off x="3787560" y="2505240"/>
                <a:ext cx="14731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663" name=""/>
              <p:cNvSpPr/>
              <p:nvPr/>
            </p:nvSpPr>
            <p:spPr>
              <a:xfrm>
                <a:off x="3787560" y="2777760"/>
                <a:ext cx="14731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664" name=""/>
          <p:cNvGrpSpPr/>
          <p:nvPr/>
        </p:nvGrpSpPr>
        <p:grpSpPr>
          <a:xfrm>
            <a:off x="3801960" y="3654360"/>
            <a:ext cx="1014480" cy="286920"/>
            <a:chOff x="3801960" y="3654360"/>
            <a:chExt cx="1014480" cy="286920"/>
          </a:xfrm>
        </p:grpSpPr>
        <p:sp>
          <p:nvSpPr>
            <p:cNvPr id="2665" name=""/>
            <p:cNvSpPr/>
            <p:nvPr/>
          </p:nvSpPr>
          <p:spPr>
            <a:xfrm>
              <a:off x="3801960" y="3668760"/>
              <a:ext cx="101448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ESTIMATE</a:t>
              </a:r>
              <a:endParaRPr b="0" lang="en-US" sz="1600" spc="-1" strike="noStrike">
                <a:solidFill>
                  <a:srgbClr val="000000"/>
                </a:solidFill>
                <a:latin typeface="Times New Roman"/>
              </a:endParaRPr>
            </a:p>
          </p:txBody>
        </p:sp>
        <p:grpSp>
          <p:nvGrpSpPr>
            <p:cNvPr id="2666" name=""/>
            <p:cNvGrpSpPr/>
            <p:nvPr/>
          </p:nvGrpSpPr>
          <p:grpSpPr>
            <a:xfrm>
              <a:off x="3801960" y="3654360"/>
              <a:ext cx="988920" cy="286920"/>
              <a:chOff x="3801960" y="3654360"/>
              <a:chExt cx="988920" cy="286920"/>
            </a:xfrm>
          </p:grpSpPr>
          <p:sp>
            <p:nvSpPr>
              <p:cNvPr id="2667" name=""/>
              <p:cNvSpPr/>
              <p:nvPr/>
            </p:nvSpPr>
            <p:spPr>
              <a:xfrm>
                <a:off x="3801960" y="3654360"/>
                <a:ext cx="9889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668" name=""/>
              <p:cNvSpPr/>
              <p:nvPr/>
            </p:nvSpPr>
            <p:spPr>
              <a:xfrm>
                <a:off x="3801960" y="3941280"/>
                <a:ext cx="9889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669" name=""/>
          <p:cNvGrpSpPr/>
          <p:nvPr/>
        </p:nvGrpSpPr>
        <p:grpSpPr>
          <a:xfrm>
            <a:off x="3801960" y="4062240"/>
            <a:ext cx="957240" cy="291600"/>
            <a:chOff x="3801960" y="4062240"/>
            <a:chExt cx="957240" cy="291600"/>
          </a:xfrm>
        </p:grpSpPr>
        <p:sp>
          <p:nvSpPr>
            <p:cNvPr id="2670" name=""/>
            <p:cNvSpPr/>
            <p:nvPr/>
          </p:nvSpPr>
          <p:spPr>
            <a:xfrm>
              <a:off x="3801960" y="4078080"/>
              <a:ext cx="95724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EXAMPLE</a:t>
              </a:r>
              <a:endParaRPr b="0" lang="en-US" sz="1600" spc="-1" strike="noStrike">
                <a:solidFill>
                  <a:srgbClr val="000000"/>
                </a:solidFill>
                <a:latin typeface="Times New Roman"/>
              </a:endParaRPr>
            </a:p>
          </p:txBody>
        </p:sp>
        <p:grpSp>
          <p:nvGrpSpPr>
            <p:cNvPr id="2671" name=""/>
            <p:cNvGrpSpPr/>
            <p:nvPr/>
          </p:nvGrpSpPr>
          <p:grpSpPr>
            <a:xfrm>
              <a:off x="3801960" y="4062240"/>
              <a:ext cx="936360" cy="291600"/>
              <a:chOff x="3801960" y="4062240"/>
              <a:chExt cx="936360" cy="291600"/>
            </a:xfrm>
          </p:grpSpPr>
          <p:sp>
            <p:nvSpPr>
              <p:cNvPr id="2672" name=""/>
              <p:cNvSpPr/>
              <p:nvPr/>
            </p:nvSpPr>
            <p:spPr>
              <a:xfrm>
                <a:off x="3801960" y="4062240"/>
                <a:ext cx="93636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673" name=""/>
              <p:cNvSpPr/>
              <p:nvPr/>
            </p:nvSpPr>
            <p:spPr>
              <a:xfrm>
                <a:off x="3801960" y="4353840"/>
                <a:ext cx="93636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674" name=""/>
          <p:cNvGrpSpPr/>
          <p:nvPr/>
        </p:nvGrpSpPr>
        <p:grpSpPr>
          <a:xfrm>
            <a:off x="3814920" y="4464000"/>
            <a:ext cx="2371320" cy="286920"/>
            <a:chOff x="3814920" y="4464000"/>
            <a:chExt cx="2371320" cy="286920"/>
          </a:xfrm>
        </p:grpSpPr>
        <p:sp>
          <p:nvSpPr>
            <p:cNvPr id="2675" name=""/>
            <p:cNvSpPr/>
            <p:nvPr/>
          </p:nvSpPr>
          <p:spPr>
            <a:xfrm>
              <a:off x="3814920" y="4479840"/>
              <a:ext cx="2357640" cy="24408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FOR DISCUSSION ONLY</a:t>
              </a:r>
              <a:endParaRPr b="0" lang="en-US" sz="1600" spc="-1" strike="noStrike">
                <a:solidFill>
                  <a:srgbClr val="000000"/>
                </a:solidFill>
                <a:latin typeface="Times New Roman"/>
              </a:endParaRPr>
            </a:p>
          </p:txBody>
        </p:sp>
        <p:grpSp>
          <p:nvGrpSpPr>
            <p:cNvPr id="2676" name=""/>
            <p:cNvGrpSpPr/>
            <p:nvPr/>
          </p:nvGrpSpPr>
          <p:grpSpPr>
            <a:xfrm>
              <a:off x="3814920" y="4464000"/>
              <a:ext cx="2371320" cy="286920"/>
              <a:chOff x="3814920" y="4464000"/>
              <a:chExt cx="2371320" cy="286920"/>
            </a:xfrm>
          </p:grpSpPr>
          <p:sp>
            <p:nvSpPr>
              <p:cNvPr id="2677" name=""/>
              <p:cNvSpPr/>
              <p:nvPr/>
            </p:nvSpPr>
            <p:spPr>
              <a:xfrm>
                <a:off x="3814920" y="4464000"/>
                <a:ext cx="23713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678" name=""/>
              <p:cNvSpPr/>
              <p:nvPr/>
            </p:nvSpPr>
            <p:spPr>
              <a:xfrm>
                <a:off x="3814920" y="4750920"/>
                <a:ext cx="23713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679" name=""/>
          <p:cNvGrpSpPr/>
          <p:nvPr/>
        </p:nvGrpSpPr>
        <p:grpSpPr>
          <a:xfrm>
            <a:off x="3846600" y="4943520"/>
            <a:ext cx="1747800" cy="298080"/>
            <a:chOff x="3846600" y="4943520"/>
            <a:chExt cx="1747800" cy="298080"/>
          </a:xfrm>
        </p:grpSpPr>
        <p:sp>
          <p:nvSpPr>
            <p:cNvPr id="2680" name=""/>
            <p:cNvSpPr/>
            <p:nvPr/>
          </p:nvSpPr>
          <p:spPr>
            <a:xfrm>
              <a:off x="3846600" y="4961160"/>
              <a:ext cx="174780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FOR DISCUSSION</a:t>
              </a:r>
              <a:endParaRPr b="0" lang="en-US" sz="1600" spc="-1" strike="noStrike">
                <a:solidFill>
                  <a:srgbClr val="000000"/>
                </a:solidFill>
                <a:latin typeface="Times New Roman"/>
              </a:endParaRPr>
            </a:p>
          </p:txBody>
        </p:sp>
        <p:grpSp>
          <p:nvGrpSpPr>
            <p:cNvPr id="2681" name=""/>
            <p:cNvGrpSpPr/>
            <p:nvPr/>
          </p:nvGrpSpPr>
          <p:grpSpPr>
            <a:xfrm>
              <a:off x="3846600" y="4943520"/>
              <a:ext cx="1744200" cy="298080"/>
              <a:chOff x="3846600" y="4943520"/>
              <a:chExt cx="1744200" cy="298080"/>
            </a:xfrm>
          </p:grpSpPr>
          <p:sp>
            <p:nvSpPr>
              <p:cNvPr id="2682" name=""/>
              <p:cNvSpPr/>
              <p:nvPr/>
            </p:nvSpPr>
            <p:spPr>
              <a:xfrm>
                <a:off x="3846600" y="4943520"/>
                <a:ext cx="17442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683" name=""/>
              <p:cNvSpPr/>
              <p:nvPr/>
            </p:nvSpPr>
            <p:spPr>
              <a:xfrm>
                <a:off x="3846600" y="5241600"/>
                <a:ext cx="17442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684" name=""/>
          <p:cNvGrpSpPr/>
          <p:nvPr/>
        </p:nvGrpSpPr>
        <p:grpSpPr>
          <a:xfrm>
            <a:off x="3801960" y="2924280"/>
            <a:ext cx="1380960" cy="282240"/>
            <a:chOff x="3801960" y="2924280"/>
            <a:chExt cx="1380960" cy="282240"/>
          </a:xfrm>
        </p:grpSpPr>
        <p:sp>
          <p:nvSpPr>
            <p:cNvPr id="2685" name=""/>
            <p:cNvSpPr/>
            <p:nvPr/>
          </p:nvSpPr>
          <p:spPr>
            <a:xfrm>
              <a:off x="3801960" y="2938680"/>
              <a:ext cx="137484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PRELIMINARY</a:t>
              </a:r>
              <a:endParaRPr b="0" lang="en-US" sz="1600" spc="-1" strike="noStrike">
                <a:solidFill>
                  <a:srgbClr val="000000"/>
                </a:solidFill>
                <a:latin typeface="Times New Roman"/>
              </a:endParaRPr>
            </a:p>
          </p:txBody>
        </p:sp>
        <p:grpSp>
          <p:nvGrpSpPr>
            <p:cNvPr id="2686" name=""/>
            <p:cNvGrpSpPr/>
            <p:nvPr/>
          </p:nvGrpSpPr>
          <p:grpSpPr>
            <a:xfrm>
              <a:off x="3801960" y="2924280"/>
              <a:ext cx="1380960" cy="282240"/>
              <a:chOff x="3801960" y="2924280"/>
              <a:chExt cx="1380960" cy="282240"/>
            </a:xfrm>
          </p:grpSpPr>
          <p:sp>
            <p:nvSpPr>
              <p:cNvPr id="2687" name=""/>
              <p:cNvSpPr/>
              <p:nvPr/>
            </p:nvSpPr>
            <p:spPr>
              <a:xfrm>
                <a:off x="3801960" y="2924280"/>
                <a:ext cx="138096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688" name=""/>
              <p:cNvSpPr/>
              <p:nvPr/>
            </p:nvSpPr>
            <p:spPr>
              <a:xfrm>
                <a:off x="3801960" y="3206520"/>
                <a:ext cx="138096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689" name=""/>
          <p:cNvGrpSpPr/>
          <p:nvPr/>
        </p:nvGrpSpPr>
        <p:grpSpPr>
          <a:xfrm>
            <a:off x="3801960" y="3295800"/>
            <a:ext cx="686880" cy="281880"/>
            <a:chOff x="3801960" y="3295800"/>
            <a:chExt cx="686880" cy="281880"/>
          </a:xfrm>
        </p:grpSpPr>
        <p:sp>
          <p:nvSpPr>
            <p:cNvPr id="2690" name=""/>
            <p:cNvSpPr/>
            <p:nvPr/>
          </p:nvSpPr>
          <p:spPr>
            <a:xfrm>
              <a:off x="3801960" y="3310200"/>
              <a:ext cx="674640" cy="24336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DRAFT</a:t>
              </a:r>
              <a:endParaRPr b="0" lang="en-US" sz="1600" spc="-1" strike="noStrike">
                <a:solidFill>
                  <a:srgbClr val="000000"/>
                </a:solidFill>
                <a:latin typeface="Times New Roman"/>
              </a:endParaRPr>
            </a:p>
          </p:txBody>
        </p:sp>
        <p:grpSp>
          <p:nvGrpSpPr>
            <p:cNvPr id="2691" name=""/>
            <p:cNvGrpSpPr/>
            <p:nvPr/>
          </p:nvGrpSpPr>
          <p:grpSpPr>
            <a:xfrm>
              <a:off x="3801960" y="3295800"/>
              <a:ext cx="686880" cy="281880"/>
              <a:chOff x="3801960" y="3295800"/>
              <a:chExt cx="686880" cy="281880"/>
            </a:xfrm>
          </p:grpSpPr>
          <p:sp>
            <p:nvSpPr>
              <p:cNvPr id="2692" name=""/>
              <p:cNvSpPr/>
              <p:nvPr/>
            </p:nvSpPr>
            <p:spPr>
              <a:xfrm>
                <a:off x="3801960" y="3295800"/>
                <a:ext cx="6868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693" name=""/>
              <p:cNvSpPr/>
              <p:nvPr/>
            </p:nvSpPr>
            <p:spPr>
              <a:xfrm>
                <a:off x="3801960" y="3577680"/>
                <a:ext cx="6868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694" name=""/>
          <p:cNvGrpSpPr/>
          <p:nvPr/>
        </p:nvGrpSpPr>
        <p:grpSpPr>
          <a:xfrm>
            <a:off x="7875720" y="230040"/>
            <a:ext cx="877680" cy="284040"/>
            <a:chOff x="7875720" y="230040"/>
            <a:chExt cx="877680" cy="284040"/>
          </a:xfrm>
        </p:grpSpPr>
        <p:sp>
          <p:nvSpPr>
            <p:cNvPr id="2695" name=""/>
            <p:cNvSpPr/>
            <p:nvPr/>
          </p:nvSpPr>
          <p:spPr>
            <a:xfrm>
              <a:off x="7875720" y="264960"/>
              <a:ext cx="877680" cy="24480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STICKER</a:t>
              </a:r>
              <a:endParaRPr b="0" lang="en-US" sz="1600" spc="-1" strike="noStrike">
                <a:solidFill>
                  <a:srgbClr val="000000"/>
                </a:solidFill>
                <a:latin typeface="Times New Roman"/>
              </a:endParaRPr>
            </a:p>
          </p:txBody>
        </p:sp>
        <p:grpSp>
          <p:nvGrpSpPr>
            <p:cNvPr id="2696" name=""/>
            <p:cNvGrpSpPr/>
            <p:nvPr/>
          </p:nvGrpSpPr>
          <p:grpSpPr>
            <a:xfrm>
              <a:off x="7875720" y="230040"/>
              <a:ext cx="877320" cy="284040"/>
              <a:chOff x="7875720" y="230040"/>
              <a:chExt cx="877320" cy="284040"/>
            </a:xfrm>
          </p:grpSpPr>
          <p:sp>
            <p:nvSpPr>
              <p:cNvPr id="2697" name=""/>
              <p:cNvSpPr/>
              <p:nvPr/>
            </p:nvSpPr>
            <p:spPr>
              <a:xfrm>
                <a:off x="7875720" y="230040"/>
                <a:ext cx="8773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698" name=""/>
              <p:cNvSpPr/>
              <p:nvPr/>
            </p:nvSpPr>
            <p:spPr>
              <a:xfrm>
                <a:off x="7875720" y="514080"/>
                <a:ext cx="8773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sp>
        <p:nvSpPr>
          <p:cNvPr id="269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70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E462EF2-2E4C-47C1-9F1A-169B4C6857E2}" type="slidenum">
              <a:t>156</a:t>
            </a:fld>
          </a:p>
        </p:txBody>
      </p:sp>
    </p:spTree>
  </p:cSld>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0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STICKER  OTHER</a:t>
            </a:r>
            <a:endParaRPr b="1" lang="en-US" sz="1900" spc="-1" strike="noStrike">
              <a:solidFill>
                <a:srgbClr val="000000"/>
              </a:solidFill>
              <a:latin typeface="Arial"/>
            </a:endParaRPr>
          </a:p>
        </p:txBody>
      </p:sp>
      <p:grpSp>
        <p:nvGrpSpPr>
          <p:cNvPr id="2702" name=""/>
          <p:cNvGrpSpPr/>
          <p:nvPr/>
        </p:nvGrpSpPr>
        <p:grpSpPr>
          <a:xfrm>
            <a:off x="3643200" y="3548160"/>
            <a:ext cx="2004840" cy="513720"/>
            <a:chOff x="3643200" y="3548160"/>
            <a:chExt cx="2004840" cy="513720"/>
          </a:xfrm>
        </p:grpSpPr>
        <p:sp>
          <p:nvSpPr>
            <p:cNvPr id="2703" name=""/>
            <p:cNvSpPr/>
            <p:nvPr/>
          </p:nvSpPr>
          <p:spPr>
            <a:xfrm>
              <a:off x="3643200" y="3557160"/>
              <a:ext cx="1994040" cy="488880"/>
            </a:xfrm>
            <a:prstGeom prst="rect">
              <a:avLst/>
            </a:prstGeom>
            <a:noFill/>
            <a:ln w="0">
              <a:noFill/>
            </a:ln>
          </p:spPr>
          <p:style>
            <a:lnRef idx="0"/>
            <a:fillRef idx="0"/>
            <a:effectRef idx="0"/>
            <a:fontRef idx="minor"/>
          </p:style>
          <p:txBody>
            <a:bodyPr wrap="none" lIns="0" rIns="0" tIns="0" bIns="0" anchor="t">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CONFIDENTIAL</a:t>
              </a:r>
              <a:endParaRPr b="0" lang="en-US" sz="1600" spc="-1" strike="noStrike">
                <a:solidFill>
                  <a:srgbClr val="000000"/>
                </a:solidFill>
                <a:latin typeface="Times New Roman"/>
              </a:endParaRPr>
            </a:p>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DISCUSSION DRAFT</a:t>
              </a:r>
              <a:endParaRPr b="0" lang="en-US" sz="1600" spc="-1" strike="noStrike">
                <a:solidFill>
                  <a:srgbClr val="000000"/>
                </a:solidFill>
                <a:latin typeface="Times New Roman"/>
              </a:endParaRPr>
            </a:p>
          </p:txBody>
        </p:sp>
        <p:grpSp>
          <p:nvGrpSpPr>
            <p:cNvPr id="2704" name=""/>
            <p:cNvGrpSpPr/>
            <p:nvPr/>
          </p:nvGrpSpPr>
          <p:grpSpPr>
            <a:xfrm>
              <a:off x="3660840" y="3548160"/>
              <a:ext cx="1987200" cy="513720"/>
              <a:chOff x="3660840" y="3548160"/>
              <a:chExt cx="1987200" cy="513720"/>
            </a:xfrm>
          </p:grpSpPr>
          <p:sp>
            <p:nvSpPr>
              <p:cNvPr id="2705" name=""/>
              <p:cNvSpPr/>
              <p:nvPr/>
            </p:nvSpPr>
            <p:spPr>
              <a:xfrm>
                <a:off x="3660840" y="3548160"/>
                <a:ext cx="19872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06" name=""/>
              <p:cNvSpPr/>
              <p:nvPr/>
            </p:nvSpPr>
            <p:spPr>
              <a:xfrm>
                <a:off x="3660840" y="4061880"/>
                <a:ext cx="19872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07" name=""/>
          <p:cNvGrpSpPr/>
          <p:nvPr/>
        </p:nvGrpSpPr>
        <p:grpSpPr>
          <a:xfrm>
            <a:off x="3643200" y="4265640"/>
            <a:ext cx="1841760" cy="521640"/>
            <a:chOff x="3643200" y="4265640"/>
            <a:chExt cx="1841760" cy="521640"/>
          </a:xfrm>
        </p:grpSpPr>
        <p:sp>
          <p:nvSpPr>
            <p:cNvPr id="2708" name=""/>
            <p:cNvSpPr/>
            <p:nvPr/>
          </p:nvSpPr>
          <p:spPr>
            <a:xfrm>
              <a:off x="3643200" y="4279680"/>
              <a:ext cx="1841760" cy="48924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DISGUISED CLIENT EXAMPLE</a:t>
              </a:r>
              <a:endParaRPr b="0" lang="en-US" sz="1600" spc="-1" strike="noStrike">
                <a:solidFill>
                  <a:srgbClr val="000000"/>
                </a:solidFill>
                <a:latin typeface="Times New Roman"/>
              </a:endParaRPr>
            </a:p>
          </p:txBody>
        </p:sp>
        <p:grpSp>
          <p:nvGrpSpPr>
            <p:cNvPr id="2709" name=""/>
            <p:cNvGrpSpPr/>
            <p:nvPr/>
          </p:nvGrpSpPr>
          <p:grpSpPr>
            <a:xfrm>
              <a:off x="3684600" y="4265640"/>
              <a:ext cx="1747440" cy="521640"/>
              <a:chOff x="3684600" y="4265640"/>
              <a:chExt cx="1747440" cy="521640"/>
            </a:xfrm>
          </p:grpSpPr>
          <p:sp>
            <p:nvSpPr>
              <p:cNvPr id="2710" name=""/>
              <p:cNvSpPr/>
              <p:nvPr/>
            </p:nvSpPr>
            <p:spPr>
              <a:xfrm>
                <a:off x="3684600" y="4265640"/>
                <a:ext cx="174744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11" name=""/>
              <p:cNvSpPr/>
              <p:nvPr/>
            </p:nvSpPr>
            <p:spPr>
              <a:xfrm>
                <a:off x="3684600" y="4787280"/>
                <a:ext cx="174744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12" name=""/>
          <p:cNvGrpSpPr/>
          <p:nvPr/>
        </p:nvGrpSpPr>
        <p:grpSpPr>
          <a:xfrm>
            <a:off x="3643200" y="2141640"/>
            <a:ext cx="1515960" cy="491760"/>
            <a:chOff x="3643200" y="2141640"/>
            <a:chExt cx="1515960" cy="491760"/>
          </a:xfrm>
        </p:grpSpPr>
        <p:sp>
          <p:nvSpPr>
            <p:cNvPr id="2713" name=""/>
            <p:cNvSpPr/>
            <p:nvPr/>
          </p:nvSpPr>
          <p:spPr>
            <a:xfrm>
              <a:off x="3643200" y="2143080"/>
              <a:ext cx="1515960" cy="4888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PRELIMINARY DRAFT</a:t>
              </a:r>
              <a:endParaRPr b="0" lang="en-US" sz="1600" spc="-1" strike="noStrike">
                <a:solidFill>
                  <a:srgbClr val="000000"/>
                </a:solidFill>
                <a:latin typeface="Times New Roman"/>
              </a:endParaRPr>
            </a:p>
          </p:txBody>
        </p:sp>
        <p:grpSp>
          <p:nvGrpSpPr>
            <p:cNvPr id="2714" name=""/>
            <p:cNvGrpSpPr/>
            <p:nvPr/>
          </p:nvGrpSpPr>
          <p:grpSpPr>
            <a:xfrm>
              <a:off x="3732120" y="2141640"/>
              <a:ext cx="1355400" cy="491760"/>
              <a:chOff x="3732120" y="2141640"/>
              <a:chExt cx="1355400" cy="491760"/>
            </a:xfrm>
          </p:grpSpPr>
          <p:sp>
            <p:nvSpPr>
              <p:cNvPr id="2715" name=""/>
              <p:cNvSpPr/>
              <p:nvPr/>
            </p:nvSpPr>
            <p:spPr>
              <a:xfrm>
                <a:off x="3732120" y="2141640"/>
                <a:ext cx="13554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16" name=""/>
              <p:cNvSpPr/>
              <p:nvPr/>
            </p:nvSpPr>
            <p:spPr>
              <a:xfrm>
                <a:off x="3732120" y="2633400"/>
                <a:ext cx="13554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17" name=""/>
          <p:cNvGrpSpPr/>
          <p:nvPr/>
        </p:nvGrpSpPr>
        <p:grpSpPr>
          <a:xfrm>
            <a:off x="3643200" y="2835360"/>
            <a:ext cx="1446120" cy="510840"/>
            <a:chOff x="3643200" y="2835360"/>
            <a:chExt cx="1446120" cy="510840"/>
          </a:xfrm>
        </p:grpSpPr>
        <p:sp>
          <p:nvSpPr>
            <p:cNvPr id="2718" name=""/>
            <p:cNvSpPr/>
            <p:nvPr/>
          </p:nvSpPr>
          <p:spPr>
            <a:xfrm>
              <a:off x="3643200" y="2844720"/>
              <a:ext cx="1446120" cy="488880"/>
            </a:xfrm>
            <a:prstGeom prst="rect">
              <a:avLst/>
            </a:prstGeom>
            <a:noFill/>
            <a:ln w="0">
              <a:noFill/>
            </a:ln>
          </p:spPr>
          <p:style>
            <a:lnRef idx="0"/>
            <a:fillRef idx="0"/>
            <a:effectRef idx="0"/>
            <a:fontRef idx="minor"/>
          </p:style>
          <p:txBody>
            <a:bodyPr lIns="0" rIns="0" tIns="0" bIns="0" anchor="t">
              <a:noAutofit/>
            </a:bodyPr>
            <a:p>
              <a:pPr algn="ct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PRELIMINARY ESTIMATE</a:t>
              </a:r>
              <a:endParaRPr b="0" lang="en-US" sz="1600" spc="-1" strike="noStrike">
                <a:solidFill>
                  <a:srgbClr val="000000"/>
                </a:solidFill>
                <a:latin typeface="Times New Roman"/>
              </a:endParaRPr>
            </a:p>
          </p:txBody>
        </p:sp>
        <p:grpSp>
          <p:nvGrpSpPr>
            <p:cNvPr id="2719" name=""/>
            <p:cNvGrpSpPr/>
            <p:nvPr/>
          </p:nvGrpSpPr>
          <p:grpSpPr>
            <a:xfrm>
              <a:off x="3681360" y="2835360"/>
              <a:ext cx="1379160" cy="510840"/>
              <a:chOff x="3681360" y="2835360"/>
              <a:chExt cx="1379160" cy="510840"/>
            </a:xfrm>
          </p:grpSpPr>
          <p:sp>
            <p:nvSpPr>
              <p:cNvPr id="2720" name=""/>
              <p:cNvSpPr/>
              <p:nvPr/>
            </p:nvSpPr>
            <p:spPr>
              <a:xfrm>
                <a:off x="3681360" y="2835360"/>
                <a:ext cx="137916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21" name=""/>
              <p:cNvSpPr/>
              <p:nvPr/>
            </p:nvSpPr>
            <p:spPr>
              <a:xfrm>
                <a:off x="3681360" y="3346200"/>
                <a:ext cx="137916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22" name=""/>
          <p:cNvGrpSpPr/>
          <p:nvPr/>
        </p:nvGrpSpPr>
        <p:grpSpPr>
          <a:xfrm>
            <a:off x="465120" y="2297160"/>
            <a:ext cx="1994040" cy="285480"/>
            <a:chOff x="465120" y="2297160"/>
            <a:chExt cx="1994040" cy="285480"/>
          </a:xfrm>
        </p:grpSpPr>
        <p:sp>
          <p:nvSpPr>
            <p:cNvPr id="2723" name=""/>
            <p:cNvSpPr/>
            <p:nvPr/>
          </p:nvSpPr>
          <p:spPr>
            <a:xfrm>
              <a:off x="465120" y="2316240"/>
              <a:ext cx="199404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DISCUSSION DRAFT</a:t>
              </a:r>
              <a:endParaRPr b="0" lang="en-US" sz="1600" spc="-1" strike="noStrike">
                <a:solidFill>
                  <a:srgbClr val="000000"/>
                </a:solidFill>
                <a:latin typeface="Times New Roman"/>
              </a:endParaRPr>
            </a:p>
          </p:txBody>
        </p:sp>
        <p:grpSp>
          <p:nvGrpSpPr>
            <p:cNvPr id="2724" name=""/>
            <p:cNvGrpSpPr/>
            <p:nvPr/>
          </p:nvGrpSpPr>
          <p:grpSpPr>
            <a:xfrm>
              <a:off x="465120" y="2297160"/>
              <a:ext cx="1993680" cy="285480"/>
              <a:chOff x="465120" y="2297160"/>
              <a:chExt cx="1993680" cy="285480"/>
            </a:xfrm>
          </p:grpSpPr>
          <p:sp>
            <p:nvSpPr>
              <p:cNvPr id="2725" name=""/>
              <p:cNvSpPr/>
              <p:nvPr/>
            </p:nvSpPr>
            <p:spPr>
              <a:xfrm>
                <a:off x="465120" y="2297160"/>
                <a:ext cx="19936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26" name=""/>
              <p:cNvSpPr/>
              <p:nvPr/>
            </p:nvSpPr>
            <p:spPr>
              <a:xfrm>
                <a:off x="465120" y="2582640"/>
                <a:ext cx="19936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27" name=""/>
          <p:cNvGrpSpPr/>
          <p:nvPr/>
        </p:nvGrpSpPr>
        <p:grpSpPr>
          <a:xfrm>
            <a:off x="465120" y="2763720"/>
            <a:ext cx="1116000" cy="285120"/>
            <a:chOff x="465120" y="2763720"/>
            <a:chExt cx="1116000" cy="285120"/>
          </a:xfrm>
        </p:grpSpPr>
        <p:sp>
          <p:nvSpPr>
            <p:cNvPr id="2728" name=""/>
            <p:cNvSpPr/>
            <p:nvPr/>
          </p:nvSpPr>
          <p:spPr>
            <a:xfrm>
              <a:off x="465120" y="2782800"/>
              <a:ext cx="111600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DISGUISED</a:t>
              </a:r>
              <a:endParaRPr b="0" lang="en-US" sz="1600" spc="-1" strike="noStrike">
                <a:solidFill>
                  <a:srgbClr val="000000"/>
                </a:solidFill>
                <a:latin typeface="Times New Roman"/>
              </a:endParaRPr>
            </a:p>
          </p:txBody>
        </p:sp>
        <p:grpSp>
          <p:nvGrpSpPr>
            <p:cNvPr id="2729" name=""/>
            <p:cNvGrpSpPr/>
            <p:nvPr/>
          </p:nvGrpSpPr>
          <p:grpSpPr>
            <a:xfrm>
              <a:off x="465120" y="2763720"/>
              <a:ext cx="1112400" cy="285120"/>
              <a:chOff x="465120" y="2763720"/>
              <a:chExt cx="1112400" cy="285120"/>
            </a:xfrm>
          </p:grpSpPr>
          <p:sp>
            <p:nvSpPr>
              <p:cNvPr id="2730" name=""/>
              <p:cNvSpPr/>
              <p:nvPr/>
            </p:nvSpPr>
            <p:spPr>
              <a:xfrm>
                <a:off x="465120" y="2763720"/>
                <a:ext cx="11124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31" name=""/>
              <p:cNvSpPr/>
              <p:nvPr/>
            </p:nvSpPr>
            <p:spPr>
              <a:xfrm>
                <a:off x="465120" y="3048840"/>
                <a:ext cx="11124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32" name=""/>
          <p:cNvGrpSpPr/>
          <p:nvPr/>
        </p:nvGrpSpPr>
        <p:grpSpPr>
          <a:xfrm>
            <a:off x="465120" y="3230640"/>
            <a:ext cx="2479680" cy="290520"/>
            <a:chOff x="465120" y="3230640"/>
            <a:chExt cx="2479680" cy="290520"/>
          </a:xfrm>
        </p:grpSpPr>
        <p:sp>
          <p:nvSpPr>
            <p:cNvPr id="2733" name=""/>
            <p:cNvSpPr/>
            <p:nvPr/>
          </p:nvSpPr>
          <p:spPr>
            <a:xfrm>
              <a:off x="465120" y="3251160"/>
              <a:ext cx="247968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DRAFT FOR DISCUSSION</a:t>
              </a:r>
              <a:endParaRPr b="0" lang="en-US" sz="1600" spc="-1" strike="noStrike">
                <a:solidFill>
                  <a:srgbClr val="000000"/>
                </a:solidFill>
                <a:latin typeface="Times New Roman"/>
              </a:endParaRPr>
            </a:p>
          </p:txBody>
        </p:sp>
        <p:grpSp>
          <p:nvGrpSpPr>
            <p:cNvPr id="2734" name=""/>
            <p:cNvGrpSpPr/>
            <p:nvPr/>
          </p:nvGrpSpPr>
          <p:grpSpPr>
            <a:xfrm>
              <a:off x="465120" y="3230640"/>
              <a:ext cx="2470680" cy="290520"/>
              <a:chOff x="465120" y="3230640"/>
              <a:chExt cx="2470680" cy="290520"/>
            </a:xfrm>
          </p:grpSpPr>
          <p:sp>
            <p:nvSpPr>
              <p:cNvPr id="2735" name=""/>
              <p:cNvSpPr/>
              <p:nvPr/>
            </p:nvSpPr>
            <p:spPr>
              <a:xfrm>
                <a:off x="465120" y="3230640"/>
                <a:ext cx="24706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36" name=""/>
              <p:cNvSpPr/>
              <p:nvPr/>
            </p:nvSpPr>
            <p:spPr>
              <a:xfrm>
                <a:off x="465120" y="3521160"/>
                <a:ext cx="24706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37" name=""/>
          <p:cNvGrpSpPr/>
          <p:nvPr/>
        </p:nvGrpSpPr>
        <p:grpSpPr>
          <a:xfrm>
            <a:off x="465120" y="3701880"/>
            <a:ext cx="823680" cy="286920"/>
            <a:chOff x="465120" y="3701880"/>
            <a:chExt cx="823680" cy="286920"/>
          </a:xfrm>
        </p:grpSpPr>
        <p:sp>
          <p:nvSpPr>
            <p:cNvPr id="2738" name=""/>
            <p:cNvSpPr/>
            <p:nvPr/>
          </p:nvSpPr>
          <p:spPr>
            <a:xfrm>
              <a:off x="465120" y="3716280"/>
              <a:ext cx="82224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SAMPLE</a:t>
              </a:r>
              <a:endParaRPr b="0" lang="en-US" sz="1600" spc="-1" strike="noStrike">
                <a:solidFill>
                  <a:srgbClr val="000000"/>
                </a:solidFill>
                <a:latin typeface="Times New Roman"/>
              </a:endParaRPr>
            </a:p>
          </p:txBody>
        </p:sp>
        <p:grpSp>
          <p:nvGrpSpPr>
            <p:cNvPr id="2739" name=""/>
            <p:cNvGrpSpPr/>
            <p:nvPr/>
          </p:nvGrpSpPr>
          <p:grpSpPr>
            <a:xfrm>
              <a:off x="471600" y="3701880"/>
              <a:ext cx="817200" cy="286920"/>
              <a:chOff x="471600" y="3701880"/>
              <a:chExt cx="817200" cy="286920"/>
            </a:xfrm>
          </p:grpSpPr>
          <p:sp>
            <p:nvSpPr>
              <p:cNvPr id="2740" name=""/>
              <p:cNvSpPr/>
              <p:nvPr/>
            </p:nvSpPr>
            <p:spPr>
              <a:xfrm>
                <a:off x="471600" y="3701880"/>
                <a:ext cx="8172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41" name=""/>
              <p:cNvSpPr/>
              <p:nvPr/>
            </p:nvSpPr>
            <p:spPr>
              <a:xfrm>
                <a:off x="471600" y="3988800"/>
                <a:ext cx="8172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42" name=""/>
          <p:cNvGrpSpPr/>
          <p:nvPr/>
        </p:nvGrpSpPr>
        <p:grpSpPr>
          <a:xfrm>
            <a:off x="6588000" y="2575080"/>
            <a:ext cx="831600" cy="263160"/>
            <a:chOff x="6588000" y="2575080"/>
            <a:chExt cx="831600" cy="263160"/>
          </a:xfrm>
        </p:grpSpPr>
        <p:sp>
          <p:nvSpPr>
            <p:cNvPr id="2743" name=""/>
            <p:cNvSpPr/>
            <p:nvPr/>
          </p:nvSpPr>
          <p:spPr>
            <a:xfrm>
              <a:off x="6588000" y="2581560"/>
              <a:ext cx="83160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BACKUP</a:t>
              </a:r>
              <a:endParaRPr b="0" lang="en-US" sz="1600" spc="-1" strike="noStrike">
                <a:solidFill>
                  <a:srgbClr val="000000"/>
                </a:solidFill>
                <a:latin typeface="Times New Roman"/>
              </a:endParaRPr>
            </a:p>
          </p:txBody>
        </p:sp>
        <p:grpSp>
          <p:nvGrpSpPr>
            <p:cNvPr id="2744" name=""/>
            <p:cNvGrpSpPr/>
            <p:nvPr/>
          </p:nvGrpSpPr>
          <p:grpSpPr>
            <a:xfrm>
              <a:off x="6588000" y="2575080"/>
              <a:ext cx="820080" cy="263160"/>
              <a:chOff x="6588000" y="2575080"/>
              <a:chExt cx="820080" cy="263160"/>
            </a:xfrm>
          </p:grpSpPr>
          <p:sp>
            <p:nvSpPr>
              <p:cNvPr id="2745" name=""/>
              <p:cNvSpPr/>
              <p:nvPr/>
            </p:nvSpPr>
            <p:spPr>
              <a:xfrm>
                <a:off x="6588000" y="2575080"/>
                <a:ext cx="8200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46" name=""/>
              <p:cNvSpPr/>
              <p:nvPr/>
            </p:nvSpPr>
            <p:spPr>
              <a:xfrm>
                <a:off x="6588000" y="2838240"/>
                <a:ext cx="8200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47" name=""/>
          <p:cNvGrpSpPr/>
          <p:nvPr/>
        </p:nvGrpSpPr>
        <p:grpSpPr>
          <a:xfrm>
            <a:off x="6588000" y="3017880"/>
            <a:ext cx="1306800" cy="258840"/>
            <a:chOff x="6588000" y="3017880"/>
            <a:chExt cx="1306800" cy="258840"/>
          </a:xfrm>
        </p:grpSpPr>
        <p:sp>
          <p:nvSpPr>
            <p:cNvPr id="2748" name=""/>
            <p:cNvSpPr/>
            <p:nvPr/>
          </p:nvSpPr>
          <p:spPr>
            <a:xfrm>
              <a:off x="6588000" y="3032280"/>
              <a:ext cx="130680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HYPOTHESIS</a:t>
              </a:r>
              <a:endParaRPr b="0" lang="en-US" sz="1600" spc="-1" strike="noStrike">
                <a:solidFill>
                  <a:srgbClr val="000000"/>
                </a:solidFill>
                <a:latin typeface="Times New Roman"/>
              </a:endParaRPr>
            </a:p>
          </p:txBody>
        </p:sp>
        <p:grpSp>
          <p:nvGrpSpPr>
            <p:cNvPr id="2749" name=""/>
            <p:cNvGrpSpPr/>
            <p:nvPr/>
          </p:nvGrpSpPr>
          <p:grpSpPr>
            <a:xfrm>
              <a:off x="6588000" y="3017880"/>
              <a:ext cx="1306440" cy="258480"/>
              <a:chOff x="6588000" y="3017880"/>
              <a:chExt cx="1306440" cy="258480"/>
            </a:xfrm>
          </p:grpSpPr>
          <p:sp>
            <p:nvSpPr>
              <p:cNvPr id="2750" name=""/>
              <p:cNvSpPr/>
              <p:nvPr/>
            </p:nvSpPr>
            <p:spPr>
              <a:xfrm>
                <a:off x="6588000" y="3017880"/>
                <a:ext cx="130644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51" name=""/>
              <p:cNvSpPr/>
              <p:nvPr/>
            </p:nvSpPr>
            <p:spPr>
              <a:xfrm>
                <a:off x="6588000" y="3276360"/>
                <a:ext cx="130644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52" name=""/>
          <p:cNvGrpSpPr/>
          <p:nvPr/>
        </p:nvGrpSpPr>
        <p:grpSpPr>
          <a:xfrm>
            <a:off x="6588000" y="3456000"/>
            <a:ext cx="1239840" cy="255240"/>
            <a:chOff x="6588000" y="3456000"/>
            <a:chExt cx="1239840" cy="255240"/>
          </a:xfrm>
        </p:grpSpPr>
        <p:sp>
          <p:nvSpPr>
            <p:cNvPr id="2753" name=""/>
            <p:cNvSpPr/>
            <p:nvPr/>
          </p:nvSpPr>
          <p:spPr>
            <a:xfrm>
              <a:off x="6588000" y="3463920"/>
              <a:ext cx="123984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STRAW MAN</a:t>
              </a:r>
              <a:endParaRPr b="0" lang="en-US" sz="1600" spc="-1" strike="noStrike">
                <a:solidFill>
                  <a:srgbClr val="000000"/>
                </a:solidFill>
                <a:latin typeface="Times New Roman"/>
              </a:endParaRPr>
            </a:p>
          </p:txBody>
        </p:sp>
        <p:grpSp>
          <p:nvGrpSpPr>
            <p:cNvPr id="2754" name=""/>
            <p:cNvGrpSpPr/>
            <p:nvPr/>
          </p:nvGrpSpPr>
          <p:grpSpPr>
            <a:xfrm>
              <a:off x="6599160" y="3456000"/>
              <a:ext cx="1226520" cy="255240"/>
              <a:chOff x="6599160" y="3456000"/>
              <a:chExt cx="1226520" cy="255240"/>
            </a:xfrm>
          </p:grpSpPr>
          <p:sp>
            <p:nvSpPr>
              <p:cNvPr id="2755" name=""/>
              <p:cNvSpPr/>
              <p:nvPr/>
            </p:nvSpPr>
            <p:spPr>
              <a:xfrm>
                <a:off x="6599160" y="3456000"/>
                <a:ext cx="12265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56" name=""/>
              <p:cNvSpPr/>
              <p:nvPr/>
            </p:nvSpPr>
            <p:spPr>
              <a:xfrm>
                <a:off x="6599160" y="3711240"/>
                <a:ext cx="122652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57" name=""/>
          <p:cNvGrpSpPr/>
          <p:nvPr/>
        </p:nvGrpSpPr>
        <p:grpSpPr>
          <a:xfrm>
            <a:off x="6588000" y="2122560"/>
            <a:ext cx="1928520" cy="273960"/>
            <a:chOff x="6588000" y="2122560"/>
            <a:chExt cx="1928520" cy="273960"/>
          </a:xfrm>
        </p:grpSpPr>
        <p:sp>
          <p:nvSpPr>
            <p:cNvPr id="2758" name=""/>
            <p:cNvSpPr/>
            <p:nvPr/>
          </p:nvSpPr>
          <p:spPr>
            <a:xfrm>
              <a:off x="6588000" y="2136600"/>
              <a:ext cx="192852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TO BE COMPLETED</a:t>
              </a:r>
              <a:endParaRPr b="0" lang="en-US" sz="1600" spc="-1" strike="noStrike">
                <a:solidFill>
                  <a:srgbClr val="000000"/>
                </a:solidFill>
                <a:latin typeface="Times New Roman"/>
              </a:endParaRPr>
            </a:p>
          </p:txBody>
        </p:sp>
        <p:grpSp>
          <p:nvGrpSpPr>
            <p:cNvPr id="2759" name=""/>
            <p:cNvGrpSpPr/>
            <p:nvPr/>
          </p:nvGrpSpPr>
          <p:grpSpPr>
            <a:xfrm>
              <a:off x="6588000" y="2122560"/>
              <a:ext cx="1910880" cy="273960"/>
              <a:chOff x="6588000" y="2122560"/>
              <a:chExt cx="1910880" cy="273960"/>
            </a:xfrm>
          </p:grpSpPr>
          <p:sp>
            <p:nvSpPr>
              <p:cNvPr id="2760" name=""/>
              <p:cNvSpPr/>
              <p:nvPr/>
            </p:nvSpPr>
            <p:spPr>
              <a:xfrm>
                <a:off x="6588000" y="2122560"/>
                <a:ext cx="19108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61" name=""/>
              <p:cNvSpPr/>
              <p:nvPr/>
            </p:nvSpPr>
            <p:spPr>
              <a:xfrm>
                <a:off x="6588000" y="2396520"/>
                <a:ext cx="19108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62" name=""/>
          <p:cNvGrpSpPr/>
          <p:nvPr/>
        </p:nvGrpSpPr>
        <p:grpSpPr>
          <a:xfrm>
            <a:off x="465120" y="4622760"/>
            <a:ext cx="1149480" cy="255240"/>
            <a:chOff x="465120" y="4622760"/>
            <a:chExt cx="1149480" cy="255240"/>
          </a:xfrm>
        </p:grpSpPr>
        <p:sp>
          <p:nvSpPr>
            <p:cNvPr id="2763" name=""/>
            <p:cNvSpPr/>
            <p:nvPr/>
          </p:nvSpPr>
          <p:spPr>
            <a:xfrm>
              <a:off x="465120" y="4631040"/>
              <a:ext cx="114948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PROPOSED</a:t>
              </a:r>
              <a:endParaRPr b="0" lang="en-US" sz="1600" spc="-1" strike="noStrike">
                <a:solidFill>
                  <a:srgbClr val="000000"/>
                </a:solidFill>
                <a:latin typeface="Times New Roman"/>
              </a:endParaRPr>
            </a:p>
          </p:txBody>
        </p:sp>
        <p:grpSp>
          <p:nvGrpSpPr>
            <p:cNvPr id="2764" name=""/>
            <p:cNvGrpSpPr/>
            <p:nvPr/>
          </p:nvGrpSpPr>
          <p:grpSpPr>
            <a:xfrm>
              <a:off x="465120" y="4622760"/>
              <a:ext cx="1144080" cy="255240"/>
              <a:chOff x="465120" y="4622760"/>
              <a:chExt cx="1144080" cy="255240"/>
            </a:xfrm>
          </p:grpSpPr>
          <p:sp>
            <p:nvSpPr>
              <p:cNvPr id="2765" name=""/>
              <p:cNvSpPr/>
              <p:nvPr/>
            </p:nvSpPr>
            <p:spPr>
              <a:xfrm>
                <a:off x="465120" y="4622760"/>
                <a:ext cx="11440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66" name=""/>
              <p:cNvSpPr/>
              <p:nvPr/>
            </p:nvSpPr>
            <p:spPr>
              <a:xfrm>
                <a:off x="465120" y="4878000"/>
                <a:ext cx="114408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67" name=""/>
          <p:cNvGrpSpPr/>
          <p:nvPr/>
        </p:nvGrpSpPr>
        <p:grpSpPr>
          <a:xfrm>
            <a:off x="6588000" y="3890880"/>
            <a:ext cx="888840" cy="267840"/>
            <a:chOff x="6588000" y="3890880"/>
            <a:chExt cx="888840" cy="267840"/>
          </a:xfrm>
        </p:grpSpPr>
        <p:sp>
          <p:nvSpPr>
            <p:cNvPr id="2768" name=""/>
            <p:cNvSpPr/>
            <p:nvPr/>
          </p:nvSpPr>
          <p:spPr>
            <a:xfrm>
              <a:off x="6588000" y="3903480"/>
              <a:ext cx="88884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REVISED</a:t>
              </a:r>
              <a:endParaRPr b="0" lang="en-US" sz="1600" spc="-1" strike="noStrike">
                <a:solidFill>
                  <a:srgbClr val="000000"/>
                </a:solidFill>
                <a:latin typeface="Times New Roman"/>
              </a:endParaRPr>
            </a:p>
          </p:txBody>
        </p:sp>
        <p:grpSp>
          <p:nvGrpSpPr>
            <p:cNvPr id="2769" name=""/>
            <p:cNvGrpSpPr/>
            <p:nvPr/>
          </p:nvGrpSpPr>
          <p:grpSpPr>
            <a:xfrm>
              <a:off x="6588000" y="3890880"/>
              <a:ext cx="883800" cy="267840"/>
              <a:chOff x="6588000" y="3890880"/>
              <a:chExt cx="883800" cy="267840"/>
            </a:xfrm>
          </p:grpSpPr>
          <p:sp>
            <p:nvSpPr>
              <p:cNvPr id="2770" name=""/>
              <p:cNvSpPr/>
              <p:nvPr/>
            </p:nvSpPr>
            <p:spPr>
              <a:xfrm>
                <a:off x="6588000" y="3890880"/>
                <a:ext cx="8838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71" name=""/>
              <p:cNvSpPr/>
              <p:nvPr/>
            </p:nvSpPr>
            <p:spPr>
              <a:xfrm>
                <a:off x="6588000" y="4158720"/>
                <a:ext cx="8838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72" name=""/>
          <p:cNvGrpSpPr/>
          <p:nvPr/>
        </p:nvGrpSpPr>
        <p:grpSpPr>
          <a:xfrm>
            <a:off x="3643200" y="5180040"/>
            <a:ext cx="1827360" cy="266400"/>
            <a:chOff x="3643200" y="5180040"/>
            <a:chExt cx="1827360" cy="266400"/>
          </a:xfrm>
        </p:grpSpPr>
        <p:sp>
          <p:nvSpPr>
            <p:cNvPr id="2773" name=""/>
            <p:cNvSpPr/>
            <p:nvPr/>
          </p:nvSpPr>
          <p:spPr>
            <a:xfrm>
              <a:off x="3643200" y="5189400"/>
              <a:ext cx="182736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ROUGH ESTIMATE</a:t>
              </a:r>
              <a:endParaRPr b="0" lang="en-US" sz="1600" spc="-1" strike="noStrike">
                <a:solidFill>
                  <a:srgbClr val="000000"/>
                </a:solidFill>
                <a:latin typeface="Times New Roman"/>
              </a:endParaRPr>
            </a:p>
          </p:txBody>
        </p:sp>
        <p:grpSp>
          <p:nvGrpSpPr>
            <p:cNvPr id="2774" name=""/>
            <p:cNvGrpSpPr/>
            <p:nvPr/>
          </p:nvGrpSpPr>
          <p:grpSpPr>
            <a:xfrm>
              <a:off x="3643200" y="5180040"/>
              <a:ext cx="1825200" cy="266400"/>
              <a:chOff x="3643200" y="5180040"/>
              <a:chExt cx="1825200" cy="266400"/>
            </a:xfrm>
          </p:grpSpPr>
          <p:sp>
            <p:nvSpPr>
              <p:cNvPr id="2775" name=""/>
              <p:cNvSpPr/>
              <p:nvPr/>
            </p:nvSpPr>
            <p:spPr>
              <a:xfrm>
                <a:off x="3643200" y="5180040"/>
                <a:ext cx="18252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76" name=""/>
              <p:cNvSpPr/>
              <p:nvPr/>
            </p:nvSpPr>
            <p:spPr>
              <a:xfrm>
                <a:off x="3643200" y="5446440"/>
                <a:ext cx="182520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grpSp>
        <p:nvGrpSpPr>
          <p:cNvPr id="2777" name=""/>
          <p:cNvGrpSpPr/>
          <p:nvPr/>
        </p:nvGrpSpPr>
        <p:grpSpPr>
          <a:xfrm>
            <a:off x="465120" y="4170240"/>
            <a:ext cx="1384200" cy="271080"/>
            <a:chOff x="465120" y="4170240"/>
            <a:chExt cx="1384200" cy="271080"/>
          </a:xfrm>
        </p:grpSpPr>
        <p:sp>
          <p:nvSpPr>
            <p:cNvPr id="2778" name=""/>
            <p:cNvSpPr/>
            <p:nvPr/>
          </p:nvSpPr>
          <p:spPr>
            <a:xfrm>
              <a:off x="465120" y="4186080"/>
              <a:ext cx="1384200" cy="244440"/>
            </a:xfrm>
            <a:prstGeom prst="rect">
              <a:avLst/>
            </a:prstGeom>
            <a:noFill/>
            <a:ln w="0">
              <a:noFill/>
            </a:ln>
          </p:spPr>
          <p:style>
            <a:lnRef idx="0"/>
            <a:fillRef idx="0"/>
            <a:effectRef idx="0"/>
            <a:fontRef idx="minor"/>
          </p:style>
          <p:txBody>
            <a:bodyPr wrap="none" lIns="0" rIns="0" tIns="0" bIns="0" anchor="t">
              <a:no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1600" spc="-1" strike="noStrike">
                  <a:solidFill>
                    <a:srgbClr val="000000"/>
                  </a:solidFill>
                  <a:latin typeface="Arial"/>
                  <a:ea typeface="宋体"/>
                </a:rPr>
                <a:t>CONCEPTUAL</a:t>
              </a:r>
              <a:endParaRPr b="0" lang="en-US" sz="1600" spc="-1" strike="noStrike">
                <a:solidFill>
                  <a:srgbClr val="000000"/>
                </a:solidFill>
                <a:latin typeface="Times New Roman"/>
              </a:endParaRPr>
            </a:p>
          </p:txBody>
        </p:sp>
        <p:grpSp>
          <p:nvGrpSpPr>
            <p:cNvPr id="2779" name=""/>
            <p:cNvGrpSpPr/>
            <p:nvPr/>
          </p:nvGrpSpPr>
          <p:grpSpPr>
            <a:xfrm>
              <a:off x="469800" y="4170240"/>
              <a:ext cx="1373040" cy="271080"/>
              <a:chOff x="469800" y="4170240"/>
              <a:chExt cx="1373040" cy="271080"/>
            </a:xfrm>
          </p:grpSpPr>
          <p:sp>
            <p:nvSpPr>
              <p:cNvPr id="2780" name=""/>
              <p:cNvSpPr/>
              <p:nvPr/>
            </p:nvSpPr>
            <p:spPr>
              <a:xfrm>
                <a:off x="469800" y="4170240"/>
                <a:ext cx="137304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sp>
            <p:nvSpPr>
              <p:cNvPr id="2781" name=""/>
              <p:cNvSpPr/>
              <p:nvPr/>
            </p:nvSpPr>
            <p:spPr>
              <a:xfrm>
                <a:off x="469800" y="4441320"/>
                <a:ext cx="1373040" cy="0"/>
              </a:xfrm>
              <a:prstGeom prst="line">
                <a:avLst/>
              </a:prstGeom>
              <a:ln w="9360">
                <a:solidFill>
                  <a:srgbClr val="000000"/>
                </a:solidFill>
                <a:miter/>
              </a:ln>
            </p:spPr>
            <p:style>
              <a:lnRef idx="0"/>
              <a:fillRef idx="0"/>
              <a:effectRef idx="0"/>
              <a:fontRef idx="minor"/>
            </p:style>
            <p:txBody>
              <a:bodyPr lIns="0" rIns="0" tIns="0" bIns="0" anchor="t">
                <a:noAutofit/>
              </a:bodyPr>
              <a:p>
                <a:endParaRPr b="0" lang="en-US" sz="2400" spc="-1" strike="noStrike">
                  <a:solidFill>
                    <a:srgbClr val="000000"/>
                  </a:solidFill>
                  <a:latin typeface="Times New Roman"/>
                </a:endParaRPr>
              </a:p>
            </p:txBody>
          </p:sp>
        </p:grpSp>
      </p:grpSp>
      <p:sp>
        <p:nvSpPr>
          <p:cNvPr id="278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78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CD4F00DD-3C38-4488-91FA-5324E06CE7DC}" type="slidenum">
              <a:t>157</a:t>
            </a:fld>
          </a:p>
        </p:txBody>
      </p:sp>
    </p:spTree>
  </p:cSld>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8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WORLD MAP</a:t>
            </a:r>
            <a:endParaRPr b="1" lang="en-US" sz="1900" spc="-1" strike="noStrike">
              <a:solidFill>
                <a:srgbClr val="000000"/>
              </a:solidFill>
              <a:latin typeface="Arial"/>
            </a:endParaRPr>
          </a:p>
        </p:txBody>
      </p:sp>
      <p:grpSp>
        <p:nvGrpSpPr>
          <p:cNvPr id="2785" name=""/>
          <p:cNvGrpSpPr/>
          <p:nvPr/>
        </p:nvGrpSpPr>
        <p:grpSpPr>
          <a:xfrm>
            <a:off x="825480" y="1486080"/>
            <a:ext cx="7485120" cy="3862080"/>
            <a:chOff x="825480" y="1486080"/>
            <a:chExt cx="7485120" cy="3862080"/>
          </a:xfrm>
        </p:grpSpPr>
        <p:sp>
          <p:nvSpPr>
            <p:cNvPr id="2786" name=""/>
            <p:cNvSpPr/>
            <p:nvPr/>
          </p:nvSpPr>
          <p:spPr>
            <a:xfrm>
              <a:off x="825480" y="1486080"/>
              <a:ext cx="2389320" cy="3862080"/>
            </a:xfrm>
            <a:custGeom>
              <a:avLst/>
              <a:gdLst/>
              <a:ahLst/>
              <a:rect l="l" t="t" r="r" b="b"/>
              <a:pathLst>
                <a:path w="1505" h="2433">
                  <a:moveTo>
                    <a:pt x="16" y="8"/>
                  </a:moveTo>
                  <a:lnTo>
                    <a:pt x="8" y="0"/>
                  </a:lnTo>
                  <a:lnTo>
                    <a:pt x="0" y="8"/>
                  </a:lnTo>
                  <a:lnTo>
                    <a:pt x="0" y="16"/>
                  </a:lnTo>
                  <a:lnTo>
                    <a:pt x="78" y="160"/>
                  </a:lnTo>
                  <a:lnTo>
                    <a:pt x="147" y="289"/>
                  </a:lnTo>
                  <a:lnTo>
                    <a:pt x="236" y="454"/>
                  </a:lnTo>
                  <a:lnTo>
                    <a:pt x="317" y="598"/>
                  </a:lnTo>
                  <a:lnTo>
                    <a:pt x="390" y="734"/>
                  </a:lnTo>
                  <a:lnTo>
                    <a:pt x="454" y="853"/>
                  </a:lnTo>
                  <a:lnTo>
                    <a:pt x="517" y="973"/>
                  </a:lnTo>
                  <a:lnTo>
                    <a:pt x="581" y="1100"/>
                  </a:lnTo>
                  <a:lnTo>
                    <a:pt x="620" y="1180"/>
                  </a:lnTo>
                  <a:lnTo>
                    <a:pt x="645" y="1228"/>
                  </a:lnTo>
                  <a:lnTo>
                    <a:pt x="660" y="1252"/>
                  </a:lnTo>
                  <a:lnTo>
                    <a:pt x="672" y="1272"/>
                  </a:lnTo>
                  <a:lnTo>
                    <a:pt x="687" y="1283"/>
                  </a:lnTo>
                  <a:lnTo>
                    <a:pt x="700" y="1284"/>
                  </a:lnTo>
                  <a:lnTo>
                    <a:pt x="708" y="1276"/>
                  </a:lnTo>
                  <a:lnTo>
                    <a:pt x="716" y="1260"/>
                  </a:lnTo>
                  <a:lnTo>
                    <a:pt x="716" y="1236"/>
                  </a:lnTo>
                  <a:lnTo>
                    <a:pt x="707" y="1200"/>
                  </a:lnTo>
                  <a:lnTo>
                    <a:pt x="676" y="1100"/>
                  </a:lnTo>
                  <a:lnTo>
                    <a:pt x="613" y="933"/>
                  </a:lnTo>
                  <a:lnTo>
                    <a:pt x="581" y="845"/>
                  </a:lnTo>
                  <a:lnTo>
                    <a:pt x="554" y="777"/>
                  </a:lnTo>
                  <a:lnTo>
                    <a:pt x="525" y="697"/>
                  </a:lnTo>
                  <a:lnTo>
                    <a:pt x="506" y="649"/>
                  </a:lnTo>
                  <a:lnTo>
                    <a:pt x="493" y="606"/>
                  </a:lnTo>
                  <a:lnTo>
                    <a:pt x="501" y="598"/>
                  </a:lnTo>
                  <a:lnTo>
                    <a:pt x="509" y="606"/>
                  </a:lnTo>
                  <a:lnTo>
                    <a:pt x="552" y="696"/>
                  </a:lnTo>
                  <a:lnTo>
                    <a:pt x="587" y="775"/>
                  </a:lnTo>
                  <a:lnTo>
                    <a:pt x="629" y="877"/>
                  </a:lnTo>
                  <a:lnTo>
                    <a:pt x="668" y="973"/>
                  </a:lnTo>
                  <a:lnTo>
                    <a:pt x="700" y="1045"/>
                  </a:lnTo>
                  <a:lnTo>
                    <a:pt x="731" y="1111"/>
                  </a:lnTo>
                  <a:lnTo>
                    <a:pt x="748" y="1148"/>
                  </a:lnTo>
                  <a:lnTo>
                    <a:pt x="759" y="1164"/>
                  </a:lnTo>
                  <a:lnTo>
                    <a:pt x="774" y="1174"/>
                  </a:lnTo>
                  <a:lnTo>
                    <a:pt x="792" y="1180"/>
                  </a:lnTo>
                  <a:lnTo>
                    <a:pt x="804" y="1172"/>
                  </a:lnTo>
                  <a:lnTo>
                    <a:pt x="812" y="1148"/>
                  </a:lnTo>
                  <a:lnTo>
                    <a:pt x="812" y="1116"/>
                  </a:lnTo>
                  <a:lnTo>
                    <a:pt x="800" y="1077"/>
                  </a:lnTo>
                  <a:lnTo>
                    <a:pt x="764" y="989"/>
                  </a:lnTo>
                  <a:lnTo>
                    <a:pt x="732" y="917"/>
                  </a:lnTo>
                  <a:lnTo>
                    <a:pt x="704" y="840"/>
                  </a:lnTo>
                  <a:lnTo>
                    <a:pt x="675" y="769"/>
                  </a:lnTo>
                  <a:lnTo>
                    <a:pt x="645" y="694"/>
                  </a:lnTo>
                  <a:lnTo>
                    <a:pt x="627" y="648"/>
                  </a:lnTo>
                  <a:lnTo>
                    <a:pt x="613" y="606"/>
                  </a:lnTo>
                  <a:lnTo>
                    <a:pt x="589" y="542"/>
                  </a:lnTo>
                  <a:lnTo>
                    <a:pt x="572" y="502"/>
                  </a:lnTo>
                  <a:lnTo>
                    <a:pt x="560" y="463"/>
                  </a:lnTo>
                  <a:lnTo>
                    <a:pt x="558" y="453"/>
                  </a:lnTo>
                  <a:lnTo>
                    <a:pt x="565" y="439"/>
                  </a:lnTo>
                  <a:lnTo>
                    <a:pt x="582" y="454"/>
                  </a:lnTo>
                  <a:lnTo>
                    <a:pt x="613" y="518"/>
                  </a:lnTo>
                  <a:lnTo>
                    <a:pt x="684" y="670"/>
                  </a:lnTo>
                  <a:lnTo>
                    <a:pt x="719" y="745"/>
                  </a:lnTo>
                  <a:lnTo>
                    <a:pt x="748" y="813"/>
                  </a:lnTo>
                  <a:lnTo>
                    <a:pt x="772" y="869"/>
                  </a:lnTo>
                  <a:lnTo>
                    <a:pt x="788" y="893"/>
                  </a:lnTo>
                  <a:lnTo>
                    <a:pt x="804" y="901"/>
                  </a:lnTo>
                  <a:lnTo>
                    <a:pt x="820" y="901"/>
                  </a:lnTo>
                  <a:lnTo>
                    <a:pt x="828" y="893"/>
                  </a:lnTo>
                  <a:lnTo>
                    <a:pt x="828" y="877"/>
                  </a:lnTo>
                  <a:lnTo>
                    <a:pt x="820" y="845"/>
                  </a:lnTo>
                  <a:lnTo>
                    <a:pt x="807" y="811"/>
                  </a:lnTo>
                  <a:lnTo>
                    <a:pt x="804" y="789"/>
                  </a:lnTo>
                  <a:lnTo>
                    <a:pt x="812" y="781"/>
                  </a:lnTo>
                  <a:lnTo>
                    <a:pt x="820" y="781"/>
                  </a:lnTo>
                  <a:lnTo>
                    <a:pt x="836" y="797"/>
                  </a:lnTo>
                  <a:lnTo>
                    <a:pt x="851" y="805"/>
                  </a:lnTo>
                  <a:lnTo>
                    <a:pt x="867" y="797"/>
                  </a:lnTo>
                  <a:lnTo>
                    <a:pt x="870" y="783"/>
                  </a:lnTo>
                  <a:lnTo>
                    <a:pt x="867" y="765"/>
                  </a:lnTo>
                  <a:lnTo>
                    <a:pt x="859" y="742"/>
                  </a:lnTo>
                  <a:lnTo>
                    <a:pt x="843" y="702"/>
                  </a:lnTo>
                  <a:lnTo>
                    <a:pt x="844" y="686"/>
                  </a:lnTo>
                  <a:lnTo>
                    <a:pt x="851" y="686"/>
                  </a:lnTo>
                  <a:lnTo>
                    <a:pt x="859" y="694"/>
                  </a:lnTo>
                  <a:lnTo>
                    <a:pt x="878" y="733"/>
                  </a:lnTo>
                  <a:lnTo>
                    <a:pt x="903" y="793"/>
                  </a:lnTo>
                  <a:lnTo>
                    <a:pt x="930" y="862"/>
                  </a:lnTo>
                  <a:lnTo>
                    <a:pt x="955" y="925"/>
                  </a:lnTo>
                  <a:lnTo>
                    <a:pt x="955" y="933"/>
                  </a:lnTo>
                  <a:lnTo>
                    <a:pt x="955" y="949"/>
                  </a:lnTo>
                  <a:lnTo>
                    <a:pt x="939" y="949"/>
                  </a:lnTo>
                  <a:lnTo>
                    <a:pt x="931" y="957"/>
                  </a:lnTo>
                  <a:lnTo>
                    <a:pt x="923" y="973"/>
                  </a:lnTo>
                  <a:lnTo>
                    <a:pt x="899" y="981"/>
                  </a:lnTo>
                  <a:lnTo>
                    <a:pt x="891" y="989"/>
                  </a:lnTo>
                  <a:lnTo>
                    <a:pt x="883" y="997"/>
                  </a:lnTo>
                  <a:lnTo>
                    <a:pt x="891" y="1021"/>
                  </a:lnTo>
                  <a:lnTo>
                    <a:pt x="947" y="1148"/>
                  </a:lnTo>
                  <a:lnTo>
                    <a:pt x="1050" y="1359"/>
                  </a:lnTo>
                  <a:lnTo>
                    <a:pt x="1106" y="1467"/>
                  </a:lnTo>
                  <a:lnTo>
                    <a:pt x="1130" y="1507"/>
                  </a:lnTo>
                  <a:lnTo>
                    <a:pt x="1142" y="1526"/>
                  </a:lnTo>
                  <a:lnTo>
                    <a:pt x="1154" y="1555"/>
                  </a:lnTo>
                  <a:lnTo>
                    <a:pt x="1162" y="1595"/>
                  </a:lnTo>
                  <a:lnTo>
                    <a:pt x="1170" y="1611"/>
                  </a:lnTo>
                  <a:lnTo>
                    <a:pt x="1178" y="1635"/>
                  </a:lnTo>
                  <a:lnTo>
                    <a:pt x="1154" y="1643"/>
                  </a:lnTo>
                  <a:lnTo>
                    <a:pt x="1138" y="1659"/>
                  </a:lnTo>
                  <a:lnTo>
                    <a:pt x="1130" y="1667"/>
                  </a:lnTo>
                  <a:lnTo>
                    <a:pt x="1088" y="1679"/>
                  </a:lnTo>
                  <a:lnTo>
                    <a:pt x="1074" y="1690"/>
                  </a:lnTo>
                  <a:lnTo>
                    <a:pt x="1074" y="1714"/>
                  </a:lnTo>
                  <a:lnTo>
                    <a:pt x="1090" y="1778"/>
                  </a:lnTo>
                  <a:lnTo>
                    <a:pt x="1090" y="1786"/>
                  </a:lnTo>
                  <a:lnTo>
                    <a:pt x="1066" y="1802"/>
                  </a:lnTo>
                  <a:lnTo>
                    <a:pt x="1066" y="1818"/>
                  </a:lnTo>
                  <a:lnTo>
                    <a:pt x="1074" y="1842"/>
                  </a:lnTo>
                  <a:lnTo>
                    <a:pt x="1106" y="1930"/>
                  </a:lnTo>
                  <a:lnTo>
                    <a:pt x="1106" y="1938"/>
                  </a:lnTo>
                  <a:lnTo>
                    <a:pt x="1082" y="1954"/>
                  </a:lnTo>
                  <a:lnTo>
                    <a:pt x="1074" y="1977"/>
                  </a:lnTo>
                  <a:lnTo>
                    <a:pt x="1090" y="2041"/>
                  </a:lnTo>
                  <a:lnTo>
                    <a:pt x="1127" y="2145"/>
                  </a:lnTo>
                  <a:lnTo>
                    <a:pt x="1146" y="2201"/>
                  </a:lnTo>
                  <a:lnTo>
                    <a:pt x="1162" y="2241"/>
                  </a:lnTo>
                  <a:lnTo>
                    <a:pt x="1186" y="2328"/>
                  </a:lnTo>
                  <a:lnTo>
                    <a:pt x="1194" y="2360"/>
                  </a:lnTo>
                  <a:lnTo>
                    <a:pt x="1186" y="2392"/>
                  </a:lnTo>
                  <a:lnTo>
                    <a:pt x="1194" y="2416"/>
                  </a:lnTo>
                  <a:lnTo>
                    <a:pt x="1210" y="2432"/>
                  </a:lnTo>
                  <a:lnTo>
                    <a:pt x="1233" y="2432"/>
                  </a:lnTo>
                  <a:lnTo>
                    <a:pt x="1249" y="2416"/>
                  </a:lnTo>
                  <a:lnTo>
                    <a:pt x="1249" y="2400"/>
                  </a:lnTo>
                  <a:lnTo>
                    <a:pt x="1241" y="2368"/>
                  </a:lnTo>
                  <a:lnTo>
                    <a:pt x="1241" y="2344"/>
                  </a:lnTo>
                  <a:lnTo>
                    <a:pt x="1241" y="2336"/>
                  </a:lnTo>
                  <a:lnTo>
                    <a:pt x="1257" y="2312"/>
                  </a:lnTo>
                  <a:lnTo>
                    <a:pt x="1257" y="2296"/>
                  </a:lnTo>
                  <a:lnTo>
                    <a:pt x="1257" y="2265"/>
                  </a:lnTo>
                  <a:lnTo>
                    <a:pt x="1249" y="2249"/>
                  </a:lnTo>
                  <a:lnTo>
                    <a:pt x="1249" y="2233"/>
                  </a:lnTo>
                  <a:lnTo>
                    <a:pt x="1249" y="2217"/>
                  </a:lnTo>
                  <a:lnTo>
                    <a:pt x="1257" y="2193"/>
                  </a:lnTo>
                  <a:lnTo>
                    <a:pt x="1273" y="2169"/>
                  </a:lnTo>
                  <a:lnTo>
                    <a:pt x="1273" y="2145"/>
                  </a:lnTo>
                  <a:lnTo>
                    <a:pt x="1265" y="2113"/>
                  </a:lnTo>
                  <a:lnTo>
                    <a:pt x="1273" y="2105"/>
                  </a:lnTo>
                  <a:lnTo>
                    <a:pt x="1289" y="2081"/>
                  </a:lnTo>
                  <a:lnTo>
                    <a:pt x="1313" y="2057"/>
                  </a:lnTo>
                  <a:lnTo>
                    <a:pt x="1321" y="2041"/>
                  </a:lnTo>
                  <a:lnTo>
                    <a:pt x="1329" y="2025"/>
                  </a:lnTo>
                  <a:lnTo>
                    <a:pt x="1329" y="2009"/>
                  </a:lnTo>
                  <a:lnTo>
                    <a:pt x="1305" y="1977"/>
                  </a:lnTo>
                  <a:lnTo>
                    <a:pt x="1289" y="1946"/>
                  </a:lnTo>
                  <a:lnTo>
                    <a:pt x="1281" y="1938"/>
                  </a:lnTo>
                  <a:lnTo>
                    <a:pt x="1289" y="1922"/>
                  </a:lnTo>
                  <a:lnTo>
                    <a:pt x="1305" y="1922"/>
                  </a:lnTo>
                  <a:lnTo>
                    <a:pt x="1313" y="1946"/>
                  </a:lnTo>
                  <a:lnTo>
                    <a:pt x="1329" y="1970"/>
                  </a:lnTo>
                  <a:lnTo>
                    <a:pt x="1337" y="1977"/>
                  </a:lnTo>
                  <a:lnTo>
                    <a:pt x="1353" y="1985"/>
                  </a:lnTo>
                  <a:lnTo>
                    <a:pt x="1361" y="1970"/>
                  </a:lnTo>
                  <a:lnTo>
                    <a:pt x="1361" y="1954"/>
                  </a:lnTo>
                  <a:lnTo>
                    <a:pt x="1345" y="1898"/>
                  </a:lnTo>
                  <a:lnTo>
                    <a:pt x="1329" y="1834"/>
                  </a:lnTo>
                  <a:lnTo>
                    <a:pt x="1321" y="1810"/>
                  </a:lnTo>
                  <a:lnTo>
                    <a:pt x="1313" y="1786"/>
                  </a:lnTo>
                  <a:lnTo>
                    <a:pt x="1305" y="1754"/>
                  </a:lnTo>
                  <a:lnTo>
                    <a:pt x="1305" y="1738"/>
                  </a:lnTo>
                  <a:lnTo>
                    <a:pt x="1313" y="1722"/>
                  </a:lnTo>
                  <a:lnTo>
                    <a:pt x="1329" y="1722"/>
                  </a:lnTo>
                  <a:lnTo>
                    <a:pt x="1345" y="1722"/>
                  </a:lnTo>
                  <a:lnTo>
                    <a:pt x="1361" y="1738"/>
                  </a:lnTo>
                  <a:lnTo>
                    <a:pt x="1369" y="1762"/>
                  </a:lnTo>
                  <a:lnTo>
                    <a:pt x="1385" y="1802"/>
                  </a:lnTo>
                  <a:lnTo>
                    <a:pt x="1409" y="1826"/>
                  </a:lnTo>
                  <a:lnTo>
                    <a:pt x="1424" y="1834"/>
                  </a:lnTo>
                  <a:lnTo>
                    <a:pt x="1432" y="1834"/>
                  </a:lnTo>
                  <a:lnTo>
                    <a:pt x="1448" y="1826"/>
                  </a:lnTo>
                  <a:lnTo>
                    <a:pt x="1448" y="1810"/>
                  </a:lnTo>
                  <a:lnTo>
                    <a:pt x="1448" y="1794"/>
                  </a:lnTo>
                  <a:lnTo>
                    <a:pt x="1424" y="1738"/>
                  </a:lnTo>
                  <a:lnTo>
                    <a:pt x="1416" y="1690"/>
                  </a:lnTo>
                  <a:lnTo>
                    <a:pt x="1409" y="1667"/>
                  </a:lnTo>
                  <a:lnTo>
                    <a:pt x="1401" y="1659"/>
                  </a:lnTo>
                  <a:lnTo>
                    <a:pt x="1409" y="1651"/>
                  </a:lnTo>
                  <a:lnTo>
                    <a:pt x="1424" y="1659"/>
                  </a:lnTo>
                  <a:lnTo>
                    <a:pt x="1432" y="1682"/>
                  </a:lnTo>
                  <a:lnTo>
                    <a:pt x="1448" y="1714"/>
                  </a:lnTo>
                  <a:lnTo>
                    <a:pt x="1464" y="1738"/>
                  </a:lnTo>
                  <a:lnTo>
                    <a:pt x="1480" y="1746"/>
                  </a:lnTo>
                  <a:lnTo>
                    <a:pt x="1496" y="1746"/>
                  </a:lnTo>
                  <a:lnTo>
                    <a:pt x="1504" y="1722"/>
                  </a:lnTo>
                  <a:lnTo>
                    <a:pt x="1504" y="1698"/>
                  </a:lnTo>
                  <a:lnTo>
                    <a:pt x="1480" y="1659"/>
                  </a:lnTo>
                  <a:lnTo>
                    <a:pt x="1464" y="1611"/>
                  </a:lnTo>
                  <a:lnTo>
                    <a:pt x="1456" y="1587"/>
                  </a:lnTo>
                  <a:lnTo>
                    <a:pt x="1440" y="1563"/>
                  </a:lnTo>
                  <a:lnTo>
                    <a:pt x="1401" y="1523"/>
                  </a:lnTo>
                  <a:lnTo>
                    <a:pt x="1393" y="1491"/>
                  </a:lnTo>
                  <a:lnTo>
                    <a:pt x="1377" y="1467"/>
                  </a:lnTo>
                  <a:lnTo>
                    <a:pt x="1361" y="1451"/>
                  </a:lnTo>
                  <a:lnTo>
                    <a:pt x="1345" y="1451"/>
                  </a:lnTo>
                  <a:lnTo>
                    <a:pt x="1321" y="1459"/>
                  </a:lnTo>
                  <a:lnTo>
                    <a:pt x="1305" y="1475"/>
                  </a:lnTo>
                  <a:lnTo>
                    <a:pt x="1313" y="1491"/>
                  </a:lnTo>
                  <a:lnTo>
                    <a:pt x="1305" y="1499"/>
                  </a:lnTo>
                  <a:lnTo>
                    <a:pt x="1297" y="1499"/>
                  </a:lnTo>
                  <a:lnTo>
                    <a:pt x="1273" y="1467"/>
                  </a:lnTo>
                  <a:lnTo>
                    <a:pt x="1249" y="1403"/>
                  </a:lnTo>
                  <a:lnTo>
                    <a:pt x="1233" y="1364"/>
                  </a:lnTo>
                  <a:lnTo>
                    <a:pt x="1218" y="1332"/>
                  </a:lnTo>
                  <a:lnTo>
                    <a:pt x="1210" y="1324"/>
                  </a:lnTo>
                  <a:lnTo>
                    <a:pt x="1186" y="1324"/>
                  </a:lnTo>
                  <a:lnTo>
                    <a:pt x="1170" y="1332"/>
                  </a:lnTo>
                  <a:lnTo>
                    <a:pt x="1162" y="1348"/>
                  </a:lnTo>
                  <a:lnTo>
                    <a:pt x="1170" y="1371"/>
                  </a:lnTo>
                  <a:lnTo>
                    <a:pt x="1170" y="1395"/>
                  </a:lnTo>
                  <a:lnTo>
                    <a:pt x="1178" y="1411"/>
                  </a:lnTo>
                  <a:lnTo>
                    <a:pt x="1162" y="1419"/>
                  </a:lnTo>
                  <a:lnTo>
                    <a:pt x="1146" y="1427"/>
                  </a:lnTo>
                  <a:lnTo>
                    <a:pt x="1138" y="1419"/>
                  </a:lnTo>
                  <a:lnTo>
                    <a:pt x="1106" y="1371"/>
                  </a:lnTo>
                  <a:lnTo>
                    <a:pt x="1106" y="1348"/>
                  </a:lnTo>
                  <a:lnTo>
                    <a:pt x="1106" y="1332"/>
                  </a:lnTo>
                  <a:lnTo>
                    <a:pt x="1114" y="1308"/>
                  </a:lnTo>
                  <a:lnTo>
                    <a:pt x="1082" y="1260"/>
                  </a:lnTo>
                  <a:lnTo>
                    <a:pt x="1066" y="1228"/>
                  </a:lnTo>
                  <a:lnTo>
                    <a:pt x="1066" y="1212"/>
                  </a:lnTo>
                  <a:lnTo>
                    <a:pt x="1082" y="1196"/>
                  </a:lnTo>
                  <a:lnTo>
                    <a:pt x="1090" y="1180"/>
                  </a:lnTo>
                  <a:lnTo>
                    <a:pt x="1090" y="1148"/>
                  </a:lnTo>
                  <a:lnTo>
                    <a:pt x="1074" y="1140"/>
                  </a:lnTo>
                  <a:lnTo>
                    <a:pt x="1082" y="1116"/>
                  </a:lnTo>
                  <a:lnTo>
                    <a:pt x="1098" y="1108"/>
                  </a:lnTo>
                  <a:lnTo>
                    <a:pt x="1114" y="1108"/>
                  </a:lnTo>
                  <a:lnTo>
                    <a:pt x="1130" y="1124"/>
                  </a:lnTo>
                  <a:lnTo>
                    <a:pt x="1138" y="1156"/>
                  </a:lnTo>
                  <a:lnTo>
                    <a:pt x="1154" y="1172"/>
                  </a:lnTo>
                  <a:lnTo>
                    <a:pt x="1170" y="1180"/>
                  </a:lnTo>
                  <a:lnTo>
                    <a:pt x="1202" y="1188"/>
                  </a:lnTo>
                  <a:lnTo>
                    <a:pt x="1210" y="1204"/>
                  </a:lnTo>
                  <a:lnTo>
                    <a:pt x="1225" y="1228"/>
                  </a:lnTo>
                  <a:lnTo>
                    <a:pt x="1242" y="1250"/>
                  </a:lnTo>
                  <a:lnTo>
                    <a:pt x="1265" y="1252"/>
                  </a:lnTo>
                  <a:lnTo>
                    <a:pt x="1273" y="1236"/>
                  </a:lnTo>
                  <a:lnTo>
                    <a:pt x="1273" y="1220"/>
                  </a:lnTo>
                  <a:lnTo>
                    <a:pt x="1265" y="1188"/>
                  </a:lnTo>
                  <a:lnTo>
                    <a:pt x="1273" y="1172"/>
                  </a:lnTo>
                  <a:lnTo>
                    <a:pt x="1289" y="1156"/>
                  </a:lnTo>
                  <a:lnTo>
                    <a:pt x="1305" y="1156"/>
                  </a:lnTo>
                  <a:lnTo>
                    <a:pt x="1316" y="1170"/>
                  </a:lnTo>
                  <a:lnTo>
                    <a:pt x="1321" y="1196"/>
                  </a:lnTo>
                  <a:lnTo>
                    <a:pt x="1334" y="1224"/>
                  </a:lnTo>
                  <a:lnTo>
                    <a:pt x="1345" y="1244"/>
                  </a:lnTo>
                  <a:lnTo>
                    <a:pt x="1361" y="1252"/>
                  </a:lnTo>
                  <a:lnTo>
                    <a:pt x="1377" y="1252"/>
                  </a:lnTo>
                  <a:lnTo>
                    <a:pt x="1385" y="1236"/>
                  </a:lnTo>
                  <a:lnTo>
                    <a:pt x="1385" y="1220"/>
                  </a:lnTo>
                  <a:lnTo>
                    <a:pt x="1374" y="1188"/>
                  </a:lnTo>
                  <a:lnTo>
                    <a:pt x="1361" y="1164"/>
                  </a:lnTo>
                  <a:lnTo>
                    <a:pt x="1345" y="1140"/>
                  </a:lnTo>
                  <a:lnTo>
                    <a:pt x="1345" y="1108"/>
                  </a:lnTo>
                  <a:lnTo>
                    <a:pt x="1353" y="1084"/>
                  </a:lnTo>
                  <a:lnTo>
                    <a:pt x="1361" y="1068"/>
                  </a:lnTo>
                  <a:lnTo>
                    <a:pt x="1385" y="1061"/>
                  </a:lnTo>
                  <a:lnTo>
                    <a:pt x="1409" y="1061"/>
                  </a:lnTo>
                  <a:lnTo>
                    <a:pt x="1424" y="1053"/>
                  </a:lnTo>
                  <a:lnTo>
                    <a:pt x="1440" y="1037"/>
                  </a:lnTo>
                  <a:lnTo>
                    <a:pt x="1440" y="1013"/>
                  </a:lnTo>
                  <a:lnTo>
                    <a:pt x="1432" y="1005"/>
                  </a:lnTo>
                  <a:lnTo>
                    <a:pt x="1409" y="997"/>
                  </a:lnTo>
                  <a:lnTo>
                    <a:pt x="1385" y="1005"/>
                  </a:lnTo>
                  <a:lnTo>
                    <a:pt x="1345" y="997"/>
                  </a:lnTo>
                  <a:lnTo>
                    <a:pt x="1313" y="997"/>
                  </a:lnTo>
                  <a:lnTo>
                    <a:pt x="1289" y="989"/>
                  </a:lnTo>
                  <a:lnTo>
                    <a:pt x="1289" y="973"/>
                  </a:lnTo>
                  <a:lnTo>
                    <a:pt x="1297" y="941"/>
                  </a:lnTo>
                  <a:lnTo>
                    <a:pt x="1297" y="925"/>
                  </a:lnTo>
                  <a:lnTo>
                    <a:pt x="1297" y="909"/>
                  </a:lnTo>
                  <a:lnTo>
                    <a:pt x="1305" y="893"/>
                  </a:lnTo>
                  <a:lnTo>
                    <a:pt x="1320" y="882"/>
                  </a:lnTo>
                  <a:lnTo>
                    <a:pt x="1321" y="869"/>
                  </a:lnTo>
                  <a:lnTo>
                    <a:pt x="1313" y="837"/>
                  </a:lnTo>
                  <a:lnTo>
                    <a:pt x="1289" y="797"/>
                  </a:lnTo>
                  <a:lnTo>
                    <a:pt x="1289" y="781"/>
                  </a:lnTo>
                  <a:lnTo>
                    <a:pt x="1273" y="758"/>
                  </a:lnTo>
                  <a:lnTo>
                    <a:pt x="1241" y="750"/>
                  </a:lnTo>
                  <a:lnTo>
                    <a:pt x="1225" y="734"/>
                  </a:lnTo>
                  <a:lnTo>
                    <a:pt x="1202" y="678"/>
                  </a:lnTo>
                  <a:lnTo>
                    <a:pt x="1187" y="664"/>
                  </a:lnTo>
                  <a:lnTo>
                    <a:pt x="1169" y="663"/>
                  </a:lnTo>
                  <a:lnTo>
                    <a:pt x="1154" y="670"/>
                  </a:lnTo>
                  <a:lnTo>
                    <a:pt x="1139" y="675"/>
                  </a:lnTo>
                  <a:lnTo>
                    <a:pt x="1122" y="678"/>
                  </a:lnTo>
                  <a:lnTo>
                    <a:pt x="1104" y="673"/>
                  </a:lnTo>
                  <a:lnTo>
                    <a:pt x="1090" y="662"/>
                  </a:lnTo>
                  <a:lnTo>
                    <a:pt x="1074" y="614"/>
                  </a:lnTo>
                  <a:lnTo>
                    <a:pt x="1066" y="590"/>
                  </a:lnTo>
                  <a:lnTo>
                    <a:pt x="1058" y="582"/>
                  </a:lnTo>
                  <a:lnTo>
                    <a:pt x="1028" y="579"/>
                  </a:lnTo>
                  <a:lnTo>
                    <a:pt x="1019" y="558"/>
                  </a:lnTo>
                  <a:lnTo>
                    <a:pt x="995" y="550"/>
                  </a:lnTo>
                  <a:lnTo>
                    <a:pt x="969" y="558"/>
                  </a:lnTo>
                  <a:lnTo>
                    <a:pt x="955" y="558"/>
                  </a:lnTo>
                  <a:lnTo>
                    <a:pt x="936" y="529"/>
                  </a:lnTo>
                  <a:lnTo>
                    <a:pt x="914" y="481"/>
                  </a:lnTo>
                  <a:lnTo>
                    <a:pt x="899" y="455"/>
                  </a:lnTo>
                  <a:lnTo>
                    <a:pt x="882" y="448"/>
                  </a:lnTo>
                  <a:lnTo>
                    <a:pt x="867" y="447"/>
                  </a:lnTo>
                  <a:lnTo>
                    <a:pt x="848" y="453"/>
                  </a:lnTo>
                  <a:lnTo>
                    <a:pt x="836" y="423"/>
                  </a:lnTo>
                  <a:lnTo>
                    <a:pt x="820" y="399"/>
                  </a:lnTo>
                  <a:lnTo>
                    <a:pt x="804" y="391"/>
                  </a:lnTo>
                  <a:lnTo>
                    <a:pt x="796" y="391"/>
                  </a:lnTo>
                  <a:lnTo>
                    <a:pt x="764" y="399"/>
                  </a:lnTo>
                  <a:lnTo>
                    <a:pt x="750" y="399"/>
                  </a:lnTo>
                  <a:lnTo>
                    <a:pt x="740" y="383"/>
                  </a:lnTo>
                  <a:lnTo>
                    <a:pt x="724" y="375"/>
                  </a:lnTo>
                  <a:lnTo>
                    <a:pt x="708" y="375"/>
                  </a:lnTo>
                  <a:lnTo>
                    <a:pt x="701" y="387"/>
                  </a:lnTo>
                  <a:lnTo>
                    <a:pt x="700" y="399"/>
                  </a:lnTo>
                  <a:lnTo>
                    <a:pt x="692" y="407"/>
                  </a:lnTo>
                  <a:lnTo>
                    <a:pt x="684" y="399"/>
                  </a:lnTo>
                  <a:lnTo>
                    <a:pt x="660" y="343"/>
                  </a:lnTo>
                  <a:lnTo>
                    <a:pt x="645" y="311"/>
                  </a:lnTo>
                  <a:lnTo>
                    <a:pt x="629" y="287"/>
                  </a:lnTo>
                  <a:lnTo>
                    <a:pt x="615" y="282"/>
                  </a:lnTo>
                  <a:lnTo>
                    <a:pt x="597" y="287"/>
                  </a:lnTo>
                  <a:lnTo>
                    <a:pt x="589" y="303"/>
                  </a:lnTo>
                  <a:lnTo>
                    <a:pt x="587" y="321"/>
                  </a:lnTo>
                  <a:lnTo>
                    <a:pt x="589" y="335"/>
                  </a:lnTo>
                  <a:lnTo>
                    <a:pt x="605" y="367"/>
                  </a:lnTo>
                  <a:lnTo>
                    <a:pt x="653" y="474"/>
                  </a:lnTo>
                  <a:lnTo>
                    <a:pt x="689" y="555"/>
                  </a:lnTo>
                  <a:lnTo>
                    <a:pt x="708" y="598"/>
                  </a:lnTo>
                  <a:lnTo>
                    <a:pt x="716" y="622"/>
                  </a:lnTo>
                  <a:lnTo>
                    <a:pt x="710" y="631"/>
                  </a:lnTo>
                  <a:lnTo>
                    <a:pt x="700" y="630"/>
                  </a:lnTo>
                  <a:lnTo>
                    <a:pt x="684" y="606"/>
                  </a:lnTo>
                  <a:lnTo>
                    <a:pt x="647" y="532"/>
                  </a:lnTo>
                  <a:lnTo>
                    <a:pt x="608" y="448"/>
                  </a:lnTo>
                  <a:lnTo>
                    <a:pt x="573" y="383"/>
                  </a:lnTo>
                  <a:lnTo>
                    <a:pt x="533" y="311"/>
                  </a:lnTo>
                  <a:lnTo>
                    <a:pt x="517" y="279"/>
                  </a:lnTo>
                  <a:lnTo>
                    <a:pt x="501" y="253"/>
                  </a:lnTo>
                  <a:lnTo>
                    <a:pt x="485" y="247"/>
                  </a:lnTo>
                  <a:lnTo>
                    <a:pt x="465" y="247"/>
                  </a:lnTo>
                  <a:lnTo>
                    <a:pt x="455" y="259"/>
                  </a:lnTo>
                  <a:lnTo>
                    <a:pt x="450" y="271"/>
                  </a:lnTo>
                  <a:lnTo>
                    <a:pt x="454" y="287"/>
                  </a:lnTo>
                  <a:lnTo>
                    <a:pt x="470" y="327"/>
                  </a:lnTo>
                  <a:lnTo>
                    <a:pt x="495" y="396"/>
                  </a:lnTo>
                  <a:lnTo>
                    <a:pt x="515" y="442"/>
                  </a:lnTo>
                  <a:lnTo>
                    <a:pt x="541" y="502"/>
                  </a:lnTo>
                  <a:lnTo>
                    <a:pt x="565" y="558"/>
                  </a:lnTo>
                  <a:lnTo>
                    <a:pt x="593" y="631"/>
                  </a:lnTo>
                  <a:lnTo>
                    <a:pt x="613" y="686"/>
                  </a:lnTo>
                  <a:lnTo>
                    <a:pt x="637" y="742"/>
                  </a:lnTo>
                  <a:lnTo>
                    <a:pt x="660" y="805"/>
                  </a:lnTo>
                  <a:lnTo>
                    <a:pt x="692" y="885"/>
                  </a:lnTo>
                  <a:lnTo>
                    <a:pt x="708" y="933"/>
                  </a:lnTo>
                  <a:lnTo>
                    <a:pt x="716" y="949"/>
                  </a:lnTo>
                  <a:lnTo>
                    <a:pt x="708" y="957"/>
                  </a:lnTo>
                  <a:lnTo>
                    <a:pt x="700" y="949"/>
                  </a:lnTo>
                  <a:lnTo>
                    <a:pt x="678" y="912"/>
                  </a:lnTo>
                  <a:lnTo>
                    <a:pt x="637" y="813"/>
                  </a:lnTo>
                  <a:lnTo>
                    <a:pt x="589" y="702"/>
                  </a:lnTo>
                  <a:lnTo>
                    <a:pt x="541" y="606"/>
                  </a:lnTo>
                  <a:lnTo>
                    <a:pt x="498" y="517"/>
                  </a:lnTo>
                  <a:lnTo>
                    <a:pt x="458" y="436"/>
                  </a:lnTo>
                  <a:lnTo>
                    <a:pt x="419" y="361"/>
                  </a:lnTo>
                  <a:lnTo>
                    <a:pt x="395" y="312"/>
                  </a:lnTo>
                  <a:lnTo>
                    <a:pt x="374" y="271"/>
                  </a:lnTo>
                  <a:lnTo>
                    <a:pt x="358" y="263"/>
                  </a:lnTo>
                  <a:lnTo>
                    <a:pt x="342" y="271"/>
                  </a:lnTo>
                  <a:lnTo>
                    <a:pt x="334" y="287"/>
                  </a:lnTo>
                  <a:lnTo>
                    <a:pt x="334" y="303"/>
                  </a:lnTo>
                  <a:lnTo>
                    <a:pt x="350" y="343"/>
                  </a:lnTo>
                  <a:lnTo>
                    <a:pt x="387" y="432"/>
                  </a:lnTo>
                  <a:lnTo>
                    <a:pt x="430" y="534"/>
                  </a:lnTo>
                  <a:lnTo>
                    <a:pt x="458" y="603"/>
                  </a:lnTo>
                  <a:lnTo>
                    <a:pt x="516" y="750"/>
                  </a:lnTo>
                  <a:lnTo>
                    <a:pt x="543" y="826"/>
                  </a:lnTo>
                  <a:lnTo>
                    <a:pt x="585" y="939"/>
                  </a:lnTo>
                  <a:lnTo>
                    <a:pt x="621" y="1029"/>
                  </a:lnTo>
                  <a:lnTo>
                    <a:pt x="653" y="1116"/>
                  </a:lnTo>
                  <a:lnTo>
                    <a:pt x="660" y="1140"/>
                  </a:lnTo>
                  <a:lnTo>
                    <a:pt x="653" y="1148"/>
                  </a:lnTo>
                  <a:lnTo>
                    <a:pt x="637" y="1140"/>
                  </a:lnTo>
                  <a:lnTo>
                    <a:pt x="593" y="1050"/>
                  </a:lnTo>
                  <a:lnTo>
                    <a:pt x="533" y="925"/>
                  </a:lnTo>
                  <a:lnTo>
                    <a:pt x="462" y="789"/>
                  </a:lnTo>
                  <a:lnTo>
                    <a:pt x="389" y="649"/>
                  </a:lnTo>
                  <a:lnTo>
                    <a:pt x="324" y="535"/>
                  </a:lnTo>
                  <a:lnTo>
                    <a:pt x="279" y="455"/>
                  </a:lnTo>
                  <a:lnTo>
                    <a:pt x="207" y="335"/>
                  </a:lnTo>
                  <a:lnTo>
                    <a:pt x="147" y="234"/>
                  </a:lnTo>
                  <a:lnTo>
                    <a:pt x="80" y="120"/>
                  </a:lnTo>
                  <a:lnTo>
                    <a:pt x="16" y="8"/>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787" name=""/>
            <p:cNvSpPr/>
            <p:nvPr/>
          </p:nvSpPr>
          <p:spPr>
            <a:xfrm>
              <a:off x="4000680" y="2616120"/>
              <a:ext cx="90360" cy="179640"/>
            </a:xfrm>
            <a:custGeom>
              <a:avLst/>
              <a:gdLst/>
              <a:ahLst/>
              <a:rect l="l" t="t" r="r" b="b"/>
              <a:pathLst>
                <a:path w="57" h="113">
                  <a:moveTo>
                    <a:pt x="14" y="0"/>
                  </a:moveTo>
                  <a:lnTo>
                    <a:pt x="0" y="7"/>
                  </a:lnTo>
                  <a:lnTo>
                    <a:pt x="0" y="37"/>
                  </a:lnTo>
                  <a:lnTo>
                    <a:pt x="0" y="60"/>
                  </a:lnTo>
                  <a:lnTo>
                    <a:pt x="0" y="82"/>
                  </a:lnTo>
                  <a:lnTo>
                    <a:pt x="21" y="105"/>
                  </a:lnTo>
                  <a:lnTo>
                    <a:pt x="42" y="112"/>
                  </a:lnTo>
                  <a:lnTo>
                    <a:pt x="56" y="97"/>
                  </a:lnTo>
                  <a:lnTo>
                    <a:pt x="49" y="67"/>
                  </a:lnTo>
                  <a:lnTo>
                    <a:pt x="42" y="37"/>
                  </a:lnTo>
                  <a:lnTo>
                    <a:pt x="35" y="15"/>
                  </a:lnTo>
                  <a:lnTo>
                    <a:pt x="28" y="0"/>
                  </a:lnTo>
                  <a:lnTo>
                    <a:pt x="14"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788" name=""/>
            <p:cNvSpPr/>
            <p:nvPr/>
          </p:nvSpPr>
          <p:spPr>
            <a:xfrm>
              <a:off x="3695760" y="2133720"/>
              <a:ext cx="4614840" cy="2884320"/>
            </a:xfrm>
            <a:custGeom>
              <a:avLst/>
              <a:gdLst/>
              <a:ahLst/>
              <a:rect l="l" t="t" r="r" b="b"/>
              <a:pathLst>
                <a:path w="2907" h="1817">
                  <a:moveTo>
                    <a:pt x="471" y="0"/>
                  </a:moveTo>
                  <a:lnTo>
                    <a:pt x="455" y="16"/>
                  </a:lnTo>
                  <a:lnTo>
                    <a:pt x="455" y="40"/>
                  </a:lnTo>
                  <a:lnTo>
                    <a:pt x="463" y="80"/>
                  </a:lnTo>
                  <a:lnTo>
                    <a:pt x="447" y="80"/>
                  </a:lnTo>
                  <a:lnTo>
                    <a:pt x="431" y="88"/>
                  </a:lnTo>
                  <a:lnTo>
                    <a:pt x="415" y="96"/>
                  </a:lnTo>
                  <a:lnTo>
                    <a:pt x="415" y="112"/>
                  </a:lnTo>
                  <a:lnTo>
                    <a:pt x="415" y="135"/>
                  </a:lnTo>
                  <a:lnTo>
                    <a:pt x="407" y="159"/>
                  </a:lnTo>
                  <a:lnTo>
                    <a:pt x="415" y="191"/>
                  </a:lnTo>
                  <a:lnTo>
                    <a:pt x="423" y="207"/>
                  </a:lnTo>
                  <a:lnTo>
                    <a:pt x="447" y="207"/>
                  </a:lnTo>
                  <a:lnTo>
                    <a:pt x="463" y="199"/>
                  </a:lnTo>
                  <a:lnTo>
                    <a:pt x="495" y="191"/>
                  </a:lnTo>
                  <a:lnTo>
                    <a:pt x="519" y="191"/>
                  </a:lnTo>
                  <a:lnTo>
                    <a:pt x="535" y="199"/>
                  </a:lnTo>
                  <a:lnTo>
                    <a:pt x="558" y="191"/>
                  </a:lnTo>
                  <a:lnTo>
                    <a:pt x="574" y="183"/>
                  </a:lnTo>
                  <a:lnTo>
                    <a:pt x="598" y="183"/>
                  </a:lnTo>
                  <a:lnTo>
                    <a:pt x="614" y="199"/>
                  </a:lnTo>
                  <a:lnTo>
                    <a:pt x="614" y="215"/>
                  </a:lnTo>
                  <a:lnTo>
                    <a:pt x="614" y="239"/>
                  </a:lnTo>
                  <a:lnTo>
                    <a:pt x="630" y="255"/>
                  </a:lnTo>
                  <a:lnTo>
                    <a:pt x="646" y="279"/>
                  </a:lnTo>
                  <a:lnTo>
                    <a:pt x="670" y="279"/>
                  </a:lnTo>
                  <a:lnTo>
                    <a:pt x="686" y="295"/>
                  </a:lnTo>
                  <a:lnTo>
                    <a:pt x="702" y="327"/>
                  </a:lnTo>
                  <a:lnTo>
                    <a:pt x="710" y="350"/>
                  </a:lnTo>
                  <a:lnTo>
                    <a:pt x="710" y="374"/>
                  </a:lnTo>
                  <a:lnTo>
                    <a:pt x="702" y="390"/>
                  </a:lnTo>
                  <a:lnTo>
                    <a:pt x="694" y="398"/>
                  </a:lnTo>
                  <a:lnTo>
                    <a:pt x="670" y="374"/>
                  </a:lnTo>
                  <a:lnTo>
                    <a:pt x="654" y="342"/>
                  </a:lnTo>
                  <a:lnTo>
                    <a:pt x="622" y="295"/>
                  </a:lnTo>
                  <a:lnTo>
                    <a:pt x="614" y="271"/>
                  </a:lnTo>
                  <a:lnTo>
                    <a:pt x="598" y="255"/>
                  </a:lnTo>
                  <a:lnTo>
                    <a:pt x="574" y="263"/>
                  </a:lnTo>
                  <a:lnTo>
                    <a:pt x="566" y="279"/>
                  </a:lnTo>
                  <a:lnTo>
                    <a:pt x="543" y="287"/>
                  </a:lnTo>
                  <a:lnTo>
                    <a:pt x="527" y="271"/>
                  </a:lnTo>
                  <a:lnTo>
                    <a:pt x="503" y="279"/>
                  </a:lnTo>
                  <a:lnTo>
                    <a:pt x="463" y="279"/>
                  </a:lnTo>
                  <a:lnTo>
                    <a:pt x="447" y="263"/>
                  </a:lnTo>
                  <a:lnTo>
                    <a:pt x="423" y="271"/>
                  </a:lnTo>
                  <a:lnTo>
                    <a:pt x="415" y="295"/>
                  </a:lnTo>
                  <a:lnTo>
                    <a:pt x="399" y="287"/>
                  </a:lnTo>
                  <a:lnTo>
                    <a:pt x="375" y="255"/>
                  </a:lnTo>
                  <a:lnTo>
                    <a:pt x="351" y="255"/>
                  </a:lnTo>
                  <a:lnTo>
                    <a:pt x="327" y="271"/>
                  </a:lnTo>
                  <a:lnTo>
                    <a:pt x="327" y="295"/>
                  </a:lnTo>
                  <a:lnTo>
                    <a:pt x="335" y="335"/>
                  </a:lnTo>
                  <a:lnTo>
                    <a:pt x="351" y="358"/>
                  </a:lnTo>
                  <a:lnTo>
                    <a:pt x="343" y="390"/>
                  </a:lnTo>
                  <a:lnTo>
                    <a:pt x="319" y="390"/>
                  </a:lnTo>
                  <a:lnTo>
                    <a:pt x="303" y="406"/>
                  </a:lnTo>
                  <a:lnTo>
                    <a:pt x="295" y="422"/>
                  </a:lnTo>
                  <a:lnTo>
                    <a:pt x="287" y="438"/>
                  </a:lnTo>
                  <a:lnTo>
                    <a:pt x="255" y="446"/>
                  </a:lnTo>
                  <a:lnTo>
                    <a:pt x="231" y="454"/>
                  </a:lnTo>
                  <a:lnTo>
                    <a:pt x="231" y="478"/>
                  </a:lnTo>
                  <a:lnTo>
                    <a:pt x="215" y="502"/>
                  </a:lnTo>
                  <a:lnTo>
                    <a:pt x="191" y="510"/>
                  </a:lnTo>
                  <a:lnTo>
                    <a:pt x="168" y="542"/>
                  </a:lnTo>
                  <a:lnTo>
                    <a:pt x="160" y="573"/>
                  </a:lnTo>
                  <a:lnTo>
                    <a:pt x="176" y="597"/>
                  </a:lnTo>
                  <a:lnTo>
                    <a:pt x="199" y="605"/>
                  </a:lnTo>
                  <a:lnTo>
                    <a:pt x="231" y="589"/>
                  </a:lnTo>
                  <a:lnTo>
                    <a:pt x="255" y="573"/>
                  </a:lnTo>
                  <a:lnTo>
                    <a:pt x="287" y="573"/>
                  </a:lnTo>
                  <a:lnTo>
                    <a:pt x="319" y="573"/>
                  </a:lnTo>
                  <a:lnTo>
                    <a:pt x="335" y="597"/>
                  </a:lnTo>
                  <a:lnTo>
                    <a:pt x="335" y="621"/>
                  </a:lnTo>
                  <a:lnTo>
                    <a:pt x="327" y="645"/>
                  </a:lnTo>
                  <a:lnTo>
                    <a:pt x="327" y="669"/>
                  </a:lnTo>
                  <a:lnTo>
                    <a:pt x="359" y="677"/>
                  </a:lnTo>
                  <a:lnTo>
                    <a:pt x="391" y="677"/>
                  </a:lnTo>
                  <a:lnTo>
                    <a:pt x="407" y="661"/>
                  </a:lnTo>
                  <a:lnTo>
                    <a:pt x="399" y="629"/>
                  </a:lnTo>
                  <a:lnTo>
                    <a:pt x="383" y="613"/>
                  </a:lnTo>
                  <a:lnTo>
                    <a:pt x="375" y="597"/>
                  </a:lnTo>
                  <a:lnTo>
                    <a:pt x="399" y="597"/>
                  </a:lnTo>
                  <a:lnTo>
                    <a:pt x="431" y="597"/>
                  </a:lnTo>
                  <a:lnTo>
                    <a:pt x="439" y="581"/>
                  </a:lnTo>
                  <a:lnTo>
                    <a:pt x="471" y="605"/>
                  </a:lnTo>
                  <a:lnTo>
                    <a:pt x="511" y="605"/>
                  </a:lnTo>
                  <a:lnTo>
                    <a:pt x="527" y="621"/>
                  </a:lnTo>
                  <a:lnTo>
                    <a:pt x="535" y="637"/>
                  </a:lnTo>
                  <a:lnTo>
                    <a:pt x="535" y="653"/>
                  </a:lnTo>
                  <a:lnTo>
                    <a:pt x="558" y="701"/>
                  </a:lnTo>
                  <a:lnTo>
                    <a:pt x="566" y="725"/>
                  </a:lnTo>
                  <a:lnTo>
                    <a:pt x="574" y="749"/>
                  </a:lnTo>
                  <a:lnTo>
                    <a:pt x="519" y="741"/>
                  </a:lnTo>
                  <a:lnTo>
                    <a:pt x="471" y="733"/>
                  </a:lnTo>
                  <a:lnTo>
                    <a:pt x="431" y="725"/>
                  </a:lnTo>
                  <a:lnTo>
                    <a:pt x="415" y="741"/>
                  </a:lnTo>
                  <a:lnTo>
                    <a:pt x="399" y="757"/>
                  </a:lnTo>
                  <a:lnTo>
                    <a:pt x="367" y="757"/>
                  </a:lnTo>
                  <a:lnTo>
                    <a:pt x="351" y="733"/>
                  </a:lnTo>
                  <a:lnTo>
                    <a:pt x="335" y="701"/>
                  </a:lnTo>
                  <a:lnTo>
                    <a:pt x="311" y="685"/>
                  </a:lnTo>
                  <a:lnTo>
                    <a:pt x="287" y="669"/>
                  </a:lnTo>
                  <a:lnTo>
                    <a:pt x="255" y="669"/>
                  </a:lnTo>
                  <a:lnTo>
                    <a:pt x="239" y="693"/>
                  </a:lnTo>
                  <a:lnTo>
                    <a:pt x="239" y="717"/>
                  </a:lnTo>
                  <a:lnTo>
                    <a:pt x="223" y="725"/>
                  </a:lnTo>
                  <a:lnTo>
                    <a:pt x="207" y="741"/>
                  </a:lnTo>
                  <a:lnTo>
                    <a:pt x="207" y="757"/>
                  </a:lnTo>
                  <a:lnTo>
                    <a:pt x="223" y="796"/>
                  </a:lnTo>
                  <a:lnTo>
                    <a:pt x="215" y="812"/>
                  </a:lnTo>
                  <a:lnTo>
                    <a:pt x="199" y="812"/>
                  </a:lnTo>
                  <a:lnTo>
                    <a:pt x="183" y="812"/>
                  </a:lnTo>
                  <a:lnTo>
                    <a:pt x="168" y="836"/>
                  </a:lnTo>
                  <a:lnTo>
                    <a:pt x="128" y="844"/>
                  </a:lnTo>
                  <a:lnTo>
                    <a:pt x="104" y="836"/>
                  </a:lnTo>
                  <a:lnTo>
                    <a:pt x="80" y="844"/>
                  </a:lnTo>
                  <a:lnTo>
                    <a:pt x="64" y="868"/>
                  </a:lnTo>
                  <a:lnTo>
                    <a:pt x="72" y="892"/>
                  </a:lnTo>
                  <a:lnTo>
                    <a:pt x="80" y="908"/>
                  </a:lnTo>
                  <a:lnTo>
                    <a:pt x="64" y="932"/>
                  </a:lnTo>
                  <a:lnTo>
                    <a:pt x="24" y="932"/>
                  </a:lnTo>
                  <a:lnTo>
                    <a:pt x="8" y="956"/>
                  </a:lnTo>
                  <a:lnTo>
                    <a:pt x="0" y="988"/>
                  </a:lnTo>
                  <a:lnTo>
                    <a:pt x="8" y="1027"/>
                  </a:lnTo>
                  <a:lnTo>
                    <a:pt x="32" y="1067"/>
                  </a:lnTo>
                  <a:lnTo>
                    <a:pt x="48" y="1083"/>
                  </a:lnTo>
                  <a:lnTo>
                    <a:pt x="88" y="1075"/>
                  </a:lnTo>
                  <a:lnTo>
                    <a:pt x="112" y="1083"/>
                  </a:lnTo>
                  <a:lnTo>
                    <a:pt x="120" y="1115"/>
                  </a:lnTo>
                  <a:lnTo>
                    <a:pt x="144" y="1147"/>
                  </a:lnTo>
                  <a:lnTo>
                    <a:pt x="160" y="1163"/>
                  </a:lnTo>
                  <a:lnTo>
                    <a:pt x="191" y="1171"/>
                  </a:lnTo>
                  <a:lnTo>
                    <a:pt x="215" y="1203"/>
                  </a:lnTo>
                  <a:lnTo>
                    <a:pt x="231" y="1235"/>
                  </a:lnTo>
                  <a:lnTo>
                    <a:pt x="207" y="1258"/>
                  </a:lnTo>
                  <a:lnTo>
                    <a:pt x="199" y="1290"/>
                  </a:lnTo>
                  <a:lnTo>
                    <a:pt x="207" y="1314"/>
                  </a:lnTo>
                  <a:lnTo>
                    <a:pt x="199" y="1346"/>
                  </a:lnTo>
                  <a:lnTo>
                    <a:pt x="215" y="1386"/>
                  </a:lnTo>
                  <a:lnTo>
                    <a:pt x="191" y="1402"/>
                  </a:lnTo>
                  <a:lnTo>
                    <a:pt x="176" y="1434"/>
                  </a:lnTo>
                  <a:lnTo>
                    <a:pt x="191" y="1466"/>
                  </a:lnTo>
                  <a:lnTo>
                    <a:pt x="223" y="1513"/>
                  </a:lnTo>
                  <a:lnTo>
                    <a:pt x="207" y="1553"/>
                  </a:lnTo>
                  <a:lnTo>
                    <a:pt x="215" y="1585"/>
                  </a:lnTo>
                  <a:lnTo>
                    <a:pt x="231" y="1617"/>
                  </a:lnTo>
                  <a:lnTo>
                    <a:pt x="279" y="1673"/>
                  </a:lnTo>
                  <a:lnTo>
                    <a:pt x="311" y="1720"/>
                  </a:lnTo>
                  <a:lnTo>
                    <a:pt x="319" y="1760"/>
                  </a:lnTo>
                  <a:lnTo>
                    <a:pt x="327" y="1800"/>
                  </a:lnTo>
                  <a:lnTo>
                    <a:pt x="343" y="1816"/>
                  </a:lnTo>
                  <a:lnTo>
                    <a:pt x="367" y="1800"/>
                  </a:lnTo>
                  <a:lnTo>
                    <a:pt x="383" y="1768"/>
                  </a:lnTo>
                  <a:lnTo>
                    <a:pt x="367" y="1712"/>
                  </a:lnTo>
                  <a:lnTo>
                    <a:pt x="351" y="1673"/>
                  </a:lnTo>
                  <a:lnTo>
                    <a:pt x="359" y="1649"/>
                  </a:lnTo>
                  <a:lnTo>
                    <a:pt x="343" y="1625"/>
                  </a:lnTo>
                  <a:lnTo>
                    <a:pt x="351" y="1609"/>
                  </a:lnTo>
                  <a:lnTo>
                    <a:pt x="367" y="1593"/>
                  </a:lnTo>
                  <a:lnTo>
                    <a:pt x="375" y="1561"/>
                  </a:lnTo>
                  <a:lnTo>
                    <a:pt x="391" y="1529"/>
                  </a:lnTo>
                  <a:lnTo>
                    <a:pt x="431" y="1521"/>
                  </a:lnTo>
                  <a:lnTo>
                    <a:pt x="463" y="1537"/>
                  </a:lnTo>
                  <a:lnTo>
                    <a:pt x="487" y="1537"/>
                  </a:lnTo>
                  <a:lnTo>
                    <a:pt x="503" y="1513"/>
                  </a:lnTo>
                  <a:lnTo>
                    <a:pt x="495" y="1489"/>
                  </a:lnTo>
                  <a:lnTo>
                    <a:pt x="463" y="1442"/>
                  </a:lnTo>
                  <a:lnTo>
                    <a:pt x="479" y="1418"/>
                  </a:lnTo>
                  <a:lnTo>
                    <a:pt x="471" y="1402"/>
                  </a:lnTo>
                  <a:lnTo>
                    <a:pt x="455" y="1370"/>
                  </a:lnTo>
                  <a:lnTo>
                    <a:pt x="455" y="1346"/>
                  </a:lnTo>
                  <a:lnTo>
                    <a:pt x="487" y="1338"/>
                  </a:lnTo>
                  <a:lnTo>
                    <a:pt x="511" y="1314"/>
                  </a:lnTo>
                  <a:lnTo>
                    <a:pt x="503" y="1282"/>
                  </a:lnTo>
                  <a:lnTo>
                    <a:pt x="479" y="1243"/>
                  </a:lnTo>
                  <a:lnTo>
                    <a:pt x="487" y="1227"/>
                  </a:lnTo>
                  <a:lnTo>
                    <a:pt x="511" y="1211"/>
                  </a:lnTo>
                  <a:lnTo>
                    <a:pt x="527" y="1187"/>
                  </a:lnTo>
                  <a:lnTo>
                    <a:pt x="527" y="1139"/>
                  </a:lnTo>
                  <a:lnTo>
                    <a:pt x="503" y="1083"/>
                  </a:lnTo>
                  <a:lnTo>
                    <a:pt x="479" y="1027"/>
                  </a:lnTo>
                  <a:lnTo>
                    <a:pt x="487" y="1012"/>
                  </a:lnTo>
                  <a:lnTo>
                    <a:pt x="503" y="988"/>
                  </a:lnTo>
                  <a:lnTo>
                    <a:pt x="487" y="956"/>
                  </a:lnTo>
                  <a:lnTo>
                    <a:pt x="463" y="908"/>
                  </a:lnTo>
                  <a:lnTo>
                    <a:pt x="455" y="868"/>
                  </a:lnTo>
                  <a:lnTo>
                    <a:pt x="471" y="852"/>
                  </a:lnTo>
                  <a:lnTo>
                    <a:pt x="471" y="804"/>
                  </a:lnTo>
                  <a:lnTo>
                    <a:pt x="503" y="804"/>
                  </a:lnTo>
                  <a:lnTo>
                    <a:pt x="543" y="812"/>
                  </a:lnTo>
                  <a:lnTo>
                    <a:pt x="574" y="820"/>
                  </a:lnTo>
                  <a:lnTo>
                    <a:pt x="574" y="852"/>
                  </a:lnTo>
                  <a:lnTo>
                    <a:pt x="558" y="868"/>
                  </a:lnTo>
                  <a:lnTo>
                    <a:pt x="550" y="884"/>
                  </a:lnTo>
                  <a:lnTo>
                    <a:pt x="543" y="908"/>
                  </a:lnTo>
                  <a:lnTo>
                    <a:pt x="574" y="996"/>
                  </a:lnTo>
                  <a:lnTo>
                    <a:pt x="598" y="1051"/>
                  </a:lnTo>
                  <a:lnTo>
                    <a:pt x="630" y="1083"/>
                  </a:lnTo>
                  <a:lnTo>
                    <a:pt x="662" y="1091"/>
                  </a:lnTo>
                  <a:lnTo>
                    <a:pt x="694" y="1083"/>
                  </a:lnTo>
                  <a:lnTo>
                    <a:pt x="710" y="1059"/>
                  </a:lnTo>
                  <a:lnTo>
                    <a:pt x="694" y="1035"/>
                  </a:lnTo>
                  <a:lnTo>
                    <a:pt x="678" y="1012"/>
                  </a:lnTo>
                  <a:lnTo>
                    <a:pt x="678" y="988"/>
                  </a:lnTo>
                  <a:lnTo>
                    <a:pt x="694" y="964"/>
                  </a:lnTo>
                  <a:lnTo>
                    <a:pt x="726" y="956"/>
                  </a:lnTo>
                  <a:lnTo>
                    <a:pt x="742" y="964"/>
                  </a:lnTo>
                  <a:lnTo>
                    <a:pt x="766" y="996"/>
                  </a:lnTo>
                  <a:lnTo>
                    <a:pt x="782" y="1004"/>
                  </a:lnTo>
                  <a:lnTo>
                    <a:pt x="798" y="980"/>
                  </a:lnTo>
                  <a:lnTo>
                    <a:pt x="814" y="988"/>
                  </a:lnTo>
                  <a:lnTo>
                    <a:pt x="830" y="1020"/>
                  </a:lnTo>
                  <a:lnTo>
                    <a:pt x="862" y="1083"/>
                  </a:lnTo>
                  <a:lnTo>
                    <a:pt x="886" y="1123"/>
                  </a:lnTo>
                  <a:lnTo>
                    <a:pt x="917" y="1139"/>
                  </a:lnTo>
                  <a:lnTo>
                    <a:pt x="941" y="1115"/>
                  </a:lnTo>
                  <a:lnTo>
                    <a:pt x="941" y="1083"/>
                  </a:lnTo>
                  <a:lnTo>
                    <a:pt x="941" y="1027"/>
                  </a:lnTo>
                  <a:lnTo>
                    <a:pt x="973" y="1035"/>
                  </a:lnTo>
                  <a:lnTo>
                    <a:pt x="997" y="1020"/>
                  </a:lnTo>
                  <a:lnTo>
                    <a:pt x="997" y="988"/>
                  </a:lnTo>
                  <a:lnTo>
                    <a:pt x="1005" y="972"/>
                  </a:lnTo>
                  <a:lnTo>
                    <a:pt x="1021" y="988"/>
                  </a:lnTo>
                  <a:lnTo>
                    <a:pt x="1029" y="1020"/>
                  </a:lnTo>
                  <a:lnTo>
                    <a:pt x="1053" y="1043"/>
                  </a:lnTo>
                  <a:lnTo>
                    <a:pt x="1093" y="1043"/>
                  </a:lnTo>
                  <a:lnTo>
                    <a:pt x="1125" y="1035"/>
                  </a:lnTo>
                  <a:lnTo>
                    <a:pt x="1149" y="1027"/>
                  </a:lnTo>
                  <a:lnTo>
                    <a:pt x="1149" y="1004"/>
                  </a:lnTo>
                  <a:lnTo>
                    <a:pt x="1149" y="988"/>
                  </a:lnTo>
                  <a:lnTo>
                    <a:pt x="1165" y="980"/>
                  </a:lnTo>
                  <a:lnTo>
                    <a:pt x="1173" y="1004"/>
                  </a:lnTo>
                  <a:lnTo>
                    <a:pt x="1181" y="1051"/>
                  </a:lnTo>
                  <a:lnTo>
                    <a:pt x="1197" y="1067"/>
                  </a:lnTo>
                  <a:lnTo>
                    <a:pt x="1213" y="1067"/>
                  </a:lnTo>
                  <a:lnTo>
                    <a:pt x="1237" y="1051"/>
                  </a:lnTo>
                  <a:lnTo>
                    <a:pt x="1237" y="1012"/>
                  </a:lnTo>
                  <a:lnTo>
                    <a:pt x="1253" y="1012"/>
                  </a:lnTo>
                  <a:lnTo>
                    <a:pt x="1261" y="1035"/>
                  </a:lnTo>
                  <a:lnTo>
                    <a:pt x="1276" y="1043"/>
                  </a:lnTo>
                  <a:lnTo>
                    <a:pt x="1300" y="1027"/>
                  </a:lnTo>
                  <a:lnTo>
                    <a:pt x="1308" y="1004"/>
                  </a:lnTo>
                  <a:lnTo>
                    <a:pt x="1284" y="940"/>
                  </a:lnTo>
                  <a:lnTo>
                    <a:pt x="1269" y="884"/>
                  </a:lnTo>
                  <a:lnTo>
                    <a:pt x="1276" y="876"/>
                  </a:lnTo>
                  <a:lnTo>
                    <a:pt x="1300" y="876"/>
                  </a:lnTo>
                  <a:lnTo>
                    <a:pt x="1308" y="884"/>
                  </a:lnTo>
                  <a:lnTo>
                    <a:pt x="1332" y="892"/>
                  </a:lnTo>
                  <a:lnTo>
                    <a:pt x="1348" y="876"/>
                  </a:lnTo>
                  <a:lnTo>
                    <a:pt x="1356" y="844"/>
                  </a:lnTo>
                  <a:lnTo>
                    <a:pt x="1356" y="812"/>
                  </a:lnTo>
                  <a:lnTo>
                    <a:pt x="1372" y="796"/>
                  </a:lnTo>
                  <a:lnTo>
                    <a:pt x="1380" y="773"/>
                  </a:lnTo>
                  <a:lnTo>
                    <a:pt x="1380" y="741"/>
                  </a:lnTo>
                  <a:lnTo>
                    <a:pt x="1412" y="725"/>
                  </a:lnTo>
                  <a:lnTo>
                    <a:pt x="1428" y="709"/>
                  </a:lnTo>
                  <a:lnTo>
                    <a:pt x="1412" y="669"/>
                  </a:lnTo>
                  <a:lnTo>
                    <a:pt x="1396" y="637"/>
                  </a:lnTo>
                  <a:lnTo>
                    <a:pt x="1404" y="629"/>
                  </a:lnTo>
                  <a:lnTo>
                    <a:pt x="1428" y="621"/>
                  </a:lnTo>
                  <a:lnTo>
                    <a:pt x="1442" y="606"/>
                  </a:lnTo>
                  <a:lnTo>
                    <a:pt x="1442" y="585"/>
                  </a:lnTo>
                  <a:lnTo>
                    <a:pt x="1436" y="566"/>
                  </a:lnTo>
                  <a:lnTo>
                    <a:pt x="1420" y="542"/>
                  </a:lnTo>
                  <a:lnTo>
                    <a:pt x="1428" y="534"/>
                  </a:lnTo>
                  <a:lnTo>
                    <a:pt x="1460" y="534"/>
                  </a:lnTo>
                  <a:lnTo>
                    <a:pt x="1500" y="558"/>
                  </a:lnTo>
                  <a:lnTo>
                    <a:pt x="1532" y="566"/>
                  </a:lnTo>
                  <a:lnTo>
                    <a:pt x="1548" y="550"/>
                  </a:lnTo>
                  <a:lnTo>
                    <a:pt x="1569" y="550"/>
                  </a:lnTo>
                  <a:lnTo>
                    <a:pt x="1580" y="534"/>
                  </a:lnTo>
                  <a:lnTo>
                    <a:pt x="1588" y="518"/>
                  </a:lnTo>
                  <a:lnTo>
                    <a:pt x="1612" y="534"/>
                  </a:lnTo>
                  <a:lnTo>
                    <a:pt x="1635" y="589"/>
                  </a:lnTo>
                  <a:lnTo>
                    <a:pt x="1674" y="681"/>
                  </a:lnTo>
                  <a:lnTo>
                    <a:pt x="1707" y="749"/>
                  </a:lnTo>
                  <a:lnTo>
                    <a:pt x="1739" y="812"/>
                  </a:lnTo>
                  <a:lnTo>
                    <a:pt x="1763" y="828"/>
                  </a:lnTo>
                  <a:lnTo>
                    <a:pt x="1778" y="834"/>
                  </a:lnTo>
                  <a:lnTo>
                    <a:pt x="1800" y="837"/>
                  </a:lnTo>
                  <a:lnTo>
                    <a:pt x="1827" y="836"/>
                  </a:lnTo>
                  <a:lnTo>
                    <a:pt x="1835" y="812"/>
                  </a:lnTo>
                  <a:lnTo>
                    <a:pt x="1819" y="773"/>
                  </a:lnTo>
                  <a:lnTo>
                    <a:pt x="1795" y="733"/>
                  </a:lnTo>
                  <a:lnTo>
                    <a:pt x="1795" y="717"/>
                  </a:lnTo>
                  <a:lnTo>
                    <a:pt x="1819" y="717"/>
                  </a:lnTo>
                  <a:lnTo>
                    <a:pt x="1835" y="693"/>
                  </a:lnTo>
                  <a:lnTo>
                    <a:pt x="1859" y="693"/>
                  </a:lnTo>
                  <a:lnTo>
                    <a:pt x="1875" y="701"/>
                  </a:lnTo>
                  <a:lnTo>
                    <a:pt x="1891" y="709"/>
                  </a:lnTo>
                  <a:lnTo>
                    <a:pt x="1907" y="693"/>
                  </a:lnTo>
                  <a:lnTo>
                    <a:pt x="1899" y="653"/>
                  </a:lnTo>
                  <a:lnTo>
                    <a:pt x="1827" y="486"/>
                  </a:lnTo>
                  <a:lnTo>
                    <a:pt x="1827" y="470"/>
                  </a:lnTo>
                  <a:lnTo>
                    <a:pt x="1835" y="462"/>
                  </a:lnTo>
                  <a:lnTo>
                    <a:pt x="1867" y="518"/>
                  </a:lnTo>
                  <a:lnTo>
                    <a:pt x="1955" y="717"/>
                  </a:lnTo>
                  <a:lnTo>
                    <a:pt x="1995" y="804"/>
                  </a:lnTo>
                  <a:lnTo>
                    <a:pt x="2018" y="836"/>
                  </a:lnTo>
                  <a:lnTo>
                    <a:pt x="2042" y="836"/>
                  </a:lnTo>
                  <a:lnTo>
                    <a:pt x="2058" y="820"/>
                  </a:lnTo>
                  <a:lnTo>
                    <a:pt x="2042" y="773"/>
                  </a:lnTo>
                  <a:lnTo>
                    <a:pt x="2004" y="682"/>
                  </a:lnTo>
                  <a:lnTo>
                    <a:pt x="1979" y="605"/>
                  </a:lnTo>
                  <a:lnTo>
                    <a:pt x="1987" y="589"/>
                  </a:lnTo>
                  <a:lnTo>
                    <a:pt x="2002" y="589"/>
                  </a:lnTo>
                  <a:lnTo>
                    <a:pt x="2026" y="621"/>
                  </a:lnTo>
                  <a:lnTo>
                    <a:pt x="2050" y="637"/>
                  </a:lnTo>
                  <a:lnTo>
                    <a:pt x="2074" y="645"/>
                  </a:lnTo>
                  <a:lnTo>
                    <a:pt x="2098" y="629"/>
                  </a:lnTo>
                  <a:lnTo>
                    <a:pt x="2106" y="605"/>
                  </a:lnTo>
                  <a:lnTo>
                    <a:pt x="2122" y="621"/>
                  </a:lnTo>
                  <a:lnTo>
                    <a:pt x="2194" y="749"/>
                  </a:lnTo>
                  <a:lnTo>
                    <a:pt x="2218" y="789"/>
                  </a:lnTo>
                  <a:lnTo>
                    <a:pt x="2242" y="812"/>
                  </a:lnTo>
                  <a:lnTo>
                    <a:pt x="2266" y="804"/>
                  </a:lnTo>
                  <a:lnTo>
                    <a:pt x="2274" y="781"/>
                  </a:lnTo>
                  <a:lnTo>
                    <a:pt x="2240" y="687"/>
                  </a:lnTo>
                  <a:lnTo>
                    <a:pt x="2174" y="543"/>
                  </a:lnTo>
                  <a:lnTo>
                    <a:pt x="2120" y="415"/>
                  </a:lnTo>
                  <a:lnTo>
                    <a:pt x="2091" y="354"/>
                  </a:lnTo>
                  <a:lnTo>
                    <a:pt x="2090" y="342"/>
                  </a:lnTo>
                  <a:lnTo>
                    <a:pt x="2106" y="350"/>
                  </a:lnTo>
                  <a:lnTo>
                    <a:pt x="2186" y="470"/>
                  </a:lnTo>
                  <a:lnTo>
                    <a:pt x="2282" y="637"/>
                  </a:lnTo>
                  <a:lnTo>
                    <a:pt x="2364" y="807"/>
                  </a:lnTo>
                  <a:lnTo>
                    <a:pt x="2441" y="964"/>
                  </a:lnTo>
                  <a:lnTo>
                    <a:pt x="2505" y="1099"/>
                  </a:lnTo>
                  <a:lnTo>
                    <a:pt x="2561" y="1195"/>
                  </a:lnTo>
                  <a:lnTo>
                    <a:pt x="2582" y="1220"/>
                  </a:lnTo>
                  <a:lnTo>
                    <a:pt x="2601" y="1235"/>
                  </a:lnTo>
                  <a:lnTo>
                    <a:pt x="2633" y="1250"/>
                  </a:lnTo>
                  <a:lnTo>
                    <a:pt x="2641" y="1227"/>
                  </a:lnTo>
                  <a:lnTo>
                    <a:pt x="2637" y="1179"/>
                  </a:lnTo>
                  <a:lnTo>
                    <a:pt x="2615" y="1092"/>
                  </a:lnTo>
                  <a:lnTo>
                    <a:pt x="2585" y="996"/>
                  </a:lnTo>
                  <a:lnTo>
                    <a:pt x="2508" y="790"/>
                  </a:lnTo>
                  <a:lnTo>
                    <a:pt x="2439" y="624"/>
                  </a:lnTo>
                  <a:lnTo>
                    <a:pt x="2393" y="517"/>
                  </a:lnTo>
                  <a:lnTo>
                    <a:pt x="2377" y="470"/>
                  </a:lnTo>
                  <a:lnTo>
                    <a:pt x="2377" y="454"/>
                  </a:lnTo>
                  <a:lnTo>
                    <a:pt x="2393" y="470"/>
                  </a:lnTo>
                  <a:lnTo>
                    <a:pt x="2465" y="589"/>
                  </a:lnTo>
                  <a:lnTo>
                    <a:pt x="2576" y="786"/>
                  </a:lnTo>
                  <a:lnTo>
                    <a:pt x="2665" y="956"/>
                  </a:lnTo>
                  <a:lnTo>
                    <a:pt x="2752" y="1139"/>
                  </a:lnTo>
                  <a:lnTo>
                    <a:pt x="2800" y="1250"/>
                  </a:lnTo>
                  <a:lnTo>
                    <a:pt x="2840" y="1346"/>
                  </a:lnTo>
                  <a:lnTo>
                    <a:pt x="2864" y="1394"/>
                  </a:lnTo>
                  <a:lnTo>
                    <a:pt x="2879" y="1407"/>
                  </a:lnTo>
                  <a:lnTo>
                    <a:pt x="2896" y="1402"/>
                  </a:lnTo>
                  <a:lnTo>
                    <a:pt x="2906" y="1389"/>
                  </a:lnTo>
                  <a:lnTo>
                    <a:pt x="2904" y="1370"/>
                  </a:lnTo>
                  <a:lnTo>
                    <a:pt x="2872" y="1306"/>
                  </a:lnTo>
                  <a:lnTo>
                    <a:pt x="2768" y="1091"/>
                  </a:lnTo>
                  <a:lnTo>
                    <a:pt x="2681" y="916"/>
                  </a:lnTo>
                  <a:lnTo>
                    <a:pt x="2601" y="757"/>
                  </a:lnTo>
                  <a:lnTo>
                    <a:pt x="2497" y="573"/>
                  </a:lnTo>
                  <a:lnTo>
                    <a:pt x="2409" y="414"/>
                  </a:lnTo>
                  <a:lnTo>
                    <a:pt x="2354" y="319"/>
                  </a:lnTo>
                  <a:lnTo>
                    <a:pt x="2338" y="295"/>
                  </a:lnTo>
                  <a:lnTo>
                    <a:pt x="2328" y="282"/>
                  </a:lnTo>
                  <a:lnTo>
                    <a:pt x="2314" y="279"/>
                  </a:lnTo>
                  <a:lnTo>
                    <a:pt x="2297" y="286"/>
                  </a:lnTo>
                  <a:lnTo>
                    <a:pt x="2290" y="303"/>
                  </a:lnTo>
                  <a:lnTo>
                    <a:pt x="2290" y="335"/>
                  </a:lnTo>
                  <a:lnTo>
                    <a:pt x="2306" y="406"/>
                  </a:lnTo>
                  <a:lnTo>
                    <a:pt x="2352" y="534"/>
                  </a:lnTo>
                  <a:lnTo>
                    <a:pt x="2411" y="673"/>
                  </a:lnTo>
                  <a:lnTo>
                    <a:pt x="2457" y="781"/>
                  </a:lnTo>
                  <a:lnTo>
                    <a:pt x="2497" y="884"/>
                  </a:lnTo>
                  <a:lnTo>
                    <a:pt x="2529" y="964"/>
                  </a:lnTo>
                  <a:lnTo>
                    <a:pt x="2553" y="1027"/>
                  </a:lnTo>
                  <a:lnTo>
                    <a:pt x="2553" y="1051"/>
                  </a:lnTo>
                  <a:lnTo>
                    <a:pt x="2541" y="1052"/>
                  </a:lnTo>
                  <a:lnTo>
                    <a:pt x="2529" y="1041"/>
                  </a:lnTo>
                  <a:lnTo>
                    <a:pt x="2457" y="900"/>
                  </a:lnTo>
                  <a:lnTo>
                    <a:pt x="2333" y="643"/>
                  </a:lnTo>
                  <a:lnTo>
                    <a:pt x="2229" y="453"/>
                  </a:lnTo>
                  <a:lnTo>
                    <a:pt x="2162" y="335"/>
                  </a:lnTo>
                  <a:lnTo>
                    <a:pt x="2074" y="199"/>
                  </a:lnTo>
                  <a:lnTo>
                    <a:pt x="2050" y="167"/>
                  </a:lnTo>
                  <a:lnTo>
                    <a:pt x="2026" y="159"/>
                  </a:lnTo>
                  <a:lnTo>
                    <a:pt x="2002" y="159"/>
                  </a:lnTo>
                  <a:lnTo>
                    <a:pt x="1991" y="168"/>
                  </a:lnTo>
                  <a:lnTo>
                    <a:pt x="1987" y="183"/>
                  </a:lnTo>
                  <a:lnTo>
                    <a:pt x="1985" y="204"/>
                  </a:lnTo>
                  <a:lnTo>
                    <a:pt x="1987" y="223"/>
                  </a:lnTo>
                  <a:lnTo>
                    <a:pt x="2021" y="301"/>
                  </a:lnTo>
                  <a:lnTo>
                    <a:pt x="2042" y="350"/>
                  </a:lnTo>
                  <a:lnTo>
                    <a:pt x="2042" y="366"/>
                  </a:lnTo>
                  <a:lnTo>
                    <a:pt x="2028" y="369"/>
                  </a:lnTo>
                  <a:lnTo>
                    <a:pt x="2018" y="358"/>
                  </a:lnTo>
                  <a:lnTo>
                    <a:pt x="1965" y="273"/>
                  </a:lnTo>
                  <a:lnTo>
                    <a:pt x="1939" y="231"/>
                  </a:lnTo>
                  <a:lnTo>
                    <a:pt x="1923" y="223"/>
                  </a:lnTo>
                  <a:lnTo>
                    <a:pt x="1899" y="239"/>
                  </a:lnTo>
                  <a:lnTo>
                    <a:pt x="1891" y="255"/>
                  </a:lnTo>
                  <a:lnTo>
                    <a:pt x="1907" y="279"/>
                  </a:lnTo>
                  <a:lnTo>
                    <a:pt x="1955" y="366"/>
                  </a:lnTo>
                  <a:lnTo>
                    <a:pt x="1971" y="398"/>
                  </a:lnTo>
                  <a:lnTo>
                    <a:pt x="1986" y="423"/>
                  </a:lnTo>
                  <a:lnTo>
                    <a:pt x="1995" y="446"/>
                  </a:lnTo>
                  <a:lnTo>
                    <a:pt x="1979" y="462"/>
                  </a:lnTo>
                  <a:lnTo>
                    <a:pt x="1955" y="430"/>
                  </a:lnTo>
                  <a:lnTo>
                    <a:pt x="1890" y="307"/>
                  </a:lnTo>
                  <a:lnTo>
                    <a:pt x="1827" y="191"/>
                  </a:lnTo>
                  <a:lnTo>
                    <a:pt x="1803" y="143"/>
                  </a:lnTo>
                  <a:lnTo>
                    <a:pt x="1779" y="127"/>
                  </a:lnTo>
                  <a:lnTo>
                    <a:pt x="1755" y="135"/>
                  </a:lnTo>
                  <a:lnTo>
                    <a:pt x="1747" y="159"/>
                  </a:lnTo>
                  <a:lnTo>
                    <a:pt x="1747" y="191"/>
                  </a:lnTo>
                  <a:lnTo>
                    <a:pt x="1731" y="191"/>
                  </a:lnTo>
                  <a:lnTo>
                    <a:pt x="1715" y="159"/>
                  </a:lnTo>
                  <a:lnTo>
                    <a:pt x="1683" y="96"/>
                  </a:lnTo>
                  <a:lnTo>
                    <a:pt x="1659" y="56"/>
                  </a:lnTo>
                  <a:lnTo>
                    <a:pt x="1628" y="56"/>
                  </a:lnTo>
                  <a:lnTo>
                    <a:pt x="1604" y="80"/>
                  </a:lnTo>
                  <a:lnTo>
                    <a:pt x="1612" y="112"/>
                  </a:lnTo>
                  <a:lnTo>
                    <a:pt x="1667" y="223"/>
                  </a:lnTo>
                  <a:lnTo>
                    <a:pt x="1715" y="319"/>
                  </a:lnTo>
                  <a:lnTo>
                    <a:pt x="1723" y="350"/>
                  </a:lnTo>
                  <a:lnTo>
                    <a:pt x="1715" y="366"/>
                  </a:lnTo>
                  <a:lnTo>
                    <a:pt x="1699" y="342"/>
                  </a:lnTo>
                  <a:lnTo>
                    <a:pt x="1612" y="167"/>
                  </a:lnTo>
                  <a:lnTo>
                    <a:pt x="1564" y="64"/>
                  </a:lnTo>
                  <a:lnTo>
                    <a:pt x="1540" y="48"/>
                  </a:lnTo>
                  <a:lnTo>
                    <a:pt x="1508" y="64"/>
                  </a:lnTo>
                  <a:lnTo>
                    <a:pt x="1484" y="72"/>
                  </a:lnTo>
                  <a:lnTo>
                    <a:pt x="1460" y="96"/>
                  </a:lnTo>
                  <a:lnTo>
                    <a:pt x="1460" y="127"/>
                  </a:lnTo>
                  <a:lnTo>
                    <a:pt x="1526" y="241"/>
                  </a:lnTo>
                  <a:lnTo>
                    <a:pt x="1580" y="335"/>
                  </a:lnTo>
                  <a:lnTo>
                    <a:pt x="1596" y="363"/>
                  </a:lnTo>
                  <a:lnTo>
                    <a:pt x="1598" y="385"/>
                  </a:lnTo>
                  <a:lnTo>
                    <a:pt x="1588" y="406"/>
                  </a:lnTo>
                  <a:lnTo>
                    <a:pt x="1572" y="414"/>
                  </a:lnTo>
                  <a:lnTo>
                    <a:pt x="1524" y="337"/>
                  </a:lnTo>
                  <a:lnTo>
                    <a:pt x="1467" y="231"/>
                  </a:lnTo>
                  <a:lnTo>
                    <a:pt x="1444" y="191"/>
                  </a:lnTo>
                  <a:lnTo>
                    <a:pt x="1430" y="171"/>
                  </a:lnTo>
                  <a:lnTo>
                    <a:pt x="1404" y="159"/>
                  </a:lnTo>
                  <a:lnTo>
                    <a:pt x="1367" y="162"/>
                  </a:lnTo>
                  <a:lnTo>
                    <a:pt x="1340" y="167"/>
                  </a:lnTo>
                  <a:lnTo>
                    <a:pt x="1292" y="80"/>
                  </a:lnTo>
                  <a:lnTo>
                    <a:pt x="1269" y="48"/>
                  </a:lnTo>
                  <a:lnTo>
                    <a:pt x="1245" y="40"/>
                  </a:lnTo>
                  <a:lnTo>
                    <a:pt x="1221" y="56"/>
                  </a:lnTo>
                  <a:lnTo>
                    <a:pt x="1221" y="88"/>
                  </a:lnTo>
                  <a:lnTo>
                    <a:pt x="1213" y="119"/>
                  </a:lnTo>
                  <a:lnTo>
                    <a:pt x="1189" y="135"/>
                  </a:lnTo>
                  <a:lnTo>
                    <a:pt x="1165" y="135"/>
                  </a:lnTo>
                  <a:lnTo>
                    <a:pt x="1141" y="127"/>
                  </a:lnTo>
                  <a:lnTo>
                    <a:pt x="1117" y="112"/>
                  </a:lnTo>
                  <a:lnTo>
                    <a:pt x="1093" y="119"/>
                  </a:lnTo>
                  <a:lnTo>
                    <a:pt x="1085" y="143"/>
                  </a:lnTo>
                  <a:lnTo>
                    <a:pt x="1093" y="167"/>
                  </a:lnTo>
                  <a:lnTo>
                    <a:pt x="1093" y="183"/>
                  </a:lnTo>
                  <a:lnTo>
                    <a:pt x="1069" y="183"/>
                  </a:lnTo>
                  <a:lnTo>
                    <a:pt x="1053" y="183"/>
                  </a:lnTo>
                  <a:lnTo>
                    <a:pt x="1037" y="207"/>
                  </a:lnTo>
                  <a:lnTo>
                    <a:pt x="1037" y="231"/>
                  </a:lnTo>
                  <a:lnTo>
                    <a:pt x="1053" y="263"/>
                  </a:lnTo>
                  <a:lnTo>
                    <a:pt x="1061" y="279"/>
                  </a:lnTo>
                  <a:lnTo>
                    <a:pt x="1061" y="295"/>
                  </a:lnTo>
                  <a:lnTo>
                    <a:pt x="1053" y="311"/>
                  </a:lnTo>
                  <a:lnTo>
                    <a:pt x="1045" y="342"/>
                  </a:lnTo>
                  <a:lnTo>
                    <a:pt x="1077" y="406"/>
                  </a:lnTo>
                  <a:lnTo>
                    <a:pt x="1109" y="478"/>
                  </a:lnTo>
                  <a:lnTo>
                    <a:pt x="1109" y="502"/>
                  </a:lnTo>
                  <a:lnTo>
                    <a:pt x="1101" y="510"/>
                  </a:lnTo>
                  <a:lnTo>
                    <a:pt x="1085" y="502"/>
                  </a:lnTo>
                  <a:lnTo>
                    <a:pt x="1045" y="422"/>
                  </a:lnTo>
                  <a:lnTo>
                    <a:pt x="1013" y="350"/>
                  </a:lnTo>
                  <a:lnTo>
                    <a:pt x="997" y="335"/>
                  </a:lnTo>
                  <a:lnTo>
                    <a:pt x="973" y="342"/>
                  </a:lnTo>
                  <a:lnTo>
                    <a:pt x="957" y="358"/>
                  </a:lnTo>
                  <a:lnTo>
                    <a:pt x="973" y="398"/>
                  </a:lnTo>
                  <a:lnTo>
                    <a:pt x="993" y="442"/>
                  </a:lnTo>
                  <a:lnTo>
                    <a:pt x="1004" y="468"/>
                  </a:lnTo>
                  <a:lnTo>
                    <a:pt x="997" y="486"/>
                  </a:lnTo>
                  <a:lnTo>
                    <a:pt x="981" y="478"/>
                  </a:lnTo>
                  <a:lnTo>
                    <a:pt x="941" y="390"/>
                  </a:lnTo>
                  <a:lnTo>
                    <a:pt x="902" y="303"/>
                  </a:lnTo>
                  <a:lnTo>
                    <a:pt x="886" y="279"/>
                  </a:lnTo>
                  <a:lnTo>
                    <a:pt x="862" y="279"/>
                  </a:lnTo>
                  <a:lnTo>
                    <a:pt x="838" y="287"/>
                  </a:lnTo>
                  <a:lnTo>
                    <a:pt x="822" y="303"/>
                  </a:lnTo>
                  <a:lnTo>
                    <a:pt x="798" y="295"/>
                  </a:lnTo>
                  <a:lnTo>
                    <a:pt x="790" y="287"/>
                  </a:lnTo>
                  <a:lnTo>
                    <a:pt x="782" y="271"/>
                  </a:lnTo>
                  <a:lnTo>
                    <a:pt x="758" y="263"/>
                  </a:lnTo>
                  <a:lnTo>
                    <a:pt x="742" y="263"/>
                  </a:lnTo>
                  <a:lnTo>
                    <a:pt x="726" y="239"/>
                  </a:lnTo>
                  <a:lnTo>
                    <a:pt x="710" y="207"/>
                  </a:lnTo>
                  <a:lnTo>
                    <a:pt x="710" y="191"/>
                  </a:lnTo>
                  <a:lnTo>
                    <a:pt x="742" y="199"/>
                  </a:lnTo>
                  <a:lnTo>
                    <a:pt x="758" y="183"/>
                  </a:lnTo>
                  <a:lnTo>
                    <a:pt x="758" y="127"/>
                  </a:lnTo>
                  <a:lnTo>
                    <a:pt x="734" y="112"/>
                  </a:lnTo>
                  <a:lnTo>
                    <a:pt x="718" y="80"/>
                  </a:lnTo>
                  <a:lnTo>
                    <a:pt x="694" y="64"/>
                  </a:lnTo>
                  <a:lnTo>
                    <a:pt x="678" y="72"/>
                  </a:lnTo>
                  <a:lnTo>
                    <a:pt x="662" y="48"/>
                  </a:lnTo>
                  <a:lnTo>
                    <a:pt x="630" y="48"/>
                  </a:lnTo>
                  <a:lnTo>
                    <a:pt x="614" y="72"/>
                  </a:lnTo>
                  <a:lnTo>
                    <a:pt x="598" y="64"/>
                  </a:lnTo>
                  <a:lnTo>
                    <a:pt x="574" y="56"/>
                  </a:lnTo>
                  <a:lnTo>
                    <a:pt x="550" y="32"/>
                  </a:lnTo>
                  <a:lnTo>
                    <a:pt x="511" y="24"/>
                  </a:lnTo>
                  <a:lnTo>
                    <a:pt x="495" y="8"/>
                  </a:lnTo>
                  <a:lnTo>
                    <a:pt x="471"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789" name=""/>
            <p:cNvSpPr/>
            <p:nvPr/>
          </p:nvSpPr>
          <p:spPr>
            <a:xfrm>
              <a:off x="6095880" y="3289320"/>
              <a:ext cx="395280" cy="801720"/>
            </a:xfrm>
            <a:custGeom>
              <a:avLst/>
              <a:gdLst/>
              <a:ahLst/>
              <a:rect l="l" t="t" r="r" b="b"/>
              <a:pathLst>
                <a:path w="249" h="505">
                  <a:moveTo>
                    <a:pt x="8" y="8"/>
                  </a:moveTo>
                  <a:lnTo>
                    <a:pt x="0" y="16"/>
                  </a:lnTo>
                  <a:lnTo>
                    <a:pt x="8" y="39"/>
                  </a:lnTo>
                  <a:lnTo>
                    <a:pt x="20" y="64"/>
                  </a:lnTo>
                  <a:lnTo>
                    <a:pt x="54" y="141"/>
                  </a:lnTo>
                  <a:lnTo>
                    <a:pt x="70" y="189"/>
                  </a:lnTo>
                  <a:lnTo>
                    <a:pt x="89" y="235"/>
                  </a:lnTo>
                  <a:lnTo>
                    <a:pt x="108" y="285"/>
                  </a:lnTo>
                  <a:lnTo>
                    <a:pt x="116" y="315"/>
                  </a:lnTo>
                  <a:lnTo>
                    <a:pt x="109" y="331"/>
                  </a:lnTo>
                  <a:lnTo>
                    <a:pt x="93" y="331"/>
                  </a:lnTo>
                  <a:lnTo>
                    <a:pt x="78" y="309"/>
                  </a:lnTo>
                  <a:lnTo>
                    <a:pt x="60" y="271"/>
                  </a:lnTo>
                  <a:lnTo>
                    <a:pt x="47" y="244"/>
                  </a:lnTo>
                  <a:lnTo>
                    <a:pt x="27" y="210"/>
                  </a:lnTo>
                  <a:lnTo>
                    <a:pt x="16" y="197"/>
                  </a:lnTo>
                  <a:lnTo>
                    <a:pt x="3" y="213"/>
                  </a:lnTo>
                  <a:lnTo>
                    <a:pt x="8" y="232"/>
                  </a:lnTo>
                  <a:lnTo>
                    <a:pt x="31" y="284"/>
                  </a:lnTo>
                  <a:lnTo>
                    <a:pt x="62" y="354"/>
                  </a:lnTo>
                  <a:lnTo>
                    <a:pt x="85" y="402"/>
                  </a:lnTo>
                  <a:lnTo>
                    <a:pt x="101" y="433"/>
                  </a:lnTo>
                  <a:lnTo>
                    <a:pt x="117" y="459"/>
                  </a:lnTo>
                  <a:lnTo>
                    <a:pt x="140" y="488"/>
                  </a:lnTo>
                  <a:lnTo>
                    <a:pt x="163" y="504"/>
                  </a:lnTo>
                  <a:lnTo>
                    <a:pt x="186" y="504"/>
                  </a:lnTo>
                  <a:lnTo>
                    <a:pt x="198" y="483"/>
                  </a:lnTo>
                  <a:lnTo>
                    <a:pt x="194" y="457"/>
                  </a:lnTo>
                  <a:lnTo>
                    <a:pt x="178" y="425"/>
                  </a:lnTo>
                  <a:lnTo>
                    <a:pt x="171" y="402"/>
                  </a:lnTo>
                  <a:lnTo>
                    <a:pt x="171" y="378"/>
                  </a:lnTo>
                  <a:lnTo>
                    <a:pt x="186" y="378"/>
                  </a:lnTo>
                  <a:lnTo>
                    <a:pt x="209" y="402"/>
                  </a:lnTo>
                  <a:lnTo>
                    <a:pt x="225" y="410"/>
                  </a:lnTo>
                  <a:lnTo>
                    <a:pt x="240" y="394"/>
                  </a:lnTo>
                  <a:lnTo>
                    <a:pt x="248" y="378"/>
                  </a:lnTo>
                  <a:lnTo>
                    <a:pt x="240" y="347"/>
                  </a:lnTo>
                  <a:lnTo>
                    <a:pt x="217" y="284"/>
                  </a:lnTo>
                  <a:lnTo>
                    <a:pt x="194" y="236"/>
                  </a:lnTo>
                  <a:lnTo>
                    <a:pt x="202" y="205"/>
                  </a:lnTo>
                  <a:lnTo>
                    <a:pt x="202" y="173"/>
                  </a:lnTo>
                  <a:lnTo>
                    <a:pt x="194" y="150"/>
                  </a:lnTo>
                  <a:lnTo>
                    <a:pt x="165" y="97"/>
                  </a:lnTo>
                  <a:lnTo>
                    <a:pt x="138" y="53"/>
                  </a:lnTo>
                  <a:lnTo>
                    <a:pt x="123" y="29"/>
                  </a:lnTo>
                  <a:lnTo>
                    <a:pt x="109" y="16"/>
                  </a:lnTo>
                  <a:lnTo>
                    <a:pt x="85" y="8"/>
                  </a:lnTo>
                  <a:lnTo>
                    <a:pt x="70" y="16"/>
                  </a:lnTo>
                  <a:lnTo>
                    <a:pt x="54" y="24"/>
                  </a:lnTo>
                  <a:lnTo>
                    <a:pt x="39" y="8"/>
                  </a:lnTo>
                  <a:lnTo>
                    <a:pt x="23" y="0"/>
                  </a:lnTo>
                  <a:lnTo>
                    <a:pt x="8" y="8"/>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2790" name=""/>
            <p:cNvSpPr/>
            <p:nvPr/>
          </p:nvSpPr>
          <p:spPr>
            <a:xfrm>
              <a:off x="5524560" y="4483080"/>
              <a:ext cx="611280" cy="560520"/>
            </a:xfrm>
            <a:custGeom>
              <a:avLst/>
              <a:gdLst/>
              <a:ahLst/>
              <a:rect l="l" t="t" r="r" b="b"/>
              <a:pathLst>
                <a:path w="385" h="353">
                  <a:moveTo>
                    <a:pt x="165" y="0"/>
                  </a:moveTo>
                  <a:lnTo>
                    <a:pt x="149" y="8"/>
                  </a:lnTo>
                  <a:lnTo>
                    <a:pt x="149" y="31"/>
                  </a:lnTo>
                  <a:lnTo>
                    <a:pt x="149" y="55"/>
                  </a:lnTo>
                  <a:lnTo>
                    <a:pt x="141" y="63"/>
                  </a:lnTo>
                  <a:lnTo>
                    <a:pt x="118" y="70"/>
                  </a:lnTo>
                  <a:lnTo>
                    <a:pt x="94" y="94"/>
                  </a:lnTo>
                  <a:lnTo>
                    <a:pt x="71" y="110"/>
                  </a:lnTo>
                  <a:lnTo>
                    <a:pt x="63" y="125"/>
                  </a:lnTo>
                  <a:lnTo>
                    <a:pt x="55" y="149"/>
                  </a:lnTo>
                  <a:lnTo>
                    <a:pt x="39" y="156"/>
                  </a:lnTo>
                  <a:lnTo>
                    <a:pt x="24" y="156"/>
                  </a:lnTo>
                  <a:lnTo>
                    <a:pt x="0" y="172"/>
                  </a:lnTo>
                  <a:lnTo>
                    <a:pt x="0" y="188"/>
                  </a:lnTo>
                  <a:lnTo>
                    <a:pt x="8" y="211"/>
                  </a:lnTo>
                  <a:lnTo>
                    <a:pt x="16" y="242"/>
                  </a:lnTo>
                  <a:lnTo>
                    <a:pt x="31" y="274"/>
                  </a:lnTo>
                  <a:lnTo>
                    <a:pt x="47" y="282"/>
                  </a:lnTo>
                  <a:lnTo>
                    <a:pt x="71" y="282"/>
                  </a:lnTo>
                  <a:lnTo>
                    <a:pt x="71" y="297"/>
                  </a:lnTo>
                  <a:lnTo>
                    <a:pt x="86" y="321"/>
                  </a:lnTo>
                  <a:lnTo>
                    <a:pt x="102" y="329"/>
                  </a:lnTo>
                  <a:lnTo>
                    <a:pt x="118" y="313"/>
                  </a:lnTo>
                  <a:lnTo>
                    <a:pt x="125" y="297"/>
                  </a:lnTo>
                  <a:lnTo>
                    <a:pt x="157" y="289"/>
                  </a:lnTo>
                  <a:lnTo>
                    <a:pt x="180" y="282"/>
                  </a:lnTo>
                  <a:lnTo>
                    <a:pt x="204" y="282"/>
                  </a:lnTo>
                  <a:lnTo>
                    <a:pt x="235" y="282"/>
                  </a:lnTo>
                  <a:lnTo>
                    <a:pt x="259" y="313"/>
                  </a:lnTo>
                  <a:lnTo>
                    <a:pt x="274" y="344"/>
                  </a:lnTo>
                  <a:lnTo>
                    <a:pt x="298" y="352"/>
                  </a:lnTo>
                  <a:lnTo>
                    <a:pt x="329" y="352"/>
                  </a:lnTo>
                  <a:lnTo>
                    <a:pt x="353" y="329"/>
                  </a:lnTo>
                  <a:lnTo>
                    <a:pt x="353" y="305"/>
                  </a:lnTo>
                  <a:lnTo>
                    <a:pt x="345" y="274"/>
                  </a:lnTo>
                  <a:lnTo>
                    <a:pt x="345" y="266"/>
                  </a:lnTo>
                  <a:lnTo>
                    <a:pt x="360" y="258"/>
                  </a:lnTo>
                  <a:lnTo>
                    <a:pt x="376" y="258"/>
                  </a:lnTo>
                  <a:lnTo>
                    <a:pt x="384" y="235"/>
                  </a:lnTo>
                  <a:lnTo>
                    <a:pt x="376" y="196"/>
                  </a:lnTo>
                  <a:lnTo>
                    <a:pt x="360" y="156"/>
                  </a:lnTo>
                  <a:lnTo>
                    <a:pt x="337" y="117"/>
                  </a:lnTo>
                  <a:lnTo>
                    <a:pt x="306" y="70"/>
                  </a:lnTo>
                  <a:lnTo>
                    <a:pt x="298" y="47"/>
                  </a:lnTo>
                  <a:lnTo>
                    <a:pt x="290" y="23"/>
                  </a:lnTo>
                  <a:lnTo>
                    <a:pt x="274" y="8"/>
                  </a:lnTo>
                  <a:lnTo>
                    <a:pt x="259" y="8"/>
                  </a:lnTo>
                  <a:lnTo>
                    <a:pt x="243" y="8"/>
                  </a:lnTo>
                  <a:lnTo>
                    <a:pt x="243" y="23"/>
                  </a:lnTo>
                  <a:lnTo>
                    <a:pt x="235" y="39"/>
                  </a:lnTo>
                  <a:lnTo>
                    <a:pt x="212" y="39"/>
                  </a:lnTo>
                  <a:lnTo>
                    <a:pt x="188" y="31"/>
                  </a:lnTo>
                  <a:lnTo>
                    <a:pt x="180" y="8"/>
                  </a:lnTo>
                  <a:lnTo>
                    <a:pt x="172" y="0"/>
                  </a:lnTo>
                  <a:lnTo>
                    <a:pt x="165"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279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79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616A735-5CE5-4D89-AB1F-10D01BC70743}" type="slidenum">
              <a:t>158</a:t>
            </a:fld>
          </a:p>
        </p:txBody>
      </p:sp>
    </p:spTree>
  </p:cSld>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93" name="McK Confidential"/>
          <p:cNvSpPr/>
          <p:nvPr/>
        </p:nvSpPr>
        <p:spPr>
          <a:xfrm>
            <a:off x="2639880" y="2139840"/>
            <a:ext cx="14860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CONFIDENTIAL</a:t>
            </a:r>
            <a:endParaRPr b="0" lang="en-US" sz="1400" spc="-1" strike="noStrike">
              <a:solidFill>
                <a:srgbClr val="000000"/>
              </a:solidFill>
              <a:latin typeface="Times New Roman"/>
            </a:endParaRPr>
          </a:p>
        </p:txBody>
      </p:sp>
      <p:sp>
        <p:nvSpPr>
          <p:cNvPr id="2794" name="PlaceHolder 1"/>
          <p:cNvSpPr>
            <a:spLocks noGrp="1"/>
          </p:cNvSpPr>
          <p:nvPr>
            <p:ph type="title"/>
          </p:nvPr>
        </p:nvSpPr>
        <p:spPr>
          <a:xfrm>
            <a:off x="2639880" y="2701440"/>
            <a:ext cx="5027760" cy="366120"/>
          </a:xfrm>
          <a:prstGeom prst="rect">
            <a:avLst/>
          </a:prstGeom>
          <a:noFill/>
          <a:ln w="0">
            <a:noFill/>
          </a:ln>
        </p:spPr>
        <p:txBody>
          <a:bodyPr lIns="0" rIns="0" tIns="0" bIns="0" anchor="t">
            <a:noAutofit/>
          </a:bodyPr>
          <a:p>
            <a:pPr indent="0">
              <a:lnSpc>
                <a:spcPct val="100000"/>
              </a:lnSpc>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2400" spc="-1" strike="noStrike">
                <a:solidFill>
                  <a:srgbClr val="000000"/>
                </a:solidFill>
                <a:latin typeface="Arial Black"/>
                <a:ea typeface="-윤고딕130"/>
              </a:rPr>
              <a:t>Frequently Used Template </a:t>
            </a:r>
            <a:endParaRPr b="0" lang="en-US" sz="2400" spc="-1" strike="noStrike">
              <a:solidFill>
                <a:srgbClr val="000000"/>
              </a:solidFill>
              <a:latin typeface="Arial"/>
            </a:endParaRPr>
          </a:p>
        </p:txBody>
      </p:sp>
      <p:sp>
        <p:nvSpPr>
          <p:cNvPr id="2795" name="PlaceHolder 2"/>
          <p:cNvSpPr>
            <a:spLocks noGrp="1"/>
          </p:cNvSpPr>
          <p:nvPr>
            <p:ph type="subTitle"/>
          </p:nvPr>
        </p:nvSpPr>
        <p:spPr>
          <a:xfrm>
            <a:off x="2639880" y="3882600"/>
            <a:ext cx="5027760" cy="21384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rPr>
              <a:t>Text</a:t>
            </a:r>
            <a:endParaRPr b="0" lang="en-US" sz="1400" spc="-1" strike="noStrike">
              <a:solidFill>
                <a:srgbClr val="000000"/>
              </a:solidFill>
              <a:latin typeface="Arial"/>
            </a:endParaRPr>
          </a:p>
        </p:txBody>
      </p:sp>
      <p:sp>
        <p:nvSpPr>
          <p:cNvPr id="2796" name="McK Document"/>
          <p:cNvSpPr/>
          <p:nvPr/>
        </p:nvSpPr>
        <p:spPr>
          <a:xfrm>
            <a:off x="2639880" y="4839120"/>
            <a:ext cx="502776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Template </a:t>
            </a:r>
            <a:endParaRPr b="0" lang="en-US" sz="1400" spc="-1" strike="noStrike">
              <a:solidFill>
                <a:srgbClr val="000000"/>
              </a:solidFill>
              <a:latin typeface="Times New Roman"/>
            </a:endParaRPr>
          </a:p>
        </p:txBody>
      </p:sp>
      <p:sp>
        <p:nvSpPr>
          <p:cNvPr id="2797" name="McK Date"/>
          <p:cNvSpPr/>
          <p:nvPr/>
        </p:nvSpPr>
        <p:spPr>
          <a:xfrm>
            <a:off x="2639880" y="5105520"/>
            <a:ext cx="50277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June 2002 </a:t>
            </a:r>
            <a:endParaRPr b="0" lang="en-US" sz="1400" spc="-1" strike="noStrike">
              <a:solidFill>
                <a:srgbClr val="000000"/>
              </a:solidFill>
              <a:latin typeface="Times New Roman"/>
            </a:endParaRPr>
          </a:p>
        </p:txBody>
      </p:sp>
      <p:sp>
        <p:nvSpPr>
          <p:cNvPr id="2798" name="McK Disclaimer"/>
          <p:cNvSpPr/>
          <p:nvPr/>
        </p:nvSpPr>
        <p:spPr>
          <a:xfrm>
            <a:off x="2639880" y="5961960"/>
            <a:ext cx="3656160" cy="68796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900" spc="-1" strike="noStrike">
                <a:solidFill>
                  <a:srgbClr val="000000"/>
                </a:solidFill>
                <a:latin typeface="Arial"/>
                <a:ea typeface="宋体"/>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9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PPT TABLE 2</a:t>
            </a:r>
            <a:endParaRPr b="1" lang="en-US" sz="1900" spc="-1" strike="noStrike">
              <a:solidFill>
                <a:srgbClr val="000000"/>
              </a:solidFill>
              <a:latin typeface="Arial"/>
            </a:endParaRPr>
          </a:p>
        </p:txBody>
      </p:sp>
      <p:sp>
        <p:nvSpPr>
          <p:cNvPr id="2800" name=""/>
          <p:cNvSpPr/>
          <p:nvPr/>
        </p:nvSpPr>
        <p:spPr>
          <a:xfrm>
            <a:off x="160200" y="882720"/>
            <a:ext cx="387828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01" name=""/>
          <p:cNvSpPr/>
          <p:nvPr/>
        </p:nvSpPr>
        <p:spPr>
          <a:xfrm>
            <a:off x="4889520" y="882720"/>
            <a:ext cx="387828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02" name=""/>
          <p:cNvSpPr/>
          <p:nvPr/>
        </p:nvSpPr>
        <p:spPr>
          <a:xfrm>
            <a:off x="160200" y="1273320"/>
            <a:ext cx="37562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03" name=""/>
          <p:cNvSpPr/>
          <p:nvPr/>
        </p:nvSpPr>
        <p:spPr>
          <a:xfrm>
            <a:off x="4889520" y="1273320"/>
            <a:ext cx="3870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04" name=""/>
          <p:cNvSpPr/>
          <p:nvPr/>
        </p:nvSpPr>
        <p:spPr>
          <a:xfrm>
            <a:off x="135000" y="1193760"/>
            <a:ext cx="86882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80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80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10D63073-9E42-4868-845C-18B9CF11D3C9}" type="slidenum">
              <a:t>160</a:t>
            </a:fld>
          </a:p>
        </p:txBody>
      </p:sp>
    </p:spTree>
  </p:cSld>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0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PPT TABLE 3</a:t>
            </a:r>
            <a:endParaRPr b="1" lang="en-US" sz="1900" spc="-1" strike="noStrike">
              <a:solidFill>
                <a:srgbClr val="000000"/>
              </a:solidFill>
              <a:latin typeface="Arial"/>
            </a:endParaRPr>
          </a:p>
        </p:txBody>
      </p:sp>
      <p:sp>
        <p:nvSpPr>
          <p:cNvPr id="2808" name=""/>
          <p:cNvSpPr/>
          <p:nvPr/>
        </p:nvSpPr>
        <p:spPr>
          <a:xfrm>
            <a:off x="147600" y="893880"/>
            <a:ext cx="252108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09" name=""/>
          <p:cNvSpPr/>
          <p:nvPr/>
        </p:nvSpPr>
        <p:spPr>
          <a:xfrm>
            <a:off x="3203640" y="893880"/>
            <a:ext cx="252072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10" name=""/>
          <p:cNvSpPr/>
          <p:nvPr/>
        </p:nvSpPr>
        <p:spPr>
          <a:xfrm>
            <a:off x="6267600" y="893880"/>
            <a:ext cx="252072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11" name=""/>
          <p:cNvSpPr/>
          <p:nvPr/>
        </p:nvSpPr>
        <p:spPr>
          <a:xfrm>
            <a:off x="147600" y="1273320"/>
            <a:ext cx="2678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12" name=""/>
          <p:cNvSpPr/>
          <p:nvPr/>
        </p:nvSpPr>
        <p:spPr>
          <a:xfrm>
            <a:off x="3203640" y="1273320"/>
            <a:ext cx="2678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13" name=""/>
          <p:cNvSpPr/>
          <p:nvPr/>
        </p:nvSpPr>
        <p:spPr>
          <a:xfrm>
            <a:off x="6267600" y="1273320"/>
            <a:ext cx="2678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14" name=""/>
          <p:cNvSpPr/>
          <p:nvPr/>
        </p:nvSpPr>
        <p:spPr>
          <a:xfrm>
            <a:off x="135000" y="1193760"/>
            <a:ext cx="86882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81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81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C676C43-134C-4210-9724-48D843734FCB}" type="slidenum">
              <a:t>161</a:t>
            </a:fld>
          </a:p>
        </p:txBody>
      </p:sp>
    </p:spTree>
  </p:cSld>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1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PPT TABLE 4</a:t>
            </a:r>
            <a:endParaRPr b="1" lang="en-US" sz="1900" spc="-1" strike="noStrike">
              <a:solidFill>
                <a:srgbClr val="000000"/>
              </a:solidFill>
              <a:latin typeface="Arial"/>
            </a:endParaRPr>
          </a:p>
        </p:txBody>
      </p:sp>
      <p:sp>
        <p:nvSpPr>
          <p:cNvPr id="2818" name=""/>
          <p:cNvSpPr/>
          <p:nvPr/>
        </p:nvSpPr>
        <p:spPr>
          <a:xfrm>
            <a:off x="147600" y="907920"/>
            <a:ext cx="197820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19" name=""/>
          <p:cNvSpPr/>
          <p:nvPr/>
        </p:nvSpPr>
        <p:spPr>
          <a:xfrm>
            <a:off x="2362320" y="907920"/>
            <a:ext cx="197784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20" name=""/>
          <p:cNvSpPr/>
          <p:nvPr/>
        </p:nvSpPr>
        <p:spPr>
          <a:xfrm>
            <a:off x="4597560" y="907920"/>
            <a:ext cx="197784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21" name=""/>
          <p:cNvSpPr/>
          <p:nvPr/>
        </p:nvSpPr>
        <p:spPr>
          <a:xfrm>
            <a:off x="6802560" y="907920"/>
            <a:ext cx="197784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22" name=""/>
          <p:cNvSpPr/>
          <p:nvPr/>
        </p:nvSpPr>
        <p:spPr>
          <a:xfrm>
            <a:off x="147600" y="1273320"/>
            <a:ext cx="1584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23" name=""/>
          <p:cNvSpPr/>
          <p:nvPr/>
        </p:nvSpPr>
        <p:spPr>
          <a:xfrm>
            <a:off x="2362320" y="1273320"/>
            <a:ext cx="1584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24" name=""/>
          <p:cNvSpPr/>
          <p:nvPr/>
        </p:nvSpPr>
        <p:spPr>
          <a:xfrm>
            <a:off x="4597560" y="1273320"/>
            <a:ext cx="1584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25" name=""/>
          <p:cNvSpPr/>
          <p:nvPr/>
        </p:nvSpPr>
        <p:spPr>
          <a:xfrm>
            <a:off x="6802560" y="1273320"/>
            <a:ext cx="15843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26" name=""/>
          <p:cNvSpPr/>
          <p:nvPr/>
        </p:nvSpPr>
        <p:spPr>
          <a:xfrm>
            <a:off x="135000" y="1193760"/>
            <a:ext cx="86882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82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82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E1BE2C7-98BD-4532-BD7D-F859C3866B5F}" type="slidenum">
              <a:t>162</a:t>
            </a:fld>
          </a:p>
        </p:txBody>
      </p:sp>
    </p:spTree>
  </p:cSld>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2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PPT TABLE 5</a:t>
            </a:r>
            <a:endParaRPr b="1" lang="en-US" sz="1900" spc="-1" strike="noStrike">
              <a:solidFill>
                <a:srgbClr val="000000"/>
              </a:solidFill>
              <a:latin typeface="Arial"/>
            </a:endParaRPr>
          </a:p>
        </p:txBody>
      </p:sp>
      <p:sp>
        <p:nvSpPr>
          <p:cNvPr id="2830" name=""/>
          <p:cNvSpPr/>
          <p:nvPr/>
        </p:nvSpPr>
        <p:spPr>
          <a:xfrm>
            <a:off x="139680" y="893880"/>
            <a:ext cx="156204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31" name=""/>
          <p:cNvSpPr/>
          <p:nvPr/>
        </p:nvSpPr>
        <p:spPr>
          <a:xfrm>
            <a:off x="1900080" y="893880"/>
            <a:ext cx="156240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32" name=""/>
          <p:cNvSpPr/>
          <p:nvPr/>
        </p:nvSpPr>
        <p:spPr>
          <a:xfrm>
            <a:off x="3675240" y="893880"/>
            <a:ext cx="156204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33" name=""/>
          <p:cNvSpPr/>
          <p:nvPr/>
        </p:nvSpPr>
        <p:spPr>
          <a:xfrm>
            <a:off x="5423040" y="893880"/>
            <a:ext cx="156204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34" name=""/>
          <p:cNvSpPr/>
          <p:nvPr/>
        </p:nvSpPr>
        <p:spPr>
          <a:xfrm>
            <a:off x="7224840" y="893880"/>
            <a:ext cx="156204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35" name=""/>
          <p:cNvSpPr/>
          <p:nvPr/>
        </p:nvSpPr>
        <p:spPr>
          <a:xfrm>
            <a:off x="139680" y="1273320"/>
            <a:ext cx="1452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36" name=""/>
          <p:cNvSpPr/>
          <p:nvPr/>
        </p:nvSpPr>
        <p:spPr>
          <a:xfrm>
            <a:off x="1900080" y="1273320"/>
            <a:ext cx="1452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37" name=""/>
          <p:cNvSpPr/>
          <p:nvPr/>
        </p:nvSpPr>
        <p:spPr>
          <a:xfrm>
            <a:off x="3675240" y="1273320"/>
            <a:ext cx="14522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38" name=""/>
          <p:cNvSpPr/>
          <p:nvPr/>
        </p:nvSpPr>
        <p:spPr>
          <a:xfrm>
            <a:off x="5423040" y="1273320"/>
            <a:ext cx="1452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39" name=""/>
          <p:cNvSpPr/>
          <p:nvPr/>
        </p:nvSpPr>
        <p:spPr>
          <a:xfrm>
            <a:off x="7224840" y="1273320"/>
            <a:ext cx="1452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40" name=""/>
          <p:cNvSpPr/>
          <p:nvPr/>
        </p:nvSpPr>
        <p:spPr>
          <a:xfrm>
            <a:off x="135000" y="1193760"/>
            <a:ext cx="86882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84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84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F5D0F336-0794-4997-AC9A-3DED7DFDF919}" type="slidenum">
              <a:t>163</a:t>
            </a:fld>
          </a:p>
        </p:txBody>
      </p:sp>
    </p:spTree>
  </p:cSld>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4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PPT TABLE 6</a:t>
            </a:r>
            <a:endParaRPr b="1" lang="en-US" sz="1900" spc="-1" strike="noStrike">
              <a:solidFill>
                <a:srgbClr val="000000"/>
              </a:solidFill>
              <a:latin typeface="Arial"/>
            </a:endParaRPr>
          </a:p>
        </p:txBody>
      </p:sp>
      <p:sp>
        <p:nvSpPr>
          <p:cNvPr id="2844" name=""/>
          <p:cNvSpPr/>
          <p:nvPr/>
        </p:nvSpPr>
        <p:spPr>
          <a:xfrm>
            <a:off x="139680" y="906480"/>
            <a:ext cx="120636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45" name=""/>
          <p:cNvSpPr/>
          <p:nvPr/>
        </p:nvSpPr>
        <p:spPr>
          <a:xfrm>
            <a:off x="1608120" y="906480"/>
            <a:ext cx="120636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46" name=""/>
          <p:cNvSpPr/>
          <p:nvPr/>
        </p:nvSpPr>
        <p:spPr>
          <a:xfrm>
            <a:off x="3100320" y="906480"/>
            <a:ext cx="120672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47" name=""/>
          <p:cNvSpPr/>
          <p:nvPr/>
        </p:nvSpPr>
        <p:spPr>
          <a:xfrm>
            <a:off x="4606920" y="906480"/>
            <a:ext cx="120636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48" name=""/>
          <p:cNvSpPr/>
          <p:nvPr/>
        </p:nvSpPr>
        <p:spPr>
          <a:xfrm>
            <a:off x="6072120" y="906480"/>
            <a:ext cx="120672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49" name=""/>
          <p:cNvSpPr/>
          <p:nvPr/>
        </p:nvSpPr>
        <p:spPr>
          <a:xfrm>
            <a:off x="7593120" y="906480"/>
            <a:ext cx="1206360" cy="244440"/>
          </a:xfrm>
          <a:prstGeom prst="rect">
            <a:avLst/>
          </a:prstGeom>
          <a:noFill/>
          <a:ln w="0">
            <a:noFill/>
          </a:ln>
        </p:spPr>
        <p:style>
          <a:lnRef idx="0"/>
          <a:fillRef idx="0"/>
          <a:effectRef idx="0"/>
          <a:fontRef idx="minor"/>
        </p:style>
        <p:txBody>
          <a:bodyPr lIns="0" rIns="0" tIns="0" bIns="0" anchor="t">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Heading</a:t>
            </a:r>
            <a:endParaRPr b="0" lang="en-US" sz="1600" spc="-1" strike="noStrike">
              <a:solidFill>
                <a:srgbClr val="000000"/>
              </a:solidFill>
              <a:latin typeface="Times New Roman"/>
            </a:endParaRPr>
          </a:p>
        </p:txBody>
      </p:sp>
      <p:sp>
        <p:nvSpPr>
          <p:cNvPr id="2850" name=""/>
          <p:cNvSpPr/>
          <p:nvPr/>
        </p:nvSpPr>
        <p:spPr>
          <a:xfrm>
            <a:off x="139680" y="1273320"/>
            <a:ext cx="1224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51" name=""/>
          <p:cNvSpPr/>
          <p:nvPr/>
        </p:nvSpPr>
        <p:spPr>
          <a:xfrm>
            <a:off x="1608120" y="1273320"/>
            <a:ext cx="1224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52" name=""/>
          <p:cNvSpPr/>
          <p:nvPr/>
        </p:nvSpPr>
        <p:spPr>
          <a:xfrm>
            <a:off x="3100320" y="1273320"/>
            <a:ext cx="1224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53" name=""/>
          <p:cNvSpPr/>
          <p:nvPr/>
        </p:nvSpPr>
        <p:spPr>
          <a:xfrm>
            <a:off x="4606920" y="1273320"/>
            <a:ext cx="1224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54" name=""/>
          <p:cNvSpPr/>
          <p:nvPr/>
        </p:nvSpPr>
        <p:spPr>
          <a:xfrm>
            <a:off x="6072120" y="1273320"/>
            <a:ext cx="1224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55" name=""/>
          <p:cNvSpPr/>
          <p:nvPr/>
        </p:nvSpPr>
        <p:spPr>
          <a:xfrm>
            <a:off x="7593120" y="1273320"/>
            <a:ext cx="12240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2856" name=""/>
          <p:cNvSpPr/>
          <p:nvPr/>
        </p:nvSpPr>
        <p:spPr>
          <a:xfrm>
            <a:off x="135000" y="1193760"/>
            <a:ext cx="8688240" cy="0"/>
          </a:xfrm>
          <a:prstGeom prst="line">
            <a:avLst/>
          </a:prstGeom>
          <a:ln w="1260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85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85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C4D12332-5DC1-46C1-AC51-53894B6ED62D}" type="slidenum">
              <a:t>164</a:t>
            </a:fld>
          </a:p>
        </p:txBody>
      </p:sp>
    </p:spTree>
  </p:cSld>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59" name="McK Confidential"/>
          <p:cNvSpPr/>
          <p:nvPr/>
        </p:nvSpPr>
        <p:spPr>
          <a:xfrm>
            <a:off x="2639880" y="2139840"/>
            <a:ext cx="14860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CONFIDENTIAL</a:t>
            </a:r>
            <a:endParaRPr b="0" lang="en-US" sz="1400" spc="-1" strike="noStrike">
              <a:solidFill>
                <a:srgbClr val="000000"/>
              </a:solidFill>
              <a:latin typeface="Times New Roman"/>
            </a:endParaRPr>
          </a:p>
        </p:txBody>
      </p:sp>
      <p:sp>
        <p:nvSpPr>
          <p:cNvPr id="2860" name="PlaceHolder 1"/>
          <p:cNvSpPr>
            <a:spLocks noGrp="1"/>
          </p:cNvSpPr>
          <p:nvPr>
            <p:ph type="title"/>
          </p:nvPr>
        </p:nvSpPr>
        <p:spPr>
          <a:xfrm>
            <a:off x="2639880" y="2701440"/>
            <a:ext cx="5027760" cy="366120"/>
          </a:xfrm>
          <a:prstGeom prst="rect">
            <a:avLst/>
          </a:prstGeom>
          <a:noFill/>
          <a:ln w="0">
            <a:noFill/>
          </a:ln>
        </p:spPr>
        <p:txBody>
          <a:bodyPr lIns="0" rIns="0" tIns="0" bIns="0" anchor="t">
            <a:noAutofit/>
          </a:bodyPr>
          <a:p>
            <a:pPr indent="0">
              <a:lnSpc>
                <a:spcPct val="100000"/>
              </a:lnSpc>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2400" spc="-1" strike="noStrike">
                <a:solidFill>
                  <a:srgbClr val="000000"/>
                </a:solidFill>
                <a:latin typeface="Arial Black"/>
                <a:ea typeface="-윤고딕130"/>
              </a:rPr>
              <a:t>Frequently Used Template </a:t>
            </a:r>
            <a:endParaRPr b="0" lang="en-US" sz="2400" spc="-1" strike="noStrike">
              <a:solidFill>
                <a:srgbClr val="000000"/>
              </a:solidFill>
              <a:latin typeface="Arial"/>
            </a:endParaRPr>
          </a:p>
        </p:txBody>
      </p:sp>
      <p:sp>
        <p:nvSpPr>
          <p:cNvPr id="2861" name="PlaceHolder 2"/>
          <p:cNvSpPr>
            <a:spLocks noGrp="1"/>
          </p:cNvSpPr>
          <p:nvPr>
            <p:ph type="subTitle"/>
          </p:nvPr>
        </p:nvSpPr>
        <p:spPr>
          <a:xfrm>
            <a:off x="2639880" y="3882600"/>
            <a:ext cx="5027760" cy="21384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rPr>
              <a:t>SEO VA </a:t>
            </a:r>
            <a:endParaRPr b="0" lang="en-US" sz="1400" spc="-1" strike="noStrike">
              <a:solidFill>
                <a:srgbClr val="000000"/>
              </a:solidFill>
              <a:latin typeface="Arial"/>
            </a:endParaRPr>
          </a:p>
        </p:txBody>
      </p:sp>
      <p:sp>
        <p:nvSpPr>
          <p:cNvPr id="2862" name="McK Document"/>
          <p:cNvSpPr/>
          <p:nvPr/>
        </p:nvSpPr>
        <p:spPr>
          <a:xfrm>
            <a:off x="2639880" y="4839120"/>
            <a:ext cx="502776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Template </a:t>
            </a:r>
            <a:endParaRPr b="0" lang="en-US" sz="1400" spc="-1" strike="noStrike">
              <a:solidFill>
                <a:srgbClr val="000000"/>
              </a:solidFill>
              <a:latin typeface="Times New Roman"/>
            </a:endParaRPr>
          </a:p>
        </p:txBody>
      </p:sp>
      <p:sp>
        <p:nvSpPr>
          <p:cNvPr id="2863" name="McK Date"/>
          <p:cNvSpPr/>
          <p:nvPr/>
        </p:nvSpPr>
        <p:spPr>
          <a:xfrm>
            <a:off x="2639880" y="5105520"/>
            <a:ext cx="50277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June 2002 </a:t>
            </a:r>
            <a:endParaRPr b="0" lang="en-US" sz="1400" spc="-1" strike="noStrike">
              <a:solidFill>
                <a:srgbClr val="000000"/>
              </a:solidFill>
              <a:latin typeface="Times New Roman"/>
            </a:endParaRPr>
          </a:p>
        </p:txBody>
      </p:sp>
      <p:sp>
        <p:nvSpPr>
          <p:cNvPr id="2864" name="McK Disclaimer"/>
          <p:cNvSpPr/>
          <p:nvPr/>
        </p:nvSpPr>
        <p:spPr>
          <a:xfrm>
            <a:off x="2639880" y="5961960"/>
            <a:ext cx="3656160" cy="68796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04960"/>
                <a:tab algn="l" pos="1609560"/>
                <a:tab algn="l" pos="2414520"/>
                <a:tab algn="l" pos="3219480"/>
                <a:tab algn="l" pos="4024440"/>
                <a:tab algn="l" pos="4829040"/>
                <a:tab algn="l" pos="5634000"/>
                <a:tab algn="l" pos="6438960"/>
                <a:tab algn="l" pos="7243920"/>
                <a:tab algn="l" pos="8048520"/>
                <a:tab algn="l" pos="8853480"/>
                <a:tab algn="l" pos="9658440"/>
                <a:tab algn="l" pos="10463040"/>
              </a:tabLst>
            </a:pPr>
            <a:r>
              <a:rPr b="0" lang="en-US" sz="900" spc="-1" strike="noStrike">
                <a:solidFill>
                  <a:srgbClr val="000000"/>
                </a:solidFill>
                <a:latin typeface="Arial"/>
                <a:ea typeface="宋体"/>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endParaRPr b="0" lang="en-US"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65"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286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86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2868" name=""/>
          <p:cNvGrpSpPr/>
          <p:nvPr/>
        </p:nvGrpSpPr>
        <p:grpSpPr>
          <a:xfrm>
            <a:off x="919080" y="1600200"/>
            <a:ext cx="1850760" cy="1012320"/>
            <a:chOff x="919080" y="1600200"/>
            <a:chExt cx="1850760" cy="1012320"/>
          </a:xfrm>
        </p:grpSpPr>
        <p:sp>
          <p:nvSpPr>
            <p:cNvPr id="2869" name=""/>
            <p:cNvSpPr/>
            <p:nvPr/>
          </p:nvSpPr>
          <p:spPr>
            <a:xfrm>
              <a:off x="919080" y="1600200"/>
              <a:ext cx="1850760" cy="101232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870" name=""/>
            <p:cNvSpPr/>
            <p:nvPr/>
          </p:nvSpPr>
          <p:spPr>
            <a:xfrm>
              <a:off x="983520" y="1656360"/>
              <a:ext cx="1542240" cy="87228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2871" name=""/>
          <p:cNvSpPr/>
          <p:nvPr/>
        </p:nvSpPr>
        <p:spPr>
          <a:xfrm>
            <a:off x="3071880" y="1600200"/>
            <a:ext cx="50893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2872" name=""/>
          <p:cNvGrpSpPr/>
          <p:nvPr/>
        </p:nvGrpSpPr>
        <p:grpSpPr>
          <a:xfrm>
            <a:off x="919080" y="3054240"/>
            <a:ext cx="1850760" cy="1012680"/>
            <a:chOff x="919080" y="3054240"/>
            <a:chExt cx="1850760" cy="1012680"/>
          </a:xfrm>
        </p:grpSpPr>
        <p:sp>
          <p:nvSpPr>
            <p:cNvPr id="2873" name=""/>
            <p:cNvSpPr/>
            <p:nvPr/>
          </p:nvSpPr>
          <p:spPr>
            <a:xfrm>
              <a:off x="919080" y="3054240"/>
              <a:ext cx="1850760" cy="10126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874" name=""/>
            <p:cNvSpPr/>
            <p:nvPr/>
          </p:nvSpPr>
          <p:spPr>
            <a:xfrm>
              <a:off x="983520" y="3110400"/>
              <a:ext cx="1542240" cy="87228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2875" name=""/>
          <p:cNvSpPr/>
          <p:nvPr/>
        </p:nvSpPr>
        <p:spPr>
          <a:xfrm>
            <a:off x="3071880" y="3054240"/>
            <a:ext cx="50893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2876" name=""/>
          <p:cNvGrpSpPr/>
          <p:nvPr/>
        </p:nvGrpSpPr>
        <p:grpSpPr>
          <a:xfrm>
            <a:off x="919080" y="4508640"/>
            <a:ext cx="1850760" cy="1012320"/>
            <a:chOff x="919080" y="4508640"/>
            <a:chExt cx="1850760" cy="1012320"/>
          </a:xfrm>
        </p:grpSpPr>
        <p:sp>
          <p:nvSpPr>
            <p:cNvPr id="2877" name=""/>
            <p:cNvSpPr/>
            <p:nvPr/>
          </p:nvSpPr>
          <p:spPr>
            <a:xfrm>
              <a:off x="919080" y="4508640"/>
              <a:ext cx="1850760" cy="101232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878" name=""/>
            <p:cNvSpPr/>
            <p:nvPr/>
          </p:nvSpPr>
          <p:spPr>
            <a:xfrm>
              <a:off x="983520" y="4564800"/>
              <a:ext cx="1542240" cy="87228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2879" name=""/>
          <p:cNvSpPr/>
          <p:nvPr/>
        </p:nvSpPr>
        <p:spPr>
          <a:xfrm>
            <a:off x="3071880" y="4508640"/>
            <a:ext cx="50893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8CD727D3-4937-4E3D-9868-4691420E65F2}" type="slidenum">
              <a:t>166</a:t>
            </a:fld>
          </a:p>
        </p:txBody>
      </p:sp>
    </p:spTree>
  </p:cSld>
  <mc:AlternateContent>
    <mc:Choice Requires="p14">
      <p:transition spd="slow" p14:dur="2000"/>
    </mc:Choice>
    <mc:Fallback>
      <p:transition spd="slow"/>
    </mc:Fallback>
  </mc:AlternateContent>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80"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288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88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2883" name=""/>
          <p:cNvSpPr/>
          <p:nvPr/>
        </p:nvSpPr>
        <p:spPr>
          <a:xfrm>
            <a:off x="477720" y="1784520"/>
            <a:ext cx="351468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2884" name=""/>
          <p:cNvSpPr/>
          <p:nvPr/>
        </p:nvSpPr>
        <p:spPr>
          <a:xfrm>
            <a:off x="477720" y="1484640"/>
            <a:ext cx="350208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2885" name=""/>
          <p:cNvSpPr/>
          <p:nvPr/>
        </p:nvSpPr>
        <p:spPr>
          <a:xfrm>
            <a:off x="477720" y="2065320"/>
            <a:ext cx="35067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 </a:t>
            </a:r>
            <a:endParaRPr b="0" lang="en-US" sz="1600" spc="-1" strike="noStrike">
              <a:solidFill>
                <a:srgbClr val="000000"/>
              </a:solidFill>
              <a:latin typeface="Times New Roman"/>
            </a:endParaRPr>
          </a:p>
        </p:txBody>
      </p:sp>
      <p:grpSp>
        <p:nvGrpSpPr>
          <p:cNvPr id="2886" name=""/>
          <p:cNvGrpSpPr/>
          <p:nvPr/>
        </p:nvGrpSpPr>
        <p:grpSpPr>
          <a:xfrm>
            <a:off x="4749840" y="1484640"/>
            <a:ext cx="3512880" cy="824760"/>
            <a:chOff x="4749840" y="1484640"/>
            <a:chExt cx="3512880" cy="824760"/>
          </a:xfrm>
        </p:grpSpPr>
        <p:sp>
          <p:nvSpPr>
            <p:cNvPr id="2887" name=""/>
            <p:cNvSpPr/>
            <p:nvPr/>
          </p:nvSpPr>
          <p:spPr>
            <a:xfrm>
              <a:off x="4749840" y="1784520"/>
              <a:ext cx="351288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2888" name=""/>
            <p:cNvSpPr/>
            <p:nvPr/>
          </p:nvSpPr>
          <p:spPr>
            <a:xfrm>
              <a:off x="4749840" y="1484640"/>
              <a:ext cx="350064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2889" name=""/>
            <p:cNvSpPr/>
            <p:nvPr/>
          </p:nvSpPr>
          <p:spPr>
            <a:xfrm>
              <a:off x="4749840" y="2065320"/>
              <a:ext cx="35049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 </a:t>
              </a:r>
              <a:endParaRPr b="0" lang="en-US" sz="1600" spc="-1" strike="noStrike">
                <a:solidFill>
                  <a:srgbClr val="000000"/>
                </a:solidFill>
                <a:latin typeface="Times New Roman"/>
              </a:endParaRPr>
            </a:p>
          </p:txBody>
        </p:sp>
      </p:grpSp>
      <p:sp>
        <p:nvSpPr>
          <p:cNvPr id="2890" name=""/>
          <p:cNvSpPr/>
          <p:nvPr/>
        </p:nvSpPr>
        <p:spPr>
          <a:xfrm rot="5400000">
            <a:off x="2781360" y="3583800"/>
            <a:ext cx="3174840" cy="322200"/>
          </a:xfrm>
          <a:prstGeom prst="triangle">
            <a:avLst>
              <a:gd name="adj" fmla="val 50000"/>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E1ED8DFF-CA84-4001-ADA1-6E52F4D5FA2C}" type="slidenum">
              <a:t>167</a:t>
            </a:fld>
          </a:p>
        </p:txBody>
      </p:sp>
    </p:spTree>
  </p:cSld>
  <mc:AlternateContent>
    <mc:Choice Requires="p14">
      <p:transition spd="slow" p14:dur="2000"/>
    </mc:Choice>
    <mc:Fallback>
      <p:transition spd="slow"/>
    </mc:Fallback>
  </mc:AlternateContent>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91"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289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289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2894" name=""/>
          <p:cNvSpPr/>
          <p:nvPr/>
        </p:nvSpPr>
        <p:spPr>
          <a:xfrm>
            <a:off x="216000" y="1784520"/>
            <a:ext cx="285264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2895" name=""/>
          <p:cNvSpPr/>
          <p:nvPr/>
        </p:nvSpPr>
        <p:spPr>
          <a:xfrm>
            <a:off x="216000" y="1484640"/>
            <a:ext cx="284328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2896" name=""/>
          <p:cNvSpPr/>
          <p:nvPr/>
        </p:nvSpPr>
        <p:spPr>
          <a:xfrm>
            <a:off x="216000" y="2065320"/>
            <a:ext cx="28461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 </a:t>
            </a:r>
            <a:endParaRPr b="0" lang="en-US" sz="1600" spc="-1" strike="noStrike">
              <a:solidFill>
                <a:srgbClr val="000000"/>
              </a:solidFill>
              <a:latin typeface="Times New Roman"/>
            </a:endParaRPr>
          </a:p>
        </p:txBody>
      </p:sp>
      <p:sp>
        <p:nvSpPr>
          <p:cNvPr id="2897" name=""/>
          <p:cNvSpPr/>
          <p:nvPr/>
        </p:nvSpPr>
        <p:spPr>
          <a:xfrm>
            <a:off x="3252960" y="1784520"/>
            <a:ext cx="285264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2898" name=""/>
          <p:cNvSpPr/>
          <p:nvPr/>
        </p:nvSpPr>
        <p:spPr>
          <a:xfrm>
            <a:off x="3252960" y="1484640"/>
            <a:ext cx="284292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2899" name=""/>
          <p:cNvSpPr/>
          <p:nvPr/>
        </p:nvSpPr>
        <p:spPr>
          <a:xfrm>
            <a:off x="3252960" y="2065320"/>
            <a:ext cx="28461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 </a:t>
            </a:r>
            <a:endParaRPr b="0" lang="en-US" sz="1600" spc="-1" strike="noStrike">
              <a:solidFill>
                <a:srgbClr val="000000"/>
              </a:solidFill>
              <a:latin typeface="Times New Roman"/>
            </a:endParaRPr>
          </a:p>
        </p:txBody>
      </p:sp>
      <p:sp>
        <p:nvSpPr>
          <p:cNvPr id="2900" name=""/>
          <p:cNvSpPr/>
          <p:nvPr/>
        </p:nvSpPr>
        <p:spPr>
          <a:xfrm rot="5400000">
            <a:off x="5083560" y="3413520"/>
            <a:ext cx="2970000" cy="349560"/>
          </a:xfrm>
          <a:prstGeom prst="triangle">
            <a:avLst>
              <a:gd name="adj" fmla="val 50000"/>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2901" name=""/>
          <p:cNvGrpSpPr/>
          <p:nvPr/>
        </p:nvGrpSpPr>
        <p:grpSpPr>
          <a:xfrm>
            <a:off x="7008840" y="2652840"/>
            <a:ext cx="1658520" cy="1869480"/>
            <a:chOff x="7008840" y="2652840"/>
            <a:chExt cx="1658520" cy="1869480"/>
          </a:xfrm>
        </p:grpSpPr>
        <p:sp>
          <p:nvSpPr>
            <p:cNvPr id="2902" name=""/>
            <p:cNvSpPr/>
            <p:nvPr/>
          </p:nvSpPr>
          <p:spPr>
            <a:xfrm>
              <a:off x="7008840" y="2652840"/>
              <a:ext cx="1658520" cy="1869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03" name=""/>
            <p:cNvSpPr/>
            <p:nvPr/>
          </p:nvSpPr>
          <p:spPr>
            <a:xfrm>
              <a:off x="7077600" y="2730960"/>
              <a:ext cx="1520280" cy="171324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C68B7CAC-054F-40CB-B067-DEF767C7909F}" type="slidenum">
              <a:t>168</a:t>
            </a:fld>
          </a:p>
        </p:txBody>
      </p:sp>
    </p:spTree>
  </p:cSld>
  <mc:AlternateContent>
    <mc:Choice Requires="p14">
      <p:transition spd="slow" p14:dur="2000"/>
    </mc:Choice>
    <mc:Fallback>
      <p:transition spd="slow"/>
    </mc:Fallback>
  </mc:AlternateContent>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0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290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2906" name=""/>
          <p:cNvSpPr/>
          <p:nvPr/>
        </p:nvSpPr>
        <p:spPr>
          <a:xfrm>
            <a:off x="2173320" y="1428840"/>
            <a:ext cx="351936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2907" name=""/>
          <p:cNvSpPr/>
          <p:nvPr/>
        </p:nvSpPr>
        <p:spPr>
          <a:xfrm>
            <a:off x="2173320" y="1128960"/>
            <a:ext cx="350676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2908" name=""/>
          <p:cNvSpPr/>
          <p:nvPr/>
        </p:nvSpPr>
        <p:spPr>
          <a:xfrm>
            <a:off x="2173320" y="1709640"/>
            <a:ext cx="35132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grpSp>
        <p:nvGrpSpPr>
          <p:cNvPr id="2909" name=""/>
          <p:cNvGrpSpPr/>
          <p:nvPr/>
        </p:nvGrpSpPr>
        <p:grpSpPr>
          <a:xfrm>
            <a:off x="439560" y="1709640"/>
            <a:ext cx="1521000" cy="825480"/>
            <a:chOff x="439560" y="1709640"/>
            <a:chExt cx="1521000" cy="825480"/>
          </a:xfrm>
        </p:grpSpPr>
        <p:sp>
          <p:nvSpPr>
            <p:cNvPr id="2910" name=""/>
            <p:cNvSpPr/>
            <p:nvPr/>
          </p:nvSpPr>
          <p:spPr>
            <a:xfrm>
              <a:off x="439560" y="1709640"/>
              <a:ext cx="152100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11" name=""/>
            <p:cNvSpPr/>
            <p:nvPr/>
          </p:nvSpPr>
          <p:spPr>
            <a:xfrm>
              <a:off x="502920" y="1743840"/>
              <a:ext cx="139356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2912" name=""/>
          <p:cNvSpPr/>
          <p:nvPr/>
        </p:nvSpPr>
        <p:spPr>
          <a:xfrm>
            <a:off x="2173320" y="3225960"/>
            <a:ext cx="35132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grpSp>
        <p:nvGrpSpPr>
          <p:cNvPr id="2913" name=""/>
          <p:cNvGrpSpPr/>
          <p:nvPr/>
        </p:nvGrpSpPr>
        <p:grpSpPr>
          <a:xfrm>
            <a:off x="439560" y="3225960"/>
            <a:ext cx="1521000" cy="825480"/>
            <a:chOff x="439560" y="3225960"/>
            <a:chExt cx="1521000" cy="825480"/>
          </a:xfrm>
        </p:grpSpPr>
        <p:sp>
          <p:nvSpPr>
            <p:cNvPr id="2914" name=""/>
            <p:cNvSpPr/>
            <p:nvPr/>
          </p:nvSpPr>
          <p:spPr>
            <a:xfrm>
              <a:off x="439560" y="3225960"/>
              <a:ext cx="152100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15" name=""/>
            <p:cNvSpPr/>
            <p:nvPr/>
          </p:nvSpPr>
          <p:spPr>
            <a:xfrm>
              <a:off x="502920" y="3260160"/>
              <a:ext cx="139356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2916" name=""/>
          <p:cNvSpPr/>
          <p:nvPr/>
        </p:nvSpPr>
        <p:spPr>
          <a:xfrm>
            <a:off x="2173320" y="4741920"/>
            <a:ext cx="35132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grpSp>
        <p:nvGrpSpPr>
          <p:cNvPr id="2917" name=""/>
          <p:cNvGrpSpPr/>
          <p:nvPr/>
        </p:nvGrpSpPr>
        <p:grpSpPr>
          <a:xfrm>
            <a:off x="439560" y="4741920"/>
            <a:ext cx="1521000" cy="825480"/>
            <a:chOff x="439560" y="4741920"/>
            <a:chExt cx="1521000" cy="825480"/>
          </a:xfrm>
        </p:grpSpPr>
        <p:sp>
          <p:nvSpPr>
            <p:cNvPr id="2918" name=""/>
            <p:cNvSpPr/>
            <p:nvPr/>
          </p:nvSpPr>
          <p:spPr>
            <a:xfrm>
              <a:off x="439560" y="4741920"/>
              <a:ext cx="152100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19" name=""/>
            <p:cNvSpPr/>
            <p:nvPr/>
          </p:nvSpPr>
          <p:spPr>
            <a:xfrm>
              <a:off x="502920" y="4776120"/>
              <a:ext cx="139356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2920" name=""/>
          <p:cNvSpPr/>
          <p:nvPr/>
        </p:nvSpPr>
        <p:spPr>
          <a:xfrm rot="5400000">
            <a:off x="4685760" y="3347280"/>
            <a:ext cx="2970000" cy="349200"/>
          </a:xfrm>
          <a:prstGeom prst="triangle">
            <a:avLst>
              <a:gd name="adj" fmla="val 50000"/>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2921" name=""/>
          <p:cNvGrpSpPr/>
          <p:nvPr/>
        </p:nvGrpSpPr>
        <p:grpSpPr>
          <a:xfrm>
            <a:off x="6610320" y="2585880"/>
            <a:ext cx="1881000" cy="1869840"/>
            <a:chOff x="6610320" y="2585880"/>
            <a:chExt cx="1881000" cy="1869840"/>
          </a:xfrm>
        </p:grpSpPr>
        <p:sp>
          <p:nvSpPr>
            <p:cNvPr id="2922" name=""/>
            <p:cNvSpPr/>
            <p:nvPr/>
          </p:nvSpPr>
          <p:spPr>
            <a:xfrm>
              <a:off x="6610320" y="2585880"/>
              <a:ext cx="1881000" cy="1869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23" name=""/>
            <p:cNvSpPr/>
            <p:nvPr/>
          </p:nvSpPr>
          <p:spPr>
            <a:xfrm>
              <a:off x="6688440" y="2664000"/>
              <a:ext cx="1724040" cy="171360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1B30C6B1-93CB-4FD6-8CA8-42C651627D5E}" type="slidenum">
              <a:t>169</a:t>
            </a:fld>
          </a:p>
        </p:txBody>
      </p:sp>
    </p:spTree>
  </p:cSld>
  <mc:AlternateContent>
    <mc:Choice Requires="p14">
      <p:transition spd="slow" p14:dur="2000"/>
    </mc:Choice>
    <mc:Fallback>
      <p:transition spd="slow"/>
    </mc:Fallback>
  </mc:AlternateContent>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2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292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2926" name=""/>
          <p:cNvSpPr/>
          <p:nvPr/>
        </p:nvSpPr>
        <p:spPr>
          <a:xfrm>
            <a:off x="550800" y="1209600"/>
            <a:ext cx="1392480" cy="4476960"/>
          </a:xfrm>
          <a:prstGeom prst="rect">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27" name=""/>
          <p:cNvSpPr/>
          <p:nvPr/>
        </p:nvSpPr>
        <p:spPr>
          <a:xfrm>
            <a:off x="2948040" y="1211400"/>
            <a:ext cx="524520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2928" name=""/>
          <p:cNvSpPr/>
          <p:nvPr/>
        </p:nvSpPr>
        <p:spPr>
          <a:xfrm>
            <a:off x="2948040" y="911520"/>
            <a:ext cx="522612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2929" name=""/>
          <p:cNvSpPr/>
          <p:nvPr/>
        </p:nvSpPr>
        <p:spPr>
          <a:xfrm>
            <a:off x="2948040" y="1492200"/>
            <a:ext cx="5234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grpSp>
        <p:nvGrpSpPr>
          <p:cNvPr id="2930" name=""/>
          <p:cNvGrpSpPr/>
          <p:nvPr/>
        </p:nvGrpSpPr>
        <p:grpSpPr>
          <a:xfrm>
            <a:off x="1122480" y="1492200"/>
            <a:ext cx="1523880" cy="825480"/>
            <a:chOff x="1122480" y="1492200"/>
            <a:chExt cx="1523880" cy="825480"/>
          </a:xfrm>
        </p:grpSpPr>
        <p:sp>
          <p:nvSpPr>
            <p:cNvPr id="2931" name=""/>
            <p:cNvSpPr/>
            <p:nvPr/>
          </p:nvSpPr>
          <p:spPr>
            <a:xfrm>
              <a:off x="1122480" y="1492200"/>
              <a:ext cx="152388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32" name=""/>
            <p:cNvSpPr/>
            <p:nvPr/>
          </p:nvSpPr>
          <p:spPr>
            <a:xfrm>
              <a:off x="1185840" y="1526400"/>
              <a:ext cx="139644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2933" name=""/>
          <p:cNvSpPr/>
          <p:nvPr/>
        </p:nvSpPr>
        <p:spPr>
          <a:xfrm>
            <a:off x="2948040" y="3008160"/>
            <a:ext cx="5234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grpSp>
        <p:nvGrpSpPr>
          <p:cNvPr id="2934" name=""/>
          <p:cNvGrpSpPr/>
          <p:nvPr/>
        </p:nvGrpSpPr>
        <p:grpSpPr>
          <a:xfrm>
            <a:off x="1122480" y="3008160"/>
            <a:ext cx="1523880" cy="825480"/>
            <a:chOff x="1122480" y="3008160"/>
            <a:chExt cx="1523880" cy="825480"/>
          </a:xfrm>
        </p:grpSpPr>
        <p:sp>
          <p:nvSpPr>
            <p:cNvPr id="2935" name=""/>
            <p:cNvSpPr/>
            <p:nvPr/>
          </p:nvSpPr>
          <p:spPr>
            <a:xfrm>
              <a:off x="1122480" y="3008160"/>
              <a:ext cx="152388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36" name=""/>
            <p:cNvSpPr/>
            <p:nvPr/>
          </p:nvSpPr>
          <p:spPr>
            <a:xfrm>
              <a:off x="1185840" y="3042360"/>
              <a:ext cx="139644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2937" name=""/>
          <p:cNvSpPr/>
          <p:nvPr/>
        </p:nvSpPr>
        <p:spPr>
          <a:xfrm>
            <a:off x="2948040" y="4524480"/>
            <a:ext cx="5234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grpSp>
        <p:nvGrpSpPr>
          <p:cNvPr id="2938" name=""/>
          <p:cNvGrpSpPr/>
          <p:nvPr/>
        </p:nvGrpSpPr>
        <p:grpSpPr>
          <a:xfrm>
            <a:off x="1122480" y="4524480"/>
            <a:ext cx="1523880" cy="825480"/>
            <a:chOff x="1122480" y="4524480"/>
            <a:chExt cx="1523880" cy="825480"/>
          </a:xfrm>
        </p:grpSpPr>
        <p:sp>
          <p:nvSpPr>
            <p:cNvPr id="2939" name=""/>
            <p:cNvSpPr/>
            <p:nvPr/>
          </p:nvSpPr>
          <p:spPr>
            <a:xfrm>
              <a:off x="1122480" y="4524480"/>
              <a:ext cx="152388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40" name=""/>
            <p:cNvSpPr/>
            <p:nvPr/>
          </p:nvSpPr>
          <p:spPr>
            <a:xfrm>
              <a:off x="1185840" y="4558680"/>
              <a:ext cx="139644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D3E9724E-1498-485F-ABF5-660DC13559AE}" type="slidenum">
              <a:t>170</a:t>
            </a:fld>
          </a:p>
        </p:txBody>
      </p:sp>
    </p:spTree>
  </p:cSld>
  <mc:AlternateContent>
    <mc:Choice Requires="p14">
      <p:transition spd="slow" p14:dur="2000"/>
    </mc:Choice>
    <mc:Fallback>
      <p:transition spd="slow"/>
    </mc:Fallback>
  </mc:AlternateContent>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4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294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2943" name=""/>
          <p:cNvSpPr/>
          <p:nvPr/>
        </p:nvSpPr>
        <p:spPr>
          <a:xfrm>
            <a:off x="343080" y="1209600"/>
            <a:ext cx="1395360" cy="4476960"/>
          </a:xfrm>
          <a:prstGeom prst="rect">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2944" name=""/>
          <p:cNvGrpSpPr/>
          <p:nvPr/>
        </p:nvGrpSpPr>
        <p:grpSpPr>
          <a:xfrm>
            <a:off x="914400" y="1492200"/>
            <a:ext cx="1523880" cy="825480"/>
            <a:chOff x="914400" y="1492200"/>
            <a:chExt cx="1523880" cy="825480"/>
          </a:xfrm>
        </p:grpSpPr>
        <p:sp>
          <p:nvSpPr>
            <p:cNvPr id="2945" name=""/>
            <p:cNvSpPr/>
            <p:nvPr/>
          </p:nvSpPr>
          <p:spPr>
            <a:xfrm>
              <a:off x="914400" y="1492200"/>
              <a:ext cx="152388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46" name=""/>
            <p:cNvSpPr/>
            <p:nvPr/>
          </p:nvSpPr>
          <p:spPr>
            <a:xfrm>
              <a:off x="977760" y="1526400"/>
              <a:ext cx="139644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grpSp>
        <p:nvGrpSpPr>
          <p:cNvPr id="2947" name=""/>
          <p:cNvGrpSpPr/>
          <p:nvPr/>
        </p:nvGrpSpPr>
        <p:grpSpPr>
          <a:xfrm>
            <a:off x="914400" y="3008160"/>
            <a:ext cx="1523880" cy="825480"/>
            <a:chOff x="914400" y="3008160"/>
            <a:chExt cx="1523880" cy="825480"/>
          </a:xfrm>
        </p:grpSpPr>
        <p:sp>
          <p:nvSpPr>
            <p:cNvPr id="2948" name=""/>
            <p:cNvSpPr/>
            <p:nvPr/>
          </p:nvSpPr>
          <p:spPr>
            <a:xfrm>
              <a:off x="914400" y="3008160"/>
              <a:ext cx="152388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49" name=""/>
            <p:cNvSpPr/>
            <p:nvPr/>
          </p:nvSpPr>
          <p:spPr>
            <a:xfrm>
              <a:off x="977760" y="3042360"/>
              <a:ext cx="139644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grpSp>
        <p:nvGrpSpPr>
          <p:cNvPr id="2950" name=""/>
          <p:cNvGrpSpPr/>
          <p:nvPr/>
        </p:nvGrpSpPr>
        <p:grpSpPr>
          <a:xfrm>
            <a:off x="914400" y="4524480"/>
            <a:ext cx="1523880" cy="825480"/>
            <a:chOff x="914400" y="4524480"/>
            <a:chExt cx="1523880" cy="825480"/>
          </a:xfrm>
        </p:grpSpPr>
        <p:sp>
          <p:nvSpPr>
            <p:cNvPr id="2951" name=""/>
            <p:cNvSpPr/>
            <p:nvPr/>
          </p:nvSpPr>
          <p:spPr>
            <a:xfrm>
              <a:off x="914400" y="4524480"/>
              <a:ext cx="152388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52" name=""/>
            <p:cNvSpPr/>
            <p:nvPr/>
          </p:nvSpPr>
          <p:spPr>
            <a:xfrm>
              <a:off x="977760" y="4558680"/>
              <a:ext cx="139644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명조130"/>
                </a:rPr>
                <a:t>Text</a:t>
              </a:r>
              <a:endParaRPr b="0" lang="en-US" sz="1600" spc="-1" strike="noStrike">
                <a:solidFill>
                  <a:srgbClr val="000000"/>
                </a:solidFill>
                <a:latin typeface="Times New Roman"/>
              </a:endParaRPr>
            </a:p>
          </p:txBody>
        </p:sp>
      </p:grpSp>
      <p:sp>
        <p:nvSpPr>
          <p:cNvPr id="2953" name=""/>
          <p:cNvSpPr/>
          <p:nvPr/>
        </p:nvSpPr>
        <p:spPr>
          <a:xfrm>
            <a:off x="2741760" y="1211400"/>
            <a:ext cx="277956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2954" name=""/>
          <p:cNvSpPr/>
          <p:nvPr/>
        </p:nvSpPr>
        <p:spPr>
          <a:xfrm>
            <a:off x="2741760" y="911520"/>
            <a:ext cx="277164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2955" name=""/>
          <p:cNvSpPr/>
          <p:nvPr/>
        </p:nvSpPr>
        <p:spPr>
          <a:xfrm>
            <a:off x="2741760" y="1492200"/>
            <a:ext cx="27730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2956" name=""/>
          <p:cNvSpPr/>
          <p:nvPr/>
        </p:nvSpPr>
        <p:spPr>
          <a:xfrm>
            <a:off x="2741760" y="3008160"/>
            <a:ext cx="27730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2957" name=""/>
          <p:cNvSpPr/>
          <p:nvPr/>
        </p:nvSpPr>
        <p:spPr>
          <a:xfrm>
            <a:off x="2741760" y="4524480"/>
            <a:ext cx="27730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2958" name=""/>
          <p:cNvSpPr/>
          <p:nvPr/>
        </p:nvSpPr>
        <p:spPr>
          <a:xfrm>
            <a:off x="5740560" y="1211400"/>
            <a:ext cx="278100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2959" name=""/>
          <p:cNvSpPr/>
          <p:nvPr/>
        </p:nvSpPr>
        <p:spPr>
          <a:xfrm>
            <a:off x="5740560" y="911520"/>
            <a:ext cx="277164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2960" name=""/>
          <p:cNvSpPr/>
          <p:nvPr/>
        </p:nvSpPr>
        <p:spPr>
          <a:xfrm>
            <a:off x="5740560" y="1492200"/>
            <a:ext cx="27748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2961" name=""/>
          <p:cNvSpPr/>
          <p:nvPr/>
        </p:nvSpPr>
        <p:spPr>
          <a:xfrm>
            <a:off x="5740560" y="3008160"/>
            <a:ext cx="27748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2962" name=""/>
          <p:cNvSpPr/>
          <p:nvPr/>
        </p:nvSpPr>
        <p:spPr>
          <a:xfrm>
            <a:off x="5740560" y="4524480"/>
            <a:ext cx="27748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B7032856-8E7B-4B7E-9171-D74FAC1FC808}" type="slidenum">
              <a:t>171</a:t>
            </a:fld>
          </a:p>
        </p:txBody>
      </p:sp>
    </p:spTree>
  </p:cSld>
  <mc:AlternateContent>
    <mc:Choice Requires="p14">
      <p:transition spd="slow" p14:dur="2000"/>
    </mc:Choice>
    <mc:Fallback>
      <p:transition spd="slow"/>
    </mc:Fallback>
  </mc:AlternateContent>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6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296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2965" name=""/>
          <p:cNvSpPr/>
          <p:nvPr/>
        </p:nvSpPr>
        <p:spPr>
          <a:xfrm>
            <a:off x="227160" y="1270080"/>
            <a:ext cx="1276200" cy="4098960"/>
          </a:xfrm>
          <a:prstGeom prst="rect">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2966" name=""/>
          <p:cNvGrpSpPr/>
          <p:nvPr/>
        </p:nvGrpSpPr>
        <p:grpSpPr>
          <a:xfrm>
            <a:off x="750960" y="1528920"/>
            <a:ext cx="1395360" cy="755640"/>
            <a:chOff x="750960" y="1528920"/>
            <a:chExt cx="1395360" cy="755640"/>
          </a:xfrm>
        </p:grpSpPr>
        <p:sp>
          <p:nvSpPr>
            <p:cNvPr id="2967" name=""/>
            <p:cNvSpPr/>
            <p:nvPr/>
          </p:nvSpPr>
          <p:spPr>
            <a:xfrm>
              <a:off x="750960" y="1528920"/>
              <a:ext cx="1395360" cy="7556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68" name=""/>
            <p:cNvSpPr/>
            <p:nvPr/>
          </p:nvSpPr>
          <p:spPr>
            <a:xfrm>
              <a:off x="809280" y="1560240"/>
              <a:ext cx="1278720" cy="69228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grpSp>
        <p:nvGrpSpPr>
          <p:cNvPr id="2969" name=""/>
          <p:cNvGrpSpPr/>
          <p:nvPr/>
        </p:nvGrpSpPr>
        <p:grpSpPr>
          <a:xfrm>
            <a:off x="750960" y="2916360"/>
            <a:ext cx="1395360" cy="757080"/>
            <a:chOff x="750960" y="2916360"/>
            <a:chExt cx="1395360" cy="757080"/>
          </a:xfrm>
        </p:grpSpPr>
        <p:sp>
          <p:nvSpPr>
            <p:cNvPr id="2970" name=""/>
            <p:cNvSpPr/>
            <p:nvPr/>
          </p:nvSpPr>
          <p:spPr>
            <a:xfrm>
              <a:off x="750960" y="2916360"/>
              <a:ext cx="1395360" cy="7570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71" name=""/>
            <p:cNvSpPr/>
            <p:nvPr/>
          </p:nvSpPr>
          <p:spPr>
            <a:xfrm>
              <a:off x="809280" y="2947680"/>
              <a:ext cx="1278720" cy="6937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grpSp>
        <p:nvGrpSpPr>
          <p:cNvPr id="2972" name=""/>
          <p:cNvGrpSpPr/>
          <p:nvPr/>
        </p:nvGrpSpPr>
        <p:grpSpPr>
          <a:xfrm>
            <a:off x="750960" y="4305240"/>
            <a:ext cx="1395360" cy="755640"/>
            <a:chOff x="750960" y="4305240"/>
            <a:chExt cx="1395360" cy="755640"/>
          </a:xfrm>
        </p:grpSpPr>
        <p:sp>
          <p:nvSpPr>
            <p:cNvPr id="2973" name=""/>
            <p:cNvSpPr/>
            <p:nvPr/>
          </p:nvSpPr>
          <p:spPr>
            <a:xfrm>
              <a:off x="750960" y="4305240"/>
              <a:ext cx="1395360" cy="7556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2974" name=""/>
            <p:cNvSpPr/>
            <p:nvPr/>
          </p:nvSpPr>
          <p:spPr>
            <a:xfrm>
              <a:off x="809280" y="4336560"/>
              <a:ext cx="1278720" cy="69228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sp>
        <p:nvSpPr>
          <p:cNvPr id="2975" name=""/>
          <p:cNvSpPr/>
          <p:nvPr/>
        </p:nvSpPr>
        <p:spPr>
          <a:xfrm>
            <a:off x="2424240" y="1271520"/>
            <a:ext cx="195264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sp>
        <p:nvSpPr>
          <p:cNvPr id="2976" name=""/>
          <p:cNvSpPr/>
          <p:nvPr/>
        </p:nvSpPr>
        <p:spPr>
          <a:xfrm>
            <a:off x="2425680" y="995760"/>
            <a:ext cx="194472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2977" name=""/>
          <p:cNvSpPr/>
          <p:nvPr/>
        </p:nvSpPr>
        <p:spPr>
          <a:xfrm>
            <a:off x="2425680" y="1528920"/>
            <a:ext cx="194796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2978" name=""/>
          <p:cNvSpPr/>
          <p:nvPr/>
        </p:nvSpPr>
        <p:spPr>
          <a:xfrm>
            <a:off x="2425680" y="2916360"/>
            <a:ext cx="194796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2979" name=""/>
          <p:cNvSpPr/>
          <p:nvPr/>
        </p:nvSpPr>
        <p:spPr>
          <a:xfrm>
            <a:off x="2424240" y="4302000"/>
            <a:ext cx="19494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2980" name=""/>
          <p:cNvSpPr/>
          <p:nvPr/>
        </p:nvSpPr>
        <p:spPr>
          <a:xfrm>
            <a:off x="4543560" y="1271520"/>
            <a:ext cx="195264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sp>
        <p:nvSpPr>
          <p:cNvPr id="2981" name=""/>
          <p:cNvSpPr/>
          <p:nvPr/>
        </p:nvSpPr>
        <p:spPr>
          <a:xfrm>
            <a:off x="4543560" y="995760"/>
            <a:ext cx="194616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2982" name=""/>
          <p:cNvSpPr/>
          <p:nvPr/>
        </p:nvSpPr>
        <p:spPr>
          <a:xfrm>
            <a:off x="4543560" y="1528920"/>
            <a:ext cx="19476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2983" name=""/>
          <p:cNvSpPr/>
          <p:nvPr/>
        </p:nvSpPr>
        <p:spPr>
          <a:xfrm>
            <a:off x="4543560" y="2916360"/>
            <a:ext cx="19476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2984" name=""/>
          <p:cNvSpPr/>
          <p:nvPr/>
        </p:nvSpPr>
        <p:spPr>
          <a:xfrm>
            <a:off x="4543560" y="4303800"/>
            <a:ext cx="19476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2985" name=""/>
          <p:cNvSpPr/>
          <p:nvPr/>
        </p:nvSpPr>
        <p:spPr>
          <a:xfrm>
            <a:off x="6662880" y="1271520"/>
            <a:ext cx="195084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sp>
        <p:nvSpPr>
          <p:cNvPr id="2986" name=""/>
          <p:cNvSpPr/>
          <p:nvPr/>
        </p:nvSpPr>
        <p:spPr>
          <a:xfrm>
            <a:off x="6662880" y="995760"/>
            <a:ext cx="194472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2987" name=""/>
          <p:cNvSpPr/>
          <p:nvPr/>
        </p:nvSpPr>
        <p:spPr>
          <a:xfrm>
            <a:off x="6662880" y="1528920"/>
            <a:ext cx="19476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2988" name=""/>
          <p:cNvSpPr/>
          <p:nvPr/>
        </p:nvSpPr>
        <p:spPr>
          <a:xfrm>
            <a:off x="6662880" y="2917800"/>
            <a:ext cx="19476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2989" name=""/>
          <p:cNvSpPr/>
          <p:nvPr/>
        </p:nvSpPr>
        <p:spPr>
          <a:xfrm>
            <a:off x="6662880" y="4302000"/>
            <a:ext cx="19476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5F153588-ACBA-4E0B-8BEF-E36EF6D866D6}" type="slidenum">
              <a:t>172</a:t>
            </a:fld>
          </a:p>
        </p:txBody>
      </p:sp>
    </p:spTree>
  </p:cSld>
  <mc:AlternateContent>
    <mc:Choice Requires="p14">
      <p:transition spd="slow" p14:dur="2000"/>
    </mc:Choice>
    <mc:Fallback>
      <p:transition spd="slow"/>
    </mc:Fallback>
  </mc:AlternateContent>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9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2 </a:t>
            </a:r>
            <a:r>
              <a:rPr b="1" lang="en-US" sz="1900" spc="-1" strike="noStrike">
                <a:solidFill>
                  <a:srgbClr val="000000"/>
                </a:solidFill>
                <a:latin typeface="Arial"/>
              </a:rPr>
              <a:t>COLUMN </a:t>
            </a:r>
            <a:endParaRPr b="1" lang="en-US" sz="1900" spc="-1" strike="noStrike">
              <a:solidFill>
                <a:srgbClr val="000000"/>
              </a:solidFill>
              <a:latin typeface="Arial"/>
            </a:endParaRPr>
          </a:p>
        </p:txBody>
      </p:sp>
      <p:sp>
        <p:nvSpPr>
          <p:cNvPr id="299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2992" name=""/>
          <p:cNvSpPr/>
          <p:nvPr/>
        </p:nvSpPr>
        <p:spPr>
          <a:xfrm>
            <a:off x="519120" y="1270440"/>
            <a:ext cx="383544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2993" name=""/>
          <p:cNvSpPr/>
          <p:nvPr/>
        </p:nvSpPr>
        <p:spPr>
          <a:xfrm>
            <a:off x="4541760" y="1270440"/>
            <a:ext cx="383544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2994" name=""/>
          <p:cNvSpPr/>
          <p:nvPr/>
        </p:nvSpPr>
        <p:spPr>
          <a:xfrm>
            <a:off x="519120" y="1544760"/>
            <a:ext cx="38322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2995" name=""/>
          <p:cNvSpPr/>
          <p:nvPr/>
        </p:nvSpPr>
        <p:spPr>
          <a:xfrm>
            <a:off x="519120" y="1681200"/>
            <a:ext cx="38354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2996" name=""/>
          <p:cNvSpPr/>
          <p:nvPr/>
        </p:nvSpPr>
        <p:spPr>
          <a:xfrm>
            <a:off x="4541760" y="1681200"/>
            <a:ext cx="38354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2997" name=""/>
          <p:cNvSpPr/>
          <p:nvPr/>
        </p:nvSpPr>
        <p:spPr>
          <a:xfrm>
            <a:off x="4541760" y="1544760"/>
            <a:ext cx="38340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8DC035EC-9708-4458-87F9-E8ED457B2424}" type="slidenum">
              <a:t>173</a:t>
            </a:fld>
          </a:p>
        </p:txBody>
      </p:sp>
    </p:spTree>
  </p:cSld>
  <mc:AlternateContent>
    <mc:Choice Requires="p14">
      <p:transition spd="slow" p14:dur="2000"/>
    </mc:Choice>
    <mc:Fallback>
      <p:transition spd="slow"/>
    </mc:Fallback>
  </mc:AlternateContent>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9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3 </a:t>
            </a:r>
            <a:r>
              <a:rPr b="1" lang="en-US" sz="1900" spc="-1" strike="noStrike">
                <a:solidFill>
                  <a:srgbClr val="000000"/>
                </a:solidFill>
                <a:latin typeface="Arial"/>
              </a:rPr>
              <a:t>COLUMN</a:t>
            </a:r>
            <a:endParaRPr b="1" lang="en-US" sz="1900" spc="-1" strike="noStrike">
              <a:solidFill>
                <a:srgbClr val="000000"/>
              </a:solidFill>
              <a:latin typeface="Arial"/>
            </a:endParaRPr>
          </a:p>
        </p:txBody>
      </p:sp>
      <p:sp>
        <p:nvSpPr>
          <p:cNvPr id="299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000" name=""/>
          <p:cNvGrpSpPr/>
          <p:nvPr/>
        </p:nvGrpSpPr>
        <p:grpSpPr>
          <a:xfrm>
            <a:off x="264960" y="1270440"/>
            <a:ext cx="8335800" cy="654840"/>
            <a:chOff x="264960" y="1270440"/>
            <a:chExt cx="8335800" cy="654840"/>
          </a:xfrm>
        </p:grpSpPr>
        <p:grpSp>
          <p:nvGrpSpPr>
            <p:cNvPr id="3001" name=""/>
            <p:cNvGrpSpPr/>
            <p:nvPr/>
          </p:nvGrpSpPr>
          <p:grpSpPr>
            <a:xfrm>
              <a:off x="264960" y="1270440"/>
              <a:ext cx="2658240" cy="654840"/>
              <a:chOff x="264960" y="1270440"/>
              <a:chExt cx="2658240" cy="654840"/>
            </a:xfrm>
          </p:grpSpPr>
          <p:sp>
            <p:nvSpPr>
              <p:cNvPr id="3002" name=""/>
              <p:cNvSpPr/>
              <p:nvPr/>
            </p:nvSpPr>
            <p:spPr>
              <a:xfrm>
                <a:off x="264960" y="1270440"/>
                <a:ext cx="265824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03" name=""/>
              <p:cNvSpPr/>
              <p:nvPr/>
            </p:nvSpPr>
            <p:spPr>
              <a:xfrm>
                <a:off x="264960" y="1544760"/>
                <a:ext cx="26571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04" name=""/>
              <p:cNvSpPr/>
              <p:nvPr/>
            </p:nvSpPr>
            <p:spPr>
              <a:xfrm>
                <a:off x="264960" y="1681200"/>
                <a:ext cx="26582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005" name=""/>
            <p:cNvGrpSpPr/>
            <p:nvPr/>
          </p:nvGrpSpPr>
          <p:grpSpPr>
            <a:xfrm>
              <a:off x="3103560" y="1270440"/>
              <a:ext cx="2658600" cy="654840"/>
              <a:chOff x="3103560" y="1270440"/>
              <a:chExt cx="2658600" cy="654840"/>
            </a:xfrm>
          </p:grpSpPr>
          <p:sp>
            <p:nvSpPr>
              <p:cNvPr id="3006" name=""/>
              <p:cNvSpPr/>
              <p:nvPr/>
            </p:nvSpPr>
            <p:spPr>
              <a:xfrm>
                <a:off x="3103560" y="1270440"/>
                <a:ext cx="26586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07" name=""/>
              <p:cNvSpPr/>
              <p:nvPr/>
            </p:nvSpPr>
            <p:spPr>
              <a:xfrm>
                <a:off x="3103560" y="1544760"/>
                <a:ext cx="26575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08" name=""/>
              <p:cNvSpPr/>
              <p:nvPr/>
            </p:nvSpPr>
            <p:spPr>
              <a:xfrm>
                <a:off x="3103560" y="1681200"/>
                <a:ext cx="26586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009" name=""/>
            <p:cNvGrpSpPr/>
            <p:nvPr/>
          </p:nvGrpSpPr>
          <p:grpSpPr>
            <a:xfrm>
              <a:off x="5942520" y="1270440"/>
              <a:ext cx="2658240" cy="654840"/>
              <a:chOff x="5942520" y="1270440"/>
              <a:chExt cx="2658240" cy="654840"/>
            </a:xfrm>
          </p:grpSpPr>
          <p:sp>
            <p:nvSpPr>
              <p:cNvPr id="3010" name=""/>
              <p:cNvSpPr/>
              <p:nvPr/>
            </p:nvSpPr>
            <p:spPr>
              <a:xfrm>
                <a:off x="5942520" y="1270440"/>
                <a:ext cx="265824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11" name=""/>
              <p:cNvSpPr/>
              <p:nvPr/>
            </p:nvSpPr>
            <p:spPr>
              <a:xfrm>
                <a:off x="5942520" y="1544760"/>
                <a:ext cx="26571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12" name=""/>
              <p:cNvSpPr/>
              <p:nvPr/>
            </p:nvSpPr>
            <p:spPr>
              <a:xfrm>
                <a:off x="5942520" y="1681200"/>
                <a:ext cx="26582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sp>
        <p:nvSpPr>
          <p:cNvPr id="3" name="PlaceHolder 2"/>
          <p:cNvSpPr>
            <a:spLocks noGrp="1"/>
          </p:cNvSpPr>
          <p:nvPr>
            <p:ph type="sldNum" idx="2"/>
          </p:nvPr>
        </p:nvSpPr>
        <p:spPr/>
        <p:txBody>
          <a:bodyPr/>
          <a:p>
            <a:fld id="{B7923931-49AE-4C9B-AC12-90337064B7AF}" type="slidenum">
              <a:t>174</a:t>
            </a:fld>
          </a:p>
        </p:txBody>
      </p:sp>
    </p:spTree>
  </p:cSld>
  <mc:AlternateContent>
    <mc:Choice Requires="p14">
      <p:transition spd="slow" p14:dur="2000"/>
    </mc:Choice>
    <mc:Fallback>
      <p:transition spd="slow"/>
    </mc:Fallback>
  </mc:AlternateContent>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1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4 </a:t>
            </a:r>
            <a:r>
              <a:rPr b="1" lang="en-US" sz="1900" spc="-1" strike="noStrike">
                <a:solidFill>
                  <a:srgbClr val="000000"/>
                </a:solidFill>
                <a:latin typeface="Arial"/>
              </a:rPr>
              <a:t>COLUMN</a:t>
            </a:r>
            <a:endParaRPr b="1" lang="en-US" sz="1900" spc="-1" strike="noStrike">
              <a:solidFill>
                <a:srgbClr val="000000"/>
              </a:solidFill>
              <a:latin typeface="Arial"/>
            </a:endParaRPr>
          </a:p>
        </p:txBody>
      </p:sp>
      <p:sp>
        <p:nvSpPr>
          <p:cNvPr id="301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015" name=""/>
          <p:cNvGrpSpPr/>
          <p:nvPr/>
        </p:nvGrpSpPr>
        <p:grpSpPr>
          <a:xfrm>
            <a:off x="138240" y="1270440"/>
            <a:ext cx="8592480" cy="654840"/>
            <a:chOff x="138240" y="1270440"/>
            <a:chExt cx="8592480" cy="654840"/>
          </a:xfrm>
        </p:grpSpPr>
        <p:grpSp>
          <p:nvGrpSpPr>
            <p:cNvPr id="3016" name=""/>
            <p:cNvGrpSpPr/>
            <p:nvPr/>
          </p:nvGrpSpPr>
          <p:grpSpPr>
            <a:xfrm>
              <a:off x="138240" y="1270440"/>
              <a:ext cx="2018520" cy="654840"/>
              <a:chOff x="138240" y="1270440"/>
              <a:chExt cx="2018520" cy="654840"/>
            </a:xfrm>
          </p:grpSpPr>
          <p:sp>
            <p:nvSpPr>
              <p:cNvPr id="3017" name=""/>
              <p:cNvSpPr/>
              <p:nvPr/>
            </p:nvSpPr>
            <p:spPr>
              <a:xfrm>
                <a:off x="138240" y="1270440"/>
                <a:ext cx="20185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18" name=""/>
              <p:cNvSpPr/>
              <p:nvPr/>
            </p:nvSpPr>
            <p:spPr>
              <a:xfrm>
                <a:off x="138240" y="1544760"/>
                <a:ext cx="20178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19" name=""/>
              <p:cNvSpPr/>
              <p:nvPr/>
            </p:nvSpPr>
            <p:spPr>
              <a:xfrm>
                <a:off x="138240" y="1681200"/>
                <a:ext cx="20185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020" name=""/>
            <p:cNvGrpSpPr/>
            <p:nvPr/>
          </p:nvGrpSpPr>
          <p:grpSpPr>
            <a:xfrm>
              <a:off x="2329560" y="1270440"/>
              <a:ext cx="2018160" cy="654840"/>
              <a:chOff x="2329560" y="1270440"/>
              <a:chExt cx="2018160" cy="654840"/>
            </a:xfrm>
          </p:grpSpPr>
          <p:sp>
            <p:nvSpPr>
              <p:cNvPr id="3021" name=""/>
              <p:cNvSpPr/>
              <p:nvPr/>
            </p:nvSpPr>
            <p:spPr>
              <a:xfrm>
                <a:off x="2329560" y="1270440"/>
                <a:ext cx="201816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22" name=""/>
              <p:cNvSpPr/>
              <p:nvPr/>
            </p:nvSpPr>
            <p:spPr>
              <a:xfrm>
                <a:off x="2329560" y="1544760"/>
                <a:ext cx="20174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23" name=""/>
              <p:cNvSpPr/>
              <p:nvPr/>
            </p:nvSpPr>
            <p:spPr>
              <a:xfrm>
                <a:off x="2329560" y="1681200"/>
                <a:ext cx="201816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024" name=""/>
            <p:cNvGrpSpPr/>
            <p:nvPr/>
          </p:nvGrpSpPr>
          <p:grpSpPr>
            <a:xfrm>
              <a:off x="4520880" y="1270440"/>
              <a:ext cx="2018520" cy="654840"/>
              <a:chOff x="4520880" y="1270440"/>
              <a:chExt cx="2018520" cy="654840"/>
            </a:xfrm>
          </p:grpSpPr>
          <p:sp>
            <p:nvSpPr>
              <p:cNvPr id="3025" name=""/>
              <p:cNvSpPr/>
              <p:nvPr/>
            </p:nvSpPr>
            <p:spPr>
              <a:xfrm>
                <a:off x="4520880" y="1270440"/>
                <a:ext cx="20185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26" name=""/>
              <p:cNvSpPr/>
              <p:nvPr/>
            </p:nvSpPr>
            <p:spPr>
              <a:xfrm>
                <a:off x="4520880" y="1544760"/>
                <a:ext cx="20178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27" name=""/>
              <p:cNvSpPr/>
              <p:nvPr/>
            </p:nvSpPr>
            <p:spPr>
              <a:xfrm>
                <a:off x="4520880" y="1681200"/>
                <a:ext cx="20185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028" name=""/>
            <p:cNvGrpSpPr/>
            <p:nvPr/>
          </p:nvGrpSpPr>
          <p:grpSpPr>
            <a:xfrm>
              <a:off x="6712200" y="1270440"/>
              <a:ext cx="2018520" cy="654840"/>
              <a:chOff x="6712200" y="1270440"/>
              <a:chExt cx="2018520" cy="654840"/>
            </a:xfrm>
          </p:grpSpPr>
          <p:sp>
            <p:nvSpPr>
              <p:cNvPr id="3029" name=""/>
              <p:cNvSpPr/>
              <p:nvPr/>
            </p:nvSpPr>
            <p:spPr>
              <a:xfrm>
                <a:off x="6712200" y="1270440"/>
                <a:ext cx="20185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30" name=""/>
              <p:cNvSpPr/>
              <p:nvPr/>
            </p:nvSpPr>
            <p:spPr>
              <a:xfrm>
                <a:off x="6712200" y="1544760"/>
                <a:ext cx="20178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31" name=""/>
              <p:cNvSpPr/>
              <p:nvPr/>
            </p:nvSpPr>
            <p:spPr>
              <a:xfrm>
                <a:off x="6712200" y="1681200"/>
                <a:ext cx="20185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sp>
        <p:nvSpPr>
          <p:cNvPr id="3" name="PlaceHolder 2"/>
          <p:cNvSpPr>
            <a:spLocks noGrp="1"/>
          </p:cNvSpPr>
          <p:nvPr>
            <p:ph type="sldNum" idx="2"/>
          </p:nvPr>
        </p:nvSpPr>
        <p:spPr/>
        <p:txBody>
          <a:bodyPr/>
          <a:p>
            <a:fld id="{0ECA45B9-FA30-4A55-A608-559F839F461A}" type="slidenum">
              <a:t>175</a:t>
            </a:fld>
          </a:p>
        </p:txBody>
      </p:sp>
    </p:spTree>
  </p:cSld>
  <mc:AlternateContent>
    <mc:Choice Requires="p14">
      <p:transition spd="slow" p14:dur="2000"/>
    </mc:Choice>
    <mc:Fallback>
      <p:transition spd="slow"/>
    </mc:Fallback>
  </mc:AlternateContent>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3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5 </a:t>
            </a:r>
            <a:r>
              <a:rPr b="1" lang="en-US" sz="1900" spc="-1" strike="noStrike">
                <a:solidFill>
                  <a:srgbClr val="000000"/>
                </a:solidFill>
                <a:latin typeface="Arial"/>
              </a:rPr>
              <a:t>COLUMN</a:t>
            </a:r>
            <a:endParaRPr b="1" lang="en-US" sz="1900" spc="-1" strike="noStrike">
              <a:solidFill>
                <a:srgbClr val="000000"/>
              </a:solidFill>
              <a:latin typeface="Arial"/>
            </a:endParaRPr>
          </a:p>
        </p:txBody>
      </p:sp>
      <p:sp>
        <p:nvSpPr>
          <p:cNvPr id="303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034" name=""/>
          <p:cNvGrpSpPr/>
          <p:nvPr/>
        </p:nvGrpSpPr>
        <p:grpSpPr>
          <a:xfrm>
            <a:off x="138240" y="1270440"/>
            <a:ext cx="1635120" cy="654840"/>
            <a:chOff x="138240" y="1270440"/>
            <a:chExt cx="1635120" cy="654840"/>
          </a:xfrm>
        </p:grpSpPr>
        <p:sp>
          <p:nvSpPr>
            <p:cNvPr id="3035" name=""/>
            <p:cNvSpPr/>
            <p:nvPr/>
          </p:nvSpPr>
          <p:spPr>
            <a:xfrm>
              <a:off x="138240" y="1270440"/>
              <a:ext cx="16351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36" name=""/>
            <p:cNvSpPr/>
            <p:nvPr/>
          </p:nvSpPr>
          <p:spPr>
            <a:xfrm>
              <a:off x="138240" y="1544760"/>
              <a:ext cx="16344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37" name=""/>
            <p:cNvSpPr/>
            <p:nvPr/>
          </p:nvSpPr>
          <p:spPr>
            <a:xfrm>
              <a:off x="138240" y="1681200"/>
              <a:ext cx="16351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038" name=""/>
          <p:cNvGrpSpPr/>
          <p:nvPr/>
        </p:nvGrpSpPr>
        <p:grpSpPr>
          <a:xfrm>
            <a:off x="1878120" y="1270440"/>
            <a:ext cx="1633320" cy="654840"/>
            <a:chOff x="1878120" y="1270440"/>
            <a:chExt cx="1633320" cy="654840"/>
          </a:xfrm>
        </p:grpSpPr>
        <p:sp>
          <p:nvSpPr>
            <p:cNvPr id="3039" name=""/>
            <p:cNvSpPr/>
            <p:nvPr/>
          </p:nvSpPr>
          <p:spPr>
            <a:xfrm>
              <a:off x="1878120" y="1270440"/>
              <a:ext cx="16333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40" name=""/>
            <p:cNvSpPr/>
            <p:nvPr/>
          </p:nvSpPr>
          <p:spPr>
            <a:xfrm>
              <a:off x="1878120" y="1544760"/>
              <a:ext cx="16326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41" name=""/>
            <p:cNvSpPr/>
            <p:nvPr/>
          </p:nvSpPr>
          <p:spPr>
            <a:xfrm>
              <a:off x="1878120" y="1681200"/>
              <a:ext cx="16333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042" name=""/>
          <p:cNvGrpSpPr/>
          <p:nvPr/>
        </p:nvGrpSpPr>
        <p:grpSpPr>
          <a:xfrm>
            <a:off x="3618000" y="1270440"/>
            <a:ext cx="1633320" cy="654840"/>
            <a:chOff x="3618000" y="1270440"/>
            <a:chExt cx="1633320" cy="654840"/>
          </a:xfrm>
        </p:grpSpPr>
        <p:sp>
          <p:nvSpPr>
            <p:cNvPr id="3043" name=""/>
            <p:cNvSpPr/>
            <p:nvPr/>
          </p:nvSpPr>
          <p:spPr>
            <a:xfrm>
              <a:off x="3618000" y="1270440"/>
              <a:ext cx="16333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44" name=""/>
            <p:cNvSpPr/>
            <p:nvPr/>
          </p:nvSpPr>
          <p:spPr>
            <a:xfrm>
              <a:off x="3618000" y="1544760"/>
              <a:ext cx="16326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45" name=""/>
            <p:cNvSpPr/>
            <p:nvPr/>
          </p:nvSpPr>
          <p:spPr>
            <a:xfrm>
              <a:off x="3618000" y="1681200"/>
              <a:ext cx="16333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046" name=""/>
          <p:cNvGrpSpPr/>
          <p:nvPr/>
        </p:nvGrpSpPr>
        <p:grpSpPr>
          <a:xfrm>
            <a:off x="5356080" y="1270440"/>
            <a:ext cx="1635120" cy="654840"/>
            <a:chOff x="5356080" y="1270440"/>
            <a:chExt cx="1635120" cy="654840"/>
          </a:xfrm>
        </p:grpSpPr>
        <p:sp>
          <p:nvSpPr>
            <p:cNvPr id="3047" name=""/>
            <p:cNvSpPr/>
            <p:nvPr/>
          </p:nvSpPr>
          <p:spPr>
            <a:xfrm>
              <a:off x="5356080" y="1270440"/>
              <a:ext cx="16351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48" name=""/>
            <p:cNvSpPr/>
            <p:nvPr/>
          </p:nvSpPr>
          <p:spPr>
            <a:xfrm>
              <a:off x="5356080" y="1544760"/>
              <a:ext cx="16344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49" name=""/>
            <p:cNvSpPr/>
            <p:nvPr/>
          </p:nvSpPr>
          <p:spPr>
            <a:xfrm>
              <a:off x="5356080" y="1681200"/>
              <a:ext cx="16351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050" name=""/>
          <p:cNvGrpSpPr/>
          <p:nvPr/>
        </p:nvGrpSpPr>
        <p:grpSpPr>
          <a:xfrm>
            <a:off x="7094520" y="1270440"/>
            <a:ext cx="1636560" cy="654840"/>
            <a:chOff x="7094520" y="1270440"/>
            <a:chExt cx="1636560" cy="654840"/>
          </a:xfrm>
        </p:grpSpPr>
        <p:sp>
          <p:nvSpPr>
            <p:cNvPr id="3051" name=""/>
            <p:cNvSpPr/>
            <p:nvPr/>
          </p:nvSpPr>
          <p:spPr>
            <a:xfrm>
              <a:off x="7094520" y="1270440"/>
              <a:ext cx="163656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052" name=""/>
            <p:cNvSpPr/>
            <p:nvPr/>
          </p:nvSpPr>
          <p:spPr>
            <a:xfrm>
              <a:off x="7094520" y="1544760"/>
              <a:ext cx="1635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53" name=""/>
            <p:cNvSpPr/>
            <p:nvPr/>
          </p:nvSpPr>
          <p:spPr>
            <a:xfrm>
              <a:off x="7094520" y="1681200"/>
              <a:ext cx="163656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A04A43EB-68E0-4AD3-94F6-9106EAC63A4F}" type="slidenum">
              <a:t>176</a:t>
            </a:fld>
          </a:p>
        </p:txBody>
      </p:sp>
    </p:spTree>
  </p:cSld>
  <mc:AlternateContent>
    <mc:Choice Requires="p14">
      <p:transition spd="slow" p14:dur="2000"/>
    </mc:Choice>
    <mc:Fallback>
      <p:transition spd="slow"/>
    </mc:Fallback>
  </mc:AlternateContent>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5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6 </a:t>
            </a:r>
            <a:r>
              <a:rPr b="1" lang="en-US" sz="1900" spc="-1" strike="noStrike">
                <a:solidFill>
                  <a:srgbClr val="000000"/>
                </a:solidFill>
                <a:latin typeface="Arial"/>
              </a:rPr>
              <a:t>COLUMN</a:t>
            </a:r>
            <a:endParaRPr b="1" lang="en-US" sz="1900" spc="-1" strike="noStrike">
              <a:solidFill>
                <a:srgbClr val="000000"/>
              </a:solidFill>
              <a:latin typeface="Arial"/>
            </a:endParaRPr>
          </a:p>
        </p:txBody>
      </p:sp>
      <p:sp>
        <p:nvSpPr>
          <p:cNvPr id="305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056" name=""/>
          <p:cNvSpPr/>
          <p:nvPr/>
        </p:nvSpPr>
        <p:spPr>
          <a:xfrm>
            <a:off x="138240" y="1300680"/>
            <a:ext cx="13287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57" name=""/>
          <p:cNvSpPr/>
          <p:nvPr/>
        </p:nvSpPr>
        <p:spPr>
          <a:xfrm>
            <a:off x="138240" y="1544760"/>
            <a:ext cx="13287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58" name=""/>
          <p:cNvSpPr/>
          <p:nvPr/>
        </p:nvSpPr>
        <p:spPr>
          <a:xfrm>
            <a:off x="138240" y="1681200"/>
            <a:ext cx="13287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59" name=""/>
          <p:cNvSpPr/>
          <p:nvPr/>
        </p:nvSpPr>
        <p:spPr>
          <a:xfrm>
            <a:off x="1589040" y="1300680"/>
            <a:ext cx="133020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60" name=""/>
          <p:cNvSpPr/>
          <p:nvPr/>
        </p:nvSpPr>
        <p:spPr>
          <a:xfrm>
            <a:off x="1589040" y="1544760"/>
            <a:ext cx="13302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61" name=""/>
          <p:cNvSpPr/>
          <p:nvPr/>
        </p:nvSpPr>
        <p:spPr>
          <a:xfrm>
            <a:off x="1589040" y="1681200"/>
            <a:ext cx="13302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62" name=""/>
          <p:cNvSpPr/>
          <p:nvPr/>
        </p:nvSpPr>
        <p:spPr>
          <a:xfrm>
            <a:off x="3043080" y="1300680"/>
            <a:ext cx="13305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63" name=""/>
          <p:cNvSpPr/>
          <p:nvPr/>
        </p:nvSpPr>
        <p:spPr>
          <a:xfrm>
            <a:off x="3043080" y="1544760"/>
            <a:ext cx="13305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64" name=""/>
          <p:cNvSpPr/>
          <p:nvPr/>
        </p:nvSpPr>
        <p:spPr>
          <a:xfrm>
            <a:off x="3043080" y="1681200"/>
            <a:ext cx="13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65" name=""/>
          <p:cNvSpPr/>
          <p:nvPr/>
        </p:nvSpPr>
        <p:spPr>
          <a:xfrm>
            <a:off x="4495680" y="1300680"/>
            <a:ext cx="13287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66" name=""/>
          <p:cNvSpPr/>
          <p:nvPr/>
        </p:nvSpPr>
        <p:spPr>
          <a:xfrm>
            <a:off x="4495680" y="1544760"/>
            <a:ext cx="13287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67" name=""/>
          <p:cNvSpPr/>
          <p:nvPr/>
        </p:nvSpPr>
        <p:spPr>
          <a:xfrm>
            <a:off x="4495680" y="1681200"/>
            <a:ext cx="13287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68" name=""/>
          <p:cNvSpPr/>
          <p:nvPr/>
        </p:nvSpPr>
        <p:spPr>
          <a:xfrm>
            <a:off x="5946840" y="1300680"/>
            <a:ext cx="133200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69" name=""/>
          <p:cNvSpPr/>
          <p:nvPr/>
        </p:nvSpPr>
        <p:spPr>
          <a:xfrm>
            <a:off x="5946840" y="1544760"/>
            <a:ext cx="13320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70" name=""/>
          <p:cNvSpPr/>
          <p:nvPr/>
        </p:nvSpPr>
        <p:spPr>
          <a:xfrm>
            <a:off x="5946840" y="1681200"/>
            <a:ext cx="13320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71" name=""/>
          <p:cNvSpPr/>
          <p:nvPr/>
        </p:nvSpPr>
        <p:spPr>
          <a:xfrm>
            <a:off x="7400880" y="1300680"/>
            <a:ext cx="133020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72" name=""/>
          <p:cNvSpPr/>
          <p:nvPr/>
        </p:nvSpPr>
        <p:spPr>
          <a:xfrm>
            <a:off x="7400880" y="1544760"/>
            <a:ext cx="13302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73" name=""/>
          <p:cNvSpPr/>
          <p:nvPr/>
        </p:nvSpPr>
        <p:spPr>
          <a:xfrm>
            <a:off x="7400880" y="1681200"/>
            <a:ext cx="13302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A1F323DF-07BD-4890-9A47-EA816FC000C6}" type="slidenum">
              <a:t>177</a:t>
            </a:fld>
          </a:p>
        </p:txBody>
      </p:sp>
    </p:spTree>
  </p:cSld>
  <mc:AlternateContent>
    <mc:Choice Requires="p14">
      <p:transition spd="slow" p14:dur="2000"/>
    </mc:Choice>
    <mc:Fallback>
      <p:transition spd="slow"/>
    </mc:Fallback>
  </mc:AlternateContent>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7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7 </a:t>
            </a:r>
            <a:r>
              <a:rPr b="1" lang="en-US" sz="1900" spc="-1" strike="noStrike">
                <a:solidFill>
                  <a:srgbClr val="000000"/>
                </a:solidFill>
                <a:latin typeface="Arial"/>
              </a:rPr>
              <a:t>COLUMN</a:t>
            </a:r>
            <a:endParaRPr b="1" lang="en-US" sz="1900" spc="-1" strike="noStrike">
              <a:solidFill>
                <a:srgbClr val="000000"/>
              </a:solidFill>
              <a:latin typeface="Arial"/>
            </a:endParaRPr>
          </a:p>
        </p:txBody>
      </p:sp>
      <p:sp>
        <p:nvSpPr>
          <p:cNvPr id="307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076" name=""/>
          <p:cNvSpPr/>
          <p:nvPr/>
        </p:nvSpPr>
        <p:spPr>
          <a:xfrm>
            <a:off x="138240" y="1300680"/>
            <a:ext cx="113652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77" name=""/>
          <p:cNvSpPr/>
          <p:nvPr/>
        </p:nvSpPr>
        <p:spPr>
          <a:xfrm>
            <a:off x="138240" y="1544760"/>
            <a:ext cx="11365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78" name=""/>
          <p:cNvSpPr/>
          <p:nvPr/>
        </p:nvSpPr>
        <p:spPr>
          <a:xfrm>
            <a:off x="138240" y="1681200"/>
            <a:ext cx="113652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79" name=""/>
          <p:cNvSpPr/>
          <p:nvPr/>
        </p:nvSpPr>
        <p:spPr>
          <a:xfrm>
            <a:off x="1379520" y="1300680"/>
            <a:ext cx="113652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80" name=""/>
          <p:cNvSpPr/>
          <p:nvPr/>
        </p:nvSpPr>
        <p:spPr>
          <a:xfrm>
            <a:off x="1379520" y="1544760"/>
            <a:ext cx="11365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81" name=""/>
          <p:cNvSpPr/>
          <p:nvPr/>
        </p:nvSpPr>
        <p:spPr>
          <a:xfrm>
            <a:off x="1379520" y="1681200"/>
            <a:ext cx="113652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82" name=""/>
          <p:cNvSpPr/>
          <p:nvPr/>
        </p:nvSpPr>
        <p:spPr>
          <a:xfrm>
            <a:off x="2622600" y="1300680"/>
            <a:ext cx="113652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83" name=""/>
          <p:cNvSpPr/>
          <p:nvPr/>
        </p:nvSpPr>
        <p:spPr>
          <a:xfrm>
            <a:off x="2622600" y="1544760"/>
            <a:ext cx="11365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84" name=""/>
          <p:cNvSpPr/>
          <p:nvPr/>
        </p:nvSpPr>
        <p:spPr>
          <a:xfrm>
            <a:off x="2622600" y="1681200"/>
            <a:ext cx="113652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85" name=""/>
          <p:cNvSpPr/>
          <p:nvPr/>
        </p:nvSpPr>
        <p:spPr>
          <a:xfrm>
            <a:off x="3865680" y="1300680"/>
            <a:ext cx="113508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86" name=""/>
          <p:cNvSpPr/>
          <p:nvPr/>
        </p:nvSpPr>
        <p:spPr>
          <a:xfrm>
            <a:off x="3865680" y="1544760"/>
            <a:ext cx="11350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87" name=""/>
          <p:cNvSpPr/>
          <p:nvPr/>
        </p:nvSpPr>
        <p:spPr>
          <a:xfrm>
            <a:off x="3865680" y="1681200"/>
            <a:ext cx="113508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88" name=""/>
          <p:cNvSpPr/>
          <p:nvPr/>
        </p:nvSpPr>
        <p:spPr>
          <a:xfrm>
            <a:off x="5108400" y="1300680"/>
            <a:ext cx="113688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89" name=""/>
          <p:cNvSpPr/>
          <p:nvPr/>
        </p:nvSpPr>
        <p:spPr>
          <a:xfrm>
            <a:off x="5108400" y="1544760"/>
            <a:ext cx="11368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90" name=""/>
          <p:cNvSpPr/>
          <p:nvPr/>
        </p:nvSpPr>
        <p:spPr>
          <a:xfrm>
            <a:off x="5108400" y="1681200"/>
            <a:ext cx="113688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91" name=""/>
          <p:cNvSpPr/>
          <p:nvPr/>
        </p:nvSpPr>
        <p:spPr>
          <a:xfrm>
            <a:off x="6351480" y="1300680"/>
            <a:ext cx="113688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92" name=""/>
          <p:cNvSpPr/>
          <p:nvPr/>
        </p:nvSpPr>
        <p:spPr>
          <a:xfrm>
            <a:off x="6351480" y="1544760"/>
            <a:ext cx="11368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93" name=""/>
          <p:cNvSpPr/>
          <p:nvPr/>
        </p:nvSpPr>
        <p:spPr>
          <a:xfrm>
            <a:off x="6351480" y="1681200"/>
            <a:ext cx="113688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94" name=""/>
          <p:cNvSpPr/>
          <p:nvPr/>
        </p:nvSpPr>
        <p:spPr>
          <a:xfrm>
            <a:off x="7591320" y="1300680"/>
            <a:ext cx="11397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95" name=""/>
          <p:cNvSpPr/>
          <p:nvPr/>
        </p:nvSpPr>
        <p:spPr>
          <a:xfrm>
            <a:off x="7591320" y="1544760"/>
            <a:ext cx="11397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96" name=""/>
          <p:cNvSpPr/>
          <p:nvPr/>
        </p:nvSpPr>
        <p:spPr>
          <a:xfrm>
            <a:off x="7591320" y="1681200"/>
            <a:ext cx="11397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097" name=""/>
          <p:cNvSpPr/>
          <p:nvPr/>
        </p:nvSpPr>
        <p:spPr>
          <a:xfrm>
            <a:off x="1379520" y="949680"/>
            <a:ext cx="362268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098" name=""/>
          <p:cNvSpPr/>
          <p:nvPr/>
        </p:nvSpPr>
        <p:spPr>
          <a:xfrm>
            <a:off x="1379520" y="1193760"/>
            <a:ext cx="36226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099" name=""/>
          <p:cNvSpPr/>
          <p:nvPr/>
        </p:nvSpPr>
        <p:spPr>
          <a:xfrm>
            <a:off x="5108400" y="949680"/>
            <a:ext cx="362268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100" name=""/>
          <p:cNvSpPr/>
          <p:nvPr/>
        </p:nvSpPr>
        <p:spPr>
          <a:xfrm>
            <a:off x="5108400" y="1193760"/>
            <a:ext cx="36226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AD6DC3F2-5388-433D-9DFE-E771456C5998}" type="slidenum">
              <a:t>178</a:t>
            </a:fld>
          </a:p>
        </p:txBody>
      </p:sp>
    </p:spTree>
  </p:cSld>
  <mc:AlternateContent>
    <mc:Choice Requires="p14">
      <p:transition spd="slow" p14:dur="2000"/>
    </mc:Choice>
    <mc:Fallback>
      <p:transition spd="slow"/>
    </mc:Fallback>
  </mc:AlternateContent>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0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8 </a:t>
            </a:r>
            <a:r>
              <a:rPr b="1" lang="en-US" sz="1900" spc="-1" strike="noStrike">
                <a:solidFill>
                  <a:srgbClr val="000000"/>
                </a:solidFill>
                <a:latin typeface="Arial"/>
              </a:rPr>
              <a:t>COLUMN</a:t>
            </a:r>
            <a:endParaRPr b="1" lang="en-US" sz="1900" spc="-1" strike="noStrike">
              <a:solidFill>
                <a:srgbClr val="000000"/>
              </a:solidFill>
              <a:latin typeface="Arial"/>
            </a:endParaRPr>
          </a:p>
        </p:txBody>
      </p:sp>
      <p:sp>
        <p:nvSpPr>
          <p:cNvPr id="3102"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3103" name=""/>
          <p:cNvSpPr/>
          <p:nvPr/>
        </p:nvSpPr>
        <p:spPr>
          <a:xfrm>
            <a:off x="138240" y="1331280"/>
            <a:ext cx="10047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04" name=""/>
          <p:cNvSpPr/>
          <p:nvPr/>
        </p:nvSpPr>
        <p:spPr>
          <a:xfrm>
            <a:off x="138240" y="1544760"/>
            <a:ext cx="86011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105" name=""/>
          <p:cNvSpPr/>
          <p:nvPr/>
        </p:nvSpPr>
        <p:spPr>
          <a:xfrm>
            <a:off x="138240" y="1681200"/>
            <a:ext cx="1004760" cy="183240"/>
          </a:xfrm>
          <a:prstGeom prst="rect">
            <a:avLst/>
          </a:prstGeom>
          <a:noFill/>
          <a:ln w="0">
            <a:noFill/>
          </a:ln>
        </p:spPr>
        <p:style>
          <a:lnRef idx="0"/>
          <a:fillRef idx="0"/>
          <a:effectRef idx="0"/>
          <a:fontRef idx="minor"/>
        </p:style>
        <p:txBody>
          <a:bodyPr lIns="3960" rIns="396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06" name=""/>
          <p:cNvSpPr/>
          <p:nvPr/>
        </p:nvSpPr>
        <p:spPr>
          <a:xfrm>
            <a:off x="1220760" y="1331280"/>
            <a:ext cx="10065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07" name=""/>
          <p:cNvSpPr/>
          <p:nvPr/>
        </p:nvSpPr>
        <p:spPr>
          <a:xfrm>
            <a:off x="1220760" y="1681200"/>
            <a:ext cx="1006560" cy="183240"/>
          </a:xfrm>
          <a:prstGeom prst="rect">
            <a:avLst/>
          </a:prstGeom>
          <a:noFill/>
          <a:ln w="0">
            <a:noFill/>
          </a:ln>
        </p:spPr>
        <p:style>
          <a:lnRef idx="0"/>
          <a:fillRef idx="0"/>
          <a:effectRef idx="0"/>
          <a:fontRef idx="minor"/>
        </p:style>
        <p:txBody>
          <a:bodyPr lIns="3960" rIns="396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08" name=""/>
          <p:cNvSpPr/>
          <p:nvPr/>
        </p:nvSpPr>
        <p:spPr>
          <a:xfrm>
            <a:off x="2305080" y="1331280"/>
            <a:ext cx="100800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09" name=""/>
          <p:cNvSpPr/>
          <p:nvPr/>
        </p:nvSpPr>
        <p:spPr>
          <a:xfrm>
            <a:off x="2305080" y="1681200"/>
            <a:ext cx="1008000" cy="183240"/>
          </a:xfrm>
          <a:prstGeom prst="rect">
            <a:avLst/>
          </a:prstGeom>
          <a:noFill/>
          <a:ln w="0">
            <a:noFill/>
          </a:ln>
        </p:spPr>
        <p:style>
          <a:lnRef idx="0"/>
          <a:fillRef idx="0"/>
          <a:effectRef idx="0"/>
          <a:fontRef idx="minor"/>
        </p:style>
        <p:txBody>
          <a:bodyPr lIns="3960" rIns="396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0" name=""/>
          <p:cNvSpPr/>
          <p:nvPr/>
        </p:nvSpPr>
        <p:spPr>
          <a:xfrm>
            <a:off x="3389400" y="1331280"/>
            <a:ext cx="10065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1" name=""/>
          <p:cNvSpPr/>
          <p:nvPr/>
        </p:nvSpPr>
        <p:spPr>
          <a:xfrm>
            <a:off x="3389400" y="1681200"/>
            <a:ext cx="1006560" cy="183240"/>
          </a:xfrm>
          <a:prstGeom prst="rect">
            <a:avLst/>
          </a:prstGeom>
          <a:noFill/>
          <a:ln w="0">
            <a:noFill/>
          </a:ln>
        </p:spPr>
        <p:style>
          <a:lnRef idx="0"/>
          <a:fillRef idx="0"/>
          <a:effectRef idx="0"/>
          <a:fontRef idx="minor"/>
        </p:style>
        <p:txBody>
          <a:bodyPr lIns="3960" rIns="396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2" name=""/>
          <p:cNvSpPr/>
          <p:nvPr/>
        </p:nvSpPr>
        <p:spPr>
          <a:xfrm>
            <a:off x="4471920" y="1331280"/>
            <a:ext cx="100800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3" name=""/>
          <p:cNvSpPr/>
          <p:nvPr/>
        </p:nvSpPr>
        <p:spPr>
          <a:xfrm>
            <a:off x="4471920" y="1681200"/>
            <a:ext cx="1008000" cy="183240"/>
          </a:xfrm>
          <a:prstGeom prst="rect">
            <a:avLst/>
          </a:prstGeom>
          <a:noFill/>
          <a:ln w="0">
            <a:noFill/>
          </a:ln>
        </p:spPr>
        <p:style>
          <a:lnRef idx="0"/>
          <a:fillRef idx="0"/>
          <a:effectRef idx="0"/>
          <a:fontRef idx="minor"/>
        </p:style>
        <p:txBody>
          <a:bodyPr lIns="3960" rIns="396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4" name=""/>
          <p:cNvSpPr/>
          <p:nvPr/>
        </p:nvSpPr>
        <p:spPr>
          <a:xfrm>
            <a:off x="5556240" y="1331280"/>
            <a:ext cx="10065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5" name=""/>
          <p:cNvSpPr/>
          <p:nvPr/>
        </p:nvSpPr>
        <p:spPr>
          <a:xfrm>
            <a:off x="5556240" y="1681200"/>
            <a:ext cx="1006560" cy="183240"/>
          </a:xfrm>
          <a:prstGeom prst="rect">
            <a:avLst/>
          </a:prstGeom>
          <a:noFill/>
          <a:ln w="0">
            <a:noFill/>
          </a:ln>
        </p:spPr>
        <p:style>
          <a:lnRef idx="0"/>
          <a:fillRef idx="0"/>
          <a:effectRef idx="0"/>
          <a:fontRef idx="minor"/>
        </p:style>
        <p:txBody>
          <a:bodyPr lIns="3960" rIns="396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6" name=""/>
          <p:cNvSpPr/>
          <p:nvPr/>
        </p:nvSpPr>
        <p:spPr>
          <a:xfrm>
            <a:off x="6638760" y="1331280"/>
            <a:ext cx="10083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7" name=""/>
          <p:cNvSpPr/>
          <p:nvPr/>
        </p:nvSpPr>
        <p:spPr>
          <a:xfrm>
            <a:off x="6638760" y="1681200"/>
            <a:ext cx="1008360" cy="183240"/>
          </a:xfrm>
          <a:prstGeom prst="rect">
            <a:avLst/>
          </a:prstGeom>
          <a:noFill/>
          <a:ln w="0">
            <a:noFill/>
          </a:ln>
        </p:spPr>
        <p:style>
          <a:lnRef idx="0"/>
          <a:fillRef idx="0"/>
          <a:effectRef idx="0"/>
          <a:fontRef idx="minor"/>
        </p:style>
        <p:txBody>
          <a:bodyPr lIns="3960" rIns="396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8" name=""/>
          <p:cNvSpPr/>
          <p:nvPr/>
        </p:nvSpPr>
        <p:spPr>
          <a:xfrm>
            <a:off x="7724880" y="1331280"/>
            <a:ext cx="100620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119" name=""/>
          <p:cNvSpPr/>
          <p:nvPr/>
        </p:nvSpPr>
        <p:spPr>
          <a:xfrm>
            <a:off x="7724880" y="1681200"/>
            <a:ext cx="1006200" cy="183240"/>
          </a:xfrm>
          <a:prstGeom prst="rect">
            <a:avLst/>
          </a:prstGeom>
          <a:noFill/>
          <a:ln w="0">
            <a:noFill/>
          </a:ln>
        </p:spPr>
        <p:style>
          <a:lnRef idx="0"/>
          <a:fillRef idx="0"/>
          <a:effectRef idx="0"/>
          <a:fontRef idx="minor"/>
        </p:style>
        <p:txBody>
          <a:bodyPr lIns="3960" rIns="396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82C8170-18E8-44EE-A25F-06322B426F23}" type="slidenum">
              <a:t>179</a:t>
            </a:fld>
          </a:p>
        </p:txBody>
      </p:sp>
    </p:spTree>
  </p:cSld>
  <mc:AlternateContent>
    <mc:Choice Requires="p14">
      <p:transition spd="slow" p14:dur="2000"/>
    </mc:Choice>
    <mc:Fallback>
      <p:transition spd="slow"/>
    </mc:Fallback>
  </mc:AlternateContent>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2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3-</a:t>
            </a:r>
            <a:r>
              <a:rPr b="1" lang="en-US" sz="1900" spc="-1" strike="noStrike">
                <a:solidFill>
                  <a:srgbClr val="000000"/>
                </a:solidFill>
                <a:latin typeface="Arial"/>
              </a:rPr>
              <a:t>STEP </a:t>
            </a:r>
            <a:endParaRPr b="1" lang="en-US" sz="1900" spc="-1" strike="noStrike">
              <a:solidFill>
                <a:srgbClr val="000000"/>
              </a:solidFill>
              <a:latin typeface="Arial"/>
            </a:endParaRPr>
          </a:p>
        </p:txBody>
      </p:sp>
      <p:sp>
        <p:nvSpPr>
          <p:cNvPr id="3121" name=""/>
          <p:cNvSpPr/>
          <p:nvPr/>
        </p:nvSpPr>
        <p:spPr>
          <a:xfrm>
            <a:off x="1519200" y="2138400"/>
            <a:ext cx="7116840" cy="1025640"/>
          </a:xfrm>
          <a:custGeom>
            <a:avLst/>
            <a:gdLst/>
            <a:ahLst/>
            <a:rect l="l" t="t" r="r" b="b"/>
            <a:pathLst>
              <a:path w="2880" h="576">
                <a:moveTo>
                  <a:pt x="0" y="576"/>
                </a:moveTo>
                <a:lnTo>
                  <a:pt x="960" y="576"/>
                </a:lnTo>
                <a:lnTo>
                  <a:pt x="960" y="288"/>
                </a:lnTo>
                <a:lnTo>
                  <a:pt x="1920" y="288"/>
                </a:lnTo>
                <a:lnTo>
                  <a:pt x="1920" y="0"/>
                </a:lnTo>
                <a:lnTo>
                  <a:pt x="2880" y="0"/>
                </a:lnTo>
              </a:path>
            </a:pathLst>
          </a:custGeom>
          <a:noFill/>
          <a:ln w="9360">
            <a:solidFill>
              <a:srgbClr val="d0d0d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3122" name=""/>
          <p:cNvGrpSpPr/>
          <p:nvPr/>
        </p:nvGrpSpPr>
        <p:grpSpPr>
          <a:xfrm>
            <a:off x="1852560" y="2163600"/>
            <a:ext cx="1730160" cy="735120"/>
            <a:chOff x="1852560" y="2163600"/>
            <a:chExt cx="1730160" cy="735120"/>
          </a:xfrm>
        </p:grpSpPr>
        <p:sp>
          <p:nvSpPr>
            <p:cNvPr id="3123" name=""/>
            <p:cNvSpPr/>
            <p:nvPr/>
          </p:nvSpPr>
          <p:spPr>
            <a:xfrm>
              <a:off x="1852560" y="2163600"/>
              <a:ext cx="1730160" cy="7351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24" name=""/>
            <p:cNvSpPr/>
            <p:nvPr/>
          </p:nvSpPr>
          <p:spPr>
            <a:xfrm>
              <a:off x="1924560" y="2194200"/>
              <a:ext cx="1585440" cy="673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125" name=""/>
          <p:cNvSpPr/>
          <p:nvPr/>
        </p:nvSpPr>
        <p:spPr>
          <a:xfrm>
            <a:off x="1531800" y="3309840"/>
            <a:ext cx="23479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126" name=""/>
          <p:cNvGrpSpPr/>
          <p:nvPr/>
        </p:nvGrpSpPr>
        <p:grpSpPr>
          <a:xfrm>
            <a:off x="4278240" y="1650960"/>
            <a:ext cx="1728360" cy="735120"/>
            <a:chOff x="4278240" y="1650960"/>
            <a:chExt cx="1728360" cy="735120"/>
          </a:xfrm>
        </p:grpSpPr>
        <p:sp>
          <p:nvSpPr>
            <p:cNvPr id="3127" name=""/>
            <p:cNvSpPr/>
            <p:nvPr/>
          </p:nvSpPr>
          <p:spPr>
            <a:xfrm>
              <a:off x="4278240" y="1650960"/>
              <a:ext cx="1728360" cy="7351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28" name=""/>
            <p:cNvSpPr/>
            <p:nvPr/>
          </p:nvSpPr>
          <p:spPr>
            <a:xfrm>
              <a:off x="4350240" y="1681560"/>
              <a:ext cx="1584000" cy="673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129" name=""/>
          <p:cNvSpPr/>
          <p:nvPr/>
        </p:nvSpPr>
        <p:spPr>
          <a:xfrm>
            <a:off x="4027320" y="2797200"/>
            <a:ext cx="21733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130" name=""/>
          <p:cNvGrpSpPr/>
          <p:nvPr/>
        </p:nvGrpSpPr>
        <p:grpSpPr>
          <a:xfrm>
            <a:off x="6656400" y="1139760"/>
            <a:ext cx="1728360" cy="735120"/>
            <a:chOff x="6656400" y="1139760"/>
            <a:chExt cx="1728360" cy="735120"/>
          </a:xfrm>
        </p:grpSpPr>
        <p:sp>
          <p:nvSpPr>
            <p:cNvPr id="3131" name=""/>
            <p:cNvSpPr/>
            <p:nvPr/>
          </p:nvSpPr>
          <p:spPr>
            <a:xfrm>
              <a:off x="6656400" y="1139760"/>
              <a:ext cx="1728360" cy="7351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32" name=""/>
            <p:cNvSpPr/>
            <p:nvPr/>
          </p:nvSpPr>
          <p:spPr>
            <a:xfrm>
              <a:off x="6728400" y="1170360"/>
              <a:ext cx="1584000" cy="673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133" name=""/>
          <p:cNvSpPr/>
          <p:nvPr/>
        </p:nvSpPr>
        <p:spPr>
          <a:xfrm>
            <a:off x="6407280" y="2286000"/>
            <a:ext cx="21733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134" name=""/>
          <p:cNvSpPr/>
          <p:nvPr/>
        </p:nvSpPr>
        <p:spPr>
          <a:xfrm>
            <a:off x="254160" y="3309840"/>
            <a:ext cx="11667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756393CE-E3A6-4416-8BAA-8031C890C169}" type="slidenum">
              <a:t>180</a:t>
            </a:fld>
          </a:p>
        </p:txBody>
      </p:sp>
    </p:spTree>
  </p:cSld>
  <mc:AlternateContent>
    <mc:Choice Requires="p14">
      <p:transition spd="slow" p14:dur="2000"/>
    </mc:Choice>
    <mc:Fallback>
      <p:transition spd="slow"/>
    </mc:Fallback>
  </mc:AlternateContent>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3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4-</a:t>
            </a:r>
            <a:r>
              <a:rPr b="1" lang="en-US" sz="1900" spc="-1" strike="noStrike">
                <a:solidFill>
                  <a:srgbClr val="000000"/>
                </a:solidFill>
                <a:latin typeface="Arial"/>
              </a:rPr>
              <a:t>STEP</a:t>
            </a:r>
            <a:endParaRPr b="1" lang="en-US" sz="1900" spc="-1" strike="noStrike">
              <a:solidFill>
                <a:srgbClr val="000000"/>
              </a:solidFill>
              <a:latin typeface="Arial"/>
            </a:endParaRPr>
          </a:p>
        </p:txBody>
      </p:sp>
      <p:grpSp>
        <p:nvGrpSpPr>
          <p:cNvPr id="3136" name=""/>
          <p:cNvGrpSpPr/>
          <p:nvPr/>
        </p:nvGrpSpPr>
        <p:grpSpPr>
          <a:xfrm>
            <a:off x="1703520" y="2271600"/>
            <a:ext cx="1439640" cy="735120"/>
            <a:chOff x="1703520" y="2271600"/>
            <a:chExt cx="1439640" cy="735120"/>
          </a:xfrm>
        </p:grpSpPr>
        <p:sp>
          <p:nvSpPr>
            <p:cNvPr id="3137" name=""/>
            <p:cNvSpPr/>
            <p:nvPr/>
          </p:nvSpPr>
          <p:spPr>
            <a:xfrm>
              <a:off x="1703520" y="2271600"/>
              <a:ext cx="1439640" cy="7351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38" name=""/>
            <p:cNvSpPr/>
            <p:nvPr/>
          </p:nvSpPr>
          <p:spPr>
            <a:xfrm>
              <a:off x="1763640" y="2302200"/>
              <a:ext cx="1319040" cy="673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139" name=""/>
          <p:cNvSpPr/>
          <p:nvPr/>
        </p:nvSpPr>
        <p:spPr>
          <a:xfrm>
            <a:off x="1531800" y="3309840"/>
            <a:ext cx="1657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140" name=""/>
          <p:cNvSpPr/>
          <p:nvPr/>
        </p:nvSpPr>
        <p:spPr>
          <a:xfrm>
            <a:off x="254160" y="3309840"/>
            <a:ext cx="11667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141" name=""/>
          <p:cNvSpPr/>
          <p:nvPr/>
        </p:nvSpPr>
        <p:spPr>
          <a:xfrm>
            <a:off x="1504800" y="1882800"/>
            <a:ext cx="7169400" cy="1338120"/>
          </a:xfrm>
          <a:custGeom>
            <a:avLst/>
            <a:gdLst/>
            <a:ahLst/>
            <a:rect l="l" t="t" r="r" b="b"/>
            <a:pathLst>
              <a:path w="1251" h="708">
                <a:moveTo>
                  <a:pt x="0" y="708"/>
                </a:moveTo>
                <a:lnTo>
                  <a:pt x="312" y="708"/>
                </a:lnTo>
                <a:lnTo>
                  <a:pt x="312" y="471"/>
                </a:lnTo>
                <a:lnTo>
                  <a:pt x="624" y="471"/>
                </a:lnTo>
                <a:lnTo>
                  <a:pt x="624" y="237"/>
                </a:lnTo>
                <a:lnTo>
                  <a:pt x="936" y="237"/>
                </a:lnTo>
                <a:lnTo>
                  <a:pt x="936" y="0"/>
                </a:lnTo>
                <a:lnTo>
                  <a:pt x="1251" y="0"/>
                </a:lnTo>
              </a:path>
            </a:pathLst>
          </a:custGeom>
          <a:noFill/>
          <a:ln w="9360">
            <a:solidFill>
              <a:srgbClr val="d0d0d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3142" name=""/>
          <p:cNvGrpSpPr/>
          <p:nvPr/>
        </p:nvGrpSpPr>
        <p:grpSpPr>
          <a:xfrm>
            <a:off x="3473280" y="1825560"/>
            <a:ext cx="1438560" cy="735120"/>
            <a:chOff x="3473280" y="1825560"/>
            <a:chExt cx="1438560" cy="735120"/>
          </a:xfrm>
        </p:grpSpPr>
        <p:sp>
          <p:nvSpPr>
            <p:cNvPr id="3143" name=""/>
            <p:cNvSpPr/>
            <p:nvPr/>
          </p:nvSpPr>
          <p:spPr>
            <a:xfrm>
              <a:off x="3473280" y="1825560"/>
              <a:ext cx="1438560" cy="7351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44" name=""/>
            <p:cNvSpPr/>
            <p:nvPr/>
          </p:nvSpPr>
          <p:spPr>
            <a:xfrm>
              <a:off x="3533400" y="1856160"/>
              <a:ext cx="1317960" cy="673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145" name=""/>
          <p:cNvSpPr/>
          <p:nvPr/>
        </p:nvSpPr>
        <p:spPr>
          <a:xfrm>
            <a:off x="3429000" y="2863800"/>
            <a:ext cx="1657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146" name=""/>
          <p:cNvGrpSpPr/>
          <p:nvPr/>
        </p:nvGrpSpPr>
        <p:grpSpPr>
          <a:xfrm>
            <a:off x="5272200" y="1380960"/>
            <a:ext cx="1439640" cy="735120"/>
            <a:chOff x="5272200" y="1380960"/>
            <a:chExt cx="1439640" cy="735120"/>
          </a:xfrm>
        </p:grpSpPr>
        <p:sp>
          <p:nvSpPr>
            <p:cNvPr id="3147" name=""/>
            <p:cNvSpPr/>
            <p:nvPr/>
          </p:nvSpPr>
          <p:spPr>
            <a:xfrm>
              <a:off x="5272200" y="1380960"/>
              <a:ext cx="1439640" cy="7351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48" name=""/>
            <p:cNvSpPr/>
            <p:nvPr/>
          </p:nvSpPr>
          <p:spPr>
            <a:xfrm>
              <a:off x="5332320" y="1411560"/>
              <a:ext cx="1319040" cy="673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149" name=""/>
          <p:cNvSpPr/>
          <p:nvPr/>
        </p:nvSpPr>
        <p:spPr>
          <a:xfrm>
            <a:off x="5227560" y="2419200"/>
            <a:ext cx="1657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150" name=""/>
          <p:cNvGrpSpPr/>
          <p:nvPr/>
        </p:nvGrpSpPr>
        <p:grpSpPr>
          <a:xfrm>
            <a:off x="7062840" y="936720"/>
            <a:ext cx="1439640" cy="734760"/>
            <a:chOff x="7062840" y="936720"/>
            <a:chExt cx="1439640" cy="734760"/>
          </a:xfrm>
        </p:grpSpPr>
        <p:sp>
          <p:nvSpPr>
            <p:cNvPr id="3151" name=""/>
            <p:cNvSpPr/>
            <p:nvPr/>
          </p:nvSpPr>
          <p:spPr>
            <a:xfrm>
              <a:off x="7062840" y="936720"/>
              <a:ext cx="1439640" cy="73476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52" name=""/>
            <p:cNvSpPr/>
            <p:nvPr/>
          </p:nvSpPr>
          <p:spPr>
            <a:xfrm>
              <a:off x="7122960" y="967320"/>
              <a:ext cx="1319040" cy="6732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153" name=""/>
          <p:cNvSpPr/>
          <p:nvPr/>
        </p:nvSpPr>
        <p:spPr>
          <a:xfrm>
            <a:off x="7018200" y="1974960"/>
            <a:ext cx="1657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907AB974-B1FE-4F41-84B7-76E87611AFA1}" type="slidenum">
              <a:t>181</a:t>
            </a:fld>
          </a:p>
        </p:txBody>
      </p:sp>
    </p:spTree>
  </p:cSld>
  <mc:AlternateContent>
    <mc:Choice Requires="p14">
      <p:transition spd="slow" p14:dur="2000"/>
    </mc:Choice>
    <mc:Fallback>
      <p:transition spd="slow"/>
    </mc:Fallback>
  </mc:AlternateContent>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5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5-</a:t>
            </a:r>
            <a:r>
              <a:rPr b="1" lang="en-US" sz="1900" spc="-1" strike="noStrike">
                <a:solidFill>
                  <a:srgbClr val="000000"/>
                </a:solidFill>
                <a:latin typeface="Arial"/>
              </a:rPr>
              <a:t>STEP</a:t>
            </a:r>
            <a:endParaRPr b="1" lang="en-US" sz="1900" spc="-1" strike="noStrike">
              <a:solidFill>
                <a:srgbClr val="000000"/>
              </a:solidFill>
              <a:latin typeface="Arial"/>
            </a:endParaRPr>
          </a:p>
        </p:txBody>
      </p:sp>
      <p:sp>
        <p:nvSpPr>
          <p:cNvPr id="3155" name=""/>
          <p:cNvSpPr/>
          <p:nvPr/>
        </p:nvSpPr>
        <p:spPr>
          <a:xfrm>
            <a:off x="135000" y="3309840"/>
            <a:ext cx="11667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3156" name=""/>
          <p:cNvGrpSpPr/>
          <p:nvPr/>
        </p:nvGrpSpPr>
        <p:grpSpPr>
          <a:xfrm>
            <a:off x="1587600" y="2330280"/>
            <a:ext cx="1125360" cy="676440"/>
            <a:chOff x="1587600" y="2330280"/>
            <a:chExt cx="1125360" cy="676440"/>
          </a:xfrm>
        </p:grpSpPr>
        <p:sp>
          <p:nvSpPr>
            <p:cNvPr id="3157" name=""/>
            <p:cNvSpPr/>
            <p:nvPr/>
          </p:nvSpPr>
          <p:spPr>
            <a:xfrm>
              <a:off x="1587600" y="2330280"/>
              <a:ext cx="1125360" cy="6764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58" name=""/>
            <p:cNvSpPr/>
            <p:nvPr/>
          </p:nvSpPr>
          <p:spPr>
            <a:xfrm>
              <a:off x="1634400" y="2358360"/>
              <a:ext cx="1031040" cy="6199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3159" name=""/>
          <p:cNvSpPr/>
          <p:nvPr/>
        </p:nvSpPr>
        <p:spPr>
          <a:xfrm>
            <a:off x="1414440" y="3309840"/>
            <a:ext cx="13302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160" name=""/>
          <p:cNvSpPr/>
          <p:nvPr/>
        </p:nvSpPr>
        <p:spPr>
          <a:xfrm>
            <a:off x="1395360" y="1969920"/>
            <a:ext cx="7326360" cy="1222560"/>
          </a:xfrm>
          <a:custGeom>
            <a:avLst/>
            <a:gdLst/>
            <a:ahLst/>
            <a:rect l="l" t="t" r="r" b="b"/>
            <a:pathLst>
              <a:path w="1566" h="942">
                <a:moveTo>
                  <a:pt x="0" y="942"/>
                </a:moveTo>
                <a:lnTo>
                  <a:pt x="312" y="942"/>
                </a:lnTo>
                <a:lnTo>
                  <a:pt x="312" y="705"/>
                </a:lnTo>
                <a:lnTo>
                  <a:pt x="627" y="705"/>
                </a:lnTo>
                <a:lnTo>
                  <a:pt x="627" y="471"/>
                </a:lnTo>
                <a:lnTo>
                  <a:pt x="936" y="471"/>
                </a:lnTo>
                <a:lnTo>
                  <a:pt x="936" y="234"/>
                </a:lnTo>
                <a:lnTo>
                  <a:pt x="1254" y="234"/>
                </a:lnTo>
                <a:lnTo>
                  <a:pt x="1254" y="0"/>
                </a:lnTo>
                <a:lnTo>
                  <a:pt x="1566" y="0"/>
                </a:lnTo>
              </a:path>
            </a:pathLst>
          </a:custGeom>
          <a:noFill/>
          <a:ln w="9360">
            <a:solidFill>
              <a:srgbClr val="d0d0d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3161" name=""/>
          <p:cNvGrpSpPr/>
          <p:nvPr/>
        </p:nvGrpSpPr>
        <p:grpSpPr>
          <a:xfrm>
            <a:off x="3056040" y="1992240"/>
            <a:ext cx="1127160" cy="676440"/>
            <a:chOff x="3056040" y="1992240"/>
            <a:chExt cx="1127160" cy="676440"/>
          </a:xfrm>
        </p:grpSpPr>
        <p:sp>
          <p:nvSpPr>
            <p:cNvPr id="3162" name=""/>
            <p:cNvSpPr/>
            <p:nvPr/>
          </p:nvSpPr>
          <p:spPr>
            <a:xfrm>
              <a:off x="3056040" y="1992240"/>
              <a:ext cx="1127160" cy="6764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63" name=""/>
            <p:cNvSpPr/>
            <p:nvPr/>
          </p:nvSpPr>
          <p:spPr>
            <a:xfrm>
              <a:off x="3102840" y="2020320"/>
              <a:ext cx="1032840" cy="6199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3164" name=""/>
          <p:cNvSpPr/>
          <p:nvPr/>
        </p:nvSpPr>
        <p:spPr>
          <a:xfrm>
            <a:off x="2992320" y="2971800"/>
            <a:ext cx="13320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3165" name=""/>
          <p:cNvGrpSpPr/>
          <p:nvPr/>
        </p:nvGrpSpPr>
        <p:grpSpPr>
          <a:xfrm>
            <a:off x="4537080" y="1687680"/>
            <a:ext cx="1123920" cy="676080"/>
            <a:chOff x="4537080" y="1687680"/>
            <a:chExt cx="1123920" cy="676080"/>
          </a:xfrm>
        </p:grpSpPr>
        <p:sp>
          <p:nvSpPr>
            <p:cNvPr id="3166" name=""/>
            <p:cNvSpPr/>
            <p:nvPr/>
          </p:nvSpPr>
          <p:spPr>
            <a:xfrm>
              <a:off x="4537080" y="1687680"/>
              <a:ext cx="1123920" cy="67608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67" name=""/>
            <p:cNvSpPr/>
            <p:nvPr/>
          </p:nvSpPr>
          <p:spPr>
            <a:xfrm>
              <a:off x="4583880" y="1715760"/>
              <a:ext cx="1029960" cy="619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3168" name=""/>
          <p:cNvSpPr/>
          <p:nvPr/>
        </p:nvSpPr>
        <p:spPr>
          <a:xfrm>
            <a:off x="4475160" y="2666880"/>
            <a:ext cx="13302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3169" name=""/>
          <p:cNvGrpSpPr/>
          <p:nvPr/>
        </p:nvGrpSpPr>
        <p:grpSpPr>
          <a:xfrm>
            <a:off x="5994360" y="1382760"/>
            <a:ext cx="1125720" cy="676080"/>
            <a:chOff x="5994360" y="1382760"/>
            <a:chExt cx="1125720" cy="676080"/>
          </a:xfrm>
        </p:grpSpPr>
        <p:sp>
          <p:nvSpPr>
            <p:cNvPr id="3170" name=""/>
            <p:cNvSpPr/>
            <p:nvPr/>
          </p:nvSpPr>
          <p:spPr>
            <a:xfrm>
              <a:off x="5994360" y="1382760"/>
              <a:ext cx="1125720" cy="67608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71" name=""/>
            <p:cNvSpPr/>
            <p:nvPr/>
          </p:nvSpPr>
          <p:spPr>
            <a:xfrm>
              <a:off x="6041160" y="1410840"/>
              <a:ext cx="1031400" cy="619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3172" name=""/>
          <p:cNvSpPr/>
          <p:nvPr/>
        </p:nvSpPr>
        <p:spPr>
          <a:xfrm>
            <a:off x="5931000" y="2362320"/>
            <a:ext cx="13302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3173" name=""/>
          <p:cNvGrpSpPr/>
          <p:nvPr/>
        </p:nvGrpSpPr>
        <p:grpSpPr>
          <a:xfrm>
            <a:off x="7475400" y="1077840"/>
            <a:ext cx="1125720" cy="676440"/>
            <a:chOff x="7475400" y="1077840"/>
            <a:chExt cx="1125720" cy="676440"/>
          </a:xfrm>
        </p:grpSpPr>
        <p:sp>
          <p:nvSpPr>
            <p:cNvPr id="3174" name=""/>
            <p:cNvSpPr/>
            <p:nvPr/>
          </p:nvSpPr>
          <p:spPr>
            <a:xfrm>
              <a:off x="7475400" y="1077840"/>
              <a:ext cx="1125720" cy="6764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75" name=""/>
            <p:cNvSpPr/>
            <p:nvPr/>
          </p:nvSpPr>
          <p:spPr>
            <a:xfrm>
              <a:off x="7522200" y="1105920"/>
              <a:ext cx="1031400" cy="6199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3176" name=""/>
          <p:cNvSpPr/>
          <p:nvPr/>
        </p:nvSpPr>
        <p:spPr>
          <a:xfrm>
            <a:off x="7412040" y="2057400"/>
            <a:ext cx="13320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FF39C12F-56A7-42AD-8B95-48FB916906DB}" type="slidenum">
              <a:t>182</a:t>
            </a:fld>
          </a:p>
        </p:txBody>
      </p:sp>
    </p:spTree>
  </p:cSld>
  <mc:AlternateContent>
    <mc:Choice Requires="p14">
      <p:transition spd="slow" p14:dur="2000"/>
    </mc:Choice>
    <mc:Fallback>
      <p:transition spd="slow"/>
    </mc:Fallback>
  </mc:AlternateContent>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7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3 </a:t>
            </a:r>
            <a:r>
              <a:rPr b="1" lang="en-US" sz="1900" spc="-1" strike="noStrike">
                <a:solidFill>
                  <a:srgbClr val="000000"/>
                </a:solidFill>
                <a:latin typeface="Arial"/>
              </a:rPr>
              <a:t>HORIZONTAL </a:t>
            </a:r>
            <a:endParaRPr b="1" lang="en-US" sz="1900" spc="-1" strike="noStrike">
              <a:solidFill>
                <a:srgbClr val="000000"/>
              </a:solidFill>
              <a:latin typeface="Arial"/>
            </a:endParaRPr>
          </a:p>
        </p:txBody>
      </p:sp>
      <p:sp>
        <p:nvSpPr>
          <p:cNvPr id="317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17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180" name=""/>
          <p:cNvSpPr/>
          <p:nvPr/>
        </p:nvSpPr>
        <p:spPr>
          <a:xfrm>
            <a:off x="957240" y="990720"/>
            <a:ext cx="7078680" cy="4032000"/>
          </a:xfrm>
          <a:custGeom>
            <a:avLst/>
            <a:gdLst/>
            <a:ahLst/>
            <a:rect l="l" t="t" r="r" b="b"/>
            <a:pathLst>
              <a:path w="4461" h="2346">
                <a:moveTo>
                  <a:pt x="0" y="0"/>
                </a:moveTo>
                <a:lnTo>
                  <a:pt x="0" y="2346"/>
                </a:lnTo>
                <a:lnTo>
                  <a:pt x="4461" y="2346"/>
                </a:lnTo>
              </a:path>
            </a:pathLst>
          </a:custGeom>
          <a:noFill/>
          <a:ln w="9360">
            <a:solidFill>
              <a:srgbClr val="000000"/>
            </a:solidFill>
            <a:round/>
            <a:headEnd len="med" type="triangle" w="med"/>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3181" name=""/>
          <p:cNvGrpSpPr/>
          <p:nvPr/>
        </p:nvGrpSpPr>
        <p:grpSpPr>
          <a:xfrm>
            <a:off x="969840" y="1916280"/>
            <a:ext cx="6998760" cy="1648440"/>
            <a:chOff x="969840" y="1916280"/>
            <a:chExt cx="6998760" cy="1648440"/>
          </a:xfrm>
        </p:grpSpPr>
        <p:sp>
          <p:nvSpPr>
            <p:cNvPr id="3182" name=""/>
            <p:cNvSpPr/>
            <p:nvPr/>
          </p:nvSpPr>
          <p:spPr>
            <a:xfrm>
              <a:off x="969840" y="2918160"/>
              <a:ext cx="2400480" cy="64656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183" name=""/>
            <p:cNvSpPr/>
            <p:nvPr/>
          </p:nvSpPr>
          <p:spPr>
            <a:xfrm>
              <a:off x="3268440" y="2419560"/>
              <a:ext cx="2400840" cy="64440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184" name=""/>
            <p:cNvSpPr/>
            <p:nvPr/>
          </p:nvSpPr>
          <p:spPr>
            <a:xfrm>
              <a:off x="5567760" y="1916280"/>
              <a:ext cx="2400840" cy="64656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sp>
        <p:nvSpPr>
          <p:cNvPr id="3185" name=""/>
          <p:cNvSpPr/>
          <p:nvPr/>
        </p:nvSpPr>
        <p:spPr>
          <a:xfrm>
            <a:off x="1052640" y="3637080"/>
            <a:ext cx="22748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186" name=""/>
          <p:cNvSpPr/>
          <p:nvPr/>
        </p:nvSpPr>
        <p:spPr>
          <a:xfrm>
            <a:off x="3397320" y="3165480"/>
            <a:ext cx="22762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187" name=""/>
          <p:cNvSpPr/>
          <p:nvPr/>
        </p:nvSpPr>
        <p:spPr>
          <a:xfrm>
            <a:off x="5718240" y="2638440"/>
            <a:ext cx="22780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188" name=""/>
          <p:cNvSpPr/>
          <p:nvPr/>
        </p:nvSpPr>
        <p:spPr>
          <a:xfrm>
            <a:off x="1052640" y="5099040"/>
            <a:ext cx="22748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189" name=""/>
          <p:cNvSpPr/>
          <p:nvPr/>
        </p:nvSpPr>
        <p:spPr>
          <a:xfrm>
            <a:off x="3397320" y="5099040"/>
            <a:ext cx="22762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190" name=""/>
          <p:cNvSpPr/>
          <p:nvPr/>
        </p:nvSpPr>
        <p:spPr>
          <a:xfrm>
            <a:off x="5718240" y="5099040"/>
            <a:ext cx="22780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191" name=""/>
          <p:cNvGrpSpPr/>
          <p:nvPr/>
        </p:nvGrpSpPr>
        <p:grpSpPr>
          <a:xfrm>
            <a:off x="1293840" y="2030400"/>
            <a:ext cx="1879200" cy="735120"/>
            <a:chOff x="1293840" y="2030400"/>
            <a:chExt cx="1879200" cy="735120"/>
          </a:xfrm>
        </p:grpSpPr>
        <p:sp>
          <p:nvSpPr>
            <p:cNvPr id="3192" name=""/>
            <p:cNvSpPr/>
            <p:nvPr/>
          </p:nvSpPr>
          <p:spPr>
            <a:xfrm>
              <a:off x="1293840" y="2030400"/>
              <a:ext cx="1879200" cy="7351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93" name=""/>
            <p:cNvSpPr/>
            <p:nvPr/>
          </p:nvSpPr>
          <p:spPr>
            <a:xfrm>
              <a:off x="1372320" y="2061000"/>
              <a:ext cx="1722240" cy="673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194" name=""/>
          <p:cNvGrpSpPr/>
          <p:nvPr/>
        </p:nvGrpSpPr>
        <p:grpSpPr>
          <a:xfrm>
            <a:off x="3624120" y="1517760"/>
            <a:ext cx="1877760" cy="734760"/>
            <a:chOff x="3624120" y="1517760"/>
            <a:chExt cx="1877760" cy="734760"/>
          </a:xfrm>
        </p:grpSpPr>
        <p:sp>
          <p:nvSpPr>
            <p:cNvPr id="3195" name=""/>
            <p:cNvSpPr/>
            <p:nvPr/>
          </p:nvSpPr>
          <p:spPr>
            <a:xfrm>
              <a:off x="3624120" y="1517760"/>
              <a:ext cx="1877760" cy="73476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96" name=""/>
            <p:cNvSpPr/>
            <p:nvPr/>
          </p:nvSpPr>
          <p:spPr>
            <a:xfrm>
              <a:off x="3702600" y="1548360"/>
              <a:ext cx="1720800" cy="6732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197" name=""/>
          <p:cNvGrpSpPr/>
          <p:nvPr/>
        </p:nvGrpSpPr>
        <p:grpSpPr>
          <a:xfrm>
            <a:off x="5940360" y="1004760"/>
            <a:ext cx="1879200" cy="735120"/>
            <a:chOff x="5940360" y="1004760"/>
            <a:chExt cx="1879200" cy="735120"/>
          </a:xfrm>
        </p:grpSpPr>
        <p:sp>
          <p:nvSpPr>
            <p:cNvPr id="3198" name=""/>
            <p:cNvSpPr/>
            <p:nvPr/>
          </p:nvSpPr>
          <p:spPr>
            <a:xfrm>
              <a:off x="5940360" y="1004760"/>
              <a:ext cx="1879200" cy="7351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199" name=""/>
            <p:cNvSpPr/>
            <p:nvPr/>
          </p:nvSpPr>
          <p:spPr>
            <a:xfrm>
              <a:off x="6018840" y="1035360"/>
              <a:ext cx="1722240" cy="673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294364B8-6538-43E3-A5B3-19F131E63B02}" type="slidenum">
              <a:t>183</a:t>
            </a:fld>
          </a:p>
        </p:txBody>
      </p:sp>
    </p:spTree>
  </p:cSld>
  <mc:AlternateContent>
    <mc:Choice Requires="p14">
      <p:transition spd="slow" p14:dur="2000"/>
    </mc:Choice>
    <mc:Fallback>
      <p:transition spd="slow"/>
    </mc:Fallback>
  </mc:AlternateContent>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0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4 </a:t>
            </a:r>
            <a:r>
              <a:rPr b="1" lang="en-US" sz="1900" spc="-1" strike="noStrike">
                <a:solidFill>
                  <a:srgbClr val="000000"/>
                </a:solidFill>
                <a:latin typeface="Arial"/>
              </a:rPr>
              <a:t>HORIZONTAL</a:t>
            </a:r>
            <a:endParaRPr b="1" lang="en-US" sz="1900" spc="-1" strike="noStrike">
              <a:solidFill>
                <a:srgbClr val="000000"/>
              </a:solidFill>
              <a:latin typeface="Arial"/>
            </a:endParaRPr>
          </a:p>
        </p:txBody>
      </p:sp>
      <p:sp>
        <p:nvSpPr>
          <p:cNvPr id="320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20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203" name=""/>
          <p:cNvSpPr/>
          <p:nvPr/>
        </p:nvSpPr>
        <p:spPr>
          <a:xfrm>
            <a:off x="579600" y="1008000"/>
            <a:ext cx="7831080" cy="4014720"/>
          </a:xfrm>
          <a:custGeom>
            <a:avLst/>
            <a:gdLst/>
            <a:ahLst/>
            <a:rect l="l" t="t" r="r" b="b"/>
            <a:pathLst>
              <a:path w="4461" h="2346">
                <a:moveTo>
                  <a:pt x="0" y="0"/>
                </a:moveTo>
                <a:lnTo>
                  <a:pt x="0" y="2346"/>
                </a:lnTo>
                <a:lnTo>
                  <a:pt x="4461" y="2346"/>
                </a:lnTo>
              </a:path>
            </a:pathLst>
          </a:custGeom>
          <a:noFill/>
          <a:ln w="9360">
            <a:solidFill>
              <a:srgbClr val="000000"/>
            </a:solidFill>
            <a:round/>
            <a:headEnd len="med" type="triangle" w="med"/>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204" name=""/>
          <p:cNvSpPr/>
          <p:nvPr/>
        </p:nvSpPr>
        <p:spPr>
          <a:xfrm>
            <a:off x="662040" y="3622680"/>
            <a:ext cx="18730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05" name=""/>
          <p:cNvSpPr/>
          <p:nvPr/>
        </p:nvSpPr>
        <p:spPr>
          <a:xfrm>
            <a:off x="2620800" y="3240000"/>
            <a:ext cx="18720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06" name=""/>
          <p:cNvSpPr/>
          <p:nvPr/>
        </p:nvSpPr>
        <p:spPr>
          <a:xfrm>
            <a:off x="4554360" y="2811600"/>
            <a:ext cx="18734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207" name=""/>
          <p:cNvGrpSpPr/>
          <p:nvPr/>
        </p:nvGrpSpPr>
        <p:grpSpPr>
          <a:xfrm>
            <a:off x="595440" y="1816200"/>
            <a:ext cx="7764120" cy="1749240"/>
            <a:chOff x="595440" y="1816200"/>
            <a:chExt cx="7764120" cy="1749240"/>
          </a:xfrm>
        </p:grpSpPr>
        <p:sp>
          <p:nvSpPr>
            <p:cNvPr id="3208" name=""/>
            <p:cNvSpPr/>
            <p:nvPr/>
          </p:nvSpPr>
          <p:spPr>
            <a:xfrm>
              <a:off x="595440" y="3038400"/>
              <a:ext cx="2001240" cy="52704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09" name=""/>
            <p:cNvSpPr/>
            <p:nvPr/>
          </p:nvSpPr>
          <p:spPr>
            <a:xfrm>
              <a:off x="2512440" y="2633760"/>
              <a:ext cx="2001240" cy="52380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10" name=""/>
            <p:cNvSpPr/>
            <p:nvPr/>
          </p:nvSpPr>
          <p:spPr>
            <a:xfrm>
              <a:off x="4429800" y="2225520"/>
              <a:ext cx="2001240" cy="52560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11" name=""/>
            <p:cNvSpPr/>
            <p:nvPr/>
          </p:nvSpPr>
          <p:spPr>
            <a:xfrm>
              <a:off x="6358320" y="1816200"/>
              <a:ext cx="2001240" cy="52704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sp>
        <p:nvSpPr>
          <p:cNvPr id="3212" name=""/>
          <p:cNvSpPr/>
          <p:nvPr/>
        </p:nvSpPr>
        <p:spPr>
          <a:xfrm>
            <a:off x="6467400" y="2390760"/>
            <a:ext cx="18734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213" name=""/>
          <p:cNvGrpSpPr/>
          <p:nvPr/>
        </p:nvGrpSpPr>
        <p:grpSpPr>
          <a:xfrm>
            <a:off x="662040" y="5095800"/>
            <a:ext cx="7678440" cy="245880"/>
            <a:chOff x="662040" y="5095800"/>
            <a:chExt cx="7678440" cy="245880"/>
          </a:xfrm>
        </p:grpSpPr>
        <p:sp>
          <p:nvSpPr>
            <p:cNvPr id="3214" name=""/>
            <p:cNvSpPr/>
            <p:nvPr/>
          </p:nvSpPr>
          <p:spPr>
            <a:xfrm>
              <a:off x="662040" y="5095800"/>
              <a:ext cx="18730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15" name=""/>
            <p:cNvSpPr/>
            <p:nvPr/>
          </p:nvSpPr>
          <p:spPr>
            <a:xfrm>
              <a:off x="2618640" y="5097600"/>
              <a:ext cx="18730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16" name=""/>
            <p:cNvSpPr/>
            <p:nvPr/>
          </p:nvSpPr>
          <p:spPr>
            <a:xfrm>
              <a:off x="4553640" y="5097600"/>
              <a:ext cx="18727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17" name=""/>
            <p:cNvSpPr/>
            <p:nvPr/>
          </p:nvSpPr>
          <p:spPr>
            <a:xfrm>
              <a:off x="6467760" y="5097600"/>
              <a:ext cx="18727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218" name=""/>
          <p:cNvGrpSpPr/>
          <p:nvPr/>
        </p:nvGrpSpPr>
        <p:grpSpPr>
          <a:xfrm>
            <a:off x="776160" y="2178000"/>
            <a:ext cx="1738080" cy="693720"/>
            <a:chOff x="776160" y="2178000"/>
            <a:chExt cx="1738080" cy="693720"/>
          </a:xfrm>
        </p:grpSpPr>
        <p:sp>
          <p:nvSpPr>
            <p:cNvPr id="3219" name=""/>
            <p:cNvSpPr/>
            <p:nvPr/>
          </p:nvSpPr>
          <p:spPr>
            <a:xfrm>
              <a:off x="776160" y="2178000"/>
              <a:ext cx="1738080" cy="6937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220" name=""/>
            <p:cNvSpPr/>
            <p:nvPr/>
          </p:nvSpPr>
          <p:spPr>
            <a:xfrm>
              <a:off x="848520" y="2206800"/>
              <a:ext cx="1593000" cy="6357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221" name=""/>
          <p:cNvGrpSpPr/>
          <p:nvPr/>
        </p:nvGrpSpPr>
        <p:grpSpPr>
          <a:xfrm>
            <a:off x="2766960" y="1773360"/>
            <a:ext cx="1738080" cy="693720"/>
            <a:chOff x="2766960" y="1773360"/>
            <a:chExt cx="1738080" cy="693720"/>
          </a:xfrm>
        </p:grpSpPr>
        <p:sp>
          <p:nvSpPr>
            <p:cNvPr id="3222" name=""/>
            <p:cNvSpPr/>
            <p:nvPr/>
          </p:nvSpPr>
          <p:spPr>
            <a:xfrm>
              <a:off x="2766960" y="1773360"/>
              <a:ext cx="1738080" cy="6937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223" name=""/>
            <p:cNvSpPr/>
            <p:nvPr/>
          </p:nvSpPr>
          <p:spPr>
            <a:xfrm>
              <a:off x="2839320" y="1802160"/>
              <a:ext cx="1593000" cy="6357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224" name=""/>
          <p:cNvGrpSpPr/>
          <p:nvPr/>
        </p:nvGrpSpPr>
        <p:grpSpPr>
          <a:xfrm>
            <a:off x="4718160" y="1368360"/>
            <a:ext cx="1736280" cy="693720"/>
            <a:chOff x="4718160" y="1368360"/>
            <a:chExt cx="1736280" cy="693720"/>
          </a:xfrm>
        </p:grpSpPr>
        <p:sp>
          <p:nvSpPr>
            <p:cNvPr id="3225" name=""/>
            <p:cNvSpPr/>
            <p:nvPr/>
          </p:nvSpPr>
          <p:spPr>
            <a:xfrm>
              <a:off x="4718160" y="1368360"/>
              <a:ext cx="1736280" cy="6937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226" name=""/>
            <p:cNvSpPr/>
            <p:nvPr/>
          </p:nvSpPr>
          <p:spPr>
            <a:xfrm>
              <a:off x="4790520" y="1397160"/>
              <a:ext cx="1591200" cy="6357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227" name=""/>
          <p:cNvGrpSpPr/>
          <p:nvPr/>
        </p:nvGrpSpPr>
        <p:grpSpPr>
          <a:xfrm>
            <a:off x="6588000" y="963720"/>
            <a:ext cx="1739520" cy="693720"/>
            <a:chOff x="6588000" y="963720"/>
            <a:chExt cx="1739520" cy="693720"/>
          </a:xfrm>
        </p:grpSpPr>
        <p:sp>
          <p:nvSpPr>
            <p:cNvPr id="3228" name=""/>
            <p:cNvSpPr/>
            <p:nvPr/>
          </p:nvSpPr>
          <p:spPr>
            <a:xfrm>
              <a:off x="6588000" y="963720"/>
              <a:ext cx="1739520" cy="6937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229" name=""/>
            <p:cNvSpPr/>
            <p:nvPr/>
          </p:nvSpPr>
          <p:spPr>
            <a:xfrm>
              <a:off x="6660720" y="992520"/>
              <a:ext cx="1594080" cy="6357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86A9CAD5-9BA0-4001-95EA-D07E3CA60059}" type="slidenum">
              <a:t>184</a:t>
            </a:fld>
          </a:p>
        </p:txBody>
      </p:sp>
    </p:spTree>
  </p:cSld>
  <mc:AlternateContent>
    <mc:Choice Requires="p14">
      <p:transition spd="slow" p14:dur="2000"/>
    </mc:Choice>
    <mc:Fallback>
      <p:transition spd="slow"/>
    </mc:Fallback>
  </mc:AlternateContent>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3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5 </a:t>
            </a:r>
            <a:r>
              <a:rPr b="1" lang="en-US" sz="1900" spc="-1" strike="noStrike">
                <a:solidFill>
                  <a:srgbClr val="000000"/>
                </a:solidFill>
                <a:latin typeface="Arial"/>
              </a:rPr>
              <a:t>HORIZONTAL</a:t>
            </a:r>
            <a:endParaRPr b="1" lang="en-US" sz="1900" spc="-1" strike="noStrike">
              <a:solidFill>
                <a:srgbClr val="000000"/>
              </a:solidFill>
              <a:latin typeface="Arial"/>
            </a:endParaRPr>
          </a:p>
        </p:txBody>
      </p:sp>
      <p:sp>
        <p:nvSpPr>
          <p:cNvPr id="323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23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233" name=""/>
          <p:cNvSpPr/>
          <p:nvPr/>
        </p:nvSpPr>
        <p:spPr>
          <a:xfrm>
            <a:off x="322200" y="1190520"/>
            <a:ext cx="8348760" cy="3998880"/>
          </a:xfrm>
          <a:custGeom>
            <a:avLst/>
            <a:gdLst/>
            <a:ahLst/>
            <a:rect l="l" t="t" r="r" b="b"/>
            <a:pathLst>
              <a:path w="4461" h="2346">
                <a:moveTo>
                  <a:pt x="0" y="0"/>
                </a:moveTo>
                <a:lnTo>
                  <a:pt x="0" y="2346"/>
                </a:lnTo>
                <a:lnTo>
                  <a:pt x="4461" y="2346"/>
                </a:lnTo>
              </a:path>
            </a:pathLst>
          </a:custGeom>
          <a:noFill/>
          <a:ln w="9360">
            <a:solidFill>
              <a:srgbClr val="000000"/>
            </a:solidFill>
            <a:round/>
            <a:headEnd len="med" type="triangle" w="med"/>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234" name=""/>
          <p:cNvSpPr/>
          <p:nvPr/>
        </p:nvSpPr>
        <p:spPr>
          <a:xfrm>
            <a:off x="398520" y="5289480"/>
            <a:ext cx="15876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35" name=""/>
          <p:cNvSpPr/>
          <p:nvPr/>
        </p:nvSpPr>
        <p:spPr>
          <a:xfrm>
            <a:off x="2057400" y="5291280"/>
            <a:ext cx="15890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36" name=""/>
          <p:cNvSpPr/>
          <p:nvPr/>
        </p:nvSpPr>
        <p:spPr>
          <a:xfrm>
            <a:off x="3700440" y="5291280"/>
            <a:ext cx="15858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37" name=""/>
          <p:cNvSpPr/>
          <p:nvPr/>
        </p:nvSpPr>
        <p:spPr>
          <a:xfrm>
            <a:off x="5322960" y="5291280"/>
            <a:ext cx="15890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38" name=""/>
          <p:cNvSpPr/>
          <p:nvPr/>
        </p:nvSpPr>
        <p:spPr>
          <a:xfrm>
            <a:off x="398520" y="3460680"/>
            <a:ext cx="15876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39" name=""/>
          <p:cNvSpPr/>
          <p:nvPr/>
        </p:nvSpPr>
        <p:spPr>
          <a:xfrm>
            <a:off x="2057400" y="3166920"/>
            <a:ext cx="15890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40" name=""/>
          <p:cNvSpPr/>
          <p:nvPr/>
        </p:nvSpPr>
        <p:spPr>
          <a:xfrm>
            <a:off x="3700440" y="2838600"/>
            <a:ext cx="15858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41" name=""/>
          <p:cNvSpPr/>
          <p:nvPr/>
        </p:nvSpPr>
        <p:spPr>
          <a:xfrm>
            <a:off x="5322960" y="2517840"/>
            <a:ext cx="15890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242" name=""/>
          <p:cNvGrpSpPr/>
          <p:nvPr/>
        </p:nvGrpSpPr>
        <p:grpSpPr>
          <a:xfrm>
            <a:off x="338040" y="1766880"/>
            <a:ext cx="8224560" cy="1649520"/>
            <a:chOff x="338040" y="1766880"/>
            <a:chExt cx="8224560" cy="1649520"/>
          </a:xfrm>
        </p:grpSpPr>
        <p:sp>
          <p:nvSpPr>
            <p:cNvPr id="3243" name=""/>
            <p:cNvSpPr/>
            <p:nvPr/>
          </p:nvSpPr>
          <p:spPr>
            <a:xfrm>
              <a:off x="338040" y="3013200"/>
              <a:ext cx="1698480" cy="40320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44" name=""/>
            <p:cNvSpPr/>
            <p:nvPr/>
          </p:nvSpPr>
          <p:spPr>
            <a:xfrm>
              <a:off x="1964880" y="2703600"/>
              <a:ext cx="1698480" cy="39996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45" name=""/>
            <p:cNvSpPr/>
            <p:nvPr/>
          </p:nvSpPr>
          <p:spPr>
            <a:xfrm>
              <a:off x="3591720" y="2390760"/>
              <a:ext cx="1698480" cy="40176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46" name=""/>
            <p:cNvSpPr/>
            <p:nvPr/>
          </p:nvSpPr>
          <p:spPr>
            <a:xfrm>
              <a:off x="5228280" y="2076480"/>
              <a:ext cx="1698120" cy="40320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47" name=""/>
            <p:cNvSpPr/>
            <p:nvPr/>
          </p:nvSpPr>
          <p:spPr>
            <a:xfrm>
              <a:off x="6864480" y="1766880"/>
              <a:ext cx="1698120" cy="403200"/>
            </a:xfrm>
            <a:custGeom>
              <a:avLst/>
              <a:gdLst/>
              <a:ahLst/>
              <a:rect l="l" t="t" r="r" b="b"/>
              <a:pathLst>
                <a:path w="1849" h="726">
                  <a:moveTo>
                    <a:pt x="0" y="726"/>
                  </a:moveTo>
                  <a:cubicBezTo>
                    <a:pt x="167" y="557"/>
                    <a:pt x="334" y="388"/>
                    <a:pt x="537" y="272"/>
                  </a:cubicBezTo>
                  <a:cubicBezTo>
                    <a:pt x="740" y="156"/>
                    <a:pt x="1002" y="56"/>
                    <a:pt x="1221" y="28"/>
                  </a:cubicBezTo>
                  <a:cubicBezTo>
                    <a:pt x="1440" y="0"/>
                    <a:pt x="1695" y="56"/>
                    <a:pt x="1849" y="105"/>
                  </a:cubicBezTo>
                </a:path>
              </a:pathLst>
            </a:custGeom>
            <a:noFill/>
            <a:ln w="9360">
              <a:solidFill>
                <a:srgbClr val="90909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sp>
        <p:nvSpPr>
          <p:cNvPr id="3248" name=""/>
          <p:cNvSpPr/>
          <p:nvPr/>
        </p:nvSpPr>
        <p:spPr>
          <a:xfrm>
            <a:off x="7039080" y="2163600"/>
            <a:ext cx="15904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49" name=""/>
          <p:cNvSpPr/>
          <p:nvPr/>
        </p:nvSpPr>
        <p:spPr>
          <a:xfrm>
            <a:off x="7039080" y="5291280"/>
            <a:ext cx="15904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250" name=""/>
          <p:cNvGrpSpPr/>
          <p:nvPr/>
        </p:nvGrpSpPr>
        <p:grpSpPr>
          <a:xfrm>
            <a:off x="493560" y="2185920"/>
            <a:ext cx="1498680" cy="668520"/>
            <a:chOff x="493560" y="2185920"/>
            <a:chExt cx="1498680" cy="668520"/>
          </a:xfrm>
        </p:grpSpPr>
        <p:sp>
          <p:nvSpPr>
            <p:cNvPr id="3251" name=""/>
            <p:cNvSpPr/>
            <p:nvPr/>
          </p:nvSpPr>
          <p:spPr>
            <a:xfrm>
              <a:off x="493560" y="2185920"/>
              <a:ext cx="1498680" cy="6685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252" name=""/>
            <p:cNvSpPr/>
            <p:nvPr/>
          </p:nvSpPr>
          <p:spPr>
            <a:xfrm>
              <a:off x="556200" y="2213640"/>
              <a:ext cx="1373040" cy="6127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253" name=""/>
          <p:cNvGrpSpPr/>
          <p:nvPr/>
        </p:nvGrpSpPr>
        <p:grpSpPr>
          <a:xfrm>
            <a:off x="2138400" y="1878120"/>
            <a:ext cx="1498680" cy="668160"/>
            <a:chOff x="2138400" y="1878120"/>
            <a:chExt cx="1498680" cy="668160"/>
          </a:xfrm>
        </p:grpSpPr>
        <p:sp>
          <p:nvSpPr>
            <p:cNvPr id="3254" name=""/>
            <p:cNvSpPr/>
            <p:nvPr/>
          </p:nvSpPr>
          <p:spPr>
            <a:xfrm>
              <a:off x="2138400" y="1878120"/>
              <a:ext cx="1498680" cy="66816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255" name=""/>
            <p:cNvSpPr/>
            <p:nvPr/>
          </p:nvSpPr>
          <p:spPr>
            <a:xfrm>
              <a:off x="2201040" y="1905840"/>
              <a:ext cx="1373040" cy="6123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256" name=""/>
          <p:cNvGrpSpPr/>
          <p:nvPr/>
        </p:nvGrpSpPr>
        <p:grpSpPr>
          <a:xfrm>
            <a:off x="3780000" y="1569960"/>
            <a:ext cx="1498320" cy="668520"/>
            <a:chOff x="3780000" y="1569960"/>
            <a:chExt cx="1498320" cy="668520"/>
          </a:xfrm>
        </p:grpSpPr>
        <p:sp>
          <p:nvSpPr>
            <p:cNvPr id="3257" name=""/>
            <p:cNvSpPr/>
            <p:nvPr/>
          </p:nvSpPr>
          <p:spPr>
            <a:xfrm>
              <a:off x="3780000" y="1569960"/>
              <a:ext cx="1498320" cy="6685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258" name=""/>
            <p:cNvSpPr/>
            <p:nvPr/>
          </p:nvSpPr>
          <p:spPr>
            <a:xfrm>
              <a:off x="3842280" y="1597680"/>
              <a:ext cx="1373040" cy="6127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259" name=""/>
          <p:cNvGrpSpPr/>
          <p:nvPr/>
        </p:nvGrpSpPr>
        <p:grpSpPr>
          <a:xfrm>
            <a:off x="5423040" y="1262160"/>
            <a:ext cx="1498320" cy="668160"/>
            <a:chOff x="5423040" y="1262160"/>
            <a:chExt cx="1498320" cy="668160"/>
          </a:xfrm>
        </p:grpSpPr>
        <p:sp>
          <p:nvSpPr>
            <p:cNvPr id="3260" name=""/>
            <p:cNvSpPr/>
            <p:nvPr/>
          </p:nvSpPr>
          <p:spPr>
            <a:xfrm>
              <a:off x="5423040" y="1262160"/>
              <a:ext cx="1498320" cy="66816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261" name=""/>
            <p:cNvSpPr/>
            <p:nvPr/>
          </p:nvSpPr>
          <p:spPr>
            <a:xfrm>
              <a:off x="5485320" y="1289880"/>
              <a:ext cx="1373040" cy="6123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262" name=""/>
          <p:cNvGrpSpPr/>
          <p:nvPr/>
        </p:nvGrpSpPr>
        <p:grpSpPr>
          <a:xfrm>
            <a:off x="7064280" y="954000"/>
            <a:ext cx="1498680" cy="668520"/>
            <a:chOff x="7064280" y="954000"/>
            <a:chExt cx="1498680" cy="668520"/>
          </a:xfrm>
        </p:grpSpPr>
        <p:sp>
          <p:nvSpPr>
            <p:cNvPr id="3263" name=""/>
            <p:cNvSpPr/>
            <p:nvPr/>
          </p:nvSpPr>
          <p:spPr>
            <a:xfrm>
              <a:off x="7064280" y="954000"/>
              <a:ext cx="1498680" cy="6685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264" name=""/>
            <p:cNvSpPr/>
            <p:nvPr/>
          </p:nvSpPr>
          <p:spPr>
            <a:xfrm>
              <a:off x="7126920" y="981720"/>
              <a:ext cx="1373040" cy="6127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05966D34-EDFA-4FCC-BA97-DDB7AA0EBC69}" type="slidenum">
              <a:t>185</a:t>
            </a:fld>
          </a:p>
        </p:txBody>
      </p:sp>
    </p:spTree>
  </p:cSld>
  <mc:AlternateContent>
    <mc:Choice Requires="p14">
      <p:transition spd="slow" p14:dur="2000"/>
    </mc:Choice>
    <mc:Fallback>
      <p:transition spd="slow"/>
    </mc:Fallback>
  </mc:AlternateContent>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6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4-</a:t>
            </a:r>
            <a:r>
              <a:rPr b="1" lang="en-US" sz="1900" spc="-1" strike="noStrike">
                <a:solidFill>
                  <a:srgbClr val="000000"/>
                </a:solidFill>
                <a:latin typeface="Arial"/>
              </a:rPr>
              <a:t>STEP </a:t>
            </a:r>
            <a:endParaRPr b="1" lang="en-US" sz="1900" spc="-1" strike="noStrike">
              <a:solidFill>
                <a:srgbClr val="000000"/>
              </a:solidFill>
              <a:latin typeface="Arial"/>
            </a:endParaRPr>
          </a:p>
        </p:txBody>
      </p:sp>
      <p:sp>
        <p:nvSpPr>
          <p:cNvPr id="326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26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268" name=""/>
          <p:cNvSpPr/>
          <p:nvPr/>
        </p:nvSpPr>
        <p:spPr>
          <a:xfrm>
            <a:off x="574560" y="2790720"/>
            <a:ext cx="19558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69" name=""/>
          <p:cNvSpPr/>
          <p:nvPr/>
        </p:nvSpPr>
        <p:spPr>
          <a:xfrm>
            <a:off x="2647800" y="2343240"/>
            <a:ext cx="182412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70" name=""/>
          <p:cNvSpPr/>
          <p:nvPr/>
        </p:nvSpPr>
        <p:spPr>
          <a:xfrm>
            <a:off x="4653000" y="1924200"/>
            <a:ext cx="186696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71" name=""/>
          <p:cNvSpPr/>
          <p:nvPr/>
        </p:nvSpPr>
        <p:spPr>
          <a:xfrm>
            <a:off x="2000160" y="2233440"/>
            <a:ext cx="581040" cy="447840"/>
          </a:xfrm>
          <a:custGeom>
            <a:avLst/>
            <a:gdLst/>
            <a:ahLst/>
            <a:rect l="l" t="t" r="r" b="b"/>
            <a:pathLst>
              <a:path w="384" h="295">
                <a:moveTo>
                  <a:pt x="0" y="295"/>
                </a:moveTo>
                <a:lnTo>
                  <a:pt x="0" y="103"/>
                </a:lnTo>
                <a:lnTo>
                  <a:pt x="384" y="0"/>
                </a:lnTo>
                <a:lnTo>
                  <a:pt x="384" y="295"/>
                </a:lnTo>
                <a:lnTo>
                  <a:pt x="0" y="295"/>
                </a:lnTo>
                <a:close/>
              </a:path>
            </a:pathLst>
          </a:custGeom>
          <a:solidFill>
            <a:srgbClr val="909090"/>
          </a:solidFill>
          <a:ln w="12600">
            <a:solidFill>
              <a:srgbClr val="00000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72" name=""/>
          <p:cNvSpPr/>
          <p:nvPr/>
        </p:nvSpPr>
        <p:spPr>
          <a:xfrm>
            <a:off x="4019400" y="1841400"/>
            <a:ext cx="584280" cy="387360"/>
          </a:xfrm>
          <a:custGeom>
            <a:avLst/>
            <a:gdLst/>
            <a:ahLst/>
            <a:rect l="l" t="t" r="r" b="b"/>
            <a:pathLst>
              <a:path w="384" h="295">
                <a:moveTo>
                  <a:pt x="0" y="295"/>
                </a:moveTo>
                <a:lnTo>
                  <a:pt x="0" y="103"/>
                </a:lnTo>
                <a:lnTo>
                  <a:pt x="384" y="0"/>
                </a:lnTo>
                <a:lnTo>
                  <a:pt x="384" y="295"/>
                </a:lnTo>
                <a:lnTo>
                  <a:pt x="0" y="295"/>
                </a:lnTo>
                <a:close/>
              </a:path>
            </a:pathLst>
          </a:custGeom>
          <a:solidFill>
            <a:srgbClr val="909090"/>
          </a:solidFill>
          <a:ln w="12600">
            <a:solidFill>
              <a:srgbClr val="00000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73" name=""/>
          <p:cNvSpPr/>
          <p:nvPr/>
        </p:nvSpPr>
        <p:spPr>
          <a:xfrm>
            <a:off x="6046920" y="1374840"/>
            <a:ext cx="579240" cy="458640"/>
          </a:xfrm>
          <a:custGeom>
            <a:avLst/>
            <a:gdLst/>
            <a:ahLst/>
            <a:rect l="l" t="t" r="r" b="b"/>
            <a:pathLst>
              <a:path w="384" h="295">
                <a:moveTo>
                  <a:pt x="0" y="295"/>
                </a:moveTo>
                <a:lnTo>
                  <a:pt x="0" y="103"/>
                </a:lnTo>
                <a:lnTo>
                  <a:pt x="384" y="0"/>
                </a:lnTo>
                <a:lnTo>
                  <a:pt x="384" y="295"/>
                </a:lnTo>
                <a:lnTo>
                  <a:pt x="0" y="295"/>
                </a:lnTo>
                <a:close/>
              </a:path>
            </a:pathLst>
          </a:custGeom>
          <a:solidFill>
            <a:srgbClr val="909090"/>
          </a:solidFill>
          <a:ln w="12600">
            <a:solidFill>
              <a:srgbClr val="00000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74" name=""/>
          <p:cNvSpPr/>
          <p:nvPr/>
        </p:nvSpPr>
        <p:spPr>
          <a:xfrm>
            <a:off x="558720" y="1387440"/>
            <a:ext cx="7927920" cy="1295280"/>
          </a:xfrm>
          <a:custGeom>
            <a:avLst/>
            <a:gdLst/>
            <a:ahLst/>
            <a:rect l="l" t="t" r="r" b="b"/>
            <a:pathLst>
              <a:path w="4704" h="960">
                <a:moveTo>
                  <a:pt x="0" y="960"/>
                </a:moveTo>
                <a:lnTo>
                  <a:pt x="1200" y="960"/>
                </a:lnTo>
                <a:lnTo>
                  <a:pt x="1200" y="624"/>
                </a:lnTo>
                <a:lnTo>
                  <a:pt x="2400" y="624"/>
                </a:lnTo>
                <a:lnTo>
                  <a:pt x="2400" y="336"/>
                </a:lnTo>
                <a:lnTo>
                  <a:pt x="3600" y="336"/>
                </a:lnTo>
                <a:lnTo>
                  <a:pt x="3600" y="0"/>
                </a:lnTo>
                <a:lnTo>
                  <a:pt x="4704" y="0"/>
                </a:lnTo>
              </a:path>
            </a:pathLst>
          </a:custGeom>
          <a:noFill/>
          <a:ln w="12600">
            <a:solidFill>
              <a:srgbClr val="000000"/>
            </a:solidFill>
            <a:round/>
            <a:tailEnd len="med" type="triangle" w="me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275" name=""/>
          <p:cNvSpPr/>
          <p:nvPr/>
        </p:nvSpPr>
        <p:spPr>
          <a:xfrm>
            <a:off x="6697800" y="1473120"/>
            <a:ext cx="175716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76" name=""/>
          <p:cNvSpPr/>
          <p:nvPr/>
        </p:nvSpPr>
        <p:spPr>
          <a:xfrm>
            <a:off x="574560" y="2356200"/>
            <a:ext cx="13176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77" name=""/>
          <p:cNvSpPr/>
          <p:nvPr/>
        </p:nvSpPr>
        <p:spPr>
          <a:xfrm>
            <a:off x="2647800" y="1921320"/>
            <a:ext cx="13176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78" name=""/>
          <p:cNvSpPr/>
          <p:nvPr/>
        </p:nvSpPr>
        <p:spPr>
          <a:xfrm>
            <a:off x="4653000" y="1519560"/>
            <a:ext cx="13176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279" name=""/>
          <p:cNvSpPr/>
          <p:nvPr/>
        </p:nvSpPr>
        <p:spPr>
          <a:xfrm>
            <a:off x="6697800" y="1086120"/>
            <a:ext cx="13176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C39090C3-C3F3-48F9-AA4E-B83D75908515}" type="slidenum">
              <a:t>186</a:t>
            </a:fld>
          </a:p>
        </p:txBody>
      </p:sp>
    </p:spTree>
  </p:cSld>
  <mc:AlternateContent>
    <mc:Choice Requires="p14">
      <p:transition spd="slow" p14:dur="2000"/>
    </mc:Choice>
    <mc:Fallback>
      <p:transition spd="slow"/>
    </mc:Fallback>
  </mc:AlternateContent>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8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2</a:t>
            </a:r>
            <a:endParaRPr b="1" lang="en-US" sz="1900" spc="-1" strike="noStrike">
              <a:solidFill>
                <a:srgbClr val="000000"/>
              </a:solidFill>
              <a:latin typeface="Arial"/>
            </a:endParaRPr>
          </a:p>
        </p:txBody>
      </p:sp>
      <p:sp>
        <p:nvSpPr>
          <p:cNvPr id="3281" name=""/>
          <p:cNvSpPr/>
          <p:nvPr/>
        </p:nvSpPr>
        <p:spPr>
          <a:xfrm>
            <a:off x="776160" y="2171880"/>
            <a:ext cx="347040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282" name=""/>
          <p:cNvGrpSpPr/>
          <p:nvPr/>
        </p:nvGrpSpPr>
        <p:grpSpPr>
          <a:xfrm>
            <a:off x="774720" y="1130400"/>
            <a:ext cx="3781440" cy="914400"/>
            <a:chOff x="774720" y="1130400"/>
            <a:chExt cx="3781440" cy="914400"/>
          </a:xfrm>
        </p:grpSpPr>
        <p:sp>
          <p:nvSpPr>
            <p:cNvPr id="3283" name=""/>
            <p:cNvSpPr/>
            <p:nvPr/>
          </p:nvSpPr>
          <p:spPr>
            <a:xfrm>
              <a:off x="774720" y="1130400"/>
              <a:ext cx="3781440" cy="914400"/>
            </a:xfrm>
            <a:custGeom>
              <a:avLst/>
              <a:gdLst/>
              <a:ahLst/>
              <a:rect l="l" t="t" r="r" b="b"/>
              <a:pathLst>
                <a:path w="2382" h="576">
                  <a:moveTo>
                    <a:pt x="0" y="0"/>
                  </a:moveTo>
                  <a:lnTo>
                    <a:pt x="2278" y="0"/>
                  </a:lnTo>
                  <a:lnTo>
                    <a:pt x="2382" y="288"/>
                  </a:lnTo>
                  <a:lnTo>
                    <a:pt x="2278"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284" name=""/>
            <p:cNvSpPr/>
            <p:nvPr/>
          </p:nvSpPr>
          <p:spPr>
            <a:xfrm>
              <a:off x="825480" y="1181160"/>
              <a:ext cx="3565800" cy="7876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285" name=""/>
          <p:cNvGrpSpPr/>
          <p:nvPr/>
        </p:nvGrpSpPr>
        <p:grpSpPr>
          <a:xfrm>
            <a:off x="4376880" y="1131840"/>
            <a:ext cx="3779640" cy="914400"/>
            <a:chOff x="4376880" y="1131840"/>
            <a:chExt cx="3779640" cy="914400"/>
          </a:xfrm>
        </p:grpSpPr>
        <p:sp>
          <p:nvSpPr>
            <p:cNvPr id="3286" name=""/>
            <p:cNvSpPr/>
            <p:nvPr/>
          </p:nvSpPr>
          <p:spPr>
            <a:xfrm>
              <a:off x="4376880" y="1131840"/>
              <a:ext cx="3779640" cy="914400"/>
            </a:xfrm>
            <a:custGeom>
              <a:avLst/>
              <a:gdLst/>
              <a:ahLst/>
              <a:rect l="l" t="t" r="r" b="b"/>
              <a:pathLst>
                <a:path w="2382" h="576">
                  <a:moveTo>
                    <a:pt x="0" y="0"/>
                  </a:moveTo>
                  <a:lnTo>
                    <a:pt x="2278" y="0"/>
                  </a:lnTo>
                  <a:lnTo>
                    <a:pt x="2382" y="288"/>
                  </a:lnTo>
                  <a:lnTo>
                    <a:pt x="2278"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287" name=""/>
            <p:cNvSpPr/>
            <p:nvPr/>
          </p:nvSpPr>
          <p:spPr>
            <a:xfrm>
              <a:off x="4592520" y="1182600"/>
              <a:ext cx="3400200" cy="7876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288" name=""/>
          <p:cNvSpPr/>
          <p:nvPr/>
        </p:nvSpPr>
        <p:spPr>
          <a:xfrm>
            <a:off x="4376880" y="2171880"/>
            <a:ext cx="346860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28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29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DCF7196F-B92A-4EE6-B2DD-92E56030CE80}" type="slidenum">
              <a:t>187</a:t>
            </a:fld>
          </a:p>
        </p:txBody>
      </p:sp>
    </p:spTree>
  </p:cSld>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9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2 TITLE</a:t>
            </a:r>
            <a:endParaRPr b="1" lang="en-US" sz="1900" spc="-1" strike="noStrike">
              <a:solidFill>
                <a:srgbClr val="000000"/>
              </a:solidFill>
              <a:latin typeface="Arial"/>
            </a:endParaRPr>
          </a:p>
        </p:txBody>
      </p:sp>
      <p:sp>
        <p:nvSpPr>
          <p:cNvPr id="329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29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294" name=""/>
          <p:cNvSpPr/>
          <p:nvPr/>
        </p:nvSpPr>
        <p:spPr>
          <a:xfrm>
            <a:off x="1581120" y="2222640"/>
            <a:ext cx="32799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295" name=""/>
          <p:cNvGrpSpPr/>
          <p:nvPr/>
        </p:nvGrpSpPr>
        <p:grpSpPr>
          <a:xfrm>
            <a:off x="1579680" y="1189080"/>
            <a:ext cx="3573360" cy="914400"/>
            <a:chOff x="1579680" y="1189080"/>
            <a:chExt cx="3573360" cy="914400"/>
          </a:xfrm>
        </p:grpSpPr>
        <p:sp>
          <p:nvSpPr>
            <p:cNvPr id="3296" name=""/>
            <p:cNvSpPr/>
            <p:nvPr/>
          </p:nvSpPr>
          <p:spPr>
            <a:xfrm>
              <a:off x="1579680" y="1189080"/>
              <a:ext cx="3573360" cy="914400"/>
            </a:xfrm>
            <a:custGeom>
              <a:avLst/>
              <a:gdLst/>
              <a:ahLst/>
              <a:rect l="l" t="t" r="r" b="b"/>
              <a:pathLst>
                <a:path w="2382" h="576">
                  <a:moveTo>
                    <a:pt x="0" y="0"/>
                  </a:moveTo>
                  <a:lnTo>
                    <a:pt x="2278" y="0"/>
                  </a:lnTo>
                  <a:lnTo>
                    <a:pt x="2382" y="288"/>
                  </a:lnTo>
                  <a:lnTo>
                    <a:pt x="2278"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297" name=""/>
            <p:cNvSpPr/>
            <p:nvPr/>
          </p:nvSpPr>
          <p:spPr>
            <a:xfrm>
              <a:off x="1627560" y="1239840"/>
              <a:ext cx="3369600" cy="7876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298" name=""/>
          <p:cNvGrpSpPr/>
          <p:nvPr/>
        </p:nvGrpSpPr>
        <p:grpSpPr>
          <a:xfrm>
            <a:off x="4986360" y="1190520"/>
            <a:ext cx="3575160" cy="914400"/>
            <a:chOff x="4986360" y="1190520"/>
            <a:chExt cx="3575160" cy="914400"/>
          </a:xfrm>
        </p:grpSpPr>
        <p:sp>
          <p:nvSpPr>
            <p:cNvPr id="3299" name=""/>
            <p:cNvSpPr/>
            <p:nvPr/>
          </p:nvSpPr>
          <p:spPr>
            <a:xfrm>
              <a:off x="4986360" y="1190520"/>
              <a:ext cx="3575160" cy="914400"/>
            </a:xfrm>
            <a:custGeom>
              <a:avLst/>
              <a:gdLst/>
              <a:ahLst/>
              <a:rect l="l" t="t" r="r" b="b"/>
              <a:pathLst>
                <a:path w="2382" h="576">
                  <a:moveTo>
                    <a:pt x="0" y="0"/>
                  </a:moveTo>
                  <a:lnTo>
                    <a:pt x="2278" y="0"/>
                  </a:lnTo>
                  <a:lnTo>
                    <a:pt x="2382" y="288"/>
                  </a:lnTo>
                  <a:lnTo>
                    <a:pt x="2278"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00" name=""/>
            <p:cNvSpPr/>
            <p:nvPr/>
          </p:nvSpPr>
          <p:spPr>
            <a:xfrm>
              <a:off x="5190480" y="1241280"/>
              <a:ext cx="3216240" cy="7876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01" name=""/>
          <p:cNvSpPr/>
          <p:nvPr/>
        </p:nvSpPr>
        <p:spPr>
          <a:xfrm>
            <a:off x="4986360" y="2222640"/>
            <a:ext cx="328140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02" name=""/>
          <p:cNvGrpSpPr/>
          <p:nvPr/>
        </p:nvGrpSpPr>
        <p:grpSpPr>
          <a:xfrm>
            <a:off x="272880" y="2222640"/>
            <a:ext cx="1130400" cy="676080"/>
            <a:chOff x="272880" y="2222640"/>
            <a:chExt cx="1130400" cy="676080"/>
          </a:xfrm>
        </p:grpSpPr>
        <p:sp>
          <p:nvSpPr>
            <p:cNvPr id="3303" name=""/>
            <p:cNvSpPr/>
            <p:nvPr/>
          </p:nvSpPr>
          <p:spPr>
            <a:xfrm>
              <a:off x="272880" y="2222640"/>
              <a:ext cx="1130400" cy="67608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304" name=""/>
            <p:cNvSpPr/>
            <p:nvPr/>
          </p:nvSpPr>
          <p:spPr>
            <a:xfrm>
              <a:off x="320040" y="2250720"/>
              <a:ext cx="1035720" cy="619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334EF6CE-CB2D-4C75-9CC3-D673A1B7563C}" type="slidenum">
              <a:t>188</a:t>
            </a:fld>
          </a:p>
        </p:txBody>
      </p:sp>
    </p:spTree>
  </p:cSld>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0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3</a:t>
            </a:r>
            <a:endParaRPr b="1" lang="en-US" sz="1900" spc="-1" strike="noStrike">
              <a:solidFill>
                <a:srgbClr val="000000"/>
              </a:solidFill>
              <a:latin typeface="Arial"/>
            </a:endParaRPr>
          </a:p>
        </p:txBody>
      </p:sp>
      <p:grpSp>
        <p:nvGrpSpPr>
          <p:cNvPr id="3306" name=""/>
          <p:cNvGrpSpPr/>
          <p:nvPr/>
        </p:nvGrpSpPr>
        <p:grpSpPr>
          <a:xfrm>
            <a:off x="503280" y="1131840"/>
            <a:ext cx="7936560" cy="1284120"/>
            <a:chOff x="503280" y="1131840"/>
            <a:chExt cx="7936560" cy="1284120"/>
          </a:xfrm>
        </p:grpSpPr>
        <p:sp>
          <p:nvSpPr>
            <p:cNvPr id="3307" name=""/>
            <p:cNvSpPr/>
            <p:nvPr/>
          </p:nvSpPr>
          <p:spPr>
            <a:xfrm>
              <a:off x="503280" y="2171880"/>
              <a:ext cx="24591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08" name=""/>
            <p:cNvGrpSpPr/>
            <p:nvPr/>
          </p:nvGrpSpPr>
          <p:grpSpPr>
            <a:xfrm>
              <a:off x="503280" y="1131840"/>
              <a:ext cx="2768760" cy="914400"/>
              <a:chOff x="503280" y="1131840"/>
              <a:chExt cx="2768760" cy="914400"/>
            </a:xfrm>
          </p:grpSpPr>
          <p:sp>
            <p:nvSpPr>
              <p:cNvPr id="3309" name=""/>
              <p:cNvSpPr/>
              <p:nvPr/>
            </p:nvSpPr>
            <p:spPr>
              <a:xfrm>
                <a:off x="503280" y="1131840"/>
                <a:ext cx="2768760" cy="914400"/>
              </a:xfrm>
              <a:custGeom>
                <a:avLst/>
                <a:gdLst/>
                <a:ahLst/>
                <a:rect l="l" t="t" r="r" b="b"/>
                <a:pathLst>
                  <a:path w="1635" h="576">
                    <a:moveTo>
                      <a:pt x="0" y="0"/>
                    </a:moveTo>
                    <a:lnTo>
                      <a:pt x="1531" y="0"/>
                    </a:lnTo>
                    <a:lnTo>
                      <a:pt x="1635" y="288"/>
                    </a:lnTo>
                    <a:lnTo>
                      <a:pt x="1531"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10" name=""/>
              <p:cNvSpPr/>
              <p:nvPr/>
            </p:nvSpPr>
            <p:spPr>
              <a:xfrm>
                <a:off x="557280" y="1182600"/>
                <a:ext cx="253872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311" name=""/>
            <p:cNvGrpSpPr/>
            <p:nvPr/>
          </p:nvGrpSpPr>
          <p:grpSpPr>
            <a:xfrm>
              <a:off x="3094560" y="1131840"/>
              <a:ext cx="2768760" cy="914400"/>
              <a:chOff x="3094560" y="1131840"/>
              <a:chExt cx="2768760" cy="914400"/>
            </a:xfrm>
          </p:grpSpPr>
          <p:sp>
            <p:nvSpPr>
              <p:cNvPr id="3312" name=""/>
              <p:cNvSpPr/>
              <p:nvPr/>
            </p:nvSpPr>
            <p:spPr>
              <a:xfrm>
                <a:off x="3094560" y="1131840"/>
                <a:ext cx="2768760" cy="914400"/>
              </a:xfrm>
              <a:custGeom>
                <a:avLst/>
                <a:gdLst/>
                <a:ahLst/>
                <a:rect l="l" t="t" r="r" b="b"/>
                <a:pathLst>
                  <a:path w="1635" h="576">
                    <a:moveTo>
                      <a:pt x="0" y="0"/>
                    </a:moveTo>
                    <a:lnTo>
                      <a:pt x="1531" y="0"/>
                    </a:lnTo>
                    <a:lnTo>
                      <a:pt x="1635" y="288"/>
                    </a:lnTo>
                    <a:lnTo>
                      <a:pt x="153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13" name=""/>
              <p:cNvSpPr/>
              <p:nvPr/>
            </p:nvSpPr>
            <p:spPr>
              <a:xfrm>
                <a:off x="3324960" y="1182600"/>
                <a:ext cx="236412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14" name=""/>
            <p:cNvSpPr/>
            <p:nvPr/>
          </p:nvSpPr>
          <p:spPr>
            <a:xfrm>
              <a:off x="3044160" y="2171880"/>
              <a:ext cx="25437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15" name=""/>
            <p:cNvGrpSpPr/>
            <p:nvPr/>
          </p:nvGrpSpPr>
          <p:grpSpPr>
            <a:xfrm>
              <a:off x="5671080" y="1131840"/>
              <a:ext cx="2768760" cy="914400"/>
              <a:chOff x="5671080" y="1131840"/>
              <a:chExt cx="2768760" cy="914400"/>
            </a:xfrm>
          </p:grpSpPr>
          <p:sp>
            <p:nvSpPr>
              <p:cNvPr id="3316" name=""/>
              <p:cNvSpPr/>
              <p:nvPr/>
            </p:nvSpPr>
            <p:spPr>
              <a:xfrm>
                <a:off x="5671080" y="1131840"/>
                <a:ext cx="2768760" cy="914400"/>
              </a:xfrm>
              <a:custGeom>
                <a:avLst/>
                <a:gdLst/>
                <a:ahLst/>
                <a:rect l="l" t="t" r="r" b="b"/>
                <a:pathLst>
                  <a:path w="1635" h="576">
                    <a:moveTo>
                      <a:pt x="0" y="0"/>
                    </a:moveTo>
                    <a:lnTo>
                      <a:pt x="1531" y="0"/>
                    </a:lnTo>
                    <a:lnTo>
                      <a:pt x="1635" y="288"/>
                    </a:lnTo>
                    <a:lnTo>
                      <a:pt x="153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17" name=""/>
              <p:cNvSpPr/>
              <p:nvPr/>
            </p:nvSpPr>
            <p:spPr>
              <a:xfrm>
                <a:off x="5901480" y="1182600"/>
                <a:ext cx="236412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18" name=""/>
            <p:cNvSpPr/>
            <p:nvPr/>
          </p:nvSpPr>
          <p:spPr>
            <a:xfrm>
              <a:off x="5671080" y="2171880"/>
              <a:ext cx="25423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sp>
        <p:nvSpPr>
          <p:cNvPr id="331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32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6FDD1745-C62B-48A5-B0CA-F4C93D60A605}" type="slidenum">
              <a:t>189</a:t>
            </a:fld>
          </a:p>
        </p:txBody>
      </p:sp>
    </p:spTree>
  </p:cSld>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2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3 TITLE</a:t>
            </a:r>
            <a:endParaRPr b="1" lang="en-US" sz="1900" spc="-1" strike="noStrike">
              <a:solidFill>
                <a:srgbClr val="000000"/>
              </a:solidFill>
              <a:latin typeface="Arial"/>
            </a:endParaRPr>
          </a:p>
        </p:txBody>
      </p:sp>
      <p:sp>
        <p:nvSpPr>
          <p:cNvPr id="332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32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324" name=""/>
          <p:cNvSpPr/>
          <p:nvPr/>
        </p:nvSpPr>
        <p:spPr>
          <a:xfrm>
            <a:off x="1468440" y="2278080"/>
            <a:ext cx="22525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25" name=""/>
          <p:cNvGrpSpPr/>
          <p:nvPr/>
        </p:nvGrpSpPr>
        <p:grpSpPr>
          <a:xfrm>
            <a:off x="1468440" y="1214280"/>
            <a:ext cx="2536920" cy="914400"/>
            <a:chOff x="1468440" y="1214280"/>
            <a:chExt cx="2536920" cy="914400"/>
          </a:xfrm>
        </p:grpSpPr>
        <p:sp>
          <p:nvSpPr>
            <p:cNvPr id="3326" name=""/>
            <p:cNvSpPr/>
            <p:nvPr/>
          </p:nvSpPr>
          <p:spPr>
            <a:xfrm>
              <a:off x="1468440" y="1214280"/>
              <a:ext cx="2536920" cy="914400"/>
            </a:xfrm>
            <a:custGeom>
              <a:avLst/>
              <a:gdLst/>
              <a:ahLst/>
              <a:rect l="l" t="t" r="r" b="b"/>
              <a:pathLst>
                <a:path w="1635" h="576">
                  <a:moveTo>
                    <a:pt x="0" y="0"/>
                  </a:moveTo>
                  <a:lnTo>
                    <a:pt x="1531" y="0"/>
                  </a:lnTo>
                  <a:lnTo>
                    <a:pt x="1635" y="288"/>
                  </a:lnTo>
                  <a:lnTo>
                    <a:pt x="1531"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27" name=""/>
            <p:cNvSpPr/>
            <p:nvPr/>
          </p:nvSpPr>
          <p:spPr>
            <a:xfrm>
              <a:off x="1517760" y="1265040"/>
              <a:ext cx="23259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328" name=""/>
          <p:cNvGrpSpPr/>
          <p:nvPr/>
        </p:nvGrpSpPr>
        <p:grpSpPr>
          <a:xfrm>
            <a:off x="3841920" y="1214280"/>
            <a:ext cx="2536560" cy="914400"/>
            <a:chOff x="3841920" y="1214280"/>
            <a:chExt cx="2536560" cy="914400"/>
          </a:xfrm>
        </p:grpSpPr>
        <p:sp>
          <p:nvSpPr>
            <p:cNvPr id="3329" name=""/>
            <p:cNvSpPr/>
            <p:nvPr/>
          </p:nvSpPr>
          <p:spPr>
            <a:xfrm>
              <a:off x="3841920" y="1214280"/>
              <a:ext cx="2536560" cy="914400"/>
            </a:xfrm>
            <a:custGeom>
              <a:avLst/>
              <a:gdLst/>
              <a:ahLst/>
              <a:rect l="l" t="t" r="r" b="b"/>
              <a:pathLst>
                <a:path w="1635" h="576">
                  <a:moveTo>
                    <a:pt x="0" y="0"/>
                  </a:moveTo>
                  <a:lnTo>
                    <a:pt x="1531" y="0"/>
                  </a:lnTo>
                  <a:lnTo>
                    <a:pt x="1635" y="288"/>
                  </a:lnTo>
                  <a:lnTo>
                    <a:pt x="153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30" name=""/>
            <p:cNvSpPr/>
            <p:nvPr/>
          </p:nvSpPr>
          <p:spPr>
            <a:xfrm>
              <a:off x="4052880" y="1265040"/>
              <a:ext cx="21654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31" name=""/>
          <p:cNvSpPr/>
          <p:nvPr/>
        </p:nvSpPr>
        <p:spPr>
          <a:xfrm>
            <a:off x="3795840" y="2278080"/>
            <a:ext cx="23288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32" name=""/>
          <p:cNvGrpSpPr/>
          <p:nvPr/>
        </p:nvGrpSpPr>
        <p:grpSpPr>
          <a:xfrm>
            <a:off x="6200640" y="1214280"/>
            <a:ext cx="2538720" cy="914400"/>
            <a:chOff x="6200640" y="1214280"/>
            <a:chExt cx="2538720" cy="914400"/>
          </a:xfrm>
        </p:grpSpPr>
        <p:sp>
          <p:nvSpPr>
            <p:cNvPr id="3333" name=""/>
            <p:cNvSpPr/>
            <p:nvPr/>
          </p:nvSpPr>
          <p:spPr>
            <a:xfrm>
              <a:off x="6200640" y="1214280"/>
              <a:ext cx="2538720" cy="914400"/>
            </a:xfrm>
            <a:custGeom>
              <a:avLst/>
              <a:gdLst/>
              <a:ahLst/>
              <a:rect l="l" t="t" r="r" b="b"/>
              <a:pathLst>
                <a:path w="1635" h="576">
                  <a:moveTo>
                    <a:pt x="0" y="0"/>
                  </a:moveTo>
                  <a:lnTo>
                    <a:pt x="1531" y="0"/>
                  </a:lnTo>
                  <a:lnTo>
                    <a:pt x="1635" y="288"/>
                  </a:lnTo>
                  <a:lnTo>
                    <a:pt x="1531"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34" name=""/>
            <p:cNvSpPr/>
            <p:nvPr/>
          </p:nvSpPr>
          <p:spPr>
            <a:xfrm>
              <a:off x="6411600" y="1265040"/>
              <a:ext cx="21675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35" name=""/>
          <p:cNvSpPr/>
          <p:nvPr/>
        </p:nvSpPr>
        <p:spPr>
          <a:xfrm>
            <a:off x="6200640" y="2278080"/>
            <a:ext cx="23306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36" name=""/>
          <p:cNvGrpSpPr/>
          <p:nvPr/>
        </p:nvGrpSpPr>
        <p:grpSpPr>
          <a:xfrm>
            <a:off x="195120" y="2278080"/>
            <a:ext cx="1130400" cy="676080"/>
            <a:chOff x="195120" y="2278080"/>
            <a:chExt cx="1130400" cy="676080"/>
          </a:xfrm>
        </p:grpSpPr>
        <p:sp>
          <p:nvSpPr>
            <p:cNvPr id="3337" name=""/>
            <p:cNvSpPr/>
            <p:nvPr/>
          </p:nvSpPr>
          <p:spPr>
            <a:xfrm>
              <a:off x="195120" y="2278080"/>
              <a:ext cx="1130400" cy="67608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338" name=""/>
            <p:cNvSpPr/>
            <p:nvPr/>
          </p:nvSpPr>
          <p:spPr>
            <a:xfrm>
              <a:off x="242280" y="2306160"/>
              <a:ext cx="1035720" cy="619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5ADE32AC-D637-41CC-BA3F-9F9CDE072BB7}" type="slidenum">
              <a:t>190</a:t>
            </a:fld>
          </a:p>
        </p:txBody>
      </p:sp>
    </p:spTree>
  </p:cSld>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3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4</a:t>
            </a:r>
            <a:endParaRPr b="1" lang="en-US" sz="1900" spc="-1" strike="noStrike">
              <a:solidFill>
                <a:srgbClr val="000000"/>
              </a:solidFill>
              <a:latin typeface="Arial"/>
            </a:endParaRPr>
          </a:p>
        </p:txBody>
      </p:sp>
      <p:sp>
        <p:nvSpPr>
          <p:cNvPr id="3340" name=""/>
          <p:cNvSpPr/>
          <p:nvPr/>
        </p:nvSpPr>
        <p:spPr>
          <a:xfrm>
            <a:off x="493560" y="2171880"/>
            <a:ext cx="18100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41" name=""/>
          <p:cNvGrpSpPr/>
          <p:nvPr/>
        </p:nvGrpSpPr>
        <p:grpSpPr>
          <a:xfrm>
            <a:off x="493560" y="1131840"/>
            <a:ext cx="2117520" cy="914400"/>
            <a:chOff x="493560" y="1131840"/>
            <a:chExt cx="2117520" cy="914400"/>
          </a:xfrm>
        </p:grpSpPr>
        <p:sp>
          <p:nvSpPr>
            <p:cNvPr id="3342" name=""/>
            <p:cNvSpPr/>
            <p:nvPr/>
          </p:nvSpPr>
          <p:spPr>
            <a:xfrm>
              <a:off x="493560" y="1131840"/>
              <a:ext cx="2117520" cy="914400"/>
            </a:xfrm>
            <a:custGeom>
              <a:avLst/>
              <a:gdLst/>
              <a:ahLst/>
              <a:rect l="l" t="t" r="r" b="b"/>
              <a:pathLst>
                <a:path w="1246" h="576">
                  <a:moveTo>
                    <a:pt x="0" y="0"/>
                  </a:moveTo>
                  <a:lnTo>
                    <a:pt x="1142" y="0"/>
                  </a:lnTo>
                  <a:lnTo>
                    <a:pt x="1246" y="288"/>
                  </a:lnTo>
                  <a:lnTo>
                    <a:pt x="1142"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43" name=""/>
            <p:cNvSpPr/>
            <p:nvPr/>
          </p:nvSpPr>
          <p:spPr>
            <a:xfrm>
              <a:off x="547560" y="1182600"/>
              <a:ext cx="18864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344" name=""/>
          <p:cNvGrpSpPr/>
          <p:nvPr/>
        </p:nvGrpSpPr>
        <p:grpSpPr>
          <a:xfrm>
            <a:off x="2433600" y="1131840"/>
            <a:ext cx="2118960" cy="914400"/>
            <a:chOff x="2433600" y="1131840"/>
            <a:chExt cx="2118960" cy="914400"/>
          </a:xfrm>
        </p:grpSpPr>
        <p:sp>
          <p:nvSpPr>
            <p:cNvPr id="3345" name=""/>
            <p:cNvSpPr/>
            <p:nvPr/>
          </p:nvSpPr>
          <p:spPr>
            <a:xfrm>
              <a:off x="2433600" y="1131840"/>
              <a:ext cx="2118960" cy="914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46" name=""/>
            <p:cNvSpPr/>
            <p:nvPr/>
          </p:nvSpPr>
          <p:spPr>
            <a:xfrm>
              <a:off x="2664720" y="1182600"/>
              <a:ext cx="171288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47" name=""/>
          <p:cNvSpPr/>
          <p:nvPr/>
        </p:nvSpPr>
        <p:spPr>
          <a:xfrm>
            <a:off x="2379600" y="2171880"/>
            <a:ext cx="18892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48" name=""/>
          <p:cNvGrpSpPr/>
          <p:nvPr/>
        </p:nvGrpSpPr>
        <p:grpSpPr>
          <a:xfrm>
            <a:off x="4368960" y="1131840"/>
            <a:ext cx="2117160" cy="914400"/>
            <a:chOff x="4368960" y="1131840"/>
            <a:chExt cx="2117160" cy="914400"/>
          </a:xfrm>
        </p:grpSpPr>
        <p:sp>
          <p:nvSpPr>
            <p:cNvPr id="3349" name=""/>
            <p:cNvSpPr/>
            <p:nvPr/>
          </p:nvSpPr>
          <p:spPr>
            <a:xfrm>
              <a:off x="4368960" y="1131840"/>
              <a:ext cx="2117160" cy="914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50" name=""/>
            <p:cNvSpPr/>
            <p:nvPr/>
          </p:nvSpPr>
          <p:spPr>
            <a:xfrm>
              <a:off x="4599720" y="1182600"/>
              <a:ext cx="17114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351" name=""/>
          <p:cNvGrpSpPr/>
          <p:nvPr/>
        </p:nvGrpSpPr>
        <p:grpSpPr>
          <a:xfrm>
            <a:off x="6308640" y="1131840"/>
            <a:ext cx="2118960" cy="914400"/>
            <a:chOff x="6308640" y="1131840"/>
            <a:chExt cx="2118960" cy="914400"/>
          </a:xfrm>
        </p:grpSpPr>
        <p:sp>
          <p:nvSpPr>
            <p:cNvPr id="3352" name=""/>
            <p:cNvSpPr/>
            <p:nvPr/>
          </p:nvSpPr>
          <p:spPr>
            <a:xfrm>
              <a:off x="6308640" y="1131840"/>
              <a:ext cx="2118960" cy="914400"/>
            </a:xfrm>
            <a:custGeom>
              <a:avLst/>
              <a:gdLst/>
              <a:ahLst/>
              <a:rect l="l" t="t" r="r" b="b"/>
              <a:pathLst>
                <a:path w="1246" h="576">
                  <a:moveTo>
                    <a:pt x="0" y="0"/>
                  </a:moveTo>
                  <a:lnTo>
                    <a:pt x="1142" y="0"/>
                  </a:lnTo>
                  <a:lnTo>
                    <a:pt x="1246" y="288"/>
                  </a:lnTo>
                  <a:lnTo>
                    <a:pt x="1142"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53" name=""/>
            <p:cNvSpPr/>
            <p:nvPr/>
          </p:nvSpPr>
          <p:spPr>
            <a:xfrm>
              <a:off x="6539760" y="1182600"/>
              <a:ext cx="171252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54" name=""/>
          <p:cNvSpPr/>
          <p:nvPr/>
        </p:nvSpPr>
        <p:spPr>
          <a:xfrm>
            <a:off x="4344840" y="2171880"/>
            <a:ext cx="18878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355" name=""/>
          <p:cNvSpPr/>
          <p:nvPr/>
        </p:nvSpPr>
        <p:spPr>
          <a:xfrm>
            <a:off x="6308640" y="2171880"/>
            <a:ext cx="18892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35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35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6C850207-5DEC-49D2-B924-4595E67FD67B}" type="slidenum">
              <a:t>191</a:t>
            </a:fld>
          </a:p>
        </p:txBody>
      </p:sp>
    </p:spTree>
  </p:cSld>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5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4 TITLE</a:t>
            </a:r>
            <a:endParaRPr b="1" lang="en-US" sz="1900" spc="-1" strike="noStrike">
              <a:solidFill>
                <a:srgbClr val="000000"/>
              </a:solidFill>
              <a:latin typeface="Arial"/>
            </a:endParaRPr>
          </a:p>
        </p:txBody>
      </p:sp>
      <p:sp>
        <p:nvSpPr>
          <p:cNvPr id="335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36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361" name=""/>
          <p:cNvSpPr/>
          <p:nvPr/>
        </p:nvSpPr>
        <p:spPr>
          <a:xfrm>
            <a:off x="1192320" y="2171880"/>
            <a:ext cx="17143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62" name=""/>
          <p:cNvGrpSpPr/>
          <p:nvPr/>
        </p:nvGrpSpPr>
        <p:grpSpPr>
          <a:xfrm>
            <a:off x="1192320" y="1131840"/>
            <a:ext cx="2006280" cy="914400"/>
            <a:chOff x="1192320" y="1131840"/>
            <a:chExt cx="2006280" cy="914400"/>
          </a:xfrm>
        </p:grpSpPr>
        <p:sp>
          <p:nvSpPr>
            <p:cNvPr id="3363" name=""/>
            <p:cNvSpPr/>
            <p:nvPr/>
          </p:nvSpPr>
          <p:spPr>
            <a:xfrm>
              <a:off x="1192320" y="1131840"/>
              <a:ext cx="2006280" cy="914400"/>
            </a:xfrm>
            <a:custGeom>
              <a:avLst/>
              <a:gdLst/>
              <a:ahLst/>
              <a:rect l="l" t="t" r="r" b="b"/>
              <a:pathLst>
                <a:path w="1246" h="576">
                  <a:moveTo>
                    <a:pt x="0" y="0"/>
                  </a:moveTo>
                  <a:lnTo>
                    <a:pt x="1142" y="0"/>
                  </a:lnTo>
                  <a:lnTo>
                    <a:pt x="1246" y="288"/>
                  </a:lnTo>
                  <a:lnTo>
                    <a:pt x="1142"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64" name=""/>
            <p:cNvSpPr/>
            <p:nvPr/>
          </p:nvSpPr>
          <p:spPr>
            <a:xfrm>
              <a:off x="1243800" y="1182600"/>
              <a:ext cx="17874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365" name=""/>
          <p:cNvGrpSpPr/>
          <p:nvPr/>
        </p:nvGrpSpPr>
        <p:grpSpPr>
          <a:xfrm>
            <a:off x="3030480" y="1131840"/>
            <a:ext cx="2007720" cy="914400"/>
            <a:chOff x="3030480" y="1131840"/>
            <a:chExt cx="2007720" cy="914400"/>
          </a:xfrm>
        </p:grpSpPr>
        <p:sp>
          <p:nvSpPr>
            <p:cNvPr id="3366" name=""/>
            <p:cNvSpPr/>
            <p:nvPr/>
          </p:nvSpPr>
          <p:spPr>
            <a:xfrm>
              <a:off x="3030480" y="1131840"/>
              <a:ext cx="2007720" cy="914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67" name=""/>
            <p:cNvSpPr/>
            <p:nvPr/>
          </p:nvSpPr>
          <p:spPr>
            <a:xfrm>
              <a:off x="3249360" y="1182600"/>
              <a:ext cx="162288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68" name=""/>
          <p:cNvSpPr/>
          <p:nvPr/>
        </p:nvSpPr>
        <p:spPr>
          <a:xfrm>
            <a:off x="2979720" y="2171880"/>
            <a:ext cx="178920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69" name=""/>
          <p:cNvGrpSpPr/>
          <p:nvPr/>
        </p:nvGrpSpPr>
        <p:grpSpPr>
          <a:xfrm>
            <a:off x="4863960" y="1131840"/>
            <a:ext cx="2008080" cy="914400"/>
            <a:chOff x="4863960" y="1131840"/>
            <a:chExt cx="2008080" cy="914400"/>
          </a:xfrm>
        </p:grpSpPr>
        <p:sp>
          <p:nvSpPr>
            <p:cNvPr id="3370" name=""/>
            <p:cNvSpPr/>
            <p:nvPr/>
          </p:nvSpPr>
          <p:spPr>
            <a:xfrm>
              <a:off x="4863960" y="1131840"/>
              <a:ext cx="2008080" cy="914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71" name=""/>
            <p:cNvSpPr/>
            <p:nvPr/>
          </p:nvSpPr>
          <p:spPr>
            <a:xfrm>
              <a:off x="5082840" y="1182600"/>
              <a:ext cx="16232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372" name=""/>
          <p:cNvGrpSpPr/>
          <p:nvPr/>
        </p:nvGrpSpPr>
        <p:grpSpPr>
          <a:xfrm>
            <a:off x="6702480" y="1131840"/>
            <a:ext cx="2006280" cy="914400"/>
            <a:chOff x="6702480" y="1131840"/>
            <a:chExt cx="2006280" cy="914400"/>
          </a:xfrm>
        </p:grpSpPr>
        <p:sp>
          <p:nvSpPr>
            <p:cNvPr id="3373" name=""/>
            <p:cNvSpPr/>
            <p:nvPr/>
          </p:nvSpPr>
          <p:spPr>
            <a:xfrm>
              <a:off x="6702480" y="1131840"/>
              <a:ext cx="2006280" cy="914400"/>
            </a:xfrm>
            <a:custGeom>
              <a:avLst/>
              <a:gdLst/>
              <a:ahLst/>
              <a:rect l="l" t="t" r="r" b="b"/>
              <a:pathLst>
                <a:path w="1246" h="576">
                  <a:moveTo>
                    <a:pt x="0" y="0"/>
                  </a:moveTo>
                  <a:lnTo>
                    <a:pt x="1142" y="0"/>
                  </a:lnTo>
                  <a:lnTo>
                    <a:pt x="1246" y="288"/>
                  </a:lnTo>
                  <a:lnTo>
                    <a:pt x="1142"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74" name=""/>
            <p:cNvSpPr/>
            <p:nvPr/>
          </p:nvSpPr>
          <p:spPr>
            <a:xfrm>
              <a:off x="6921360" y="1182600"/>
              <a:ext cx="16214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75" name=""/>
          <p:cNvSpPr/>
          <p:nvPr/>
        </p:nvSpPr>
        <p:spPr>
          <a:xfrm>
            <a:off x="4842000" y="2171880"/>
            <a:ext cx="17888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376" name=""/>
          <p:cNvSpPr/>
          <p:nvPr/>
        </p:nvSpPr>
        <p:spPr>
          <a:xfrm>
            <a:off x="6702480" y="2171880"/>
            <a:ext cx="17906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77" name=""/>
          <p:cNvGrpSpPr/>
          <p:nvPr/>
        </p:nvGrpSpPr>
        <p:grpSpPr>
          <a:xfrm>
            <a:off x="136440" y="2171880"/>
            <a:ext cx="970200" cy="676080"/>
            <a:chOff x="136440" y="2171880"/>
            <a:chExt cx="970200" cy="676080"/>
          </a:xfrm>
        </p:grpSpPr>
        <p:sp>
          <p:nvSpPr>
            <p:cNvPr id="3378" name=""/>
            <p:cNvSpPr/>
            <p:nvPr/>
          </p:nvSpPr>
          <p:spPr>
            <a:xfrm>
              <a:off x="136440" y="2171880"/>
              <a:ext cx="970200" cy="67608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379" name=""/>
            <p:cNvSpPr/>
            <p:nvPr/>
          </p:nvSpPr>
          <p:spPr>
            <a:xfrm>
              <a:off x="176760" y="2199960"/>
              <a:ext cx="889200" cy="619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B44FB594-9064-40F8-AF43-6AAFD3B12B3C}" type="slidenum">
              <a:t>192</a:t>
            </a:fld>
          </a:p>
        </p:txBody>
      </p:sp>
    </p:spTree>
  </p:cSld>
</p:sld>
</file>

<file path=ppt/slides/slide1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8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5</a:t>
            </a:r>
            <a:endParaRPr b="1" lang="en-US" sz="1900" spc="-1" strike="noStrike">
              <a:solidFill>
                <a:srgbClr val="000000"/>
              </a:solidFill>
              <a:latin typeface="Arial"/>
            </a:endParaRPr>
          </a:p>
        </p:txBody>
      </p:sp>
      <p:sp>
        <p:nvSpPr>
          <p:cNvPr id="3381" name=""/>
          <p:cNvSpPr/>
          <p:nvPr/>
        </p:nvSpPr>
        <p:spPr>
          <a:xfrm>
            <a:off x="393840" y="2181240"/>
            <a:ext cx="141120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82" name=""/>
          <p:cNvGrpSpPr/>
          <p:nvPr/>
        </p:nvGrpSpPr>
        <p:grpSpPr>
          <a:xfrm>
            <a:off x="393840" y="1141560"/>
            <a:ext cx="1785600" cy="914400"/>
            <a:chOff x="393840" y="1141560"/>
            <a:chExt cx="1785600" cy="914400"/>
          </a:xfrm>
        </p:grpSpPr>
        <p:sp>
          <p:nvSpPr>
            <p:cNvPr id="3383" name=""/>
            <p:cNvSpPr/>
            <p:nvPr/>
          </p:nvSpPr>
          <p:spPr>
            <a:xfrm>
              <a:off x="393840" y="1141560"/>
              <a:ext cx="1785600" cy="914400"/>
            </a:xfrm>
            <a:custGeom>
              <a:avLst/>
              <a:gdLst/>
              <a:ahLst/>
              <a:rect l="l" t="t" r="r" b="b"/>
              <a:pathLst>
                <a:path w="1017" h="576">
                  <a:moveTo>
                    <a:pt x="0" y="0"/>
                  </a:moveTo>
                  <a:lnTo>
                    <a:pt x="913" y="0"/>
                  </a:lnTo>
                  <a:lnTo>
                    <a:pt x="1017" y="288"/>
                  </a:lnTo>
                  <a:lnTo>
                    <a:pt x="913"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84" name=""/>
            <p:cNvSpPr/>
            <p:nvPr/>
          </p:nvSpPr>
          <p:spPr>
            <a:xfrm>
              <a:off x="449640" y="1192320"/>
              <a:ext cx="154692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385" name=""/>
          <p:cNvGrpSpPr/>
          <p:nvPr/>
        </p:nvGrpSpPr>
        <p:grpSpPr>
          <a:xfrm>
            <a:off x="1986120" y="1141560"/>
            <a:ext cx="1787040" cy="914400"/>
            <a:chOff x="1986120" y="1141560"/>
            <a:chExt cx="1787040" cy="914400"/>
          </a:xfrm>
        </p:grpSpPr>
        <p:sp>
          <p:nvSpPr>
            <p:cNvPr id="3386" name=""/>
            <p:cNvSpPr/>
            <p:nvPr/>
          </p:nvSpPr>
          <p:spPr>
            <a:xfrm>
              <a:off x="1986120" y="1141560"/>
              <a:ext cx="178704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87" name=""/>
            <p:cNvSpPr/>
            <p:nvPr/>
          </p:nvSpPr>
          <p:spPr>
            <a:xfrm>
              <a:off x="2224440" y="1192320"/>
              <a:ext cx="13676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88" name=""/>
          <p:cNvSpPr/>
          <p:nvPr/>
        </p:nvSpPr>
        <p:spPr>
          <a:xfrm>
            <a:off x="1868400" y="2181240"/>
            <a:ext cx="15652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389" name=""/>
          <p:cNvGrpSpPr/>
          <p:nvPr/>
        </p:nvGrpSpPr>
        <p:grpSpPr>
          <a:xfrm>
            <a:off x="3573360" y="1141560"/>
            <a:ext cx="1787400" cy="914400"/>
            <a:chOff x="3573360" y="1141560"/>
            <a:chExt cx="1787400" cy="914400"/>
          </a:xfrm>
        </p:grpSpPr>
        <p:sp>
          <p:nvSpPr>
            <p:cNvPr id="3390" name=""/>
            <p:cNvSpPr/>
            <p:nvPr/>
          </p:nvSpPr>
          <p:spPr>
            <a:xfrm>
              <a:off x="3573360" y="1141560"/>
              <a:ext cx="178740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91" name=""/>
            <p:cNvSpPr/>
            <p:nvPr/>
          </p:nvSpPr>
          <p:spPr>
            <a:xfrm>
              <a:off x="3812040" y="1192320"/>
              <a:ext cx="13676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392" name=""/>
          <p:cNvGrpSpPr/>
          <p:nvPr/>
        </p:nvGrpSpPr>
        <p:grpSpPr>
          <a:xfrm>
            <a:off x="5165640" y="1141560"/>
            <a:ext cx="1787400" cy="914400"/>
            <a:chOff x="5165640" y="1141560"/>
            <a:chExt cx="1787400" cy="914400"/>
          </a:xfrm>
        </p:grpSpPr>
        <p:sp>
          <p:nvSpPr>
            <p:cNvPr id="3393" name=""/>
            <p:cNvSpPr/>
            <p:nvPr/>
          </p:nvSpPr>
          <p:spPr>
            <a:xfrm>
              <a:off x="5165640" y="1141560"/>
              <a:ext cx="178740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94" name=""/>
            <p:cNvSpPr/>
            <p:nvPr/>
          </p:nvSpPr>
          <p:spPr>
            <a:xfrm>
              <a:off x="5403960" y="1192320"/>
              <a:ext cx="13676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395" name=""/>
          <p:cNvGrpSpPr/>
          <p:nvPr/>
        </p:nvGrpSpPr>
        <p:grpSpPr>
          <a:xfrm>
            <a:off x="6751800" y="1141560"/>
            <a:ext cx="1785240" cy="914400"/>
            <a:chOff x="6751800" y="1141560"/>
            <a:chExt cx="1785240" cy="914400"/>
          </a:xfrm>
        </p:grpSpPr>
        <p:sp>
          <p:nvSpPr>
            <p:cNvPr id="3396" name=""/>
            <p:cNvSpPr/>
            <p:nvPr/>
          </p:nvSpPr>
          <p:spPr>
            <a:xfrm>
              <a:off x="6751800" y="1141560"/>
              <a:ext cx="1785240" cy="914400"/>
            </a:xfrm>
            <a:custGeom>
              <a:avLst/>
              <a:gdLst/>
              <a:ahLst/>
              <a:rect l="l" t="t" r="r" b="b"/>
              <a:pathLst>
                <a:path w="1017" h="576">
                  <a:moveTo>
                    <a:pt x="0" y="0"/>
                  </a:moveTo>
                  <a:lnTo>
                    <a:pt x="913" y="0"/>
                  </a:lnTo>
                  <a:lnTo>
                    <a:pt x="1017" y="288"/>
                  </a:lnTo>
                  <a:lnTo>
                    <a:pt x="91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397" name=""/>
            <p:cNvSpPr/>
            <p:nvPr/>
          </p:nvSpPr>
          <p:spPr>
            <a:xfrm>
              <a:off x="6990120" y="1192320"/>
              <a:ext cx="13662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398" name=""/>
          <p:cNvSpPr/>
          <p:nvPr/>
        </p:nvSpPr>
        <p:spPr>
          <a:xfrm>
            <a:off x="3497400" y="2181240"/>
            <a:ext cx="15602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399" name=""/>
          <p:cNvSpPr/>
          <p:nvPr/>
        </p:nvSpPr>
        <p:spPr>
          <a:xfrm>
            <a:off x="5121360" y="2181240"/>
            <a:ext cx="15652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00" name=""/>
          <p:cNvSpPr/>
          <p:nvPr/>
        </p:nvSpPr>
        <p:spPr>
          <a:xfrm>
            <a:off x="6751800" y="2181240"/>
            <a:ext cx="15620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0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40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E69DB260-1895-4FD2-8938-EFE2AB415194}" type="slidenum">
              <a:t>193</a:t>
            </a:fld>
          </a:p>
        </p:txBody>
      </p:sp>
    </p:spTree>
  </p:cSld>
</p:sld>
</file>

<file path=ppt/slides/slide1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0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5 TITLE</a:t>
            </a:r>
            <a:endParaRPr b="1" lang="en-US" sz="1900" spc="-1" strike="noStrike">
              <a:solidFill>
                <a:srgbClr val="000000"/>
              </a:solidFill>
              <a:latin typeface="Arial"/>
            </a:endParaRPr>
          </a:p>
        </p:txBody>
      </p:sp>
      <p:sp>
        <p:nvSpPr>
          <p:cNvPr id="340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40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406" name=""/>
          <p:cNvSpPr/>
          <p:nvPr/>
        </p:nvSpPr>
        <p:spPr>
          <a:xfrm>
            <a:off x="1125360" y="2171880"/>
            <a:ext cx="13179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407" name=""/>
          <p:cNvGrpSpPr/>
          <p:nvPr/>
        </p:nvGrpSpPr>
        <p:grpSpPr>
          <a:xfrm>
            <a:off x="1125360" y="1141560"/>
            <a:ext cx="1666800" cy="914400"/>
            <a:chOff x="1125360" y="1141560"/>
            <a:chExt cx="1666800" cy="914400"/>
          </a:xfrm>
        </p:grpSpPr>
        <p:sp>
          <p:nvSpPr>
            <p:cNvPr id="3408" name=""/>
            <p:cNvSpPr/>
            <p:nvPr/>
          </p:nvSpPr>
          <p:spPr>
            <a:xfrm>
              <a:off x="1125360" y="1141560"/>
              <a:ext cx="1666800" cy="914400"/>
            </a:xfrm>
            <a:custGeom>
              <a:avLst/>
              <a:gdLst/>
              <a:ahLst/>
              <a:rect l="l" t="t" r="r" b="b"/>
              <a:pathLst>
                <a:path w="1017" h="576">
                  <a:moveTo>
                    <a:pt x="0" y="0"/>
                  </a:moveTo>
                  <a:lnTo>
                    <a:pt x="913" y="0"/>
                  </a:lnTo>
                  <a:lnTo>
                    <a:pt x="1017" y="288"/>
                  </a:lnTo>
                  <a:lnTo>
                    <a:pt x="913"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409" name=""/>
            <p:cNvSpPr/>
            <p:nvPr/>
          </p:nvSpPr>
          <p:spPr>
            <a:xfrm>
              <a:off x="1177560" y="1192320"/>
              <a:ext cx="144396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410" name=""/>
          <p:cNvGrpSpPr/>
          <p:nvPr/>
        </p:nvGrpSpPr>
        <p:grpSpPr>
          <a:xfrm>
            <a:off x="2611440" y="1141560"/>
            <a:ext cx="1669680" cy="914400"/>
            <a:chOff x="2611440" y="1141560"/>
            <a:chExt cx="1669680" cy="914400"/>
          </a:xfrm>
        </p:grpSpPr>
        <p:sp>
          <p:nvSpPr>
            <p:cNvPr id="3411" name=""/>
            <p:cNvSpPr/>
            <p:nvPr/>
          </p:nvSpPr>
          <p:spPr>
            <a:xfrm>
              <a:off x="2611440" y="1141560"/>
              <a:ext cx="166968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412" name=""/>
            <p:cNvSpPr/>
            <p:nvPr/>
          </p:nvSpPr>
          <p:spPr>
            <a:xfrm>
              <a:off x="2834280" y="1192320"/>
              <a:ext cx="12776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413" name=""/>
          <p:cNvSpPr/>
          <p:nvPr/>
        </p:nvSpPr>
        <p:spPr>
          <a:xfrm>
            <a:off x="2502000" y="2171880"/>
            <a:ext cx="14605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414" name=""/>
          <p:cNvGrpSpPr/>
          <p:nvPr/>
        </p:nvGrpSpPr>
        <p:grpSpPr>
          <a:xfrm>
            <a:off x="4094280" y="1141560"/>
            <a:ext cx="1667880" cy="914400"/>
            <a:chOff x="4094280" y="1141560"/>
            <a:chExt cx="1667880" cy="914400"/>
          </a:xfrm>
        </p:grpSpPr>
        <p:sp>
          <p:nvSpPr>
            <p:cNvPr id="3415" name=""/>
            <p:cNvSpPr/>
            <p:nvPr/>
          </p:nvSpPr>
          <p:spPr>
            <a:xfrm>
              <a:off x="4094280" y="1141560"/>
              <a:ext cx="166788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416" name=""/>
            <p:cNvSpPr/>
            <p:nvPr/>
          </p:nvSpPr>
          <p:spPr>
            <a:xfrm>
              <a:off x="4317120" y="1192320"/>
              <a:ext cx="127620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417" name=""/>
          <p:cNvGrpSpPr/>
          <p:nvPr/>
        </p:nvGrpSpPr>
        <p:grpSpPr>
          <a:xfrm>
            <a:off x="5581800" y="1141560"/>
            <a:ext cx="1666440" cy="914400"/>
            <a:chOff x="5581800" y="1141560"/>
            <a:chExt cx="1666440" cy="914400"/>
          </a:xfrm>
        </p:grpSpPr>
        <p:sp>
          <p:nvSpPr>
            <p:cNvPr id="3418" name=""/>
            <p:cNvSpPr/>
            <p:nvPr/>
          </p:nvSpPr>
          <p:spPr>
            <a:xfrm>
              <a:off x="5581800" y="1141560"/>
              <a:ext cx="1666440" cy="914400"/>
            </a:xfrm>
            <a:custGeom>
              <a:avLst/>
              <a:gdLst/>
              <a:ahLst/>
              <a:rect l="l" t="t" r="r" b="b"/>
              <a:pathLst>
                <a:path w="1018" h="576">
                  <a:moveTo>
                    <a:pt x="0" y="0"/>
                  </a:moveTo>
                  <a:lnTo>
                    <a:pt x="914" y="0"/>
                  </a:lnTo>
                  <a:lnTo>
                    <a:pt x="1018" y="288"/>
                  </a:lnTo>
                  <a:lnTo>
                    <a:pt x="914"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419" name=""/>
            <p:cNvSpPr/>
            <p:nvPr/>
          </p:nvSpPr>
          <p:spPr>
            <a:xfrm>
              <a:off x="5803920" y="1192320"/>
              <a:ext cx="127512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420" name=""/>
          <p:cNvGrpSpPr/>
          <p:nvPr/>
        </p:nvGrpSpPr>
        <p:grpSpPr>
          <a:xfrm>
            <a:off x="7062840" y="1141560"/>
            <a:ext cx="1665000" cy="914400"/>
            <a:chOff x="7062840" y="1141560"/>
            <a:chExt cx="1665000" cy="914400"/>
          </a:xfrm>
        </p:grpSpPr>
        <p:sp>
          <p:nvSpPr>
            <p:cNvPr id="3421" name=""/>
            <p:cNvSpPr/>
            <p:nvPr/>
          </p:nvSpPr>
          <p:spPr>
            <a:xfrm>
              <a:off x="7062840" y="1141560"/>
              <a:ext cx="1665000" cy="914400"/>
            </a:xfrm>
            <a:custGeom>
              <a:avLst/>
              <a:gdLst/>
              <a:ahLst/>
              <a:rect l="l" t="t" r="r" b="b"/>
              <a:pathLst>
                <a:path w="1017" h="576">
                  <a:moveTo>
                    <a:pt x="0" y="0"/>
                  </a:moveTo>
                  <a:lnTo>
                    <a:pt x="913" y="0"/>
                  </a:lnTo>
                  <a:lnTo>
                    <a:pt x="1017" y="288"/>
                  </a:lnTo>
                  <a:lnTo>
                    <a:pt x="91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422" name=""/>
            <p:cNvSpPr/>
            <p:nvPr/>
          </p:nvSpPr>
          <p:spPr>
            <a:xfrm>
              <a:off x="7284960" y="1192320"/>
              <a:ext cx="1274040" cy="7873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423" name=""/>
          <p:cNvSpPr/>
          <p:nvPr/>
        </p:nvSpPr>
        <p:spPr>
          <a:xfrm>
            <a:off x="4024440" y="2171880"/>
            <a:ext cx="14572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24" name=""/>
          <p:cNvSpPr/>
          <p:nvPr/>
        </p:nvSpPr>
        <p:spPr>
          <a:xfrm>
            <a:off x="5540400" y="2171880"/>
            <a:ext cx="14605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25" name=""/>
          <p:cNvSpPr/>
          <p:nvPr/>
        </p:nvSpPr>
        <p:spPr>
          <a:xfrm>
            <a:off x="7062840" y="2171880"/>
            <a:ext cx="14558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426" name=""/>
          <p:cNvGrpSpPr/>
          <p:nvPr/>
        </p:nvGrpSpPr>
        <p:grpSpPr>
          <a:xfrm>
            <a:off x="136440" y="2171880"/>
            <a:ext cx="878040" cy="676080"/>
            <a:chOff x="136440" y="2171880"/>
            <a:chExt cx="878040" cy="676080"/>
          </a:xfrm>
        </p:grpSpPr>
        <p:sp>
          <p:nvSpPr>
            <p:cNvPr id="3427" name=""/>
            <p:cNvSpPr/>
            <p:nvPr/>
          </p:nvSpPr>
          <p:spPr>
            <a:xfrm>
              <a:off x="136440" y="2171880"/>
              <a:ext cx="878040" cy="67608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28" name=""/>
            <p:cNvSpPr/>
            <p:nvPr/>
          </p:nvSpPr>
          <p:spPr>
            <a:xfrm>
              <a:off x="172800" y="2199960"/>
              <a:ext cx="804600" cy="619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225A9046-309C-464A-86FF-69F0F203A33C}" type="slidenum">
              <a:t>194</a:t>
            </a:fld>
          </a:p>
        </p:txBody>
      </p:sp>
    </p:spTree>
  </p:cSld>
</p:sld>
</file>

<file path=ppt/slides/slide1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29" name=""/>
          <p:cNvSpPr/>
          <p:nvPr/>
        </p:nvSpPr>
        <p:spPr>
          <a:xfrm rot="5400000">
            <a:off x="1033200" y="1609560"/>
            <a:ext cx="1592280" cy="1712880"/>
          </a:xfrm>
          <a:custGeom>
            <a:avLst/>
            <a:gdLst>
              <a:gd name="textAreaLeft" fmla="*/ 0 w 1592280"/>
              <a:gd name="textAreaRight" fmla="*/ 1592640 w 1592280"/>
              <a:gd name="textAreaTop" fmla="*/ 0 h 1712880"/>
              <a:gd name="textAreaBottom" fmla="*/ 1713240 h 1712880"/>
            </a:gdLst>
            <a:ahLst/>
            <a:rect l="textAreaLeft" t="textAreaTop" r="textAreaRight" b="textAreaBottom"/>
            <a:pathLst>
              <a:path w="21600" h="21600">
                <a:moveTo>
                  <a:pt x="0" y="0"/>
                </a:moveTo>
                <a:lnTo>
                  <a:pt x="17566" y="0"/>
                </a:lnTo>
                <a:lnTo>
                  <a:pt x="21600" y="10800"/>
                </a:lnTo>
                <a:lnTo>
                  <a:pt x="17566"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30" name=""/>
          <p:cNvSpPr/>
          <p:nvPr/>
        </p:nvSpPr>
        <p:spPr>
          <a:xfrm rot="5400000">
            <a:off x="1010160" y="2919960"/>
            <a:ext cx="1638360" cy="1712880"/>
          </a:xfrm>
          <a:custGeom>
            <a:avLst/>
            <a:gdLst>
              <a:gd name="textAreaLeft" fmla="*/ 0 w 1638360"/>
              <a:gd name="textAreaRight" fmla="*/ 1638720 w 163836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31" name=""/>
          <p:cNvSpPr/>
          <p:nvPr/>
        </p:nvSpPr>
        <p:spPr>
          <a:xfrm rot="5400000">
            <a:off x="1010520" y="4250520"/>
            <a:ext cx="1638000" cy="1712880"/>
          </a:xfrm>
          <a:custGeom>
            <a:avLst/>
            <a:gdLst>
              <a:gd name="textAreaLeft" fmla="*/ 0 w 1638000"/>
              <a:gd name="textAreaRight" fmla="*/ 1638360 w 163800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3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HORIZONTAL FLOW 3</a:t>
            </a:r>
            <a:endParaRPr b="1" lang="en-US" sz="1900" spc="-1" strike="noStrike">
              <a:solidFill>
                <a:srgbClr val="000000"/>
              </a:solidFill>
              <a:latin typeface="Arial"/>
            </a:endParaRPr>
          </a:p>
        </p:txBody>
      </p:sp>
      <p:sp>
        <p:nvSpPr>
          <p:cNvPr id="343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43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435" name=""/>
          <p:cNvSpPr/>
          <p:nvPr/>
        </p:nvSpPr>
        <p:spPr>
          <a:xfrm>
            <a:off x="2944800" y="1671480"/>
            <a:ext cx="52372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36" name=""/>
          <p:cNvSpPr/>
          <p:nvPr/>
        </p:nvSpPr>
        <p:spPr>
          <a:xfrm>
            <a:off x="2944800" y="2973240"/>
            <a:ext cx="54151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37" name=""/>
          <p:cNvSpPr/>
          <p:nvPr/>
        </p:nvSpPr>
        <p:spPr>
          <a:xfrm>
            <a:off x="2944800" y="4303800"/>
            <a:ext cx="541800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38" name=""/>
          <p:cNvSpPr/>
          <p:nvPr/>
        </p:nvSpPr>
        <p:spPr>
          <a:xfrm>
            <a:off x="2944800" y="1473120"/>
            <a:ext cx="524520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sp>
        <p:nvSpPr>
          <p:cNvPr id="3439" name=""/>
          <p:cNvSpPr/>
          <p:nvPr/>
        </p:nvSpPr>
        <p:spPr>
          <a:xfrm>
            <a:off x="2944800" y="1173600"/>
            <a:ext cx="522612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440" name=""/>
          <p:cNvSpPr/>
          <p:nvPr/>
        </p:nvSpPr>
        <p:spPr>
          <a:xfrm>
            <a:off x="1077840" y="179244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41" name=""/>
          <p:cNvSpPr/>
          <p:nvPr/>
        </p:nvSpPr>
        <p:spPr>
          <a:xfrm>
            <a:off x="1077840" y="331632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42" name=""/>
          <p:cNvSpPr/>
          <p:nvPr/>
        </p:nvSpPr>
        <p:spPr>
          <a:xfrm>
            <a:off x="1077840" y="469728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4B347D78-D805-445B-BD90-60CEA9EB7399}" type="slidenum">
              <a:t>195</a:t>
            </a:fld>
          </a:p>
        </p:txBody>
      </p:sp>
    </p:spTree>
  </p:cSld>
  <mc:AlternateContent>
    <mc:Choice Requires="p14">
      <p:transition spd="slow" p14:dur="2000"/>
    </mc:Choice>
    <mc:Fallback>
      <p:transition spd="slow"/>
    </mc:Fallback>
  </mc:AlternateContent>
</p:sld>
</file>

<file path=ppt/slides/slide1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4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HORIZONTAL FLOW 4</a:t>
            </a:r>
            <a:endParaRPr b="1" lang="en-US" sz="1900" spc="-1" strike="noStrike">
              <a:solidFill>
                <a:srgbClr val="000000"/>
              </a:solidFill>
              <a:latin typeface="Arial"/>
            </a:endParaRPr>
          </a:p>
        </p:txBody>
      </p:sp>
      <p:sp>
        <p:nvSpPr>
          <p:cNvPr id="344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44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446" name=""/>
          <p:cNvSpPr/>
          <p:nvPr/>
        </p:nvSpPr>
        <p:spPr>
          <a:xfrm>
            <a:off x="2936880" y="1314360"/>
            <a:ext cx="524520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sp>
        <p:nvSpPr>
          <p:cNvPr id="3447" name=""/>
          <p:cNvSpPr/>
          <p:nvPr/>
        </p:nvSpPr>
        <p:spPr>
          <a:xfrm>
            <a:off x="2936880" y="1014840"/>
            <a:ext cx="522612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448" name=""/>
          <p:cNvSpPr/>
          <p:nvPr/>
        </p:nvSpPr>
        <p:spPr>
          <a:xfrm rot="5400000">
            <a:off x="1187280" y="1288800"/>
            <a:ext cx="1268280" cy="1712880"/>
          </a:xfrm>
          <a:custGeom>
            <a:avLst/>
            <a:gdLst>
              <a:gd name="textAreaLeft" fmla="*/ 0 w 1268280"/>
              <a:gd name="textAreaRight" fmla="*/ 1268640 w 1268280"/>
              <a:gd name="textAreaTop" fmla="*/ 0 h 1712880"/>
              <a:gd name="textAreaBottom" fmla="*/ 1713240 h 1712880"/>
            </a:gdLst>
            <a:ahLst/>
            <a:rect l="textAreaLeft" t="textAreaTop" r="textAreaRight" b="textAreaBottom"/>
            <a:pathLst>
              <a:path w="21600" h="21600">
                <a:moveTo>
                  <a:pt x="0" y="0"/>
                </a:moveTo>
                <a:lnTo>
                  <a:pt x="17566" y="0"/>
                </a:lnTo>
                <a:lnTo>
                  <a:pt x="21600" y="10800"/>
                </a:lnTo>
                <a:lnTo>
                  <a:pt x="17566"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49" name=""/>
          <p:cNvSpPr/>
          <p:nvPr/>
        </p:nvSpPr>
        <p:spPr>
          <a:xfrm rot="5400000">
            <a:off x="1168920" y="2332800"/>
            <a:ext cx="1305000" cy="1712880"/>
          </a:xfrm>
          <a:custGeom>
            <a:avLst/>
            <a:gdLst>
              <a:gd name="textAreaLeft" fmla="*/ 0 w 1305000"/>
              <a:gd name="textAreaRight" fmla="*/ 1305360 w 130500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50" name=""/>
          <p:cNvSpPr/>
          <p:nvPr/>
        </p:nvSpPr>
        <p:spPr>
          <a:xfrm rot="5400000">
            <a:off x="1168920" y="3393000"/>
            <a:ext cx="1305000" cy="1712880"/>
          </a:xfrm>
          <a:custGeom>
            <a:avLst/>
            <a:gdLst>
              <a:gd name="textAreaLeft" fmla="*/ 0 w 1305000"/>
              <a:gd name="textAreaRight" fmla="*/ 1305360 w 130500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51" name=""/>
          <p:cNvSpPr/>
          <p:nvPr/>
        </p:nvSpPr>
        <p:spPr>
          <a:xfrm>
            <a:off x="2936880" y="1512720"/>
            <a:ext cx="52372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52" name=""/>
          <p:cNvSpPr/>
          <p:nvPr/>
        </p:nvSpPr>
        <p:spPr>
          <a:xfrm>
            <a:off x="2936880" y="2549520"/>
            <a:ext cx="54151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53" name=""/>
          <p:cNvSpPr/>
          <p:nvPr/>
        </p:nvSpPr>
        <p:spPr>
          <a:xfrm>
            <a:off x="2936880" y="3610080"/>
            <a:ext cx="541800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54" name=""/>
          <p:cNvSpPr/>
          <p:nvPr/>
        </p:nvSpPr>
        <p:spPr>
          <a:xfrm>
            <a:off x="1069920" y="160956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55" name=""/>
          <p:cNvSpPr/>
          <p:nvPr/>
        </p:nvSpPr>
        <p:spPr>
          <a:xfrm>
            <a:off x="1069920" y="282240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56" name=""/>
          <p:cNvSpPr/>
          <p:nvPr/>
        </p:nvSpPr>
        <p:spPr>
          <a:xfrm>
            <a:off x="1069920" y="392256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57" name=""/>
          <p:cNvSpPr/>
          <p:nvPr/>
        </p:nvSpPr>
        <p:spPr>
          <a:xfrm rot="5400000">
            <a:off x="1168920" y="4453560"/>
            <a:ext cx="1305000" cy="1712880"/>
          </a:xfrm>
          <a:custGeom>
            <a:avLst/>
            <a:gdLst>
              <a:gd name="textAreaLeft" fmla="*/ 0 w 1305000"/>
              <a:gd name="textAreaRight" fmla="*/ 1305360 w 130500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58" name=""/>
          <p:cNvSpPr/>
          <p:nvPr/>
        </p:nvSpPr>
        <p:spPr>
          <a:xfrm>
            <a:off x="2938320" y="4670280"/>
            <a:ext cx="54183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59" name=""/>
          <p:cNvSpPr/>
          <p:nvPr/>
        </p:nvSpPr>
        <p:spPr>
          <a:xfrm>
            <a:off x="1071720" y="4983120"/>
            <a:ext cx="15062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CB98D85C-CDBE-4512-A44E-9988F780AC72}" type="slidenum">
              <a:t>196</a:t>
            </a:fld>
          </a:p>
        </p:txBody>
      </p:sp>
    </p:spTree>
  </p:cSld>
  <mc:AlternateContent>
    <mc:Choice Requires="p14">
      <p:transition spd="slow" p14:dur="2000"/>
    </mc:Choice>
    <mc:Fallback>
      <p:transition spd="slow"/>
    </mc:Fallback>
  </mc:AlternateContent>
</p:sld>
</file>

<file path=ppt/slides/slide1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6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HORIZONTAL FLOW 5</a:t>
            </a:r>
            <a:endParaRPr b="1" lang="en-US" sz="1900" spc="-1" strike="noStrike">
              <a:solidFill>
                <a:srgbClr val="000000"/>
              </a:solidFill>
              <a:latin typeface="Arial"/>
            </a:endParaRPr>
          </a:p>
        </p:txBody>
      </p:sp>
      <p:sp>
        <p:nvSpPr>
          <p:cNvPr id="346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46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463" name=""/>
          <p:cNvSpPr/>
          <p:nvPr/>
        </p:nvSpPr>
        <p:spPr>
          <a:xfrm rot="5400000">
            <a:off x="869400" y="1018080"/>
            <a:ext cx="1095120" cy="1712880"/>
          </a:xfrm>
          <a:custGeom>
            <a:avLst/>
            <a:gdLst>
              <a:gd name="textAreaLeft" fmla="*/ 0 w 1095120"/>
              <a:gd name="textAreaRight" fmla="*/ 1095480 w 1095120"/>
              <a:gd name="textAreaTop" fmla="*/ 0 h 1712880"/>
              <a:gd name="textAreaBottom" fmla="*/ 1713240 h 1712880"/>
            </a:gdLst>
            <a:ahLst/>
            <a:rect l="textAreaLeft" t="textAreaTop" r="textAreaRight" b="textAreaBottom"/>
            <a:pathLst>
              <a:path w="21600" h="21600">
                <a:moveTo>
                  <a:pt x="0" y="0"/>
                </a:moveTo>
                <a:lnTo>
                  <a:pt x="17566" y="0"/>
                </a:lnTo>
                <a:lnTo>
                  <a:pt x="21600" y="10800"/>
                </a:lnTo>
                <a:lnTo>
                  <a:pt x="17566"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64" name=""/>
          <p:cNvSpPr/>
          <p:nvPr/>
        </p:nvSpPr>
        <p:spPr>
          <a:xfrm rot="5400000">
            <a:off x="852480" y="1920600"/>
            <a:ext cx="1128600" cy="1712880"/>
          </a:xfrm>
          <a:custGeom>
            <a:avLst/>
            <a:gdLst>
              <a:gd name="textAreaLeft" fmla="*/ 0 w 1128600"/>
              <a:gd name="textAreaRight" fmla="*/ 1128960 w 112860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65" name=""/>
          <p:cNvSpPr/>
          <p:nvPr/>
        </p:nvSpPr>
        <p:spPr>
          <a:xfrm rot="5400000">
            <a:off x="853200" y="2837520"/>
            <a:ext cx="1127160" cy="1712880"/>
          </a:xfrm>
          <a:custGeom>
            <a:avLst/>
            <a:gdLst>
              <a:gd name="textAreaLeft" fmla="*/ 0 w 1127160"/>
              <a:gd name="textAreaRight" fmla="*/ 1127520 w 112716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66" name=""/>
          <p:cNvSpPr/>
          <p:nvPr/>
        </p:nvSpPr>
        <p:spPr>
          <a:xfrm>
            <a:off x="663480" y="141300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67" name=""/>
          <p:cNvSpPr/>
          <p:nvPr/>
        </p:nvSpPr>
        <p:spPr>
          <a:xfrm>
            <a:off x="663480" y="246060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68" name=""/>
          <p:cNvSpPr/>
          <p:nvPr/>
        </p:nvSpPr>
        <p:spPr>
          <a:xfrm>
            <a:off x="663480" y="341136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69" name=""/>
          <p:cNvSpPr/>
          <p:nvPr/>
        </p:nvSpPr>
        <p:spPr>
          <a:xfrm rot="5400000">
            <a:off x="853200" y="3753360"/>
            <a:ext cx="1127160" cy="1712880"/>
          </a:xfrm>
          <a:custGeom>
            <a:avLst/>
            <a:gdLst>
              <a:gd name="textAreaLeft" fmla="*/ 0 w 1127160"/>
              <a:gd name="textAreaRight" fmla="*/ 1127520 w 112716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70" name=""/>
          <p:cNvSpPr/>
          <p:nvPr/>
        </p:nvSpPr>
        <p:spPr>
          <a:xfrm>
            <a:off x="663480" y="432756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71" name=""/>
          <p:cNvSpPr/>
          <p:nvPr/>
        </p:nvSpPr>
        <p:spPr>
          <a:xfrm rot="5400000">
            <a:off x="853200" y="4659840"/>
            <a:ext cx="1127160" cy="1712880"/>
          </a:xfrm>
          <a:custGeom>
            <a:avLst/>
            <a:gdLst>
              <a:gd name="textAreaLeft" fmla="*/ 0 w 1127160"/>
              <a:gd name="textAreaRight" fmla="*/ 1127520 w 112716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72" name=""/>
          <p:cNvSpPr/>
          <p:nvPr/>
        </p:nvSpPr>
        <p:spPr>
          <a:xfrm>
            <a:off x="663480" y="523404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73" name=""/>
          <p:cNvSpPr/>
          <p:nvPr/>
        </p:nvSpPr>
        <p:spPr>
          <a:xfrm>
            <a:off x="2540160" y="1157400"/>
            <a:ext cx="280332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3474" name=""/>
          <p:cNvSpPr/>
          <p:nvPr/>
        </p:nvSpPr>
        <p:spPr>
          <a:xfrm>
            <a:off x="2540160" y="865440"/>
            <a:ext cx="279396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475" name=""/>
          <p:cNvSpPr/>
          <p:nvPr/>
        </p:nvSpPr>
        <p:spPr>
          <a:xfrm>
            <a:off x="2540160" y="1328760"/>
            <a:ext cx="28000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76" name=""/>
          <p:cNvSpPr/>
          <p:nvPr/>
        </p:nvSpPr>
        <p:spPr>
          <a:xfrm>
            <a:off x="2540160" y="2222640"/>
            <a:ext cx="28051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77" name=""/>
          <p:cNvSpPr/>
          <p:nvPr/>
        </p:nvSpPr>
        <p:spPr>
          <a:xfrm>
            <a:off x="2540160" y="3139920"/>
            <a:ext cx="28065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78" name=""/>
          <p:cNvSpPr/>
          <p:nvPr/>
        </p:nvSpPr>
        <p:spPr>
          <a:xfrm>
            <a:off x="2541600" y="4057560"/>
            <a:ext cx="28065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79" name=""/>
          <p:cNvSpPr/>
          <p:nvPr/>
        </p:nvSpPr>
        <p:spPr>
          <a:xfrm>
            <a:off x="2533680" y="4964040"/>
            <a:ext cx="28065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80" name=""/>
          <p:cNvSpPr/>
          <p:nvPr/>
        </p:nvSpPr>
        <p:spPr>
          <a:xfrm>
            <a:off x="5637240" y="1157400"/>
            <a:ext cx="280332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3481" name=""/>
          <p:cNvSpPr/>
          <p:nvPr/>
        </p:nvSpPr>
        <p:spPr>
          <a:xfrm>
            <a:off x="5637240" y="865440"/>
            <a:ext cx="279396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482" name=""/>
          <p:cNvSpPr/>
          <p:nvPr/>
        </p:nvSpPr>
        <p:spPr>
          <a:xfrm>
            <a:off x="5637240" y="1328760"/>
            <a:ext cx="28004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83" name=""/>
          <p:cNvSpPr/>
          <p:nvPr/>
        </p:nvSpPr>
        <p:spPr>
          <a:xfrm>
            <a:off x="5637240" y="2222640"/>
            <a:ext cx="281160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84" name=""/>
          <p:cNvSpPr/>
          <p:nvPr/>
        </p:nvSpPr>
        <p:spPr>
          <a:xfrm>
            <a:off x="5637240" y="3139920"/>
            <a:ext cx="28130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85" name=""/>
          <p:cNvSpPr/>
          <p:nvPr/>
        </p:nvSpPr>
        <p:spPr>
          <a:xfrm>
            <a:off x="5638680" y="4057560"/>
            <a:ext cx="28130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86" name=""/>
          <p:cNvSpPr/>
          <p:nvPr/>
        </p:nvSpPr>
        <p:spPr>
          <a:xfrm>
            <a:off x="5630760" y="4964040"/>
            <a:ext cx="28130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41833DB3-7459-41FC-B1F5-E1EAACAF3915}" type="slidenum">
              <a:t>197</a:t>
            </a:fld>
          </a:p>
        </p:txBody>
      </p:sp>
    </p:spTree>
  </p:cSld>
  <mc:AlternateContent>
    <mc:Choice Requires="p14">
      <p:transition spd="slow" p14:dur="2000"/>
    </mc:Choice>
    <mc:Fallback>
      <p:transition spd="slow"/>
    </mc:Fallback>
  </mc:AlternateContent>
</p:sld>
</file>

<file path=ppt/slides/slide1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8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HORIZONTAL FLOW 6</a:t>
            </a:r>
            <a:endParaRPr b="1" lang="en-US" sz="1900" spc="-1" strike="noStrike">
              <a:solidFill>
                <a:srgbClr val="000000"/>
              </a:solidFill>
              <a:latin typeface="Arial"/>
            </a:endParaRPr>
          </a:p>
        </p:txBody>
      </p:sp>
      <p:sp>
        <p:nvSpPr>
          <p:cNvPr id="348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48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490" name=""/>
          <p:cNvSpPr/>
          <p:nvPr/>
        </p:nvSpPr>
        <p:spPr>
          <a:xfrm>
            <a:off x="2540160" y="1149480"/>
            <a:ext cx="280332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3491" name=""/>
          <p:cNvSpPr/>
          <p:nvPr/>
        </p:nvSpPr>
        <p:spPr>
          <a:xfrm>
            <a:off x="2540160" y="857520"/>
            <a:ext cx="279396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492" name=""/>
          <p:cNvSpPr/>
          <p:nvPr/>
        </p:nvSpPr>
        <p:spPr>
          <a:xfrm>
            <a:off x="5637240" y="1149480"/>
            <a:ext cx="280332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3493" name=""/>
          <p:cNvSpPr/>
          <p:nvPr/>
        </p:nvSpPr>
        <p:spPr>
          <a:xfrm>
            <a:off x="5637240" y="857520"/>
            <a:ext cx="279396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p:txBody>
      </p:sp>
      <p:sp>
        <p:nvSpPr>
          <p:cNvPr id="3494" name=""/>
          <p:cNvSpPr/>
          <p:nvPr/>
        </p:nvSpPr>
        <p:spPr>
          <a:xfrm rot="5400000">
            <a:off x="961920" y="917280"/>
            <a:ext cx="909720" cy="1712880"/>
          </a:xfrm>
          <a:custGeom>
            <a:avLst/>
            <a:gdLst>
              <a:gd name="textAreaLeft" fmla="*/ 0 w 909720"/>
              <a:gd name="textAreaRight" fmla="*/ 910080 w 909720"/>
              <a:gd name="textAreaTop" fmla="*/ 0 h 1712880"/>
              <a:gd name="textAreaBottom" fmla="*/ 1713240 h 1712880"/>
            </a:gdLst>
            <a:ahLst/>
            <a:rect l="textAreaLeft" t="textAreaTop" r="textAreaRight" b="textAreaBottom"/>
            <a:pathLst>
              <a:path w="21600" h="21600">
                <a:moveTo>
                  <a:pt x="0" y="0"/>
                </a:moveTo>
                <a:lnTo>
                  <a:pt x="17566" y="0"/>
                </a:lnTo>
                <a:lnTo>
                  <a:pt x="21600" y="10800"/>
                </a:lnTo>
                <a:lnTo>
                  <a:pt x="17566"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95" name=""/>
          <p:cNvSpPr/>
          <p:nvPr/>
        </p:nvSpPr>
        <p:spPr>
          <a:xfrm rot="5400000">
            <a:off x="947880" y="1666800"/>
            <a:ext cx="938160" cy="1712880"/>
          </a:xfrm>
          <a:custGeom>
            <a:avLst/>
            <a:gdLst>
              <a:gd name="textAreaLeft" fmla="*/ 0 w 938160"/>
              <a:gd name="textAreaRight" fmla="*/ 938520 w 93816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96" name=""/>
          <p:cNvSpPr/>
          <p:nvPr/>
        </p:nvSpPr>
        <p:spPr>
          <a:xfrm rot="5400000">
            <a:off x="948600" y="2428200"/>
            <a:ext cx="936720" cy="1712880"/>
          </a:xfrm>
          <a:custGeom>
            <a:avLst/>
            <a:gdLst>
              <a:gd name="textAreaLeft" fmla="*/ 0 w 936720"/>
              <a:gd name="textAreaRight" fmla="*/ 937080 w 93672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497" name=""/>
          <p:cNvSpPr/>
          <p:nvPr/>
        </p:nvSpPr>
        <p:spPr>
          <a:xfrm>
            <a:off x="663480" y="139068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98" name=""/>
          <p:cNvSpPr/>
          <p:nvPr/>
        </p:nvSpPr>
        <p:spPr>
          <a:xfrm>
            <a:off x="663480" y="226044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499" name=""/>
          <p:cNvSpPr/>
          <p:nvPr/>
        </p:nvSpPr>
        <p:spPr>
          <a:xfrm>
            <a:off x="663480" y="304956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00" name=""/>
          <p:cNvSpPr/>
          <p:nvPr/>
        </p:nvSpPr>
        <p:spPr>
          <a:xfrm rot="5400000">
            <a:off x="948600" y="3188520"/>
            <a:ext cx="936720" cy="1712880"/>
          </a:xfrm>
          <a:custGeom>
            <a:avLst/>
            <a:gdLst>
              <a:gd name="textAreaLeft" fmla="*/ 0 w 936720"/>
              <a:gd name="textAreaRight" fmla="*/ 937080 w 93672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01" name=""/>
          <p:cNvSpPr/>
          <p:nvPr/>
        </p:nvSpPr>
        <p:spPr>
          <a:xfrm>
            <a:off x="663480" y="380988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02" name=""/>
          <p:cNvSpPr/>
          <p:nvPr/>
        </p:nvSpPr>
        <p:spPr>
          <a:xfrm rot="5400000">
            <a:off x="949320" y="3941640"/>
            <a:ext cx="934920" cy="1712880"/>
          </a:xfrm>
          <a:custGeom>
            <a:avLst/>
            <a:gdLst>
              <a:gd name="textAreaLeft" fmla="*/ 0 w 934920"/>
              <a:gd name="textAreaRight" fmla="*/ 935280 w 93492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03" name=""/>
          <p:cNvSpPr/>
          <p:nvPr/>
        </p:nvSpPr>
        <p:spPr>
          <a:xfrm>
            <a:off x="663480" y="456264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04" name=""/>
          <p:cNvSpPr/>
          <p:nvPr/>
        </p:nvSpPr>
        <p:spPr>
          <a:xfrm>
            <a:off x="2540160" y="1320840"/>
            <a:ext cx="28000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05" name=""/>
          <p:cNvSpPr/>
          <p:nvPr/>
        </p:nvSpPr>
        <p:spPr>
          <a:xfrm>
            <a:off x="2540160" y="2062080"/>
            <a:ext cx="28051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06" name=""/>
          <p:cNvSpPr/>
          <p:nvPr/>
        </p:nvSpPr>
        <p:spPr>
          <a:xfrm>
            <a:off x="2540160" y="2824200"/>
            <a:ext cx="28065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07" name=""/>
          <p:cNvSpPr/>
          <p:nvPr/>
        </p:nvSpPr>
        <p:spPr>
          <a:xfrm>
            <a:off x="2541600" y="3586320"/>
            <a:ext cx="28065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08" name=""/>
          <p:cNvSpPr/>
          <p:nvPr/>
        </p:nvSpPr>
        <p:spPr>
          <a:xfrm>
            <a:off x="2533680" y="4338720"/>
            <a:ext cx="28065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09" name=""/>
          <p:cNvSpPr/>
          <p:nvPr/>
        </p:nvSpPr>
        <p:spPr>
          <a:xfrm>
            <a:off x="5637240" y="1320840"/>
            <a:ext cx="28004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10" name=""/>
          <p:cNvSpPr/>
          <p:nvPr/>
        </p:nvSpPr>
        <p:spPr>
          <a:xfrm>
            <a:off x="5637240" y="2062080"/>
            <a:ext cx="281160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11" name=""/>
          <p:cNvSpPr/>
          <p:nvPr/>
        </p:nvSpPr>
        <p:spPr>
          <a:xfrm>
            <a:off x="5637240" y="2824200"/>
            <a:ext cx="28130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12" name=""/>
          <p:cNvSpPr/>
          <p:nvPr/>
        </p:nvSpPr>
        <p:spPr>
          <a:xfrm>
            <a:off x="5638680" y="3586320"/>
            <a:ext cx="28130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13" name=""/>
          <p:cNvSpPr/>
          <p:nvPr/>
        </p:nvSpPr>
        <p:spPr>
          <a:xfrm>
            <a:off x="5630760" y="4338720"/>
            <a:ext cx="28130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14" name=""/>
          <p:cNvSpPr/>
          <p:nvPr/>
        </p:nvSpPr>
        <p:spPr>
          <a:xfrm rot="5400000">
            <a:off x="949320" y="4701960"/>
            <a:ext cx="934920" cy="1712880"/>
          </a:xfrm>
          <a:custGeom>
            <a:avLst/>
            <a:gdLst>
              <a:gd name="textAreaLeft" fmla="*/ 0 w 934920"/>
              <a:gd name="textAreaRight" fmla="*/ 935280 w 93492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15" name=""/>
          <p:cNvSpPr/>
          <p:nvPr/>
        </p:nvSpPr>
        <p:spPr>
          <a:xfrm>
            <a:off x="663480" y="5322960"/>
            <a:ext cx="1506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16" name=""/>
          <p:cNvSpPr/>
          <p:nvPr/>
        </p:nvSpPr>
        <p:spPr>
          <a:xfrm>
            <a:off x="2533680" y="5099040"/>
            <a:ext cx="280656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17" name=""/>
          <p:cNvSpPr/>
          <p:nvPr/>
        </p:nvSpPr>
        <p:spPr>
          <a:xfrm>
            <a:off x="5630760" y="5099040"/>
            <a:ext cx="281304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AC27F5D1-B70A-4D69-897C-D5D4FFFA35B8}" type="slidenum">
              <a:t>198</a:t>
            </a:fld>
          </a:p>
        </p:txBody>
      </p:sp>
    </p:spTree>
  </p:cSld>
  <mc:AlternateContent>
    <mc:Choice Requires="p14">
      <p:transition spd="slow" p14:dur="2000"/>
    </mc:Choice>
    <mc:Fallback>
      <p:transition spd="slow"/>
    </mc:Fallback>
  </mc:AlternateContent>
</p:sld>
</file>

<file path=ppt/slides/slide1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1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HORIZONTAL FLOW 7</a:t>
            </a:r>
            <a:endParaRPr b="1" lang="en-US" sz="1900" spc="-1" strike="noStrike">
              <a:solidFill>
                <a:srgbClr val="000000"/>
              </a:solidFill>
              <a:latin typeface="Arial"/>
            </a:endParaRPr>
          </a:p>
        </p:txBody>
      </p:sp>
      <p:sp>
        <p:nvSpPr>
          <p:cNvPr id="351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52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521" name=""/>
          <p:cNvSpPr/>
          <p:nvPr/>
        </p:nvSpPr>
        <p:spPr>
          <a:xfrm>
            <a:off x="2532240" y="1049400"/>
            <a:ext cx="280332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3522" name=""/>
          <p:cNvSpPr/>
          <p:nvPr/>
        </p:nvSpPr>
        <p:spPr>
          <a:xfrm>
            <a:off x="2532240" y="792720"/>
            <a:ext cx="279396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523" name=""/>
          <p:cNvSpPr/>
          <p:nvPr/>
        </p:nvSpPr>
        <p:spPr>
          <a:xfrm>
            <a:off x="5629320" y="1049400"/>
            <a:ext cx="280332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3524" name=""/>
          <p:cNvSpPr/>
          <p:nvPr/>
        </p:nvSpPr>
        <p:spPr>
          <a:xfrm>
            <a:off x="5629320" y="792720"/>
            <a:ext cx="279396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3525" name=""/>
          <p:cNvSpPr/>
          <p:nvPr/>
        </p:nvSpPr>
        <p:spPr>
          <a:xfrm rot="5400000">
            <a:off x="999360" y="754560"/>
            <a:ext cx="819360" cy="1712880"/>
          </a:xfrm>
          <a:custGeom>
            <a:avLst/>
            <a:gdLst>
              <a:gd name="textAreaLeft" fmla="*/ 0 w 819360"/>
              <a:gd name="textAreaRight" fmla="*/ 819720 w 819360"/>
              <a:gd name="textAreaTop" fmla="*/ 0 h 1712880"/>
              <a:gd name="textAreaBottom" fmla="*/ 1713240 h 1712880"/>
            </a:gdLst>
            <a:ahLst/>
            <a:rect l="textAreaLeft" t="textAreaTop" r="textAreaRight" b="textAreaBottom"/>
            <a:pathLst>
              <a:path w="21600" h="21600">
                <a:moveTo>
                  <a:pt x="0" y="0"/>
                </a:moveTo>
                <a:lnTo>
                  <a:pt x="17566" y="0"/>
                </a:lnTo>
                <a:lnTo>
                  <a:pt x="21600" y="10800"/>
                </a:lnTo>
                <a:lnTo>
                  <a:pt x="17566"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26" name=""/>
          <p:cNvSpPr/>
          <p:nvPr/>
        </p:nvSpPr>
        <p:spPr>
          <a:xfrm rot="5400000">
            <a:off x="986760" y="1429200"/>
            <a:ext cx="844560" cy="1712880"/>
          </a:xfrm>
          <a:custGeom>
            <a:avLst/>
            <a:gdLst>
              <a:gd name="textAreaLeft" fmla="*/ 0 w 844560"/>
              <a:gd name="textAreaRight" fmla="*/ 844920 w 84456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27" name=""/>
          <p:cNvSpPr/>
          <p:nvPr/>
        </p:nvSpPr>
        <p:spPr>
          <a:xfrm rot="5400000">
            <a:off x="987480" y="2116080"/>
            <a:ext cx="843120" cy="1712880"/>
          </a:xfrm>
          <a:custGeom>
            <a:avLst/>
            <a:gdLst>
              <a:gd name="textAreaLeft" fmla="*/ 0 w 843120"/>
              <a:gd name="textAreaRight" fmla="*/ 843480 w 84312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28" name=""/>
          <p:cNvSpPr/>
          <p:nvPr/>
        </p:nvSpPr>
        <p:spPr>
          <a:xfrm>
            <a:off x="655560" y="1266840"/>
            <a:ext cx="150660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29" name=""/>
          <p:cNvSpPr/>
          <p:nvPr/>
        </p:nvSpPr>
        <p:spPr>
          <a:xfrm>
            <a:off x="655560" y="2049480"/>
            <a:ext cx="150660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30" name=""/>
          <p:cNvSpPr/>
          <p:nvPr/>
        </p:nvSpPr>
        <p:spPr>
          <a:xfrm>
            <a:off x="655560" y="2760840"/>
            <a:ext cx="150660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31" name=""/>
          <p:cNvSpPr/>
          <p:nvPr/>
        </p:nvSpPr>
        <p:spPr>
          <a:xfrm rot="5400000">
            <a:off x="987480" y="2800440"/>
            <a:ext cx="843120" cy="1712880"/>
          </a:xfrm>
          <a:custGeom>
            <a:avLst/>
            <a:gdLst>
              <a:gd name="textAreaLeft" fmla="*/ 0 w 843120"/>
              <a:gd name="textAreaRight" fmla="*/ 843480 w 84312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32" name=""/>
          <p:cNvSpPr/>
          <p:nvPr/>
        </p:nvSpPr>
        <p:spPr>
          <a:xfrm>
            <a:off x="655560" y="3444840"/>
            <a:ext cx="150660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33" name=""/>
          <p:cNvSpPr/>
          <p:nvPr/>
        </p:nvSpPr>
        <p:spPr>
          <a:xfrm rot="5400000">
            <a:off x="987480" y="3478320"/>
            <a:ext cx="843120" cy="1712880"/>
          </a:xfrm>
          <a:custGeom>
            <a:avLst/>
            <a:gdLst>
              <a:gd name="textAreaLeft" fmla="*/ 0 w 843120"/>
              <a:gd name="textAreaRight" fmla="*/ 843480 w 84312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34" name=""/>
          <p:cNvSpPr/>
          <p:nvPr/>
        </p:nvSpPr>
        <p:spPr>
          <a:xfrm>
            <a:off x="655560" y="4122720"/>
            <a:ext cx="150660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35" name=""/>
          <p:cNvSpPr/>
          <p:nvPr/>
        </p:nvSpPr>
        <p:spPr>
          <a:xfrm>
            <a:off x="2532240" y="1203480"/>
            <a:ext cx="280008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36" name=""/>
          <p:cNvSpPr/>
          <p:nvPr/>
        </p:nvSpPr>
        <p:spPr>
          <a:xfrm>
            <a:off x="2532240" y="1870200"/>
            <a:ext cx="280476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37" name=""/>
          <p:cNvSpPr/>
          <p:nvPr/>
        </p:nvSpPr>
        <p:spPr>
          <a:xfrm>
            <a:off x="2532240" y="2557440"/>
            <a:ext cx="280656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38" name=""/>
          <p:cNvSpPr/>
          <p:nvPr/>
        </p:nvSpPr>
        <p:spPr>
          <a:xfrm>
            <a:off x="2533680" y="3243240"/>
            <a:ext cx="280656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39" name=""/>
          <p:cNvSpPr/>
          <p:nvPr/>
        </p:nvSpPr>
        <p:spPr>
          <a:xfrm>
            <a:off x="2525760" y="3921120"/>
            <a:ext cx="280656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40" name=""/>
          <p:cNvSpPr/>
          <p:nvPr/>
        </p:nvSpPr>
        <p:spPr>
          <a:xfrm>
            <a:off x="5629320" y="1203480"/>
            <a:ext cx="280044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41" name=""/>
          <p:cNvSpPr/>
          <p:nvPr/>
        </p:nvSpPr>
        <p:spPr>
          <a:xfrm>
            <a:off x="5629320" y="1870200"/>
            <a:ext cx="281124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42" name=""/>
          <p:cNvSpPr/>
          <p:nvPr/>
        </p:nvSpPr>
        <p:spPr>
          <a:xfrm>
            <a:off x="5629320" y="2557440"/>
            <a:ext cx="281304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43" name=""/>
          <p:cNvSpPr/>
          <p:nvPr/>
        </p:nvSpPr>
        <p:spPr>
          <a:xfrm>
            <a:off x="5630760" y="3243240"/>
            <a:ext cx="281304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44" name=""/>
          <p:cNvSpPr/>
          <p:nvPr/>
        </p:nvSpPr>
        <p:spPr>
          <a:xfrm>
            <a:off x="5622840" y="3921120"/>
            <a:ext cx="281304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45" name=""/>
          <p:cNvSpPr/>
          <p:nvPr/>
        </p:nvSpPr>
        <p:spPr>
          <a:xfrm rot="5400000">
            <a:off x="988200" y="4163040"/>
            <a:ext cx="841320" cy="1712880"/>
          </a:xfrm>
          <a:custGeom>
            <a:avLst/>
            <a:gdLst>
              <a:gd name="textAreaLeft" fmla="*/ 0 w 841320"/>
              <a:gd name="textAreaRight" fmla="*/ 841680 w 84132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46" name=""/>
          <p:cNvSpPr/>
          <p:nvPr/>
        </p:nvSpPr>
        <p:spPr>
          <a:xfrm>
            <a:off x="655560" y="4807080"/>
            <a:ext cx="150660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47" name=""/>
          <p:cNvSpPr/>
          <p:nvPr/>
        </p:nvSpPr>
        <p:spPr>
          <a:xfrm>
            <a:off x="2525760" y="4605480"/>
            <a:ext cx="280656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48" name=""/>
          <p:cNvSpPr/>
          <p:nvPr/>
        </p:nvSpPr>
        <p:spPr>
          <a:xfrm>
            <a:off x="5622840" y="4605480"/>
            <a:ext cx="281304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49" name=""/>
          <p:cNvSpPr/>
          <p:nvPr/>
        </p:nvSpPr>
        <p:spPr>
          <a:xfrm rot="5400000">
            <a:off x="988200" y="4845600"/>
            <a:ext cx="841320" cy="1712880"/>
          </a:xfrm>
          <a:custGeom>
            <a:avLst/>
            <a:gdLst>
              <a:gd name="textAreaLeft" fmla="*/ 0 w 841320"/>
              <a:gd name="textAreaRight" fmla="*/ 841680 w 841320"/>
              <a:gd name="textAreaTop" fmla="*/ 0 h 1712880"/>
              <a:gd name="textAreaBottom" fmla="*/ 1713240 h 171288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50" name=""/>
          <p:cNvSpPr/>
          <p:nvPr/>
        </p:nvSpPr>
        <p:spPr>
          <a:xfrm>
            <a:off x="655560" y="5489640"/>
            <a:ext cx="150660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51" name=""/>
          <p:cNvSpPr/>
          <p:nvPr/>
        </p:nvSpPr>
        <p:spPr>
          <a:xfrm>
            <a:off x="2525760" y="5288040"/>
            <a:ext cx="280656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552" name=""/>
          <p:cNvSpPr/>
          <p:nvPr/>
        </p:nvSpPr>
        <p:spPr>
          <a:xfrm>
            <a:off x="5622840" y="5288040"/>
            <a:ext cx="2813040" cy="21384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5744960D-17E8-4D63-A775-C3E3C2509E4B}" type="slidenum">
              <a:t>199</a:t>
            </a:fld>
          </a:p>
        </p:txBody>
      </p:sp>
    </p:spTree>
  </p:cSld>
  <mc:AlternateContent>
    <mc:Choice Requires="p14">
      <p:transition spd="slow" p14:dur="2000"/>
    </mc:Choice>
    <mc:Fallback>
      <p:transition spd="slow"/>
    </mc:Fallback>
  </mc:AlternateContent>
</p:sld>
</file>

<file path=ppt/slides/slide2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5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WITH SHOCK 1</a:t>
            </a:r>
            <a:endParaRPr b="1" lang="en-US" sz="1900" spc="-1" strike="noStrike">
              <a:solidFill>
                <a:srgbClr val="000000"/>
              </a:solidFill>
              <a:latin typeface="Arial"/>
            </a:endParaRPr>
          </a:p>
        </p:txBody>
      </p:sp>
      <p:sp>
        <p:nvSpPr>
          <p:cNvPr id="3554" name=""/>
          <p:cNvSpPr/>
          <p:nvPr/>
        </p:nvSpPr>
        <p:spPr>
          <a:xfrm>
            <a:off x="2502000" y="2355840"/>
            <a:ext cx="18097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555" name=""/>
          <p:cNvGrpSpPr/>
          <p:nvPr/>
        </p:nvGrpSpPr>
        <p:grpSpPr>
          <a:xfrm>
            <a:off x="2502000" y="1071720"/>
            <a:ext cx="2117160" cy="1094760"/>
            <a:chOff x="2502000" y="1071720"/>
            <a:chExt cx="2117160" cy="1094760"/>
          </a:xfrm>
        </p:grpSpPr>
        <p:sp>
          <p:nvSpPr>
            <p:cNvPr id="3556" name=""/>
            <p:cNvSpPr/>
            <p:nvPr/>
          </p:nvSpPr>
          <p:spPr>
            <a:xfrm>
              <a:off x="2502000" y="1071720"/>
              <a:ext cx="2117160" cy="1094760"/>
            </a:xfrm>
            <a:custGeom>
              <a:avLst/>
              <a:gdLst/>
              <a:ahLst/>
              <a:rect l="l" t="t" r="r" b="b"/>
              <a:pathLst>
                <a:path w="1246" h="576">
                  <a:moveTo>
                    <a:pt x="0" y="0"/>
                  </a:moveTo>
                  <a:lnTo>
                    <a:pt x="1142" y="0"/>
                  </a:lnTo>
                  <a:lnTo>
                    <a:pt x="1246" y="288"/>
                  </a:lnTo>
                  <a:lnTo>
                    <a:pt x="1142"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557" name=""/>
            <p:cNvSpPr/>
            <p:nvPr/>
          </p:nvSpPr>
          <p:spPr>
            <a:xfrm>
              <a:off x="2556000" y="1132200"/>
              <a:ext cx="1886040" cy="94284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558" name=""/>
          <p:cNvGrpSpPr/>
          <p:nvPr/>
        </p:nvGrpSpPr>
        <p:grpSpPr>
          <a:xfrm>
            <a:off x="4441680" y="1073160"/>
            <a:ext cx="2118960" cy="1095120"/>
            <a:chOff x="4441680" y="1073160"/>
            <a:chExt cx="2118960" cy="1095120"/>
          </a:xfrm>
        </p:grpSpPr>
        <p:sp>
          <p:nvSpPr>
            <p:cNvPr id="3559" name=""/>
            <p:cNvSpPr/>
            <p:nvPr/>
          </p:nvSpPr>
          <p:spPr>
            <a:xfrm>
              <a:off x="4441680" y="1073160"/>
              <a:ext cx="2118960" cy="109512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560" name=""/>
            <p:cNvSpPr/>
            <p:nvPr/>
          </p:nvSpPr>
          <p:spPr>
            <a:xfrm>
              <a:off x="4672800" y="1133640"/>
              <a:ext cx="1712880" cy="94284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561" name=""/>
          <p:cNvSpPr/>
          <p:nvPr/>
        </p:nvSpPr>
        <p:spPr>
          <a:xfrm>
            <a:off x="4387680" y="2355840"/>
            <a:ext cx="18892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562" name=""/>
          <p:cNvGrpSpPr/>
          <p:nvPr/>
        </p:nvGrpSpPr>
        <p:grpSpPr>
          <a:xfrm>
            <a:off x="6377040" y="1073160"/>
            <a:ext cx="2117160" cy="1095120"/>
            <a:chOff x="6377040" y="1073160"/>
            <a:chExt cx="2117160" cy="1095120"/>
          </a:xfrm>
        </p:grpSpPr>
        <p:sp>
          <p:nvSpPr>
            <p:cNvPr id="3563" name=""/>
            <p:cNvSpPr/>
            <p:nvPr/>
          </p:nvSpPr>
          <p:spPr>
            <a:xfrm>
              <a:off x="6377040" y="1073160"/>
              <a:ext cx="2117160" cy="109512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564" name=""/>
            <p:cNvSpPr/>
            <p:nvPr/>
          </p:nvSpPr>
          <p:spPr>
            <a:xfrm>
              <a:off x="6607800" y="1133640"/>
              <a:ext cx="1711440" cy="94284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565" name=""/>
          <p:cNvSpPr/>
          <p:nvPr/>
        </p:nvSpPr>
        <p:spPr>
          <a:xfrm>
            <a:off x="6353280" y="2355840"/>
            <a:ext cx="18874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6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56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568" name=""/>
          <p:cNvSpPr/>
          <p:nvPr/>
        </p:nvSpPr>
        <p:spPr>
          <a:xfrm>
            <a:off x="303120" y="960480"/>
            <a:ext cx="2114640" cy="1317600"/>
          </a:xfrm>
          <a:custGeom>
            <a:avLst/>
            <a:gdLst/>
            <a:ahLst/>
            <a:rect l="l" t="t" r="r" b="b"/>
            <a:pathLst>
              <a:path w="761" h="633">
                <a:moveTo>
                  <a:pt x="280" y="0"/>
                </a:moveTo>
                <a:lnTo>
                  <a:pt x="344" y="128"/>
                </a:lnTo>
                <a:lnTo>
                  <a:pt x="384" y="56"/>
                </a:lnTo>
                <a:lnTo>
                  <a:pt x="408" y="136"/>
                </a:lnTo>
                <a:lnTo>
                  <a:pt x="432" y="88"/>
                </a:lnTo>
                <a:lnTo>
                  <a:pt x="440" y="128"/>
                </a:lnTo>
                <a:lnTo>
                  <a:pt x="536" y="8"/>
                </a:lnTo>
                <a:lnTo>
                  <a:pt x="496" y="160"/>
                </a:lnTo>
                <a:lnTo>
                  <a:pt x="600" y="88"/>
                </a:lnTo>
                <a:lnTo>
                  <a:pt x="544" y="176"/>
                </a:lnTo>
                <a:lnTo>
                  <a:pt x="712" y="104"/>
                </a:lnTo>
                <a:lnTo>
                  <a:pt x="600" y="200"/>
                </a:lnTo>
                <a:lnTo>
                  <a:pt x="712" y="176"/>
                </a:lnTo>
                <a:lnTo>
                  <a:pt x="624" y="232"/>
                </a:lnTo>
                <a:lnTo>
                  <a:pt x="760" y="216"/>
                </a:lnTo>
                <a:lnTo>
                  <a:pt x="656" y="288"/>
                </a:lnTo>
                <a:lnTo>
                  <a:pt x="760" y="288"/>
                </a:lnTo>
                <a:lnTo>
                  <a:pt x="656" y="320"/>
                </a:lnTo>
                <a:lnTo>
                  <a:pt x="712" y="328"/>
                </a:lnTo>
                <a:lnTo>
                  <a:pt x="624" y="336"/>
                </a:lnTo>
                <a:lnTo>
                  <a:pt x="760" y="400"/>
                </a:lnTo>
                <a:lnTo>
                  <a:pt x="616" y="376"/>
                </a:lnTo>
                <a:lnTo>
                  <a:pt x="688" y="432"/>
                </a:lnTo>
                <a:lnTo>
                  <a:pt x="592" y="416"/>
                </a:lnTo>
                <a:lnTo>
                  <a:pt x="656" y="472"/>
                </a:lnTo>
                <a:lnTo>
                  <a:pt x="568" y="456"/>
                </a:lnTo>
                <a:lnTo>
                  <a:pt x="656" y="568"/>
                </a:lnTo>
                <a:lnTo>
                  <a:pt x="544" y="488"/>
                </a:lnTo>
                <a:lnTo>
                  <a:pt x="568" y="592"/>
                </a:lnTo>
                <a:lnTo>
                  <a:pt x="480" y="520"/>
                </a:lnTo>
                <a:lnTo>
                  <a:pt x="464" y="632"/>
                </a:lnTo>
                <a:lnTo>
                  <a:pt x="408" y="504"/>
                </a:lnTo>
                <a:lnTo>
                  <a:pt x="384" y="552"/>
                </a:lnTo>
                <a:lnTo>
                  <a:pt x="368" y="520"/>
                </a:lnTo>
                <a:lnTo>
                  <a:pt x="296" y="608"/>
                </a:lnTo>
                <a:lnTo>
                  <a:pt x="320" y="520"/>
                </a:lnTo>
                <a:lnTo>
                  <a:pt x="280" y="536"/>
                </a:lnTo>
                <a:lnTo>
                  <a:pt x="296" y="488"/>
                </a:lnTo>
                <a:lnTo>
                  <a:pt x="232" y="520"/>
                </a:lnTo>
                <a:lnTo>
                  <a:pt x="240" y="472"/>
                </a:lnTo>
                <a:lnTo>
                  <a:pt x="152" y="536"/>
                </a:lnTo>
                <a:lnTo>
                  <a:pt x="208" y="440"/>
                </a:lnTo>
                <a:lnTo>
                  <a:pt x="152" y="456"/>
                </a:lnTo>
                <a:lnTo>
                  <a:pt x="176" y="400"/>
                </a:lnTo>
                <a:lnTo>
                  <a:pt x="48" y="416"/>
                </a:lnTo>
                <a:lnTo>
                  <a:pt x="152" y="352"/>
                </a:lnTo>
                <a:lnTo>
                  <a:pt x="96" y="336"/>
                </a:lnTo>
                <a:lnTo>
                  <a:pt x="176" y="320"/>
                </a:lnTo>
                <a:lnTo>
                  <a:pt x="0" y="304"/>
                </a:lnTo>
                <a:lnTo>
                  <a:pt x="160" y="288"/>
                </a:lnTo>
                <a:lnTo>
                  <a:pt x="96" y="248"/>
                </a:lnTo>
                <a:lnTo>
                  <a:pt x="216" y="248"/>
                </a:lnTo>
                <a:lnTo>
                  <a:pt x="96" y="176"/>
                </a:lnTo>
                <a:lnTo>
                  <a:pt x="224" y="200"/>
                </a:lnTo>
                <a:lnTo>
                  <a:pt x="128" y="72"/>
                </a:lnTo>
                <a:lnTo>
                  <a:pt x="264" y="160"/>
                </a:lnTo>
                <a:lnTo>
                  <a:pt x="240" y="88"/>
                </a:lnTo>
                <a:lnTo>
                  <a:pt x="296" y="136"/>
                </a:lnTo>
                <a:lnTo>
                  <a:pt x="280" y="8"/>
                </a:lnTo>
                <a:lnTo>
                  <a:pt x="280" y="0"/>
                </a:lnTo>
                <a:close/>
              </a:path>
            </a:pathLst>
          </a:custGeom>
          <a:solidFill>
            <a:srgbClr val="ffffff"/>
          </a:solidFill>
          <a:ln w="9360">
            <a:solidFill>
              <a:srgbClr val="000000"/>
            </a:solidFill>
            <a:round/>
          </a:ln>
          <a:effectLst>
            <a:outerShdw dist="36147"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69" name=""/>
          <p:cNvSpPr/>
          <p:nvPr/>
        </p:nvSpPr>
        <p:spPr>
          <a:xfrm>
            <a:off x="533520" y="2355840"/>
            <a:ext cx="18097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70" name=""/>
          <p:cNvSpPr/>
          <p:nvPr/>
        </p:nvSpPr>
        <p:spPr>
          <a:xfrm>
            <a:off x="876240" y="1511280"/>
            <a:ext cx="11192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Title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2B827CD1-EF1C-4D7B-83F3-9269D6E11A32}" type="slidenum">
              <a:t>200</a:t>
            </a:fld>
          </a:p>
        </p:txBody>
      </p:sp>
    </p:spTree>
  </p:cSld>
</p:sld>
</file>

<file path=ppt/slides/slide2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7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WITH SHOCK 2</a:t>
            </a:r>
            <a:endParaRPr b="1" lang="en-US" sz="1900" spc="-1" strike="noStrike">
              <a:solidFill>
                <a:srgbClr val="000000"/>
              </a:solidFill>
              <a:latin typeface="Arial"/>
            </a:endParaRPr>
          </a:p>
        </p:txBody>
      </p:sp>
      <p:sp>
        <p:nvSpPr>
          <p:cNvPr id="357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57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574" name=""/>
          <p:cNvGrpSpPr/>
          <p:nvPr/>
        </p:nvGrpSpPr>
        <p:grpSpPr>
          <a:xfrm>
            <a:off x="1415880" y="1155600"/>
            <a:ext cx="1802160" cy="835200"/>
            <a:chOff x="1415880" y="1155600"/>
            <a:chExt cx="1802160" cy="835200"/>
          </a:xfrm>
        </p:grpSpPr>
        <p:sp>
          <p:nvSpPr>
            <p:cNvPr id="3575" name=""/>
            <p:cNvSpPr/>
            <p:nvPr/>
          </p:nvSpPr>
          <p:spPr>
            <a:xfrm>
              <a:off x="1415880" y="1155600"/>
              <a:ext cx="1802160" cy="835200"/>
            </a:xfrm>
            <a:custGeom>
              <a:avLst/>
              <a:gdLst/>
              <a:ahLst/>
              <a:rect l="l" t="t" r="r" b="b"/>
              <a:pathLst>
                <a:path w="1246" h="576">
                  <a:moveTo>
                    <a:pt x="0" y="0"/>
                  </a:moveTo>
                  <a:lnTo>
                    <a:pt x="1142" y="0"/>
                  </a:lnTo>
                  <a:lnTo>
                    <a:pt x="1246" y="288"/>
                  </a:lnTo>
                  <a:lnTo>
                    <a:pt x="1142" y="576"/>
                  </a:lnTo>
                  <a:lnTo>
                    <a:pt x="0" y="576"/>
                  </a:lnTo>
                  <a:lnTo>
                    <a:pt x="0"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576" name=""/>
            <p:cNvSpPr/>
            <p:nvPr/>
          </p:nvSpPr>
          <p:spPr>
            <a:xfrm>
              <a:off x="1461960" y="1201680"/>
              <a:ext cx="1605240" cy="71892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577" name=""/>
          <p:cNvGrpSpPr/>
          <p:nvPr/>
        </p:nvGrpSpPr>
        <p:grpSpPr>
          <a:xfrm>
            <a:off x="3067200" y="1157400"/>
            <a:ext cx="1803240" cy="833400"/>
            <a:chOff x="3067200" y="1157400"/>
            <a:chExt cx="1803240" cy="833400"/>
          </a:xfrm>
        </p:grpSpPr>
        <p:sp>
          <p:nvSpPr>
            <p:cNvPr id="3578" name=""/>
            <p:cNvSpPr/>
            <p:nvPr/>
          </p:nvSpPr>
          <p:spPr>
            <a:xfrm>
              <a:off x="3067200" y="1157400"/>
              <a:ext cx="1803240" cy="833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579" name=""/>
            <p:cNvSpPr/>
            <p:nvPr/>
          </p:nvSpPr>
          <p:spPr>
            <a:xfrm>
              <a:off x="3263760" y="1203480"/>
              <a:ext cx="1457280" cy="7174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grpSp>
        <p:nvGrpSpPr>
          <p:cNvPr id="3580" name=""/>
          <p:cNvGrpSpPr/>
          <p:nvPr/>
        </p:nvGrpSpPr>
        <p:grpSpPr>
          <a:xfrm>
            <a:off x="4713120" y="1157400"/>
            <a:ext cx="1802160" cy="833400"/>
            <a:chOff x="4713120" y="1157400"/>
            <a:chExt cx="1802160" cy="833400"/>
          </a:xfrm>
        </p:grpSpPr>
        <p:sp>
          <p:nvSpPr>
            <p:cNvPr id="3581" name=""/>
            <p:cNvSpPr/>
            <p:nvPr/>
          </p:nvSpPr>
          <p:spPr>
            <a:xfrm>
              <a:off x="4713120" y="1157400"/>
              <a:ext cx="1802160" cy="833400"/>
            </a:xfrm>
            <a:custGeom>
              <a:avLst/>
              <a:gdLst/>
              <a:ahLst/>
              <a:rect l="l" t="t" r="r" b="b"/>
              <a:pathLst>
                <a:path w="1247" h="576">
                  <a:moveTo>
                    <a:pt x="0" y="0"/>
                  </a:moveTo>
                  <a:lnTo>
                    <a:pt x="1143" y="0"/>
                  </a:lnTo>
                  <a:lnTo>
                    <a:pt x="1247" y="288"/>
                  </a:lnTo>
                  <a:lnTo>
                    <a:pt x="1143" y="576"/>
                  </a:lnTo>
                  <a:lnTo>
                    <a:pt x="0" y="576"/>
                  </a:lnTo>
                  <a:lnTo>
                    <a:pt x="104" y="288"/>
                  </a:lnTo>
                  <a:lnTo>
                    <a:pt x="0" y="0"/>
                  </a:lnTo>
                  <a:close/>
                </a:path>
              </a:pathLst>
            </a:custGeom>
            <a:solidFill>
              <a:srgbClr val="ffffff"/>
            </a:solidFill>
            <a:ln w="9360">
              <a:solidFill>
                <a:srgbClr val="000000"/>
              </a:solidFill>
              <a:round/>
            </a:ln>
          </p:spPr>
          <p:style>
            <a:lnRef idx="0"/>
            <a:fillRef idx="0"/>
            <a:effectRef idx="0"/>
            <a:fontRef idx="minor"/>
          </p:style>
          <p:txBody>
            <a:bodyPr wrap="none" lIns="45720" rIns="45720" tIns="0" bIns="0" anchor="ctr">
              <a:spAutoFit/>
            </a:bodyPr>
            <a:p>
              <a:endParaRPr b="0" lang="en-US" sz="2400" spc="-1" strike="noStrike">
                <a:solidFill>
                  <a:srgbClr val="000000"/>
                </a:solidFill>
                <a:latin typeface="Times New Roman"/>
              </a:endParaRPr>
            </a:p>
          </p:txBody>
        </p:sp>
        <p:sp>
          <p:nvSpPr>
            <p:cNvPr id="3582" name=""/>
            <p:cNvSpPr/>
            <p:nvPr/>
          </p:nvSpPr>
          <p:spPr>
            <a:xfrm>
              <a:off x="4909680" y="1203480"/>
              <a:ext cx="1456560" cy="717480"/>
            </a:xfrm>
            <a:prstGeom prst="rect">
              <a:avLst/>
            </a:prstGeom>
            <a:noFill/>
            <a:ln w="0">
              <a:noFill/>
            </a:ln>
          </p:spPr>
          <p:style>
            <a:lnRef idx="0"/>
            <a:fillRef idx="0"/>
            <a:effectRef idx="0"/>
            <a:fontRef idx="minor"/>
          </p:style>
          <p:txBody>
            <a:bodyPr lIns="45720" rIns="4572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Header</a:t>
              </a:r>
              <a:endParaRPr b="0" lang="en-US" sz="1600" spc="-1" strike="noStrike">
                <a:solidFill>
                  <a:srgbClr val="000000"/>
                </a:solidFill>
                <a:latin typeface="Times New Roman"/>
              </a:endParaRPr>
            </a:p>
          </p:txBody>
        </p:sp>
      </p:grpSp>
      <p:sp>
        <p:nvSpPr>
          <p:cNvPr id="3583" name=""/>
          <p:cNvSpPr/>
          <p:nvPr/>
        </p:nvSpPr>
        <p:spPr>
          <a:xfrm>
            <a:off x="6613560" y="966960"/>
            <a:ext cx="1798560" cy="1152360"/>
          </a:xfrm>
          <a:custGeom>
            <a:avLst/>
            <a:gdLst/>
            <a:ahLst/>
            <a:rect l="l" t="t" r="r" b="b"/>
            <a:pathLst>
              <a:path w="761" h="633">
                <a:moveTo>
                  <a:pt x="280" y="0"/>
                </a:moveTo>
                <a:lnTo>
                  <a:pt x="344" y="128"/>
                </a:lnTo>
                <a:lnTo>
                  <a:pt x="384" y="56"/>
                </a:lnTo>
                <a:lnTo>
                  <a:pt x="408" y="136"/>
                </a:lnTo>
                <a:lnTo>
                  <a:pt x="432" y="88"/>
                </a:lnTo>
                <a:lnTo>
                  <a:pt x="440" y="128"/>
                </a:lnTo>
                <a:lnTo>
                  <a:pt x="536" y="8"/>
                </a:lnTo>
                <a:lnTo>
                  <a:pt x="496" y="160"/>
                </a:lnTo>
                <a:lnTo>
                  <a:pt x="600" y="88"/>
                </a:lnTo>
                <a:lnTo>
                  <a:pt x="544" y="176"/>
                </a:lnTo>
                <a:lnTo>
                  <a:pt x="712" y="104"/>
                </a:lnTo>
                <a:lnTo>
                  <a:pt x="600" y="200"/>
                </a:lnTo>
                <a:lnTo>
                  <a:pt x="712" y="176"/>
                </a:lnTo>
                <a:lnTo>
                  <a:pt x="624" y="232"/>
                </a:lnTo>
                <a:lnTo>
                  <a:pt x="760" y="216"/>
                </a:lnTo>
                <a:lnTo>
                  <a:pt x="656" y="288"/>
                </a:lnTo>
                <a:lnTo>
                  <a:pt x="760" y="288"/>
                </a:lnTo>
                <a:lnTo>
                  <a:pt x="656" y="320"/>
                </a:lnTo>
                <a:lnTo>
                  <a:pt x="712" y="328"/>
                </a:lnTo>
                <a:lnTo>
                  <a:pt x="624" y="336"/>
                </a:lnTo>
                <a:lnTo>
                  <a:pt x="760" y="400"/>
                </a:lnTo>
                <a:lnTo>
                  <a:pt x="616" y="376"/>
                </a:lnTo>
                <a:lnTo>
                  <a:pt x="688" y="432"/>
                </a:lnTo>
                <a:lnTo>
                  <a:pt x="592" y="416"/>
                </a:lnTo>
                <a:lnTo>
                  <a:pt x="656" y="472"/>
                </a:lnTo>
                <a:lnTo>
                  <a:pt x="568" y="456"/>
                </a:lnTo>
                <a:lnTo>
                  <a:pt x="656" y="568"/>
                </a:lnTo>
                <a:lnTo>
                  <a:pt x="544" y="488"/>
                </a:lnTo>
                <a:lnTo>
                  <a:pt x="568" y="592"/>
                </a:lnTo>
                <a:lnTo>
                  <a:pt x="480" y="520"/>
                </a:lnTo>
                <a:lnTo>
                  <a:pt x="464" y="632"/>
                </a:lnTo>
                <a:lnTo>
                  <a:pt x="408" y="504"/>
                </a:lnTo>
                <a:lnTo>
                  <a:pt x="384" y="552"/>
                </a:lnTo>
                <a:lnTo>
                  <a:pt x="368" y="520"/>
                </a:lnTo>
                <a:lnTo>
                  <a:pt x="296" y="608"/>
                </a:lnTo>
                <a:lnTo>
                  <a:pt x="320" y="520"/>
                </a:lnTo>
                <a:lnTo>
                  <a:pt x="280" y="536"/>
                </a:lnTo>
                <a:lnTo>
                  <a:pt x="296" y="488"/>
                </a:lnTo>
                <a:lnTo>
                  <a:pt x="232" y="520"/>
                </a:lnTo>
                <a:lnTo>
                  <a:pt x="240" y="472"/>
                </a:lnTo>
                <a:lnTo>
                  <a:pt x="152" y="536"/>
                </a:lnTo>
                <a:lnTo>
                  <a:pt x="208" y="440"/>
                </a:lnTo>
                <a:lnTo>
                  <a:pt x="152" y="456"/>
                </a:lnTo>
                <a:lnTo>
                  <a:pt x="176" y="400"/>
                </a:lnTo>
                <a:lnTo>
                  <a:pt x="48" y="416"/>
                </a:lnTo>
                <a:lnTo>
                  <a:pt x="152" y="352"/>
                </a:lnTo>
                <a:lnTo>
                  <a:pt x="96" y="336"/>
                </a:lnTo>
                <a:lnTo>
                  <a:pt x="176" y="320"/>
                </a:lnTo>
                <a:lnTo>
                  <a:pt x="0" y="304"/>
                </a:lnTo>
                <a:lnTo>
                  <a:pt x="160" y="288"/>
                </a:lnTo>
                <a:lnTo>
                  <a:pt x="96" y="248"/>
                </a:lnTo>
                <a:lnTo>
                  <a:pt x="216" y="248"/>
                </a:lnTo>
                <a:lnTo>
                  <a:pt x="96" y="176"/>
                </a:lnTo>
                <a:lnTo>
                  <a:pt x="224" y="200"/>
                </a:lnTo>
                <a:lnTo>
                  <a:pt x="128" y="72"/>
                </a:lnTo>
                <a:lnTo>
                  <a:pt x="264" y="160"/>
                </a:lnTo>
                <a:lnTo>
                  <a:pt x="240" y="88"/>
                </a:lnTo>
                <a:lnTo>
                  <a:pt x="296" y="136"/>
                </a:lnTo>
                <a:lnTo>
                  <a:pt x="280" y="8"/>
                </a:lnTo>
                <a:lnTo>
                  <a:pt x="280" y="0"/>
                </a:lnTo>
                <a:close/>
              </a:path>
            </a:pathLst>
          </a:custGeom>
          <a:solidFill>
            <a:srgbClr val="ffffff"/>
          </a:solidFill>
          <a:ln w="9360">
            <a:solidFill>
              <a:srgbClr val="000000"/>
            </a:solidFill>
            <a:round/>
          </a:ln>
          <a:effectLst>
            <a:outerShdw dist="36147"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84" name=""/>
          <p:cNvSpPr/>
          <p:nvPr/>
        </p:nvSpPr>
        <p:spPr>
          <a:xfrm>
            <a:off x="7101000" y="1460520"/>
            <a:ext cx="95256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Title</a:t>
            </a:r>
            <a:endParaRPr b="0" lang="en-US" sz="1600" spc="-1" strike="noStrike">
              <a:solidFill>
                <a:srgbClr val="000000"/>
              </a:solidFill>
              <a:latin typeface="Times New Roman"/>
            </a:endParaRPr>
          </a:p>
        </p:txBody>
      </p:sp>
      <p:sp>
        <p:nvSpPr>
          <p:cNvPr id="3585" name=""/>
          <p:cNvSpPr/>
          <p:nvPr/>
        </p:nvSpPr>
        <p:spPr>
          <a:xfrm>
            <a:off x="6808680" y="2266920"/>
            <a:ext cx="15400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86" name=""/>
          <p:cNvSpPr/>
          <p:nvPr/>
        </p:nvSpPr>
        <p:spPr>
          <a:xfrm>
            <a:off x="1415880" y="2266920"/>
            <a:ext cx="15400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87" name=""/>
          <p:cNvSpPr/>
          <p:nvPr/>
        </p:nvSpPr>
        <p:spPr>
          <a:xfrm>
            <a:off x="3021120" y="2266920"/>
            <a:ext cx="16063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88" name=""/>
          <p:cNvSpPr/>
          <p:nvPr/>
        </p:nvSpPr>
        <p:spPr>
          <a:xfrm>
            <a:off x="4692600" y="2266920"/>
            <a:ext cx="16066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589" name=""/>
          <p:cNvGrpSpPr/>
          <p:nvPr/>
        </p:nvGrpSpPr>
        <p:grpSpPr>
          <a:xfrm>
            <a:off x="128520" y="2266920"/>
            <a:ext cx="1074960" cy="611280"/>
            <a:chOff x="128520" y="2266920"/>
            <a:chExt cx="1074960" cy="611280"/>
          </a:xfrm>
        </p:grpSpPr>
        <p:sp>
          <p:nvSpPr>
            <p:cNvPr id="3590" name=""/>
            <p:cNvSpPr/>
            <p:nvPr/>
          </p:nvSpPr>
          <p:spPr>
            <a:xfrm>
              <a:off x="128520" y="2266920"/>
              <a:ext cx="1074960" cy="61128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91" name=""/>
            <p:cNvSpPr/>
            <p:nvPr/>
          </p:nvSpPr>
          <p:spPr>
            <a:xfrm>
              <a:off x="173160" y="2292480"/>
              <a:ext cx="984960" cy="5601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592" name=""/>
          <p:cNvSpPr/>
          <p:nvPr/>
        </p:nvSpPr>
        <p:spPr>
          <a:xfrm>
            <a:off x="6808680" y="3924360"/>
            <a:ext cx="15400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93" name=""/>
          <p:cNvSpPr/>
          <p:nvPr/>
        </p:nvSpPr>
        <p:spPr>
          <a:xfrm>
            <a:off x="1415880" y="3924360"/>
            <a:ext cx="15400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94" name=""/>
          <p:cNvSpPr/>
          <p:nvPr/>
        </p:nvSpPr>
        <p:spPr>
          <a:xfrm>
            <a:off x="3021120" y="3924360"/>
            <a:ext cx="160632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3595" name=""/>
          <p:cNvSpPr/>
          <p:nvPr/>
        </p:nvSpPr>
        <p:spPr>
          <a:xfrm>
            <a:off x="4692600" y="3924360"/>
            <a:ext cx="1606680" cy="244080"/>
          </a:xfrm>
          <a:prstGeom prst="rect">
            <a:avLst/>
          </a:prstGeom>
          <a:noFill/>
          <a:ln w="0">
            <a:noFill/>
          </a:ln>
        </p:spPr>
        <p:style>
          <a:lnRef idx="0"/>
          <a:fillRef idx="0"/>
          <a:effectRef idx="0"/>
          <a:fontRef idx="minor"/>
        </p:style>
        <p:txBody>
          <a:bodyPr lIns="0" rIns="0" tIns="0" bIns="0" anchor="t">
            <a:spAutoFit/>
          </a:bodyPr>
          <a:p>
            <a:pPr lvl="1" marL="133200" indent="-131760">
              <a:lnSpc>
                <a:spcPct val="100000"/>
              </a:lnSpc>
              <a:buClr>
                <a:srgbClr val="000000"/>
              </a:buClr>
              <a:buSzPct val="120000"/>
              <a:buFont typeface="Arial"/>
              <a:buChar char="•"/>
              <a:tabLst>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0"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nvGrpSpPr>
          <p:cNvPr id="3596" name=""/>
          <p:cNvGrpSpPr/>
          <p:nvPr/>
        </p:nvGrpSpPr>
        <p:grpSpPr>
          <a:xfrm>
            <a:off x="128520" y="3924360"/>
            <a:ext cx="1074960" cy="611280"/>
            <a:chOff x="128520" y="3924360"/>
            <a:chExt cx="1074960" cy="611280"/>
          </a:xfrm>
        </p:grpSpPr>
        <p:sp>
          <p:nvSpPr>
            <p:cNvPr id="3597" name=""/>
            <p:cNvSpPr/>
            <p:nvPr/>
          </p:nvSpPr>
          <p:spPr>
            <a:xfrm>
              <a:off x="128520" y="3924360"/>
              <a:ext cx="1074960" cy="61128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598" name=""/>
            <p:cNvSpPr/>
            <p:nvPr/>
          </p:nvSpPr>
          <p:spPr>
            <a:xfrm>
              <a:off x="173160" y="3949920"/>
              <a:ext cx="984960" cy="5601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10EF660E-1408-430D-890B-E5060EE03DAA}" type="slidenum">
              <a:t>201</a:t>
            </a:fld>
          </a:p>
        </p:txBody>
      </p:sp>
    </p:spTree>
  </p:cSld>
</p:sld>
</file>

<file path=ppt/slides/slide2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9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WITH 3 COLUMN </a:t>
            </a:r>
            <a:endParaRPr b="1" lang="en-US" sz="1900" spc="-1" strike="noStrike">
              <a:solidFill>
                <a:srgbClr val="000000"/>
              </a:solidFill>
              <a:latin typeface="Arial"/>
            </a:endParaRPr>
          </a:p>
        </p:txBody>
      </p:sp>
      <p:sp>
        <p:nvSpPr>
          <p:cNvPr id="360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601" name=""/>
          <p:cNvGrpSpPr/>
          <p:nvPr/>
        </p:nvGrpSpPr>
        <p:grpSpPr>
          <a:xfrm>
            <a:off x="138240" y="1332000"/>
            <a:ext cx="1485720" cy="704880"/>
            <a:chOff x="138240" y="1332000"/>
            <a:chExt cx="1485720" cy="704880"/>
          </a:xfrm>
        </p:grpSpPr>
        <p:sp>
          <p:nvSpPr>
            <p:cNvPr id="3602" name=""/>
            <p:cNvSpPr/>
            <p:nvPr/>
          </p:nvSpPr>
          <p:spPr>
            <a:xfrm>
              <a:off x="138240" y="133200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03" name=""/>
            <p:cNvSpPr/>
            <p:nvPr/>
          </p:nvSpPr>
          <p:spPr>
            <a:xfrm>
              <a:off x="189720" y="137088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grpSp>
        <p:nvGrpSpPr>
          <p:cNvPr id="3604" name=""/>
          <p:cNvGrpSpPr/>
          <p:nvPr/>
        </p:nvGrpSpPr>
        <p:grpSpPr>
          <a:xfrm>
            <a:off x="138240" y="2306520"/>
            <a:ext cx="1485720" cy="704880"/>
            <a:chOff x="138240" y="2306520"/>
            <a:chExt cx="1485720" cy="704880"/>
          </a:xfrm>
        </p:grpSpPr>
        <p:sp>
          <p:nvSpPr>
            <p:cNvPr id="3605" name=""/>
            <p:cNvSpPr/>
            <p:nvPr/>
          </p:nvSpPr>
          <p:spPr>
            <a:xfrm>
              <a:off x="138240" y="230652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06" name=""/>
            <p:cNvSpPr/>
            <p:nvPr/>
          </p:nvSpPr>
          <p:spPr>
            <a:xfrm>
              <a:off x="189720" y="234540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grpSp>
        <p:nvGrpSpPr>
          <p:cNvPr id="3607" name=""/>
          <p:cNvGrpSpPr/>
          <p:nvPr/>
        </p:nvGrpSpPr>
        <p:grpSpPr>
          <a:xfrm>
            <a:off x="138240" y="3281400"/>
            <a:ext cx="1485720" cy="704880"/>
            <a:chOff x="138240" y="3281400"/>
            <a:chExt cx="1485720" cy="704880"/>
          </a:xfrm>
        </p:grpSpPr>
        <p:sp>
          <p:nvSpPr>
            <p:cNvPr id="3608" name=""/>
            <p:cNvSpPr/>
            <p:nvPr/>
          </p:nvSpPr>
          <p:spPr>
            <a:xfrm>
              <a:off x="138240" y="328140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09" name=""/>
            <p:cNvSpPr/>
            <p:nvPr/>
          </p:nvSpPr>
          <p:spPr>
            <a:xfrm>
              <a:off x="189720" y="332028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grpSp>
        <p:nvGrpSpPr>
          <p:cNvPr id="3610" name=""/>
          <p:cNvGrpSpPr/>
          <p:nvPr/>
        </p:nvGrpSpPr>
        <p:grpSpPr>
          <a:xfrm>
            <a:off x="138240" y="4255920"/>
            <a:ext cx="1485720" cy="704880"/>
            <a:chOff x="138240" y="4255920"/>
            <a:chExt cx="1485720" cy="704880"/>
          </a:xfrm>
        </p:grpSpPr>
        <p:sp>
          <p:nvSpPr>
            <p:cNvPr id="3611" name=""/>
            <p:cNvSpPr/>
            <p:nvPr/>
          </p:nvSpPr>
          <p:spPr>
            <a:xfrm>
              <a:off x="138240" y="425592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12" name=""/>
            <p:cNvSpPr/>
            <p:nvPr/>
          </p:nvSpPr>
          <p:spPr>
            <a:xfrm>
              <a:off x="189720" y="429480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sp>
        <p:nvSpPr>
          <p:cNvPr id="3613" name=""/>
          <p:cNvSpPr/>
          <p:nvPr/>
        </p:nvSpPr>
        <p:spPr>
          <a:xfrm>
            <a:off x="1776240" y="903600"/>
            <a:ext cx="22305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14" name=""/>
          <p:cNvSpPr/>
          <p:nvPr/>
        </p:nvSpPr>
        <p:spPr>
          <a:xfrm>
            <a:off x="1776240" y="1147680"/>
            <a:ext cx="22291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615" name=""/>
          <p:cNvSpPr/>
          <p:nvPr/>
        </p:nvSpPr>
        <p:spPr>
          <a:xfrm>
            <a:off x="1776240" y="133200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16" name=""/>
          <p:cNvSpPr/>
          <p:nvPr/>
        </p:nvSpPr>
        <p:spPr>
          <a:xfrm>
            <a:off x="1776240" y="230652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17" name=""/>
          <p:cNvSpPr/>
          <p:nvPr/>
        </p:nvSpPr>
        <p:spPr>
          <a:xfrm>
            <a:off x="1776240" y="328140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18" name=""/>
          <p:cNvSpPr/>
          <p:nvPr/>
        </p:nvSpPr>
        <p:spPr>
          <a:xfrm>
            <a:off x="1776240" y="425592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19" name=""/>
          <p:cNvSpPr/>
          <p:nvPr/>
        </p:nvSpPr>
        <p:spPr>
          <a:xfrm>
            <a:off x="1776240" y="523080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20" name=""/>
          <p:cNvSpPr/>
          <p:nvPr/>
        </p:nvSpPr>
        <p:spPr>
          <a:xfrm>
            <a:off x="4138560" y="903600"/>
            <a:ext cx="22305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21" name=""/>
          <p:cNvSpPr/>
          <p:nvPr/>
        </p:nvSpPr>
        <p:spPr>
          <a:xfrm>
            <a:off x="4138560" y="1147680"/>
            <a:ext cx="22273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622" name=""/>
          <p:cNvSpPr/>
          <p:nvPr/>
        </p:nvSpPr>
        <p:spPr>
          <a:xfrm>
            <a:off x="4138560" y="133200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23" name=""/>
          <p:cNvSpPr/>
          <p:nvPr/>
        </p:nvSpPr>
        <p:spPr>
          <a:xfrm>
            <a:off x="4138560" y="230652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24" name=""/>
          <p:cNvSpPr/>
          <p:nvPr/>
        </p:nvSpPr>
        <p:spPr>
          <a:xfrm>
            <a:off x="4138560" y="328140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25" name=""/>
          <p:cNvSpPr/>
          <p:nvPr/>
        </p:nvSpPr>
        <p:spPr>
          <a:xfrm>
            <a:off x="4138560" y="425592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26" name=""/>
          <p:cNvSpPr/>
          <p:nvPr/>
        </p:nvSpPr>
        <p:spPr>
          <a:xfrm>
            <a:off x="4138560" y="523080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3627" name=""/>
          <p:cNvGrpSpPr/>
          <p:nvPr/>
        </p:nvGrpSpPr>
        <p:grpSpPr>
          <a:xfrm>
            <a:off x="138240" y="5230800"/>
            <a:ext cx="1485720" cy="704880"/>
            <a:chOff x="138240" y="5230800"/>
            <a:chExt cx="1485720" cy="704880"/>
          </a:xfrm>
        </p:grpSpPr>
        <p:sp>
          <p:nvSpPr>
            <p:cNvPr id="3628" name=""/>
            <p:cNvSpPr/>
            <p:nvPr/>
          </p:nvSpPr>
          <p:spPr>
            <a:xfrm>
              <a:off x="138240" y="523080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29" name=""/>
            <p:cNvSpPr/>
            <p:nvPr/>
          </p:nvSpPr>
          <p:spPr>
            <a:xfrm>
              <a:off x="189720" y="526968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sp>
        <p:nvSpPr>
          <p:cNvPr id="3630" name=""/>
          <p:cNvSpPr/>
          <p:nvPr/>
        </p:nvSpPr>
        <p:spPr>
          <a:xfrm>
            <a:off x="6499080" y="903600"/>
            <a:ext cx="223200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31" name=""/>
          <p:cNvSpPr/>
          <p:nvPr/>
        </p:nvSpPr>
        <p:spPr>
          <a:xfrm>
            <a:off x="6499080" y="1147680"/>
            <a:ext cx="22291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632" name=""/>
          <p:cNvSpPr/>
          <p:nvPr/>
        </p:nvSpPr>
        <p:spPr>
          <a:xfrm>
            <a:off x="6499080" y="1332000"/>
            <a:ext cx="22320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33" name=""/>
          <p:cNvSpPr/>
          <p:nvPr/>
        </p:nvSpPr>
        <p:spPr>
          <a:xfrm>
            <a:off x="6499080" y="2306520"/>
            <a:ext cx="22320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34" name=""/>
          <p:cNvSpPr/>
          <p:nvPr/>
        </p:nvSpPr>
        <p:spPr>
          <a:xfrm>
            <a:off x="6499080" y="3281400"/>
            <a:ext cx="22320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35" name=""/>
          <p:cNvSpPr/>
          <p:nvPr/>
        </p:nvSpPr>
        <p:spPr>
          <a:xfrm>
            <a:off x="6499080" y="4255920"/>
            <a:ext cx="22320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36" name=""/>
          <p:cNvSpPr/>
          <p:nvPr/>
        </p:nvSpPr>
        <p:spPr>
          <a:xfrm>
            <a:off x="6499080" y="5230800"/>
            <a:ext cx="22320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8D13081B-9A6C-4D97-80C6-DDD2998F7D3E}" type="slidenum">
              <a:t>202</a:t>
            </a:fld>
          </a:p>
        </p:txBody>
      </p:sp>
    </p:spTree>
  </p:cSld>
  <mc:AlternateContent>
    <mc:Choice Requires="p14">
      <p:transition spd="slow" p14:dur="2000"/>
    </mc:Choice>
    <mc:Fallback>
      <p:transition spd="slow"/>
    </mc:Fallback>
  </mc:AlternateContent>
</p:sld>
</file>

<file path=ppt/slides/slide2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3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FLOW WITH 2 COLUMN</a:t>
            </a:r>
            <a:endParaRPr b="1" lang="en-US" sz="1900" spc="-1" strike="noStrike">
              <a:solidFill>
                <a:srgbClr val="000000"/>
              </a:solidFill>
              <a:latin typeface="Arial"/>
            </a:endParaRPr>
          </a:p>
        </p:txBody>
      </p:sp>
      <p:sp>
        <p:nvSpPr>
          <p:cNvPr id="363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639" name=""/>
          <p:cNvGrpSpPr/>
          <p:nvPr/>
        </p:nvGrpSpPr>
        <p:grpSpPr>
          <a:xfrm>
            <a:off x="138240" y="1395360"/>
            <a:ext cx="1485720" cy="704880"/>
            <a:chOff x="138240" y="1395360"/>
            <a:chExt cx="1485720" cy="704880"/>
          </a:xfrm>
        </p:grpSpPr>
        <p:sp>
          <p:nvSpPr>
            <p:cNvPr id="3640" name=""/>
            <p:cNvSpPr/>
            <p:nvPr/>
          </p:nvSpPr>
          <p:spPr>
            <a:xfrm>
              <a:off x="138240" y="139536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41" name=""/>
            <p:cNvSpPr/>
            <p:nvPr/>
          </p:nvSpPr>
          <p:spPr>
            <a:xfrm>
              <a:off x="189720" y="143424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grpSp>
        <p:nvGrpSpPr>
          <p:cNvPr id="3642" name=""/>
          <p:cNvGrpSpPr/>
          <p:nvPr/>
        </p:nvGrpSpPr>
        <p:grpSpPr>
          <a:xfrm>
            <a:off x="138240" y="2370240"/>
            <a:ext cx="1485720" cy="704880"/>
            <a:chOff x="138240" y="2370240"/>
            <a:chExt cx="1485720" cy="704880"/>
          </a:xfrm>
        </p:grpSpPr>
        <p:sp>
          <p:nvSpPr>
            <p:cNvPr id="3643" name=""/>
            <p:cNvSpPr/>
            <p:nvPr/>
          </p:nvSpPr>
          <p:spPr>
            <a:xfrm>
              <a:off x="138240" y="237024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44" name=""/>
            <p:cNvSpPr/>
            <p:nvPr/>
          </p:nvSpPr>
          <p:spPr>
            <a:xfrm>
              <a:off x="189720" y="240912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grpSp>
        <p:nvGrpSpPr>
          <p:cNvPr id="3645" name=""/>
          <p:cNvGrpSpPr/>
          <p:nvPr/>
        </p:nvGrpSpPr>
        <p:grpSpPr>
          <a:xfrm>
            <a:off x="138240" y="3344760"/>
            <a:ext cx="1485720" cy="704880"/>
            <a:chOff x="138240" y="3344760"/>
            <a:chExt cx="1485720" cy="704880"/>
          </a:xfrm>
        </p:grpSpPr>
        <p:sp>
          <p:nvSpPr>
            <p:cNvPr id="3646" name=""/>
            <p:cNvSpPr/>
            <p:nvPr/>
          </p:nvSpPr>
          <p:spPr>
            <a:xfrm>
              <a:off x="138240" y="334476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47" name=""/>
            <p:cNvSpPr/>
            <p:nvPr/>
          </p:nvSpPr>
          <p:spPr>
            <a:xfrm>
              <a:off x="189720" y="338364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grpSp>
        <p:nvGrpSpPr>
          <p:cNvPr id="3648" name=""/>
          <p:cNvGrpSpPr/>
          <p:nvPr/>
        </p:nvGrpSpPr>
        <p:grpSpPr>
          <a:xfrm>
            <a:off x="138240" y="4319640"/>
            <a:ext cx="1485720" cy="704880"/>
            <a:chOff x="138240" y="4319640"/>
            <a:chExt cx="1485720" cy="704880"/>
          </a:xfrm>
        </p:grpSpPr>
        <p:sp>
          <p:nvSpPr>
            <p:cNvPr id="3649" name=""/>
            <p:cNvSpPr/>
            <p:nvPr/>
          </p:nvSpPr>
          <p:spPr>
            <a:xfrm>
              <a:off x="138240" y="431964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50" name=""/>
            <p:cNvSpPr/>
            <p:nvPr/>
          </p:nvSpPr>
          <p:spPr>
            <a:xfrm>
              <a:off x="189720" y="435852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sp>
        <p:nvSpPr>
          <p:cNvPr id="3651" name=""/>
          <p:cNvSpPr/>
          <p:nvPr/>
        </p:nvSpPr>
        <p:spPr>
          <a:xfrm>
            <a:off x="1776240" y="967320"/>
            <a:ext cx="22305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52" name=""/>
          <p:cNvSpPr/>
          <p:nvPr/>
        </p:nvSpPr>
        <p:spPr>
          <a:xfrm>
            <a:off x="4119480" y="967320"/>
            <a:ext cx="22305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53" name=""/>
          <p:cNvSpPr/>
          <p:nvPr/>
        </p:nvSpPr>
        <p:spPr>
          <a:xfrm>
            <a:off x="1776240" y="1211400"/>
            <a:ext cx="22291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654" name=""/>
          <p:cNvSpPr/>
          <p:nvPr/>
        </p:nvSpPr>
        <p:spPr>
          <a:xfrm>
            <a:off x="4119480" y="1211400"/>
            <a:ext cx="22273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655" name=""/>
          <p:cNvSpPr/>
          <p:nvPr/>
        </p:nvSpPr>
        <p:spPr>
          <a:xfrm>
            <a:off x="1776240" y="139536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56" name=""/>
          <p:cNvSpPr/>
          <p:nvPr/>
        </p:nvSpPr>
        <p:spPr>
          <a:xfrm>
            <a:off x="4119480" y="139536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57" name=""/>
          <p:cNvSpPr/>
          <p:nvPr/>
        </p:nvSpPr>
        <p:spPr>
          <a:xfrm>
            <a:off x="1776240" y="237024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58" name=""/>
          <p:cNvSpPr/>
          <p:nvPr/>
        </p:nvSpPr>
        <p:spPr>
          <a:xfrm>
            <a:off x="4119480" y="237024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59" name=""/>
          <p:cNvSpPr/>
          <p:nvPr/>
        </p:nvSpPr>
        <p:spPr>
          <a:xfrm>
            <a:off x="1776240" y="334476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60" name=""/>
          <p:cNvSpPr/>
          <p:nvPr/>
        </p:nvSpPr>
        <p:spPr>
          <a:xfrm>
            <a:off x="4119480" y="334476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61" name=""/>
          <p:cNvSpPr/>
          <p:nvPr/>
        </p:nvSpPr>
        <p:spPr>
          <a:xfrm>
            <a:off x="1776240" y="431964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62" name=""/>
          <p:cNvSpPr/>
          <p:nvPr/>
        </p:nvSpPr>
        <p:spPr>
          <a:xfrm>
            <a:off x="4119480" y="431964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63" name=""/>
          <p:cNvSpPr/>
          <p:nvPr/>
        </p:nvSpPr>
        <p:spPr>
          <a:xfrm>
            <a:off x="1776240" y="529416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664" name=""/>
          <p:cNvSpPr/>
          <p:nvPr/>
        </p:nvSpPr>
        <p:spPr>
          <a:xfrm>
            <a:off x="4119480" y="5294160"/>
            <a:ext cx="22305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3665" name=""/>
          <p:cNvGrpSpPr/>
          <p:nvPr/>
        </p:nvGrpSpPr>
        <p:grpSpPr>
          <a:xfrm>
            <a:off x="138240" y="5294160"/>
            <a:ext cx="1485720" cy="704880"/>
            <a:chOff x="138240" y="5294160"/>
            <a:chExt cx="1485720" cy="704880"/>
          </a:xfrm>
        </p:grpSpPr>
        <p:sp>
          <p:nvSpPr>
            <p:cNvPr id="3666" name=""/>
            <p:cNvSpPr/>
            <p:nvPr/>
          </p:nvSpPr>
          <p:spPr>
            <a:xfrm>
              <a:off x="138240" y="5294160"/>
              <a:ext cx="1485720" cy="7048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67" name=""/>
            <p:cNvSpPr/>
            <p:nvPr/>
          </p:nvSpPr>
          <p:spPr>
            <a:xfrm>
              <a:off x="189720" y="5333040"/>
              <a:ext cx="1238040" cy="6069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윤명조130"/>
                </a:rPr>
                <a:t>Text</a:t>
              </a:r>
              <a:endParaRPr b="0" lang="en-US" sz="1400" spc="-1" strike="noStrike">
                <a:solidFill>
                  <a:srgbClr val="000000"/>
                </a:solidFill>
                <a:latin typeface="Times New Roman"/>
              </a:endParaRPr>
            </a:p>
          </p:txBody>
        </p:sp>
      </p:grpSp>
      <p:sp>
        <p:nvSpPr>
          <p:cNvPr id="3668" name=""/>
          <p:cNvSpPr/>
          <p:nvPr/>
        </p:nvSpPr>
        <p:spPr>
          <a:xfrm rot="5400000">
            <a:off x="5312160" y="3545280"/>
            <a:ext cx="2970000" cy="349560"/>
          </a:xfrm>
          <a:prstGeom prst="triangle">
            <a:avLst>
              <a:gd name="adj" fmla="val 50000"/>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69" name=""/>
          <p:cNvSpPr/>
          <p:nvPr/>
        </p:nvSpPr>
        <p:spPr>
          <a:xfrm>
            <a:off x="7140600" y="3613320"/>
            <a:ext cx="1590480" cy="213840"/>
          </a:xfrm>
          <a:prstGeom prst="rect">
            <a:avLst/>
          </a:prstGeom>
          <a:noFill/>
          <a:ln w="0">
            <a:noFill/>
          </a:ln>
        </p:spPr>
        <p:style>
          <a:lnRef idx="0"/>
          <a:fillRef idx="0"/>
          <a:effectRef idx="0"/>
          <a:fontRef idx="minor"/>
        </p:style>
        <p:txBody>
          <a:bodyPr lIns="3960" rIns="396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410012E0-04FE-46CE-BD93-697331D29B7C}" type="slidenum">
              <a:t>203</a:t>
            </a:fld>
          </a:p>
        </p:txBody>
      </p:sp>
    </p:spTree>
  </p:cSld>
  <mc:AlternateContent>
    <mc:Choice Requires="p14">
      <p:transition spd="slow" p14:dur="2000"/>
    </mc:Choice>
    <mc:Fallback>
      <p:transition spd="slow"/>
    </mc:Fallback>
  </mc:AlternateContent>
</p:sld>
</file>

<file path=ppt/slides/slide2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70" name=""/>
          <p:cNvSpPr/>
          <p:nvPr/>
        </p:nvSpPr>
        <p:spPr>
          <a:xfrm rot="16200000">
            <a:off x="1799280" y="3488040"/>
            <a:ext cx="2282760" cy="2728800"/>
          </a:xfrm>
          <a:prstGeom prst="rect">
            <a:avLst/>
          </a:prstGeom>
          <a:solidFill>
            <a:srgbClr val="ffffff"/>
          </a:solidFill>
          <a:ln w="9360">
            <a:solidFill>
              <a:srgbClr val="000000"/>
            </a:solidFill>
            <a:miter/>
          </a:ln>
          <a:effectLst>
            <a:outerShdw dist="40186" dir="4303641"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71" name=""/>
          <p:cNvSpPr/>
          <p:nvPr/>
        </p:nvSpPr>
        <p:spPr>
          <a:xfrm>
            <a:off x="1576440" y="1228680"/>
            <a:ext cx="2727360" cy="2786040"/>
          </a:xfrm>
          <a:prstGeom prst="downArrowCallout">
            <a:avLst>
              <a:gd name="adj1" fmla="val 25002"/>
              <a:gd name="adj2" fmla="val 25000"/>
              <a:gd name="adj3" fmla="val 17025"/>
              <a:gd name="adj4" fmla="val 80773"/>
            </a:avLst>
          </a:prstGeom>
          <a:solidFill>
            <a:srgbClr val="ffffff"/>
          </a:solidFill>
          <a:ln w="9360">
            <a:solidFill>
              <a:srgbClr val="000000"/>
            </a:solidFill>
            <a:miter/>
          </a:ln>
          <a:effectLst>
            <a:outerShdw dist="40186" dir="4303641"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72" name=""/>
          <p:cNvSpPr/>
          <p:nvPr/>
        </p:nvSpPr>
        <p:spPr>
          <a:xfrm flipH="1" rot="5400000">
            <a:off x="4588560" y="668520"/>
            <a:ext cx="2282760" cy="3402000"/>
          </a:xfrm>
          <a:prstGeom prst="downArrowCallout">
            <a:avLst>
              <a:gd name="adj1" fmla="val 25002"/>
              <a:gd name="adj2" fmla="val 25000"/>
              <a:gd name="adj3" fmla="val 24838"/>
              <a:gd name="adj4" fmla="val 80773"/>
            </a:avLst>
          </a:prstGeom>
          <a:solidFill>
            <a:srgbClr val="ffffff"/>
          </a:solidFill>
          <a:ln w="9360">
            <a:solidFill>
              <a:srgbClr val="000000"/>
            </a:solidFill>
            <a:miter/>
          </a:ln>
          <a:effectLst>
            <a:outerShdw dist="40186" dir="4303641"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73" name=""/>
          <p:cNvSpPr/>
          <p:nvPr/>
        </p:nvSpPr>
        <p:spPr>
          <a:xfrm flipV="1">
            <a:off x="4714920" y="3159000"/>
            <a:ext cx="2727360" cy="2835360"/>
          </a:xfrm>
          <a:prstGeom prst="downArrowCallout">
            <a:avLst>
              <a:gd name="adj1" fmla="val 25002"/>
              <a:gd name="adj2" fmla="val 25000"/>
              <a:gd name="adj3" fmla="val 17327"/>
              <a:gd name="adj4" fmla="val 80773"/>
            </a:avLst>
          </a:prstGeom>
          <a:solidFill>
            <a:srgbClr val="ffffff"/>
          </a:solidFill>
          <a:ln w="9360">
            <a:solidFill>
              <a:srgbClr val="000000"/>
            </a:solidFill>
            <a:miter/>
          </a:ln>
          <a:effectLst>
            <a:outerShdw dist="40186" dir="4303641"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7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SQUARE FLOW </a:t>
            </a:r>
            <a:endParaRPr b="1" lang="en-US" sz="1900" spc="-1" strike="noStrike">
              <a:solidFill>
                <a:srgbClr val="000000"/>
              </a:solidFill>
              <a:latin typeface="Arial"/>
            </a:endParaRPr>
          </a:p>
        </p:txBody>
      </p:sp>
      <p:sp>
        <p:nvSpPr>
          <p:cNvPr id="367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67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677" name=""/>
          <p:cNvSpPr/>
          <p:nvPr/>
        </p:nvSpPr>
        <p:spPr>
          <a:xfrm>
            <a:off x="1689120" y="1317600"/>
            <a:ext cx="25160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678" name=""/>
          <p:cNvSpPr/>
          <p:nvPr/>
        </p:nvSpPr>
        <p:spPr>
          <a:xfrm>
            <a:off x="4791240" y="1317600"/>
            <a:ext cx="25174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679" name=""/>
          <p:cNvSpPr/>
          <p:nvPr/>
        </p:nvSpPr>
        <p:spPr>
          <a:xfrm>
            <a:off x="4791240" y="3956040"/>
            <a:ext cx="25174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680" name=""/>
          <p:cNvSpPr/>
          <p:nvPr/>
        </p:nvSpPr>
        <p:spPr>
          <a:xfrm>
            <a:off x="1703520" y="4095720"/>
            <a:ext cx="25174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681" name=""/>
          <p:cNvSpPr/>
          <p:nvPr/>
        </p:nvSpPr>
        <p:spPr>
          <a:xfrm>
            <a:off x="3943440" y="4280040"/>
            <a:ext cx="1046160" cy="1149120"/>
          </a:xfrm>
          <a:prstGeom prst="rightArrow">
            <a:avLst>
              <a:gd name="adj1" fmla="val 48898"/>
              <a:gd name="adj2" fmla="val 55690"/>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82" name=""/>
          <p:cNvSpPr/>
          <p:nvPr/>
        </p:nvSpPr>
        <p:spPr>
          <a:xfrm>
            <a:off x="3822840" y="4406760"/>
            <a:ext cx="479160" cy="102888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E531AC92-BCC7-4BE6-B91D-3474CCA30485}" type="slidenum">
              <a:t>204</a:t>
            </a:fld>
          </a:p>
        </p:txBody>
      </p:sp>
    </p:spTree>
  </p:cSld>
  <mc:AlternateContent>
    <mc:Choice Requires="p14">
      <p:transition spd="slow" p14:dur="2000"/>
    </mc:Choice>
    <mc:Fallback>
      <p:transition spd="slow"/>
    </mc:Fallback>
  </mc:AlternateContent>
</p:sld>
</file>

<file path=ppt/slides/slide2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8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FRAMEWORK </a:t>
            </a:r>
            <a:endParaRPr b="1" lang="en-US" sz="1900" spc="-1" strike="noStrike">
              <a:solidFill>
                <a:srgbClr val="000000"/>
              </a:solidFill>
              <a:latin typeface="Arial"/>
            </a:endParaRPr>
          </a:p>
        </p:txBody>
      </p:sp>
      <p:sp>
        <p:nvSpPr>
          <p:cNvPr id="368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68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686" name=""/>
          <p:cNvGrpSpPr/>
          <p:nvPr/>
        </p:nvGrpSpPr>
        <p:grpSpPr>
          <a:xfrm>
            <a:off x="1531800" y="1162080"/>
            <a:ext cx="5862600" cy="4805280"/>
            <a:chOff x="1531800" y="1162080"/>
            <a:chExt cx="5862600" cy="4805280"/>
          </a:xfrm>
        </p:grpSpPr>
        <p:sp>
          <p:nvSpPr>
            <p:cNvPr id="3687" name=""/>
            <p:cNvSpPr/>
            <p:nvPr/>
          </p:nvSpPr>
          <p:spPr>
            <a:xfrm>
              <a:off x="1531800" y="3552840"/>
              <a:ext cx="2941920" cy="2414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88" name=""/>
            <p:cNvSpPr/>
            <p:nvPr/>
          </p:nvSpPr>
          <p:spPr>
            <a:xfrm>
              <a:off x="4452840" y="3552840"/>
              <a:ext cx="2941560" cy="2414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89" name=""/>
            <p:cNvSpPr/>
            <p:nvPr/>
          </p:nvSpPr>
          <p:spPr>
            <a:xfrm>
              <a:off x="1531800" y="1162080"/>
              <a:ext cx="2941920" cy="2414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90" name=""/>
            <p:cNvSpPr/>
            <p:nvPr/>
          </p:nvSpPr>
          <p:spPr>
            <a:xfrm>
              <a:off x="4452840" y="1162080"/>
              <a:ext cx="2941560" cy="2414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91" name=""/>
            <p:cNvSpPr/>
            <p:nvPr/>
          </p:nvSpPr>
          <p:spPr>
            <a:xfrm flipV="1">
              <a:off x="2633760" y="3162240"/>
              <a:ext cx="742680" cy="5032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92" name=""/>
            <p:cNvSpPr/>
            <p:nvPr/>
          </p:nvSpPr>
          <p:spPr>
            <a:xfrm flipV="1">
              <a:off x="2598840" y="3519360"/>
              <a:ext cx="807840" cy="43344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93" name=""/>
            <p:cNvSpPr/>
            <p:nvPr/>
          </p:nvSpPr>
          <p:spPr>
            <a:xfrm flipV="1" rot="5400000">
              <a:off x="4333680" y="2053080"/>
              <a:ext cx="608040" cy="6141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94" name=""/>
            <p:cNvSpPr/>
            <p:nvPr/>
          </p:nvSpPr>
          <p:spPr>
            <a:xfrm flipV="1" rot="5400000">
              <a:off x="3939480" y="2094840"/>
              <a:ext cx="660240" cy="52848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95" name=""/>
            <p:cNvSpPr/>
            <p:nvPr/>
          </p:nvSpPr>
          <p:spPr>
            <a:xfrm>
              <a:off x="5556240" y="3483000"/>
              <a:ext cx="736560" cy="5032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96" name=""/>
            <p:cNvSpPr/>
            <p:nvPr/>
          </p:nvSpPr>
          <p:spPr>
            <a:xfrm>
              <a:off x="5524560" y="3195720"/>
              <a:ext cx="803160" cy="43344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97" name=""/>
            <p:cNvSpPr/>
            <p:nvPr/>
          </p:nvSpPr>
          <p:spPr>
            <a:xfrm flipH="1" flipV="1" rot="16200000">
              <a:off x="3970080" y="4450320"/>
              <a:ext cx="603360" cy="6145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698" name=""/>
            <p:cNvSpPr/>
            <p:nvPr/>
          </p:nvSpPr>
          <p:spPr>
            <a:xfrm flipH="1" flipV="1" rot="16200000">
              <a:off x="4309200" y="4491720"/>
              <a:ext cx="658800" cy="53352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3699" name=""/>
          <p:cNvSpPr/>
          <p:nvPr/>
        </p:nvSpPr>
        <p:spPr>
          <a:xfrm>
            <a:off x="1649520" y="1284120"/>
            <a:ext cx="26812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700" name=""/>
          <p:cNvSpPr/>
          <p:nvPr/>
        </p:nvSpPr>
        <p:spPr>
          <a:xfrm>
            <a:off x="4568760" y="1284120"/>
            <a:ext cx="26830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701" name=""/>
          <p:cNvSpPr/>
          <p:nvPr/>
        </p:nvSpPr>
        <p:spPr>
          <a:xfrm>
            <a:off x="1649520" y="3956040"/>
            <a:ext cx="26812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702" name=""/>
          <p:cNvSpPr/>
          <p:nvPr/>
        </p:nvSpPr>
        <p:spPr>
          <a:xfrm>
            <a:off x="4568760" y="3956040"/>
            <a:ext cx="26830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61189F02-2965-495C-B27A-C5C5744371A3}" type="slidenum">
              <a:t>205</a:t>
            </a:fld>
          </a:p>
        </p:txBody>
      </p:sp>
    </p:spTree>
  </p:cSld>
  <mc:AlternateContent>
    <mc:Choice Requires="p14">
      <p:transition spd="slow" p14:dur="2000"/>
    </mc:Choice>
    <mc:Fallback>
      <p:transition spd="slow"/>
    </mc:Fallback>
  </mc:AlternateContent>
</p:sld>
</file>

<file path=ppt/slides/slide2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03" name=""/>
          <p:cNvSpPr/>
          <p:nvPr/>
        </p:nvSpPr>
        <p:spPr>
          <a:xfrm>
            <a:off x="4214880" y="1440000"/>
            <a:ext cx="3564000" cy="4236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0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70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70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707" name=""/>
          <p:cNvSpPr/>
          <p:nvPr/>
        </p:nvSpPr>
        <p:spPr>
          <a:xfrm>
            <a:off x="880920" y="1440000"/>
            <a:ext cx="3562560" cy="4236840"/>
          </a:xfrm>
          <a:custGeom>
            <a:avLst/>
            <a:gdLst>
              <a:gd name="textAreaLeft" fmla="*/ 0 w 3562560"/>
              <a:gd name="textAreaRight" fmla="*/ 3562920 w 3562560"/>
              <a:gd name="textAreaTop" fmla="*/ 0 h 4236840"/>
              <a:gd name="textAreaBottom" fmla="*/ 4237200 h 4236840"/>
            </a:gdLst>
            <a:ahLst/>
            <a:rect l="textAreaLeft" t="textAreaTop" r="textAreaRight" b="textAreaBottom"/>
            <a:pathLst>
              <a:path w="21600" h="21600">
                <a:moveTo>
                  <a:pt x="0" y="0"/>
                </a:moveTo>
                <a:lnTo>
                  <a:pt x="17695" y="0"/>
                </a:lnTo>
                <a:lnTo>
                  <a:pt x="21600" y="10800"/>
                </a:lnTo>
                <a:lnTo>
                  <a:pt x="17695"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08" name=""/>
          <p:cNvSpPr/>
          <p:nvPr/>
        </p:nvSpPr>
        <p:spPr>
          <a:xfrm>
            <a:off x="880920" y="1434960"/>
            <a:ext cx="3102120" cy="581040"/>
          </a:xfrm>
          <a:custGeom>
            <a:avLst/>
            <a:gdLst/>
            <a:ahLst/>
            <a:rect l="l" t="t" r="r" b="b"/>
            <a:pathLst>
              <a:path w="1955" h="366">
                <a:moveTo>
                  <a:pt x="3" y="0"/>
                </a:moveTo>
                <a:lnTo>
                  <a:pt x="0" y="366"/>
                </a:lnTo>
                <a:lnTo>
                  <a:pt x="1955" y="366"/>
                </a:lnTo>
                <a:lnTo>
                  <a:pt x="1849" y="2"/>
                </a:lnTo>
                <a:lnTo>
                  <a:pt x="3" y="0"/>
                </a:lnTo>
                <a:close/>
              </a:path>
            </a:pathLst>
          </a:custGeom>
          <a:solidFill>
            <a:srgbClr val="000000"/>
          </a:solidFill>
          <a:ln w="9360">
            <a:solidFill>
              <a:srgbClr val="00000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709" name=""/>
          <p:cNvSpPr/>
          <p:nvPr/>
        </p:nvSpPr>
        <p:spPr>
          <a:xfrm>
            <a:off x="4214880" y="1440000"/>
            <a:ext cx="3564000" cy="5792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10" name=""/>
          <p:cNvSpPr/>
          <p:nvPr/>
        </p:nvSpPr>
        <p:spPr>
          <a:xfrm>
            <a:off x="988920" y="1611360"/>
            <a:ext cx="28209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11" name=""/>
          <p:cNvSpPr/>
          <p:nvPr/>
        </p:nvSpPr>
        <p:spPr>
          <a:xfrm>
            <a:off x="4357800" y="1604880"/>
            <a:ext cx="28209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12" name=""/>
          <p:cNvSpPr/>
          <p:nvPr/>
        </p:nvSpPr>
        <p:spPr>
          <a:xfrm>
            <a:off x="988920" y="2139840"/>
            <a:ext cx="28576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713" name=""/>
          <p:cNvSpPr/>
          <p:nvPr/>
        </p:nvSpPr>
        <p:spPr>
          <a:xfrm>
            <a:off x="4591080" y="2139840"/>
            <a:ext cx="30765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2912592C-DC94-4E18-831F-E7971A2EB64B}" type="slidenum">
              <a:t>206</a:t>
            </a:fld>
          </a:p>
        </p:txBody>
      </p:sp>
    </p:spTree>
  </p:cSld>
  <mc:AlternateContent>
    <mc:Choice Requires="p14">
      <p:transition spd="slow" p14:dur="2000"/>
    </mc:Choice>
    <mc:Fallback>
      <p:transition spd="slow"/>
    </mc:Fallback>
  </mc:AlternateContent>
</p:sld>
</file>

<file path=ppt/slides/slide2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1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71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71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717" name=""/>
          <p:cNvGrpSpPr/>
          <p:nvPr/>
        </p:nvGrpSpPr>
        <p:grpSpPr>
          <a:xfrm>
            <a:off x="4540320" y="1440000"/>
            <a:ext cx="3564000" cy="4236840"/>
            <a:chOff x="4540320" y="1440000"/>
            <a:chExt cx="3564000" cy="4236840"/>
          </a:xfrm>
        </p:grpSpPr>
        <p:sp>
          <p:nvSpPr>
            <p:cNvPr id="3718" name=""/>
            <p:cNvSpPr/>
            <p:nvPr/>
          </p:nvSpPr>
          <p:spPr>
            <a:xfrm>
              <a:off x="4540320" y="1440000"/>
              <a:ext cx="3564000" cy="4236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19" name=""/>
            <p:cNvSpPr/>
            <p:nvPr/>
          </p:nvSpPr>
          <p:spPr>
            <a:xfrm>
              <a:off x="4540320" y="1440000"/>
              <a:ext cx="3564000" cy="5792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20" name=""/>
            <p:cNvSpPr/>
            <p:nvPr/>
          </p:nvSpPr>
          <p:spPr>
            <a:xfrm>
              <a:off x="4683240" y="1604880"/>
              <a:ext cx="33098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21" name=""/>
            <p:cNvSpPr/>
            <p:nvPr/>
          </p:nvSpPr>
          <p:spPr>
            <a:xfrm>
              <a:off x="4683240" y="2139840"/>
              <a:ext cx="33098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722" name=""/>
          <p:cNvGrpSpPr/>
          <p:nvPr/>
        </p:nvGrpSpPr>
        <p:grpSpPr>
          <a:xfrm>
            <a:off x="711360" y="1440000"/>
            <a:ext cx="3563640" cy="4236840"/>
            <a:chOff x="711360" y="1440000"/>
            <a:chExt cx="3563640" cy="4236840"/>
          </a:xfrm>
        </p:grpSpPr>
        <p:sp>
          <p:nvSpPr>
            <p:cNvPr id="3723" name=""/>
            <p:cNvSpPr/>
            <p:nvPr/>
          </p:nvSpPr>
          <p:spPr>
            <a:xfrm>
              <a:off x="711360" y="1440000"/>
              <a:ext cx="3563640" cy="4236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24" name=""/>
            <p:cNvSpPr/>
            <p:nvPr/>
          </p:nvSpPr>
          <p:spPr>
            <a:xfrm>
              <a:off x="711360" y="1440000"/>
              <a:ext cx="3563640" cy="5792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25" name=""/>
            <p:cNvSpPr/>
            <p:nvPr/>
          </p:nvSpPr>
          <p:spPr>
            <a:xfrm>
              <a:off x="853920" y="1604880"/>
              <a:ext cx="33094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26" name=""/>
            <p:cNvSpPr/>
            <p:nvPr/>
          </p:nvSpPr>
          <p:spPr>
            <a:xfrm>
              <a:off x="853920" y="2139840"/>
              <a:ext cx="33094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4CAF788C-C0DC-4273-9709-4800DE7D19A5}" type="slidenum">
              <a:t>207</a:t>
            </a:fld>
          </a:p>
        </p:txBody>
      </p:sp>
    </p:spTree>
  </p:cSld>
  <mc:AlternateContent>
    <mc:Choice Requires="p14">
      <p:transition spd="slow" p14:dur="2000"/>
    </mc:Choice>
    <mc:Fallback>
      <p:transition spd="slow"/>
    </mc:Fallback>
  </mc:AlternateContent>
</p:sld>
</file>

<file path=ppt/slides/slide2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27"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72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72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730" name=""/>
          <p:cNvSpPr/>
          <p:nvPr/>
        </p:nvSpPr>
        <p:spPr>
          <a:xfrm>
            <a:off x="376200" y="887400"/>
            <a:ext cx="3870360" cy="2517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31" name=""/>
          <p:cNvSpPr/>
          <p:nvPr/>
        </p:nvSpPr>
        <p:spPr>
          <a:xfrm>
            <a:off x="376200" y="887400"/>
            <a:ext cx="3870360" cy="4032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32" name=""/>
          <p:cNvSpPr/>
          <p:nvPr/>
        </p:nvSpPr>
        <p:spPr>
          <a:xfrm>
            <a:off x="500040" y="966960"/>
            <a:ext cx="35942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33" name=""/>
          <p:cNvSpPr/>
          <p:nvPr/>
        </p:nvSpPr>
        <p:spPr>
          <a:xfrm>
            <a:off x="500040" y="1390680"/>
            <a:ext cx="35942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734" name=""/>
          <p:cNvGrpSpPr/>
          <p:nvPr/>
        </p:nvGrpSpPr>
        <p:grpSpPr>
          <a:xfrm>
            <a:off x="4551480" y="885960"/>
            <a:ext cx="3870360" cy="2517480"/>
            <a:chOff x="4551480" y="885960"/>
            <a:chExt cx="3870360" cy="2517480"/>
          </a:xfrm>
        </p:grpSpPr>
        <p:sp>
          <p:nvSpPr>
            <p:cNvPr id="3735" name=""/>
            <p:cNvSpPr/>
            <p:nvPr/>
          </p:nvSpPr>
          <p:spPr>
            <a:xfrm>
              <a:off x="4551480" y="885960"/>
              <a:ext cx="3870360" cy="2517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36" name=""/>
            <p:cNvSpPr/>
            <p:nvPr/>
          </p:nvSpPr>
          <p:spPr>
            <a:xfrm>
              <a:off x="4551480" y="885960"/>
              <a:ext cx="3870360" cy="402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37" name=""/>
            <p:cNvSpPr/>
            <p:nvPr/>
          </p:nvSpPr>
          <p:spPr>
            <a:xfrm>
              <a:off x="4675320" y="965160"/>
              <a:ext cx="35938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38" name=""/>
            <p:cNvSpPr/>
            <p:nvPr/>
          </p:nvSpPr>
          <p:spPr>
            <a:xfrm>
              <a:off x="4675320" y="1388880"/>
              <a:ext cx="35938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739" name=""/>
          <p:cNvGrpSpPr/>
          <p:nvPr/>
        </p:nvGrpSpPr>
        <p:grpSpPr>
          <a:xfrm>
            <a:off x="376200" y="3605040"/>
            <a:ext cx="3870360" cy="2517840"/>
            <a:chOff x="376200" y="3605040"/>
            <a:chExt cx="3870360" cy="2517840"/>
          </a:xfrm>
        </p:grpSpPr>
        <p:sp>
          <p:nvSpPr>
            <p:cNvPr id="3740" name=""/>
            <p:cNvSpPr/>
            <p:nvPr/>
          </p:nvSpPr>
          <p:spPr>
            <a:xfrm>
              <a:off x="376200" y="3605040"/>
              <a:ext cx="3870360" cy="2517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41" name=""/>
            <p:cNvSpPr/>
            <p:nvPr/>
          </p:nvSpPr>
          <p:spPr>
            <a:xfrm>
              <a:off x="376200" y="3605040"/>
              <a:ext cx="3870360" cy="4032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42" name=""/>
            <p:cNvSpPr/>
            <p:nvPr/>
          </p:nvSpPr>
          <p:spPr>
            <a:xfrm>
              <a:off x="500040" y="3684600"/>
              <a:ext cx="35938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43" name=""/>
            <p:cNvSpPr/>
            <p:nvPr/>
          </p:nvSpPr>
          <p:spPr>
            <a:xfrm>
              <a:off x="500040" y="4108320"/>
              <a:ext cx="35938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744" name=""/>
          <p:cNvGrpSpPr/>
          <p:nvPr/>
        </p:nvGrpSpPr>
        <p:grpSpPr>
          <a:xfrm>
            <a:off x="4551480" y="3603600"/>
            <a:ext cx="3870360" cy="2517840"/>
            <a:chOff x="4551480" y="3603600"/>
            <a:chExt cx="3870360" cy="2517840"/>
          </a:xfrm>
        </p:grpSpPr>
        <p:sp>
          <p:nvSpPr>
            <p:cNvPr id="3745" name=""/>
            <p:cNvSpPr/>
            <p:nvPr/>
          </p:nvSpPr>
          <p:spPr>
            <a:xfrm>
              <a:off x="4551480" y="3603600"/>
              <a:ext cx="3870360" cy="2517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46" name=""/>
            <p:cNvSpPr/>
            <p:nvPr/>
          </p:nvSpPr>
          <p:spPr>
            <a:xfrm>
              <a:off x="4551480" y="3603600"/>
              <a:ext cx="3870360" cy="4032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47" name=""/>
            <p:cNvSpPr/>
            <p:nvPr/>
          </p:nvSpPr>
          <p:spPr>
            <a:xfrm>
              <a:off x="4675320" y="3683160"/>
              <a:ext cx="35938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48" name=""/>
            <p:cNvSpPr/>
            <p:nvPr/>
          </p:nvSpPr>
          <p:spPr>
            <a:xfrm>
              <a:off x="4675320" y="4106880"/>
              <a:ext cx="35938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1857EB88-3B78-460F-9CB7-B1872BF297FA}" type="slidenum">
              <a:t>208</a:t>
            </a:fld>
          </a:p>
        </p:txBody>
      </p:sp>
    </p:spTree>
  </p:cSld>
  <mc:AlternateContent>
    <mc:Choice Requires="p14">
      <p:transition spd="slow" p14:dur="2000"/>
    </mc:Choice>
    <mc:Fallback>
      <p:transition spd="slow"/>
    </mc:Fallback>
  </mc:AlternateContent>
</p:sld>
</file>

<file path=ppt/slides/slide2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49" name=""/>
          <p:cNvSpPr/>
          <p:nvPr/>
        </p:nvSpPr>
        <p:spPr>
          <a:xfrm>
            <a:off x="4460760" y="1093680"/>
            <a:ext cx="4027680" cy="2533680"/>
          </a:xfrm>
          <a:custGeom>
            <a:avLst/>
            <a:gdLst/>
            <a:ahLst/>
            <a:rect l="l" t="t" r="r" b="b"/>
            <a:pathLst>
              <a:path w="2537" h="1596">
                <a:moveTo>
                  <a:pt x="730" y="0"/>
                </a:moveTo>
                <a:lnTo>
                  <a:pt x="2537" y="0"/>
                </a:lnTo>
                <a:lnTo>
                  <a:pt x="2537" y="1411"/>
                </a:lnTo>
                <a:lnTo>
                  <a:pt x="730" y="1411"/>
                </a:lnTo>
                <a:lnTo>
                  <a:pt x="0" y="1596"/>
                </a:lnTo>
                <a:lnTo>
                  <a:pt x="0" y="1364"/>
                </a:lnTo>
                <a:lnTo>
                  <a:pt x="73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750" name=""/>
          <p:cNvSpPr/>
          <p:nvPr/>
        </p:nvSpPr>
        <p:spPr>
          <a:xfrm flipH="1">
            <a:off x="399960" y="1092240"/>
            <a:ext cx="4027680" cy="2533680"/>
          </a:xfrm>
          <a:custGeom>
            <a:avLst/>
            <a:gdLst/>
            <a:ahLst/>
            <a:rect l="l" t="t" r="r" b="b"/>
            <a:pathLst>
              <a:path w="2537" h="1596">
                <a:moveTo>
                  <a:pt x="730" y="0"/>
                </a:moveTo>
                <a:lnTo>
                  <a:pt x="2537" y="0"/>
                </a:lnTo>
                <a:lnTo>
                  <a:pt x="2537" y="1411"/>
                </a:lnTo>
                <a:lnTo>
                  <a:pt x="730" y="1411"/>
                </a:lnTo>
                <a:lnTo>
                  <a:pt x="0" y="1596"/>
                </a:lnTo>
                <a:lnTo>
                  <a:pt x="0" y="1364"/>
                </a:lnTo>
                <a:lnTo>
                  <a:pt x="73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751" name=""/>
          <p:cNvSpPr/>
          <p:nvPr/>
        </p:nvSpPr>
        <p:spPr>
          <a:xfrm flipV="1">
            <a:off x="4460760" y="3624120"/>
            <a:ext cx="4027680" cy="2533680"/>
          </a:xfrm>
          <a:custGeom>
            <a:avLst/>
            <a:gdLst/>
            <a:ahLst/>
            <a:rect l="l" t="t" r="r" b="b"/>
            <a:pathLst>
              <a:path w="2537" h="1596">
                <a:moveTo>
                  <a:pt x="730" y="0"/>
                </a:moveTo>
                <a:lnTo>
                  <a:pt x="2537" y="0"/>
                </a:lnTo>
                <a:lnTo>
                  <a:pt x="2537" y="1411"/>
                </a:lnTo>
                <a:lnTo>
                  <a:pt x="730" y="1411"/>
                </a:lnTo>
                <a:lnTo>
                  <a:pt x="0" y="1596"/>
                </a:lnTo>
                <a:lnTo>
                  <a:pt x="0" y="1364"/>
                </a:lnTo>
                <a:lnTo>
                  <a:pt x="73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752" name=""/>
          <p:cNvSpPr/>
          <p:nvPr/>
        </p:nvSpPr>
        <p:spPr>
          <a:xfrm flipH="1" flipV="1">
            <a:off x="399600" y="3624120"/>
            <a:ext cx="4027680" cy="2533680"/>
          </a:xfrm>
          <a:custGeom>
            <a:avLst/>
            <a:gdLst/>
            <a:ahLst/>
            <a:rect l="l" t="t" r="r" b="b"/>
            <a:pathLst>
              <a:path w="2537" h="1596">
                <a:moveTo>
                  <a:pt x="730" y="0"/>
                </a:moveTo>
                <a:lnTo>
                  <a:pt x="2537" y="0"/>
                </a:lnTo>
                <a:lnTo>
                  <a:pt x="2537" y="1411"/>
                </a:lnTo>
                <a:lnTo>
                  <a:pt x="730" y="1411"/>
                </a:lnTo>
                <a:lnTo>
                  <a:pt x="0" y="1596"/>
                </a:lnTo>
                <a:lnTo>
                  <a:pt x="0" y="1364"/>
                </a:lnTo>
                <a:lnTo>
                  <a:pt x="73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753" name="PlaceHolder 1"/>
          <p:cNvSpPr>
            <a:spLocks noGrp="1"/>
          </p:cNvSpPr>
          <p:nvPr>
            <p:ph type="title"/>
          </p:nvPr>
        </p:nvSpPr>
        <p:spPr>
          <a:xfrm>
            <a:off x="118800" y="229680"/>
            <a:ext cx="821988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754" name=""/>
          <p:cNvSpPr/>
          <p:nvPr/>
        </p:nvSpPr>
        <p:spPr>
          <a:xfrm>
            <a:off x="3670200" y="2995560"/>
            <a:ext cx="1549440" cy="1260360"/>
          </a:xfrm>
          <a:prstGeom prst="ellipse">
            <a:avLst/>
          </a:prstGeom>
          <a:solidFill>
            <a:srgbClr val="d0d0d0"/>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55" name=""/>
          <p:cNvSpPr/>
          <p:nvPr/>
        </p:nvSpPr>
        <p:spPr>
          <a:xfrm>
            <a:off x="3936960" y="3503520"/>
            <a:ext cx="101592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xxxxx</a:t>
            </a:r>
            <a:endParaRPr b="0" lang="en-US" sz="1600" spc="-1" strike="noStrike">
              <a:solidFill>
                <a:srgbClr val="000000"/>
              </a:solidFill>
              <a:latin typeface="Times New Roman"/>
            </a:endParaRPr>
          </a:p>
        </p:txBody>
      </p:sp>
      <p:sp>
        <p:nvSpPr>
          <p:cNvPr id="3756" name=""/>
          <p:cNvSpPr/>
          <p:nvPr/>
        </p:nvSpPr>
        <p:spPr>
          <a:xfrm>
            <a:off x="501480" y="1187280"/>
            <a:ext cx="2713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3757" name=""/>
          <p:cNvSpPr/>
          <p:nvPr/>
        </p:nvSpPr>
        <p:spPr>
          <a:xfrm>
            <a:off x="501480" y="1611360"/>
            <a:ext cx="27133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758" name=""/>
          <p:cNvSpPr/>
          <p:nvPr/>
        </p:nvSpPr>
        <p:spPr>
          <a:xfrm>
            <a:off x="5680080" y="1187280"/>
            <a:ext cx="27129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3759" name=""/>
          <p:cNvSpPr/>
          <p:nvPr/>
        </p:nvSpPr>
        <p:spPr>
          <a:xfrm>
            <a:off x="5680080" y="1611360"/>
            <a:ext cx="27129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760" name=""/>
          <p:cNvSpPr/>
          <p:nvPr/>
        </p:nvSpPr>
        <p:spPr>
          <a:xfrm>
            <a:off x="501480" y="4032360"/>
            <a:ext cx="2713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3761" name=""/>
          <p:cNvSpPr/>
          <p:nvPr/>
        </p:nvSpPr>
        <p:spPr>
          <a:xfrm>
            <a:off x="501480" y="4456080"/>
            <a:ext cx="27133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762" name=""/>
          <p:cNvSpPr/>
          <p:nvPr/>
        </p:nvSpPr>
        <p:spPr>
          <a:xfrm>
            <a:off x="5680080" y="4032360"/>
            <a:ext cx="27129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3763" name=""/>
          <p:cNvSpPr/>
          <p:nvPr/>
        </p:nvSpPr>
        <p:spPr>
          <a:xfrm>
            <a:off x="5680080" y="4456080"/>
            <a:ext cx="27129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9E6E0AA9-F44C-4BC6-97E3-B1D75715C6AE}" type="slidenum">
              <a:t>209</a:t>
            </a:fld>
          </a:p>
        </p:txBody>
      </p:sp>
    </p:spTree>
  </p:cSld>
  <mc:AlternateContent>
    <mc:Choice Requires="p14">
      <p:transition spd="slow" p14:dur="2000"/>
    </mc:Choice>
    <mc:Fallback>
      <p:transition spd="slow"/>
    </mc:Fallback>
  </mc:AlternateContent>
</p:sld>
</file>

<file path=ppt/slides/slide2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6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76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76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767" name=""/>
          <p:cNvSpPr/>
          <p:nvPr/>
        </p:nvSpPr>
        <p:spPr>
          <a:xfrm>
            <a:off x="5672160" y="1424160"/>
            <a:ext cx="2712960" cy="4211640"/>
          </a:xfrm>
          <a:custGeom>
            <a:avLst/>
            <a:gdLst>
              <a:gd name="textAreaLeft" fmla="*/ 0 w 2712960"/>
              <a:gd name="textAreaRight" fmla="*/ 2713320 w 2712960"/>
              <a:gd name="textAreaTop" fmla="*/ 0 h 4211640"/>
              <a:gd name="textAreaBottom" fmla="*/ 4212000 h 4211640"/>
            </a:gdLst>
            <a:ahLst/>
            <a:rect l="textAreaLeft" t="textAreaTop" r="textAreaRight" b="textAreaBottom"/>
            <a:pathLst>
              <a:path w="21600" h="21600">
                <a:moveTo>
                  <a:pt x="0" y="0"/>
                </a:moveTo>
                <a:lnTo>
                  <a:pt x="17994" y="0"/>
                </a:lnTo>
                <a:lnTo>
                  <a:pt x="21600" y="10800"/>
                </a:lnTo>
                <a:lnTo>
                  <a:pt x="17994"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68" name=""/>
          <p:cNvSpPr/>
          <p:nvPr/>
        </p:nvSpPr>
        <p:spPr>
          <a:xfrm>
            <a:off x="5864400" y="2031840"/>
            <a:ext cx="20952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3769" name=""/>
          <p:cNvSpPr/>
          <p:nvPr/>
        </p:nvSpPr>
        <p:spPr>
          <a:xfrm>
            <a:off x="5672160" y="1419120"/>
            <a:ext cx="2355840" cy="436680"/>
          </a:xfrm>
          <a:custGeom>
            <a:avLst/>
            <a:gdLst/>
            <a:ahLst/>
            <a:rect l="l" t="t" r="r" b="b"/>
            <a:pathLst>
              <a:path w="1544" h="311">
                <a:moveTo>
                  <a:pt x="0" y="0"/>
                </a:moveTo>
                <a:lnTo>
                  <a:pt x="1478" y="0"/>
                </a:lnTo>
                <a:lnTo>
                  <a:pt x="1544" y="311"/>
                </a:lnTo>
                <a:lnTo>
                  <a:pt x="0" y="311"/>
                </a:lnTo>
                <a:lnTo>
                  <a:pt x="0" y="0"/>
                </a:lnTo>
                <a:close/>
              </a:path>
            </a:pathLst>
          </a:custGeom>
          <a:solidFill>
            <a:srgbClr val="000000"/>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770" name=""/>
          <p:cNvSpPr/>
          <p:nvPr/>
        </p:nvSpPr>
        <p:spPr>
          <a:xfrm>
            <a:off x="5864400" y="1515960"/>
            <a:ext cx="194148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a:t>
            </a:r>
            <a:endParaRPr b="0" lang="en-US" sz="1600" spc="-1" strike="noStrike">
              <a:solidFill>
                <a:srgbClr val="000000"/>
              </a:solidFill>
              <a:latin typeface="Times New Roman"/>
            </a:endParaRPr>
          </a:p>
        </p:txBody>
      </p:sp>
      <p:sp>
        <p:nvSpPr>
          <p:cNvPr id="3771" name=""/>
          <p:cNvSpPr/>
          <p:nvPr/>
        </p:nvSpPr>
        <p:spPr>
          <a:xfrm>
            <a:off x="3116160" y="1424160"/>
            <a:ext cx="2713320" cy="4211640"/>
          </a:xfrm>
          <a:custGeom>
            <a:avLst/>
            <a:gdLst>
              <a:gd name="textAreaLeft" fmla="*/ 0 w 2713320"/>
              <a:gd name="textAreaRight" fmla="*/ 2713680 w 2713320"/>
              <a:gd name="textAreaTop" fmla="*/ 0 h 4211640"/>
              <a:gd name="textAreaBottom" fmla="*/ 4212000 h 4211640"/>
            </a:gdLst>
            <a:ahLst/>
            <a:rect l="textAreaLeft" t="textAreaTop" r="textAreaRight" b="textAreaBottom"/>
            <a:pathLst>
              <a:path w="21600" h="21600">
                <a:moveTo>
                  <a:pt x="0" y="0"/>
                </a:moveTo>
                <a:lnTo>
                  <a:pt x="17994" y="0"/>
                </a:lnTo>
                <a:lnTo>
                  <a:pt x="21600" y="10800"/>
                </a:lnTo>
                <a:lnTo>
                  <a:pt x="17994"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72" name=""/>
          <p:cNvSpPr/>
          <p:nvPr/>
        </p:nvSpPr>
        <p:spPr>
          <a:xfrm>
            <a:off x="3309840" y="2031840"/>
            <a:ext cx="20908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3773" name=""/>
          <p:cNvSpPr/>
          <p:nvPr/>
        </p:nvSpPr>
        <p:spPr>
          <a:xfrm>
            <a:off x="3116160" y="1419120"/>
            <a:ext cx="2354400" cy="436680"/>
          </a:xfrm>
          <a:custGeom>
            <a:avLst/>
            <a:gdLst/>
            <a:ahLst/>
            <a:rect l="l" t="t" r="r" b="b"/>
            <a:pathLst>
              <a:path w="1544" h="311">
                <a:moveTo>
                  <a:pt x="0" y="0"/>
                </a:moveTo>
                <a:lnTo>
                  <a:pt x="1478" y="0"/>
                </a:lnTo>
                <a:lnTo>
                  <a:pt x="1544" y="311"/>
                </a:lnTo>
                <a:lnTo>
                  <a:pt x="0" y="311"/>
                </a:lnTo>
                <a:lnTo>
                  <a:pt x="0" y="0"/>
                </a:lnTo>
                <a:close/>
              </a:path>
            </a:pathLst>
          </a:custGeom>
          <a:solidFill>
            <a:srgbClr val="000000"/>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774" name=""/>
          <p:cNvSpPr/>
          <p:nvPr/>
        </p:nvSpPr>
        <p:spPr>
          <a:xfrm>
            <a:off x="3309840" y="1515960"/>
            <a:ext cx="19386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a:t>
            </a:r>
            <a:endParaRPr b="0" lang="en-US" sz="1600" spc="-1" strike="noStrike">
              <a:solidFill>
                <a:srgbClr val="000000"/>
              </a:solidFill>
              <a:latin typeface="Times New Roman"/>
            </a:endParaRPr>
          </a:p>
        </p:txBody>
      </p:sp>
      <p:sp>
        <p:nvSpPr>
          <p:cNvPr id="3775" name=""/>
          <p:cNvSpPr/>
          <p:nvPr/>
        </p:nvSpPr>
        <p:spPr>
          <a:xfrm>
            <a:off x="550800" y="1424160"/>
            <a:ext cx="2712960" cy="4211640"/>
          </a:xfrm>
          <a:custGeom>
            <a:avLst/>
            <a:gdLst>
              <a:gd name="textAreaLeft" fmla="*/ 0 w 2712960"/>
              <a:gd name="textAreaRight" fmla="*/ 2713320 w 2712960"/>
              <a:gd name="textAreaTop" fmla="*/ 0 h 4211640"/>
              <a:gd name="textAreaBottom" fmla="*/ 4212000 h 4211640"/>
            </a:gdLst>
            <a:ahLst/>
            <a:rect l="textAreaLeft" t="textAreaTop" r="textAreaRight" b="textAreaBottom"/>
            <a:pathLst>
              <a:path w="21600" h="21600">
                <a:moveTo>
                  <a:pt x="0" y="0"/>
                </a:moveTo>
                <a:lnTo>
                  <a:pt x="17994" y="0"/>
                </a:lnTo>
                <a:lnTo>
                  <a:pt x="21600" y="10800"/>
                </a:lnTo>
                <a:lnTo>
                  <a:pt x="17994"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76" name=""/>
          <p:cNvSpPr/>
          <p:nvPr/>
        </p:nvSpPr>
        <p:spPr>
          <a:xfrm>
            <a:off x="744480" y="2031840"/>
            <a:ext cx="20941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spcAft>
                <a:spcPts val="1001"/>
              </a:spcAft>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3777" name=""/>
          <p:cNvSpPr/>
          <p:nvPr/>
        </p:nvSpPr>
        <p:spPr>
          <a:xfrm>
            <a:off x="550800" y="1419120"/>
            <a:ext cx="2355840" cy="436680"/>
          </a:xfrm>
          <a:custGeom>
            <a:avLst/>
            <a:gdLst/>
            <a:ahLst/>
            <a:rect l="l" t="t" r="r" b="b"/>
            <a:pathLst>
              <a:path w="1544" h="311">
                <a:moveTo>
                  <a:pt x="0" y="0"/>
                </a:moveTo>
                <a:lnTo>
                  <a:pt x="1478" y="0"/>
                </a:lnTo>
                <a:lnTo>
                  <a:pt x="1544" y="311"/>
                </a:lnTo>
                <a:lnTo>
                  <a:pt x="0" y="311"/>
                </a:lnTo>
                <a:lnTo>
                  <a:pt x="0" y="0"/>
                </a:lnTo>
                <a:close/>
              </a:path>
            </a:pathLst>
          </a:custGeom>
          <a:solidFill>
            <a:srgbClr val="000000"/>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3778" name=""/>
          <p:cNvSpPr/>
          <p:nvPr/>
        </p:nvSpPr>
        <p:spPr>
          <a:xfrm>
            <a:off x="744480" y="1515960"/>
            <a:ext cx="1940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00BC8AD3-7C98-4D16-8C8B-0C6371BCC6EC}" type="slidenum">
              <a:t>210</a:t>
            </a:fld>
          </a:p>
        </p:txBody>
      </p:sp>
    </p:spTree>
  </p:cSld>
  <mc:AlternateContent>
    <mc:Choice Requires="p14">
      <p:transition spd="slow" p14:dur="2000"/>
    </mc:Choice>
    <mc:Fallback>
      <p:transition spd="slow"/>
    </mc:Fallback>
  </mc:AlternateContent>
</p:sld>
</file>

<file path=ppt/slides/slide2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79"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78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78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782" name=""/>
          <p:cNvSpPr/>
          <p:nvPr/>
        </p:nvSpPr>
        <p:spPr>
          <a:xfrm>
            <a:off x="331920" y="1440000"/>
            <a:ext cx="3562200" cy="4236840"/>
          </a:xfrm>
          <a:custGeom>
            <a:avLst/>
            <a:gdLst>
              <a:gd name="textAreaLeft" fmla="*/ 0 w 3562200"/>
              <a:gd name="textAreaRight" fmla="*/ 3562560 w 3562200"/>
              <a:gd name="textAreaTop" fmla="*/ 0 h 4236840"/>
              <a:gd name="textAreaBottom" fmla="*/ 4237200 h 4236840"/>
            </a:gdLst>
            <a:ahLst/>
            <a:rect l="textAreaLeft" t="textAreaTop" r="textAreaRight" b="textAreaBottom"/>
            <a:pathLst>
              <a:path w="21600" h="21600">
                <a:moveTo>
                  <a:pt x="0" y="0"/>
                </a:moveTo>
                <a:lnTo>
                  <a:pt x="17695" y="0"/>
                </a:lnTo>
                <a:lnTo>
                  <a:pt x="21600" y="10800"/>
                </a:lnTo>
                <a:lnTo>
                  <a:pt x="17695"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83" name=""/>
          <p:cNvSpPr/>
          <p:nvPr/>
        </p:nvSpPr>
        <p:spPr>
          <a:xfrm>
            <a:off x="331920" y="1434960"/>
            <a:ext cx="3101760" cy="581040"/>
          </a:xfrm>
          <a:custGeom>
            <a:avLst/>
            <a:gdLst/>
            <a:ahLst/>
            <a:rect l="l" t="t" r="r" b="b"/>
            <a:pathLst>
              <a:path w="1955" h="366">
                <a:moveTo>
                  <a:pt x="3" y="0"/>
                </a:moveTo>
                <a:lnTo>
                  <a:pt x="0" y="366"/>
                </a:lnTo>
                <a:lnTo>
                  <a:pt x="1955" y="366"/>
                </a:lnTo>
                <a:lnTo>
                  <a:pt x="1849" y="2"/>
                </a:lnTo>
                <a:lnTo>
                  <a:pt x="3" y="0"/>
                </a:lnTo>
                <a:close/>
              </a:path>
            </a:pathLst>
          </a:custGeom>
          <a:solidFill>
            <a:srgbClr val="000000"/>
          </a:solidFill>
          <a:ln w="9360">
            <a:solidFill>
              <a:srgbClr val="00000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784" name=""/>
          <p:cNvSpPr/>
          <p:nvPr/>
        </p:nvSpPr>
        <p:spPr>
          <a:xfrm>
            <a:off x="439560" y="1611360"/>
            <a:ext cx="2821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85" name=""/>
          <p:cNvSpPr/>
          <p:nvPr/>
        </p:nvSpPr>
        <p:spPr>
          <a:xfrm>
            <a:off x="439560" y="2139840"/>
            <a:ext cx="28576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786" name=""/>
          <p:cNvSpPr/>
          <p:nvPr/>
        </p:nvSpPr>
        <p:spPr>
          <a:xfrm flipH="1">
            <a:off x="4964040" y="1440000"/>
            <a:ext cx="3562560" cy="4236840"/>
          </a:xfrm>
          <a:custGeom>
            <a:avLst/>
            <a:gdLst>
              <a:gd name="textAreaLeft" fmla="*/ 360 w 3562560"/>
              <a:gd name="textAreaRight" fmla="*/ 3563280 w 3562560"/>
              <a:gd name="textAreaTop" fmla="*/ 0 h 4236840"/>
              <a:gd name="textAreaBottom" fmla="*/ 4237200 h 4236840"/>
            </a:gdLst>
            <a:ahLst/>
            <a:rect l="textAreaLeft" t="textAreaTop" r="textAreaRight" b="textAreaBottom"/>
            <a:pathLst>
              <a:path w="21600" h="21600">
                <a:moveTo>
                  <a:pt x="0" y="0"/>
                </a:moveTo>
                <a:lnTo>
                  <a:pt x="17695" y="0"/>
                </a:lnTo>
                <a:lnTo>
                  <a:pt x="21600" y="10800"/>
                </a:lnTo>
                <a:lnTo>
                  <a:pt x="17695"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87" name=""/>
          <p:cNvSpPr/>
          <p:nvPr/>
        </p:nvSpPr>
        <p:spPr>
          <a:xfrm flipH="1">
            <a:off x="5423760" y="1434960"/>
            <a:ext cx="3102120" cy="581040"/>
          </a:xfrm>
          <a:custGeom>
            <a:avLst/>
            <a:gdLst/>
            <a:ahLst/>
            <a:rect l="l" t="t" r="r" b="b"/>
            <a:pathLst>
              <a:path w="1955" h="366">
                <a:moveTo>
                  <a:pt x="3" y="0"/>
                </a:moveTo>
                <a:lnTo>
                  <a:pt x="0" y="366"/>
                </a:lnTo>
                <a:lnTo>
                  <a:pt x="1955" y="366"/>
                </a:lnTo>
                <a:lnTo>
                  <a:pt x="1849" y="2"/>
                </a:lnTo>
                <a:lnTo>
                  <a:pt x="3" y="0"/>
                </a:lnTo>
                <a:close/>
              </a:path>
            </a:pathLst>
          </a:custGeom>
          <a:solidFill>
            <a:srgbClr val="000000"/>
          </a:solidFill>
          <a:ln w="9360">
            <a:solidFill>
              <a:srgbClr val="00000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3788" name=""/>
          <p:cNvSpPr/>
          <p:nvPr/>
        </p:nvSpPr>
        <p:spPr>
          <a:xfrm flipH="1">
            <a:off x="5727600" y="1611360"/>
            <a:ext cx="26877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3789" name=""/>
          <p:cNvSpPr/>
          <p:nvPr/>
        </p:nvSpPr>
        <p:spPr>
          <a:xfrm flipH="1">
            <a:off x="5726880" y="2139840"/>
            <a:ext cx="27226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790" name=""/>
          <p:cNvSpPr/>
          <p:nvPr/>
        </p:nvSpPr>
        <p:spPr>
          <a:xfrm>
            <a:off x="3029040" y="2325600"/>
            <a:ext cx="2743200" cy="2660760"/>
          </a:xfrm>
          <a:custGeom>
            <a:avLst/>
            <a:gdLst/>
            <a:ahLst/>
            <a:rect l="l" t="t" r="r" b="b"/>
            <a:pathLst>
              <a:path w="761" h="633">
                <a:moveTo>
                  <a:pt x="280" y="0"/>
                </a:moveTo>
                <a:lnTo>
                  <a:pt x="344" y="128"/>
                </a:lnTo>
                <a:lnTo>
                  <a:pt x="384" y="56"/>
                </a:lnTo>
                <a:lnTo>
                  <a:pt x="408" y="136"/>
                </a:lnTo>
                <a:lnTo>
                  <a:pt x="432" y="88"/>
                </a:lnTo>
                <a:lnTo>
                  <a:pt x="440" y="128"/>
                </a:lnTo>
                <a:lnTo>
                  <a:pt x="536" y="8"/>
                </a:lnTo>
                <a:lnTo>
                  <a:pt x="496" y="160"/>
                </a:lnTo>
                <a:lnTo>
                  <a:pt x="600" y="88"/>
                </a:lnTo>
                <a:lnTo>
                  <a:pt x="544" y="176"/>
                </a:lnTo>
                <a:lnTo>
                  <a:pt x="712" y="104"/>
                </a:lnTo>
                <a:lnTo>
                  <a:pt x="600" y="200"/>
                </a:lnTo>
                <a:lnTo>
                  <a:pt x="712" y="176"/>
                </a:lnTo>
                <a:lnTo>
                  <a:pt x="624" y="232"/>
                </a:lnTo>
                <a:lnTo>
                  <a:pt x="760" y="216"/>
                </a:lnTo>
                <a:lnTo>
                  <a:pt x="656" y="288"/>
                </a:lnTo>
                <a:lnTo>
                  <a:pt x="760" y="288"/>
                </a:lnTo>
                <a:lnTo>
                  <a:pt x="656" y="320"/>
                </a:lnTo>
                <a:lnTo>
                  <a:pt x="712" y="328"/>
                </a:lnTo>
                <a:lnTo>
                  <a:pt x="624" y="336"/>
                </a:lnTo>
                <a:lnTo>
                  <a:pt x="760" y="400"/>
                </a:lnTo>
                <a:lnTo>
                  <a:pt x="616" y="376"/>
                </a:lnTo>
                <a:lnTo>
                  <a:pt x="688" y="432"/>
                </a:lnTo>
                <a:lnTo>
                  <a:pt x="592" y="416"/>
                </a:lnTo>
                <a:lnTo>
                  <a:pt x="656" y="472"/>
                </a:lnTo>
                <a:lnTo>
                  <a:pt x="568" y="456"/>
                </a:lnTo>
                <a:lnTo>
                  <a:pt x="656" y="568"/>
                </a:lnTo>
                <a:lnTo>
                  <a:pt x="544" y="488"/>
                </a:lnTo>
                <a:lnTo>
                  <a:pt x="568" y="592"/>
                </a:lnTo>
                <a:lnTo>
                  <a:pt x="480" y="520"/>
                </a:lnTo>
                <a:lnTo>
                  <a:pt x="464" y="632"/>
                </a:lnTo>
                <a:lnTo>
                  <a:pt x="408" y="504"/>
                </a:lnTo>
                <a:lnTo>
                  <a:pt x="384" y="552"/>
                </a:lnTo>
                <a:lnTo>
                  <a:pt x="368" y="520"/>
                </a:lnTo>
                <a:lnTo>
                  <a:pt x="296" y="608"/>
                </a:lnTo>
                <a:lnTo>
                  <a:pt x="320" y="520"/>
                </a:lnTo>
                <a:lnTo>
                  <a:pt x="280" y="536"/>
                </a:lnTo>
                <a:lnTo>
                  <a:pt x="296" y="488"/>
                </a:lnTo>
                <a:lnTo>
                  <a:pt x="232" y="520"/>
                </a:lnTo>
                <a:lnTo>
                  <a:pt x="240" y="472"/>
                </a:lnTo>
                <a:lnTo>
                  <a:pt x="152" y="536"/>
                </a:lnTo>
                <a:lnTo>
                  <a:pt x="208" y="440"/>
                </a:lnTo>
                <a:lnTo>
                  <a:pt x="152" y="456"/>
                </a:lnTo>
                <a:lnTo>
                  <a:pt x="176" y="400"/>
                </a:lnTo>
                <a:lnTo>
                  <a:pt x="48" y="416"/>
                </a:lnTo>
                <a:lnTo>
                  <a:pt x="152" y="352"/>
                </a:lnTo>
                <a:lnTo>
                  <a:pt x="96" y="336"/>
                </a:lnTo>
                <a:lnTo>
                  <a:pt x="176" y="320"/>
                </a:lnTo>
                <a:lnTo>
                  <a:pt x="0" y="304"/>
                </a:lnTo>
                <a:lnTo>
                  <a:pt x="160" y="288"/>
                </a:lnTo>
                <a:lnTo>
                  <a:pt x="96" y="248"/>
                </a:lnTo>
                <a:lnTo>
                  <a:pt x="216" y="248"/>
                </a:lnTo>
                <a:lnTo>
                  <a:pt x="96" y="176"/>
                </a:lnTo>
                <a:lnTo>
                  <a:pt x="224" y="200"/>
                </a:lnTo>
                <a:lnTo>
                  <a:pt x="128" y="72"/>
                </a:lnTo>
                <a:lnTo>
                  <a:pt x="264" y="160"/>
                </a:lnTo>
                <a:lnTo>
                  <a:pt x="240" y="88"/>
                </a:lnTo>
                <a:lnTo>
                  <a:pt x="296" y="136"/>
                </a:lnTo>
                <a:lnTo>
                  <a:pt x="280" y="8"/>
                </a:lnTo>
                <a:lnTo>
                  <a:pt x="280" y="0"/>
                </a:lnTo>
                <a:close/>
              </a:path>
            </a:pathLst>
          </a:custGeom>
          <a:solidFill>
            <a:srgbClr val="ffffff"/>
          </a:solidFill>
          <a:ln w="9360">
            <a:solidFill>
              <a:srgbClr val="000000"/>
            </a:solidFill>
            <a:round/>
          </a:ln>
          <a:effectLst>
            <a:outerShdw dist="36147"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91" name=""/>
          <p:cNvSpPr/>
          <p:nvPr/>
        </p:nvSpPr>
        <p:spPr>
          <a:xfrm flipH="1">
            <a:off x="3792600" y="3519360"/>
            <a:ext cx="14414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6112D6FE-3721-4351-B484-B538D35D646B}" type="slidenum">
              <a:t>211</a:t>
            </a:fld>
          </a:p>
        </p:txBody>
      </p:sp>
    </p:spTree>
  </p:cSld>
  <mc:AlternateContent>
    <mc:Choice Requires="p14">
      <p:transition spd="slow" p14:dur="2000"/>
    </mc:Choice>
    <mc:Fallback>
      <p:transition spd="slow"/>
    </mc:Fallback>
  </mc:AlternateContent>
</p:sld>
</file>

<file path=ppt/slides/slide2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92" name=""/>
          <p:cNvSpPr/>
          <p:nvPr/>
        </p:nvSpPr>
        <p:spPr>
          <a:xfrm>
            <a:off x="2822400" y="1865160"/>
            <a:ext cx="3333960" cy="2111400"/>
          </a:xfrm>
          <a:prstGeom prst="triangle">
            <a:avLst>
              <a:gd name="adj" fmla="val 50000"/>
            </a:avLst>
          </a:prstGeom>
          <a:noFill/>
          <a:ln w="381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93"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79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79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796" name=""/>
          <p:cNvGrpSpPr/>
          <p:nvPr/>
        </p:nvGrpSpPr>
        <p:grpSpPr>
          <a:xfrm>
            <a:off x="3824280" y="1424160"/>
            <a:ext cx="1316160" cy="876240"/>
            <a:chOff x="3824280" y="1424160"/>
            <a:chExt cx="1316160" cy="876240"/>
          </a:xfrm>
        </p:grpSpPr>
        <p:sp>
          <p:nvSpPr>
            <p:cNvPr id="3797" name=""/>
            <p:cNvSpPr/>
            <p:nvPr/>
          </p:nvSpPr>
          <p:spPr>
            <a:xfrm>
              <a:off x="3824280" y="1424160"/>
              <a:ext cx="1316160" cy="8762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798" name=""/>
            <p:cNvSpPr/>
            <p:nvPr/>
          </p:nvSpPr>
          <p:spPr>
            <a:xfrm>
              <a:off x="3879000" y="1460520"/>
              <a:ext cx="1206000" cy="8028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799" name=""/>
          <p:cNvGrpSpPr/>
          <p:nvPr/>
        </p:nvGrpSpPr>
        <p:grpSpPr>
          <a:xfrm>
            <a:off x="2502000" y="3538440"/>
            <a:ext cx="1315800" cy="876240"/>
            <a:chOff x="2502000" y="3538440"/>
            <a:chExt cx="1315800" cy="876240"/>
          </a:xfrm>
        </p:grpSpPr>
        <p:sp>
          <p:nvSpPr>
            <p:cNvPr id="3800" name=""/>
            <p:cNvSpPr/>
            <p:nvPr/>
          </p:nvSpPr>
          <p:spPr>
            <a:xfrm>
              <a:off x="2502000" y="3538440"/>
              <a:ext cx="1315800" cy="8762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01" name=""/>
            <p:cNvSpPr/>
            <p:nvPr/>
          </p:nvSpPr>
          <p:spPr>
            <a:xfrm>
              <a:off x="2556720" y="3574800"/>
              <a:ext cx="1205640" cy="8028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802" name=""/>
          <p:cNvGrpSpPr/>
          <p:nvPr/>
        </p:nvGrpSpPr>
        <p:grpSpPr>
          <a:xfrm>
            <a:off x="5148360" y="3538440"/>
            <a:ext cx="1315800" cy="876240"/>
            <a:chOff x="5148360" y="3538440"/>
            <a:chExt cx="1315800" cy="876240"/>
          </a:xfrm>
        </p:grpSpPr>
        <p:sp>
          <p:nvSpPr>
            <p:cNvPr id="3803" name=""/>
            <p:cNvSpPr/>
            <p:nvPr/>
          </p:nvSpPr>
          <p:spPr>
            <a:xfrm>
              <a:off x="5148360" y="3538440"/>
              <a:ext cx="1315800" cy="8762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04" name=""/>
            <p:cNvSpPr/>
            <p:nvPr/>
          </p:nvSpPr>
          <p:spPr>
            <a:xfrm>
              <a:off x="5203080" y="3574800"/>
              <a:ext cx="1205640" cy="8028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805" name=""/>
          <p:cNvSpPr/>
          <p:nvPr/>
        </p:nvSpPr>
        <p:spPr>
          <a:xfrm flipH="1">
            <a:off x="5441400" y="1403280"/>
            <a:ext cx="24382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06" name=""/>
          <p:cNvSpPr/>
          <p:nvPr/>
        </p:nvSpPr>
        <p:spPr>
          <a:xfrm flipH="1">
            <a:off x="5205240" y="4635360"/>
            <a:ext cx="2438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07" name=""/>
          <p:cNvSpPr/>
          <p:nvPr/>
        </p:nvSpPr>
        <p:spPr>
          <a:xfrm flipH="1">
            <a:off x="1419120" y="4635360"/>
            <a:ext cx="2438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08" name=""/>
          <p:cNvSpPr/>
          <p:nvPr/>
        </p:nvSpPr>
        <p:spPr>
          <a:xfrm flipH="1">
            <a:off x="3797280" y="3003480"/>
            <a:ext cx="13730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4B76F916-2BF6-4442-9ADA-F17F856E6008}" type="slidenum">
              <a:t>212</a:t>
            </a:fld>
          </a:p>
        </p:txBody>
      </p:sp>
    </p:spTree>
  </p:cSld>
  <mc:AlternateContent>
    <mc:Choice Requires="p14">
      <p:transition spd="slow" p14:dur="2000"/>
    </mc:Choice>
    <mc:Fallback>
      <p:transition spd="slow"/>
    </mc:Fallback>
  </mc:AlternateContent>
</p:sld>
</file>

<file path=ppt/slides/slide2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09"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81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81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812" name=""/>
          <p:cNvGrpSpPr/>
          <p:nvPr/>
        </p:nvGrpSpPr>
        <p:grpSpPr>
          <a:xfrm>
            <a:off x="128520" y="1244520"/>
            <a:ext cx="8610480" cy="4003920"/>
            <a:chOff x="128520" y="1244520"/>
            <a:chExt cx="8610480" cy="4003920"/>
          </a:xfrm>
        </p:grpSpPr>
        <p:sp>
          <p:nvSpPr>
            <p:cNvPr id="3813" name=""/>
            <p:cNvSpPr/>
            <p:nvPr/>
          </p:nvSpPr>
          <p:spPr>
            <a:xfrm>
              <a:off x="2676600" y="1852560"/>
              <a:ext cx="3440160" cy="3202200"/>
            </a:xfrm>
            <a:prstGeom prst="ellipse">
              <a:avLst/>
            </a:prstGeom>
            <a:noFill/>
            <a:ln w="2844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3814" name=""/>
            <p:cNvGrpSpPr/>
            <p:nvPr/>
          </p:nvGrpSpPr>
          <p:grpSpPr>
            <a:xfrm>
              <a:off x="4687920" y="4332240"/>
              <a:ext cx="1552320" cy="916200"/>
              <a:chOff x="4687920" y="4332240"/>
              <a:chExt cx="1552320" cy="916200"/>
            </a:xfrm>
          </p:grpSpPr>
          <p:sp>
            <p:nvSpPr>
              <p:cNvPr id="3815" name=""/>
              <p:cNvSpPr/>
              <p:nvPr/>
            </p:nvSpPr>
            <p:spPr>
              <a:xfrm>
                <a:off x="4687920" y="4332240"/>
                <a:ext cx="1552320" cy="91620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16" name=""/>
              <p:cNvSpPr/>
              <p:nvPr/>
            </p:nvSpPr>
            <p:spPr>
              <a:xfrm>
                <a:off x="4752720" y="4370400"/>
                <a:ext cx="1422720" cy="8395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817" name=""/>
            <p:cNvGrpSpPr/>
            <p:nvPr/>
          </p:nvGrpSpPr>
          <p:grpSpPr>
            <a:xfrm>
              <a:off x="2550960" y="4332240"/>
              <a:ext cx="1552320" cy="916200"/>
              <a:chOff x="2550960" y="4332240"/>
              <a:chExt cx="1552320" cy="916200"/>
            </a:xfrm>
          </p:grpSpPr>
          <p:sp>
            <p:nvSpPr>
              <p:cNvPr id="3818" name=""/>
              <p:cNvSpPr/>
              <p:nvPr/>
            </p:nvSpPr>
            <p:spPr>
              <a:xfrm>
                <a:off x="2550960" y="4332240"/>
                <a:ext cx="1552320" cy="91620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19" name=""/>
              <p:cNvSpPr/>
              <p:nvPr/>
            </p:nvSpPr>
            <p:spPr>
              <a:xfrm>
                <a:off x="2615760" y="4370400"/>
                <a:ext cx="1422720" cy="8395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820" name=""/>
            <p:cNvGrpSpPr/>
            <p:nvPr/>
          </p:nvGrpSpPr>
          <p:grpSpPr>
            <a:xfrm>
              <a:off x="5337000" y="2738520"/>
              <a:ext cx="1552320" cy="915840"/>
              <a:chOff x="5337000" y="2738520"/>
              <a:chExt cx="1552320" cy="915840"/>
            </a:xfrm>
          </p:grpSpPr>
          <p:sp>
            <p:nvSpPr>
              <p:cNvPr id="3821" name=""/>
              <p:cNvSpPr/>
              <p:nvPr/>
            </p:nvSpPr>
            <p:spPr>
              <a:xfrm>
                <a:off x="5337000" y="2738520"/>
                <a:ext cx="1552320" cy="9158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22" name=""/>
              <p:cNvSpPr/>
              <p:nvPr/>
            </p:nvSpPr>
            <p:spPr>
              <a:xfrm>
                <a:off x="5401800" y="2776680"/>
                <a:ext cx="1422720" cy="8391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823" name=""/>
            <p:cNvGrpSpPr/>
            <p:nvPr/>
          </p:nvGrpSpPr>
          <p:grpSpPr>
            <a:xfrm>
              <a:off x="1908000" y="2743200"/>
              <a:ext cx="1552320" cy="915840"/>
              <a:chOff x="1908000" y="2743200"/>
              <a:chExt cx="1552320" cy="915840"/>
            </a:xfrm>
          </p:grpSpPr>
          <p:sp>
            <p:nvSpPr>
              <p:cNvPr id="3824" name=""/>
              <p:cNvSpPr/>
              <p:nvPr/>
            </p:nvSpPr>
            <p:spPr>
              <a:xfrm>
                <a:off x="1908000" y="2743200"/>
                <a:ext cx="1552320" cy="9158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25" name=""/>
              <p:cNvSpPr/>
              <p:nvPr/>
            </p:nvSpPr>
            <p:spPr>
              <a:xfrm>
                <a:off x="1972800" y="2781360"/>
                <a:ext cx="1422720" cy="8391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826" name=""/>
            <p:cNvGrpSpPr/>
            <p:nvPr/>
          </p:nvGrpSpPr>
          <p:grpSpPr>
            <a:xfrm>
              <a:off x="3584520" y="1528920"/>
              <a:ext cx="1552320" cy="915840"/>
              <a:chOff x="3584520" y="1528920"/>
              <a:chExt cx="1552320" cy="915840"/>
            </a:xfrm>
          </p:grpSpPr>
          <p:sp>
            <p:nvSpPr>
              <p:cNvPr id="3827" name=""/>
              <p:cNvSpPr/>
              <p:nvPr/>
            </p:nvSpPr>
            <p:spPr>
              <a:xfrm>
                <a:off x="3584520" y="1528920"/>
                <a:ext cx="1552320" cy="9158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28" name=""/>
              <p:cNvSpPr/>
              <p:nvPr/>
            </p:nvSpPr>
            <p:spPr>
              <a:xfrm>
                <a:off x="3649320" y="1567080"/>
                <a:ext cx="1422720" cy="8391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829" name=""/>
            <p:cNvSpPr/>
            <p:nvPr/>
          </p:nvSpPr>
          <p:spPr>
            <a:xfrm flipH="1">
              <a:off x="5173560" y="1244520"/>
              <a:ext cx="2438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30" name=""/>
            <p:cNvSpPr/>
            <p:nvPr/>
          </p:nvSpPr>
          <p:spPr>
            <a:xfrm flipH="1">
              <a:off x="3712320" y="3265560"/>
              <a:ext cx="137340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31" name=""/>
            <p:cNvSpPr/>
            <p:nvPr/>
          </p:nvSpPr>
          <p:spPr>
            <a:xfrm flipH="1">
              <a:off x="7055640" y="2738520"/>
              <a:ext cx="16830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32" name=""/>
            <p:cNvSpPr/>
            <p:nvPr/>
          </p:nvSpPr>
          <p:spPr>
            <a:xfrm flipH="1">
              <a:off x="6454800" y="4332240"/>
              <a:ext cx="1682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33" name=""/>
            <p:cNvSpPr/>
            <p:nvPr/>
          </p:nvSpPr>
          <p:spPr>
            <a:xfrm flipH="1">
              <a:off x="775440" y="4332240"/>
              <a:ext cx="16830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34" name=""/>
            <p:cNvSpPr/>
            <p:nvPr/>
          </p:nvSpPr>
          <p:spPr>
            <a:xfrm flipH="1">
              <a:off x="128520" y="2743200"/>
              <a:ext cx="1682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278DB607-AC6D-437E-8886-C6F741F2B40F}" type="slidenum">
              <a:t>213</a:t>
            </a:fld>
          </a:p>
        </p:txBody>
      </p:sp>
    </p:spTree>
  </p:cSld>
  <mc:AlternateContent>
    <mc:Choice Requires="p14">
      <p:transition spd="slow" p14:dur="2000"/>
    </mc:Choice>
    <mc:Fallback>
      <p:transition spd="slow"/>
    </mc:Fallback>
  </mc:AlternateContent>
</p:sld>
</file>

<file path=ppt/slides/slide2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3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SCP </a:t>
            </a:r>
            <a:endParaRPr b="1" lang="en-US" sz="1900" spc="-1" strike="noStrike">
              <a:solidFill>
                <a:srgbClr val="000000"/>
              </a:solidFill>
              <a:latin typeface="Arial"/>
            </a:endParaRPr>
          </a:p>
        </p:txBody>
      </p:sp>
      <p:sp>
        <p:nvSpPr>
          <p:cNvPr id="383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3837" name=""/>
          <p:cNvSpPr/>
          <p:nvPr/>
        </p:nvSpPr>
        <p:spPr>
          <a:xfrm>
            <a:off x="1782720" y="2249640"/>
            <a:ext cx="21528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xxx</a:t>
            </a:r>
            <a:endParaRPr b="0" lang="en-US" sz="1600" spc="-1" strike="noStrike">
              <a:solidFill>
                <a:srgbClr val="000000"/>
              </a:solidFill>
              <a:latin typeface="Times New Roman"/>
            </a:endParaRPr>
          </a:p>
        </p:txBody>
      </p:sp>
      <p:sp>
        <p:nvSpPr>
          <p:cNvPr id="3838" name=""/>
          <p:cNvSpPr/>
          <p:nvPr/>
        </p:nvSpPr>
        <p:spPr>
          <a:xfrm>
            <a:off x="4119480" y="2249640"/>
            <a:ext cx="21510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xxxx</a:t>
            </a:r>
            <a:endParaRPr b="0" lang="en-US" sz="1600" spc="-1" strike="noStrike">
              <a:solidFill>
                <a:srgbClr val="000000"/>
              </a:solidFill>
              <a:latin typeface="Times New Roman"/>
            </a:endParaRPr>
          </a:p>
        </p:txBody>
      </p:sp>
      <p:sp>
        <p:nvSpPr>
          <p:cNvPr id="3839" name=""/>
          <p:cNvSpPr/>
          <p:nvPr/>
        </p:nvSpPr>
        <p:spPr>
          <a:xfrm>
            <a:off x="6454800" y="2249640"/>
            <a:ext cx="21528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xxxx</a:t>
            </a:r>
            <a:endParaRPr b="0" lang="en-US" sz="1600" spc="-1" strike="noStrike">
              <a:solidFill>
                <a:srgbClr val="000000"/>
              </a:solidFill>
              <a:latin typeface="Times New Roman"/>
            </a:endParaRPr>
          </a:p>
        </p:txBody>
      </p:sp>
      <p:sp>
        <p:nvSpPr>
          <p:cNvPr id="3840" name=""/>
          <p:cNvSpPr/>
          <p:nvPr/>
        </p:nvSpPr>
        <p:spPr>
          <a:xfrm>
            <a:off x="311040" y="2249640"/>
            <a:ext cx="13734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xxxx</a:t>
            </a:r>
            <a:endParaRPr b="0" lang="en-US" sz="1600" spc="-1" strike="noStrike">
              <a:solidFill>
                <a:srgbClr val="000000"/>
              </a:solidFill>
              <a:latin typeface="Times New Roman"/>
            </a:endParaRPr>
          </a:p>
        </p:txBody>
      </p:sp>
      <p:sp>
        <p:nvSpPr>
          <p:cNvPr id="3841" name=""/>
          <p:cNvSpPr/>
          <p:nvPr/>
        </p:nvSpPr>
        <p:spPr>
          <a:xfrm>
            <a:off x="6445080" y="1157400"/>
            <a:ext cx="2217960" cy="777600"/>
          </a:xfrm>
          <a:prstGeom prst="rightArrow">
            <a:avLst>
              <a:gd name="adj1" fmla="val 100000"/>
              <a:gd name="adj2" fmla="val 25526"/>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432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Gulim"/>
              </a:rPr>
              <a:t>erformance</a:t>
            </a:r>
            <a:endParaRPr b="0" lang="en-US" sz="1600" spc="-1" strike="noStrike">
              <a:solidFill>
                <a:srgbClr val="000000"/>
              </a:solidFill>
              <a:latin typeface="Times New Roman"/>
            </a:endParaRPr>
          </a:p>
        </p:txBody>
      </p:sp>
      <p:sp>
        <p:nvSpPr>
          <p:cNvPr id="3842" name=""/>
          <p:cNvSpPr/>
          <p:nvPr/>
        </p:nvSpPr>
        <p:spPr>
          <a:xfrm>
            <a:off x="1782720" y="1157400"/>
            <a:ext cx="2217960" cy="777600"/>
          </a:xfrm>
          <a:prstGeom prst="rightArrow">
            <a:avLst>
              <a:gd name="adj1" fmla="val 100000"/>
              <a:gd name="adj2" fmla="val 25526"/>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432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Gulim"/>
              </a:rPr>
              <a:t>tructure</a:t>
            </a:r>
            <a:endParaRPr b="0" lang="en-US" sz="1600" spc="-1" strike="noStrike">
              <a:solidFill>
                <a:srgbClr val="000000"/>
              </a:solidFill>
              <a:latin typeface="Times New Roman"/>
            </a:endParaRPr>
          </a:p>
        </p:txBody>
      </p:sp>
      <p:sp>
        <p:nvSpPr>
          <p:cNvPr id="3843" name=""/>
          <p:cNvSpPr/>
          <p:nvPr/>
        </p:nvSpPr>
        <p:spPr>
          <a:xfrm>
            <a:off x="4119480" y="1157400"/>
            <a:ext cx="2214720" cy="777600"/>
          </a:xfrm>
          <a:prstGeom prst="rightArrow">
            <a:avLst>
              <a:gd name="adj1" fmla="val 100000"/>
              <a:gd name="adj2" fmla="val 25488"/>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432000" rIns="90000" tIns="46800" bIns="46800" anchor="ctr">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Gulim"/>
              </a:rPr>
              <a:t>onduct</a:t>
            </a:r>
            <a:endParaRPr b="0" lang="en-US" sz="1600" spc="-1" strike="noStrike">
              <a:solidFill>
                <a:srgbClr val="000000"/>
              </a:solidFill>
              <a:latin typeface="Times New Roman"/>
            </a:endParaRPr>
          </a:p>
        </p:txBody>
      </p:sp>
      <p:sp>
        <p:nvSpPr>
          <p:cNvPr id="3844" name=""/>
          <p:cNvSpPr/>
          <p:nvPr/>
        </p:nvSpPr>
        <p:spPr>
          <a:xfrm>
            <a:off x="176040" y="939960"/>
            <a:ext cx="1543320" cy="1130040"/>
          </a:xfrm>
          <a:custGeom>
            <a:avLst/>
            <a:gdLst/>
            <a:ahLst/>
            <a:rect l="l" t="t" r="r" b="b"/>
            <a:pathLst>
              <a:path w="1518" h="1503">
                <a:moveTo>
                  <a:pt x="864" y="291"/>
                </a:moveTo>
                <a:lnTo>
                  <a:pt x="1047" y="12"/>
                </a:lnTo>
                <a:lnTo>
                  <a:pt x="978" y="366"/>
                </a:lnTo>
                <a:lnTo>
                  <a:pt x="1173" y="195"/>
                </a:lnTo>
                <a:lnTo>
                  <a:pt x="1062" y="414"/>
                </a:lnTo>
                <a:lnTo>
                  <a:pt x="1392" y="234"/>
                </a:lnTo>
                <a:lnTo>
                  <a:pt x="1185" y="459"/>
                </a:lnTo>
                <a:lnTo>
                  <a:pt x="1389" y="405"/>
                </a:lnTo>
                <a:lnTo>
                  <a:pt x="1233" y="528"/>
                </a:lnTo>
                <a:lnTo>
                  <a:pt x="1500" y="495"/>
                </a:lnTo>
                <a:lnTo>
                  <a:pt x="1287" y="666"/>
                </a:lnTo>
                <a:lnTo>
                  <a:pt x="1491" y="666"/>
                </a:lnTo>
                <a:lnTo>
                  <a:pt x="1284" y="747"/>
                </a:lnTo>
                <a:lnTo>
                  <a:pt x="1404" y="783"/>
                </a:lnTo>
                <a:lnTo>
                  <a:pt x="1236" y="801"/>
                </a:lnTo>
                <a:lnTo>
                  <a:pt x="1518" y="939"/>
                </a:lnTo>
                <a:lnTo>
                  <a:pt x="1215" y="900"/>
                </a:lnTo>
                <a:lnTo>
                  <a:pt x="1368" y="1038"/>
                </a:lnTo>
                <a:lnTo>
                  <a:pt x="1161" y="1002"/>
                </a:lnTo>
                <a:lnTo>
                  <a:pt x="1293" y="1137"/>
                </a:lnTo>
                <a:lnTo>
                  <a:pt x="1113" y="1092"/>
                </a:lnTo>
                <a:lnTo>
                  <a:pt x="1281" y="1356"/>
                </a:lnTo>
                <a:lnTo>
                  <a:pt x="1068" y="1170"/>
                </a:lnTo>
                <a:lnTo>
                  <a:pt x="1122" y="1416"/>
                </a:lnTo>
                <a:lnTo>
                  <a:pt x="942" y="1242"/>
                </a:lnTo>
                <a:lnTo>
                  <a:pt x="921" y="1503"/>
                </a:lnTo>
                <a:lnTo>
                  <a:pt x="810" y="1200"/>
                </a:lnTo>
                <a:lnTo>
                  <a:pt x="753" y="1326"/>
                </a:lnTo>
                <a:lnTo>
                  <a:pt x="714" y="1233"/>
                </a:lnTo>
                <a:lnTo>
                  <a:pt x="579" y="1470"/>
                </a:lnTo>
                <a:lnTo>
                  <a:pt x="621" y="1239"/>
                </a:lnTo>
                <a:lnTo>
                  <a:pt x="444" y="1458"/>
                </a:lnTo>
                <a:lnTo>
                  <a:pt x="588" y="1170"/>
                </a:lnTo>
                <a:lnTo>
                  <a:pt x="423" y="1341"/>
                </a:lnTo>
                <a:lnTo>
                  <a:pt x="480" y="1128"/>
                </a:lnTo>
                <a:lnTo>
                  <a:pt x="291" y="1275"/>
                </a:lnTo>
                <a:lnTo>
                  <a:pt x="408" y="1050"/>
                </a:lnTo>
                <a:lnTo>
                  <a:pt x="279" y="1107"/>
                </a:lnTo>
                <a:lnTo>
                  <a:pt x="357" y="948"/>
                </a:lnTo>
                <a:lnTo>
                  <a:pt x="99" y="993"/>
                </a:lnTo>
                <a:lnTo>
                  <a:pt x="294" y="846"/>
                </a:lnTo>
                <a:lnTo>
                  <a:pt x="186" y="810"/>
                </a:lnTo>
                <a:lnTo>
                  <a:pt x="360" y="741"/>
                </a:lnTo>
                <a:lnTo>
                  <a:pt x="0" y="711"/>
                </a:lnTo>
                <a:lnTo>
                  <a:pt x="306" y="666"/>
                </a:lnTo>
                <a:lnTo>
                  <a:pt x="183" y="570"/>
                </a:lnTo>
                <a:lnTo>
                  <a:pt x="414" y="573"/>
                </a:lnTo>
                <a:lnTo>
                  <a:pt x="186" y="408"/>
                </a:lnTo>
                <a:lnTo>
                  <a:pt x="447" y="465"/>
                </a:lnTo>
                <a:lnTo>
                  <a:pt x="267" y="174"/>
                </a:lnTo>
                <a:lnTo>
                  <a:pt x="507" y="372"/>
                </a:lnTo>
                <a:lnTo>
                  <a:pt x="423" y="51"/>
                </a:lnTo>
                <a:lnTo>
                  <a:pt x="594" y="315"/>
                </a:lnTo>
                <a:lnTo>
                  <a:pt x="546" y="0"/>
                </a:lnTo>
                <a:lnTo>
                  <a:pt x="675" y="288"/>
                </a:lnTo>
                <a:lnTo>
                  <a:pt x="759" y="114"/>
                </a:lnTo>
                <a:lnTo>
                  <a:pt x="816" y="309"/>
                </a:lnTo>
                <a:lnTo>
                  <a:pt x="837" y="186"/>
                </a:lnTo>
                <a:lnTo>
                  <a:pt x="864" y="291"/>
                </a:lnTo>
                <a:close/>
              </a:path>
            </a:pathLst>
          </a:custGeom>
          <a:solidFill>
            <a:srgbClr val="ffffff"/>
          </a:solidFill>
          <a:ln w="9360">
            <a:solidFill>
              <a:srgbClr val="000000"/>
            </a:solidFill>
            <a:round/>
          </a:ln>
          <a:effectLst>
            <a:outerShdw dist="45929" dir="2028877" blurRad="0" rotWithShape="0">
              <a:srgbClr val="000000"/>
            </a:outerShdw>
          </a:effectLst>
        </p:spPr>
        <p:style>
          <a:lnRef idx="0"/>
          <a:fillRef idx="0"/>
          <a:effectRef idx="0"/>
          <a:fontRef idx="minor"/>
        </p:style>
        <p:txBody>
          <a:bodyPr wrap="none" lIns="340200" rIns="340200" tIns="169920" bIns="169920" anchor="ctr">
            <a:noAutofit/>
          </a:bodyPr>
          <a:p>
            <a:endParaRPr b="0" lang="en-US" sz="2400" spc="-1" strike="noStrike">
              <a:solidFill>
                <a:srgbClr val="000000"/>
              </a:solidFill>
              <a:latin typeface="Times New Roman"/>
            </a:endParaRPr>
          </a:p>
        </p:txBody>
      </p:sp>
      <p:sp>
        <p:nvSpPr>
          <p:cNvPr id="3845" name=""/>
          <p:cNvSpPr/>
          <p:nvPr/>
        </p:nvSpPr>
        <p:spPr>
          <a:xfrm>
            <a:off x="515880" y="1274760"/>
            <a:ext cx="974880" cy="4878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External shock</a:t>
            </a:r>
            <a:endParaRPr b="0" lang="en-US" sz="1600" spc="-1" strike="noStrike">
              <a:solidFill>
                <a:srgbClr val="000000"/>
              </a:solidFill>
              <a:latin typeface="Times New Roman"/>
            </a:endParaRPr>
          </a:p>
        </p:txBody>
      </p:sp>
      <p:sp>
        <p:nvSpPr>
          <p:cNvPr id="3846" name=""/>
          <p:cNvSpPr/>
          <p:nvPr/>
        </p:nvSpPr>
        <p:spPr>
          <a:xfrm>
            <a:off x="1782720" y="1155600"/>
            <a:ext cx="395280" cy="777960"/>
          </a:xfrm>
          <a:prstGeom prst="rect">
            <a:avLst/>
          </a:prstGeom>
          <a:solidFill>
            <a:srgbClr val="d0d0d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Gulim"/>
              </a:rPr>
              <a:t>S</a:t>
            </a:r>
            <a:endParaRPr b="0" lang="en-US" sz="1600" spc="-1" strike="noStrike">
              <a:solidFill>
                <a:srgbClr val="000000"/>
              </a:solidFill>
              <a:latin typeface="Times New Roman"/>
            </a:endParaRPr>
          </a:p>
        </p:txBody>
      </p:sp>
      <p:sp>
        <p:nvSpPr>
          <p:cNvPr id="3847" name=""/>
          <p:cNvSpPr/>
          <p:nvPr/>
        </p:nvSpPr>
        <p:spPr>
          <a:xfrm>
            <a:off x="4119480" y="1155600"/>
            <a:ext cx="392040" cy="777960"/>
          </a:xfrm>
          <a:prstGeom prst="rect">
            <a:avLst/>
          </a:prstGeom>
          <a:solidFill>
            <a:srgbClr val="d0d0d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Gulim"/>
              </a:rPr>
              <a:t>C</a:t>
            </a:r>
            <a:endParaRPr b="0" lang="en-US" sz="1600" spc="-1" strike="noStrike">
              <a:solidFill>
                <a:srgbClr val="000000"/>
              </a:solidFill>
              <a:latin typeface="Times New Roman"/>
            </a:endParaRPr>
          </a:p>
        </p:txBody>
      </p:sp>
      <p:sp>
        <p:nvSpPr>
          <p:cNvPr id="3848" name=""/>
          <p:cNvSpPr/>
          <p:nvPr/>
        </p:nvSpPr>
        <p:spPr>
          <a:xfrm>
            <a:off x="6445080" y="1155600"/>
            <a:ext cx="395280" cy="777960"/>
          </a:xfrm>
          <a:prstGeom prst="rect">
            <a:avLst/>
          </a:prstGeom>
          <a:solidFill>
            <a:srgbClr val="d0d0d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pc="-1" strike="noStrike">
                <a:solidFill>
                  <a:srgbClr val="000000"/>
                </a:solidFill>
                <a:latin typeface="Arial"/>
                <a:ea typeface="Gulim"/>
              </a:rPr>
              <a:t>P</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C31B1BA9-F24A-48B2-AD5A-E21CF2362A65}" type="slidenum">
              <a:t>214</a:t>
            </a:fld>
          </a:p>
        </p:txBody>
      </p:sp>
    </p:spTree>
  </p:cSld>
  <mc:AlternateContent>
    <mc:Choice Requires="p14">
      <p:transition spd="slow" p14:dur="2000"/>
    </mc:Choice>
    <mc:Fallback>
      <p:transition spd="slow"/>
    </mc:Fallback>
  </mc:AlternateContent>
</p:sld>
</file>

<file path=ppt/slides/slide2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49"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85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85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852" name=""/>
          <p:cNvGrpSpPr/>
          <p:nvPr/>
        </p:nvGrpSpPr>
        <p:grpSpPr>
          <a:xfrm>
            <a:off x="1424160" y="1093680"/>
            <a:ext cx="1640880" cy="825480"/>
            <a:chOff x="1424160" y="1093680"/>
            <a:chExt cx="1640880" cy="825480"/>
          </a:xfrm>
        </p:grpSpPr>
        <p:sp>
          <p:nvSpPr>
            <p:cNvPr id="3853" name=""/>
            <p:cNvSpPr/>
            <p:nvPr/>
          </p:nvSpPr>
          <p:spPr>
            <a:xfrm>
              <a:off x="1424160" y="1093680"/>
              <a:ext cx="164088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54" name=""/>
            <p:cNvSpPr/>
            <p:nvPr/>
          </p:nvSpPr>
          <p:spPr>
            <a:xfrm>
              <a:off x="1492200" y="1127880"/>
              <a:ext cx="150408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855" name=""/>
          <p:cNvGrpSpPr/>
          <p:nvPr/>
        </p:nvGrpSpPr>
        <p:grpSpPr>
          <a:xfrm>
            <a:off x="3308400" y="1093680"/>
            <a:ext cx="1639440" cy="825480"/>
            <a:chOff x="3308400" y="1093680"/>
            <a:chExt cx="1639440" cy="825480"/>
          </a:xfrm>
        </p:grpSpPr>
        <p:sp>
          <p:nvSpPr>
            <p:cNvPr id="3856" name=""/>
            <p:cNvSpPr/>
            <p:nvPr/>
          </p:nvSpPr>
          <p:spPr>
            <a:xfrm>
              <a:off x="3308400" y="1093680"/>
              <a:ext cx="163944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57" name=""/>
            <p:cNvSpPr/>
            <p:nvPr/>
          </p:nvSpPr>
          <p:spPr>
            <a:xfrm>
              <a:off x="3376440" y="1127880"/>
              <a:ext cx="150300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858" name=""/>
          <p:cNvGrpSpPr/>
          <p:nvPr/>
        </p:nvGrpSpPr>
        <p:grpSpPr>
          <a:xfrm>
            <a:off x="5191200" y="1093680"/>
            <a:ext cx="1640880" cy="825480"/>
            <a:chOff x="5191200" y="1093680"/>
            <a:chExt cx="1640880" cy="825480"/>
          </a:xfrm>
        </p:grpSpPr>
        <p:sp>
          <p:nvSpPr>
            <p:cNvPr id="3859" name=""/>
            <p:cNvSpPr/>
            <p:nvPr/>
          </p:nvSpPr>
          <p:spPr>
            <a:xfrm>
              <a:off x="5191200" y="1093680"/>
              <a:ext cx="164088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60" name=""/>
            <p:cNvSpPr/>
            <p:nvPr/>
          </p:nvSpPr>
          <p:spPr>
            <a:xfrm>
              <a:off x="5259240" y="1127880"/>
              <a:ext cx="150408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3861" name=""/>
          <p:cNvGrpSpPr/>
          <p:nvPr/>
        </p:nvGrpSpPr>
        <p:grpSpPr>
          <a:xfrm>
            <a:off x="7077240" y="1093680"/>
            <a:ext cx="1637640" cy="825480"/>
            <a:chOff x="7077240" y="1093680"/>
            <a:chExt cx="1637640" cy="825480"/>
          </a:xfrm>
        </p:grpSpPr>
        <p:sp>
          <p:nvSpPr>
            <p:cNvPr id="3862" name=""/>
            <p:cNvSpPr/>
            <p:nvPr/>
          </p:nvSpPr>
          <p:spPr>
            <a:xfrm>
              <a:off x="7077240" y="1093680"/>
              <a:ext cx="1637640" cy="825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63" name=""/>
            <p:cNvSpPr/>
            <p:nvPr/>
          </p:nvSpPr>
          <p:spPr>
            <a:xfrm>
              <a:off x="7145280" y="1127880"/>
              <a:ext cx="1501200" cy="756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864" name=""/>
          <p:cNvSpPr/>
          <p:nvPr/>
        </p:nvSpPr>
        <p:spPr>
          <a:xfrm>
            <a:off x="1420920" y="2141640"/>
            <a:ext cx="16128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65" name=""/>
          <p:cNvSpPr/>
          <p:nvPr/>
        </p:nvSpPr>
        <p:spPr>
          <a:xfrm>
            <a:off x="3303720" y="2141640"/>
            <a:ext cx="16142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66" name=""/>
          <p:cNvSpPr/>
          <p:nvPr/>
        </p:nvSpPr>
        <p:spPr>
          <a:xfrm>
            <a:off x="5187960" y="2141640"/>
            <a:ext cx="16146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67" name=""/>
          <p:cNvSpPr/>
          <p:nvPr/>
        </p:nvSpPr>
        <p:spPr>
          <a:xfrm>
            <a:off x="7070760" y="2141640"/>
            <a:ext cx="1616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868" name=""/>
          <p:cNvGrpSpPr/>
          <p:nvPr/>
        </p:nvGrpSpPr>
        <p:grpSpPr>
          <a:xfrm>
            <a:off x="120600" y="2141640"/>
            <a:ext cx="1092240" cy="734760"/>
            <a:chOff x="120600" y="2141640"/>
            <a:chExt cx="1092240" cy="734760"/>
          </a:xfrm>
        </p:grpSpPr>
        <p:sp>
          <p:nvSpPr>
            <p:cNvPr id="3869" name=""/>
            <p:cNvSpPr/>
            <p:nvPr/>
          </p:nvSpPr>
          <p:spPr>
            <a:xfrm>
              <a:off x="120600" y="2141640"/>
              <a:ext cx="1092240" cy="73476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70" name=""/>
            <p:cNvSpPr/>
            <p:nvPr/>
          </p:nvSpPr>
          <p:spPr>
            <a:xfrm>
              <a:off x="165960" y="2172240"/>
              <a:ext cx="1000800" cy="6732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871" name=""/>
          <p:cNvSpPr/>
          <p:nvPr/>
        </p:nvSpPr>
        <p:spPr>
          <a:xfrm>
            <a:off x="1420920" y="3965400"/>
            <a:ext cx="16128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72" name=""/>
          <p:cNvSpPr/>
          <p:nvPr/>
        </p:nvSpPr>
        <p:spPr>
          <a:xfrm>
            <a:off x="3303720" y="3965400"/>
            <a:ext cx="16142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73" name=""/>
          <p:cNvSpPr/>
          <p:nvPr/>
        </p:nvSpPr>
        <p:spPr>
          <a:xfrm>
            <a:off x="5187960" y="3965400"/>
            <a:ext cx="16146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874" name=""/>
          <p:cNvSpPr/>
          <p:nvPr/>
        </p:nvSpPr>
        <p:spPr>
          <a:xfrm>
            <a:off x="7070760" y="3965400"/>
            <a:ext cx="1616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3875" name=""/>
          <p:cNvGrpSpPr/>
          <p:nvPr/>
        </p:nvGrpSpPr>
        <p:grpSpPr>
          <a:xfrm>
            <a:off x="120600" y="3965400"/>
            <a:ext cx="1092240" cy="735120"/>
            <a:chOff x="120600" y="3965400"/>
            <a:chExt cx="1092240" cy="735120"/>
          </a:xfrm>
        </p:grpSpPr>
        <p:sp>
          <p:nvSpPr>
            <p:cNvPr id="3876" name=""/>
            <p:cNvSpPr/>
            <p:nvPr/>
          </p:nvSpPr>
          <p:spPr>
            <a:xfrm>
              <a:off x="120600" y="3965400"/>
              <a:ext cx="1092240" cy="7351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77" name=""/>
            <p:cNvSpPr/>
            <p:nvPr/>
          </p:nvSpPr>
          <p:spPr>
            <a:xfrm>
              <a:off x="165960" y="3996000"/>
              <a:ext cx="1000800" cy="6735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44BEC022-0DE6-4053-A67A-F9AEA2C261E1}" type="slidenum">
              <a:t>215</a:t>
            </a:fld>
          </a:p>
        </p:txBody>
      </p:sp>
    </p:spTree>
  </p:cSld>
  <mc:AlternateContent>
    <mc:Choice Requires="p14">
      <p:transition spd="slow" p14:dur="2000"/>
    </mc:Choice>
    <mc:Fallback>
      <p:transition spd="slow"/>
    </mc:Fallback>
  </mc:AlternateContent>
</p:sld>
</file>

<file path=ppt/slides/slide2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78"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87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88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881" name=""/>
          <p:cNvGrpSpPr/>
          <p:nvPr/>
        </p:nvGrpSpPr>
        <p:grpSpPr>
          <a:xfrm>
            <a:off x="1424160" y="1865160"/>
            <a:ext cx="1640880" cy="685800"/>
            <a:chOff x="1424160" y="1865160"/>
            <a:chExt cx="1640880" cy="685800"/>
          </a:xfrm>
        </p:grpSpPr>
        <p:sp>
          <p:nvSpPr>
            <p:cNvPr id="3882" name=""/>
            <p:cNvSpPr/>
            <p:nvPr/>
          </p:nvSpPr>
          <p:spPr>
            <a:xfrm>
              <a:off x="1424160" y="1865160"/>
              <a:ext cx="164088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83" name=""/>
            <p:cNvSpPr/>
            <p:nvPr/>
          </p:nvSpPr>
          <p:spPr>
            <a:xfrm>
              <a:off x="1492200" y="1893600"/>
              <a:ext cx="150408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3884" name=""/>
          <p:cNvGrpSpPr/>
          <p:nvPr/>
        </p:nvGrpSpPr>
        <p:grpSpPr>
          <a:xfrm>
            <a:off x="3308400" y="1865160"/>
            <a:ext cx="1639440" cy="685800"/>
            <a:chOff x="3308400" y="1865160"/>
            <a:chExt cx="1639440" cy="685800"/>
          </a:xfrm>
        </p:grpSpPr>
        <p:sp>
          <p:nvSpPr>
            <p:cNvPr id="3885" name=""/>
            <p:cNvSpPr/>
            <p:nvPr/>
          </p:nvSpPr>
          <p:spPr>
            <a:xfrm>
              <a:off x="3308400" y="1865160"/>
              <a:ext cx="163944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86" name=""/>
            <p:cNvSpPr/>
            <p:nvPr/>
          </p:nvSpPr>
          <p:spPr>
            <a:xfrm>
              <a:off x="3376440" y="1893600"/>
              <a:ext cx="150300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3887" name=""/>
          <p:cNvGrpSpPr/>
          <p:nvPr/>
        </p:nvGrpSpPr>
        <p:grpSpPr>
          <a:xfrm>
            <a:off x="5191200" y="1865160"/>
            <a:ext cx="1640880" cy="685800"/>
            <a:chOff x="5191200" y="1865160"/>
            <a:chExt cx="1640880" cy="685800"/>
          </a:xfrm>
        </p:grpSpPr>
        <p:sp>
          <p:nvSpPr>
            <p:cNvPr id="3888" name=""/>
            <p:cNvSpPr/>
            <p:nvPr/>
          </p:nvSpPr>
          <p:spPr>
            <a:xfrm>
              <a:off x="5191200" y="1865160"/>
              <a:ext cx="164088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89" name=""/>
            <p:cNvSpPr/>
            <p:nvPr/>
          </p:nvSpPr>
          <p:spPr>
            <a:xfrm>
              <a:off x="5259240" y="1893600"/>
              <a:ext cx="150408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3890" name=""/>
          <p:cNvGrpSpPr/>
          <p:nvPr/>
        </p:nvGrpSpPr>
        <p:grpSpPr>
          <a:xfrm>
            <a:off x="7077240" y="1865160"/>
            <a:ext cx="1637640" cy="685800"/>
            <a:chOff x="7077240" y="1865160"/>
            <a:chExt cx="1637640" cy="685800"/>
          </a:xfrm>
        </p:grpSpPr>
        <p:sp>
          <p:nvSpPr>
            <p:cNvPr id="3891" name=""/>
            <p:cNvSpPr/>
            <p:nvPr/>
          </p:nvSpPr>
          <p:spPr>
            <a:xfrm>
              <a:off x="7077240" y="1865160"/>
              <a:ext cx="163764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92" name=""/>
            <p:cNvSpPr/>
            <p:nvPr/>
          </p:nvSpPr>
          <p:spPr>
            <a:xfrm>
              <a:off x="7145280" y="1893600"/>
              <a:ext cx="150120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3893" name=""/>
          <p:cNvSpPr/>
          <p:nvPr/>
        </p:nvSpPr>
        <p:spPr>
          <a:xfrm>
            <a:off x="1420920" y="2754360"/>
            <a:ext cx="16128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894" name=""/>
          <p:cNvSpPr/>
          <p:nvPr/>
        </p:nvSpPr>
        <p:spPr>
          <a:xfrm>
            <a:off x="3303720" y="2754360"/>
            <a:ext cx="16142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895" name=""/>
          <p:cNvSpPr/>
          <p:nvPr/>
        </p:nvSpPr>
        <p:spPr>
          <a:xfrm>
            <a:off x="5187960" y="2754360"/>
            <a:ext cx="16146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896" name=""/>
          <p:cNvSpPr/>
          <p:nvPr/>
        </p:nvSpPr>
        <p:spPr>
          <a:xfrm>
            <a:off x="7070760" y="2754360"/>
            <a:ext cx="16160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3897" name=""/>
          <p:cNvGrpSpPr/>
          <p:nvPr/>
        </p:nvGrpSpPr>
        <p:grpSpPr>
          <a:xfrm>
            <a:off x="120600" y="2754360"/>
            <a:ext cx="1092240" cy="668160"/>
            <a:chOff x="120600" y="2754360"/>
            <a:chExt cx="1092240" cy="668160"/>
          </a:xfrm>
        </p:grpSpPr>
        <p:sp>
          <p:nvSpPr>
            <p:cNvPr id="3898" name=""/>
            <p:cNvSpPr/>
            <p:nvPr/>
          </p:nvSpPr>
          <p:spPr>
            <a:xfrm>
              <a:off x="120600" y="2754360"/>
              <a:ext cx="1092240" cy="66816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899" name=""/>
            <p:cNvSpPr/>
            <p:nvPr/>
          </p:nvSpPr>
          <p:spPr>
            <a:xfrm>
              <a:off x="165960" y="2782080"/>
              <a:ext cx="1000800" cy="6123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3900" name=""/>
          <p:cNvSpPr/>
          <p:nvPr/>
        </p:nvSpPr>
        <p:spPr>
          <a:xfrm>
            <a:off x="1420920" y="4414680"/>
            <a:ext cx="16128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901" name=""/>
          <p:cNvSpPr/>
          <p:nvPr/>
        </p:nvSpPr>
        <p:spPr>
          <a:xfrm>
            <a:off x="3303720" y="4414680"/>
            <a:ext cx="16142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902" name=""/>
          <p:cNvSpPr/>
          <p:nvPr/>
        </p:nvSpPr>
        <p:spPr>
          <a:xfrm>
            <a:off x="5187960" y="4414680"/>
            <a:ext cx="16146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903" name=""/>
          <p:cNvSpPr/>
          <p:nvPr/>
        </p:nvSpPr>
        <p:spPr>
          <a:xfrm>
            <a:off x="7070760" y="4414680"/>
            <a:ext cx="16160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3904" name=""/>
          <p:cNvGrpSpPr/>
          <p:nvPr/>
        </p:nvGrpSpPr>
        <p:grpSpPr>
          <a:xfrm>
            <a:off x="120600" y="4414680"/>
            <a:ext cx="1092240" cy="668520"/>
            <a:chOff x="120600" y="4414680"/>
            <a:chExt cx="1092240" cy="668520"/>
          </a:xfrm>
        </p:grpSpPr>
        <p:sp>
          <p:nvSpPr>
            <p:cNvPr id="3905" name=""/>
            <p:cNvSpPr/>
            <p:nvPr/>
          </p:nvSpPr>
          <p:spPr>
            <a:xfrm>
              <a:off x="120600" y="4414680"/>
              <a:ext cx="1092240" cy="6685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06" name=""/>
            <p:cNvSpPr/>
            <p:nvPr/>
          </p:nvSpPr>
          <p:spPr>
            <a:xfrm>
              <a:off x="165960" y="4442400"/>
              <a:ext cx="1000800" cy="6127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3907" name=""/>
          <p:cNvGrpSpPr/>
          <p:nvPr/>
        </p:nvGrpSpPr>
        <p:grpSpPr>
          <a:xfrm>
            <a:off x="3975120" y="814320"/>
            <a:ext cx="2190240" cy="685800"/>
            <a:chOff x="3975120" y="814320"/>
            <a:chExt cx="2190240" cy="685800"/>
          </a:xfrm>
        </p:grpSpPr>
        <p:sp>
          <p:nvSpPr>
            <p:cNvPr id="3908" name=""/>
            <p:cNvSpPr/>
            <p:nvPr/>
          </p:nvSpPr>
          <p:spPr>
            <a:xfrm>
              <a:off x="3975120" y="814320"/>
              <a:ext cx="219024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09" name=""/>
            <p:cNvSpPr/>
            <p:nvPr/>
          </p:nvSpPr>
          <p:spPr>
            <a:xfrm>
              <a:off x="4065840" y="842760"/>
              <a:ext cx="200772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cxnSp>
        <p:nvCxnSpPr>
          <p:cNvPr id="3910" name=""/>
          <p:cNvCxnSpPr>
            <a:stCxn id="3882" idx="0"/>
            <a:endCxn id="3908" idx="2"/>
          </p:cNvCxnSpPr>
          <p:nvPr/>
        </p:nvCxnSpPr>
        <p:spPr>
          <a:xfrm flipH="1" flipV="1" rot="5400000">
            <a:off x="3474720" y="269280"/>
            <a:ext cx="365760" cy="2826360"/>
          </a:xfrm>
          <a:prstGeom prst="bentConnector3">
            <a:avLst>
              <a:gd name="adj1" fmla="val 49950"/>
            </a:avLst>
          </a:prstGeom>
          <a:ln w="19080">
            <a:solidFill>
              <a:srgbClr val="000000"/>
            </a:solidFill>
            <a:miter/>
          </a:ln>
        </p:spPr>
      </p:cxnSp>
      <p:cxnSp>
        <p:nvCxnSpPr>
          <p:cNvPr id="3911" name=""/>
          <p:cNvCxnSpPr>
            <a:stCxn id="3885" idx="0"/>
            <a:endCxn id="3908" idx="2"/>
          </p:cNvCxnSpPr>
          <p:nvPr/>
        </p:nvCxnSpPr>
        <p:spPr>
          <a:xfrm flipH="1" flipV="1" rot="5400000">
            <a:off x="4416840" y="1211400"/>
            <a:ext cx="365760" cy="942120"/>
          </a:xfrm>
          <a:prstGeom prst="bentConnector3">
            <a:avLst>
              <a:gd name="adj1" fmla="val 49950"/>
            </a:avLst>
          </a:prstGeom>
          <a:ln w="19080">
            <a:solidFill>
              <a:srgbClr val="000000"/>
            </a:solidFill>
            <a:miter/>
          </a:ln>
        </p:spPr>
      </p:cxnSp>
      <p:cxnSp>
        <p:nvCxnSpPr>
          <p:cNvPr id="3912" name=""/>
          <p:cNvCxnSpPr>
            <a:stCxn id="3908" idx="2"/>
            <a:endCxn id="3888" idx="0"/>
          </p:cNvCxnSpPr>
          <p:nvPr/>
        </p:nvCxnSpPr>
        <p:spPr>
          <a:xfrm flipH="1" rot="16200000">
            <a:off x="5357880" y="1211760"/>
            <a:ext cx="365760" cy="942120"/>
          </a:xfrm>
          <a:prstGeom prst="bentConnector3">
            <a:avLst>
              <a:gd name="adj1" fmla="val 49950"/>
            </a:avLst>
          </a:prstGeom>
          <a:ln w="19080">
            <a:solidFill>
              <a:srgbClr val="000000"/>
            </a:solidFill>
            <a:miter/>
          </a:ln>
        </p:spPr>
      </p:cxnSp>
      <p:cxnSp>
        <p:nvCxnSpPr>
          <p:cNvPr id="3913" name=""/>
          <p:cNvCxnSpPr>
            <a:stCxn id="3908" idx="2"/>
            <a:endCxn id="3891" idx="0"/>
          </p:cNvCxnSpPr>
          <p:nvPr/>
        </p:nvCxnSpPr>
        <p:spPr>
          <a:xfrm flipH="1" rot="16200000">
            <a:off x="6300000" y="269640"/>
            <a:ext cx="365760" cy="2826360"/>
          </a:xfrm>
          <a:prstGeom prst="bentConnector3">
            <a:avLst>
              <a:gd name="adj1" fmla="val 49950"/>
            </a:avLst>
          </a:prstGeom>
          <a:ln w="19080">
            <a:solidFill>
              <a:srgbClr val="000000"/>
            </a:solidFill>
            <a:miter/>
          </a:ln>
        </p:spPr>
      </p:cxnSp>
      <p:sp>
        <p:nvSpPr>
          <p:cNvPr id="3" name="PlaceHolder 2"/>
          <p:cNvSpPr>
            <a:spLocks noGrp="1"/>
          </p:cNvSpPr>
          <p:nvPr>
            <p:ph type="sldNum" idx="2"/>
          </p:nvPr>
        </p:nvSpPr>
        <p:spPr/>
        <p:txBody>
          <a:bodyPr/>
          <a:p>
            <a:fld id="{A658CDE0-9D84-4A52-AF3E-7BF10588F018}" type="slidenum">
              <a:t>216</a:t>
            </a:fld>
          </a:p>
        </p:txBody>
      </p:sp>
    </p:spTree>
  </p:cSld>
  <mc:AlternateContent>
    <mc:Choice Requires="p14">
      <p:transition spd="slow" p14:dur="2000"/>
    </mc:Choice>
    <mc:Fallback>
      <p:transition spd="slow"/>
    </mc:Fallback>
  </mc:AlternateContent>
</p:sld>
</file>

<file path=ppt/slides/slide2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1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91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91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917" name=""/>
          <p:cNvGrpSpPr/>
          <p:nvPr/>
        </p:nvGrpSpPr>
        <p:grpSpPr>
          <a:xfrm>
            <a:off x="120600" y="2894040"/>
            <a:ext cx="903240" cy="668160"/>
            <a:chOff x="120600" y="2894040"/>
            <a:chExt cx="903240" cy="668160"/>
          </a:xfrm>
        </p:grpSpPr>
        <p:sp>
          <p:nvSpPr>
            <p:cNvPr id="3918" name=""/>
            <p:cNvSpPr/>
            <p:nvPr/>
          </p:nvSpPr>
          <p:spPr>
            <a:xfrm>
              <a:off x="120600" y="2894040"/>
              <a:ext cx="903240" cy="66816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19" name=""/>
            <p:cNvSpPr/>
            <p:nvPr/>
          </p:nvSpPr>
          <p:spPr>
            <a:xfrm>
              <a:off x="158040" y="2921760"/>
              <a:ext cx="827640" cy="61236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grpSp>
        <p:nvGrpSpPr>
          <p:cNvPr id="3920" name=""/>
          <p:cNvGrpSpPr/>
          <p:nvPr/>
        </p:nvGrpSpPr>
        <p:grpSpPr>
          <a:xfrm>
            <a:off x="120600" y="4554360"/>
            <a:ext cx="903240" cy="668520"/>
            <a:chOff x="120600" y="4554360"/>
            <a:chExt cx="903240" cy="668520"/>
          </a:xfrm>
        </p:grpSpPr>
        <p:sp>
          <p:nvSpPr>
            <p:cNvPr id="3921" name=""/>
            <p:cNvSpPr/>
            <p:nvPr/>
          </p:nvSpPr>
          <p:spPr>
            <a:xfrm>
              <a:off x="120600" y="4554360"/>
              <a:ext cx="903240" cy="6685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22" name=""/>
            <p:cNvSpPr/>
            <p:nvPr/>
          </p:nvSpPr>
          <p:spPr>
            <a:xfrm>
              <a:off x="158040" y="4582080"/>
              <a:ext cx="827640" cy="6127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grpSp>
        <p:nvGrpSpPr>
          <p:cNvPr id="3923" name=""/>
          <p:cNvGrpSpPr/>
          <p:nvPr/>
        </p:nvGrpSpPr>
        <p:grpSpPr>
          <a:xfrm>
            <a:off x="4194000" y="814320"/>
            <a:ext cx="1576080" cy="685800"/>
            <a:chOff x="4194000" y="814320"/>
            <a:chExt cx="1576080" cy="685800"/>
          </a:xfrm>
        </p:grpSpPr>
        <p:sp>
          <p:nvSpPr>
            <p:cNvPr id="3924" name=""/>
            <p:cNvSpPr/>
            <p:nvPr/>
          </p:nvSpPr>
          <p:spPr>
            <a:xfrm>
              <a:off x="4194000" y="814320"/>
              <a:ext cx="157608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25" name=""/>
            <p:cNvSpPr/>
            <p:nvPr/>
          </p:nvSpPr>
          <p:spPr>
            <a:xfrm>
              <a:off x="4259520" y="842760"/>
              <a:ext cx="144468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cxnSp>
        <p:nvCxnSpPr>
          <p:cNvPr id="3926" name=""/>
          <p:cNvCxnSpPr>
            <a:stCxn id="3927" idx="0"/>
            <a:endCxn id="3924" idx="2"/>
          </p:cNvCxnSpPr>
          <p:nvPr/>
        </p:nvCxnSpPr>
        <p:spPr>
          <a:xfrm flipH="1" flipV="1" rot="5400000">
            <a:off x="3141360" y="163080"/>
            <a:ext cx="505440" cy="3178800"/>
          </a:xfrm>
          <a:prstGeom prst="bentConnector3">
            <a:avLst>
              <a:gd name="adj1" fmla="val 49964"/>
            </a:avLst>
          </a:prstGeom>
          <a:ln w="19080">
            <a:solidFill>
              <a:srgbClr val="000000"/>
            </a:solidFill>
            <a:miter/>
          </a:ln>
        </p:spPr>
      </p:cxnSp>
      <p:cxnSp>
        <p:nvCxnSpPr>
          <p:cNvPr id="3928" name=""/>
          <p:cNvCxnSpPr>
            <a:stCxn id="3929" idx="0"/>
            <a:endCxn id="3924" idx="2"/>
          </p:cNvCxnSpPr>
          <p:nvPr/>
        </p:nvCxnSpPr>
        <p:spPr>
          <a:xfrm flipH="1" flipV="1" rot="5400000">
            <a:off x="3774600" y="796320"/>
            <a:ext cx="505440" cy="1911960"/>
          </a:xfrm>
          <a:prstGeom prst="bentConnector3">
            <a:avLst>
              <a:gd name="adj1" fmla="val 49964"/>
            </a:avLst>
          </a:prstGeom>
          <a:ln w="19080">
            <a:solidFill>
              <a:srgbClr val="000000"/>
            </a:solidFill>
            <a:miter/>
          </a:ln>
        </p:spPr>
      </p:cxnSp>
      <p:cxnSp>
        <p:nvCxnSpPr>
          <p:cNvPr id="3930" name=""/>
          <p:cNvCxnSpPr>
            <a:stCxn id="3924" idx="2"/>
            <a:endCxn id="3931" idx="0"/>
          </p:cNvCxnSpPr>
          <p:nvPr/>
        </p:nvCxnSpPr>
        <p:spPr>
          <a:xfrm rot="5400000">
            <a:off x="4408920" y="1431000"/>
            <a:ext cx="505440" cy="643320"/>
          </a:xfrm>
          <a:prstGeom prst="bentConnector3">
            <a:avLst>
              <a:gd name="adj1" fmla="val 49964"/>
            </a:avLst>
          </a:prstGeom>
          <a:ln w="19080">
            <a:solidFill>
              <a:srgbClr val="000000"/>
            </a:solidFill>
            <a:miter/>
          </a:ln>
        </p:spPr>
      </p:cxnSp>
      <p:cxnSp>
        <p:nvCxnSpPr>
          <p:cNvPr id="3932" name=""/>
          <p:cNvCxnSpPr>
            <a:stCxn id="3924" idx="2"/>
            <a:endCxn id="3933" idx="0"/>
          </p:cNvCxnSpPr>
          <p:nvPr/>
        </p:nvCxnSpPr>
        <p:spPr>
          <a:xfrm flipH="1" rot="16200000">
            <a:off x="5043600" y="1439640"/>
            <a:ext cx="505440" cy="626040"/>
          </a:xfrm>
          <a:prstGeom prst="bentConnector3">
            <a:avLst>
              <a:gd name="adj1" fmla="val 49964"/>
            </a:avLst>
          </a:prstGeom>
          <a:ln w="19080">
            <a:solidFill>
              <a:srgbClr val="000000"/>
            </a:solidFill>
            <a:miter/>
          </a:ln>
        </p:spPr>
      </p:cxnSp>
      <p:grpSp>
        <p:nvGrpSpPr>
          <p:cNvPr id="3934" name=""/>
          <p:cNvGrpSpPr/>
          <p:nvPr/>
        </p:nvGrpSpPr>
        <p:grpSpPr>
          <a:xfrm>
            <a:off x="1224000" y="2004840"/>
            <a:ext cx="1162080" cy="685800"/>
            <a:chOff x="1224000" y="2004840"/>
            <a:chExt cx="1162080" cy="685800"/>
          </a:xfrm>
        </p:grpSpPr>
        <p:sp>
          <p:nvSpPr>
            <p:cNvPr id="3927" name=""/>
            <p:cNvSpPr/>
            <p:nvPr/>
          </p:nvSpPr>
          <p:spPr>
            <a:xfrm>
              <a:off x="1224000" y="2004840"/>
              <a:ext cx="116208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35" name=""/>
            <p:cNvSpPr/>
            <p:nvPr/>
          </p:nvSpPr>
          <p:spPr>
            <a:xfrm>
              <a:off x="1272240" y="2033280"/>
              <a:ext cx="106524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3936" name=""/>
          <p:cNvSpPr/>
          <p:nvPr/>
        </p:nvSpPr>
        <p:spPr>
          <a:xfrm>
            <a:off x="1220760" y="2894040"/>
            <a:ext cx="116064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937" name=""/>
          <p:cNvSpPr/>
          <p:nvPr/>
        </p:nvSpPr>
        <p:spPr>
          <a:xfrm>
            <a:off x="1220760" y="4554360"/>
            <a:ext cx="116064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nvGrpSpPr>
          <p:cNvPr id="3938" name=""/>
          <p:cNvGrpSpPr/>
          <p:nvPr/>
        </p:nvGrpSpPr>
        <p:grpSpPr>
          <a:xfrm>
            <a:off x="2490840" y="2004840"/>
            <a:ext cx="1162080" cy="685800"/>
            <a:chOff x="2490840" y="2004840"/>
            <a:chExt cx="1162080" cy="685800"/>
          </a:xfrm>
        </p:grpSpPr>
        <p:sp>
          <p:nvSpPr>
            <p:cNvPr id="3929" name=""/>
            <p:cNvSpPr/>
            <p:nvPr/>
          </p:nvSpPr>
          <p:spPr>
            <a:xfrm>
              <a:off x="2490840" y="2004840"/>
              <a:ext cx="116208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39" name=""/>
            <p:cNvSpPr/>
            <p:nvPr/>
          </p:nvSpPr>
          <p:spPr>
            <a:xfrm>
              <a:off x="2539080" y="2033280"/>
              <a:ext cx="106524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3940" name=""/>
          <p:cNvSpPr/>
          <p:nvPr/>
        </p:nvSpPr>
        <p:spPr>
          <a:xfrm>
            <a:off x="2486160" y="289404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941" name=""/>
          <p:cNvSpPr/>
          <p:nvPr/>
        </p:nvSpPr>
        <p:spPr>
          <a:xfrm>
            <a:off x="2486160" y="455436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nvGrpSpPr>
          <p:cNvPr id="3942" name=""/>
          <p:cNvGrpSpPr/>
          <p:nvPr/>
        </p:nvGrpSpPr>
        <p:grpSpPr>
          <a:xfrm>
            <a:off x="3757680" y="2004840"/>
            <a:ext cx="1163520" cy="685800"/>
            <a:chOff x="3757680" y="2004840"/>
            <a:chExt cx="1163520" cy="685800"/>
          </a:xfrm>
        </p:grpSpPr>
        <p:sp>
          <p:nvSpPr>
            <p:cNvPr id="3931" name=""/>
            <p:cNvSpPr/>
            <p:nvPr/>
          </p:nvSpPr>
          <p:spPr>
            <a:xfrm>
              <a:off x="3757680" y="2004840"/>
              <a:ext cx="116352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43" name=""/>
            <p:cNvSpPr/>
            <p:nvPr/>
          </p:nvSpPr>
          <p:spPr>
            <a:xfrm>
              <a:off x="3805920" y="2033280"/>
              <a:ext cx="106632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3944" name=""/>
          <p:cNvSpPr/>
          <p:nvPr/>
        </p:nvSpPr>
        <p:spPr>
          <a:xfrm>
            <a:off x="3754440" y="289404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945" name=""/>
          <p:cNvSpPr/>
          <p:nvPr/>
        </p:nvSpPr>
        <p:spPr>
          <a:xfrm>
            <a:off x="3754440" y="455436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nvGrpSpPr>
          <p:cNvPr id="3946" name=""/>
          <p:cNvGrpSpPr/>
          <p:nvPr/>
        </p:nvGrpSpPr>
        <p:grpSpPr>
          <a:xfrm>
            <a:off x="5027760" y="2004840"/>
            <a:ext cx="1160280" cy="685800"/>
            <a:chOff x="5027760" y="2004840"/>
            <a:chExt cx="1160280" cy="685800"/>
          </a:xfrm>
        </p:grpSpPr>
        <p:sp>
          <p:nvSpPr>
            <p:cNvPr id="3933" name=""/>
            <p:cNvSpPr/>
            <p:nvPr/>
          </p:nvSpPr>
          <p:spPr>
            <a:xfrm>
              <a:off x="5027760" y="2004840"/>
              <a:ext cx="116028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47" name=""/>
            <p:cNvSpPr/>
            <p:nvPr/>
          </p:nvSpPr>
          <p:spPr>
            <a:xfrm>
              <a:off x="5076000" y="2033280"/>
              <a:ext cx="106344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3948" name=""/>
          <p:cNvSpPr/>
          <p:nvPr/>
        </p:nvSpPr>
        <p:spPr>
          <a:xfrm>
            <a:off x="5022720" y="289404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949" name=""/>
          <p:cNvSpPr/>
          <p:nvPr/>
        </p:nvSpPr>
        <p:spPr>
          <a:xfrm>
            <a:off x="5022720" y="455436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nvGrpSpPr>
          <p:cNvPr id="3950" name=""/>
          <p:cNvGrpSpPr/>
          <p:nvPr/>
        </p:nvGrpSpPr>
        <p:grpSpPr>
          <a:xfrm>
            <a:off x="6294600" y="2004840"/>
            <a:ext cx="1160280" cy="685800"/>
            <a:chOff x="6294600" y="2004840"/>
            <a:chExt cx="1160280" cy="685800"/>
          </a:xfrm>
        </p:grpSpPr>
        <p:sp>
          <p:nvSpPr>
            <p:cNvPr id="3951" name=""/>
            <p:cNvSpPr/>
            <p:nvPr/>
          </p:nvSpPr>
          <p:spPr>
            <a:xfrm>
              <a:off x="6294600" y="2004840"/>
              <a:ext cx="116028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52" name=""/>
            <p:cNvSpPr/>
            <p:nvPr/>
          </p:nvSpPr>
          <p:spPr>
            <a:xfrm>
              <a:off x="6342840" y="2033280"/>
              <a:ext cx="106344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3953" name=""/>
          <p:cNvSpPr/>
          <p:nvPr/>
        </p:nvSpPr>
        <p:spPr>
          <a:xfrm>
            <a:off x="6289560" y="289404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954" name=""/>
          <p:cNvSpPr/>
          <p:nvPr/>
        </p:nvSpPr>
        <p:spPr>
          <a:xfrm>
            <a:off x="6289560" y="455436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nvGrpSpPr>
          <p:cNvPr id="3955" name=""/>
          <p:cNvGrpSpPr/>
          <p:nvPr/>
        </p:nvGrpSpPr>
        <p:grpSpPr>
          <a:xfrm>
            <a:off x="7561440" y="2004840"/>
            <a:ext cx="1160280" cy="685800"/>
            <a:chOff x="7561440" y="2004840"/>
            <a:chExt cx="1160280" cy="685800"/>
          </a:xfrm>
        </p:grpSpPr>
        <p:sp>
          <p:nvSpPr>
            <p:cNvPr id="3956" name=""/>
            <p:cNvSpPr/>
            <p:nvPr/>
          </p:nvSpPr>
          <p:spPr>
            <a:xfrm>
              <a:off x="7561440" y="2004840"/>
              <a:ext cx="116028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57" name=""/>
            <p:cNvSpPr/>
            <p:nvPr/>
          </p:nvSpPr>
          <p:spPr>
            <a:xfrm>
              <a:off x="7609680" y="2033280"/>
              <a:ext cx="106344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3958" name=""/>
          <p:cNvSpPr/>
          <p:nvPr/>
        </p:nvSpPr>
        <p:spPr>
          <a:xfrm>
            <a:off x="7556400" y="289404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959" name=""/>
          <p:cNvSpPr/>
          <p:nvPr/>
        </p:nvSpPr>
        <p:spPr>
          <a:xfrm>
            <a:off x="7556400" y="4554360"/>
            <a:ext cx="1162080" cy="1832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cxnSp>
        <p:nvCxnSpPr>
          <p:cNvPr id="3960" name=""/>
          <p:cNvCxnSpPr>
            <a:stCxn id="3924" idx="2"/>
            <a:endCxn id="3951" idx="0"/>
          </p:cNvCxnSpPr>
          <p:nvPr/>
        </p:nvCxnSpPr>
        <p:spPr>
          <a:xfrm flipH="1" rot="16200000">
            <a:off x="5676120" y="806040"/>
            <a:ext cx="505440" cy="1893240"/>
          </a:xfrm>
          <a:prstGeom prst="bentConnector3">
            <a:avLst>
              <a:gd name="adj1" fmla="val 49964"/>
            </a:avLst>
          </a:prstGeom>
          <a:ln w="19080">
            <a:solidFill>
              <a:srgbClr val="000000"/>
            </a:solidFill>
            <a:miter/>
          </a:ln>
        </p:spPr>
      </p:cxnSp>
      <p:cxnSp>
        <p:nvCxnSpPr>
          <p:cNvPr id="3961" name=""/>
          <p:cNvCxnSpPr>
            <a:stCxn id="3924" idx="2"/>
            <a:endCxn id="3956" idx="0"/>
          </p:cNvCxnSpPr>
          <p:nvPr/>
        </p:nvCxnSpPr>
        <p:spPr>
          <a:xfrm flipH="1" rot="16200000">
            <a:off x="6309360" y="172800"/>
            <a:ext cx="505440" cy="3159720"/>
          </a:xfrm>
          <a:prstGeom prst="bentConnector3">
            <a:avLst>
              <a:gd name="adj1" fmla="val 49964"/>
            </a:avLst>
          </a:prstGeom>
          <a:ln w="19080">
            <a:solidFill>
              <a:srgbClr val="000000"/>
            </a:solidFill>
            <a:miter/>
          </a:ln>
        </p:spPr>
      </p:cxnSp>
      <p:sp>
        <p:nvSpPr>
          <p:cNvPr id="3" name="PlaceHolder 2"/>
          <p:cNvSpPr>
            <a:spLocks noGrp="1"/>
          </p:cNvSpPr>
          <p:nvPr>
            <p:ph type="sldNum" idx="2"/>
          </p:nvPr>
        </p:nvSpPr>
        <p:spPr/>
        <p:txBody>
          <a:bodyPr/>
          <a:p>
            <a:fld id="{16091BAA-4ECA-4ACC-8BC2-6233B5E0AAB8}" type="slidenum">
              <a:t>217</a:t>
            </a:fld>
          </a:p>
        </p:txBody>
      </p:sp>
    </p:spTree>
  </p:cSld>
  <mc:AlternateContent>
    <mc:Choice Requires="p14">
      <p:transition spd="slow" p14:dur="2000"/>
    </mc:Choice>
    <mc:Fallback>
      <p:transition spd="slow"/>
    </mc:Fallback>
  </mc:AlternateContent>
</p:sld>
</file>

<file path=ppt/slides/slide2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62"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396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96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3965" name=""/>
          <p:cNvGrpSpPr/>
          <p:nvPr/>
        </p:nvGrpSpPr>
        <p:grpSpPr>
          <a:xfrm>
            <a:off x="3336840" y="1878120"/>
            <a:ext cx="2190600" cy="685800"/>
            <a:chOff x="3336840" y="1878120"/>
            <a:chExt cx="2190600" cy="685800"/>
          </a:xfrm>
        </p:grpSpPr>
        <p:sp>
          <p:nvSpPr>
            <p:cNvPr id="3966" name=""/>
            <p:cNvSpPr/>
            <p:nvPr/>
          </p:nvSpPr>
          <p:spPr>
            <a:xfrm>
              <a:off x="3336840" y="1878120"/>
              <a:ext cx="219060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67" name=""/>
            <p:cNvSpPr/>
            <p:nvPr/>
          </p:nvSpPr>
          <p:spPr>
            <a:xfrm>
              <a:off x="3427920" y="1906560"/>
              <a:ext cx="200808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cxnSp>
        <p:nvCxnSpPr>
          <p:cNvPr id="3968" name=""/>
          <p:cNvCxnSpPr>
            <a:stCxn id="3969" idx="0"/>
            <a:endCxn id="3966" idx="2"/>
          </p:cNvCxnSpPr>
          <p:nvPr/>
        </p:nvCxnSpPr>
        <p:spPr>
          <a:xfrm flipH="1" flipV="1" rot="5400000">
            <a:off x="2425320" y="1068120"/>
            <a:ext cx="511920" cy="3502800"/>
          </a:xfrm>
          <a:prstGeom prst="bentConnector3">
            <a:avLst>
              <a:gd name="adj1" fmla="val 49964"/>
            </a:avLst>
          </a:prstGeom>
          <a:ln w="19080">
            <a:solidFill>
              <a:srgbClr val="000000"/>
            </a:solidFill>
            <a:miter/>
          </a:ln>
        </p:spPr>
      </p:cxnSp>
      <p:cxnSp>
        <p:nvCxnSpPr>
          <p:cNvPr id="3970" name=""/>
          <p:cNvCxnSpPr>
            <a:stCxn id="3971" idx="0"/>
            <a:endCxn id="3966" idx="2"/>
          </p:cNvCxnSpPr>
          <p:nvPr/>
        </p:nvCxnSpPr>
        <p:spPr>
          <a:xfrm flipH="1" flipV="1" rot="5400000">
            <a:off x="3300840" y="1943640"/>
            <a:ext cx="511920" cy="1751760"/>
          </a:xfrm>
          <a:prstGeom prst="bentConnector3">
            <a:avLst>
              <a:gd name="adj1" fmla="val 49964"/>
            </a:avLst>
          </a:prstGeom>
          <a:ln w="19080">
            <a:solidFill>
              <a:srgbClr val="000000"/>
            </a:solidFill>
            <a:miter/>
          </a:ln>
        </p:spPr>
      </p:cxnSp>
      <p:cxnSp>
        <p:nvCxnSpPr>
          <p:cNvPr id="3972" name=""/>
          <p:cNvCxnSpPr>
            <a:stCxn id="3966" idx="2"/>
            <a:endCxn id="3973" idx="0"/>
          </p:cNvCxnSpPr>
          <p:nvPr/>
        </p:nvCxnSpPr>
        <p:spPr>
          <a:xfrm flipH="1" rot="16200000">
            <a:off x="4177440" y="2818440"/>
            <a:ext cx="511920" cy="2160"/>
          </a:xfrm>
          <a:prstGeom prst="bentConnector3">
            <a:avLst>
              <a:gd name="adj1" fmla="val 49964"/>
            </a:avLst>
          </a:prstGeom>
          <a:ln w="19080">
            <a:solidFill>
              <a:srgbClr val="000000"/>
            </a:solidFill>
            <a:miter/>
          </a:ln>
        </p:spPr>
      </p:cxnSp>
      <p:cxnSp>
        <p:nvCxnSpPr>
          <p:cNvPr id="3974" name=""/>
          <p:cNvCxnSpPr>
            <a:stCxn id="3966" idx="2"/>
            <a:endCxn id="3975" idx="0"/>
          </p:cNvCxnSpPr>
          <p:nvPr/>
        </p:nvCxnSpPr>
        <p:spPr>
          <a:xfrm flipH="1" rot="16200000">
            <a:off x="5929200" y="1065960"/>
            <a:ext cx="511920" cy="3507480"/>
          </a:xfrm>
          <a:prstGeom prst="bentConnector3">
            <a:avLst>
              <a:gd name="adj1" fmla="val 49964"/>
            </a:avLst>
          </a:prstGeom>
          <a:ln w="19080">
            <a:solidFill>
              <a:srgbClr val="000000"/>
            </a:solidFill>
            <a:miter/>
          </a:ln>
        </p:spPr>
      </p:cxnSp>
      <p:grpSp>
        <p:nvGrpSpPr>
          <p:cNvPr id="3976" name=""/>
          <p:cNvGrpSpPr/>
          <p:nvPr/>
        </p:nvGrpSpPr>
        <p:grpSpPr>
          <a:xfrm>
            <a:off x="128520" y="3075120"/>
            <a:ext cx="1601640" cy="2874960"/>
            <a:chOff x="128520" y="3075120"/>
            <a:chExt cx="1601640" cy="2874960"/>
          </a:xfrm>
        </p:grpSpPr>
        <p:sp>
          <p:nvSpPr>
            <p:cNvPr id="3977" name=""/>
            <p:cNvSpPr/>
            <p:nvPr/>
          </p:nvSpPr>
          <p:spPr>
            <a:xfrm>
              <a:off x="128520" y="3075120"/>
              <a:ext cx="1601640" cy="28749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69" name=""/>
            <p:cNvSpPr/>
            <p:nvPr/>
          </p:nvSpPr>
          <p:spPr>
            <a:xfrm>
              <a:off x="128520" y="3075120"/>
              <a:ext cx="1601640" cy="393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78" name=""/>
            <p:cNvSpPr/>
            <p:nvPr/>
          </p:nvSpPr>
          <p:spPr>
            <a:xfrm>
              <a:off x="193320" y="3165480"/>
              <a:ext cx="148644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 </a:t>
              </a:r>
              <a:endParaRPr b="0" lang="en-US" sz="1400" spc="-1" strike="noStrike">
                <a:solidFill>
                  <a:srgbClr val="000000"/>
                </a:solidFill>
                <a:latin typeface="Times New Roman"/>
              </a:endParaRPr>
            </a:p>
          </p:txBody>
        </p:sp>
        <p:sp>
          <p:nvSpPr>
            <p:cNvPr id="3979" name=""/>
            <p:cNvSpPr/>
            <p:nvPr/>
          </p:nvSpPr>
          <p:spPr>
            <a:xfrm>
              <a:off x="193320" y="3576600"/>
              <a:ext cx="14864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3980" name=""/>
          <p:cNvGrpSpPr/>
          <p:nvPr/>
        </p:nvGrpSpPr>
        <p:grpSpPr>
          <a:xfrm>
            <a:off x="1879560" y="3075120"/>
            <a:ext cx="1603080" cy="2874960"/>
            <a:chOff x="1879560" y="3075120"/>
            <a:chExt cx="1603080" cy="2874960"/>
          </a:xfrm>
        </p:grpSpPr>
        <p:sp>
          <p:nvSpPr>
            <p:cNvPr id="3981" name=""/>
            <p:cNvSpPr/>
            <p:nvPr/>
          </p:nvSpPr>
          <p:spPr>
            <a:xfrm>
              <a:off x="1879560" y="3075120"/>
              <a:ext cx="1603080" cy="28749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71" name=""/>
            <p:cNvSpPr/>
            <p:nvPr/>
          </p:nvSpPr>
          <p:spPr>
            <a:xfrm>
              <a:off x="1879560" y="3075120"/>
              <a:ext cx="1603080" cy="393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82" name=""/>
            <p:cNvSpPr/>
            <p:nvPr/>
          </p:nvSpPr>
          <p:spPr>
            <a:xfrm>
              <a:off x="1944360" y="3165480"/>
              <a:ext cx="148752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 </a:t>
              </a:r>
              <a:endParaRPr b="0" lang="en-US" sz="1400" spc="-1" strike="noStrike">
                <a:solidFill>
                  <a:srgbClr val="000000"/>
                </a:solidFill>
                <a:latin typeface="Times New Roman"/>
              </a:endParaRPr>
            </a:p>
          </p:txBody>
        </p:sp>
        <p:sp>
          <p:nvSpPr>
            <p:cNvPr id="3983" name=""/>
            <p:cNvSpPr/>
            <p:nvPr/>
          </p:nvSpPr>
          <p:spPr>
            <a:xfrm>
              <a:off x="1944360" y="3576600"/>
              <a:ext cx="14875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3984" name=""/>
          <p:cNvGrpSpPr/>
          <p:nvPr/>
        </p:nvGrpSpPr>
        <p:grpSpPr>
          <a:xfrm>
            <a:off x="3632040" y="3075120"/>
            <a:ext cx="1601640" cy="2874960"/>
            <a:chOff x="3632040" y="3075120"/>
            <a:chExt cx="1601640" cy="2874960"/>
          </a:xfrm>
        </p:grpSpPr>
        <p:sp>
          <p:nvSpPr>
            <p:cNvPr id="3985" name=""/>
            <p:cNvSpPr/>
            <p:nvPr/>
          </p:nvSpPr>
          <p:spPr>
            <a:xfrm>
              <a:off x="3632040" y="3075120"/>
              <a:ext cx="1601640" cy="28749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73" name=""/>
            <p:cNvSpPr/>
            <p:nvPr/>
          </p:nvSpPr>
          <p:spPr>
            <a:xfrm>
              <a:off x="3632040" y="3075120"/>
              <a:ext cx="1601640" cy="393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86" name=""/>
            <p:cNvSpPr/>
            <p:nvPr/>
          </p:nvSpPr>
          <p:spPr>
            <a:xfrm>
              <a:off x="3696840" y="3165480"/>
              <a:ext cx="148644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 </a:t>
              </a:r>
              <a:endParaRPr b="0" lang="en-US" sz="1400" spc="-1" strike="noStrike">
                <a:solidFill>
                  <a:srgbClr val="000000"/>
                </a:solidFill>
                <a:latin typeface="Times New Roman"/>
              </a:endParaRPr>
            </a:p>
          </p:txBody>
        </p:sp>
        <p:sp>
          <p:nvSpPr>
            <p:cNvPr id="3987" name=""/>
            <p:cNvSpPr/>
            <p:nvPr/>
          </p:nvSpPr>
          <p:spPr>
            <a:xfrm>
              <a:off x="3696840" y="3576600"/>
              <a:ext cx="14864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3988" name=""/>
          <p:cNvGrpSpPr/>
          <p:nvPr/>
        </p:nvGrpSpPr>
        <p:grpSpPr>
          <a:xfrm>
            <a:off x="5383080" y="3075120"/>
            <a:ext cx="1603080" cy="2874960"/>
            <a:chOff x="5383080" y="3075120"/>
            <a:chExt cx="1603080" cy="2874960"/>
          </a:xfrm>
        </p:grpSpPr>
        <p:sp>
          <p:nvSpPr>
            <p:cNvPr id="3989" name=""/>
            <p:cNvSpPr/>
            <p:nvPr/>
          </p:nvSpPr>
          <p:spPr>
            <a:xfrm>
              <a:off x="5383080" y="3075120"/>
              <a:ext cx="1603080" cy="28749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90" name=""/>
            <p:cNvSpPr/>
            <p:nvPr/>
          </p:nvSpPr>
          <p:spPr>
            <a:xfrm>
              <a:off x="5383080" y="3075120"/>
              <a:ext cx="1603080" cy="393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91" name=""/>
            <p:cNvSpPr/>
            <p:nvPr/>
          </p:nvSpPr>
          <p:spPr>
            <a:xfrm>
              <a:off x="5447880" y="3165480"/>
              <a:ext cx="148752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 </a:t>
              </a:r>
              <a:endParaRPr b="0" lang="en-US" sz="1400" spc="-1" strike="noStrike">
                <a:solidFill>
                  <a:srgbClr val="000000"/>
                </a:solidFill>
                <a:latin typeface="Times New Roman"/>
              </a:endParaRPr>
            </a:p>
          </p:txBody>
        </p:sp>
        <p:sp>
          <p:nvSpPr>
            <p:cNvPr id="3992" name=""/>
            <p:cNvSpPr/>
            <p:nvPr/>
          </p:nvSpPr>
          <p:spPr>
            <a:xfrm>
              <a:off x="5447880" y="3576600"/>
              <a:ext cx="14875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3993" name=""/>
          <p:cNvGrpSpPr/>
          <p:nvPr/>
        </p:nvGrpSpPr>
        <p:grpSpPr>
          <a:xfrm>
            <a:off x="7137360" y="3075120"/>
            <a:ext cx="1601640" cy="2874960"/>
            <a:chOff x="7137360" y="3075120"/>
            <a:chExt cx="1601640" cy="2874960"/>
          </a:xfrm>
        </p:grpSpPr>
        <p:sp>
          <p:nvSpPr>
            <p:cNvPr id="3994" name=""/>
            <p:cNvSpPr/>
            <p:nvPr/>
          </p:nvSpPr>
          <p:spPr>
            <a:xfrm>
              <a:off x="7137360" y="3075120"/>
              <a:ext cx="1601640" cy="28749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75" name=""/>
            <p:cNvSpPr/>
            <p:nvPr/>
          </p:nvSpPr>
          <p:spPr>
            <a:xfrm>
              <a:off x="7137360" y="3075120"/>
              <a:ext cx="1601640" cy="393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995" name=""/>
            <p:cNvSpPr/>
            <p:nvPr/>
          </p:nvSpPr>
          <p:spPr>
            <a:xfrm>
              <a:off x="7202160" y="3165480"/>
              <a:ext cx="148644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 </a:t>
              </a:r>
              <a:endParaRPr b="0" lang="en-US" sz="1400" spc="-1" strike="noStrike">
                <a:solidFill>
                  <a:srgbClr val="000000"/>
                </a:solidFill>
                <a:latin typeface="Times New Roman"/>
              </a:endParaRPr>
            </a:p>
          </p:txBody>
        </p:sp>
        <p:sp>
          <p:nvSpPr>
            <p:cNvPr id="3996" name=""/>
            <p:cNvSpPr/>
            <p:nvPr/>
          </p:nvSpPr>
          <p:spPr>
            <a:xfrm>
              <a:off x="7202160" y="3576600"/>
              <a:ext cx="14864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cxnSp>
        <p:nvCxnSpPr>
          <p:cNvPr id="3997" name=""/>
          <p:cNvCxnSpPr>
            <a:stCxn id="3966" idx="2"/>
            <a:endCxn id="3990" idx="0"/>
          </p:cNvCxnSpPr>
          <p:nvPr/>
        </p:nvCxnSpPr>
        <p:spPr>
          <a:xfrm flipH="1" rot="16200000">
            <a:off x="5052960" y="1942920"/>
            <a:ext cx="511920" cy="1753200"/>
          </a:xfrm>
          <a:prstGeom prst="bentConnector3">
            <a:avLst>
              <a:gd name="adj1" fmla="val 49964"/>
            </a:avLst>
          </a:prstGeom>
          <a:ln w="19080">
            <a:solidFill>
              <a:srgbClr val="000000"/>
            </a:solidFill>
            <a:miter/>
          </a:ln>
        </p:spPr>
      </p:cxnSp>
      <p:grpSp>
        <p:nvGrpSpPr>
          <p:cNvPr id="3998" name=""/>
          <p:cNvGrpSpPr/>
          <p:nvPr/>
        </p:nvGrpSpPr>
        <p:grpSpPr>
          <a:xfrm>
            <a:off x="3338640" y="898560"/>
            <a:ext cx="2190240" cy="685800"/>
            <a:chOff x="3338640" y="898560"/>
            <a:chExt cx="2190240" cy="685800"/>
          </a:xfrm>
        </p:grpSpPr>
        <p:sp>
          <p:nvSpPr>
            <p:cNvPr id="3999" name=""/>
            <p:cNvSpPr/>
            <p:nvPr/>
          </p:nvSpPr>
          <p:spPr>
            <a:xfrm>
              <a:off x="3338640" y="898560"/>
              <a:ext cx="2190240" cy="6858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00" name=""/>
            <p:cNvSpPr/>
            <p:nvPr/>
          </p:nvSpPr>
          <p:spPr>
            <a:xfrm>
              <a:off x="3429360" y="927000"/>
              <a:ext cx="2007720" cy="6285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cxnSp>
        <p:nvCxnSpPr>
          <p:cNvPr id="4001" name=""/>
          <p:cNvCxnSpPr>
            <a:stCxn id="3999" idx="2"/>
            <a:endCxn id="3966" idx="0"/>
          </p:cNvCxnSpPr>
          <p:nvPr/>
        </p:nvCxnSpPr>
        <p:spPr>
          <a:xfrm flipH="1">
            <a:off x="4431960" y="1584360"/>
            <a:ext cx="2160" cy="294480"/>
          </a:xfrm>
          <a:prstGeom prst="straightConnector1">
            <a:avLst/>
          </a:prstGeom>
          <a:ln w="19080">
            <a:solidFill>
              <a:srgbClr val="000000"/>
            </a:solidFill>
            <a:miter/>
          </a:ln>
        </p:spPr>
      </p:cxnSp>
      <p:sp>
        <p:nvSpPr>
          <p:cNvPr id="3" name="PlaceHolder 2"/>
          <p:cNvSpPr>
            <a:spLocks noGrp="1"/>
          </p:cNvSpPr>
          <p:nvPr>
            <p:ph type="sldNum" idx="2"/>
          </p:nvPr>
        </p:nvSpPr>
        <p:spPr/>
        <p:txBody>
          <a:bodyPr/>
          <a:p>
            <a:fld id="{CFB9D013-B60C-41EA-B357-85C4A82713BE}" type="slidenum">
              <a:t>218</a:t>
            </a:fld>
          </a:p>
        </p:txBody>
      </p:sp>
    </p:spTree>
  </p:cSld>
  <mc:AlternateContent>
    <mc:Choice Requires="p14">
      <p:transition spd="slow" p14:dur="2000"/>
    </mc:Choice>
    <mc:Fallback>
      <p:transition spd="slow"/>
    </mc:Fallback>
  </mc:AlternateContent>
</p:sld>
</file>

<file path=ppt/slides/slide2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02"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00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00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4005" name=""/>
          <p:cNvGrpSpPr/>
          <p:nvPr/>
        </p:nvGrpSpPr>
        <p:grpSpPr>
          <a:xfrm>
            <a:off x="436680" y="2820960"/>
            <a:ext cx="1576080" cy="1351080"/>
            <a:chOff x="436680" y="2820960"/>
            <a:chExt cx="1576080" cy="1351080"/>
          </a:xfrm>
        </p:grpSpPr>
        <p:sp>
          <p:nvSpPr>
            <p:cNvPr id="4006" name=""/>
            <p:cNvSpPr/>
            <p:nvPr/>
          </p:nvSpPr>
          <p:spPr>
            <a:xfrm>
              <a:off x="436680" y="2820960"/>
              <a:ext cx="1576080" cy="13510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07" name=""/>
            <p:cNvSpPr/>
            <p:nvPr/>
          </p:nvSpPr>
          <p:spPr>
            <a:xfrm>
              <a:off x="502200" y="2877120"/>
              <a:ext cx="1444680" cy="123804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008" name=""/>
          <p:cNvGrpSpPr/>
          <p:nvPr/>
        </p:nvGrpSpPr>
        <p:grpSpPr>
          <a:xfrm>
            <a:off x="2452680" y="1674720"/>
            <a:ext cx="1734840" cy="835200"/>
            <a:chOff x="2452680" y="1674720"/>
            <a:chExt cx="1734840" cy="835200"/>
          </a:xfrm>
        </p:grpSpPr>
        <p:sp>
          <p:nvSpPr>
            <p:cNvPr id="4009" name=""/>
            <p:cNvSpPr/>
            <p:nvPr/>
          </p:nvSpPr>
          <p:spPr>
            <a:xfrm>
              <a:off x="2452680" y="1674720"/>
              <a:ext cx="1734840" cy="8352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10" name=""/>
            <p:cNvSpPr/>
            <p:nvPr/>
          </p:nvSpPr>
          <p:spPr>
            <a:xfrm>
              <a:off x="2524680" y="1709640"/>
              <a:ext cx="1590120" cy="7653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011" name=""/>
          <p:cNvGrpSpPr/>
          <p:nvPr/>
        </p:nvGrpSpPr>
        <p:grpSpPr>
          <a:xfrm>
            <a:off x="4667400" y="901800"/>
            <a:ext cx="1311120" cy="660240"/>
            <a:chOff x="4667400" y="901800"/>
            <a:chExt cx="1311120" cy="660240"/>
          </a:xfrm>
        </p:grpSpPr>
        <p:sp>
          <p:nvSpPr>
            <p:cNvPr id="4012" name=""/>
            <p:cNvSpPr/>
            <p:nvPr/>
          </p:nvSpPr>
          <p:spPr>
            <a:xfrm>
              <a:off x="4667400" y="901800"/>
              <a:ext cx="1311120" cy="6602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13" name=""/>
            <p:cNvSpPr/>
            <p:nvPr/>
          </p:nvSpPr>
          <p:spPr>
            <a:xfrm>
              <a:off x="4721760" y="929160"/>
              <a:ext cx="1201680" cy="6051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014" name=""/>
          <p:cNvSpPr/>
          <p:nvPr/>
        </p:nvSpPr>
        <p:spPr>
          <a:xfrm>
            <a:off x="6276960" y="90324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15" name=""/>
          <p:cNvSpPr/>
          <p:nvPr/>
        </p:nvSpPr>
        <p:spPr>
          <a:xfrm>
            <a:off x="6276960" y="112716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16" name=""/>
          <p:cNvSpPr/>
          <p:nvPr/>
        </p:nvSpPr>
        <p:spPr>
          <a:xfrm>
            <a:off x="6276960" y="135108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cxnSp>
        <p:nvCxnSpPr>
          <p:cNvPr id="4017" name=""/>
          <p:cNvCxnSpPr>
            <a:stCxn id="4012" idx="3"/>
            <a:endCxn id="4014" idx="1"/>
          </p:cNvCxnSpPr>
          <p:nvPr/>
        </p:nvCxnSpPr>
        <p:spPr>
          <a:xfrm flipV="1">
            <a:off x="5978160" y="1009080"/>
            <a:ext cx="299160" cy="222840"/>
          </a:xfrm>
          <a:prstGeom prst="bentConnector3">
            <a:avLst>
              <a:gd name="adj1" fmla="val 50000"/>
            </a:avLst>
          </a:prstGeom>
          <a:ln w="19080">
            <a:solidFill>
              <a:srgbClr val="000000"/>
            </a:solidFill>
            <a:miter/>
          </a:ln>
        </p:spPr>
      </p:cxnSp>
      <p:cxnSp>
        <p:nvCxnSpPr>
          <p:cNvPr id="4018" name=""/>
          <p:cNvCxnSpPr>
            <a:stCxn id="4012" idx="3"/>
            <a:endCxn id="4015" idx="1"/>
          </p:cNvCxnSpPr>
          <p:nvPr/>
        </p:nvCxnSpPr>
        <p:spPr>
          <a:xfrm>
            <a:off x="5978160" y="1231920"/>
            <a:ext cx="299160" cy="2160"/>
          </a:xfrm>
          <a:prstGeom prst="bentConnector3">
            <a:avLst>
              <a:gd name="adj1" fmla="val 50000"/>
            </a:avLst>
          </a:prstGeom>
          <a:ln w="19080">
            <a:solidFill>
              <a:srgbClr val="000000"/>
            </a:solidFill>
            <a:miter/>
          </a:ln>
        </p:spPr>
      </p:cxnSp>
      <p:cxnSp>
        <p:nvCxnSpPr>
          <p:cNvPr id="4019" name=""/>
          <p:cNvCxnSpPr>
            <a:stCxn id="4012" idx="3"/>
            <a:endCxn id="4016" idx="1"/>
          </p:cNvCxnSpPr>
          <p:nvPr/>
        </p:nvCxnSpPr>
        <p:spPr>
          <a:xfrm>
            <a:off x="5978160" y="1231920"/>
            <a:ext cx="299160" cy="226080"/>
          </a:xfrm>
          <a:prstGeom prst="bentConnector3">
            <a:avLst>
              <a:gd name="adj1" fmla="val 50000"/>
            </a:avLst>
          </a:prstGeom>
          <a:ln w="19080">
            <a:solidFill>
              <a:srgbClr val="000000"/>
            </a:solidFill>
            <a:miter/>
          </a:ln>
        </p:spPr>
      </p:cxnSp>
      <p:grpSp>
        <p:nvGrpSpPr>
          <p:cNvPr id="4020" name=""/>
          <p:cNvGrpSpPr/>
          <p:nvPr/>
        </p:nvGrpSpPr>
        <p:grpSpPr>
          <a:xfrm>
            <a:off x="4667400" y="1763640"/>
            <a:ext cx="1311120" cy="660600"/>
            <a:chOff x="4667400" y="1763640"/>
            <a:chExt cx="1311120" cy="660600"/>
          </a:xfrm>
        </p:grpSpPr>
        <p:sp>
          <p:nvSpPr>
            <p:cNvPr id="4021" name=""/>
            <p:cNvSpPr/>
            <p:nvPr/>
          </p:nvSpPr>
          <p:spPr>
            <a:xfrm>
              <a:off x="4667400" y="1763640"/>
              <a:ext cx="1311120" cy="6606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22" name=""/>
            <p:cNvSpPr/>
            <p:nvPr/>
          </p:nvSpPr>
          <p:spPr>
            <a:xfrm>
              <a:off x="4721760" y="1791000"/>
              <a:ext cx="1201680" cy="6055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023" name=""/>
          <p:cNvSpPr/>
          <p:nvPr/>
        </p:nvSpPr>
        <p:spPr>
          <a:xfrm>
            <a:off x="6276960" y="176544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24" name=""/>
          <p:cNvSpPr/>
          <p:nvPr/>
        </p:nvSpPr>
        <p:spPr>
          <a:xfrm>
            <a:off x="6276960" y="198900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25" name=""/>
          <p:cNvSpPr/>
          <p:nvPr/>
        </p:nvSpPr>
        <p:spPr>
          <a:xfrm>
            <a:off x="6276960" y="221292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cxnSp>
        <p:nvCxnSpPr>
          <p:cNvPr id="4026" name=""/>
          <p:cNvCxnSpPr>
            <a:stCxn id="4021" idx="3"/>
            <a:endCxn id="4023" idx="1"/>
          </p:cNvCxnSpPr>
          <p:nvPr/>
        </p:nvCxnSpPr>
        <p:spPr>
          <a:xfrm flipV="1">
            <a:off x="5978160" y="1870920"/>
            <a:ext cx="299160" cy="222840"/>
          </a:xfrm>
          <a:prstGeom prst="bentConnector3">
            <a:avLst>
              <a:gd name="adj1" fmla="val 50000"/>
            </a:avLst>
          </a:prstGeom>
          <a:ln w="19080">
            <a:solidFill>
              <a:srgbClr val="000000"/>
            </a:solidFill>
            <a:miter/>
          </a:ln>
        </p:spPr>
      </p:cxnSp>
      <p:cxnSp>
        <p:nvCxnSpPr>
          <p:cNvPr id="4027" name=""/>
          <p:cNvCxnSpPr>
            <a:stCxn id="4021" idx="3"/>
            <a:endCxn id="4024" idx="1"/>
          </p:cNvCxnSpPr>
          <p:nvPr/>
        </p:nvCxnSpPr>
        <p:spPr>
          <a:xfrm>
            <a:off x="5978160" y="2093400"/>
            <a:ext cx="299160" cy="2520"/>
          </a:xfrm>
          <a:prstGeom prst="bentConnector3">
            <a:avLst>
              <a:gd name="adj1" fmla="val 50000"/>
            </a:avLst>
          </a:prstGeom>
          <a:ln w="19080">
            <a:solidFill>
              <a:srgbClr val="000000"/>
            </a:solidFill>
            <a:miter/>
          </a:ln>
        </p:spPr>
      </p:cxnSp>
      <p:cxnSp>
        <p:nvCxnSpPr>
          <p:cNvPr id="4028" name=""/>
          <p:cNvCxnSpPr>
            <a:stCxn id="4021" idx="3"/>
            <a:endCxn id="4025" idx="1"/>
          </p:cNvCxnSpPr>
          <p:nvPr/>
        </p:nvCxnSpPr>
        <p:spPr>
          <a:xfrm>
            <a:off x="5978160" y="2093400"/>
            <a:ext cx="299160" cy="226440"/>
          </a:xfrm>
          <a:prstGeom prst="bentConnector3">
            <a:avLst>
              <a:gd name="adj1" fmla="val 50000"/>
            </a:avLst>
          </a:prstGeom>
          <a:ln w="19080">
            <a:solidFill>
              <a:srgbClr val="000000"/>
            </a:solidFill>
            <a:miter/>
          </a:ln>
        </p:spPr>
      </p:cxnSp>
      <p:grpSp>
        <p:nvGrpSpPr>
          <p:cNvPr id="4029" name=""/>
          <p:cNvGrpSpPr/>
          <p:nvPr/>
        </p:nvGrpSpPr>
        <p:grpSpPr>
          <a:xfrm>
            <a:off x="4667400" y="2627280"/>
            <a:ext cx="1311120" cy="660600"/>
            <a:chOff x="4667400" y="2627280"/>
            <a:chExt cx="1311120" cy="660600"/>
          </a:xfrm>
        </p:grpSpPr>
        <p:sp>
          <p:nvSpPr>
            <p:cNvPr id="4030" name=""/>
            <p:cNvSpPr/>
            <p:nvPr/>
          </p:nvSpPr>
          <p:spPr>
            <a:xfrm>
              <a:off x="4667400" y="2627280"/>
              <a:ext cx="1311120" cy="6606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31" name=""/>
            <p:cNvSpPr/>
            <p:nvPr/>
          </p:nvSpPr>
          <p:spPr>
            <a:xfrm>
              <a:off x="4721760" y="2654640"/>
              <a:ext cx="1201680" cy="6055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032" name=""/>
          <p:cNvSpPr/>
          <p:nvPr/>
        </p:nvSpPr>
        <p:spPr>
          <a:xfrm>
            <a:off x="6276960" y="262908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33" name=""/>
          <p:cNvSpPr/>
          <p:nvPr/>
        </p:nvSpPr>
        <p:spPr>
          <a:xfrm>
            <a:off x="6276960" y="285264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34" name=""/>
          <p:cNvSpPr/>
          <p:nvPr/>
        </p:nvSpPr>
        <p:spPr>
          <a:xfrm>
            <a:off x="6276960" y="307656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cxnSp>
        <p:nvCxnSpPr>
          <p:cNvPr id="4035" name=""/>
          <p:cNvCxnSpPr>
            <a:stCxn id="4030" idx="3"/>
            <a:endCxn id="4032" idx="1"/>
          </p:cNvCxnSpPr>
          <p:nvPr/>
        </p:nvCxnSpPr>
        <p:spPr>
          <a:xfrm flipV="1">
            <a:off x="5978160" y="2734560"/>
            <a:ext cx="299160" cy="222840"/>
          </a:xfrm>
          <a:prstGeom prst="bentConnector3">
            <a:avLst>
              <a:gd name="adj1" fmla="val 50000"/>
            </a:avLst>
          </a:prstGeom>
          <a:ln w="19080">
            <a:solidFill>
              <a:srgbClr val="000000"/>
            </a:solidFill>
            <a:miter/>
          </a:ln>
        </p:spPr>
      </p:cxnSp>
      <p:cxnSp>
        <p:nvCxnSpPr>
          <p:cNvPr id="4036" name=""/>
          <p:cNvCxnSpPr>
            <a:stCxn id="4030" idx="3"/>
            <a:endCxn id="4033" idx="1"/>
          </p:cNvCxnSpPr>
          <p:nvPr/>
        </p:nvCxnSpPr>
        <p:spPr>
          <a:xfrm>
            <a:off x="5978160" y="2957040"/>
            <a:ext cx="299160" cy="2520"/>
          </a:xfrm>
          <a:prstGeom prst="bentConnector3">
            <a:avLst>
              <a:gd name="adj1" fmla="val 50000"/>
            </a:avLst>
          </a:prstGeom>
          <a:ln w="19080">
            <a:solidFill>
              <a:srgbClr val="000000"/>
            </a:solidFill>
            <a:miter/>
          </a:ln>
        </p:spPr>
      </p:cxnSp>
      <p:cxnSp>
        <p:nvCxnSpPr>
          <p:cNvPr id="4037" name=""/>
          <p:cNvCxnSpPr>
            <a:stCxn id="4030" idx="3"/>
            <a:endCxn id="4034" idx="1"/>
          </p:cNvCxnSpPr>
          <p:nvPr/>
        </p:nvCxnSpPr>
        <p:spPr>
          <a:xfrm>
            <a:off x="5978160" y="2957400"/>
            <a:ext cx="299160" cy="226080"/>
          </a:xfrm>
          <a:prstGeom prst="bentConnector3">
            <a:avLst>
              <a:gd name="adj1" fmla="val 50000"/>
            </a:avLst>
          </a:prstGeom>
          <a:ln w="19080">
            <a:solidFill>
              <a:srgbClr val="000000"/>
            </a:solidFill>
            <a:miter/>
          </a:ln>
        </p:spPr>
      </p:cxnSp>
      <p:cxnSp>
        <p:nvCxnSpPr>
          <p:cNvPr id="4038" name=""/>
          <p:cNvCxnSpPr>
            <a:stCxn id="4009" idx="3"/>
            <a:endCxn id="4012" idx="1"/>
          </p:cNvCxnSpPr>
          <p:nvPr/>
        </p:nvCxnSpPr>
        <p:spPr>
          <a:xfrm flipV="1">
            <a:off x="4187880" y="1231560"/>
            <a:ext cx="480240" cy="861120"/>
          </a:xfrm>
          <a:prstGeom prst="bentConnector3">
            <a:avLst>
              <a:gd name="adj1" fmla="val 49962"/>
            </a:avLst>
          </a:prstGeom>
          <a:ln w="19080">
            <a:solidFill>
              <a:srgbClr val="000000"/>
            </a:solidFill>
            <a:miter/>
          </a:ln>
        </p:spPr>
      </p:cxnSp>
      <p:cxnSp>
        <p:nvCxnSpPr>
          <p:cNvPr id="4039" name=""/>
          <p:cNvCxnSpPr>
            <a:stCxn id="4009" idx="3"/>
            <a:endCxn id="4021" idx="1"/>
          </p:cNvCxnSpPr>
          <p:nvPr/>
        </p:nvCxnSpPr>
        <p:spPr>
          <a:xfrm>
            <a:off x="4187880" y="2092320"/>
            <a:ext cx="480240" cy="2160"/>
          </a:xfrm>
          <a:prstGeom prst="bentConnector3">
            <a:avLst>
              <a:gd name="adj1" fmla="val 49962"/>
            </a:avLst>
          </a:prstGeom>
          <a:ln w="19080">
            <a:solidFill>
              <a:srgbClr val="000000"/>
            </a:solidFill>
            <a:miter/>
          </a:ln>
        </p:spPr>
      </p:cxnSp>
      <p:cxnSp>
        <p:nvCxnSpPr>
          <p:cNvPr id="4040" name=""/>
          <p:cNvCxnSpPr>
            <a:stCxn id="4009" idx="3"/>
            <a:endCxn id="4030" idx="1"/>
          </p:cNvCxnSpPr>
          <p:nvPr/>
        </p:nvCxnSpPr>
        <p:spPr>
          <a:xfrm>
            <a:off x="4187880" y="2091960"/>
            <a:ext cx="480240" cy="865800"/>
          </a:xfrm>
          <a:prstGeom prst="bentConnector3">
            <a:avLst>
              <a:gd name="adj1" fmla="val 49962"/>
            </a:avLst>
          </a:prstGeom>
          <a:ln w="19080">
            <a:solidFill>
              <a:srgbClr val="000000"/>
            </a:solidFill>
            <a:miter/>
          </a:ln>
        </p:spPr>
      </p:cxnSp>
      <p:grpSp>
        <p:nvGrpSpPr>
          <p:cNvPr id="4041" name=""/>
          <p:cNvGrpSpPr/>
          <p:nvPr/>
        </p:nvGrpSpPr>
        <p:grpSpPr>
          <a:xfrm>
            <a:off x="2452680" y="4492800"/>
            <a:ext cx="1734840" cy="834840"/>
            <a:chOff x="2452680" y="4492800"/>
            <a:chExt cx="1734840" cy="834840"/>
          </a:xfrm>
        </p:grpSpPr>
        <p:sp>
          <p:nvSpPr>
            <p:cNvPr id="4042" name=""/>
            <p:cNvSpPr/>
            <p:nvPr/>
          </p:nvSpPr>
          <p:spPr>
            <a:xfrm>
              <a:off x="2452680" y="4492800"/>
              <a:ext cx="1734840" cy="834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43" name=""/>
            <p:cNvSpPr/>
            <p:nvPr/>
          </p:nvSpPr>
          <p:spPr>
            <a:xfrm>
              <a:off x="2524680" y="4527360"/>
              <a:ext cx="1590120" cy="76500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044" name=""/>
          <p:cNvGrpSpPr/>
          <p:nvPr/>
        </p:nvGrpSpPr>
        <p:grpSpPr>
          <a:xfrm>
            <a:off x="4667400" y="3713040"/>
            <a:ext cx="1311120" cy="660600"/>
            <a:chOff x="4667400" y="3713040"/>
            <a:chExt cx="1311120" cy="660600"/>
          </a:xfrm>
        </p:grpSpPr>
        <p:sp>
          <p:nvSpPr>
            <p:cNvPr id="4045" name=""/>
            <p:cNvSpPr/>
            <p:nvPr/>
          </p:nvSpPr>
          <p:spPr>
            <a:xfrm>
              <a:off x="4667400" y="3713040"/>
              <a:ext cx="1311120" cy="6606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46" name=""/>
            <p:cNvSpPr/>
            <p:nvPr/>
          </p:nvSpPr>
          <p:spPr>
            <a:xfrm>
              <a:off x="4721760" y="3740400"/>
              <a:ext cx="1201680" cy="6055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047" name=""/>
          <p:cNvSpPr/>
          <p:nvPr/>
        </p:nvSpPr>
        <p:spPr>
          <a:xfrm>
            <a:off x="6276960" y="371484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48" name=""/>
          <p:cNvSpPr/>
          <p:nvPr/>
        </p:nvSpPr>
        <p:spPr>
          <a:xfrm>
            <a:off x="6276960" y="393876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49" name=""/>
          <p:cNvSpPr/>
          <p:nvPr/>
        </p:nvSpPr>
        <p:spPr>
          <a:xfrm>
            <a:off x="6276960" y="416232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cxnSp>
        <p:nvCxnSpPr>
          <p:cNvPr id="4050" name=""/>
          <p:cNvCxnSpPr>
            <a:stCxn id="4045" idx="3"/>
            <a:endCxn id="4047" idx="1"/>
          </p:cNvCxnSpPr>
          <p:nvPr/>
        </p:nvCxnSpPr>
        <p:spPr>
          <a:xfrm flipV="1">
            <a:off x="5978160" y="3820680"/>
            <a:ext cx="299160" cy="223200"/>
          </a:xfrm>
          <a:prstGeom prst="bentConnector3">
            <a:avLst>
              <a:gd name="adj1" fmla="val 50000"/>
            </a:avLst>
          </a:prstGeom>
          <a:ln w="19080">
            <a:solidFill>
              <a:srgbClr val="000000"/>
            </a:solidFill>
            <a:miter/>
          </a:ln>
        </p:spPr>
      </p:cxnSp>
      <p:cxnSp>
        <p:nvCxnSpPr>
          <p:cNvPr id="4051" name=""/>
          <p:cNvCxnSpPr>
            <a:stCxn id="4045" idx="3"/>
            <a:endCxn id="4048" idx="1"/>
          </p:cNvCxnSpPr>
          <p:nvPr/>
        </p:nvCxnSpPr>
        <p:spPr>
          <a:xfrm>
            <a:off x="5978160" y="4043520"/>
            <a:ext cx="299160" cy="2160"/>
          </a:xfrm>
          <a:prstGeom prst="bentConnector3">
            <a:avLst>
              <a:gd name="adj1" fmla="val 50000"/>
            </a:avLst>
          </a:prstGeom>
          <a:ln w="19080">
            <a:solidFill>
              <a:srgbClr val="000000"/>
            </a:solidFill>
            <a:miter/>
          </a:ln>
        </p:spPr>
      </p:cxnSp>
      <p:cxnSp>
        <p:nvCxnSpPr>
          <p:cNvPr id="4052" name=""/>
          <p:cNvCxnSpPr>
            <a:stCxn id="4045" idx="3"/>
            <a:endCxn id="4049" idx="1"/>
          </p:cNvCxnSpPr>
          <p:nvPr/>
        </p:nvCxnSpPr>
        <p:spPr>
          <a:xfrm>
            <a:off x="5978160" y="4043520"/>
            <a:ext cx="299160" cy="226080"/>
          </a:xfrm>
          <a:prstGeom prst="bentConnector3">
            <a:avLst>
              <a:gd name="adj1" fmla="val 50000"/>
            </a:avLst>
          </a:prstGeom>
          <a:ln w="19080">
            <a:solidFill>
              <a:srgbClr val="000000"/>
            </a:solidFill>
            <a:miter/>
          </a:ln>
        </p:spPr>
      </p:cxnSp>
      <p:grpSp>
        <p:nvGrpSpPr>
          <p:cNvPr id="4053" name=""/>
          <p:cNvGrpSpPr/>
          <p:nvPr/>
        </p:nvGrpSpPr>
        <p:grpSpPr>
          <a:xfrm>
            <a:off x="4667400" y="4575240"/>
            <a:ext cx="1311120" cy="660240"/>
            <a:chOff x="4667400" y="4575240"/>
            <a:chExt cx="1311120" cy="660240"/>
          </a:xfrm>
        </p:grpSpPr>
        <p:sp>
          <p:nvSpPr>
            <p:cNvPr id="4054" name=""/>
            <p:cNvSpPr/>
            <p:nvPr/>
          </p:nvSpPr>
          <p:spPr>
            <a:xfrm>
              <a:off x="4667400" y="4575240"/>
              <a:ext cx="1311120" cy="6602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55" name=""/>
            <p:cNvSpPr/>
            <p:nvPr/>
          </p:nvSpPr>
          <p:spPr>
            <a:xfrm>
              <a:off x="4721760" y="4602600"/>
              <a:ext cx="1201680" cy="6051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056" name=""/>
          <p:cNvSpPr/>
          <p:nvPr/>
        </p:nvSpPr>
        <p:spPr>
          <a:xfrm>
            <a:off x="6276960" y="457668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57" name=""/>
          <p:cNvSpPr/>
          <p:nvPr/>
        </p:nvSpPr>
        <p:spPr>
          <a:xfrm>
            <a:off x="6276960" y="480060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58" name=""/>
          <p:cNvSpPr/>
          <p:nvPr/>
        </p:nvSpPr>
        <p:spPr>
          <a:xfrm>
            <a:off x="6276960" y="502452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cxnSp>
        <p:nvCxnSpPr>
          <p:cNvPr id="4059" name=""/>
          <p:cNvCxnSpPr>
            <a:stCxn id="4054" idx="3"/>
            <a:endCxn id="4056" idx="1"/>
          </p:cNvCxnSpPr>
          <p:nvPr/>
        </p:nvCxnSpPr>
        <p:spPr>
          <a:xfrm flipV="1">
            <a:off x="5978160" y="4682520"/>
            <a:ext cx="299160" cy="222840"/>
          </a:xfrm>
          <a:prstGeom prst="bentConnector3">
            <a:avLst>
              <a:gd name="adj1" fmla="val 50000"/>
            </a:avLst>
          </a:prstGeom>
          <a:ln w="19080">
            <a:solidFill>
              <a:srgbClr val="000000"/>
            </a:solidFill>
            <a:miter/>
          </a:ln>
        </p:spPr>
      </p:cxnSp>
      <p:cxnSp>
        <p:nvCxnSpPr>
          <p:cNvPr id="4060" name=""/>
          <p:cNvCxnSpPr>
            <a:stCxn id="4054" idx="3"/>
            <a:endCxn id="4057" idx="1"/>
          </p:cNvCxnSpPr>
          <p:nvPr/>
        </p:nvCxnSpPr>
        <p:spPr>
          <a:xfrm>
            <a:off x="5978160" y="4905360"/>
            <a:ext cx="299160" cy="2160"/>
          </a:xfrm>
          <a:prstGeom prst="bentConnector3">
            <a:avLst>
              <a:gd name="adj1" fmla="val 50000"/>
            </a:avLst>
          </a:prstGeom>
          <a:ln w="19080">
            <a:solidFill>
              <a:srgbClr val="000000"/>
            </a:solidFill>
            <a:miter/>
          </a:ln>
        </p:spPr>
      </p:cxnSp>
      <p:cxnSp>
        <p:nvCxnSpPr>
          <p:cNvPr id="4061" name=""/>
          <p:cNvCxnSpPr>
            <a:stCxn id="4054" idx="3"/>
            <a:endCxn id="4058" idx="1"/>
          </p:cNvCxnSpPr>
          <p:nvPr/>
        </p:nvCxnSpPr>
        <p:spPr>
          <a:xfrm>
            <a:off x="5978160" y="4905360"/>
            <a:ext cx="299160" cy="226080"/>
          </a:xfrm>
          <a:prstGeom prst="bentConnector3">
            <a:avLst>
              <a:gd name="adj1" fmla="val 50000"/>
            </a:avLst>
          </a:prstGeom>
          <a:ln w="19080">
            <a:solidFill>
              <a:srgbClr val="000000"/>
            </a:solidFill>
            <a:miter/>
          </a:ln>
        </p:spPr>
      </p:cxnSp>
      <p:grpSp>
        <p:nvGrpSpPr>
          <p:cNvPr id="4062" name=""/>
          <p:cNvGrpSpPr/>
          <p:nvPr/>
        </p:nvGrpSpPr>
        <p:grpSpPr>
          <a:xfrm>
            <a:off x="4667400" y="5438880"/>
            <a:ext cx="1311120" cy="660240"/>
            <a:chOff x="4667400" y="5438880"/>
            <a:chExt cx="1311120" cy="660240"/>
          </a:xfrm>
        </p:grpSpPr>
        <p:sp>
          <p:nvSpPr>
            <p:cNvPr id="4063" name=""/>
            <p:cNvSpPr/>
            <p:nvPr/>
          </p:nvSpPr>
          <p:spPr>
            <a:xfrm>
              <a:off x="4667400" y="5438880"/>
              <a:ext cx="1311120" cy="6602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64" name=""/>
            <p:cNvSpPr/>
            <p:nvPr/>
          </p:nvSpPr>
          <p:spPr>
            <a:xfrm>
              <a:off x="4721760" y="5466240"/>
              <a:ext cx="1201680" cy="60516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065" name=""/>
          <p:cNvSpPr/>
          <p:nvPr/>
        </p:nvSpPr>
        <p:spPr>
          <a:xfrm>
            <a:off x="6276960" y="544032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66" name=""/>
          <p:cNvSpPr/>
          <p:nvPr/>
        </p:nvSpPr>
        <p:spPr>
          <a:xfrm>
            <a:off x="6276960" y="566424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067" name=""/>
          <p:cNvSpPr/>
          <p:nvPr/>
        </p:nvSpPr>
        <p:spPr>
          <a:xfrm>
            <a:off x="6276960" y="5888160"/>
            <a:ext cx="2176560" cy="213840"/>
          </a:xfrm>
          <a:prstGeom prst="rect">
            <a:avLst/>
          </a:prstGeom>
          <a:noFill/>
          <a:ln w="0">
            <a:noFill/>
          </a:ln>
        </p:spPr>
        <p:style>
          <a:lnRef idx="0"/>
          <a:fillRef idx="0"/>
          <a:effectRef idx="0"/>
          <a:fontRef idx="minor"/>
        </p:style>
        <p:txBody>
          <a:bodyPr lIns="3600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cxnSp>
        <p:nvCxnSpPr>
          <p:cNvPr id="4068" name=""/>
          <p:cNvCxnSpPr>
            <a:stCxn id="4063" idx="3"/>
            <a:endCxn id="4065" idx="1"/>
          </p:cNvCxnSpPr>
          <p:nvPr/>
        </p:nvCxnSpPr>
        <p:spPr>
          <a:xfrm flipV="1">
            <a:off x="5978160" y="5546160"/>
            <a:ext cx="299160" cy="222840"/>
          </a:xfrm>
          <a:prstGeom prst="bentConnector3">
            <a:avLst>
              <a:gd name="adj1" fmla="val 50000"/>
            </a:avLst>
          </a:prstGeom>
          <a:ln w="19080">
            <a:solidFill>
              <a:srgbClr val="000000"/>
            </a:solidFill>
            <a:miter/>
          </a:ln>
        </p:spPr>
      </p:cxnSp>
      <p:cxnSp>
        <p:nvCxnSpPr>
          <p:cNvPr id="4069" name=""/>
          <p:cNvCxnSpPr>
            <a:stCxn id="4063" idx="3"/>
            <a:endCxn id="4066" idx="1"/>
          </p:cNvCxnSpPr>
          <p:nvPr/>
        </p:nvCxnSpPr>
        <p:spPr>
          <a:xfrm>
            <a:off x="5978160" y="5769000"/>
            <a:ext cx="299160" cy="2160"/>
          </a:xfrm>
          <a:prstGeom prst="bentConnector3">
            <a:avLst>
              <a:gd name="adj1" fmla="val 50000"/>
            </a:avLst>
          </a:prstGeom>
          <a:ln w="19080">
            <a:solidFill>
              <a:srgbClr val="000000"/>
            </a:solidFill>
            <a:miter/>
          </a:ln>
        </p:spPr>
      </p:cxnSp>
      <p:cxnSp>
        <p:nvCxnSpPr>
          <p:cNvPr id="4070" name=""/>
          <p:cNvCxnSpPr>
            <a:stCxn id="4063" idx="3"/>
            <a:endCxn id="4067" idx="1"/>
          </p:cNvCxnSpPr>
          <p:nvPr/>
        </p:nvCxnSpPr>
        <p:spPr>
          <a:xfrm>
            <a:off x="5978160" y="5769000"/>
            <a:ext cx="299160" cy="226080"/>
          </a:xfrm>
          <a:prstGeom prst="bentConnector3">
            <a:avLst>
              <a:gd name="adj1" fmla="val 50000"/>
            </a:avLst>
          </a:prstGeom>
          <a:ln w="19080">
            <a:solidFill>
              <a:srgbClr val="000000"/>
            </a:solidFill>
            <a:miter/>
          </a:ln>
        </p:spPr>
      </p:cxnSp>
      <p:cxnSp>
        <p:nvCxnSpPr>
          <p:cNvPr id="4071" name=""/>
          <p:cNvCxnSpPr>
            <a:stCxn id="4042" idx="3"/>
            <a:endCxn id="4045" idx="1"/>
          </p:cNvCxnSpPr>
          <p:nvPr/>
        </p:nvCxnSpPr>
        <p:spPr>
          <a:xfrm flipV="1">
            <a:off x="4187880" y="4042800"/>
            <a:ext cx="480240" cy="867240"/>
          </a:xfrm>
          <a:prstGeom prst="bentConnector3">
            <a:avLst>
              <a:gd name="adj1" fmla="val 49962"/>
            </a:avLst>
          </a:prstGeom>
          <a:ln w="19080">
            <a:solidFill>
              <a:srgbClr val="000000"/>
            </a:solidFill>
            <a:miter/>
          </a:ln>
        </p:spPr>
      </p:cxnSp>
      <p:cxnSp>
        <p:nvCxnSpPr>
          <p:cNvPr id="4072" name=""/>
          <p:cNvCxnSpPr>
            <a:stCxn id="4042" idx="3"/>
            <a:endCxn id="4054" idx="1"/>
          </p:cNvCxnSpPr>
          <p:nvPr/>
        </p:nvCxnSpPr>
        <p:spPr>
          <a:xfrm flipV="1">
            <a:off x="4187880" y="4904640"/>
            <a:ext cx="480240" cy="5400"/>
          </a:xfrm>
          <a:prstGeom prst="bentConnector3">
            <a:avLst>
              <a:gd name="adj1" fmla="val 49962"/>
            </a:avLst>
          </a:prstGeom>
          <a:ln w="19080">
            <a:solidFill>
              <a:srgbClr val="000000"/>
            </a:solidFill>
            <a:miter/>
          </a:ln>
        </p:spPr>
      </p:cxnSp>
      <p:cxnSp>
        <p:nvCxnSpPr>
          <p:cNvPr id="4073" name=""/>
          <p:cNvCxnSpPr>
            <a:stCxn id="4042" idx="3"/>
            <a:endCxn id="4063" idx="1"/>
          </p:cNvCxnSpPr>
          <p:nvPr/>
        </p:nvCxnSpPr>
        <p:spPr>
          <a:xfrm>
            <a:off x="4187880" y="4910040"/>
            <a:ext cx="480240" cy="859680"/>
          </a:xfrm>
          <a:prstGeom prst="bentConnector3">
            <a:avLst>
              <a:gd name="adj1" fmla="val 49962"/>
            </a:avLst>
          </a:prstGeom>
          <a:ln w="19080">
            <a:solidFill>
              <a:srgbClr val="000000"/>
            </a:solidFill>
            <a:miter/>
          </a:ln>
        </p:spPr>
      </p:cxnSp>
      <p:cxnSp>
        <p:nvCxnSpPr>
          <p:cNvPr id="4074" name=""/>
          <p:cNvCxnSpPr>
            <a:stCxn id="4006" idx="3"/>
            <a:endCxn id="4009" idx="1"/>
          </p:cNvCxnSpPr>
          <p:nvPr/>
        </p:nvCxnSpPr>
        <p:spPr>
          <a:xfrm flipV="1">
            <a:off x="2012760" y="2091960"/>
            <a:ext cx="440280" cy="1405440"/>
          </a:xfrm>
          <a:prstGeom prst="bentConnector3">
            <a:avLst>
              <a:gd name="adj1" fmla="val 49754"/>
            </a:avLst>
          </a:prstGeom>
          <a:ln w="19080">
            <a:solidFill>
              <a:srgbClr val="000000"/>
            </a:solidFill>
            <a:miter/>
          </a:ln>
        </p:spPr>
      </p:cxnSp>
      <p:cxnSp>
        <p:nvCxnSpPr>
          <p:cNvPr id="4075" name=""/>
          <p:cNvCxnSpPr>
            <a:stCxn id="4006" idx="3"/>
            <a:endCxn id="4042" idx="1"/>
          </p:cNvCxnSpPr>
          <p:nvPr/>
        </p:nvCxnSpPr>
        <p:spPr>
          <a:xfrm>
            <a:off x="2012760" y="3497400"/>
            <a:ext cx="440280" cy="1413360"/>
          </a:xfrm>
          <a:prstGeom prst="bentConnector3">
            <a:avLst>
              <a:gd name="adj1" fmla="val 49754"/>
            </a:avLst>
          </a:prstGeom>
          <a:ln w="19080">
            <a:solidFill>
              <a:srgbClr val="000000"/>
            </a:solidFill>
            <a:miter/>
          </a:ln>
        </p:spPr>
      </p:cxnSp>
      <p:sp>
        <p:nvSpPr>
          <p:cNvPr id="3" name="PlaceHolder 2"/>
          <p:cNvSpPr>
            <a:spLocks noGrp="1"/>
          </p:cNvSpPr>
          <p:nvPr>
            <p:ph type="sldNum" idx="2"/>
          </p:nvPr>
        </p:nvSpPr>
        <p:spPr/>
        <p:txBody>
          <a:bodyPr/>
          <a:p>
            <a:fld id="{D1EF1FD3-10E8-4A69-B512-27DEEA8795BA}" type="slidenum">
              <a:t>219</a:t>
            </a:fld>
          </a:p>
        </p:txBody>
      </p:sp>
    </p:spTree>
  </p:cSld>
  <mc:AlternateContent>
    <mc:Choice Requires="p14">
      <p:transition spd="slow" p14:dur="2000"/>
    </mc:Choice>
    <mc:Fallback>
      <p:transition spd="slow"/>
    </mc:Fallback>
  </mc:AlternateContent>
</p:sld>
</file>

<file path=ppt/slides/slide2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76"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07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07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4079" name=""/>
          <p:cNvGrpSpPr/>
          <p:nvPr/>
        </p:nvGrpSpPr>
        <p:grpSpPr>
          <a:xfrm>
            <a:off x="230040" y="3156120"/>
            <a:ext cx="1184400" cy="1143000"/>
            <a:chOff x="230040" y="3156120"/>
            <a:chExt cx="1184400" cy="1143000"/>
          </a:xfrm>
        </p:grpSpPr>
        <p:sp>
          <p:nvSpPr>
            <p:cNvPr id="4080" name=""/>
            <p:cNvSpPr/>
            <p:nvPr/>
          </p:nvSpPr>
          <p:spPr>
            <a:xfrm>
              <a:off x="230040" y="3156120"/>
              <a:ext cx="1184400" cy="11430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81" name=""/>
            <p:cNvSpPr/>
            <p:nvPr/>
          </p:nvSpPr>
          <p:spPr>
            <a:xfrm>
              <a:off x="279000" y="3203640"/>
              <a:ext cx="1085400" cy="104724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082" name=""/>
          <p:cNvGrpSpPr/>
          <p:nvPr/>
        </p:nvGrpSpPr>
        <p:grpSpPr>
          <a:xfrm>
            <a:off x="1703520" y="2185920"/>
            <a:ext cx="1193760" cy="609840"/>
            <a:chOff x="1703520" y="2185920"/>
            <a:chExt cx="1193760" cy="609840"/>
          </a:xfrm>
        </p:grpSpPr>
        <p:sp>
          <p:nvSpPr>
            <p:cNvPr id="4083" name=""/>
            <p:cNvSpPr/>
            <p:nvPr/>
          </p:nvSpPr>
          <p:spPr>
            <a:xfrm>
              <a:off x="1703520" y="2185920"/>
              <a:ext cx="1193760" cy="609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84" name=""/>
            <p:cNvSpPr/>
            <p:nvPr/>
          </p:nvSpPr>
          <p:spPr>
            <a:xfrm>
              <a:off x="1752840" y="2211120"/>
              <a:ext cx="1094040" cy="5587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085" name=""/>
          <p:cNvGrpSpPr/>
          <p:nvPr/>
        </p:nvGrpSpPr>
        <p:grpSpPr>
          <a:xfrm>
            <a:off x="3290760" y="1390680"/>
            <a:ext cx="1187640" cy="609480"/>
            <a:chOff x="3290760" y="1390680"/>
            <a:chExt cx="1187640" cy="609480"/>
          </a:xfrm>
        </p:grpSpPr>
        <p:sp>
          <p:nvSpPr>
            <p:cNvPr id="4086" name=""/>
            <p:cNvSpPr/>
            <p:nvPr/>
          </p:nvSpPr>
          <p:spPr>
            <a:xfrm>
              <a:off x="3290760" y="1390680"/>
              <a:ext cx="1187640" cy="609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87" name=""/>
            <p:cNvSpPr/>
            <p:nvPr/>
          </p:nvSpPr>
          <p:spPr>
            <a:xfrm>
              <a:off x="3340080" y="1415880"/>
              <a:ext cx="1088640" cy="5587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088" name=""/>
          <p:cNvGrpSpPr/>
          <p:nvPr/>
        </p:nvGrpSpPr>
        <p:grpSpPr>
          <a:xfrm>
            <a:off x="3290760" y="2185920"/>
            <a:ext cx="1187640" cy="609840"/>
            <a:chOff x="3290760" y="2185920"/>
            <a:chExt cx="1187640" cy="609840"/>
          </a:xfrm>
        </p:grpSpPr>
        <p:sp>
          <p:nvSpPr>
            <p:cNvPr id="4089" name=""/>
            <p:cNvSpPr/>
            <p:nvPr/>
          </p:nvSpPr>
          <p:spPr>
            <a:xfrm>
              <a:off x="3290760" y="2185920"/>
              <a:ext cx="1187640" cy="609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90" name=""/>
            <p:cNvSpPr/>
            <p:nvPr/>
          </p:nvSpPr>
          <p:spPr>
            <a:xfrm>
              <a:off x="3340080" y="2211120"/>
              <a:ext cx="1088640" cy="5587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091" name=""/>
          <p:cNvGrpSpPr/>
          <p:nvPr/>
        </p:nvGrpSpPr>
        <p:grpSpPr>
          <a:xfrm>
            <a:off x="3290760" y="2982960"/>
            <a:ext cx="1187640" cy="609480"/>
            <a:chOff x="3290760" y="2982960"/>
            <a:chExt cx="1187640" cy="609480"/>
          </a:xfrm>
        </p:grpSpPr>
        <p:sp>
          <p:nvSpPr>
            <p:cNvPr id="4092" name=""/>
            <p:cNvSpPr/>
            <p:nvPr/>
          </p:nvSpPr>
          <p:spPr>
            <a:xfrm>
              <a:off x="3290760" y="2982960"/>
              <a:ext cx="1187640" cy="609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93" name=""/>
            <p:cNvSpPr/>
            <p:nvPr/>
          </p:nvSpPr>
          <p:spPr>
            <a:xfrm>
              <a:off x="3340080" y="3008160"/>
              <a:ext cx="1088640" cy="5587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cxnSp>
        <p:nvCxnSpPr>
          <p:cNvPr id="4094" name=""/>
          <p:cNvCxnSpPr>
            <a:stCxn id="4083" idx="3"/>
            <a:endCxn id="4086" idx="1"/>
          </p:cNvCxnSpPr>
          <p:nvPr/>
        </p:nvCxnSpPr>
        <p:spPr>
          <a:xfrm flipV="1">
            <a:off x="2896920" y="1694880"/>
            <a:ext cx="394200" cy="795960"/>
          </a:xfrm>
          <a:prstGeom prst="bentConnector3">
            <a:avLst>
              <a:gd name="adj1" fmla="val 50000"/>
            </a:avLst>
          </a:prstGeom>
          <a:ln w="19080">
            <a:solidFill>
              <a:srgbClr val="000000"/>
            </a:solidFill>
            <a:miter/>
          </a:ln>
        </p:spPr>
      </p:cxnSp>
      <p:cxnSp>
        <p:nvCxnSpPr>
          <p:cNvPr id="4095" name=""/>
          <p:cNvCxnSpPr>
            <a:stCxn id="4083" idx="3"/>
            <a:endCxn id="4089" idx="1"/>
          </p:cNvCxnSpPr>
          <p:nvPr/>
        </p:nvCxnSpPr>
        <p:spPr>
          <a:xfrm>
            <a:off x="2896920" y="2490480"/>
            <a:ext cx="394200" cy="1080"/>
          </a:xfrm>
          <a:prstGeom prst="bentConnector2">
            <a:avLst/>
          </a:prstGeom>
          <a:ln w="19080">
            <a:solidFill>
              <a:srgbClr val="000000"/>
            </a:solidFill>
            <a:miter/>
          </a:ln>
        </p:spPr>
      </p:cxnSp>
      <p:cxnSp>
        <p:nvCxnSpPr>
          <p:cNvPr id="4096" name=""/>
          <p:cNvCxnSpPr>
            <a:stCxn id="4083" idx="3"/>
            <a:endCxn id="4092" idx="1"/>
          </p:cNvCxnSpPr>
          <p:nvPr/>
        </p:nvCxnSpPr>
        <p:spPr>
          <a:xfrm>
            <a:off x="2896920" y="2490840"/>
            <a:ext cx="394200" cy="797760"/>
          </a:xfrm>
          <a:prstGeom prst="bentConnector3">
            <a:avLst>
              <a:gd name="adj1" fmla="val 50000"/>
            </a:avLst>
          </a:prstGeom>
          <a:ln w="19080">
            <a:solidFill>
              <a:srgbClr val="000000"/>
            </a:solidFill>
            <a:miter/>
          </a:ln>
        </p:spPr>
      </p:cxnSp>
      <p:grpSp>
        <p:nvGrpSpPr>
          <p:cNvPr id="4097" name=""/>
          <p:cNvGrpSpPr/>
          <p:nvPr/>
        </p:nvGrpSpPr>
        <p:grpSpPr>
          <a:xfrm>
            <a:off x="1703520" y="4660920"/>
            <a:ext cx="1193760" cy="609480"/>
            <a:chOff x="1703520" y="4660920"/>
            <a:chExt cx="1193760" cy="609480"/>
          </a:xfrm>
        </p:grpSpPr>
        <p:sp>
          <p:nvSpPr>
            <p:cNvPr id="4098" name=""/>
            <p:cNvSpPr/>
            <p:nvPr/>
          </p:nvSpPr>
          <p:spPr>
            <a:xfrm>
              <a:off x="1703520" y="4660920"/>
              <a:ext cx="1193760" cy="609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099" name=""/>
            <p:cNvSpPr/>
            <p:nvPr/>
          </p:nvSpPr>
          <p:spPr>
            <a:xfrm>
              <a:off x="1752840" y="4686120"/>
              <a:ext cx="1094040" cy="5587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100" name=""/>
          <p:cNvGrpSpPr/>
          <p:nvPr/>
        </p:nvGrpSpPr>
        <p:grpSpPr>
          <a:xfrm>
            <a:off x="3290760" y="3865680"/>
            <a:ext cx="1187640" cy="609480"/>
            <a:chOff x="3290760" y="3865680"/>
            <a:chExt cx="1187640" cy="609480"/>
          </a:xfrm>
        </p:grpSpPr>
        <p:sp>
          <p:nvSpPr>
            <p:cNvPr id="4101" name=""/>
            <p:cNvSpPr/>
            <p:nvPr/>
          </p:nvSpPr>
          <p:spPr>
            <a:xfrm>
              <a:off x="3290760" y="3865680"/>
              <a:ext cx="1187640" cy="609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02" name=""/>
            <p:cNvSpPr/>
            <p:nvPr/>
          </p:nvSpPr>
          <p:spPr>
            <a:xfrm>
              <a:off x="3340080" y="3890880"/>
              <a:ext cx="1088640" cy="5587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103" name=""/>
          <p:cNvGrpSpPr/>
          <p:nvPr/>
        </p:nvGrpSpPr>
        <p:grpSpPr>
          <a:xfrm>
            <a:off x="3290760" y="4660920"/>
            <a:ext cx="1187640" cy="609480"/>
            <a:chOff x="3290760" y="4660920"/>
            <a:chExt cx="1187640" cy="609480"/>
          </a:xfrm>
        </p:grpSpPr>
        <p:sp>
          <p:nvSpPr>
            <p:cNvPr id="4104" name=""/>
            <p:cNvSpPr/>
            <p:nvPr/>
          </p:nvSpPr>
          <p:spPr>
            <a:xfrm>
              <a:off x="3290760" y="4660920"/>
              <a:ext cx="1187640" cy="609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05" name=""/>
            <p:cNvSpPr/>
            <p:nvPr/>
          </p:nvSpPr>
          <p:spPr>
            <a:xfrm>
              <a:off x="3340080" y="4686120"/>
              <a:ext cx="1088640" cy="5587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nvGrpSpPr>
          <p:cNvPr id="4106" name=""/>
          <p:cNvGrpSpPr/>
          <p:nvPr/>
        </p:nvGrpSpPr>
        <p:grpSpPr>
          <a:xfrm>
            <a:off x="3290760" y="5457960"/>
            <a:ext cx="1187640" cy="609480"/>
            <a:chOff x="3290760" y="5457960"/>
            <a:chExt cx="1187640" cy="609480"/>
          </a:xfrm>
        </p:grpSpPr>
        <p:sp>
          <p:nvSpPr>
            <p:cNvPr id="4107" name=""/>
            <p:cNvSpPr/>
            <p:nvPr/>
          </p:nvSpPr>
          <p:spPr>
            <a:xfrm>
              <a:off x="3290760" y="5457960"/>
              <a:ext cx="1187640" cy="609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08" name=""/>
            <p:cNvSpPr/>
            <p:nvPr/>
          </p:nvSpPr>
          <p:spPr>
            <a:xfrm>
              <a:off x="3340080" y="5483160"/>
              <a:ext cx="1088640" cy="55872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cxnSp>
        <p:nvCxnSpPr>
          <p:cNvPr id="4109" name=""/>
          <p:cNvCxnSpPr>
            <a:stCxn id="4098" idx="3"/>
            <a:endCxn id="4101" idx="1"/>
          </p:cNvCxnSpPr>
          <p:nvPr/>
        </p:nvCxnSpPr>
        <p:spPr>
          <a:xfrm flipV="1">
            <a:off x="2896920" y="4169880"/>
            <a:ext cx="394200" cy="796320"/>
          </a:xfrm>
          <a:prstGeom prst="bentConnector3">
            <a:avLst>
              <a:gd name="adj1" fmla="val 50000"/>
            </a:avLst>
          </a:prstGeom>
          <a:ln w="19080">
            <a:solidFill>
              <a:srgbClr val="000000"/>
            </a:solidFill>
            <a:miter/>
          </a:ln>
        </p:spPr>
      </p:cxnSp>
      <p:cxnSp>
        <p:nvCxnSpPr>
          <p:cNvPr id="4110" name=""/>
          <p:cNvCxnSpPr>
            <a:stCxn id="4098" idx="3"/>
            <a:endCxn id="4104" idx="1"/>
          </p:cNvCxnSpPr>
          <p:nvPr/>
        </p:nvCxnSpPr>
        <p:spPr>
          <a:xfrm>
            <a:off x="2896920" y="4965480"/>
            <a:ext cx="394200" cy="1080"/>
          </a:xfrm>
          <a:prstGeom prst="bentConnector2">
            <a:avLst/>
          </a:prstGeom>
          <a:ln w="19080">
            <a:solidFill>
              <a:srgbClr val="000000"/>
            </a:solidFill>
            <a:miter/>
          </a:ln>
        </p:spPr>
      </p:cxnSp>
      <p:cxnSp>
        <p:nvCxnSpPr>
          <p:cNvPr id="4111" name=""/>
          <p:cNvCxnSpPr>
            <a:stCxn id="4098" idx="3"/>
            <a:endCxn id="4107" idx="1"/>
          </p:cNvCxnSpPr>
          <p:nvPr/>
        </p:nvCxnSpPr>
        <p:spPr>
          <a:xfrm>
            <a:off x="2896920" y="4965480"/>
            <a:ext cx="394200" cy="797400"/>
          </a:xfrm>
          <a:prstGeom prst="bentConnector3">
            <a:avLst>
              <a:gd name="adj1" fmla="val 50000"/>
            </a:avLst>
          </a:prstGeom>
          <a:ln w="19080">
            <a:solidFill>
              <a:srgbClr val="000000"/>
            </a:solidFill>
            <a:miter/>
          </a:ln>
        </p:spPr>
      </p:cxnSp>
      <p:cxnSp>
        <p:nvCxnSpPr>
          <p:cNvPr id="4112" name=""/>
          <p:cNvCxnSpPr>
            <a:stCxn id="4080" idx="3"/>
            <a:endCxn id="4083" idx="1"/>
          </p:cNvCxnSpPr>
          <p:nvPr/>
        </p:nvCxnSpPr>
        <p:spPr>
          <a:xfrm flipV="1">
            <a:off x="1414080" y="2490480"/>
            <a:ext cx="289440" cy="1236960"/>
          </a:xfrm>
          <a:prstGeom prst="bentConnector3">
            <a:avLst>
              <a:gd name="adj1" fmla="val 49937"/>
            </a:avLst>
          </a:prstGeom>
          <a:ln w="19080">
            <a:solidFill>
              <a:srgbClr val="000000"/>
            </a:solidFill>
            <a:miter/>
          </a:ln>
        </p:spPr>
      </p:cxnSp>
      <p:cxnSp>
        <p:nvCxnSpPr>
          <p:cNvPr id="4113" name=""/>
          <p:cNvCxnSpPr>
            <a:stCxn id="4080" idx="3"/>
            <a:endCxn id="4098" idx="1"/>
          </p:cNvCxnSpPr>
          <p:nvPr/>
        </p:nvCxnSpPr>
        <p:spPr>
          <a:xfrm>
            <a:off x="1414080" y="3727440"/>
            <a:ext cx="289440" cy="1239120"/>
          </a:xfrm>
          <a:prstGeom prst="bentConnector3">
            <a:avLst>
              <a:gd name="adj1" fmla="val 49937"/>
            </a:avLst>
          </a:prstGeom>
          <a:ln w="19080">
            <a:solidFill>
              <a:srgbClr val="000000"/>
            </a:solidFill>
            <a:miter/>
          </a:ln>
        </p:spPr>
      </p:cxnSp>
      <p:sp>
        <p:nvSpPr>
          <p:cNvPr id="4114" name=""/>
          <p:cNvSpPr/>
          <p:nvPr/>
        </p:nvSpPr>
        <p:spPr>
          <a:xfrm>
            <a:off x="4700520" y="1201680"/>
            <a:ext cx="386568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sp>
        <p:nvSpPr>
          <p:cNvPr id="4115" name=""/>
          <p:cNvSpPr/>
          <p:nvPr/>
        </p:nvSpPr>
        <p:spPr>
          <a:xfrm>
            <a:off x="4700520" y="932400"/>
            <a:ext cx="3851280" cy="21384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4116" name=""/>
          <p:cNvSpPr/>
          <p:nvPr/>
        </p:nvSpPr>
        <p:spPr>
          <a:xfrm>
            <a:off x="4700520" y="1390680"/>
            <a:ext cx="385776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4117" name=""/>
          <p:cNvSpPr/>
          <p:nvPr/>
        </p:nvSpPr>
        <p:spPr>
          <a:xfrm>
            <a:off x="4700520" y="2185920"/>
            <a:ext cx="385776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4118" name=""/>
          <p:cNvSpPr/>
          <p:nvPr/>
        </p:nvSpPr>
        <p:spPr>
          <a:xfrm>
            <a:off x="4700520" y="2982960"/>
            <a:ext cx="385776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4119" name=""/>
          <p:cNvSpPr/>
          <p:nvPr/>
        </p:nvSpPr>
        <p:spPr>
          <a:xfrm>
            <a:off x="4700520" y="3865680"/>
            <a:ext cx="385776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4120" name=""/>
          <p:cNvSpPr/>
          <p:nvPr/>
        </p:nvSpPr>
        <p:spPr>
          <a:xfrm>
            <a:off x="4700520" y="4660920"/>
            <a:ext cx="385776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4121" name=""/>
          <p:cNvSpPr/>
          <p:nvPr/>
        </p:nvSpPr>
        <p:spPr>
          <a:xfrm>
            <a:off x="4700520" y="5457960"/>
            <a:ext cx="385776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 </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0743C1AC-8C04-4762-9C6C-9D15FA3086D6}" type="slidenum">
              <a:t>220</a:t>
            </a:fld>
          </a:p>
        </p:txBody>
      </p:sp>
    </p:spTree>
  </p:cSld>
  <mc:AlternateContent>
    <mc:Choice Requires="p14">
      <p:transition spd="slow" p14:dur="2000"/>
    </mc:Choice>
    <mc:Fallback>
      <p:transition spd="slow"/>
    </mc:Fallback>
  </mc:AlternateContent>
</p:sld>
</file>

<file path=ppt/slides/slide2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22"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12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124" name=""/>
          <p:cNvSpPr/>
          <p:nvPr/>
        </p:nvSpPr>
        <p:spPr>
          <a:xfrm>
            <a:off x="138240" y="1189440"/>
            <a:ext cx="151452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4125" name=""/>
          <p:cNvSpPr/>
          <p:nvPr/>
        </p:nvSpPr>
        <p:spPr>
          <a:xfrm>
            <a:off x="138240" y="1433520"/>
            <a:ext cx="15145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126" name=""/>
          <p:cNvSpPr/>
          <p:nvPr/>
        </p:nvSpPr>
        <p:spPr>
          <a:xfrm>
            <a:off x="1994040" y="1189440"/>
            <a:ext cx="15159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4127" name=""/>
          <p:cNvSpPr/>
          <p:nvPr/>
        </p:nvSpPr>
        <p:spPr>
          <a:xfrm>
            <a:off x="1994040" y="1433520"/>
            <a:ext cx="15159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128" name=""/>
          <p:cNvSpPr/>
          <p:nvPr/>
        </p:nvSpPr>
        <p:spPr>
          <a:xfrm>
            <a:off x="4025880" y="1189440"/>
            <a:ext cx="227952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4129" name=""/>
          <p:cNvSpPr/>
          <p:nvPr/>
        </p:nvSpPr>
        <p:spPr>
          <a:xfrm>
            <a:off x="4025880" y="1433520"/>
            <a:ext cx="22766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130" name=""/>
          <p:cNvSpPr/>
          <p:nvPr/>
        </p:nvSpPr>
        <p:spPr>
          <a:xfrm>
            <a:off x="6448320" y="1189440"/>
            <a:ext cx="22827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p:txBody>
      </p:sp>
      <p:sp>
        <p:nvSpPr>
          <p:cNvPr id="4131" name=""/>
          <p:cNvSpPr/>
          <p:nvPr/>
        </p:nvSpPr>
        <p:spPr>
          <a:xfrm>
            <a:off x="6448320" y="1433520"/>
            <a:ext cx="22798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nvGrpSpPr>
          <p:cNvPr id="4132" name=""/>
          <p:cNvGrpSpPr/>
          <p:nvPr/>
        </p:nvGrpSpPr>
        <p:grpSpPr>
          <a:xfrm>
            <a:off x="127080" y="2968560"/>
            <a:ext cx="1515960" cy="1465200"/>
            <a:chOff x="127080" y="2968560"/>
            <a:chExt cx="1515960" cy="1465200"/>
          </a:xfrm>
        </p:grpSpPr>
        <p:sp>
          <p:nvSpPr>
            <p:cNvPr id="4133" name=""/>
            <p:cNvSpPr/>
            <p:nvPr/>
          </p:nvSpPr>
          <p:spPr>
            <a:xfrm>
              <a:off x="127080" y="2968560"/>
              <a:ext cx="1515960" cy="14652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34" name=""/>
            <p:cNvSpPr/>
            <p:nvPr/>
          </p:nvSpPr>
          <p:spPr>
            <a:xfrm>
              <a:off x="190080" y="3029760"/>
              <a:ext cx="1389240" cy="134244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135" name=""/>
          <p:cNvSpPr/>
          <p:nvPr/>
        </p:nvSpPr>
        <p:spPr>
          <a:xfrm>
            <a:off x="4025880" y="1628640"/>
            <a:ext cx="227952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136" name=""/>
          <p:cNvSpPr/>
          <p:nvPr/>
        </p:nvSpPr>
        <p:spPr>
          <a:xfrm>
            <a:off x="6448320" y="1628640"/>
            <a:ext cx="22827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4137" name=""/>
          <p:cNvGrpSpPr/>
          <p:nvPr/>
        </p:nvGrpSpPr>
        <p:grpSpPr>
          <a:xfrm>
            <a:off x="1994040" y="1628640"/>
            <a:ext cx="1515960" cy="1078200"/>
            <a:chOff x="1994040" y="1628640"/>
            <a:chExt cx="1515960" cy="1078200"/>
          </a:xfrm>
        </p:grpSpPr>
        <p:sp>
          <p:nvSpPr>
            <p:cNvPr id="4138" name=""/>
            <p:cNvSpPr/>
            <p:nvPr/>
          </p:nvSpPr>
          <p:spPr>
            <a:xfrm>
              <a:off x="1994040" y="1628640"/>
              <a:ext cx="1515960" cy="10782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39" name=""/>
            <p:cNvSpPr/>
            <p:nvPr/>
          </p:nvSpPr>
          <p:spPr>
            <a:xfrm>
              <a:off x="2057040" y="1673640"/>
              <a:ext cx="1389240" cy="98784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140" name=""/>
          <p:cNvSpPr/>
          <p:nvPr/>
        </p:nvSpPr>
        <p:spPr>
          <a:xfrm rot="5400000">
            <a:off x="3305160" y="2036520"/>
            <a:ext cx="965160" cy="263520"/>
          </a:xfrm>
          <a:prstGeom prst="triangle">
            <a:avLst>
              <a:gd name="adj" fmla="val 50000"/>
            </a:avLst>
          </a:prstGeom>
          <a:solidFill>
            <a:srgbClr val="909090"/>
          </a:solidFill>
          <a:ln w="0">
            <a:noFill/>
          </a:ln>
        </p:spPr>
        <p:style>
          <a:lnRef idx="0"/>
          <a:fillRef idx="0"/>
          <a:effectRef idx="0"/>
          <a:fontRef idx="minor"/>
        </p:style>
        <p:txBody>
          <a:bodyPr wrap="none" lIns="90000" rIns="90000" tIns="41040" bIns="41040" anchor="ctr">
            <a:noAutofit/>
          </a:bodyPr>
          <a:p>
            <a:endParaRPr b="0" lang="en-US" sz="2400" spc="-1" strike="noStrike">
              <a:solidFill>
                <a:srgbClr val="000000"/>
              </a:solidFill>
              <a:latin typeface="Times New Roman"/>
            </a:endParaRPr>
          </a:p>
        </p:txBody>
      </p:sp>
      <p:sp>
        <p:nvSpPr>
          <p:cNvPr id="4141" name=""/>
          <p:cNvSpPr/>
          <p:nvPr/>
        </p:nvSpPr>
        <p:spPr>
          <a:xfrm>
            <a:off x="4025880" y="3162240"/>
            <a:ext cx="227952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142" name=""/>
          <p:cNvSpPr/>
          <p:nvPr/>
        </p:nvSpPr>
        <p:spPr>
          <a:xfrm>
            <a:off x="6448320" y="3162240"/>
            <a:ext cx="22827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4143" name=""/>
          <p:cNvGrpSpPr/>
          <p:nvPr/>
        </p:nvGrpSpPr>
        <p:grpSpPr>
          <a:xfrm>
            <a:off x="1994040" y="3162240"/>
            <a:ext cx="1515960" cy="1077840"/>
            <a:chOff x="1994040" y="3162240"/>
            <a:chExt cx="1515960" cy="1077840"/>
          </a:xfrm>
        </p:grpSpPr>
        <p:sp>
          <p:nvSpPr>
            <p:cNvPr id="4144" name=""/>
            <p:cNvSpPr/>
            <p:nvPr/>
          </p:nvSpPr>
          <p:spPr>
            <a:xfrm>
              <a:off x="1994040" y="3162240"/>
              <a:ext cx="1515960" cy="1077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45" name=""/>
            <p:cNvSpPr/>
            <p:nvPr/>
          </p:nvSpPr>
          <p:spPr>
            <a:xfrm>
              <a:off x="2057040" y="3207240"/>
              <a:ext cx="1389240" cy="98748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146" name=""/>
          <p:cNvSpPr/>
          <p:nvPr/>
        </p:nvSpPr>
        <p:spPr>
          <a:xfrm rot="5400000">
            <a:off x="3305160" y="3570120"/>
            <a:ext cx="965160" cy="263520"/>
          </a:xfrm>
          <a:prstGeom prst="triangle">
            <a:avLst>
              <a:gd name="adj" fmla="val 50000"/>
            </a:avLst>
          </a:prstGeom>
          <a:solidFill>
            <a:srgbClr val="909090"/>
          </a:solidFill>
          <a:ln w="0">
            <a:noFill/>
          </a:ln>
        </p:spPr>
        <p:style>
          <a:lnRef idx="0"/>
          <a:fillRef idx="0"/>
          <a:effectRef idx="0"/>
          <a:fontRef idx="minor"/>
        </p:style>
        <p:txBody>
          <a:bodyPr wrap="none" lIns="90000" rIns="90000" tIns="41040" bIns="41040" anchor="ctr">
            <a:noAutofit/>
          </a:bodyPr>
          <a:p>
            <a:endParaRPr b="0" lang="en-US" sz="2400" spc="-1" strike="noStrike">
              <a:solidFill>
                <a:srgbClr val="000000"/>
              </a:solidFill>
              <a:latin typeface="Times New Roman"/>
            </a:endParaRPr>
          </a:p>
        </p:txBody>
      </p:sp>
      <p:sp>
        <p:nvSpPr>
          <p:cNvPr id="4147" name=""/>
          <p:cNvSpPr/>
          <p:nvPr/>
        </p:nvSpPr>
        <p:spPr>
          <a:xfrm>
            <a:off x="4025880" y="4695840"/>
            <a:ext cx="227952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148" name=""/>
          <p:cNvSpPr/>
          <p:nvPr/>
        </p:nvSpPr>
        <p:spPr>
          <a:xfrm>
            <a:off x="6448320" y="4695840"/>
            <a:ext cx="228276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nvGrpSpPr>
          <p:cNvPr id="4149" name=""/>
          <p:cNvGrpSpPr/>
          <p:nvPr/>
        </p:nvGrpSpPr>
        <p:grpSpPr>
          <a:xfrm>
            <a:off x="1994040" y="4695840"/>
            <a:ext cx="1515960" cy="1077840"/>
            <a:chOff x="1994040" y="4695840"/>
            <a:chExt cx="1515960" cy="1077840"/>
          </a:xfrm>
        </p:grpSpPr>
        <p:sp>
          <p:nvSpPr>
            <p:cNvPr id="4150" name=""/>
            <p:cNvSpPr/>
            <p:nvPr/>
          </p:nvSpPr>
          <p:spPr>
            <a:xfrm>
              <a:off x="1994040" y="4695840"/>
              <a:ext cx="1515960" cy="1077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51" name=""/>
            <p:cNvSpPr/>
            <p:nvPr/>
          </p:nvSpPr>
          <p:spPr>
            <a:xfrm>
              <a:off x="2057040" y="4740840"/>
              <a:ext cx="1389240" cy="98748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4152" name=""/>
          <p:cNvSpPr/>
          <p:nvPr/>
        </p:nvSpPr>
        <p:spPr>
          <a:xfrm rot="5400000">
            <a:off x="3305160" y="5103720"/>
            <a:ext cx="965160" cy="263520"/>
          </a:xfrm>
          <a:prstGeom prst="triangle">
            <a:avLst>
              <a:gd name="adj" fmla="val 50000"/>
            </a:avLst>
          </a:prstGeom>
          <a:solidFill>
            <a:srgbClr val="909090"/>
          </a:solidFill>
          <a:ln w="0">
            <a:noFill/>
          </a:ln>
        </p:spPr>
        <p:style>
          <a:lnRef idx="0"/>
          <a:fillRef idx="0"/>
          <a:effectRef idx="0"/>
          <a:fontRef idx="minor"/>
        </p:style>
        <p:txBody>
          <a:bodyPr wrap="none" lIns="90000" rIns="90000" tIns="41040" bIns="41040" anchor="ctr">
            <a:noAutofit/>
          </a:bodyPr>
          <a:p>
            <a:endParaRPr b="0" lang="en-US" sz="2400" spc="-1" strike="noStrike">
              <a:solidFill>
                <a:srgbClr val="000000"/>
              </a:solidFill>
              <a:latin typeface="Times New Roman"/>
            </a:endParaRPr>
          </a:p>
        </p:txBody>
      </p:sp>
      <p:cxnSp>
        <p:nvCxnSpPr>
          <p:cNvPr id="4153" name=""/>
          <p:cNvCxnSpPr>
            <a:stCxn id="4133" idx="3"/>
            <a:endCxn id="4138" idx="1"/>
          </p:cNvCxnSpPr>
          <p:nvPr/>
        </p:nvCxnSpPr>
        <p:spPr>
          <a:xfrm flipV="1">
            <a:off x="1642680" y="2167920"/>
            <a:ext cx="351360" cy="1533960"/>
          </a:xfrm>
          <a:prstGeom prst="bentConnector3">
            <a:avLst>
              <a:gd name="adj1" fmla="val 49743"/>
            </a:avLst>
          </a:prstGeom>
          <a:ln w="19080">
            <a:solidFill>
              <a:srgbClr val="000000"/>
            </a:solidFill>
            <a:miter/>
          </a:ln>
        </p:spPr>
      </p:cxnSp>
      <p:cxnSp>
        <p:nvCxnSpPr>
          <p:cNvPr id="4154" name=""/>
          <p:cNvCxnSpPr>
            <a:stCxn id="4133" idx="3"/>
            <a:endCxn id="4144" idx="1"/>
          </p:cNvCxnSpPr>
          <p:nvPr/>
        </p:nvCxnSpPr>
        <p:spPr>
          <a:xfrm>
            <a:off x="1642680" y="3701520"/>
            <a:ext cx="351360" cy="1080"/>
          </a:xfrm>
          <a:prstGeom prst="bentConnector2">
            <a:avLst/>
          </a:prstGeom>
          <a:ln w="19080">
            <a:solidFill>
              <a:srgbClr val="000000"/>
            </a:solidFill>
            <a:miter/>
          </a:ln>
        </p:spPr>
      </p:cxnSp>
      <p:cxnSp>
        <p:nvCxnSpPr>
          <p:cNvPr id="4155" name=""/>
          <p:cNvCxnSpPr>
            <a:stCxn id="4133" idx="3"/>
            <a:endCxn id="4150" idx="1"/>
          </p:cNvCxnSpPr>
          <p:nvPr/>
        </p:nvCxnSpPr>
        <p:spPr>
          <a:xfrm>
            <a:off x="1642680" y="3701880"/>
            <a:ext cx="351360" cy="1534320"/>
          </a:xfrm>
          <a:prstGeom prst="bentConnector3">
            <a:avLst>
              <a:gd name="adj1" fmla="val 49743"/>
            </a:avLst>
          </a:prstGeom>
          <a:ln w="19080">
            <a:solidFill>
              <a:srgbClr val="000000"/>
            </a:solidFill>
            <a:miter/>
          </a:ln>
        </p:spPr>
      </p:cxnSp>
      <p:sp>
        <p:nvSpPr>
          <p:cNvPr id="3" name="PlaceHolder 2"/>
          <p:cNvSpPr>
            <a:spLocks noGrp="1"/>
          </p:cNvSpPr>
          <p:nvPr>
            <p:ph type="sldNum" idx="2"/>
          </p:nvPr>
        </p:nvSpPr>
        <p:spPr/>
        <p:txBody>
          <a:bodyPr/>
          <a:p>
            <a:fld id="{43A4216F-A109-4569-B1A4-E5FF9C0BD7DB}" type="slidenum">
              <a:t>221</a:t>
            </a:fld>
          </a:p>
        </p:txBody>
      </p:sp>
    </p:spTree>
  </p:cSld>
  <mc:AlternateContent>
    <mc:Choice Requires="p14">
      <p:transition spd="slow" p14:dur="2000"/>
    </mc:Choice>
    <mc:Fallback>
      <p:transition spd="slow"/>
    </mc:Fallback>
  </mc:AlternateContent>
</p:sld>
</file>

<file path=ppt/slides/slide2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5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TEAM STRUCTURE </a:t>
            </a:r>
            <a:endParaRPr b="1" lang="en-US" sz="1900" spc="-1" strike="noStrike">
              <a:solidFill>
                <a:srgbClr val="000000"/>
              </a:solidFill>
              <a:latin typeface="Arial"/>
            </a:endParaRPr>
          </a:p>
        </p:txBody>
      </p:sp>
      <p:sp>
        <p:nvSpPr>
          <p:cNvPr id="415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158" name=""/>
          <p:cNvSpPr/>
          <p:nvPr/>
        </p:nvSpPr>
        <p:spPr>
          <a:xfrm>
            <a:off x="4378320" y="2168640"/>
            <a:ext cx="0" cy="660240"/>
          </a:xfrm>
          <a:prstGeom prst="line">
            <a:avLst/>
          </a:prstGeom>
          <a:ln w="1908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159" name=""/>
          <p:cNvSpPr/>
          <p:nvPr/>
        </p:nvSpPr>
        <p:spPr>
          <a:xfrm>
            <a:off x="2935440" y="892080"/>
            <a:ext cx="2862000" cy="14004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160" name=""/>
          <p:cNvSpPr/>
          <p:nvPr/>
        </p:nvSpPr>
        <p:spPr>
          <a:xfrm>
            <a:off x="252360" y="2828880"/>
            <a:ext cx="1771560" cy="295272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61" name=""/>
          <p:cNvSpPr/>
          <p:nvPr/>
        </p:nvSpPr>
        <p:spPr>
          <a:xfrm>
            <a:off x="2614680" y="2828880"/>
            <a:ext cx="1771560" cy="295272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62" name=""/>
          <p:cNvSpPr/>
          <p:nvPr/>
        </p:nvSpPr>
        <p:spPr>
          <a:xfrm>
            <a:off x="4375080" y="2828880"/>
            <a:ext cx="1771560" cy="295272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63" name=""/>
          <p:cNvSpPr/>
          <p:nvPr/>
        </p:nvSpPr>
        <p:spPr>
          <a:xfrm>
            <a:off x="6765840" y="2828880"/>
            <a:ext cx="1771560" cy="295272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64" name=""/>
          <p:cNvSpPr/>
          <p:nvPr/>
        </p:nvSpPr>
        <p:spPr>
          <a:xfrm>
            <a:off x="252360" y="2832120"/>
            <a:ext cx="1771560" cy="420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65" name=""/>
          <p:cNvSpPr/>
          <p:nvPr/>
        </p:nvSpPr>
        <p:spPr>
          <a:xfrm>
            <a:off x="2614680" y="2832120"/>
            <a:ext cx="1771560" cy="420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66" name=""/>
          <p:cNvSpPr/>
          <p:nvPr/>
        </p:nvSpPr>
        <p:spPr>
          <a:xfrm>
            <a:off x="4375080" y="2832120"/>
            <a:ext cx="1771560" cy="420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67" name=""/>
          <p:cNvSpPr/>
          <p:nvPr/>
        </p:nvSpPr>
        <p:spPr>
          <a:xfrm>
            <a:off x="6762600" y="2832120"/>
            <a:ext cx="1771920" cy="420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68" name=""/>
          <p:cNvSpPr/>
          <p:nvPr/>
        </p:nvSpPr>
        <p:spPr>
          <a:xfrm>
            <a:off x="2935440" y="892080"/>
            <a:ext cx="2862000" cy="4208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169" name=""/>
          <p:cNvSpPr/>
          <p:nvPr/>
        </p:nvSpPr>
        <p:spPr>
          <a:xfrm>
            <a:off x="3046320" y="979560"/>
            <a:ext cx="25225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 </a:t>
            </a:r>
            <a:endParaRPr b="0" lang="en-US" sz="1600" spc="-1" strike="noStrike">
              <a:solidFill>
                <a:srgbClr val="000000"/>
              </a:solidFill>
              <a:latin typeface="Times New Roman"/>
            </a:endParaRPr>
          </a:p>
        </p:txBody>
      </p:sp>
      <p:sp>
        <p:nvSpPr>
          <p:cNvPr id="4170" name=""/>
          <p:cNvSpPr/>
          <p:nvPr/>
        </p:nvSpPr>
        <p:spPr>
          <a:xfrm>
            <a:off x="360360" y="2919240"/>
            <a:ext cx="15890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Title</a:t>
            </a:r>
            <a:endParaRPr b="0" lang="en-US" sz="1600" spc="-1" strike="noStrike">
              <a:solidFill>
                <a:srgbClr val="000000"/>
              </a:solidFill>
              <a:latin typeface="Times New Roman"/>
            </a:endParaRPr>
          </a:p>
        </p:txBody>
      </p:sp>
      <p:sp>
        <p:nvSpPr>
          <p:cNvPr id="4171" name=""/>
          <p:cNvSpPr/>
          <p:nvPr/>
        </p:nvSpPr>
        <p:spPr>
          <a:xfrm>
            <a:off x="360360" y="335268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4172" name=""/>
          <p:cNvSpPr/>
          <p:nvPr/>
        </p:nvSpPr>
        <p:spPr>
          <a:xfrm>
            <a:off x="2717640" y="2919240"/>
            <a:ext cx="15685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Client </a:t>
            </a:r>
            <a:endParaRPr b="0" lang="en-US" sz="1600" spc="-1" strike="noStrike">
              <a:solidFill>
                <a:srgbClr val="000000"/>
              </a:solidFill>
              <a:latin typeface="Times New Roman"/>
            </a:endParaRPr>
          </a:p>
        </p:txBody>
      </p:sp>
      <p:sp>
        <p:nvSpPr>
          <p:cNvPr id="4173" name=""/>
          <p:cNvSpPr/>
          <p:nvPr/>
        </p:nvSpPr>
        <p:spPr>
          <a:xfrm>
            <a:off x="4491000" y="2919240"/>
            <a:ext cx="15685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McKinsey </a:t>
            </a:r>
            <a:endParaRPr b="0" lang="en-US" sz="1600" spc="-1" strike="noStrike">
              <a:solidFill>
                <a:srgbClr val="000000"/>
              </a:solidFill>
              <a:latin typeface="Times New Roman"/>
            </a:endParaRPr>
          </a:p>
        </p:txBody>
      </p:sp>
      <p:sp>
        <p:nvSpPr>
          <p:cNvPr id="4174" name=""/>
          <p:cNvSpPr/>
          <p:nvPr/>
        </p:nvSpPr>
        <p:spPr>
          <a:xfrm>
            <a:off x="2717640" y="3352680"/>
            <a:ext cx="15447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4175" name=""/>
          <p:cNvSpPr/>
          <p:nvPr/>
        </p:nvSpPr>
        <p:spPr>
          <a:xfrm>
            <a:off x="4491000" y="3352680"/>
            <a:ext cx="15447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4176" name=""/>
          <p:cNvSpPr/>
          <p:nvPr/>
        </p:nvSpPr>
        <p:spPr>
          <a:xfrm>
            <a:off x="6861240" y="2919240"/>
            <a:ext cx="16239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ffffff"/>
                </a:solidFill>
                <a:latin typeface="Arial"/>
                <a:ea typeface="Gulim"/>
              </a:rPr>
              <a:t>Expert group</a:t>
            </a:r>
            <a:endParaRPr b="0" lang="en-US" sz="1600" spc="-1" strike="noStrike">
              <a:solidFill>
                <a:srgbClr val="000000"/>
              </a:solidFill>
              <a:latin typeface="Times New Roman"/>
            </a:endParaRPr>
          </a:p>
        </p:txBody>
      </p:sp>
      <p:sp>
        <p:nvSpPr>
          <p:cNvPr id="4177" name=""/>
          <p:cNvSpPr/>
          <p:nvPr/>
        </p:nvSpPr>
        <p:spPr>
          <a:xfrm>
            <a:off x="6861240" y="3352680"/>
            <a:ext cx="15429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4178" name=""/>
          <p:cNvSpPr/>
          <p:nvPr/>
        </p:nvSpPr>
        <p:spPr>
          <a:xfrm>
            <a:off x="2128680" y="3697200"/>
            <a:ext cx="378000" cy="1486080"/>
          </a:xfrm>
          <a:prstGeom prst="leftRightArrow">
            <a:avLst>
              <a:gd name="adj1" fmla="val 66880"/>
              <a:gd name="adj2" fmla="val 31514"/>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79" name=""/>
          <p:cNvSpPr/>
          <p:nvPr/>
        </p:nvSpPr>
        <p:spPr>
          <a:xfrm>
            <a:off x="3046320" y="1362240"/>
            <a:ext cx="25909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 </a:t>
            </a:r>
            <a:endParaRPr b="0" lang="en-US" sz="1600" spc="-1" strike="noStrike">
              <a:solidFill>
                <a:srgbClr val="000000"/>
              </a:solidFill>
              <a:latin typeface="Times New Roman"/>
            </a:endParaRPr>
          </a:p>
        </p:txBody>
      </p:sp>
      <p:sp>
        <p:nvSpPr>
          <p:cNvPr id="4180" name=""/>
          <p:cNvSpPr/>
          <p:nvPr/>
        </p:nvSpPr>
        <p:spPr>
          <a:xfrm>
            <a:off x="4375080" y="2830680"/>
            <a:ext cx="0" cy="420480"/>
          </a:xfrm>
          <a:prstGeom prst="line">
            <a:avLst/>
          </a:prstGeom>
          <a:ln w="936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181" name=""/>
          <p:cNvSpPr/>
          <p:nvPr/>
        </p:nvSpPr>
        <p:spPr>
          <a:xfrm>
            <a:off x="6267600" y="3699000"/>
            <a:ext cx="377640" cy="1485720"/>
          </a:xfrm>
          <a:prstGeom prst="leftRightArrow">
            <a:avLst>
              <a:gd name="adj1" fmla="val 66880"/>
              <a:gd name="adj2" fmla="val 31514"/>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B38479B6-FC1D-449F-90C8-852418475187}" type="slidenum">
              <a:t>222</a:t>
            </a:fld>
          </a:p>
        </p:txBody>
      </p:sp>
    </p:spTree>
  </p:cSld>
  <mc:AlternateContent>
    <mc:Choice Requires="p14">
      <p:transition spd="slow" p14:dur="2000"/>
    </mc:Choice>
    <mc:Fallback>
      <p:transition spd="slow"/>
    </mc:Fallback>
  </mc:AlternateContent>
</p:sld>
</file>

<file path=ppt/slides/slide2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82"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18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18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185" name=""/>
          <p:cNvSpPr/>
          <p:nvPr/>
        </p:nvSpPr>
        <p:spPr>
          <a:xfrm>
            <a:off x="2135160" y="1352520"/>
            <a:ext cx="4656240" cy="2063880"/>
          </a:xfrm>
          <a:custGeom>
            <a:avLst/>
            <a:gdLst/>
            <a:ahLst/>
            <a:rect l="l" t="t" r="r" b="b"/>
            <a:pathLst>
              <a:path w="2933" h="1300">
                <a:moveTo>
                  <a:pt x="0" y="433"/>
                </a:moveTo>
                <a:lnTo>
                  <a:pt x="2203" y="433"/>
                </a:lnTo>
                <a:lnTo>
                  <a:pt x="2203" y="0"/>
                </a:lnTo>
                <a:lnTo>
                  <a:pt x="2933" y="1300"/>
                </a:lnTo>
                <a:lnTo>
                  <a:pt x="0" y="1300"/>
                </a:lnTo>
                <a:lnTo>
                  <a:pt x="0" y="433"/>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186" name=""/>
          <p:cNvSpPr/>
          <p:nvPr/>
        </p:nvSpPr>
        <p:spPr>
          <a:xfrm>
            <a:off x="2273400" y="2182680"/>
            <a:ext cx="36129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187" name=""/>
          <p:cNvSpPr/>
          <p:nvPr/>
        </p:nvSpPr>
        <p:spPr>
          <a:xfrm flipV="1">
            <a:off x="2135160" y="3602160"/>
            <a:ext cx="4656240" cy="2063520"/>
          </a:xfrm>
          <a:custGeom>
            <a:avLst/>
            <a:gdLst/>
            <a:ahLst/>
            <a:rect l="l" t="t" r="r" b="b"/>
            <a:pathLst>
              <a:path w="2933" h="1300">
                <a:moveTo>
                  <a:pt x="0" y="433"/>
                </a:moveTo>
                <a:lnTo>
                  <a:pt x="2203" y="433"/>
                </a:lnTo>
                <a:lnTo>
                  <a:pt x="2203" y="0"/>
                </a:lnTo>
                <a:lnTo>
                  <a:pt x="2933" y="1300"/>
                </a:lnTo>
                <a:lnTo>
                  <a:pt x="0" y="1300"/>
                </a:lnTo>
                <a:lnTo>
                  <a:pt x="0" y="433"/>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188" name=""/>
          <p:cNvSpPr/>
          <p:nvPr/>
        </p:nvSpPr>
        <p:spPr>
          <a:xfrm>
            <a:off x="2273400" y="3735360"/>
            <a:ext cx="361296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D359122F-386F-41AC-9CC2-4BB18CCCB6F7}" type="slidenum">
              <a:t>223</a:t>
            </a:fld>
          </a:p>
        </p:txBody>
      </p:sp>
    </p:spTree>
  </p:cSld>
  <mc:AlternateContent>
    <mc:Choice Requires="p14">
      <p:transition spd="slow" p14:dur="2000"/>
    </mc:Choice>
    <mc:Fallback>
      <p:transition spd="slow"/>
    </mc:Fallback>
  </mc:AlternateContent>
</p:sld>
</file>

<file path=ppt/slides/slide2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89"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19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19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192" name=""/>
          <p:cNvSpPr/>
          <p:nvPr/>
        </p:nvSpPr>
        <p:spPr>
          <a:xfrm>
            <a:off x="1968480" y="4724280"/>
            <a:ext cx="4257720" cy="1386000"/>
          </a:xfrm>
          <a:custGeom>
            <a:avLst/>
            <a:gdLst/>
            <a:ahLst/>
            <a:rect l="l" t="t" r="r" b="b"/>
            <a:pathLst>
              <a:path w="1856" h="720">
                <a:moveTo>
                  <a:pt x="1527" y="312"/>
                </a:moveTo>
                <a:lnTo>
                  <a:pt x="1527" y="719"/>
                </a:lnTo>
                <a:lnTo>
                  <a:pt x="1855" y="0"/>
                </a:lnTo>
                <a:lnTo>
                  <a:pt x="0" y="0"/>
                </a:lnTo>
                <a:lnTo>
                  <a:pt x="0" y="312"/>
                </a:lnTo>
                <a:lnTo>
                  <a:pt x="1527" y="312"/>
                </a:lnTo>
              </a:path>
            </a:pathLst>
          </a:custGeom>
          <a:solidFill>
            <a:srgbClr val="ffffff"/>
          </a:solidFill>
          <a:ln cap="rnd" w="9360">
            <a:solidFill>
              <a:srgbClr val="000000"/>
            </a:solidFill>
            <a:round/>
          </a:ln>
          <a:effectLst>
            <a:outerShdw dist="36147" dir="2700000" blurRad="0" rotWithShape="0">
              <a:srgbClr val="000000"/>
            </a:outerShdw>
          </a:effectLst>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4193" name=""/>
          <p:cNvSpPr/>
          <p:nvPr/>
        </p:nvSpPr>
        <p:spPr>
          <a:xfrm>
            <a:off x="1968480" y="901800"/>
            <a:ext cx="4257720" cy="1380960"/>
          </a:xfrm>
          <a:custGeom>
            <a:avLst/>
            <a:gdLst/>
            <a:ahLst/>
            <a:rect l="l" t="t" r="r" b="b"/>
            <a:pathLst>
              <a:path w="1856" h="720">
                <a:moveTo>
                  <a:pt x="1527" y="407"/>
                </a:moveTo>
                <a:lnTo>
                  <a:pt x="1527" y="0"/>
                </a:lnTo>
                <a:lnTo>
                  <a:pt x="1855" y="719"/>
                </a:lnTo>
                <a:lnTo>
                  <a:pt x="0" y="719"/>
                </a:lnTo>
                <a:lnTo>
                  <a:pt x="0" y="407"/>
                </a:lnTo>
                <a:lnTo>
                  <a:pt x="1527" y="407"/>
                </a:lnTo>
              </a:path>
            </a:pathLst>
          </a:custGeom>
          <a:solidFill>
            <a:srgbClr val="ffffff"/>
          </a:solidFill>
          <a:ln cap="rnd" w="9360">
            <a:solidFill>
              <a:srgbClr val="000000"/>
            </a:solidFill>
            <a:round/>
          </a:ln>
          <a:effectLst>
            <a:outerShdw dist="36147" dir="2700000" blurRad="0" rotWithShape="0">
              <a:srgbClr val="000000"/>
            </a:outerShdw>
          </a:effectLst>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4194" name=""/>
          <p:cNvSpPr/>
          <p:nvPr/>
        </p:nvSpPr>
        <p:spPr>
          <a:xfrm>
            <a:off x="1968480" y="2382840"/>
            <a:ext cx="4649760" cy="673200"/>
          </a:xfrm>
          <a:custGeom>
            <a:avLst/>
            <a:gdLst/>
            <a:ahLst/>
            <a:rect l="l" t="t" r="r" b="b"/>
            <a:pathLst>
              <a:path w="2086" h="352">
                <a:moveTo>
                  <a:pt x="0" y="0"/>
                </a:moveTo>
                <a:lnTo>
                  <a:pt x="1920" y="0"/>
                </a:lnTo>
                <a:lnTo>
                  <a:pt x="2086" y="352"/>
                </a:lnTo>
                <a:lnTo>
                  <a:pt x="0" y="352"/>
                </a:lnTo>
                <a:lnTo>
                  <a:pt x="0" y="0"/>
                </a:lnTo>
                <a:close/>
              </a:path>
            </a:pathLst>
          </a:custGeom>
          <a:solidFill>
            <a:srgbClr val="ffffff"/>
          </a:solidFill>
          <a:ln w="9360">
            <a:solidFill>
              <a:srgbClr val="000000"/>
            </a:solidFill>
            <a:round/>
          </a:ln>
          <a:effectLst>
            <a:outerShdw dist="36147" dir="2700000" blurRad="0" rotWithShape="0">
              <a:srgbClr val="000000"/>
            </a:outerShdw>
          </a:effectLst>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4195" name=""/>
          <p:cNvSpPr/>
          <p:nvPr/>
        </p:nvSpPr>
        <p:spPr>
          <a:xfrm flipV="1">
            <a:off x="1968480" y="3952800"/>
            <a:ext cx="4649760" cy="671760"/>
          </a:xfrm>
          <a:custGeom>
            <a:avLst/>
            <a:gdLst/>
            <a:ahLst/>
            <a:rect l="l" t="t" r="r" b="b"/>
            <a:pathLst>
              <a:path w="2086" h="352">
                <a:moveTo>
                  <a:pt x="0" y="0"/>
                </a:moveTo>
                <a:lnTo>
                  <a:pt x="1920" y="0"/>
                </a:lnTo>
                <a:lnTo>
                  <a:pt x="2086" y="352"/>
                </a:lnTo>
                <a:lnTo>
                  <a:pt x="0" y="352"/>
                </a:lnTo>
                <a:lnTo>
                  <a:pt x="0" y="0"/>
                </a:lnTo>
                <a:close/>
              </a:path>
            </a:pathLst>
          </a:custGeom>
          <a:solidFill>
            <a:srgbClr val="ffffff"/>
          </a:solidFill>
          <a:ln w="9360">
            <a:solidFill>
              <a:srgbClr val="000000"/>
            </a:solidFill>
            <a:round/>
          </a:ln>
          <a:effectLst>
            <a:outerShdw dist="36147" dir="2700000" blurRad="0" rotWithShape="0">
              <a:srgbClr val="000000"/>
            </a:outerShdw>
          </a:effectLst>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4196" name=""/>
          <p:cNvSpPr/>
          <p:nvPr/>
        </p:nvSpPr>
        <p:spPr>
          <a:xfrm>
            <a:off x="1968480" y="3159000"/>
            <a:ext cx="4870440" cy="689040"/>
          </a:xfrm>
          <a:custGeom>
            <a:avLst/>
            <a:gdLst>
              <a:gd name="textAreaLeft" fmla="*/ 0 w 4870440"/>
              <a:gd name="textAreaRight" fmla="*/ 4870800 w 4870440"/>
              <a:gd name="textAreaTop" fmla="*/ 0 h 689040"/>
              <a:gd name="textAreaBottom" fmla="*/ 689400 h 689040"/>
            </a:gdLst>
            <a:ahLst/>
            <a:rect l="textAreaLeft" t="textAreaTop" r="textAreaRight" b="textAreaBottom"/>
            <a:pathLst>
              <a:path w="21600" h="21600">
                <a:moveTo>
                  <a:pt x="0" y="0"/>
                </a:moveTo>
                <a:lnTo>
                  <a:pt x="20582" y="0"/>
                </a:lnTo>
                <a:lnTo>
                  <a:pt x="21600" y="10800"/>
                </a:lnTo>
                <a:lnTo>
                  <a:pt x="20582" y="21600"/>
                </a:lnTo>
                <a:lnTo>
                  <a:pt x="0" y="21600"/>
                </a:lnTo>
                <a:close/>
              </a:path>
            </a:pathLst>
          </a:cu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197" name=""/>
          <p:cNvSpPr/>
          <p:nvPr/>
        </p:nvSpPr>
        <p:spPr>
          <a:xfrm>
            <a:off x="2100240" y="1852560"/>
            <a:ext cx="3613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198" name=""/>
          <p:cNvSpPr/>
          <p:nvPr/>
        </p:nvSpPr>
        <p:spPr>
          <a:xfrm>
            <a:off x="2100240" y="2597040"/>
            <a:ext cx="3613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199" name=""/>
          <p:cNvSpPr/>
          <p:nvPr/>
        </p:nvSpPr>
        <p:spPr>
          <a:xfrm>
            <a:off x="2100240" y="3381480"/>
            <a:ext cx="3613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00" name=""/>
          <p:cNvSpPr/>
          <p:nvPr/>
        </p:nvSpPr>
        <p:spPr>
          <a:xfrm>
            <a:off x="2100240" y="4165560"/>
            <a:ext cx="3613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01" name=""/>
          <p:cNvSpPr/>
          <p:nvPr/>
        </p:nvSpPr>
        <p:spPr>
          <a:xfrm>
            <a:off x="2100240" y="4903920"/>
            <a:ext cx="361332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7623BEB8-5976-4EC9-89F9-ACA7CD895EBF}" type="slidenum">
              <a:t>224</a:t>
            </a:fld>
          </a:p>
        </p:txBody>
      </p:sp>
    </p:spTree>
  </p:cSld>
  <mc:AlternateContent>
    <mc:Choice Requires="p14">
      <p:transition spd="slow" p14:dur="2000"/>
    </mc:Choice>
    <mc:Fallback>
      <p:transition spd="slow"/>
    </mc:Fallback>
  </mc:AlternateContent>
</p:sld>
</file>

<file path=ppt/slides/slide2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202" name=""/>
          <p:cNvGrpSpPr/>
          <p:nvPr/>
        </p:nvGrpSpPr>
        <p:grpSpPr>
          <a:xfrm>
            <a:off x="1778040" y="2543040"/>
            <a:ext cx="5438520" cy="2554560"/>
            <a:chOff x="1778040" y="2543040"/>
            <a:chExt cx="5438520" cy="2554560"/>
          </a:xfrm>
        </p:grpSpPr>
        <p:sp>
          <p:nvSpPr>
            <p:cNvPr id="4203" name=""/>
            <p:cNvSpPr/>
            <p:nvPr/>
          </p:nvSpPr>
          <p:spPr>
            <a:xfrm>
              <a:off x="1778040" y="2543040"/>
              <a:ext cx="1536120" cy="25545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04" name=""/>
            <p:cNvSpPr/>
            <p:nvPr/>
          </p:nvSpPr>
          <p:spPr>
            <a:xfrm>
              <a:off x="3729240" y="2543040"/>
              <a:ext cx="1536120" cy="25545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05" name=""/>
            <p:cNvSpPr/>
            <p:nvPr/>
          </p:nvSpPr>
          <p:spPr>
            <a:xfrm>
              <a:off x="5680440" y="2543040"/>
              <a:ext cx="1536120" cy="25545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06" name=""/>
            <p:cNvSpPr/>
            <p:nvPr/>
          </p:nvSpPr>
          <p:spPr>
            <a:xfrm>
              <a:off x="1881720" y="2894040"/>
              <a:ext cx="132876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07" name=""/>
            <p:cNvSpPr/>
            <p:nvPr/>
          </p:nvSpPr>
          <p:spPr>
            <a:xfrm>
              <a:off x="3835080" y="2894040"/>
              <a:ext cx="132876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08" name=""/>
            <p:cNvSpPr/>
            <p:nvPr/>
          </p:nvSpPr>
          <p:spPr>
            <a:xfrm>
              <a:off x="5784120" y="2894040"/>
              <a:ext cx="132876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4209"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21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21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212" name=""/>
          <p:cNvSpPr/>
          <p:nvPr/>
        </p:nvSpPr>
        <p:spPr>
          <a:xfrm>
            <a:off x="1557360" y="2100240"/>
            <a:ext cx="5878440" cy="4618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213" name=""/>
          <p:cNvSpPr/>
          <p:nvPr/>
        </p:nvSpPr>
        <p:spPr>
          <a:xfrm>
            <a:off x="917640" y="1077840"/>
            <a:ext cx="7156440" cy="1106640"/>
          </a:xfrm>
          <a:prstGeom prst="triangle">
            <a:avLst>
              <a:gd name="adj" fmla="val 50000"/>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4214" name=""/>
          <p:cNvGrpSpPr/>
          <p:nvPr/>
        </p:nvGrpSpPr>
        <p:grpSpPr>
          <a:xfrm>
            <a:off x="1084320" y="5065560"/>
            <a:ext cx="6823080" cy="777600"/>
            <a:chOff x="1084320" y="5065560"/>
            <a:chExt cx="6823080" cy="777600"/>
          </a:xfrm>
        </p:grpSpPr>
        <p:sp>
          <p:nvSpPr>
            <p:cNvPr id="4215" name=""/>
            <p:cNvSpPr/>
            <p:nvPr/>
          </p:nvSpPr>
          <p:spPr>
            <a:xfrm>
              <a:off x="1189080" y="5065560"/>
              <a:ext cx="6616800" cy="3909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216" name=""/>
            <p:cNvSpPr/>
            <p:nvPr/>
          </p:nvSpPr>
          <p:spPr>
            <a:xfrm>
              <a:off x="1084320" y="5452200"/>
              <a:ext cx="6823080" cy="3909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4217" name=""/>
          <p:cNvSpPr/>
          <p:nvPr/>
        </p:nvSpPr>
        <p:spPr>
          <a:xfrm>
            <a:off x="2714760" y="1539720"/>
            <a:ext cx="356220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4218" name=""/>
          <p:cNvSpPr/>
          <p:nvPr/>
        </p:nvSpPr>
        <p:spPr>
          <a:xfrm>
            <a:off x="1366920" y="5126040"/>
            <a:ext cx="62578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4219" name=""/>
          <p:cNvSpPr/>
          <p:nvPr/>
        </p:nvSpPr>
        <p:spPr>
          <a:xfrm>
            <a:off x="1366920" y="5527800"/>
            <a:ext cx="62578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FF992800-EF3B-4DE4-977D-07D46122FCD0}" type="slidenum">
              <a:t>225</a:t>
            </a:fld>
          </a:p>
        </p:txBody>
      </p:sp>
    </p:spTree>
  </p:cSld>
  <mc:AlternateContent>
    <mc:Choice Requires="p14">
      <p:transition spd="slow" p14:dur="2000"/>
    </mc:Choice>
    <mc:Fallback>
      <p:transition spd="slow"/>
    </mc:Fallback>
  </mc:AlternateContent>
</p:sld>
</file>

<file path=ppt/slides/slide2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20"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22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22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223" name=""/>
          <p:cNvSpPr/>
          <p:nvPr/>
        </p:nvSpPr>
        <p:spPr>
          <a:xfrm>
            <a:off x="1346040" y="2543040"/>
            <a:ext cx="1303560" cy="25545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24" name=""/>
          <p:cNvSpPr/>
          <p:nvPr/>
        </p:nvSpPr>
        <p:spPr>
          <a:xfrm>
            <a:off x="3002040" y="2543040"/>
            <a:ext cx="1303200" cy="25545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25" name=""/>
          <p:cNvSpPr/>
          <p:nvPr/>
        </p:nvSpPr>
        <p:spPr>
          <a:xfrm>
            <a:off x="4657680" y="2543040"/>
            <a:ext cx="1303560" cy="25545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26" name=""/>
          <p:cNvSpPr/>
          <p:nvPr/>
        </p:nvSpPr>
        <p:spPr>
          <a:xfrm>
            <a:off x="6313320" y="2543040"/>
            <a:ext cx="1303560" cy="25545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227" name=""/>
          <p:cNvSpPr/>
          <p:nvPr/>
        </p:nvSpPr>
        <p:spPr>
          <a:xfrm>
            <a:off x="1085760" y="2100240"/>
            <a:ext cx="6789960" cy="4618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228" name=""/>
          <p:cNvSpPr/>
          <p:nvPr/>
        </p:nvSpPr>
        <p:spPr>
          <a:xfrm>
            <a:off x="581040" y="1077840"/>
            <a:ext cx="7797960" cy="1106640"/>
          </a:xfrm>
          <a:prstGeom prst="triangle">
            <a:avLst>
              <a:gd name="adj" fmla="val 50000"/>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grpSp>
        <p:nvGrpSpPr>
          <p:cNvPr id="4229" name=""/>
          <p:cNvGrpSpPr/>
          <p:nvPr/>
        </p:nvGrpSpPr>
        <p:grpSpPr>
          <a:xfrm>
            <a:off x="539640" y="5065560"/>
            <a:ext cx="7880040" cy="777600"/>
            <a:chOff x="539640" y="5065560"/>
            <a:chExt cx="7880040" cy="777600"/>
          </a:xfrm>
        </p:grpSpPr>
        <p:sp>
          <p:nvSpPr>
            <p:cNvPr id="4230" name=""/>
            <p:cNvSpPr/>
            <p:nvPr/>
          </p:nvSpPr>
          <p:spPr>
            <a:xfrm>
              <a:off x="660600" y="5065560"/>
              <a:ext cx="7642080" cy="3909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231" name=""/>
            <p:cNvSpPr/>
            <p:nvPr/>
          </p:nvSpPr>
          <p:spPr>
            <a:xfrm>
              <a:off x="539640" y="5452200"/>
              <a:ext cx="7880040" cy="3909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4232" name=""/>
          <p:cNvSpPr/>
          <p:nvPr/>
        </p:nvSpPr>
        <p:spPr>
          <a:xfrm>
            <a:off x="2422440" y="1539720"/>
            <a:ext cx="411480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4233" name=""/>
          <p:cNvSpPr/>
          <p:nvPr/>
        </p:nvSpPr>
        <p:spPr>
          <a:xfrm>
            <a:off x="1434960" y="2894040"/>
            <a:ext cx="112716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34" name=""/>
          <p:cNvSpPr/>
          <p:nvPr/>
        </p:nvSpPr>
        <p:spPr>
          <a:xfrm>
            <a:off x="3092400" y="2894040"/>
            <a:ext cx="112716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35" name=""/>
          <p:cNvSpPr/>
          <p:nvPr/>
        </p:nvSpPr>
        <p:spPr>
          <a:xfrm>
            <a:off x="4745160" y="2894040"/>
            <a:ext cx="112860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36" name=""/>
          <p:cNvSpPr/>
          <p:nvPr/>
        </p:nvSpPr>
        <p:spPr>
          <a:xfrm>
            <a:off x="6408720" y="2894040"/>
            <a:ext cx="112716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37" name=""/>
          <p:cNvSpPr/>
          <p:nvPr/>
        </p:nvSpPr>
        <p:spPr>
          <a:xfrm>
            <a:off x="866880" y="5126040"/>
            <a:ext cx="72262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4238" name=""/>
          <p:cNvSpPr/>
          <p:nvPr/>
        </p:nvSpPr>
        <p:spPr>
          <a:xfrm>
            <a:off x="866880" y="5527800"/>
            <a:ext cx="72262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8BE51CCF-22E7-4BEC-86C6-4E7D2D3988FB}" type="slidenum">
              <a:t>226</a:t>
            </a:fld>
          </a:p>
        </p:txBody>
      </p:sp>
    </p:spTree>
  </p:cSld>
  <mc:AlternateContent>
    <mc:Choice Requires="p14">
      <p:transition spd="slow" p14:dur="2000"/>
    </mc:Choice>
    <mc:Fallback>
      <p:transition spd="slow"/>
    </mc:Fallback>
  </mc:AlternateContent>
</p:sld>
</file>

<file path=ppt/slides/slide2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39"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240" name=""/>
          <p:cNvSpPr/>
          <p:nvPr/>
        </p:nvSpPr>
        <p:spPr>
          <a:xfrm>
            <a:off x="1652760" y="4978440"/>
            <a:ext cx="1560240" cy="241200"/>
          </a:xfrm>
          <a:prstGeom prst="rect">
            <a:avLst/>
          </a:prstGeom>
          <a:solidFill>
            <a:srgbClr val="d0d0d0"/>
          </a:solidFill>
          <a:ln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41" name=""/>
          <p:cNvSpPr/>
          <p:nvPr/>
        </p:nvSpPr>
        <p:spPr>
          <a:xfrm>
            <a:off x="1522440" y="5164200"/>
            <a:ext cx="1820880" cy="112680"/>
          </a:xfrm>
          <a:prstGeom prst="rect">
            <a:avLst/>
          </a:prstGeom>
          <a:solidFill>
            <a:srgbClr val="d0d0d0"/>
          </a:solidFill>
          <a:ln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42" name=""/>
          <p:cNvSpPr/>
          <p:nvPr/>
        </p:nvSpPr>
        <p:spPr>
          <a:xfrm>
            <a:off x="3556080" y="4978440"/>
            <a:ext cx="1554120" cy="241200"/>
          </a:xfrm>
          <a:prstGeom prst="rect">
            <a:avLst/>
          </a:prstGeom>
          <a:solidFill>
            <a:srgbClr val="d0d0d0"/>
          </a:solidFill>
          <a:ln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43" name=""/>
          <p:cNvSpPr/>
          <p:nvPr/>
        </p:nvSpPr>
        <p:spPr>
          <a:xfrm>
            <a:off x="3425760" y="5164200"/>
            <a:ext cx="1814400" cy="112680"/>
          </a:xfrm>
          <a:prstGeom prst="rect">
            <a:avLst/>
          </a:prstGeom>
          <a:solidFill>
            <a:srgbClr val="d0d0d0"/>
          </a:solidFill>
          <a:ln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44" name=""/>
          <p:cNvSpPr/>
          <p:nvPr/>
        </p:nvSpPr>
        <p:spPr>
          <a:xfrm>
            <a:off x="5452920" y="4978440"/>
            <a:ext cx="1554480" cy="241200"/>
          </a:xfrm>
          <a:prstGeom prst="rect">
            <a:avLst/>
          </a:prstGeom>
          <a:solidFill>
            <a:srgbClr val="d0d0d0"/>
          </a:solidFill>
          <a:ln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45" name=""/>
          <p:cNvSpPr/>
          <p:nvPr/>
        </p:nvSpPr>
        <p:spPr>
          <a:xfrm>
            <a:off x="5322960" y="5164200"/>
            <a:ext cx="1814400" cy="112680"/>
          </a:xfrm>
          <a:prstGeom prst="rect">
            <a:avLst/>
          </a:prstGeom>
          <a:solidFill>
            <a:srgbClr val="d0d0d0"/>
          </a:solidFill>
          <a:ln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46" name=""/>
          <p:cNvSpPr/>
          <p:nvPr/>
        </p:nvSpPr>
        <p:spPr>
          <a:xfrm rot="5400000">
            <a:off x="2147040" y="1499400"/>
            <a:ext cx="569880" cy="1155600"/>
          </a:xfrm>
          <a:prstGeom prst="rect">
            <a:avLst/>
          </a:prstGeom>
          <a:solidFill>
            <a:srgbClr val="d0d0d0"/>
          </a:solidFill>
          <a:ln cap="rnd"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47" name=""/>
          <p:cNvSpPr/>
          <p:nvPr/>
        </p:nvSpPr>
        <p:spPr>
          <a:xfrm rot="5400000">
            <a:off x="4026240" y="1482120"/>
            <a:ext cx="569880" cy="1190520"/>
          </a:xfrm>
          <a:prstGeom prst="rect">
            <a:avLst/>
          </a:prstGeom>
          <a:solidFill>
            <a:srgbClr val="d0d0d0"/>
          </a:solidFill>
          <a:ln cap="rnd"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48" name=""/>
          <p:cNvSpPr/>
          <p:nvPr/>
        </p:nvSpPr>
        <p:spPr>
          <a:xfrm rot="5400000">
            <a:off x="5945040" y="1500120"/>
            <a:ext cx="569880" cy="1154160"/>
          </a:xfrm>
          <a:prstGeom prst="rect">
            <a:avLst/>
          </a:prstGeom>
          <a:solidFill>
            <a:srgbClr val="d0d0d0"/>
          </a:solidFill>
          <a:ln cap="rnd"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49" name=""/>
          <p:cNvSpPr/>
          <p:nvPr/>
        </p:nvSpPr>
        <p:spPr>
          <a:xfrm>
            <a:off x="919080" y="5275440"/>
            <a:ext cx="6845400" cy="814320"/>
          </a:xfrm>
          <a:custGeom>
            <a:avLst/>
            <a:gdLst/>
            <a:ahLst/>
            <a:rect l="l" t="t" r="r" b="b"/>
            <a:pathLst>
              <a:path w="5760" h="768">
                <a:moveTo>
                  <a:pt x="384" y="0"/>
                </a:moveTo>
                <a:lnTo>
                  <a:pt x="0" y="768"/>
                </a:lnTo>
                <a:lnTo>
                  <a:pt x="5760" y="768"/>
                </a:lnTo>
                <a:lnTo>
                  <a:pt x="5328" y="0"/>
                </a:lnTo>
                <a:lnTo>
                  <a:pt x="384" y="0"/>
                </a:lnTo>
                <a:close/>
              </a:path>
            </a:pathLst>
          </a:custGeom>
          <a:solidFill>
            <a:srgbClr val="ffffff"/>
          </a:solidFill>
          <a:ln w="9360">
            <a:solidFill>
              <a:srgbClr val="909090"/>
            </a:solidFill>
            <a:round/>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4250" name=""/>
          <p:cNvSpPr/>
          <p:nvPr/>
        </p:nvSpPr>
        <p:spPr>
          <a:xfrm>
            <a:off x="853920" y="811080"/>
            <a:ext cx="6942240" cy="1076400"/>
          </a:xfrm>
          <a:prstGeom prst="triangle">
            <a:avLst>
              <a:gd name="adj" fmla="val 50000"/>
            </a:avLst>
          </a:prstGeom>
          <a:solidFill>
            <a:srgbClr val="ffffff"/>
          </a:solidFill>
          <a:ln w="9360">
            <a:solidFill>
              <a:srgbClr val="909090"/>
            </a:solidFill>
            <a:miter/>
          </a:ln>
        </p:spPr>
        <p:style>
          <a:lnRef idx="0"/>
          <a:fillRef idx="0"/>
          <a:effectRef idx="0"/>
          <a:fontRef idx="minor"/>
        </p:style>
        <p:txBody>
          <a:bodyPr lIns="0" rIns="0" tIns="0" bIns="0" anchor="t">
            <a:spAutoFit/>
          </a:bodyPr>
          <a:p>
            <a:endParaRPr b="0" lang="en-US" sz="2400" spc="-1" strike="noStrike">
              <a:solidFill>
                <a:srgbClr val="000000"/>
              </a:solidFill>
              <a:latin typeface="Times New Roman"/>
            </a:endParaRPr>
          </a:p>
        </p:txBody>
      </p:sp>
      <p:sp>
        <p:nvSpPr>
          <p:cNvPr id="4251" name=""/>
          <p:cNvSpPr/>
          <p:nvPr/>
        </p:nvSpPr>
        <p:spPr>
          <a:xfrm>
            <a:off x="1598760" y="930240"/>
            <a:ext cx="5451480" cy="849240"/>
          </a:xfrm>
          <a:prstGeom prst="triangle">
            <a:avLst>
              <a:gd name="adj" fmla="val 50000"/>
            </a:avLst>
          </a:pr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52" name=""/>
          <p:cNvSpPr/>
          <p:nvPr/>
        </p:nvSpPr>
        <p:spPr>
          <a:xfrm rot="5400000">
            <a:off x="1067400" y="2934360"/>
            <a:ext cx="2730600" cy="1366560"/>
          </a:xfrm>
          <a:prstGeom prst="rect">
            <a:avLst/>
          </a:prstGeom>
          <a:solidFill>
            <a:srgbClr val="ffffff"/>
          </a:solidFill>
          <a:ln cap="rnd"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53" name=""/>
          <p:cNvSpPr/>
          <p:nvPr/>
        </p:nvSpPr>
        <p:spPr>
          <a:xfrm>
            <a:off x="2990880" y="2338560"/>
            <a:ext cx="65160" cy="2562120"/>
          </a:xfrm>
          <a:custGeom>
            <a:avLst/>
            <a:gdLst>
              <a:gd name="textAreaLeft" fmla="*/ 9360 w 65160"/>
              <a:gd name="textAreaRight" fmla="*/ 55800 w 65160"/>
              <a:gd name="textAreaTop" fmla="*/ 9360 h 2562120"/>
              <a:gd name="textAreaBottom" fmla="*/ 2552760 h 2562120"/>
            </a:gdLst>
            <a:ahLst/>
            <a:rect l="textAreaLeft" t="textAreaTop" r="textAreaRight" b="textAreaBottom"/>
            <a:pathLst>
              <a:path w="21600" h="844774">
                <a:moveTo>
                  <a:pt x="10800" y="0"/>
                </a:moveTo>
                <a:arcTo wR="10800" hR="10800" stAng="16200000" swAng="-5400000"/>
                <a:lnTo>
                  <a:pt x="0" y="833974"/>
                </a:lnTo>
                <a:arcTo wR="10800" hR="10800" stAng="10800000" swAng="-5400000"/>
                <a:lnTo>
                  <a:pt x="10800" y="844774"/>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54" name=""/>
          <p:cNvSpPr/>
          <p:nvPr/>
        </p:nvSpPr>
        <p:spPr>
          <a:xfrm>
            <a:off x="1817640" y="2338560"/>
            <a:ext cx="65160" cy="2562120"/>
          </a:xfrm>
          <a:custGeom>
            <a:avLst/>
            <a:gdLst>
              <a:gd name="textAreaLeft" fmla="*/ 9360 w 65160"/>
              <a:gd name="textAreaRight" fmla="*/ 55800 w 65160"/>
              <a:gd name="textAreaTop" fmla="*/ 9360 h 2562120"/>
              <a:gd name="textAreaBottom" fmla="*/ 2552760 h 2562120"/>
            </a:gdLst>
            <a:ahLst/>
            <a:rect l="textAreaLeft" t="textAreaTop" r="textAreaRight" b="textAreaBottom"/>
            <a:pathLst>
              <a:path w="21600" h="844774">
                <a:moveTo>
                  <a:pt x="10800" y="0"/>
                </a:moveTo>
                <a:arcTo wR="10800" hR="10800" stAng="16200000" swAng="-5400000"/>
                <a:lnTo>
                  <a:pt x="0" y="833974"/>
                </a:lnTo>
                <a:arcTo wR="10800" hR="10800" stAng="10800000" swAng="-5400000"/>
                <a:lnTo>
                  <a:pt x="10800" y="844774"/>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55" name=""/>
          <p:cNvSpPr/>
          <p:nvPr/>
        </p:nvSpPr>
        <p:spPr>
          <a:xfrm>
            <a:off x="2352600" y="2338560"/>
            <a:ext cx="165240" cy="2562120"/>
          </a:xfrm>
          <a:custGeom>
            <a:avLst/>
            <a:gdLst>
              <a:gd name="textAreaLeft" fmla="*/ 24120 w 165240"/>
              <a:gd name="textAreaRight" fmla="*/ 141120 w 165240"/>
              <a:gd name="textAreaTop" fmla="*/ 24120 h 2562120"/>
              <a:gd name="textAreaBottom" fmla="*/ 2538000 h 2562120"/>
            </a:gdLst>
            <a:ahLst/>
            <a:rect l="textAreaLeft" t="textAreaTop" r="textAreaRight" b="textAreaBottom"/>
            <a:pathLst>
              <a:path w="21600" h="334237">
                <a:moveTo>
                  <a:pt x="10800" y="0"/>
                </a:moveTo>
                <a:arcTo wR="10800" hR="10800" stAng="16200000" swAng="-5400000"/>
                <a:lnTo>
                  <a:pt x="0" y="323437"/>
                </a:lnTo>
                <a:arcTo wR="10800" hR="10800" stAng="10800000" swAng="-5400000"/>
                <a:lnTo>
                  <a:pt x="10800" y="334237"/>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56" name=""/>
          <p:cNvSpPr/>
          <p:nvPr/>
        </p:nvSpPr>
        <p:spPr>
          <a:xfrm>
            <a:off x="2589120" y="2338560"/>
            <a:ext cx="158760" cy="2562120"/>
          </a:xfrm>
          <a:custGeom>
            <a:avLst/>
            <a:gdLst>
              <a:gd name="textAreaLeft" fmla="*/ 23040 w 158760"/>
              <a:gd name="textAreaRight" fmla="*/ 135720 w 158760"/>
              <a:gd name="textAreaTop" fmla="*/ 23040 h 2562120"/>
              <a:gd name="textAreaBottom" fmla="*/ 2539080 h 2562120"/>
            </a:gdLst>
            <a:ahLst/>
            <a:rect l="textAreaLeft" t="textAreaTop" r="textAreaRight" b="textAreaBottom"/>
            <a:pathLst>
              <a:path w="21600" h="347848">
                <a:moveTo>
                  <a:pt x="10800" y="0"/>
                </a:moveTo>
                <a:arcTo wR="10800" hR="10800" stAng="16200000" swAng="-5400000"/>
                <a:lnTo>
                  <a:pt x="0" y="337048"/>
                </a:lnTo>
                <a:arcTo wR="10800" hR="10800" stAng="10800000" swAng="-5400000"/>
                <a:lnTo>
                  <a:pt x="10800" y="347848"/>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57" name=""/>
          <p:cNvSpPr/>
          <p:nvPr/>
        </p:nvSpPr>
        <p:spPr>
          <a:xfrm>
            <a:off x="2817720" y="2338560"/>
            <a:ext cx="101520" cy="2562120"/>
          </a:xfrm>
          <a:custGeom>
            <a:avLst/>
            <a:gdLst>
              <a:gd name="textAreaLeft" fmla="*/ 14760 w 101520"/>
              <a:gd name="textAreaRight" fmla="*/ 86760 w 101520"/>
              <a:gd name="textAreaTop" fmla="*/ 14760 h 2562120"/>
              <a:gd name="textAreaBottom" fmla="*/ 2547360 h 2562120"/>
            </a:gdLst>
            <a:ahLst/>
            <a:rect l="textAreaLeft" t="textAreaTop" r="textAreaRight" b="textAreaBottom"/>
            <a:pathLst>
              <a:path w="21600" h="543282">
                <a:moveTo>
                  <a:pt x="10800" y="0"/>
                </a:moveTo>
                <a:arcTo wR="10800" hR="10800" stAng="16200000" swAng="-5400000"/>
                <a:lnTo>
                  <a:pt x="0" y="532482"/>
                </a:lnTo>
                <a:arcTo wR="10800" hR="10800" stAng="10800000" swAng="-5400000"/>
                <a:lnTo>
                  <a:pt x="10800" y="543282"/>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58" name=""/>
          <p:cNvSpPr/>
          <p:nvPr/>
        </p:nvSpPr>
        <p:spPr>
          <a:xfrm>
            <a:off x="1952640" y="2338560"/>
            <a:ext cx="101520" cy="2562120"/>
          </a:xfrm>
          <a:custGeom>
            <a:avLst/>
            <a:gdLst>
              <a:gd name="textAreaLeft" fmla="*/ 14760 w 101520"/>
              <a:gd name="textAreaRight" fmla="*/ 86760 w 101520"/>
              <a:gd name="textAreaTop" fmla="*/ 14760 h 2562120"/>
              <a:gd name="textAreaBottom" fmla="*/ 2547360 h 2562120"/>
            </a:gdLst>
            <a:ahLst/>
            <a:rect l="textAreaLeft" t="textAreaTop" r="textAreaRight" b="textAreaBottom"/>
            <a:pathLst>
              <a:path w="21600" h="543282">
                <a:moveTo>
                  <a:pt x="10800" y="0"/>
                </a:moveTo>
                <a:arcTo wR="10800" hR="10800" stAng="16200000" swAng="-5400000"/>
                <a:lnTo>
                  <a:pt x="0" y="532482"/>
                </a:lnTo>
                <a:arcTo wR="10800" hR="10800" stAng="10800000" swAng="-5400000"/>
                <a:lnTo>
                  <a:pt x="10800" y="543282"/>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59" name=""/>
          <p:cNvSpPr/>
          <p:nvPr/>
        </p:nvSpPr>
        <p:spPr>
          <a:xfrm>
            <a:off x="2124000" y="2338560"/>
            <a:ext cx="160560" cy="2562120"/>
          </a:xfrm>
          <a:custGeom>
            <a:avLst/>
            <a:gdLst>
              <a:gd name="textAreaLeft" fmla="*/ 23400 w 160560"/>
              <a:gd name="textAreaRight" fmla="*/ 137160 w 160560"/>
              <a:gd name="textAreaTop" fmla="*/ 23400 h 2562120"/>
              <a:gd name="textAreaBottom" fmla="*/ 2538720 h 2562120"/>
            </a:gdLst>
            <a:ahLst/>
            <a:rect l="textAreaLeft" t="textAreaTop" r="textAreaRight" b="textAreaBottom"/>
            <a:pathLst>
              <a:path w="21600" h="343957">
                <a:moveTo>
                  <a:pt x="10800" y="0"/>
                </a:moveTo>
                <a:arcTo wR="10800" hR="10800" stAng="16200000" swAng="-5400000"/>
                <a:lnTo>
                  <a:pt x="0" y="333157"/>
                </a:lnTo>
                <a:arcTo wR="10800" hR="10800" stAng="10800000" swAng="-5400000"/>
                <a:lnTo>
                  <a:pt x="10800" y="343957"/>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0" name=""/>
          <p:cNvSpPr/>
          <p:nvPr/>
        </p:nvSpPr>
        <p:spPr>
          <a:xfrm rot="5400000">
            <a:off x="2968200" y="2938320"/>
            <a:ext cx="2728800" cy="1360440"/>
          </a:xfrm>
          <a:prstGeom prst="rect">
            <a:avLst/>
          </a:prstGeom>
          <a:solidFill>
            <a:srgbClr val="ffffff"/>
          </a:solidFill>
          <a:ln cap="rnd"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1" name=""/>
          <p:cNvSpPr/>
          <p:nvPr/>
        </p:nvSpPr>
        <p:spPr>
          <a:xfrm>
            <a:off x="4889520" y="2338560"/>
            <a:ext cx="65160" cy="2560320"/>
          </a:xfrm>
          <a:custGeom>
            <a:avLst/>
            <a:gdLst>
              <a:gd name="textAreaLeft" fmla="*/ 9360 w 65160"/>
              <a:gd name="textAreaRight" fmla="*/ 55800 w 65160"/>
              <a:gd name="textAreaTop" fmla="*/ 9360 h 2560320"/>
              <a:gd name="textAreaBottom" fmla="*/ 2550960 h 2560320"/>
            </a:gdLst>
            <a:ahLst/>
            <a:rect l="textAreaLeft" t="textAreaTop" r="textAreaRight" b="textAreaBottom"/>
            <a:pathLst>
              <a:path w="21600" h="844180">
                <a:moveTo>
                  <a:pt x="10800" y="0"/>
                </a:moveTo>
                <a:arcTo wR="10800" hR="10800" stAng="16200000" swAng="-5400000"/>
                <a:lnTo>
                  <a:pt x="0" y="833380"/>
                </a:lnTo>
                <a:arcTo wR="10800" hR="10800" stAng="10800000" swAng="-5400000"/>
                <a:lnTo>
                  <a:pt x="10800" y="844180"/>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2" name=""/>
          <p:cNvSpPr/>
          <p:nvPr/>
        </p:nvSpPr>
        <p:spPr>
          <a:xfrm>
            <a:off x="3720960" y="2338560"/>
            <a:ext cx="65160" cy="2560320"/>
          </a:xfrm>
          <a:custGeom>
            <a:avLst/>
            <a:gdLst>
              <a:gd name="textAreaLeft" fmla="*/ 9360 w 65160"/>
              <a:gd name="textAreaRight" fmla="*/ 55800 w 65160"/>
              <a:gd name="textAreaTop" fmla="*/ 9360 h 2560320"/>
              <a:gd name="textAreaBottom" fmla="*/ 2550960 h 2560320"/>
            </a:gdLst>
            <a:ahLst/>
            <a:rect l="textAreaLeft" t="textAreaTop" r="textAreaRight" b="textAreaBottom"/>
            <a:pathLst>
              <a:path w="21600" h="844180">
                <a:moveTo>
                  <a:pt x="10800" y="0"/>
                </a:moveTo>
                <a:arcTo wR="10800" hR="10800" stAng="16200000" swAng="-5400000"/>
                <a:lnTo>
                  <a:pt x="0" y="833380"/>
                </a:lnTo>
                <a:arcTo wR="10800" hR="10800" stAng="10800000" swAng="-5400000"/>
                <a:lnTo>
                  <a:pt x="10800" y="844180"/>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3" name=""/>
          <p:cNvSpPr/>
          <p:nvPr/>
        </p:nvSpPr>
        <p:spPr>
          <a:xfrm>
            <a:off x="4253040" y="2338560"/>
            <a:ext cx="166680" cy="2560320"/>
          </a:xfrm>
          <a:custGeom>
            <a:avLst/>
            <a:gdLst>
              <a:gd name="textAreaLeft" fmla="*/ 24120 w 166680"/>
              <a:gd name="textAreaRight" fmla="*/ 142560 w 166680"/>
              <a:gd name="textAreaTop" fmla="*/ 24120 h 2560320"/>
              <a:gd name="textAreaBottom" fmla="*/ 2536200 h 2560320"/>
            </a:gdLst>
            <a:ahLst/>
            <a:rect l="textAreaLeft" t="textAreaTop" r="textAreaRight" b="textAreaBottom"/>
            <a:pathLst>
              <a:path w="21600" h="331122">
                <a:moveTo>
                  <a:pt x="10800" y="0"/>
                </a:moveTo>
                <a:arcTo wR="10800" hR="10800" stAng="16200000" swAng="-5400000"/>
                <a:lnTo>
                  <a:pt x="0" y="320322"/>
                </a:lnTo>
                <a:arcTo wR="10800" hR="10800" stAng="10800000" swAng="-5400000"/>
                <a:lnTo>
                  <a:pt x="10800" y="331122"/>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4" name=""/>
          <p:cNvSpPr/>
          <p:nvPr/>
        </p:nvSpPr>
        <p:spPr>
          <a:xfrm>
            <a:off x="4491000" y="2338560"/>
            <a:ext cx="157320" cy="2560320"/>
          </a:xfrm>
          <a:custGeom>
            <a:avLst/>
            <a:gdLst>
              <a:gd name="textAreaLeft" fmla="*/ 23040 w 157320"/>
              <a:gd name="textAreaRight" fmla="*/ 134280 w 157320"/>
              <a:gd name="textAreaTop" fmla="*/ 23040 h 2560320"/>
              <a:gd name="textAreaBottom" fmla="*/ 2537280 h 2560320"/>
            </a:gdLst>
            <a:ahLst/>
            <a:rect l="textAreaLeft" t="textAreaTop" r="textAreaRight" b="textAreaBottom"/>
            <a:pathLst>
              <a:path w="21600" h="350778">
                <a:moveTo>
                  <a:pt x="10800" y="0"/>
                </a:moveTo>
                <a:arcTo wR="10800" hR="10800" stAng="16200000" swAng="-5400000"/>
                <a:lnTo>
                  <a:pt x="0" y="339978"/>
                </a:lnTo>
                <a:arcTo wR="10800" hR="10800" stAng="10800000" swAng="-5400000"/>
                <a:lnTo>
                  <a:pt x="10800" y="350778"/>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5" name=""/>
          <p:cNvSpPr/>
          <p:nvPr/>
        </p:nvSpPr>
        <p:spPr>
          <a:xfrm>
            <a:off x="4718160" y="2338560"/>
            <a:ext cx="101520" cy="2560320"/>
          </a:xfrm>
          <a:custGeom>
            <a:avLst/>
            <a:gdLst>
              <a:gd name="textAreaLeft" fmla="*/ 14760 w 101520"/>
              <a:gd name="textAreaRight" fmla="*/ 86760 w 101520"/>
              <a:gd name="textAreaTop" fmla="*/ 14760 h 2560320"/>
              <a:gd name="textAreaBottom" fmla="*/ 2545560 h 2560320"/>
            </a:gdLst>
            <a:ahLst/>
            <a:rect l="textAreaLeft" t="textAreaTop" r="textAreaRight" b="textAreaBottom"/>
            <a:pathLst>
              <a:path w="21600" h="542900">
                <a:moveTo>
                  <a:pt x="10800" y="0"/>
                </a:moveTo>
                <a:arcTo wR="10800" hR="10800" stAng="16200000" swAng="-5400000"/>
                <a:lnTo>
                  <a:pt x="0" y="532100"/>
                </a:lnTo>
                <a:arcTo wR="10800" hR="10800" stAng="10800000" swAng="-5400000"/>
                <a:lnTo>
                  <a:pt x="10800" y="542900"/>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6" name=""/>
          <p:cNvSpPr/>
          <p:nvPr/>
        </p:nvSpPr>
        <p:spPr>
          <a:xfrm>
            <a:off x="3854520" y="2338560"/>
            <a:ext cx="101520" cy="2560320"/>
          </a:xfrm>
          <a:custGeom>
            <a:avLst/>
            <a:gdLst>
              <a:gd name="textAreaLeft" fmla="*/ 14760 w 101520"/>
              <a:gd name="textAreaRight" fmla="*/ 86760 w 101520"/>
              <a:gd name="textAreaTop" fmla="*/ 14760 h 2560320"/>
              <a:gd name="textAreaBottom" fmla="*/ 2545560 h 2560320"/>
            </a:gdLst>
            <a:ahLst/>
            <a:rect l="textAreaLeft" t="textAreaTop" r="textAreaRight" b="textAreaBottom"/>
            <a:pathLst>
              <a:path w="21600" h="542900">
                <a:moveTo>
                  <a:pt x="10800" y="0"/>
                </a:moveTo>
                <a:arcTo wR="10800" hR="10800" stAng="16200000" swAng="-5400000"/>
                <a:lnTo>
                  <a:pt x="0" y="532100"/>
                </a:lnTo>
                <a:arcTo wR="10800" hR="10800" stAng="10800000" swAng="-5400000"/>
                <a:lnTo>
                  <a:pt x="10800" y="542900"/>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7" name=""/>
          <p:cNvSpPr/>
          <p:nvPr/>
        </p:nvSpPr>
        <p:spPr>
          <a:xfrm>
            <a:off x="4025880" y="2338560"/>
            <a:ext cx="158760" cy="2560320"/>
          </a:xfrm>
          <a:custGeom>
            <a:avLst/>
            <a:gdLst>
              <a:gd name="textAreaLeft" fmla="*/ 23040 w 158760"/>
              <a:gd name="textAreaRight" fmla="*/ 135720 w 158760"/>
              <a:gd name="textAreaTop" fmla="*/ 23040 h 2560320"/>
              <a:gd name="textAreaBottom" fmla="*/ 2537280 h 2560320"/>
            </a:gdLst>
            <a:ahLst/>
            <a:rect l="textAreaLeft" t="textAreaTop" r="textAreaRight" b="textAreaBottom"/>
            <a:pathLst>
              <a:path w="21600" h="347604">
                <a:moveTo>
                  <a:pt x="10800" y="0"/>
                </a:moveTo>
                <a:arcTo wR="10800" hR="10800" stAng="16200000" swAng="-5400000"/>
                <a:lnTo>
                  <a:pt x="0" y="336804"/>
                </a:lnTo>
                <a:arcTo wR="10800" hR="10800" stAng="10800000" swAng="-5400000"/>
                <a:lnTo>
                  <a:pt x="10800" y="347604"/>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8" name=""/>
          <p:cNvSpPr/>
          <p:nvPr/>
        </p:nvSpPr>
        <p:spPr>
          <a:xfrm rot="5400000">
            <a:off x="4865760" y="2938320"/>
            <a:ext cx="2728800" cy="1360800"/>
          </a:xfrm>
          <a:prstGeom prst="rect">
            <a:avLst/>
          </a:prstGeom>
          <a:solidFill>
            <a:srgbClr val="ffffff"/>
          </a:solidFill>
          <a:ln cap="rnd"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69" name=""/>
          <p:cNvSpPr/>
          <p:nvPr/>
        </p:nvSpPr>
        <p:spPr>
          <a:xfrm>
            <a:off x="6786720" y="2338560"/>
            <a:ext cx="64800" cy="2560320"/>
          </a:xfrm>
          <a:custGeom>
            <a:avLst/>
            <a:gdLst>
              <a:gd name="textAreaLeft" fmla="*/ 9360 w 64800"/>
              <a:gd name="textAreaRight" fmla="*/ 55440 w 64800"/>
              <a:gd name="textAreaTop" fmla="*/ 9360 h 2560320"/>
              <a:gd name="textAreaBottom" fmla="*/ 2550960 h 2560320"/>
            </a:gdLst>
            <a:ahLst/>
            <a:rect l="textAreaLeft" t="textAreaTop" r="textAreaRight" b="textAreaBottom"/>
            <a:pathLst>
              <a:path w="21600" h="848844">
                <a:moveTo>
                  <a:pt x="10800" y="0"/>
                </a:moveTo>
                <a:arcTo wR="10800" hR="10800" stAng="16200000" swAng="-5400000"/>
                <a:lnTo>
                  <a:pt x="0" y="838044"/>
                </a:lnTo>
                <a:arcTo wR="10800" hR="10800" stAng="10800000" swAng="-5400000"/>
                <a:lnTo>
                  <a:pt x="10800" y="848844"/>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70" name=""/>
          <p:cNvSpPr/>
          <p:nvPr/>
        </p:nvSpPr>
        <p:spPr>
          <a:xfrm>
            <a:off x="5618160" y="2338560"/>
            <a:ext cx="65160" cy="2560320"/>
          </a:xfrm>
          <a:custGeom>
            <a:avLst/>
            <a:gdLst>
              <a:gd name="textAreaLeft" fmla="*/ 9360 w 65160"/>
              <a:gd name="textAreaRight" fmla="*/ 55800 w 65160"/>
              <a:gd name="textAreaTop" fmla="*/ 9360 h 2560320"/>
              <a:gd name="textAreaBottom" fmla="*/ 2550960 h 2560320"/>
            </a:gdLst>
            <a:ahLst/>
            <a:rect l="textAreaLeft" t="textAreaTop" r="textAreaRight" b="textAreaBottom"/>
            <a:pathLst>
              <a:path w="21600" h="844180">
                <a:moveTo>
                  <a:pt x="10800" y="0"/>
                </a:moveTo>
                <a:arcTo wR="10800" hR="10800" stAng="16200000" swAng="-5400000"/>
                <a:lnTo>
                  <a:pt x="0" y="833380"/>
                </a:lnTo>
                <a:arcTo wR="10800" hR="10800" stAng="10800000" swAng="-5400000"/>
                <a:lnTo>
                  <a:pt x="10800" y="844180"/>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71" name=""/>
          <p:cNvSpPr/>
          <p:nvPr/>
        </p:nvSpPr>
        <p:spPr>
          <a:xfrm>
            <a:off x="6149880" y="2338560"/>
            <a:ext cx="166680" cy="2560320"/>
          </a:xfrm>
          <a:custGeom>
            <a:avLst/>
            <a:gdLst>
              <a:gd name="textAreaLeft" fmla="*/ 24120 w 166680"/>
              <a:gd name="textAreaRight" fmla="*/ 142560 w 166680"/>
              <a:gd name="textAreaTop" fmla="*/ 24120 h 2560320"/>
              <a:gd name="textAreaBottom" fmla="*/ 2536200 h 2560320"/>
            </a:gdLst>
            <a:ahLst/>
            <a:rect l="textAreaLeft" t="textAreaTop" r="textAreaRight" b="textAreaBottom"/>
            <a:pathLst>
              <a:path w="21600" h="331122">
                <a:moveTo>
                  <a:pt x="10800" y="0"/>
                </a:moveTo>
                <a:arcTo wR="10800" hR="10800" stAng="16200000" swAng="-5400000"/>
                <a:lnTo>
                  <a:pt x="0" y="320322"/>
                </a:lnTo>
                <a:arcTo wR="10800" hR="10800" stAng="10800000" swAng="-5400000"/>
                <a:lnTo>
                  <a:pt x="10800" y="331122"/>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72" name=""/>
          <p:cNvSpPr/>
          <p:nvPr/>
        </p:nvSpPr>
        <p:spPr>
          <a:xfrm>
            <a:off x="6388200" y="2338560"/>
            <a:ext cx="156960" cy="2560320"/>
          </a:xfrm>
          <a:custGeom>
            <a:avLst/>
            <a:gdLst>
              <a:gd name="textAreaLeft" fmla="*/ 22680 w 156960"/>
              <a:gd name="textAreaRight" fmla="*/ 134280 w 156960"/>
              <a:gd name="textAreaTop" fmla="*/ 22680 h 2560320"/>
              <a:gd name="textAreaBottom" fmla="*/ 2537640 h 2560320"/>
            </a:gdLst>
            <a:ahLst/>
            <a:rect l="textAreaLeft" t="textAreaTop" r="textAreaRight" b="textAreaBottom"/>
            <a:pathLst>
              <a:path w="21600" h="351581">
                <a:moveTo>
                  <a:pt x="10800" y="0"/>
                </a:moveTo>
                <a:arcTo wR="10800" hR="10800" stAng="16200000" swAng="-5400000"/>
                <a:lnTo>
                  <a:pt x="0" y="340781"/>
                </a:lnTo>
                <a:arcTo wR="10800" hR="10800" stAng="10800000" swAng="-5400000"/>
                <a:lnTo>
                  <a:pt x="10800" y="351581"/>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73" name=""/>
          <p:cNvSpPr/>
          <p:nvPr/>
        </p:nvSpPr>
        <p:spPr>
          <a:xfrm>
            <a:off x="6615000" y="2338560"/>
            <a:ext cx="101880" cy="2560320"/>
          </a:xfrm>
          <a:custGeom>
            <a:avLst/>
            <a:gdLst>
              <a:gd name="textAreaLeft" fmla="*/ 14760 w 101880"/>
              <a:gd name="textAreaRight" fmla="*/ 87120 w 101880"/>
              <a:gd name="textAreaTop" fmla="*/ 14760 h 2560320"/>
              <a:gd name="textAreaBottom" fmla="*/ 2545560 h 2560320"/>
            </a:gdLst>
            <a:ahLst/>
            <a:rect l="textAreaLeft" t="textAreaTop" r="textAreaRight" b="textAreaBottom"/>
            <a:pathLst>
              <a:path w="21600" h="540989">
                <a:moveTo>
                  <a:pt x="10800" y="0"/>
                </a:moveTo>
                <a:arcTo wR="10800" hR="10800" stAng="16200000" swAng="-5400000"/>
                <a:lnTo>
                  <a:pt x="0" y="530189"/>
                </a:lnTo>
                <a:arcTo wR="10800" hR="10800" stAng="10800000" swAng="-5400000"/>
                <a:lnTo>
                  <a:pt x="10800" y="540989"/>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74" name=""/>
          <p:cNvSpPr/>
          <p:nvPr/>
        </p:nvSpPr>
        <p:spPr>
          <a:xfrm>
            <a:off x="5751360" y="2338560"/>
            <a:ext cx="101880" cy="2560320"/>
          </a:xfrm>
          <a:custGeom>
            <a:avLst/>
            <a:gdLst>
              <a:gd name="textAreaLeft" fmla="*/ 14760 w 101880"/>
              <a:gd name="textAreaRight" fmla="*/ 87120 w 101880"/>
              <a:gd name="textAreaTop" fmla="*/ 14760 h 2560320"/>
              <a:gd name="textAreaBottom" fmla="*/ 2545560 h 2560320"/>
            </a:gdLst>
            <a:ahLst/>
            <a:rect l="textAreaLeft" t="textAreaTop" r="textAreaRight" b="textAreaBottom"/>
            <a:pathLst>
              <a:path w="21600" h="540989">
                <a:moveTo>
                  <a:pt x="10800" y="0"/>
                </a:moveTo>
                <a:arcTo wR="10800" hR="10800" stAng="16200000" swAng="-5400000"/>
                <a:lnTo>
                  <a:pt x="0" y="530189"/>
                </a:lnTo>
                <a:arcTo wR="10800" hR="10800" stAng="10800000" swAng="-5400000"/>
                <a:lnTo>
                  <a:pt x="10800" y="540989"/>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75" name=""/>
          <p:cNvSpPr/>
          <p:nvPr/>
        </p:nvSpPr>
        <p:spPr>
          <a:xfrm>
            <a:off x="5923080" y="2338560"/>
            <a:ext cx="158760" cy="2560320"/>
          </a:xfrm>
          <a:custGeom>
            <a:avLst/>
            <a:gdLst>
              <a:gd name="textAreaLeft" fmla="*/ 23040 w 158760"/>
              <a:gd name="textAreaRight" fmla="*/ 135720 w 158760"/>
              <a:gd name="textAreaTop" fmla="*/ 23040 h 2560320"/>
              <a:gd name="textAreaBottom" fmla="*/ 2537280 h 2560320"/>
            </a:gdLst>
            <a:ahLst/>
            <a:rect l="textAreaLeft" t="textAreaTop" r="textAreaRight" b="textAreaBottom"/>
            <a:pathLst>
              <a:path w="21600" h="347604">
                <a:moveTo>
                  <a:pt x="10800" y="0"/>
                </a:moveTo>
                <a:arcTo wR="10800" hR="10800" stAng="16200000" swAng="-5400000"/>
                <a:lnTo>
                  <a:pt x="0" y="336804"/>
                </a:lnTo>
                <a:arcTo wR="10800" hR="10800" stAng="10800000" swAng="-5400000"/>
                <a:lnTo>
                  <a:pt x="10800" y="347604"/>
                </a:lnTo>
                <a:arcTo wR="10800" hR="10800" stAng="5400000" swAng="-5400000"/>
                <a:lnTo>
                  <a:pt x="21600" y="10800"/>
                </a:lnTo>
                <a:arcTo wR="10800" hR="10800" stAng="0" swAng="-5400000"/>
                <a:close/>
              </a:path>
            </a:pathLst>
          </a:custGeom>
          <a:solidFill>
            <a:srgbClr val="d0d0d0">
              <a:alpha val="50000"/>
            </a:srgbClr>
          </a:solidFill>
          <a:ln w="0">
            <a:noFill/>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76" name=""/>
          <p:cNvSpPr/>
          <p:nvPr/>
        </p:nvSpPr>
        <p:spPr>
          <a:xfrm flipV="1">
            <a:off x="1122480" y="1926000"/>
            <a:ext cx="6359400" cy="250920"/>
          </a:xfrm>
          <a:prstGeom prst="roundRect">
            <a:avLst>
              <a:gd name="adj" fmla="val 50000"/>
            </a:avLst>
          </a:prstGeom>
          <a:solidFill>
            <a:srgbClr val="ffffff"/>
          </a:solidFill>
          <a:ln w="9360">
            <a:solidFill>
              <a:srgbClr val="909090"/>
            </a:solidFill>
            <a:miter/>
          </a:ln>
        </p:spPr>
        <p:style>
          <a:lnRef idx="0"/>
          <a:fillRef idx="0"/>
          <a:effectRef idx="0"/>
          <a:fontRef idx="minor"/>
        </p:style>
        <p:txBody>
          <a:bodyPr wrap="none" lIns="42840" rIns="42840" tIns="21240" bIns="21240" anchor="ctr">
            <a:noAutofit/>
          </a:bodyPr>
          <a:p>
            <a:endParaRPr b="0" lang="en-US" sz="2400" spc="-1" strike="noStrike">
              <a:solidFill>
                <a:srgbClr val="000000"/>
              </a:solidFill>
              <a:latin typeface="Times New Roman"/>
            </a:endParaRPr>
          </a:p>
        </p:txBody>
      </p:sp>
      <p:sp>
        <p:nvSpPr>
          <p:cNvPr id="4277" name=""/>
          <p:cNvSpPr/>
          <p:nvPr/>
        </p:nvSpPr>
        <p:spPr>
          <a:xfrm>
            <a:off x="1817640" y="2395440"/>
            <a:ext cx="12272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78" name=""/>
          <p:cNvSpPr/>
          <p:nvPr/>
        </p:nvSpPr>
        <p:spPr>
          <a:xfrm>
            <a:off x="3716280" y="2395440"/>
            <a:ext cx="12272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79" name=""/>
          <p:cNvSpPr/>
          <p:nvPr/>
        </p:nvSpPr>
        <p:spPr>
          <a:xfrm>
            <a:off x="5616720" y="2395440"/>
            <a:ext cx="12286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280" name=""/>
          <p:cNvSpPr/>
          <p:nvPr/>
        </p:nvSpPr>
        <p:spPr>
          <a:xfrm>
            <a:off x="2266920" y="1233360"/>
            <a:ext cx="411480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4281" name=""/>
          <p:cNvSpPr/>
          <p:nvPr/>
        </p:nvSpPr>
        <p:spPr>
          <a:xfrm>
            <a:off x="2008080" y="5560920"/>
            <a:ext cx="466740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 </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199F95DE-3B59-4F85-B707-4BD0345E0328}" type="slidenum">
              <a:t>227</a:t>
            </a:fld>
          </a:p>
        </p:txBody>
      </p:sp>
    </p:spTree>
  </p:cSld>
  <mc:AlternateContent>
    <mc:Choice Requires="p14">
      <p:transition spd="slow" p14:dur="2000"/>
    </mc:Choice>
    <mc:Fallback>
      <p:transition spd="slow"/>
    </mc:Fallback>
  </mc:AlternateContent>
</p:sld>
</file>

<file path=ppt/slides/slide2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82"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28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28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4285" name=""/>
          <p:cNvGrpSpPr/>
          <p:nvPr/>
        </p:nvGrpSpPr>
        <p:grpSpPr>
          <a:xfrm>
            <a:off x="1292400" y="3832200"/>
            <a:ext cx="6352560" cy="1933200"/>
            <a:chOff x="1292400" y="3832200"/>
            <a:chExt cx="6352560" cy="1933200"/>
          </a:xfrm>
        </p:grpSpPr>
        <p:sp>
          <p:nvSpPr>
            <p:cNvPr id="4286" name=""/>
            <p:cNvSpPr/>
            <p:nvPr/>
          </p:nvSpPr>
          <p:spPr>
            <a:xfrm>
              <a:off x="3726360" y="5619960"/>
              <a:ext cx="1824120" cy="0"/>
            </a:xfrm>
            <a:prstGeom prst="line">
              <a:avLst/>
            </a:prstGeom>
            <a:ln w="9360">
              <a:solidFill>
                <a:srgbClr val="90909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287" name=""/>
            <p:cNvSpPr/>
            <p:nvPr/>
          </p:nvSpPr>
          <p:spPr>
            <a:xfrm rot="20460000">
              <a:off x="4538160" y="4756320"/>
              <a:ext cx="2266920" cy="101160"/>
            </a:xfrm>
            <a:prstGeom prst="roundRect">
              <a:avLst>
                <a:gd name="adj" fmla="val 40903"/>
              </a:avLst>
            </a:prstGeom>
            <a:solidFill>
              <a:srgbClr val="d0d0d0"/>
            </a:solidFill>
            <a:ln w="9360">
              <a:solidFill>
                <a:srgbClr val="909090"/>
              </a:solidFill>
              <a:miter/>
            </a:ln>
          </p:spPr>
          <p:style>
            <a:lnRef idx="0"/>
            <a:fillRef idx="0"/>
            <a:effectRef idx="0"/>
            <a:fontRef idx="minor"/>
          </p:style>
          <p:txBody>
            <a:bodyPr wrap="none" lIns="90000" rIns="90000" tIns="30600" bIns="30600" anchor="ctr">
              <a:noAutofit/>
            </a:bodyPr>
            <a:p>
              <a:endParaRPr b="0" lang="en-US" sz="2400" spc="-1" strike="noStrike">
                <a:solidFill>
                  <a:srgbClr val="000000"/>
                </a:solidFill>
                <a:latin typeface="Times New Roman"/>
              </a:endParaRPr>
            </a:p>
          </p:txBody>
        </p:sp>
        <p:sp>
          <p:nvSpPr>
            <p:cNvPr id="4288" name=""/>
            <p:cNvSpPr/>
            <p:nvPr/>
          </p:nvSpPr>
          <p:spPr>
            <a:xfrm>
              <a:off x="2420280" y="5059440"/>
              <a:ext cx="2251800" cy="101160"/>
            </a:xfrm>
            <a:prstGeom prst="roundRect">
              <a:avLst>
                <a:gd name="adj" fmla="val 40903"/>
              </a:avLst>
            </a:prstGeom>
            <a:solidFill>
              <a:srgbClr val="d0d0d0"/>
            </a:solidFill>
            <a:ln w="9360">
              <a:solidFill>
                <a:srgbClr val="909090"/>
              </a:solidFill>
              <a:miter/>
            </a:ln>
          </p:spPr>
          <p:style>
            <a:lnRef idx="0"/>
            <a:fillRef idx="0"/>
            <a:effectRef idx="0"/>
            <a:fontRef idx="minor"/>
          </p:style>
          <p:txBody>
            <a:bodyPr wrap="none" lIns="90000" rIns="90000" tIns="30600" bIns="30600" anchor="ctr">
              <a:noAutofit/>
            </a:bodyPr>
            <a:p>
              <a:endParaRPr b="0" lang="en-US" sz="2400" spc="-1" strike="noStrike">
                <a:solidFill>
                  <a:srgbClr val="000000"/>
                </a:solidFill>
                <a:latin typeface="Times New Roman"/>
              </a:endParaRPr>
            </a:p>
          </p:txBody>
        </p:sp>
        <p:sp>
          <p:nvSpPr>
            <p:cNvPr id="4289" name=""/>
            <p:cNvSpPr/>
            <p:nvPr/>
          </p:nvSpPr>
          <p:spPr>
            <a:xfrm>
              <a:off x="2199240" y="4691880"/>
              <a:ext cx="340200" cy="461880"/>
            </a:xfrm>
            <a:custGeom>
              <a:avLst/>
              <a:gdLst/>
              <a:ahLst/>
              <a:rect l="l" t="t" r="r" b="b"/>
              <a:pathLst>
                <a:path w="203" h="337">
                  <a:moveTo>
                    <a:pt x="70" y="16"/>
                  </a:moveTo>
                  <a:lnTo>
                    <a:pt x="189" y="271"/>
                  </a:lnTo>
                  <a:lnTo>
                    <a:pt x="201" y="294"/>
                  </a:lnTo>
                  <a:lnTo>
                    <a:pt x="202" y="306"/>
                  </a:lnTo>
                  <a:lnTo>
                    <a:pt x="194" y="322"/>
                  </a:lnTo>
                  <a:lnTo>
                    <a:pt x="175" y="336"/>
                  </a:lnTo>
                  <a:lnTo>
                    <a:pt x="157" y="336"/>
                  </a:lnTo>
                  <a:lnTo>
                    <a:pt x="141" y="331"/>
                  </a:lnTo>
                  <a:lnTo>
                    <a:pt x="132" y="322"/>
                  </a:lnTo>
                  <a:lnTo>
                    <a:pt x="124" y="314"/>
                  </a:lnTo>
                  <a:lnTo>
                    <a:pt x="0" y="39"/>
                  </a:lnTo>
                  <a:lnTo>
                    <a:pt x="0" y="24"/>
                  </a:lnTo>
                  <a:lnTo>
                    <a:pt x="8" y="16"/>
                  </a:lnTo>
                  <a:lnTo>
                    <a:pt x="16" y="8"/>
                  </a:lnTo>
                  <a:lnTo>
                    <a:pt x="23" y="0"/>
                  </a:lnTo>
                  <a:lnTo>
                    <a:pt x="39" y="0"/>
                  </a:lnTo>
                  <a:lnTo>
                    <a:pt x="47" y="0"/>
                  </a:lnTo>
                  <a:lnTo>
                    <a:pt x="62" y="8"/>
                  </a:lnTo>
                  <a:lnTo>
                    <a:pt x="70" y="16"/>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0" name=""/>
            <p:cNvSpPr/>
            <p:nvPr/>
          </p:nvSpPr>
          <p:spPr>
            <a:xfrm>
              <a:off x="6615360" y="4046040"/>
              <a:ext cx="130680" cy="501840"/>
            </a:xfrm>
            <a:custGeom>
              <a:avLst/>
              <a:gdLst/>
              <a:ahLst/>
              <a:rect l="l" t="t" r="r" b="b"/>
              <a:pathLst>
                <a:path w="78" h="366">
                  <a:moveTo>
                    <a:pt x="0" y="316"/>
                  </a:moveTo>
                  <a:lnTo>
                    <a:pt x="0" y="47"/>
                  </a:lnTo>
                  <a:lnTo>
                    <a:pt x="9" y="24"/>
                  </a:lnTo>
                  <a:lnTo>
                    <a:pt x="17" y="8"/>
                  </a:lnTo>
                  <a:lnTo>
                    <a:pt x="24" y="0"/>
                  </a:lnTo>
                  <a:lnTo>
                    <a:pt x="39" y="0"/>
                  </a:lnTo>
                  <a:lnTo>
                    <a:pt x="61" y="8"/>
                  </a:lnTo>
                  <a:lnTo>
                    <a:pt x="69" y="16"/>
                  </a:lnTo>
                  <a:lnTo>
                    <a:pt x="76" y="24"/>
                  </a:lnTo>
                  <a:lnTo>
                    <a:pt x="76" y="39"/>
                  </a:lnTo>
                  <a:lnTo>
                    <a:pt x="77" y="316"/>
                  </a:lnTo>
                  <a:lnTo>
                    <a:pt x="77" y="344"/>
                  </a:lnTo>
                  <a:lnTo>
                    <a:pt x="71" y="356"/>
                  </a:lnTo>
                  <a:lnTo>
                    <a:pt x="60" y="362"/>
                  </a:lnTo>
                  <a:lnTo>
                    <a:pt x="50" y="365"/>
                  </a:lnTo>
                  <a:lnTo>
                    <a:pt x="35" y="365"/>
                  </a:lnTo>
                  <a:lnTo>
                    <a:pt x="24" y="364"/>
                  </a:lnTo>
                  <a:lnTo>
                    <a:pt x="15" y="361"/>
                  </a:lnTo>
                  <a:lnTo>
                    <a:pt x="9" y="356"/>
                  </a:lnTo>
                  <a:lnTo>
                    <a:pt x="2" y="343"/>
                  </a:lnTo>
                  <a:lnTo>
                    <a:pt x="0" y="316"/>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1" name=""/>
            <p:cNvSpPr/>
            <p:nvPr/>
          </p:nvSpPr>
          <p:spPr>
            <a:xfrm>
              <a:off x="4161240" y="5303160"/>
              <a:ext cx="1468440" cy="462240"/>
            </a:xfrm>
            <a:custGeom>
              <a:avLst/>
              <a:gdLst/>
              <a:ahLst/>
              <a:rect l="l" t="t" r="r" b="b"/>
              <a:pathLst>
                <a:path w="876" h="337">
                  <a:moveTo>
                    <a:pt x="0" y="336"/>
                  </a:moveTo>
                  <a:lnTo>
                    <a:pt x="875" y="336"/>
                  </a:lnTo>
                  <a:lnTo>
                    <a:pt x="875" y="223"/>
                  </a:lnTo>
                  <a:lnTo>
                    <a:pt x="827" y="224"/>
                  </a:lnTo>
                  <a:lnTo>
                    <a:pt x="788" y="176"/>
                  </a:lnTo>
                  <a:lnTo>
                    <a:pt x="773" y="136"/>
                  </a:lnTo>
                  <a:lnTo>
                    <a:pt x="591" y="103"/>
                  </a:lnTo>
                  <a:lnTo>
                    <a:pt x="504" y="0"/>
                  </a:lnTo>
                  <a:lnTo>
                    <a:pt x="336" y="0"/>
                  </a:lnTo>
                  <a:lnTo>
                    <a:pt x="260" y="4"/>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2" name=""/>
            <p:cNvSpPr/>
            <p:nvPr/>
          </p:nvSpPr>
          <p:spPr>
            <a:xfrm>
              <a:off x="3664440" y="5049720"/>
              <a:ext cx="1463760" cy="714240"/>
            </a:xfrm>
            <a:custGeom>
              <a:avLst/>
              <a:gdLst/>
              <a:ahLst/>
              <a:rect l="l" t="t" r="r" b="b"/>
              <a:pathLst>
                <a:path w="873" h="521">
                  <a:moveTo>
                    <a:pt x="872" y="520"/>
                  </a:moveTo>
                  <a:lnTo>
                    <a:pt x="0" y="520"/>
                  </a:lnTo>
                  <a:lnTo>
                    <a:pt x="0" y="406"/>
                  </a:lnTo>
                  <a:lnTo>
                    <a:pt x="47" y="406"/>
                  </a:lnTo>
                  <a:lnTo>
                    <a:pt x="86" y="362"/>
                  </a:lnTo>
                  <a:lnTo>
                    <a:pt x="104" y="316"/>
                  </a:lnTo>
                  <a:lnTo>
                    <a:pt x="274" y="291"/>
                  </a:lnTo>
                  <a:lnTo>
                    <a:pt x="370" y="186"/>
                  </a:lnTo>
                  <a:lnTo>
                    <a:pt x="530" y="186"/>
                  </a:lnTo>
                  <a:lnTo>
                    <a:pt x="530" y="84"/>
                  </a:lnTo>
                  <a:lnTo>
                    <a:pt x="544" y="67"/>
                  </a:lnTo>
                  <a:lnTo>
                    <a:pt x="544" y="22"/>
                  </a:lnTo>
                  <a:lnTo>
                    <a:pt x="578" y="0"/>
                  </a:lnTo>
                  <a:lnTo>
                    <a:pt x="613" y="18"/>
                  </a:lnTo>
                  <a:lnTo>
                    <a:pt x="613" y="69"/>
                  </a:lnTo>
                  <a:lnTo>
                    <a:pt x="629" y="84"/>
                  </a:lnTo>
                  <a:lnTo>
                    <a:pt x="629" y="183"/>
                  </a:lnTo>
                  <a:lnTo>
                    <a:pt x="638" y="185"/>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3" name=""/>
            <p:cNvSpPr/>
            <p:nvPr/>
          </p:nvSpPr>
          <p:spPr>
            <a:xfrm>
              <a:off x="1297080" y="4475160"/>
              <a:ext cx="1453320" cy="289080"/>
            </a:xfrm>
            <a:custGeom>
              <a:avLst/>
              <a:gdLst/>
              <a:ahLst/>
              <a:rect l="l" t="t" r="r" b="b"/>
              <a:pathLst>
                <a:path w="867" h="211">
                  <a:moveTo>
                    <a:pt x="866" y="0"/>
                  </a:moveTo>
                  <a:lnTo>
                    <a:pt x="755" y="0"/>
                  </a:lnTo>
                  <a:lnTo>
                    <a:pt x="659" y="0"/>
                  </a:lnTo>
                  <a:lnTo>
                    <a:pt x="572" y="0"/>
                  </a:lnTo>
                  <a:lnTo>
                    <a:pt x="485" y="0"/>
                  </a:lnTo>
                  <a:lnTo>
                    <a:pt x="405" y="0"/>
                  </a:lnTo>
                  <a:lnTo>
                    <a:pt x="334" y="0"/>
                  </a:lnTo>
                  <a:lnTo>
                    <a:pt x="270" y="0"/>
                  </a:lnTo>
                  <a:lnTo>
                    <a:pt x="215" y="0"/>
                  </a:lnTo>
                  <a:lnTo>
                    <a:pt x="159" y="0"/>
                  </a:lnTo>
                  <a:lnTo>
                    <a:pt x="119" y="0"/>
                  </a:lnTo>
                  <a:lnTo>
                    <a:pt x="79" y="0"/>
                  </a:lnTo>
                  <a:lnTo>
                    <a:pt x="48" y="0"/>
                  </a:lnTo>
                  <a:lnTo>
                    <a:pt x="24" y="0"/>
                  </a:lnTo>
                  <a:lnTo>
                    <a:pt x="8" y="0"/>
                  </a:lnTo>
                  <a:lnTo>
                    <a:pt x="0" y="0"/>
                  </a:lnTo>
                  <a:lnTo>
                    <a:pt x="0" y="8"/>
                  </a:lnTo>
                  <a:lnTo>
                    <a:pt x="0" y="16"/>
                  </a:lnTo>
                  <a:lnTo>
                    <a:pt x="0" y="23"/>
                  </a:lnTo>
                  <a:lnTo>
                    <a:pt x="0" y="31"/>
                  </a:lnTo>
                  <a:lnTo>
                    <a:pt x="0" y="39"/>
                  </a:lnTo>
                  <a:lnTo>
                    <a:pt x="0" y="47"/>
                  </a:lnTo>
                  <a:lnTo>
                    <a:pt x="8" y="47"/>
                  </a:lnTo>
                  <a:lnTo>
                    <a:pt x="16" y="47"/>
                  </a:lnTo>
                  <a:lnTo>
                    <a:pt x="24" y="47"/>
                  </a:lnTo>
                  <a:lnTo>
                    <a:pt x="32" y="47"/>
                  </a:lnTo>
                  <a:lnTo>
                    <a:pt x="40" y="47"/>
                  </a:lnTo>
                  <a:lnTo>
                    <a:pt x="48" y="47"/>
                  </a:lnTo>
                  <a:lnTo>
                    <a:pt x="48" y="54"/>
                  </a:lnTo>
                  <a:lnTo>
                    <a:pt x="56" y="54"/>
                  </a:lnTo>
                  <a:lnTo>
                    <a:pt x="64" y="62"/>
                  </a:lnTo>
                  <a:lnTo>
                    <a:pt x="72" y="62"/>
                  </a:lnTo>
                  <a:lnTo>
                    <a:pt x="79" y="70"/>
                  </a:lnTo>
                  <a:lnTo>
                    <a:pt x="87" y="78"/>
                  </a:lnTo>
                  <a:lnTo>
                    <a:pt x="95" y="78"/>
                  </a:lnTo>
                  <a:lnTo>
                    <a:pt x="103" y="86"/>
                  </a:lnTo>
                  <a:lnTo>
                    <a:pt x="111" y="86"/>
                  </a:lnTo>
                  <a:lnTo>
                    <a:pt x="111" y="93"/>
                  </a:lnTo>
                  <a:lnTo>
                    <a:pt x="119" y="93"/>
                  </a:lnTo>
                  <a:lnTo>
                    <a:pt x="127" y="93"/>
                  </a:lnTo>
                  <a:lnTo>
                    <a:pt x="135" y="93"/>
                  </a:lnTo>
                  <a:lnTo>
                    <a:pt x="143" y="93"/>
                  </a:lnTo>
                  <a:lnTo>
                    <a:pt x="151" y="93"/>
                  </a:lnTo>
                  <a:lnTo>
                    <a:pt x="159" y="93"/>
                  </a:lnTo>
                  <a:lnTo>
                    <a:pt x="167" y="93"/>
                  </a:lnTo>
                  <a:lnTo>
                    <a:pt x="175" y="93"/>
                  </a:lnTo>
                  <a:lnTo>
                    <a:pt x="183" y="93"/>
                  </a:lnTo>
                  <a:lnTo>
                    <a:pt x="199" y="93"/>
                  </a:lnTo>
                  <a:lnTo>
                    <a:pt x="207" y="93"/>
                  </a:lnTo>
                  <a:lnTo>
                    <a:pt x="222" y="93"/>
                  </a:lnTo>
                  <a:lnTo>
                    <a:pt x="230" y="93"/>
                  </a:lnTo>
                  <a:lnTo>
                    <a:pt x="238" y="93"/>
                  </a:lnTo>
                  <a:lnTo>
                    <a:pt x="246" y="93"/>
                  </a:lnTo>
                  <a:lnTo>
                    <a:pt x="262" y="93"/>
                  </a:lnTo>
                  <a:lnTo>
                    <a:pt x="270" y="101"/>
                  </a:lnTo>
                  <a:lnTo>
                    <a:pt x="278" y="101"/>
                  </a:lnTo>
                  <a:lnTo>
                    <a:pt x="286" y="101"/>
                  </a:lnTo>
                  <a:lnTo>
                    <a:pt x="294" y="101"/>
                  </a:lnTo>
                  <a:lnTo>
                    <a:pt x="302" y="101"/>
                  </a:lnTo>
                  <a:lnTo>
                    <a:pt x="302" y="109"/>
                  </a:lnTo>
                  <a:lnTo>
                    <a:pt x="310" y="109"/>
                  </a:lnTo>
                  <a:lnTo>
                    <a:pt x="318" y="109"/>
                  </a:lnTo>
                  <a:lnTo>
                    <a:pt x="326" y="109"/>
                  </a:lnTo>
                  <a:lnTo>
                    <a:pt x="326" y="117"/>
                  </a:lnTo>
                  <a:lnTo>
                    <a:pt x="334" y="117"/>
                  </a:lnTo>
                  <a:lnTo>
                    <a:pt x="334" y="124"/>
                  </a:lnTo>
                  <a:lnTo>
                    <a:pt x="342" y="124"/>
                  </a:lnTo>
                  <a:lnTo>
                    <a:pt x="350" y="132"/>
                  </a:lnTo>
                  <a:lnTo>
                    <a:pt x="358" y="132"/>
                  </a:lnTo>
                  <a:lnTo>
                    <a:pt x="358" y="140"/>
                  </a:lnTo>
                  <a:lnTo>
                    <a:pt x="365" y="140"/>
                  </a:lnTo>
                  <a:lnTo>
                    <a:pt x="373" y="140"/>
                  </a:lnTo>
                  <a:lnTo>
                    <a:pt x="381" y="140"/>
                  </a:lnTo>
                  <a:lnTo>
                    <a:pt x="389" y="140"/>
                  </a:lnTo>
                  <a:lnTo>
                    <a:pt x="397" y="140"/>
                  </a:lnTo>
                  <a:lnTo>
                    <a:pt x="405" y="140"/>
                  </a:lnTo>
                  <a:lnTo>
                    <a:pt x="413" y="140"/>
                  </a:lnTo>
                  <a:lnTo>
                    <a:pt x="421" y="140"/>
                  </a:lnTo>
                  <a:lnTo>
                    <a:pt x="429" y="140"/>
                  </a:lnTo>
                  <a:lnTo>
                    <a:pt x="445" y="140"/>
                  </a:lnTo>
                  <a:lnTo>
                    <a:pt x="453" y="140"/>
                  </a:lnTo>
                  <a:lnTo>
                    <a:pt x="461" y="140"/>
                  </a:lnTo>
                  <a:lnTo>
                    <a:pt x="469" y="140"/>
                  </a:lnTo>
                  <a:lnTo>
                    <a:pt x="477" y="140"/>
                  </a:lnTo>
                  <a:lnTo>
                    <a:pt x="485" y="140"/>
                  </a:lnTo>
                  <a:lnTo>
                    <a:pt x="493" y="140"/>
                  </a:lnTo>
                  <a:lnTo>
                    <a:pt x="501" y="140"/>
                  </a:lnTo>
                  <a:lnTo>
                    <a:pt x="508" y="140"/>
                  </a:lnTo>
                  <a:lnTo>
                    <a:pt x="516" y="140"/>
                  </a:lnTo>
                  <a:lnTo>
                    <a:pt x="524" y="140"/>
                  </a:lnTo>
                  <a:lnTo>
                    <a:pt x="524" y="148"/>
                  </a:lnTo>
                  <a:lnTo>
                    <a:pt x="524" y="156"/>
                  </a:lnTo>
                  <a:lnTo>
                    <a:pt x="524" y="163"/>
                  </a:lnTo>
                  <a:lnTo>
                    <a:pt x="524" y="171"/>
                  </a:lnTo>
                  <a:lnTo>
                    <a:pt x="524" y="179"/>
                  </a:lnTo>
                  <a:lnTo>
                    <a:pt x="524" y="187"/>
                  </a:lnTo>
                  <a:lnTo>
                    <a:pt x="524" y="194"/>
                  </a:lnTo>
                  <a:lnTo>
                    <a:pt x="532" y="202"/>
                  </a:lnTo>
                  <a:lnTo>
                    <a:pt x="540" y="202"/>
                  </a:lnTo>
                  <a:lnTo>
                    <a:pt x="540" y="210"/>
                  </a:lnTo>
                  <a:lnTo>
                    <a:pt x="548" y="210"/>
                  </a:lnTo>
                  <a:lnTo>
                    <a:pt x="556" y="210"/>
                  </a:lnTo>
                  <a:lnTo>
                    <a:pt x="564" y="210"/>
                  </a:lnTo>
                  <a:lnTo>
                    <a:pt x="572" y="210"/>
                  </a:lnTo>
                  <a:lnTo>
                    <a:pt x="580" y="210"/>
                  </a:lnTo>
                  <a:lnTo>
                    <a:pt x="588" y="210"/>
                  </a:lnTo>
                  <a:lnTo>
                    <a:pt x="596" y="210"/>
                  </a:lnTo>
                  <a:lnTo>
                    <a:pt x="604" y="202"/>
                  </a:lnTo>
                  <a:lnTo>
                    <a:pt x="612" y="194"/>
                  </a:lnTo>
                  <a:lnTo>
                    <a:pt x="612" y="187"/>
                  </a:lnTo>
                  <a:lnTo>
                    <a:pt x="620" y="187"/>
                  </a:lnTo>
                  <a:lnTo>
                    <a:pt x="620" y="179"/>
                  </a:lnTo>
                  <a:lnTo>
                    <a:pt x="620" y="171"/>
                  </a:lnTo>
                  <a:lnTo>
                    <a:pt x="620" y="163"/>
                  </a:lnTo>
                  <a:lnTo>
                    <a:pt x="620" y="156"/>
                  </a:lnTo>
                  <a:lnTo>
                    <a:pt x="620" y="148"/>
                  </a:lnTo>
                  <a:lnTo>
                    <a:pt x="620" y="140"/>
                  </a:lnTo>
                  <a:lnTo>
                    <a:pt x="628" y="140"/>
                  </a:lnTo>
                  <a:lnTo>
                    <a:pt x="636" y="140"/>
                  </a:lnTo>
                  <a:lnTo>
                    <a:pt x="644" y="140"/>
                  </a:lnTo>
                  <a:lnTo>
                    <a:pt x="651" y="140"/>
                  </a:lnTo>
                  <a:lnTo>
                    <a:pt x="659" y="140"/>
                  </a:lnTo>
                  <a:lnTo>
                    <a:pt x="667" y="140"/>
                  </a:lnTo>
                  <a:lnTo>
                    <a:pt x="675" y="140"/>
                  </a:lnTo>
                  <a:lnTo>
                    <a:pt x="683" y="140"/>
                  </a:lnTo>
                  <a:lnTo>
                    <a:pt x="691" y="140"/>
                  </a:lnTo>
                  <a:lnTo>
                    <a:pt x="699" y="140"/>
                  </a:lnTo>
                  <a:lnTo>
                    <a:pt x="707" y="140"/>
                  </a:lnTo>
                  <a:lnTo>
                    <a:pt x="866" y="0"/>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4" name=""/>
            <p:cNvSpPr/>
            <p:nvPr/>
          </p:nvSpPr>
          <p:spPr>
            <a:xfrm>
              <a:off x="1292400" y="4475160"/>
              <a:ext cx="1050840" cy="297360"/>
            </a:xfrm>
            <a:custGeom>
              <a:avLst/>
              <a:gdLst/>
              <a:ahLst/>
              <a:rect l="l" t="t" r="r" b="b"/>
              <a:pathLst>
                <a:path w="627" h="217">
                  <a:moveTo>
                    <a:pt x="0" y="0"/>
                  </a:moveTo>
                  <a:lnTo>
                    <a:pt x="0" y="48"/>
                  </a:lnTo>
                  <a:lnTo>
                    <a:pt x="40" y="48"/>
                  </a:lnTo>
                  <a:lnTo>
                    <a:pt x="112" y="96"/>
                  </a:lnTo>
                  <a:lnTo>
                    <a:pt x="248" y="96"/>
                  </a:lnTo>
                  <a:lnTo>
                    <a:pt x="359" y="144"/>
                  </a:lnTo>
                  <a:lnTo>
                    <a:pt x="530" y="144"/>
                  </a:lnTo>
                  <a:lnTo>
                    <a:pt x="528" y="200"/>
                  </a:lnTo>
                  <a:lnTo>
                    <a:pt x="554" y="216"/>
                  </a:lnTo>
                  <a:lnTo>
                    <a:pt x="598" y="216"/>
                  </a:lnTo>
                  <a:lnTo>
                    <a:pt x="626" y="203"/>
                  </a:lnTo>
                  <a:lnTo>
                    <a:pt x="626" y="144"/>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5" name=""/>
            <p:cNvSpPr/>
            <p:nvPr/>
          </p:nvSpPr>
          <p:spPr>
            <a:xfrm>
              <a:off x="1768320" y="4475160"/>
              <a:ext cx="1453320" cy="293400"/>
            </a:xfrm>
            <a:custGeom>
              <a:avLst/>
              <a:gdLst/>
              <a:ahLst/>
              <a:rect l="l" t="t" r="r" b="b"/>
              <a:pathLst>
                <a:path w="867" h="214">
                  <a:moveTo>
                    <a:pt x="0" y="0"/>
                  </a:moveTo>
                  <a:lnTo>
                    <a:pt x="111" y="0"/>
                  </a:lnTo>
                  <a:lnTo>
                    <a:pt x="207" y="0"/>
                  </a:lnTo>
                  <a:lnTo>
                    <a:pt x="294" y="0"/>
                  </a:lnTo>
                  <a:lnTo>
                    <a:pt x="381" y="0"/>
                  </a:lnTo>
                  <a:lnTo>
                    <a:pt x="461" y="0"/>
                  </a:lnTo>
                  <a:lnTo>
                    <a:pt x="532" y="0"/>
                  </a:lnTo>
                  <a:lnTo>
                    <a:pt x="596" y="0"/>
                  </a:lnTo>
                  <a:lnTo>
                    <a:pt x="651" y="0"/>
                  </a:lnTo>
                  <a:lnTo>
                    <a:pt x="707" y="0"/>
                  </a:lnTo>
                  <a:lnTo>
                    <a:pt x="747" y="0"/>
                  </a:lnTo>
                  <a:lnTo>
                    <a:pt x="787" y="0"/>
                  </a:lnTo>
                  <a:lnTo>
                    <a:pt x="818" y="0"/>
                  </a:lnTo>
                  <a:lnTo>
                    <a:pt x="842" y="0"/>
                  </a:lnTo>
                  <a:lnTo>
                    <a:pt x="858" y="0"/>
                  </a:lnTo>
                  <a:lnTo>
                    <a:pt x="866" y="0"/>
                  </a:lnTo>
                  <a:lnTo>
                    <a:pt x="866" y="8"/>
                  </a:lnTo>
                  <a:lnTo>
                    <a:pt x="866" y="16"/>
                  </a:lnTo>
                  <a:lnTo>
                    <a:pt x="866" y="24"/>
                  </a:lnTo>
                  <a:lnTo>
                    <a:pt x="866" y="32"/>
                  </a:lnTo>
                  <a:lnTo>
                    <a:pt x="866" y="39"/>
                  </a:lnTo>
                  <a:lnTo>
                    <a:pt x="866" y="47"/>
                  </a:lnTo>
                  <a:lnTo>
                    <a:pt x="858" y="47"/>
                  </a:lnTo>
                  <a:lnTo>
                    <a:pt x="850" y="47"/>
                  </a:lnTo>
                  <a:lnTo>
                    <a:pt x="842" y="47"/>
                  </a:lnTo>
                  <a:lnTo>
                    <a:pt x="834" y="47"/>
                  </a:lnTo>
                  <a:lnTo>
                    <a:pt x="826" y="47"/>
                  </a:lnTo>
                  <a:lnTo>
                    <a:pt x="818" y="47"/>
                  </a:lnTo>
                  <a:lnTo>
                    <a:pt x="818" y="55"/>
                  </a:lnTo>
                  <a:lnTo>
                    <a:pt x="810" y="55"/>
                  </a:lnTo>
                  <a:lnTo>
                    <a:pt x="802" y="63"/>
                  </a:lnTo>
                  <a:lnTo>
                    <a:pt x="794" y="63"/>
                  </a:lnTo>
                  <a:lnTo>
                    <a:pt x="787" y="71"/>
                  </a:lnTo>
                  <a:lnTo>
                    <a:pt x="779" y="79"/>
                  </a:lnTo>
                  <a:lnTo>
                    <a:pt x="771" y="79"/>
                  </a:lnTo>
                  <a:lnTo>
                    <a:pt x="763" y="87"/>
                  </a:lnTo>
                  <a:lnTo>
                    <a:pt x="755" y="87"/>
                  </a:lnTo>
                  <a:lnTo>
                    <a:pt x="755" y="95"/>
                  </a:lnTo>
                  <a:lnTo>
                    <a:pt x="747" y="95"/>
                  </a:lnTo>
                  <a:lnTo>
                    <a:pt x="739" y="95"/>
                  </a:lnTo>
                  <a:lnTo>
                    <a:pt x="731" y="95"/>
                  </a:lnTo>
                  <a:lnTo>
                    <a:pt x="723" y="95"/>
                  </a:lnTo>
                  <a:lnTo>
                    <a:pt x="715" y="95"/>
                  </a:lnTo>
                  <a:lnTo>
                    <a:pt x="707" y="95"/>
                  </a:lnTo>
                  <a:lnTo>
                    <a:pt x="699" y="95"/>
                  </a:lnTo>
                  <a:lnTo>
                    <a:pt x="691" y="95"/>
                  </a:lnTo>
                  <a:lnTo>
                    <a:pt x="683" y="95"/>
                  </a:lnTo>
                  <a:lnTo>
                    <a:pt x="667" y="95"/>
                  </a:lnTo>
                  <a:lnTo>
                    <a:pt x="659" y="95"/>
                  </a:lnTo>
                  <a:lnTo>
                    <a:pt x="644" y="95"/>
                  </a:lnTo>
                  <a:lnTo>
                    <a:pt x="636" y="95"/>
                  </a:lnTo>
                  <a:lnTo>
                    <a:pt x="628" y="95"/>
                  </a:lnTo>
                  <a:lnTo>
                    <a:pt x="620" y="95"/>
                  </a:lnTo>
                  <a:lnTo>
                    <a:pt x="508" y="142"/>
                  </a:lnTo>
                  <a:lnTo>
                    <a:pt x="501" y="142"/>
                  </a:lnTo>
                  <a:lnTo>
                    <a:pt x="493" y="142"/>
                  </a:lnTo>
                  <a:lnTo>
                    <a:pt x="485" y="142"/>
                  </a:lnTo>
                  <a:lnTo>
                    <a:pt x="477" y="142"/>
                  </a:lnTo>
                  <a:lnTo>
                    <a:pt x="469" y="142"/>
                  </a:lnTo>
                  <a:lnTo>
                    <a:pt x="461" y="142"/>
                  </a:lnTo>
                  <a:lnTo>
                    <a:pt x="453" y="142"/>
                  </a:lnTo>
                  <a:lnTo>
                    <a:pt x="445" y="142"/>
                  </a:lnTo>
                  <a:lnTo>
                    <a:pt x="437" y="142"/>
                  </a:lnTo>
                  <a:lnTo>
                    <a:pt x="421" y="142"/>
                  </a:lnTo>
                  <a:lnTo>
                    <a:pt x="413" y="142"/>
                  </a:lnTo>
                  <a:lnTo>
                    <a:pt x="405" y="142"/>
                  </a:lnTo>
                  <a:lnTo>
                    <a:pt x="397" y="142"/>
                  </a:lnTo>
                  <a:lnTo>
                    <a:pt x="389" y="142"/>
                  </a:lnTo>
                  <a:lnTo>
                    <a:pt x="381" y="142"/>
                  </a:lnTo>
                  <a:lnTo>
                    <a:pt x="373" y="142"/>
                  </a:lnTo>
                  <a:lnTo>
                    <a:pt x="365" y="142"/>
                  </a:lnTo>
                  <a:lnTo>
                    <a:pt x="358" y="142"/>
                  </a:lnTo>
                  <a:lnTo>
                    <a:pt x="350" y="142"/>
                  </a:lnTo>
                  <a:lnTo>
                    <a:pt x="342" y="142"/>
                  </a:lnTo>
                  <a:lnTo>
                    <a:pt x="342" y="150"/>
                  </a:lnTo>
                  <a:lnTo>
                    <a:pt x="342" y="158"/>
                  </a:lnTo>
                  <a:lnTo>
                    <a:pt x="342" y="166"/>
                  </a:lnTo>
                  <a:lnTo>
                    <a:pt x="342" y="174"/>
                  </a:lnTo>
                  <a:lnTo>
                    <a:pt x="342" y="181"/>
                  </a:lnTo>
                  <a:lnTo>
                    <a:pt x="342" y="189"/>
                  </a:lnTo>
                  <a:lnTo>
                    <a:pt x="342" y="197"/>
                  </a:lnTo>
                  <a:lnTo>
                    <a:pt x="334" y="205"/>
                  </a:lnTo>
                  <a:lnTo>
                    <a:pt x="326" y="205"/>
                  </a:lnTo>
                  <a:lnTo>
                    <a:pt x="326" y="213"/>
                  </a:lnTo>
                  <a:lnTo>
                    <a:pt x="318" y="213"/>
                  </a:lnTo>
                  <a:lnTo>
                    <a:pt x="310" y="213"/>
                  </a:lnTo>
                  <a:lnTo>
                    <a:pt x="302" y="213"/>
                  </a:lnTo>
                  <a:lnTo>
                    <a:pt x="294" y="213"/>
                  </a:lnTo>
                  <a:lnTo>
                    <a:pt x="286" y="213"/>
                  </a:lnTo>
                  <a:lnTo>
                    <a:pt x="278" y="213"/>
                  </a:lnTo>
                  <a:lnTo>
                    <a:pt x="270" y="213"/>
                  </a:lnTo>
                  <a:lnTo>
                    <a:pt x="262" y="205"/>
                  </a:lnTo>
                  <a:lnTo>
                    <a:pt x="254" y="197"/>
                  </a:lnTo>
                  <a:lnTo>
                    <a:pt x="254" y="189"/>
                  </a:lnTo>
                  <a:lnTo>
                    <a:pt x="246" y="189"/>
                  </a:lnTo>
                  <a:lnTo>
                    <a:pt x="246" y="181"/>
                  </a:lnTo>
                  <a:lnTo>
                    <a:pt x="246" y="174"/>
                  </a:lnTo>
                  <a:lnTo>
                    <a:pt x="246" y="120"/>
                  </a:lnTo>
                  <a:lnTo>
                    <a:pt x="0" y="0"/>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6" name=""/>
            <p:cNvSpPr/>
            <p:nvPr/>
          </p:nvSpPr>
          <p:spPr>
            <a:xfrm>
              <a:off x="2179080" y="4473720"/>
              <a:ext cx="1049760" cy="302760"/>
            </a:xfrm>
            <a:custGeom>
              <a:avLst/>
              <a:gdLst/>
              <a:ahLst/>
              <a:rect l="l" t="t" r="r" b="b"/>
              <a:pathLst>
                <a:path w="626" h="221">
                  <a:moveTo>
                    <a:pt x="625" y="0"/>
                  </a:moveTo>
                  <a:lnTo>
                    <a:pt x="625" y="49"/>
                  </a:lnTo>
                  <a:lnTo>
                    <a:pt x="585" y="49"/>
                  </a:lnTo>
                  <a:lnTo>
                    <a:pt x="513" y="98"/>
                  </a:lnTo>
                  <a:lnTo>
                    <a:pt x="377" y="98"/>
                  </a:lnTo>
                  <a:lnTo>
                    <a:pt x="264" y="147"/>
                  </a:lnTo>
                  <a:lnTo>
                    <a:pt x="96" y="147"/>
                  </a:lnTo>
                  <a:lnTo>
                    <a:pt x="96" y="204"/>
                  </a:lnTo>
                  <a:lnTo>
                    <a:pt x="70" y="220"/>
                  </a:lnTo>
                  <a:lnTo>
                    <a:pt x="26" y="220"/>
                  </a:lnTo>
                  <a:lnTo>
                    <a:pt x="0" y="199"/>
                  </a:lnTo>
                  <a:lnTo>
                    <a:pt x="0" y="147"/>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7" name=""/>
            <p:cNvSpPr/>
            <p:nvPr/>
          </p:nvSpPr>
          <p:spPr>
            <a:xfrm>
              <a:off x="5713560" y="3833280"/>
              <a:ext cx="1453320" cy="289440"/>
            </a:xfrm>
            <a:custGeom>
              <a:avLst/>
              <a:gdLst/>
              <a:ahLst/>
              <a:rect l="l" t="t" r="r" b="b"/>
              <a:pathLst>
                <a:path w="867" h="211">
                  <a:moveTo>
                    <a:pt x="866" y="0"/>
                  </a:moveTo>
                  <a:lnTo>
                    <a:pt x="755" y="0"/>
                  </a:lnTo>
                  <a:lnTo>
                    <a:pt x="659" y="0"/>
                  </a:lnTo>
                  <a:lnTo>
                    <a:pt x="572" y="0"/>
                  </a:lnTo>
                  <a:lnTo>
                    <a:pt x="485" y="0"/>
                  </a:lnTo>
                  <a:lnTo>
                    <a:pt x="405" y="0"/>
                  </a:lnTo>
                  <a:lnTo>
                    <a:pt x="334" y="0"/>
                  </a:lnTo>
                  <a:lnTo>
                    <a:pt x="270" y="0"/>
                  </a:lnTo>
                  <a:lnTo>
                    <a:pt x="215" y="0"/>
                  </a:lnTo>
                  <a:lnTo>
                    <a:pt x="159" y="0"/>
                  </a:lnTo>
                  <a:lnTo>
                    <a:pt x="119" y="0"/>
                  </a:lnTo>
                  <a:lnTo>
                    <a:pt x="79" y="0"/>
                  </a:lnTo>
                  <a:lnTo>
                    <a:pt x="48" y="0"/>
                  </a:lnTo>
                  <a:lnTo>
                    <a:pt x="24" y="0"/>
                  </a:lnTo>
                  <a:lnTo>
                    <a:pt x="8" y="0"/>
                  </a:lnTo>
                  <a:lnTo>
                    <a:pt x="0" y="0"/>
                  </a:lnTo>
                  <a:lnTo>
                    <a:pt x="0" y="8"/>
                  </a:lnTo>
                  <a:lnTo>
                    <a:pt x="0" y="16"/>
                  </a:lnTo>
                  <a:lnTo>
                    <a:pt x="0" y="23"/>
                  </a:lnTo>
                  <a:lnTo>
                    <a:pt x="0" y="31"/>
                  </a:lnTo>
                  <a:lnTo>
                    <a:pt x="0" y="39"/>
                  </a:lnTo>
                  <a:lnTo>
                    <a:pt x="0" y="47"/>
                  </a:lnTo>
                  <a:lnTo>
                    <a:pt x="8" y="47"/>
                  </a:lnTo>
                  <a:lnTo>
                    <a:pt x="16" y="47"/>
                  </a:lnTo>
                  <a:lnTo>
                    <a:pt x="24" y="47"/>
                  </a:lnTo>
                  <a:lnTo>
                    <a:pt x="32" y="47"/>
                  </a:lnTo>
                  <a:lnTo>
                    <a:pt x="40" y="47"/>
                  </a:lnTo>
                  <a:lnTo>
                    <a:pt x="48" y="47"/>
                  </a:lnTo>
                  <a:lnTo>
                    <a:pt x="48" y="54"/>
                  </a:lnTo>
                  <a:lnTo>
                    <a:pt x="56" y="54"/>
                  </a:lnTo>
                  <a:lnTo>
                    <a:pt x="64" y="62"/>
                  </a:lnTo>
                  <a:lnTo>
                    <a:pt x="72" y="62"/>
                  </a:lnTo>
                  <a:lnTo>
                    <a:pt x="79" y="70"/>
                  </a:lnTo>
                  <a:lnTo>
                    <a:pt x="87" y="78"/>
                  </a:lnTo>
                  <a:lnTo>
                    <a:pt x="95" y="78"/>
                  </a:lnTo>
                  <a:lnTo>
                    <a:pt x="103" y="86"/>
                  </a:lnTo>
                  <a:lnTo>
                    <a:pt x="111" y="86"/>
                  </a:lnTo>
                  <a:lnTo>
                    <a:pt x="111" y="93"/>
                  </a:lnTo>
                  <a:lnTo>
                    <a:pt x="119" y="93"/>
                  </a:lnTo>
                  <a:lnTo>
                    <a:pt x="127" y="93"/>
                  </a:lnTo>
                  <a:lnTo>
                    <a:pt x="135" y="93"/>
                  </a:lnTo>
                  <a:lnTo>
                    <a:pt x="143" y="93"/>
                  </a:lnTo>
                  <a:lnTo>
                    <a:pt x="151" y="93"/>
                  </a:lnTo>
                  <a:lnTo>
                    <a:pt x="159" y="93"/>
                  </a:lnTo>
                  <a:lnTo>
                    <a:pt x="167" y="93"/>
                  </a:lnTo>
                  <a:lnTo>
                    <a:pt x="175" y="93"/>
                  </a:lnTo>
                  <a:lnTo>
                    <a:pt x="183" y="93"/>
                  </a:lnTo>
                  <a:lnTo>
                    <a:pt x="199" y="93"/>
                  </a:lnTo>
                  <a:lnTo>
                    <a:pt x="207" y="93"/>
                  </a:lnTo>
                  <a:lnTo>
                    <a:pt x="222" y="93"/>
                  </a:lnTo>
                  <a:lnTo>
                    <a:pt x="230" y="93"/>
                  </a:lnTo>
                  <a:lnTo>
                    <a:pt x="238" y="93"/>
                  </a:lnTo>
                  <a:lnTo>
                    <a:pt x="246" y="93"/>
                  </a:lnTo>
                  <a:lnTo>
                    <a:pt x="262" y="93"/>
                  </a:lnTo>
                  <a:lnTo>
                    <a:pt x="270" y="101"/>
                  </a:lnTo>
                  <a:lnTo>
                    <a:pt x="278" y="101"/>
                  </a:lnTo>
                  <a:lnTo>
                    <a:pt x="286" y="101"/>
                  </a:lnTo>
                  <a:lnTo>
                    <a:pt x="294" y="101"/>
                  </a:lnTo>
                  <a:lnTo>
                    <a:pt x="302" y="101"/>
                  </a:lnTo>
                  <a:lnTo>
                    <a:pt x="302" y="109"/>
                  </a:lnTo>
                  <a:lnTo>
                    <a:pt x="310" y="109"/>
                  </a:lnTo>
                  <a:lnTo>
                    <a:pt x="318" y="109"/>
                  </a:lnTo>
                  <a:lnTo>
                    <a:pt x="326" y="109"/>
                  </a:lnTo>
                  <a:lnTo>
                    <a:pt x="326" y="117"/>
                  </a:lnTo>
                  <a:lnTo>
                    <a:pt x="334" y="117"/>
                  </a:lnTo>
                  <a:lnTo>
                    <a:pt x="334" y="124"/>
                  </a:lnTo>
                  <a:lnTo>
                    <a:pt x="342" y="124"/>
                  </a:lnTo>
                  <a:lnTo>
                    <a:pt x="350" y="132"/>
                  </a:lnTo>
                  <a:lnTo>
                    <a:pt x="358" y="132"/>
                  </a:lnTo>
                  <a:lnTo>
                    <a:pt x="358" y="140"/>
                  </a:lnTo>
                  <a:lnTo>
                    <a:pt x="365" y="140"/>
                  </a:lnTo>
                  <a:lnTo>
                    <a:pt x="373" y="140"/>
                  </a:lnTo>
                  <a:lnTo>
                    <a:pt x="381" y="140"/>
                  </a:lnTo>
                  <a:lnTo>
                    <a:pt x="389" y="140"/>
                  </a:lnTo>
                  <a:lnTo>
                    <a:pt x="397" y="140"/>
                  </a:lnTo>
                  <a:lnTo>
                    <a:pt x="405" y="140"/>
                  </a:lnTo>
                  <a:lnTo>
                    <a:pt x="413" y="140"/>
                  </a:lnTo>
                  <a:lnTo>
                    <a:pt x="421" y="140"/>
                  </a:lnTo>
                  <a:lnTo>
                    <a:pt x="429" y="140"/>
                  </a:lnTo>
                  <a:lnTo>
                    <a:pt x="445" y="140"/>
                  </a:lnTo>
                  <a:lnTo>
                    <a:pt x="453" y="140"/>
                  </a:lnTo>
                  <a:lnTo>
                    <a:pt x="461" y="140"/>
                  </a:lnTo>
                  <a:lnTo>
                    <a:pt x="469" y="140"/>
                  </a:lnTo>
                  <a:lnTo>
                    <a:pt x="477" y="140"/>
                  </a:lnTo>
                  <a:lnTo>
                    <a:pt x="485" y="140"/>
                  </a:lnTo>
                  <a:lnTo>
                    <a:pt x="493" y="140"/>
                  </a:lnTo>
                  <a:lnTo>
                    <a:pt x="501" y="140"/>
                  </a:lnTo>
                  <a:lnTo>
                    <a:pt x="508" y="140"/>
                  </a:lnTo>
                  <a:lnTo>
                    <a:pt x="516" y="140"/>
                  </a:lnTo>
                  <a:lnTo>
                    <a:pt x="524" y="140"/>
                  </a:lnTo>
                  <a:lnTo>
                    <a:pt x="524" y="148"/>
                  </a:lnTo>
                  <a:lnTo>
                    <a:pt x="524" y="156"/>
                  </a:lnTo>
                  <a:lnTo>
                    <a:pt x="524" y="163"/>
                  </a:lnTo>
                  <a:lnTo>
                    <a:pt x="524" y="171"/>
                  </a:lnTo>
                  <a:lnTo>
                    <a:pt x="524" y="179"/>
                  </a:lnTo>
                  <a:lnTo>
                    <a:pt x="524" y="187"/>
                  </a:lnTo>
                  <a:lnTo>
                    <a:pt x="524" y="194"/>
                  </a:lnTo>
                  <a:lnTo>
                    <a:pt x="532" y="202"/>
                  </a:lnTo>
                  <a:lnTo>
                    <a:pt x="540" y="202"/>
                  </a:lnTo>
                  <a:lnTo>
                    <a:pt x="540" y="210"/>
                  </a:lnTo>
                  <a:lnTo>
                    <a:pt x="548" y="210"/>
                  </a:lnTo>
                  <a:lnTo>
                    <a:pt x="556" y="210"/>
                  </a:lnTo>
                  <a:lnTo>
                    <a:pt x="564" y="210"/>
                  </a:lnTo>
                  <a:lnTo>
                    <a:pt x="572" y="210"/>
                  </a:lnTo>
                  <a:lnTo>
                    <a:pt x="580" y="210"/>
                  </a:lnTo>
                  <a:lnTo>
                    <a:pt x="588" y="210"/>
                  </a:lnTo>
                  <a:lnTo>
                    <a:pt x="596" y="210"/>
                  </a:lnTo>
                  <a:lnTo>
                    <a:pt x="604" y="202"/>
                  </a:lnTo>
                  <a:lnTo>
                    <a:pt x="612" y="194"/>
                  </a:lnTo>
                  <a:lnTo>
                    <a:pt x="612" y="187"/>
                  </a:lnTo>
                  <a:lnTo>
                    <a:pt x="620" y="187"/>
                  </a:lnTo>
                  <a:lnTo>
                    <a:pt x="620" y="179"/>
                  </a:lnTo>
                  <a:lnTo>
                    <a:pt x="620" y="171"/>
                  </a:lnTo>
                  <a:lnTo>
                    <a:pt x="620" y="163"/>
                  </a:lnTo>
                  <a:lnTo>
                    <a:pt x="620" y="156"/>
                  </a:lnTo>
                  <a:lnTo>
                    <a:pt x="620" y="148"/>
                  </a:lnTo>
                  <a:lnTo>
                    <a:pt x="620" y="140"/>
                  </a:lnTo>
                  <a:lnTo>
                    <a:pt x="628" y="140"/>
                  </a:lnTo>
                  <a:lnTo>
                    <a:pt x="636" y="140"/>
                  </a:lnTo>
                  <a:lnTo>
                    <a:pt x="644" y="140"/>
                  </a:lnTo>
                  <a:lnTo>
                    <a:pt x="651" y="140"/>
                  </a:lnTo>
                  <a:lnTo>
                    <a:pt x="659" y="140"/>
                  </a:lnTo>
                  <a:lnTo>
                    <a:pt x="667" y="140"/>
                  </a:lnTo>
                  <a:lnTo>
                    <a:pt x="675" y="140"/>
                  </a:lnTo>
                  <a:lnTo>
                    <a:pt x="683" y="140"/>
                  </a:lnTo>
                  <a:lnTo>
                    <a:pt x="691" y="140"/>
                  </a:lnTo>
                  <a:lnTo>
                    <a:pt x="699" y="140"/>
                  </a:lnTo>
                  <a:lnTo>
                    <a:pt x="707" y="140"/>
                  </a:lnTo>
                  <a:lnTo>
                    <a:pt x="866" y="0"/>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8" name=""/>
            <p:cNvSpPr/>
            <p:nvPr/>
          </p:nvSpPr>
          <p:spPr>
            <a:xfrm>
              <a:off x="5708520" y="3833280"/>
              <a:ext cx="1051200" cy="297360"/>
            </a:xfrm>
            <a:custGeom>
              <a:avLst/>
              <a:gdLst/>
              <a:ahLst/>
              <a:rect l="l" t="t" r="r" b="b"/>
              <a:pathLst>
                <a:path w="627" h="217">
                  <a:moveTo>
                    <a:pt x="0" y="0"/>
                  </a:moveTo>
                  <a:lnTo>
                    <a:pt x="0" y="48"/>
                  </a:lnTo>
                  <a:lnTo>
                    <a:pt x="40" y="48"/>
                  </a:lnTo>
                  <a:lnTo>
                    <a:pt x="112" y="96"/>
                  </a:lnTo>
                  <a:lnTo>
                    <a:pt x="248" y="96"/>
                  </a:lnTo>
                  <a:lnTo>
                    <a:pt x="359" y="144"/>
                  </a:lnTo>
                  <a:lnTo>
                    <a:pt x="530" y="144"/>
                  </a:lnTo>
                  <a:lnTo>
                    <a:pt x="528" y="200"/>
                  </a:lnTo>
                  <a:lnTo>
                    <a:pt x="554" y="216"/>
                  </a:lnTo>
                  <a:lnTo>
                    <a:pt x="598" y="216"/>
                  </a:lnTo>
                  <a:lnTo>
                    <a:pt x="626" y="203"/>
                  </a:lnTo>
                  <a:lnTo>
                    <a:pt x="626" y="144"/>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299" name=""/>
            <p:cNvSpPr/>
            <p:nvPr/>
          </p:nvSpPr>
          <p:spPr>
            <a:xfrm>
              <a:off x="6184800" y="3833280"/>
              <a:ext cx="1453320" cy="293400"/>
            </a:xfrm>
            <a:custGeom>
              <a:avLst/>
              <a:gdLst/>
              <a:ahLst/>
              <a:rect l="l" t="t" r="r" b="b"/>
              <a:pathLst>
                <a:path w="867" h="214">
                  <a:moveTo>
                    <a:pt x="0" y="0"/>
                  </a:moveTo>
                  <a:lnTo>
                    <a:pt x="111" y="0"/>
                  </a:lnTo>
                  <a:lnTo>
                    <a:pt x="207" y="0"/>
                  </a:lnTo>
                  <a:lnTo>
                    <a:pt x="294" y="0"/>
                  </a:lnTo>
                  <a:lnTo>
                    <a:pt x="381" y="0"/>
                  </a:lnTo>
                  <a:lnTo>
                    <a:pt x="461" y="0"/>
                  </a:lnTo>
                  <a:lnTo>
                    <a:pt x="532" y="0"/>
                  </a:lnTo>
                  <a:lnTo>
                    <a:pt x="596" y="0"/>
                  </a:lnTo>
                  <a:lnTo>
                    <a:pt x="651" y="0"/>
                  </a:lnTo>
                  <a:lnTo>
                    <a:pt x="707" y="0"/>
                  </a:lnTo>
                  <a:lnTo>
                    <a:pt x="747" y="0"/>
                  </a:lnTo>
                  <a:lnTo>
                    <a:pt x="787" y="0"/>
                  </a:lnTo>
                  <a:lnTo>
                    <a:pt x="818" y="0"/>
                  </a:lnTo>
                  <a:lnTo>
                    <a:pt x="842" y="0"/>
                  </a:lnTo>
                  <a:lnTo>
                    <a:pt x="858" y="0"/>
                  </a:lnTo>
                  <a:lnTo>
                    <a:pt x="866" y="0"/>
                  </a:lnTo>
                  <a:lnTo>
                    <a:pt x="866" y="8"/>
                  </a:lnTo>
                  <a:lnTo>
                    <a:pt x="866" y="16"/>
                  </a:lnTo>
                  <a:lnTo>
                    <a:pt x="866" y="24"/>
                  </a:lnTo>
                  <a:lnTo>
                    <a:pt x="866" y="32"/>
                  </a:lnTo>
                  <a:lnTo>
                    <a:pt x="866" y="39"/>
                  </a:lnTo>
                  <a:lnTo>
                    <a:pt x="866" y="47"/>
                  </a:lnTo>
                  <a:lnTo>
                    <a:pt x="858" y="47"/>
                  </a:lnTo>
                  <a:lnTo>
                    <a:pt x="850" y="47"/>
                  </a:lnTo>
                  <a:lnTo>
                    <a:pt x="842" y="47"/>
                  </a:lnTo>
                  <a:lnTo>
                    <a:pt x="834" y="47"/>
                  </a:lnTo>
                  <a:lnTo>
                    <a:pt x="826" y="47"/>
                  </a:lnTo>
                  <a:lnTo>
                    <a:pt x="818" y="47"/>
                  </a:lnTo>
                  <a:lnTo>
                    <a:pt x="818" y="55"/>
                  </a:lnTo>
                  <a:lnTo>
                    <a:pt x="810" y="55"/>
                  </a:lnTo>
                  <a:lnTo>
                    <a:pt x="802" y="63"/>
                  </a:lnTo>
                  <a:lnTo>
                    <a:pt x="794" y="63"/>
                  </a:lnTo>
                  <a:lnTo>
                    <a:pt x="787" y="71"/>
                  </a:lnTo>
                  <a:lnTo>
                    <a:pt x="779" y="79"/>
                  </a:lnTo>
                  <a:lnTo>
                    <a:pt x="771" y="79"/>
                  </a:lnTo>
                  <a:lnTo>
                    <a:pt x="763" y="87"/>
                  </a:lnTo>
                  <a:lnTo>
                    <a:pt x="755" y="87"/>
                  </a:lnTo>
                  <a:lnTo>
                    <a:pt x="755" y="95"/>
                  </a:lnTo>
                  <a:lnTo>
                    <a:pt x="747" y="95"/>
                  </a:lnTo>
                  <a:lnTo>
                    <a:pt x="739" y="95"/>
                  </a:lnTo>
                  <a:lnTo>
                    <a:pt x="731" y="95"/>
                  </a:lnTo>
                  <a:lnTo>
                    <a:pt x="723" y="95"/>
                  </a:lnTo>
                  <a:lnTo>
                    <a:pt x="715" y="95"/>
                  </a:lnTo>
                  <a:lnTo>
                    <a:pt x="707" y="95"/>
                  </a:lnTo>
                  <a:lnTo>
                    <a:pt x="699" y="95"/>
                  </a:lnTo>
                  <a:lnTo>
                    <a:pt x="691" y="95"/>
                  </a:lnTo>
                  <a:lnTo>
                    <a:pt x="683" y="95"/>
                  </a:lnTo>
                  <a:lnTo>
                    <a:pt x="667" y="95"/>
                  </a:lnTo>
                  <a:lnTo>
                    <a:pt x="659" y="95"/>
                  </a:lnTo>
                  <a:lnTo>
                    <a:pt x="644" y="95"/>
                  </a:lnTo>
                  <a:lnTo>
                    <a:pt x="636" y="95"/>
                  </a:lnTo>
                  <a:lnTo>
                    <a:pt x="628" y="95"/>
                  </a:lnTo>
                  <a:lnTo>
                    <a:pt x="620" y="95"/>
                  </a:lnTo>
                  <a:lnTo>
                    <a:pt x="508" y="142"/>
                  </a:lnTo>
                  <a:lnTo>
                    <a:pt x="501" y="142"/>
                  </a:lnTo>
                  <a:lnTo>
                    <a:pt x="493" y="142"/>
                  </a:lnTo>
                  <a:lnTo>
                    <a:pt x="485" y="142"/>
                  </a:lnTo>
                  <a:lnTo>
                    <a:pt x="477" y="142"/>
                  </a:lnTo>
                  <a:lnTo>
                    <a:pt x="469" y="142"/>
                  </a:lnTo>
                  <a:lnTo>
                    <a:pt x="461" y="142"/>
                  </a:lnTo>
                  <a:lnTo>
                    <a:pt x="453" y="142"/>
                  </a:lnTo>
                  <a:lnTo>
                    <a:pt x="445" y="142"/>
                  </a:lnTo>
                  <a:lnTo>
                    <a:pt x="437" y="142"/>
                  </a:lnTo>
                  <a:lnTo>
                    <a:pt x="421" y="142"/>
                  </a:lnTo>
                  <a:lnTo>
                    <a:pt x="413" y="142"/>
                  </a:lnTo>
                  <a:lnTo>
                    <a:pt x="405" y="142"/>
                  </a:lnTo>
                  <a:lnTo>
                    <a:pt x="397" y="142"/>
                  </a:lnTo>
                  <a:lnTo>
                    <a:pt x="389" y="142"/>
                  </a:lnTo>
                  <a:lnTo>
                    <a:pt x="381" y="142"/>
                  </a:lnTo>
                  <a:lnTo>
                    <a:pt x="373" y="142"/>
                  </a:lnTo>
                  <a:lnTo>
                    <a:pt x="365" y="142"/>
                  </a:lnTo>
                  <a:lnTo>
                    <a:pt x="358" y="142"/>
                  </a:lnTo>
                  <a:lnTo>
                    <a:pt x="350" y="142"/>
                  </a:lnTo>
                  <a:lnTo>
                    <a:pt x="342" y="142"/>
                  </a:lnTo>
                  <a:lnTo>
                    <a:pt x="342" y="150"/>
                  </a:lnTo>
                  <a:lnTo>
                    <a:pt x="342" y="158"/>
                  </a:lnTo>
                  <a:lnTo>
                    <a:pt x="342" y="166"/>
                  </a:lnTo>
                  <a:lnTo>
                    <a:pt x="342" y="174"/>
                  </a:lnTo>
                  <a:lnTo>
                    <a:pt x="342" y="181"/>
                  </a:lnTo>
                  <a:lnTo>
                    <a:pt x="342" y="189"/>
                  </a:lnTo>
                  <a:lnTo>
                    <a:pt x="342" y="197"/>
                  </a:lnTo>
                  <a:lnTo>
                    <a:pt x="334" y="205"/>
                  </a:lnTo>
                  <a:lnTo>
                    <a:pt x="326" y="205"/>
                  </a:lnTo>
                  <a:lnTo>
                    <a:pt x="326" y="213"/>
                  </a:lnTo>
                  <a:lnTo>
                    <a:pt x="318" y="213"/>
                  </a:lnTo>
                  <a:lnTo>
                    <a:pt x="310" y="213"/>
                  </a:lnTo>
                  <a:lnTo>
                    <a:pt x="302" y="213"/>
                  </a:lnTo>
                  <a:lnTo>
                    <a:pt x="294" y="213"/>
                  </a:lnTo>
                  <a:lnTo>
                    <a:pt x="286" y="213"/>
                  </a:lnTo>
                  <a:lnTo>
                    <a:pt x="278" y="213"/>
                  </a:lnTo>
                  <a:lnTo>
                    <a:pt x="270" y="213"/>
                  </a:lnTo>
                  <a:lnTo>
                    <a:pt x="262" y="205"/>
                  </a:lnTo>
                  <a:lnTo>
                    <a:pt x="254" y="197"/>
                  </a:lnTo>
                  <a:lnTo>
                    <a:pt x="254" y="189"/>
                  </a:lnTo>
                  <a:lnTo>
                    <a:pt x="246" y="189"/>
                  </a:lnTo>
                  <a:lnTo>
                    <a:pt x="246" y="181"/>
                  </a:lnTo>
                  <a:lnTo>
                    <a:pt x="246" y="174"/>
                  </a:lnTo>
                  <a:lnTo>
                    <a:pt x="246" y="120"/>
                  </a:lnTo>
                  <a:lnTo>
                    <a:pt x="0" y="0"/>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300" name=""/>
            <p:cNvSpPr/>
            <p:nvPr/>
          </p:nvSpPr>
          <p:spPr>
            <a:xfrm>
              <a:off x="6595200" y="3832200"/>
              <a:ext cx="1049760" cy="302760"/>
            </a:xfrm>
            <a:custGeom>
              <a:avLst/>
              <a:gdLst/>
              <a:ahLst/>
              <a:rect l="l" t="t" r="r" b="b"/>
              <a:pathLst>
                <a:path w="626" h="221">
                  <a:moveTo>
                    <a:pt x="625" y="0"/>
                  </a:moveTo>
                  <a:lnTo>
                    <a:pt x="625" y="49"/>
                  </a:lnTo>
                  <a:lnTo>
                    <a:pt x="585" y="49"/>
                  </a:lnTo>
                  <a:lnTo>
                    <a:pt x="513" y="98"/>
                  </a:lnTo>
                  <a:lnTo>
                    <a:pt x="377" y="98"/>
                  </a:lnTo>
                  <a:lnTo>
                    <a:pt x="264" y="147"/>
                  </a:lnTo>
                  <a:lnTo>
                    <a:pt x="96" y="147"/>
                  </a:lnTo>
                  <a:lnTo>
                    <a:pt x="96" y="204"/>
                  </a:lnTo>
                  <a:lnTo>
                    <a:pt x="70" y="220"/>
                  </a:lnTo>
                  <a:lnTo>
                    <a:pt x="26" y="220"/>
                  </a:lnTo>
                  <a:lnTo>
                    <a:pt x="0" y="199"/>
                  </a:lnTo>
                  <a:lnTo>
                    <a:pt x="0" y="147"/>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nvGrpSpPr>
          <p:cNvPr id="4301" name=""/>
          <p:cNvGrpSpPr/>
          <p:nvPr/>
        </p:nvGrpSpPr>
        <p:grpSpPr>
          <a:xfrm>
            <a:off x="868320" y="1787400"/>
            <a:ext cx="2786040" cy="2494080"/>
            <a:chOff x="868320" y="1787400"/>
            <a:chExt cx="2786040" cy="2494080"/>
          </a:xfrm>
        </p:grpSpPr>
        <p:sp>
          <p:nvSpPr>
            <p:cNvPr id="4302" name=""/>
            <p:cNvSpPr/>
            <p:nvPr/>
          </p:nvSpPr>
          <p:spPr>
            <a:xfrm>
              <a:off x="868320" y="1787400"/>
              <a:ext cx="2786040" cy="24940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303" name=""/>
            <p:cNvSpPr/>
            <p:nvPr/>
          </p:nvSpPr>
          <p:spPr>
            <a:xfrm>
              <a:off x="971280" y="1882800"/>
              <a:ext cx="25844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4304" name=""/>
          <p:cNvGrpSpPr/>
          <p:nvPr/>
        </p:nvGrpSpPr>
        <p:grpSpPr>
          <a:xfrm>
            <a:off x="5275440" y="1157400"/>
            <a:ext cx="2786040" cy="2493720"/>
            <a:chOff x="5275440" y="1157400"/>
            <a:chExt cx="2786040" cy="2493720"/>
          </a:xfrm>
        </p:grpSpPr>
        <p:sp>
          <p:nvSpPr>
            <p:cNvPr id="4305" name=""/>
            <p:cNvSpPr/>
            <p:nvPr/>
          </p:nvSpPr>
          <p:spPr>
            <a:xfrm>
              <a:off x="5275440" y="1157400"/>
              <a:ext cx="2786040" cy="249372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306" name=""/>
            <p:cNvSpPr/>
            <p:nvPr/>
          </p:nvSpPr>
          <p:spPr>
            <a:xfrm>
              <a:off x="5378400" y="1252440"/>
              <a:ext cx="25844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6C1A7915-4DBC-4E61-B6C4-3BB57A594E05}" type="slidenum">
              <a:t>228</a:t>
            </a:fld>
          </a:p>
        </p:txBody>
      </p:sp>
    </p:spTree>
  </p:cSld>
  <mc:AlternateContent>
    <mc:Choice Requires="p14">
      <p:transition spd="slow" p14:dur="2000"/>
    </mc:Choice>
    <mc:Fallback>
      <p:transition spd="slow"/>
    </mc:Fallback>
  </mc:AlternateContent>
</p:sld>
</file>

<file path=ppt/slides/slide2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grpSp>
        <p:nvGrpSpPr>
          <p:cNvPr id="4307" name=""/>
          <p:cNvGrpSpPr/>
          <p:nvPr/>
        </p:nvGrpSpPr>
        <p:grpSpPr>
          <a:xfrm>
            <a:off x="1816200" y="1500480"/>
            <a:ext cx="1888920" cy="1656720"/>
            <a:chOff x="1816200" y="1500480"/>
            <a:chExt cx="1888920" cy="1656720"/>
          </a:xfrm>
        </p:grpSpPr>
        <p:sp>
          <p:nvSpPr>
            <p:cNvPr id="4308" name=""/>
            <p:cNvSpPr/>
            <p:nvPr/>
          </p:nvSpPr>
          <p:spPr>
            <a:xfrm>
              <a:off x="1887480" y="2390760"/>
              <a:ext cx="17668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Sub title</a:t>
              </a:r>
              <a:endParaRPr b="0" lang="en-US" sz="1600" spc="-1" strike="noStrike">
                <a:solidFill>
                  <a:srgbClr val="000000"/>
                </a:solidFill>
                <a:latin typeface="Times New Roman"/>
              </a:endParaRPr>
            </a:p>
          </p:txBody>
        </p:sp>
        <p:sp>
          <p:nvSpPr>
            <p:cNvPr id="4309" name=""/>
            <p:cNvSpPr/>
            <p:nvPr/>
          </p:nvSpPr>
          <p:spPr>
            <a:xfrm rot="5400000">
              <a:off x="1932120" y="1387440"/>
              <a:ext cx="1656720" cy="1882080"/>
            </a:xfrm>
            <a:custGeom>
              <a:avLst/>
              <a:gdLst/>
              <a:ahLst/>
              <a:rect l="l" t="t" r="r" b="b"/>
              <a:pathLst>
                <a:path stroke="0" w="21600" h="21600">
                  <a:moveTo>
                    <a:pt x="10800" y="0"/>
                  </a:moveTo>
                  <a:arcTo wR="10800" hR="10800" stAng="-5400000" swAng="10786651"/>
                  <a:lnTo>
                    <a:pt x="10800" y="10800"/>
                  </a:lnTo>
                  <a:close/>
                </a:path>
                <a:path fill="none" w="21600" h="21600">
                  <a:moveTo>
                    <a:pt x="10800" y="0"/>
                  </a:moveTo>
                  <a:arcTo wR="10800" hR="10800" stAng="-5400000" swAng="10786651"/>
                </a:path>
              </a:pathLst>
            </a:custGeom>
            <a:no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310" name=""/>
            <p:cNvSpPr/>
            <p:nvPr/>
          </p:nvSpPr>
          <p:spPr>
            <a:xfrm>
              <a:off x="1816200" y="2328840"/>
              <a:ext cx="188892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cxnSp>
          <p:nvCxnSpPr>
            <p:cNvPr id="4311" name=""/>
            <p:cNvCxnSpPr>
              <a:stCxn id="4310" idx="0"/>
              <a:endCxn id="4312" idx="4"/>
            </p:cNvCxnSpPr>
            <p:nvPr/>
          </p:nvCxnSpPr>
          <p:spPr>
            <a:xfrm flipV="1">
              <a:off x="1816200" y="1813680"/>
              <a:ext cx="945360" cy="515160"/>
            </a:xfrm>
            <a:prstGeom prst="straightConnector1">
              <a:avLst/>
            </a:prstGeom>
            <a:ln w="19080">
              <a:solidFill>
                <a:srgbClr val="000000"/>
              </a:solidFill>
              <a:miter/>
            </a:ln>
          </p:spPr>
        </p:cxnSp>
        <p:cxnSp>
          <p:nvCxnSpPr>
            <p:cNvPr id="4313" name=""/>
            <p:cNvCxnSpPr>
              <a:stCxn id="4310" idx="1"/>
              <a:endCxn id="4312" idx="4"/>
            </p:cNvCxnSpPr>
            <p:nvPr/>
          </p:nvCxnSpPr>
          <p:spPr>
            <a:xfrm flipH="1" flipV="1">
              <a:off x="2760120" y="1813680"/>
              <a:ext cx="945000" cy="515160"/>
            </a:xfrm>
            <a:prstGeom prst="straightConnector1">
              <a:avLst/>
            </a:prstGeom>
            <a:ln w="19080">
              <a:solidFill>
                <a:srgbClr val="000000"/>
              </a:solidFill>
              <a:miter/>
            </a:ln>
          </p:spPr>
        </p:cxnSp>
        <p:cxnSp>
          <p:nvCxnSpPr>
            <p:cNvPr id="4314" name=""/>
            <p:cNvCxnSpPr>
              <a:stCxn id="4309" idx="0"/>
              <a:endCxn id="4312" idx="4"/>
            </p:cNvCxnSpPr>
            <p:nvPr/>
          </p:nvCxnSpPr>
          <p:spPr>
            <a:xfrm flipV="1">
              <a:off x="2758680" y="1813680"/>
              <a:ext cx="2520" cy="513720"/>
            </a:xfrm>
            <a:prstGeom prst="straightConnector1">
              <a:avLst/>
            </a:prstGeom>
            <a:ln w="19080">
              <a:solidFill>
                <a:srgbClr val="000000"/>
              </a:solidFill>
              <a:miter/>
            </a:ln>
          </p:spPr>
        </p:cxnSp>
        <p:sp>
          <p:nvSpPr>
            <p:cNvPr id="4312" name=""/>
            <p:cNvSpPr/>
            <p:nvPr/>
          </p:nvSpPr>
          <p:spPr>
            <a:xfrm>
              <a:off x="2716200" y="1725480"/>
              <a:ext cx="88920" cy="889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16200" bIns="16200" anchor="ctr">
              <a:noAutofit/>
            </a:bodyPr>
            <a:p>
              <a:endParaRPr b="0" lang="en-US" sz="2400" spc="-1" strike="noStrike">
                <a:solidFill>
                  <a:srgbClr val="000000"/>
                </a:solidFill>
                <a:latin typeface="Times New Roman"/>
              </a:endParaRPr>
            </a:p>
          </p:txBody>
        </p:sp>
      </p:grpSp>
      <p:grpSp>
        <p:nvGrpSpPr>
          <p:cNvPr id="4315" name=""/>
          <p:cNvGrpSpPr/>
          <p:nvPr/>
        </p:nvGrpSpPr>
        <p:grpSpPr>
          <a:xfrm>
            <a:off x="5140440" y="1500480"/>
            <a:ext cx="1888920" cy="1656720"/>
            <a:chOff x="5140440" y="1500480"/>
            <a:chExt cx="1888920" cy="1656720"/>
          </a:xfrm>
        </p:grpSpPr>
        <p:sp>
          <p:nvSpPr>
            <p:cNvPr id="4316" name=""/>
            <p:cNvSpPr/>
            <p:nvPr/>
          </p:nvSpPr>
          <p:spPr>
            <a:xfrm>
              <a:off x="5211720" y="2390760"/>
              <a:ext cx="176688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Sub title</a:t>
              </a:r>
              <a:endParaRPr b="0" lang="en-US" sz="1600" spc="-1" strike="noStrike">
                <a:solidFill>
                  <a:srgbClr val="000000"/>
                </a:solidFill>
                <a:latin typeface="Times New Roman"/>
              </a:endParaRPr>
            </a:p>
          </p:txBody>
        </p:sp>
        <p:sp>
          <p:nvSpPr>
            <p:cNvPr id="4317" name=""/>
            <p:cNvSpPr/>
            <p:nvPr/>
          </p:nvSpPr>
          <p:spPr>
            <a:xfrm rot="5400000">
              <a:off x="5256360" y="1387440"/>
              <a:ext cx="1656720" cy="1882080"/>
            </a:xfrm>
            <a:custGeom>
              <a:avLst/>
              <a:gdLst/>
              <a:ahLst/>
              <a:rect l="l" t="t" r="r" b="b"/>
              <a:pathLst>
                <a:path stroke="0" w="21600" h="21600">
                  <a:moveTo>
                    <a:pt x="10800" y="0"/>
                  </a:moveTo>
                  <a:arcTo wR="10800" hR="10800" stAng="-5400000" swAng="10786651"/>
                  <a:lnTo>
                    <a:pt x="10800" y="10800"/>
                  </a:lnTo>
                  <a:close/>
                </a:path>
                <a:path fill="none" w="21600" h="21600">
                  <a:moveTo>
                    <a:pt x="10800" y="0"/>
                  </a:moveTo>
                  <a:arcTo wR="10800" hR="10800" stAng="-5400000" swAng="10786651"/>
                </a:path>
              </a:pathLst>
            </a:custGeom>
            <a:no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318" name=""/>
            <p:cNvSpPr/>
            <p:nvPr/>
          </p:nvSpPr>
          <p:spPr>
            <a:xfrm>
              <a:off x="5140440" y="2328840"/>
              <a:ext cx="188892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cxnSp>
          <p:nvCxnSpPr>
            <p:cNvPr id="4319" name=""/>
            <p:cNvCxnSpPr>
              <a:stCxn id="4318" idx="0"/>
              <a:endCxn id="4320" idx="4"/>
            </p:cNvCxnSpPr>
            <p:nvPr/>
          </p:nvCxnSpPr>
          <p:spPr>
            <a:xfrm flipV="1">
              <a:off x="5140440" y="1813680"/>
              <a:ext cx="945360" cy="515160"/>
            </a:xfrm>
            <a:prstGeom prst="straightConnector1">
              <a:avLst/>
            </a:prstGeom>
            <a:ln w="19080">
              <a:solidFill>
                <a:srgbClr val="000000"/>
              </a:solidFill>
              <a:miter/>
            </a:ln>
          </p:spPr>
        </p:cxnSp>
        <p:cxnSp>
          <p:nvCxnSpPr>
            <p:cNvPr id="4321" name=""/>
            <p:cNvCxnSpPr>
              <a:stCxn id="4318" idx="1"/>
              <a:endCxn id="4320" idx="4"/>
            </p:cNvCxnSpPr>
            <p:nvPr/>
          </p:nvCxnSpPr>
          <p:spPr>
            <a:xfrm flipH="1" flipV="1">
              <a:off x="6084360" y="1813680"/>
              <a:ext cx="945000" cy="515160"/>
            </a:xfrm>
            <a:prstGeom prst="straightConnector1">
              <a:avLst/>
            </a:prstGeom>
            <a:ln w="19080">
              <a:solidFill>
                <a:srgbClr val="000000"/>
              </a:solidFill>
              <a:miter/>
            </a:ln>
          </p:spPr>
        </p:cxnSp>
        <p:cxnSp>
          <p:nvCxnSpPr>
            <p:cNvPr id="4322" name=""/>
            <p:cNvCxnSpPr>
              <a:stCxn id="4317" idx="0"/>
              <a:endCxn id="4320" idx="4"/>
            </p:cNvCxnSpPr>
            <p:nvPr/>
          </p:nvCxnSpPr>
          <p:spPr>
            <a:xfrm flipV="1">
              <a:off x="6082920" y="1813680"/>
              <a:ext cx="2520" cy="513720"/>
            </a:xfrm>
            <a:prstGeom prst="straightConnector1">
              <a:avLst/>
            </a:prstGeom>
            <a:ln w="19080">
              <a:solidFill>
                <a:srgbClr val="000000"/>
              </a:solidFill>
              <a:miter/>
            </a:ln>
          </p:spPr>
        </p:cxnSp>
        <p:sp>
          <p:nvSpPr>
            <p:cNvPr id="4320" name=""/>
            <p:cNvSpPr/>
            <p:nvPr/>
          </p:nvSpPr>
          <p:spPr>
            <a:xfrm>
              <a:off x="6040440" y="1725480"/>
              <a:ext cx="88920" cy="889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16200" bIns="16200" anchor="ctr">
              <a:noAutofit/>
            </a:bodyPr>
            <a:p>
              <a:endParaRPr b="0" lang="en-US" sz="2400" spc="-1" strike="noStrike">
                <a:solidFill>
                  <a:srgbClr val="000000"/>
                </a:solidFill>
                <a:latin typeface="Times New Roman"/>
              </a:endParaRPr>
            </a:p>
          </p:txBody>
        </p:sp>
      </p:grpSp>
      <p:sp>
        <p:nvSpPr>
          <p:cNvPr id="4323"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324" name=""/>
          <p:cNvSpPr/>
          <p:nvPr/>
        </p:nvSpPr>
        <p:spPr>
          <a:xfrm>
            <a:off x="2502000" y="1494000"/>
            <a:ext cx="3817800" cy="4195440"/>
          </a:xfrm>
          <a:custGeom>
            <a:avLst/>
            <a:gdLst/>
            <a:ahLst/>
            <a:rect l="l" t="t" r="r" b="b"/>
            <a:pathLst>
              <a:path w="2405" h="2643">
                <a:moveTo>
                  <a:pt x="1172" y="0"/>
                </a:moveTo>
                <a:lnTo>
                  <a:pt x="1384" y="1201"/>
                </a:lnTo>
                <a:lnTo>
                  <a:pt x="1382" y="2253"/>
                </a:lnTo>
                <a:lnTo>
                  <a:pt x="1522" y="2253"/>
                </a:lnTo>
                <a:lnTo>
                  <a:pt x="2405" y="2367"/>
                </a:lnTo>
                <a:lnTo>
                  <a:pt x="2405" y="2643"/>
                </a:lnTo>
                <a:lnTo>
                  <a:pt x="0" y="2641"/>
                </a:lnTo>
                <a:lnTo>
                  <a:pt x="0" y="2381"/>
                </a:lnTo>
                <a:lnTo>
                  <a:pt x="821" y="2253"/>
                </a:lnTo>
                <a:lnTo>
                  <a:pt x="982" y="2253"/>
                </a:lnTo>
                <a:lnTo>
                  <a:pt x="987" y="1178"/>
                </a:lnTo>
                <a:lnTo>
                  <a:pt x="1204" y="8"/>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325" name=""/>
          <p:cNvSpPr/>
          <p:nvPr/>
        </p:nvSpPr>
        <p:spPr>
          <a:xfrm>
            <a:off x="2554200" y="5273640"/>
            <a:ext cx="376560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Risk management </a:t>
            </a:r>
            <a:endParaRPr b="0" lang="en-US" sz="1600" spc="-1" strike="noStrike">
              <a:solidFill>
                <a:srgbClr val="000000"/>
              </a:solidFill>
              <a:latin typeface="Times New Roman"/>
            </a:endParaRPr>
          </a:p>
        </p:txBody>
      </p:sp>
      <p:sp>
        <p:nvSpPr>
          <p:cNvPr id="4326" name=""/>
          <p:cNvSpPr/>
          <p:nvPr/>
        </p:nvSpPr>
        <p:spPr>
          <a:xfrm rot="1119000">
            <a:off x="2253960" y="892080"/>
            <a:ext cx="4521240" cy="1693800"/>
          </a:xfrm>
          <a:custGeom>
            <a:avLst/>
            <a:gdLst/>
            <a:ahLst/>
            <a:rect l="l" t="t" r="r" b="b"/>
            <a:pathLst>
              <a:path w="2042" h="789">
                <a:moveTo>
                  <a:pt x="0" y="788"/>
                </a:moveTo>
                <a:lnTo>
                  <a:pt x="2041" y="78"/>
                </a:lnTo>
                <a:lnTo>
                  <a:pt x="1996" y="0"/>
                </a:lnTo>
                <a:lnTo>
                  <a:pt x="985" y="178"/>
                </a:lnTo>
                <a:lnTo>
                  <a:pt x="834" y="230"/>
                </a:lnTo>
                <a:lnTo>
                  <a:pt x="8" y="682"/>
                </a:lnTo>
                <a:lnTo>
                  <a:pt x="0" y="788"/>
                </a:lnTo>
              </a:path>
            </a:pathLst>
          </a:custGeom>
          <a:solidFill>
            <a:srgbClr val="d0d0d0"/>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327" name=""/>
          <p:cNvSpPr/>
          <p:nvPr/>
        </p:nvSpPr>
        <p:spPr>
          <a:xfrm>
            <a:off x="3257640" y="1471680"/>
            <a:ext cx="22622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Title</a:t>
            </a:r>
            <a:endParaRPr b="0" lang="en-US" sz="1600" spc="-1" strike="noStrike">
              <a:solidFill>
                <a:srgbClr val="000000"/>
              </a:solidFill>
              <a:latin typeface="Times New Roman"/>
            </a:endParaRPr>
          </a:p>
        </p:txBody>
      </p:sp>
      <p:sp>
        <p:nvSpPr>
          <p:cNvPr id="4328" name=""/>
          <p:cNvSpPr/>
          <p:nvPr/>
        </p:nvSpPr>
        <p:spPr>
          <a:xfrm>
            <a:off x="1247760" y="3319560"/>
            <a:ext cx="2457360" cy="73152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 </a:t>
            </a:r>
            <a:endParaRPr b="0" lang="en-US" sz="1600" spc="-1" strike="noStrike">
              <a:solidFill>
                <a:srgbClr val="000000"/>
              </a:solidFill>
              <a:latin typeface="Times New Roman"/>
            </a:endParaRPr>
          </a:p>
        </p:txBody>
      </p:sp>
      <p:sp>
        <p:nvSpPr>
          <p:cNvPr id="4329" name=""/>
          <p:cNvSpPr/>
          <p:nvPr/>
        </p:nvSpPr>
        <p:spPr>
          <a:xfrm>
            <a:off x="5024520" y="3319560"/>
            <a:ext cx="2457360" cy="73152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 </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윤고딕130"/>
              </a:rPr>
              <a:t> </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6F0CF326-7DE6-464E-9F43-7B4A587554E3}" type="slidenum">
              <a:t>229</a:t>
            </a:fld>
          </a:p>
        </p:txBody>
      </p:sp>
    </p:spTree>
  </p:cSld>
  <mc:AlternateContent>
    <mc:Choice Requires="p14">
      <p:transition spd="slow" p14:dur="2000"/>
    </mc:Choice>
    <mc:Fallback>
      <p:transition spd="slow"/>
    </mc:Fallback>
  </mc:AlternateContent>
</p:sld>
</file>

<file path=ppt/slides/slide2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30"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433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33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4333" name=""/>
          <p:cNvGrpSpPr/>
          <p:nvPr/>
        </p:nvGrpSpPr>
        <p:grpSpPr>
          <a:xfrm>
            <a:off x="1871640" y="1397160"/>
            <a:ext cx="5295960" cy="1759680"/>
            <a:chOff x="1871640" y="1397160"/>
            <a:chExt cx="5295960" cy="1759680"/>
          </a:xfrm>
        </p:grpSpPr>
        <p:sp>
          <p:nvSpPr>
            <p:cNvPr id="4334" name=""/>
            <p:cNvSpPr/>
            <p:nvPr/>
          </p:nvSpPr>
          <p:spPr>
            <a:xfrm>
              <a:off x="2340000" y="2471760"/>
              <a:ext cx="1073160" cy="542880"/>
            </a:xfrm>
            <a:custGeom>
              <a:avLst/>
              <a:gdLst/>
              <a:ahLst/>
              <a:rect l="l" t="t" r="r" b="b"/>
              <a:pathLst>
                <a:path w="741" h="351">
                  <a:moveTo>
                    <a:pt x="471" y="0"/>
                  </a:moveTo>
                  <a:lnTo>
                    <a:pt x="741" y="135"/>
                  </a:lnTo>
                  <a:lnTo>
                    <a:pt x="741" y="273"/>
                  </a:lnTo>
                  <a:lnTo>
                    <a:pt x="606" y="345"/>
                  </a:lnTo>
                  <a:lnTo>
                    <a:pt x="0" y="351"/>
                  </a:lnTo>
                  <a:lnTo>
                    <a:pt x="474" y="138"/>
                  </a:lnTo>
                  <a:lnTo>
                    <a:pt x="471" y="0"/>
                  </a:lnTo>
                  <a:close/>
                </a:path>
              </a:pathLst>
            </a:custGeom>
            <a:solidFill>
              <a:srgbClr val="d0d0d0"/>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4335" name=""/>
            <p:cNvGrpSpPr/>
            <p:nvPr/>
          </p:nvGrpSpPr>
          <p:grpSpPr>
            <a:xfrm>
              <a:off x="2347920" y="1397160"/>
              <a:ext cx="671400" cy="1613880"/>
              <a:chOff x="2347920" y="1397160"/>
              <a:chExt cx="671400" cy="1613880"/>
            </a:xfrm>
          </p:grpSpPr>
          <p:sp>
            <p:nvSpPr>
              <p:cNvPr id="4336" name=""/>
              <p:cNvSpPr/>
              <p:nvPr/>
            </p:nvSpPr>
            <p:spPr>
              <a:xfrm flipV="1">
                <a:off x="2347920" y="139716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37" name=""/>
              <p:cNvSpPr/>
              <p:nvPr/>
            </p:nvSpPr>
            <p:spPr>
              <a:xfrm flipV="1">
                <a:off x="2347920" y="268848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38" name=""/>
              <p:cNvSpPr/>
              <p:nvPr/>
            </p:nvSpPr>
            <p:spPr>
              <a:xfrm flipV="1">
                <a:off x="2347920" y="145080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39" name=""/>
              <p:cNvSpPr/>
              <p:nvPr/>
            </p:nvSpPr>
            <p:spPr>
              <a:xfrm flipV="1">
                <a:off x="2347920" y="1504800"/>
                <a:ext cx="67140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0" name=""/>
              <p:cNvSpPr/>
              <p:nvPr/>
            </p:nvSpPr>
            <p:spPr>
              <a:xfrm flipV="1">
                <a:off x="2347920" y="155916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1" name=""/>
              <p:cNvSpPr/>
              <p:nvPr/>
            </p:nvSpPr>
            <p:spPr>
              <a:xfrm flipV="1">
                <a:off x="2347920" y="161280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2" name=""/>
              <p:cNvSpPr/>
              <p:nvPr/>
            </p:nvSpPr>
            <p:spPr>
              <a:xfrm flipV="1">
                <a:off x="2347920" y="1666800"/>
                <a:ext cx="67140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3" name=""/>
              <p:cNvSpPr/>
              <p:nvPr/>
            </p:nvSpPr>
            <p:spPr>
              <a:xfrm flipV="1">
                <a:off x="2347920" y="172116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4" name=""/>
              <p:cNvSpPr/>
              <p:nvPr/>
            </p:nvSpPr>
            <p:spPr>
              <a:xfrm flipV="1">
                <a:off x="2347920" y="177480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5" name=""/>
              <p:cNvSpPr/>
              <p:nvPr/>
            </p:nvSpPr>
            <p:spPr>
              <a:xfrm flipV="1">
                <a:off x="2347920" y="182736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6" name=""/>
              <p:cNvSpPr/>
              <p:nvPr/>
            </p:nvSpPr>
            <p:spPr>
              <a:xfrm flipV="1">
                <a:off x="2347920" y="1881360"/>
                <a:ext cx="67140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7" name=""/>
              <p:cNvSpPr/>
              <p:nvPr/>
            </p:nvSpPr>
            <p:spPr>
              <a:xfrm flipV="1">
                <a:off x="2347920" y="193536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8" name=""/>
              <p:cNvSpPr/>
              <p:nvPr/>
            </p:nvSpPr>
            <p:spPr>
              <a:xfrm flipV="1">
                <a:off x="2347920" y="198936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49" name=""/>
              <p:cNvSpPr/>
              <p:nvPr/>
            </p:nvSpPr>
            <p:spPr>
              <a:xfrm flipV="1">
                <a:off x="2347920" y="2043360"/>
                <a:ext cx="67140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0" name=""/>
              <p:cNvSpPr/>
              <p:nvPr/>
            </p:nvSpPr>
            <p:spPr>
              <a:xfrm flipV="1">
                <a:off x="2347920" y="209772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1" name=""/>
              <p:cNvSpPr/>
              <p:nvPr/>
            </p:nvSpPr>
            <p:spPr>
              <a:xfrm flipV="1">
                <a:off x="2347920" y="215136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2" name=""/>
              <p:cNvSpPr/>
              <p:nvPr/>
            </p:nvSpPr>
            <p:spPr>
              <a:xfrm flipV="1">
                <a:off x="2347920" y="2205360"/>
                <a:ext cx="67140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3" name=""/>
              <p:cNvSpPr/>
              <p:nvPr/>
            </p:nvSpPr>
            <p:spPr>
              <a:xfrm flipV="1">
                <a:off x="2347920" y="2257920"/>
                <a:ext cx="67140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4" name=""/>
              <p:cNvSpPr/>
              <p:nvPr/>
            </p:nvSpPr>
            <p:spPr>
              <a:xfrm flipV="1">
                <a:off x="2347920" y="231192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5" name=""/>
              <p:cNvSpPr/>
              <p:nvPr/>
            </p:nvSpPr>
            <p:spPr>
              <a:xfrm flipV="1">
                <a:off x="2347920" y="236592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6" name=""/>
              <p:cNvSpPr/>
              <p:nvPr/>
            </p:nvSpPr>
            <p:spPr>
              <a:xfrm flipV="1">
                <a:off x="2347920" y="2419920"/>
                <a:ext cx="67140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7" name=""/>
              <p:cNvSpPr/>
              <p:nvPr/>
            </p:nvSpPr>
            <p:spPr>
              <a:xfrm flipV="1">
                <a:off x="2347920" y="252792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8" name=""/>
              <p:cNvSpPr/>
              <p:nvPr/>
            </p:nvSpPr>
            <p:spPr>
              <a:xfrm flipV="1">
                <a:off x="2347920" y="247392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59" name=""/>
              <p:cNvSpPr/>
              <p:nvPr/>
            </p:nvSpPr>
            <p:spPr>
              <a:xfrm flipV="1">
                <a:off x="2347920" y="2581920"/>
                <a:ext cx="67140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60" name=""/>
              <p:cNvSpPr/>
              <p:nvPr/>
            </p:nvSpPr>
            <p:spPr>
              <a:xfrm flipV="1">
                <a:off x="2347920" y="2635920"/>
                <a:ext cx="67140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4361" name=""/>
            <p:cNvSpPr/>
            <p:nvPr/>
          </p:nvSpPr>
          <p:spPr>
            <a:xfrm>
              <a:off x="2347920" y="1719360"/>
              <a:ext cx="0" cy="12920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62" name=""/>
            <p:cNvSpPr/>
            <p:nvPr/>
          </p:nvSpPr>
          <p:spPr>
            <a:xfrm>
              <a:off x="2424240" y="1681200"/>
              <a:ext cx="0" cy="12938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63" name=""/>
            <p:cNvSpPr/>
            <p:nvPr/>
          </p:nvSpPr>
          <p:spPr>
            <a:xfrm>
              <a:off x="2459160" y="1663920"/>
              <a:ext cx="0" cy="12934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64" name=""/>
            <p:cNvSpPr/>
            <p:nvPr/>
          </p:nvSpPr>
          <p:spPr>
            <a:xfrm>
              <a:off x="2498760" y="1646280"/>
              <a:ext cx="0" cy="12906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65" name=""/>
            <p:cNvSpPr/>
            <p:nvPr/>
          </p:nvSpPr>
          <p:spPr>
            <a:xfrm>
              <a:off x="2533680" y="1631880"/>
              <a:ext cx="0" cy="12938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66" name=""/>
            <p:cNvSpPr/>
            <p:nvPr/>
          </p:nvSpPr>
          <p:spPr>
            <a:xfrm>
              <a:off x="2610000" y="1595520"/>
              <a:ext cx="0" cy="12920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67" name=""/>
            <p:cNvSpPr/>
            <p:nvPr/>
          </p:nvSpPr>
          <p:spPr>
            <a:xfrm>
              <a:off x="2573280" y="1609920"/>
              <a:ext cx="0" cy="12906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68" name=""/>
            <p:cNvSpPr/>
            <p:nvPr/>
          </p:nvSpPr>
          <p:spPr>
            <a:xfrm>
              <a:off x="2684520" y="1555920"/>
              <a:ext cx="0" cy="12920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69" name=""/>
            <p:cNvSpPr/>
            <p:nvPr/>
          </p:nvSpPr>
          <p:spPr>
            <a:xfrm>
              <a:off x="2647800" y="1575000"/>
              <a:ext cx="0" cy="12906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0" name=""/>
            <p:cNvSpPr/>
            <p:nvPr/>
          </p:nvSpPr>
          <p:spPr>
            <a:xfrm>
              <a:off x="2722680" y="1538280"/>
              <a:ext cx="0" cy="12924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1" name=""/>
            <p:cNvSpPr/>
            <p:nvPr/>
          </p:nvSpPr>
          <p:spPr>
            <a:xfrm>
              <a:off x="2797200" y="1500120"/>
              <a:ext cx="0" cy="12938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2" name=""/>
            <p:cNvSpPr/>
            <p:nvPr/>
          </p:nvSpPr>
          <p:spPr>
            <a:xfrm>
              <a:off x="2948040" y="1432080"/>
              <a:ext cx="0" cy="12920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3" name=""/>
            <p:cNvSpPr/>
            <p:nvPr/>
          </p:nvSpPr>
          <p:spPr>
            <a:xfrm>
              <a:off x="2833560" y="1492200"/>
              <a:ext cx="0" cy="12891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4" name=""/>
            <p:cNvSpPr/>
            <p:nvPr/>
          </p:nvSpPr>
          <p:spPr>
            <a:xfrm>
              <a:off x="3022560" y="1397160"/>
              <a:ext cx="0" cy="12920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5" name=""/>
            <p:cNvSpPr/>
            <p:nvPr/>
          </p:nvSpPr>
          <p:spPr>
            <a:xfrm>
              <a:off x="2759040" y="1517760"/>
              <a:ext cx="0" cy="12920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6" name=""/>
            <p:cNvSpPr/>
            <p:nvPr/>
          </p:nvSpPr>
          <p:spPr>
            <a:xfrm>
              <a:off x="2873520" y="1471680"/>
              <a:ext cx="0" cy="12920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7" name=""/>
            <p:cNvSpPr/>
            <p:nvPr/>
          </p:nvSpPr>
          <p:spPr>
            <a:xfrm>
              <a:off x="2384280" y="1701720"/>
              <a:ext cx="0" cy="12924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8" name=""/>
            <p:cNvSpPr/>
            <p:nvPr/>
          </p:nvSpPr>
          <p:spPr>
            <a:xfrm>
              <a:off x="2982960" y="1414440"/>
              <a:ext cx="0" cy="12924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79" name=""/>
            <p:cNvSpPr/>
            <p:nvPr/>
          </p:nvSpPr>
          <p:spPr>
            <a:xfrm>
              <a:off x="2908440" y="1449360"/>
              <a:ext cx="0" cy="12891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0" name=""/>
            <p:cNvSpPr/>
            <p:nvPr/>
          </p:nvSpPr>
          <p:spPr>
            <a:xfrm>
              <a:off x="1871640" y="177660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1" name=""/>
            <p:cNvSpPr/>
            <p:nvPr/>
          </p:nvSpPr>
          <p:spPr>
            <a:xfrm>
              <a:off x="1871640" y="193212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2" name=""/>
            <p:cNvSpPr/>
            <p:nvPr/>
          </p:nvSpPr>
          <p:spPr>
            <a:xfrm>
              <a:off x="1871640" y="200808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3" name=""/>
            <p:cNvSpPr/>
            <p:nvPr/>
          </p:nvSpPr>
          <p:spPr>
            <a:xfrm>
              <a:off x="1871640" y="185436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4" name=""/>
            <p:cNvSpPr/>
            <p:nvPr/>
          </p:nvSpPr>
          <p:spPr>
            <a:xfrm>
              <a:off x="1871640" y="216396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5" name=""/>
            <p:cNvSpPr/>
            <p:nvPr/>
          </p:nvSpPr>
          <p:spPr>
            <a:xfrm>
              <a:off x="1871640" y="231948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6" name=""/>
            <p:cNvSpPr/>
            <p:nvPr/>
          </p:nvSpPr>
          <p:spPr>
            <a:xfrm>
              <a:off x="1871640" y="208584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7" name=""/>
            <p:cNvSpPr/>
            <p:nvPr/>
          </p:nvSpPr>
          <p:spPr>
            <a:xfrm>
              <a:off x="1871640" y="247824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8" name=""/>
            <p:cNvSpPr/>
            <p:nvPr/>
          </p:nvSpPr>
          <p:spPr>
            <a:xfrm>
              <a:off x="1871640" y="271008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89" name=""/>
            <p:cNvSpPr/>
            <p:nvPr/>
          </p:nvSpPr>
          <p:spPr>
            <a:xfrm>
              <a:off x="1871640" y="240048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90" name=""/>
            <p:cNvSpPr/>
            <p:nvPr/>
          </p:nvSpPr>
          <p:spPr>
            <a:xfrm>
              <a:off x="1871640" y="286848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91" name=""/>
            <p:cNvSpPr/>
            <p:nvPr/>
          </p:nvSpPr>
          <p:spPr>
            <a:xfrm>
              <a:off x="1871640" y="224460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92" name=""/>
            <p:cNvSpPr/>
            <p:nvPr/>
          </p:nvSpPr>
          <p:spPr>
            <a:xfrm>
              <a:off x="1871640" y="263196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93" name=""/>
            <p:cNvSpPr/>
            <p:nvPr/>
          </p:nvSpPr>
          <p:spPr>
            <a:xfrm>
              <a:off x="1871640" y="278784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94" name=""/>
            <p:cNvSpPr/>
            <p:nvPr/>
          </p:nvSpPr>
          <p:spPr>
            <a:xfrm>
              <a:off x="1871640" y="255420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95" name=""/>
            <p:cNvSpPr/>
            <p:nvPr/>
          </p:nvSpPr>
          <p:spPr>
            <a:xfrm>
              <a:off x="1871640" y="294660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96" name=""/>
            <p:cNvSpPr/>
            <p:nvPr/>
          </p:nvSpPr>
          <p:spPr>
            <a:xfrm flipH="1" flipV="1">
              <a:off x="1883160" y="1559880"/>
              <a:ext cx="403920" cy="13788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97" name=""/>
            <p:cNvSpPr/>
            <p:nvPr/>
          </p:nvSpPr>
          <p:spPr>
            <a:xfrm flipH="1">
              <a:off x="1883160" y="3018600"/>
              <a:ext cx="403920" cy="13824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398" name=""/>
            <p:cNvSpPr/>
            <p:nvPr/>
          </p:nvSpPr>
          <p:spPr>
            <a:xfrm>
              <a:off x="3554280" y="2471760"/>
              <a:ext cx="1076400" cy="542880"/>
            </a:xfrm>
            <a:custGeom>
              <a:avLst/>
              <a:gdLst/>
              <a:ahLst/>
              <a:rect l="l" t="t" r="r" b="b"/>
              <a:pathLst>
                <a:path w="741" h="351">
                  <a:moveTo>
                    <a:pt x="471" y="0"/>
                  </a:moveTo>
                  <a:lnTo>
                    <a:pt x="741" y="135"/>
                  </a:lnTo>
                  <a:lnTo>
                    <a:pt x="741" y="273"/>
                  </a:lnTo>
                  <a:lnTo>
                    <a:pt x="606" y="345"/>
                  </a:lnTo>
                  <a:lnTo>
                    <a:pt x="0" y="351"/>
                  </a:lnTo>
                  <a:lnTo>
                    <a:pt x="474" y="138"/>
                  </a:lnTo>
                  <a:lnTo>
                    <a:pt x="471" y="0"/>
                  </a:lnTo>
                  <a:close/>
                </a:path>
              </a:pathLst>
            </a:custGeom>
            <a:solidFill>
              <a:srgbClr val="d0d0d0"/>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4399" name=""/>
            <p:cNvGrpSpPr/>
            <p:nvPr/>
          </p:nvGrpSpPr>
          <p:grpSpPr>
            <a:xfrm>
              <a:off x="3562200" y="1397160"/>
              <a:ext cx="677880" cy="1613880"/>
              <a:chOff x="3562200" y="1397160"/>
              <a:chExt cx="677880" cy="1613880"/>
            </a:xfrm>
          </p:grpSpPr>
          <p:grpSp>
            <p:nvGrpSpPr>
              <p:cNvPr id="4400" name=""/>
              <p:cNvGrpSpPr/>
              <p:nvPr/>
            </p:nvGrpSpPr>
            <p:grpSpPr>
              <a:xfrm>
                <a:off x="3562200" y="1397160"/>
                <a:ext cx="676440" cy="1613880"/>
                <a:chOff x="3562200" y="1397160"/>
                <a:chExt cx="676440" cy="1613880"/>
              </a:xfrm>
            </p:grpSpPr>
            <p:sp>
              <p:nvSpPr>
                <p:cNvPr id="4401" name=""/>
                <p:cNvSpPr/>
                <p:nvPr/>
              </p:nvSpPr>
              <p:spPr>
                <a:xfrm flipV="1">
                  <a:off x="3562200" y="13971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02" name=""/>
                <p:cNvSpPr/>
                <p:nvPr/>
              </p:nvSpPr>
              <p:spPr>
                <a:xfrm flipV="1">
                  <a:off x="3562200" y="268848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03" name=""/>
                <p:cNvSpPr/>
                <p:nvPr/>
              </p:nvSpPr>
              <p:spPr>
                <a:xfrm flipV="1">
                  <a:off x="3562200" y="145080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04" name=""/>
                <p:cNvSpPr/>
                <p:nvPr/>
              </p:nvSpPr>
              <p:spPr>
                <a:xfrm flipV="1">
                  <a:off x="3562200" y="150480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05" name=""/>
                <p:cNvSpPr/>
                <p:nvPr/>
              </p:nvSpPr>
              <p:spPr>
                <a:xfrm flipV="1">
                  <a:off x="3562200" y="15591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06" name=""/>
                <p:cNvSpPr/>
                <p:nvPr/>
              </p:nvSpPr>
              <p:spPr>
                <a:xfrm flipV="1">
                  <a:off x="3562200" y="161280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07" name=""/>
                <p:cNvSpPr/>
                <p:nvPr/>
              </p:nvSpPr>
              <p:spPr>
                <a:xfrm flipV="1">
                  <a:off x="3562200" y="166680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08" name=""/>
                <p:cNvSpPr/>
                <p:nvPr/>
              </p:nvSpPr>
              <p:spPr>
                <a:xfrm flipV="1">
                  <a:off x="3562200" y="17211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09" name=""/>
                <p:cNvSpPr/>
                <p:nvPr/>
              </p:nvSpPr>
              <p:spPr>
                <a:xfrm flipV="1">
                  <a:off x="3562200" y="177480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0" name=""/>
                <p:cNvSpPr/>
                <p:nvPr/>
              </p:nvSpPr>
              <p:spPr>
                <a:xfrm flipV="1">
                  <a:off x="3562200" y="18273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1" name=""/>
                <p:cNvSpPr/>
                <p:nvPr/>
              </p:nvSpPr>
              <p:spPr>
                <a:xfrm flipV="1">
                  <a:off x="3562200" y="188136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2" name=""/>
                <p:cNvSpPr/>
                <p:nvPr/>
              </p:nvSpPr>
              <p:spPr>
                <a:xfrm flipV="1">
                  <a:off x="3562200" y="19353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3" name=""/>
                <p:cNvSpPr/>
                <p:nvPr/>
              </p:nvSpPr>
              <p:spPr>
                <a:xfrm flipV="1">
                  <a:off x="3562200" y="19893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4" name=""/>
                <p:cNvSpPr/>
                <p:nvPr/>
              </p:nvSpPr>
              <p:spPr>
                <a:xfrm flipV="1">
                  <a:off x="3562200" y="204336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5" name=""/>
                <p:cNvSpPr/>
                <p:nvPr/>
              </p:nvSpPr>
              <p:spPr>
                <a:xfrm flipV="1">
                  <a:off x="3562200" y="20977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6" name=""/>
                <p:cNvSpPr/>
                <p:nvPr/>
              </p:nvSpPr>
              <p:spPr>
                <a:xfrm flipV="1">
                  <a:off x="3562200" y="21513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7" name=""/>
                <p:cNvSpPr/>
                <p:nvPr/>
              </p:nvSpPr>
              <p:spPr>
                <a:xfrm flipV="1">
                  <a:off x="3562200" y="220536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8" name=""/>
                <p:cNvSpPr/>
                <p:nvPr/>
              </p:nvSpPr>
              <p:spPr>
                <a:xfrm flipV="1">
                  <a:off x="3562200" y="225792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19" name=""/>
                <p:cNvSpPr/>
                <p:nvPr/>
              </p:nvSpPr>
              <p:spPr>
                <a:xfrm flipV="1">
                  <a:off x="3562200" y="2311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20" name=""/>
                <p:cNvSpPr/>
                <p:nvPr/>
              </p:nvSpPr>
              <p:spPr>
                <a:xfrm flipV="1">
                  <a:off x="3562200" y="2365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21" name=""/>
                <p:cNvSpPr/>
                <p:nvPr/>
              </p:nvSpPr>
              <p:spPr>
                <a:xfrm flipV="1">
                  <a:off x="3562200" y="241992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22" name=""/>
                <p:cNvSpPr/>
                <p:nvPr/>
              </p:nvSpPr>
              <p:spPr>
                <a:xfrm flipV="1">
                  <a:off x="3562200" y="2527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23" name=""/>
                <p:cNvSpPr/>
                <p:nvPr/>
              </p:nvSpPr>
              <p:spPr>
                <a:xfrm flipV="1">
                  <a:off x="3562200" y="2473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24" name=""/>
                <p:cNvSpPr/>
                <p:nvPr/>
              </p:nvSpPr>
              <p:spPr>
                <a:xfrm flipV="1">
                  <a:off x="3562200" y="258192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25" name=""/>
                <p:cNvSpPr/>
                <p:nvPr/>
              </p:nvSpPr>
              <p:spPr>
                <a:xfrm flipV="1">
                  <a:off x="3562200" y="2635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4426" name=""/>
              <p:cNvSpPr/>
              <p:nvPr/>
            </p:nvSpPr>
            <p:spPr>
              <a:xfrm>
                <a:off x="3562200" y="17197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27" name=""/>
              <p:cNvSpPr/>
              <p:nvPr/>
            </p:nvSpPr>
            <p:spPr>
              <a:xfrm>
                <a:off x="3636360" y="16826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28" name=""/>
              <p:cNvSpPr/>
              <p:nvPr/>
            </p:nvSpPr>
            <p:spPr>
              <a:xfrm>
                <a:off x="3674520" y="16639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29" name=""/>
              <p:cNvSpPr/>
              <p:nvPr/>
            </p:nvSpPr>
            <p:spPr>
              <a:xfrm>
                <a:off x="3712320" y="164556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0" name=""/>
              <p:cNvSpPr/>
              <p:nvPr/>
            </p:nvSpPr>
            <p:spPr>
              <a:xfrm>
                <a:off x="3750120" y="16333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1" name=""/>
              <p:cNvSpPr/>
              <p:nvPr/>
            </p:nvSpPr>
            <p:spPr>
              <a:xfrm>
                <a:off x="3824280" y="15962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2" name=""/>
              <p:cNvSpPr/>
              <p:nvPr/>
            </p:nvSpPr>
            <p:spPr>
              <a:xfrm>
                <a:off x="3788280" y="160848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3" name=""/>
              <p:cNvSpPr/>
              <p:nvPr/>
            </p:nvSpPr>
            <p:spPr>
              <a:xfrm>
                <a:off x="3900240" y="15559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4" name=""/>
              <p:cNvSpPr/>
              <p:nvPr/>
            </p:nvSpPr>
            <p:spPr>
              <a:xfrm>
                <a:off x="3862440" y="157428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5" name=""/>
              <p:cNvSpPr/>
              <p:nvPr/>
            </p:nvSpPr>
            <p:spPr>
              <a:xfrm>
                <a:off x="3938040" y="153720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6" name=""/>
              <p:cNvSpPr/>
              <p:nvPr/>
            </p:nvSpPr>
            <p:spPr>
              <a:xfrm>
                <a:off x="4014000" y="15001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7" name=""/>
              <p:cNvSpPr/>
              <p:nvPr/>
            </p:nvSpPr>
            <p:spPr>
              <a:xfrm>
                <a:off x="4164120" y="14324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8" name=""/>
              <p:cNvSpPr/>
              <p:nvPr/>
            </p:nvSpPr>
            <p:spPr>
              <a:xfrm>
                <a:off x="4050360" y="14911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39" name=""/>
              <p:cNvSpPr/>
              <p:nvPr/>
            </p:nvSpPr>
            <p:spPr>
              <a:xfrm>
                <a:off x="4240080" y="139716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40" name=""/>
              <p:cNvSpPr/>
              <p:nvPr/>
            </p:nvSpPr>
            <p:spPr>
              <a:xfrm>
                <a:off x="3976200" y="15188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41" name=""/>
              <p:cNvSpPr/>
              <p:nvPr/>
            </p:nvSpPr>
            <p:spPr>
              <a:xfrm>
                <a:off x="4088160" y="147240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42" name=""/>
              <p:cNvSpPr/>
              <p:nvPr/>
            </p:nvSpPr>
            <p:spPr>
              <a:xfrm>
                <a:off x="3598560" y="170100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43" name=""/>
              <p:cNvSpPr/>
              <p:nvPr/>
            </p:nvSpPr>
            <p:spPr>
              <a:xfrm>
                <a:off x="4201920" y="1414080"/>
                <a:ext cx="0" cy="12909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44" name=""/>
              <p:cNvSpPr/>
              <p:nvPr/>
            </p:nvSpPr>
            <p:spPr>
              <a:xfrm>
                <a:off x="4126320" y="1447920"/>
                <a:ext cx="0" cy="12909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4445" name=""/>
            <p:cNvSpPr/>
            <p:nvPr/>
          </p:nvSpPr>
          <p:spPr>
            <a:xfrm>
              <a:off x="3086280" y="193212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46" name=""/>
            <p:cNvSpPr/>
            <p:nvPr/>
          </p:nvSpPr>
          <p:spPr>
            <a:xfrm>
              <a:off x="3086280" y="200808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47" name=""/>
            <p:cNvSpPr/>
            <p:nvPr/>
          </p:nvSpPr>
          <p:spPr>
            <a:xfrm>
              <a:off x="3086280" y="216396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48" name=""/>
            <p:cNvSpPr/>
            <p:nvPr/>
          </p:nvSpPr>
          <p:spPr>
            <a:xfrm>
              <a:off x="3086280" y="232272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49" name=""/>
            <p:cNvSpPr/>
            <p:nvPr/>
          </p:nvSpPr>
          <p:spPr>
            <a:xfrm>
              <a:off x="3086280" y="208584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0" name=""/>
            <p:cNvSpPr/>
            <p:nvPr/>
          </p:nvSpPr>
          <p:spPr>
            <a:xfrm>
              <a:off x="3086280" y="247824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1" name=""/>
            <p:cNvSpPr/>
            <p:nvPr/>
          </p:nvSpPr>
          <p:spPr>
            <a:xfrm>
              <a:off x="3086280" y="271296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2" name=""/>
            <p:cNvSpPr/>
            <p:nvPr/>
          </p:nvSpPr>
          <p:spPr>
            <a:xfrm>
              <a:off x="3086280" y="240048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3" name=""/>
            <p:cNvSpPr/>
            <p:nvPr/>
          </p:nvSpPr>
          <p:spPr>
            <a:xfrm>
              <a:off x="3086280" y="224460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4" name=""/>
            <p:cNvSpPr/>
            <p:nvPr/>
          </p:nvSpPr>
          <p:spPr>
            <a:xfrm>
              <a:off x="3086280" y="263196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5" name=""/>
            <p:cNvSpPr/>
            <p:nvPr/>
          </p:nvSpPr>
          <p:spPr>
            <a:xfrm>
              <a:off x="3086280" y="278784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6" name=""/>
            <p:cNvSpPr/>
            <p:nvPr/>
          </p:nvSpPr>
          <p:spPr>
            <a:xfrm>
              <a:off x="3086280" y="255420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7" name=""/>
            <p:cNvSpPr/>
            <p:nvPr/>
          </p:nvSpPr>
          <p:spPr>
            <a:xfrm flipH="1" flipV="1">
              <a:off x="3098160" y="1708920"/>
              <a:ext cx="403200" cy="14112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8" name=""/>
            <p:cNvSpPr/>
            <p:nvPr/>
          </p:nvSpPr>
          <p:spPr>
            <a:xfrm flipH="1">
              <a:off x="3097800" y="2897640"/>
              <a:ext cx="403920" cy="13788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59" name=""/>
            <p:cNvSpPr/>
            <p:nvPr/>
          </p:nvSpPr>
          <p:spPr>
            <a:xfrm>
              <a:off x="4772160" y="2471760"/>
              <a:ext cx="1076040" cy="542880"/>
            </a:xfrm>
            <a:custGeom>
              <a:avLst/>
              <a:gdLst/>
              <a:ahLst/>
              <a:rect l="l" t="t" r="r" b="b"/>
              <a:pathLst>
                <a:path w="741" h="351">
                  <a:moveTo>
                    <a:pt x="471" y="0"/>
                  </a:moveTo>
                  <a:lnTo>
                    <a:pt x="741" y="135"/>
                  </a:lnTo>
                  <a:lnTo>
                    <a:pt x="741" y="273"/>
                  </a:lnTo>
                  <a:lnTo>
                    <a:pt x="606" y="345"/>
                  </a:lnTo>
                  <a:lnTo>
                    <a:pt x="0" y="351"/>
                  </a:lnTo>
                  <a:lnTo>
                    <a:pt x="474" y="138"/>
                  </a:lnTo>
                  <a:lnTo>
                    <a:pt x="471" y="0"/>
                  </a:lnTo>
                  <a:close/>
                </a:path>
              </a:pathLst>
            </a:custGeom>
            <a:solidFill>
              <a:srgbClr val="d0d0d0"/>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4460" name=""/>
            <p:cNvGrpSpPr/>
            <p:nvPr/>
          </p:nvGrpSpPr>
          <p:grpSpPr>
            <a:xfrm>
              <a:off x="4780080" y="1397160"/>
              <a:ext cx="676080" cy="1613880"/>
              <a:chOff x="4780080" y="1397160"/>
              <a:chExt cx="676080" cy="1613880"/>
            </a:xfrm>
          </p:grpSpPr>
          <p:grpSp>
            <p:nvGrpSpPr>
              <p:cNvPr id="4461" name=""/>
              <p:cNvGrpSpPr/>
              <p:nvPr/>
            </p:nvGrpSpPr>
            <p:grpSpPr>
              <a:xfrm>
                <a:off x="4780080" y="1397160"/>
                <a:ext cx="674640" cy="1613880"/>
                <a:chOff x="4780080" y="1397160"/>
                <a:chExt cx="674640" cy="1613880"/>
              </a:xfrm>
            </p:grpSpPr>
            <p:sp>
              <p:nvSpPr>
                <p:cNvPr id="4462" name=""/>
                <p:cNvSpPr/>
                <p:nvPr/>
              </p:nvSpPr>
              <p:spPr>
                <a:xfrm flipV="1">
                  <a:off x="4780080" y="139716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63" name=""/>
                <p:cNvSpPr/>
                <p:nvPr/>
              </p:nvSpPr>
              <p:spPr>
                <a:xfrm flipV="1">
                  <a:off x="4780080" y="268848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64" name=""/>
                <p:cNvSpPr/>
                <p:nvPr/>
              </p:nvSpPr>
              <p:spPr>
                <a:xfrm flipV="1">
                  <a:off x="4780080" y="145080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65" name=""/>
                <p:cNvSpPr/>
                <p:nvPr/>
              </p:nvSpPr>
              <p:spPr>
                <a:xfrm flipV="1">
                  <a:off x="4780080" y="1504800"/>
                  <a:ext cx="6746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66" name=""/>
                <p:cNvSpPr/>
                <p:nvPr/>
              </p:nvSpPr>
              <p:spPr>
                <a:xfrm flipV="1">
                  <a:off x="4780080" y="155916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67" name=""/>
                <p:cNvSpPr/>
                <p:nvPr/>
              </p:nvSpPr>
              <p:spPr>
                <a:xfrm flipV="1">
                  <a:off x="4780080" y="161280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68" name=""/>
                <p:cNvSpPr/>
                <p:nvPr/>
              </p:nvSpPr>
              <p:spPr>
                <a:xfrm flipV="1">
                  <a:off x="4780080" y="1666800"/>
                  <a:ext cx="6746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69" name=""/>
                <p:cNvSpPr/>
                <p:nvPr/>
              </p:nvSpPr>
              <p:spPr>
                <a:xfrm flipV="1">
                  <a:off x="4780080" y="172116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0" name=""/>
                <p:cNvSpPr/>
                <p:nvPr/>
              </p:nvSpPr>
              <p:spPr>
                <a:xfrm flipV="1">
                  <a:off x="4780080" y="177480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1" name=""/>
                <p:cNvSpPr/>
                <p:nvPr/>
              </p:nvSpPr>
              <p:spPr>
                <a:xfrm flipV="1">
                  <a:off x="4780080" y="182736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2" name=""/>
                <p:cNvSpPr/>
                <p:nvPr/>
              </p:nvSpPr>
              <p:spPr>
                <a:xfrm flipV="1">
                  <a:off x="4780080" y="1881360"/>
                  <a:ext cx="6746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3" name=""/>
                <p:cNvSpPr/>
                <p:nvPr/>
              </p:nvSpPr>
              <p:spPr>
                <a:xfrm flipV="1">
                  <a:off x="4780080" y="193536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4" name=""/>
                <p:cNvSpPr/>
                <p:nvPr/>
              </p:nvSpPr>
              <p:spPr>
                <a:xfrm flipV="1">
                  <a:off x="4780080" y="198936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5" name=""/>
                <p:cNvSpPr/>
                <p:nvPr/>
              </p:nvSpPr>
              <p:spPr>
                <a:xfrm flipV="1">
                  <a:off x="4780080" y="2043360"/>
                  <a:ext cx="6746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6" name=""/>
                <p:cNvSpPr/>
                <p:nvPr/>
              </p:nvSpPr>
              <p:spPr>
                <a:xfrm flipV="1">
                  <a:off x="4780080" y="209772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7" name=""/>
                <p:cNvSpPr/>
                <p:nvPr/>
              </p:nvSpPr>
              <p:spPr>
                <a:xfrm flipV="1">
                  <a:off x="4780080" y="215136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8" name=""/>
                <p:cNvSpPr/>
                <p:nvPr/>
              </p:nvSpPr>
              <p:spPr>
                <a:xfrm flipV="1">
                  <a:off x="4780080" y="2205360"/>
                  <a:ext cx="6746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79" name=""/>
                <p:cNvSpPr/>
                <p:nvPr/>
              </p:nvSpPr>
              <p:spPr>
                <a:xfrm flipV="1">
                  <a:off x="4780080" y="2257920"/>
                  <a:ext cx="6746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80" name=""/>
                <p:cNvSpPr/>
                <p:nvPr/>
              </p:nvSpPr>
              <p:spPr>
                <a:xfrm flipV="1">
                  <a:off x="4780080" y="231192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81" name=""/>
                <p:cNvSpPr/>
                <p:nvPr/>
              </p:nvSpPr>
              <p:spPr>
                <a:xfrm flipV="1">
                  <a:off x="4780080" y="236592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82" name=""/>
                <p:cNvSpPr/>
                <p:nvPr/>
              </p:nvSpPr>
              <p:spPr>
                <a:xfrm flipV="1">
                  <a:off x="4780080" y="2419920"/>
                  <a:ext cx="6746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83" name=""/>
                <p:cNvSpPr/>
                <p:nvPr/>
              </p:nvSpPr>
              <p:spPr>
                <a:xfrm flipV="1">
                  <a:off x="4780080" y="252792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84" name=""/>
                <p:cNvSpPr/>
                <p:nvPr/>
              </p:nvSpPr>
              <p:spPr>
                <a:xfrm flipV="1">
                  <a:off x="4780080" y="247392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85" name=""/>
                <p:cNvSpPr/>
                <p:nvPr/>
              </p:nvSpPr>
              <p:spPr>
                <a:xfrm flipV="1">
                  <a:off x="4780080" y="2581920"/>
                  <a:ext cx="6746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86" name=""/>
                <p:cNvSpPr/>
                <p:nvPr/>
              </p:nvSpPr>
              <p:spPr>
                <a:xfrm flipV="1">
                  <a:off x="4780080" y="2635920"/>
                  <a:ext cx="6746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4487" name=""/>
              <p:cNvSpPr/>
              <p:nvPr/>
            </p:nvSpPr>
            <p:spPr>
              <a:xfrm>
                <a:off x="4780080" y="17197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88" name=""/>
              <p:cNvSpPr/>
              <p:nvPr/>
            </p:nvSpPr>
            <p:spPr>
              <a:xfrm>
                <a:off x="4854240" y="16826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89" name=""/>
              <p:cNvSpPr/>
              <p:nvPr/>
            </p:nvSpPr>
            <p:spPr>
              <a:xfrm>
                <a:off x="4892040" y="16639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0" name=""/>
              <p:cNvSpPr/>
              <p:nvPr/>
            </p:nvSpPr>
            <p:spPr>
              <a:xfrm>
                <a:off x="4929840" y="164556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1" name=""/>
              <p:cNvSpPr/>
              <p:nvPr/>
            </p:nvSpPr>
            <p:spPr>
              <a:xfrm>
                <a:off x="4967640" y="16333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2" name=""/>
              <p:cNvSpPr/>
              <p:nvPr/>
            </p:nvSpPr>
            <p:spPr>
              <a:xfrm>
                <a:off x="5041800" y="15962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3" name=""/>
              <p:cNvSpPr/>
              <p:nvPr/>
            </p:nvSpPr>
            <p:spPr>
              <a:xfrm>
                <a:off x="5005440" y="160848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4" name=""/>
              <p:cNvSpPr/>
              <p:nvPr/>
            </p:nvSpPr>
            <p:spPr>
              <a:xfrm>
                <a:off x="5117040" y="15559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5" name=""/>
              <p:cNvSpPr/>
              <p:nvPr/>
            </p:nvSpPr>
            <p:spPr>
              <a:xfrm>
                <a:off x="5079600" y="157428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6" name=""/>
              <p:cNvSpPr/>
              <p:nvPr/>
            </p:nvSpPr>
            <p:spPr>
              <a:xfrm>
                <a:off x="5155200" y="153720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7" name=""/>
              <p:cNvSpPr/>
              <p:nvPr/>
            </p:nvSpPr>
            <p:spPr>
              <a:xfrm>
                <a:off x="5230440" y="15001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8" name=""/>
              <p:cNvSpPr/>
              <p:nvPr/>
            </p:nvSpPr>
            <p:spPr>
              <a:xfrm>
                <a:off x="5380560" y="14324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499" name=""/>
              <p:cNvSpPr/>
              <p:nvPr/>
            </p:nvSpPr>
            <p:spPr>
              <a:xfrm>
                <a:off x="5267160" y="14911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00" name=""/>
              <p:cNvSpPr/>
              <p:nvPr/>
            </p:nvSpPr>
            <p:spPr>
              <a:xfrm>
                <a:off x="5456160" y="139716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01" name=""/>
              <p:cNvSpPr/>
              <p:nvPr/>
            </p:nvSpPr>
            <p:spPr>
              <a:xfrm>
                <a:off x="5193000" y="15188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02" name=""/>
              <p:cNvSpPr/>
              <p:nvPr/>
            </p:nvSpPr>
            <p:spPr>
              <a:xfrm>
                <a:off x="5304600" y="147240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03" name=""/>
              <p:cNvSpPr/>
              <p:nvPr/>
            </p:nvSpPr>
            <p:spPr>
              <a:xfrm>
                <a:off x="4816440" y="170100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04" name=""/>
              <p:cNvSpPr/>
              <p:nvPr/>
            </p:nvSpPr>
            <p:spPr>
              <a:xfrm>
                <a:off x="5418000" y="1414080"/>
                <a:ext cx="0" cy="12909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05" name=""/>
              <p:cNvSpPr/>
              <p:nvPr/>
            </p:nvSpPr>
            <p:spPr>
              <a:xfrm>
                <a:off x="5342760" y="1447920"/>
                <a:ext cx="0" cy="12909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4506" name=""/>
            <p:cNvSpPr/>
            <p:nvPr/>
          </p:nvSpPr>
          <p:spPr>
            <a:xfrm>
              <a:off x="4303800" y="216396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07" name=""/>
            <p:cNvSpPr/>
            <p:nvPr/>
          </p:nvSpPr>
          <p:spPr>
            <a:xfrm>
              <a:off x="4303800" y="232272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08" name=""/>
            <p:cNvSpPr/>
            <p:nvPr/>
          </p:nvSpPr>
          <p:spPr>
            <a:xfrm>
              <a:off x="4303800" y="208584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09" name=""/>
            <p:cNvSpPr/>
            <p:nvPr/>
          </p:nvSpPr>
          <p:spPr>
            <a:xfrm>
              <a:off x="4303800" y="247824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10" name=""/>
            <p:cNvSpPr/>
            <p:nvPr/>
          </p:nvSpPr>
          <p:spPr>
            <a:xfrm>
              <a:off x="4303800" y="240048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11" name=""/>
            <p:cNvSpPr/>
            <p:nvPr/>
          </p:nvSpPr>
          <p:spPr>
            <a:xfrm>
              <a:off x="4303800" y="224460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12" name=""/>
            <p:cNvSpPr/>
            <p:nvPr/>
          </p:nvSpPr>
          <p:spPr>
            <a:xfrm>
              <a:off x="4303800" y="263196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13" name=""/>
            <p:cNvSpPr/>
            <p:nvPr/>
          </p:nvSpPr>
          <p:spPr>
            <a:xfrm>
              <a:off x="4303800" y="255420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14" name=""/>
            <p:cNvSpPr/>
            <p:nvPr/>
          </p:nvSpPr>
          <p:spPr>
            <a:xfrm flipH="1" flipV="1">
              <a:off x="4315320" y="1858320"/>
              <a:ext cx="403920" cy="13788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15" name=""/>
            <p:cNvSpPr/>
            <p:nvPr/>
          </p:nvSpPr>
          <p:spPr>
            <a:xfrm flipH="1">
              <a:off x="4315680" y="2748960"/>
              <a:ext cx="403200" cy="14112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16" name=""/>
            <p:cNvSpPr/>
            <p:nvPr/>
          </p:nvSpPr>
          <p:spPr>
            <a:xfrm>
              <a:off x="5986440" y="2471760"/>
              <a:ext cx="1076400" cy="542880"/>
            </a:xfrm>
            <a:custGeom>
              <a:avLst/>
              <a:gdLst/>
              <a:ahLst/>
              <a:rect l="l" t="t" r="r" b="b"/>
              <a:pathLst>
                <a:path w="741" h="351">
                  <a:moveTo>
                    <a:pt x="471" y="0"/>
                  </a:moveTo>
                  <a:lnTo>
                    <a:pt x="741" y="135"/>
                  </a:lnTo>
                  <a:lnTo>
                    <a:pt x="741" y="273"/>
                  </a:lnTo>
                  <a:lnTo>
                    <a:pt x="606" y="345"/>
                  </a:lnTo>
                  <a:lnTo>
                    <a:pt x="0" y="351"/>
                  </a:lnTo>
                  <a:lnTo>
                    <a:pt x="474" y="138"/>
                  </a:lnTo>
                  <a:lnTo>
                    <a:pt x="471" y="0"/>
                  </a:lnTo>
                  <a:close/>
                </a:path>
              </a:pathLst>
            </a:custGeom>
            <a:solidFill>
              <a:srgbClr val="d0d0d0"/>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4517" name=""/>
            <p:cNvGrpSpPr/>
            <p:nvPr/>
          </p:nvGrpSpPr>
          <p:grpSpPr>
            <a:xfrm>
              <a:off x="5994360" y="1397160"/>
              <a:ext cx="677880" cy="1613880"/>
              <a:chOff x="5994360" y="1397160"/>
              <a:chExt cx="677880" cy="1613880"/>
            </a:xfrm>
          </p:grpSpPr>
          <p:grpSp>
            <p:nvGrpSpPr>
              <p:cNvPr id="4518" name=""/>
              <p:cNvGrpSpPr/>
              <p:nvPr/>
            </p:nvGrpSpPr>
            <p:grpSpPr>
              <a:xfrm>
                <a:off x="5994360" y="1397160"/>
                <a:ext cx="676440" cy="1613880"/>
                <a:chOff x="5994360" y="1397160"/>
                <a:chExt cx="676440" cy="1613880"/>
              </a:xfrm>
            </p:grpSpPr>
            <p:sp>
              <p:nvSpPr>
                <p:cNvPr id="4519" name=""/>
                <p:cNvSpPr/>
                <p:nvPr/>
              </p:nvSpPr>
              <p:spPr>
                <a:xfrm flipV="1">
                  <a:off x="5994360" y="13971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0" name=""/>
                <p:cNvSpPr/>
                <p:nvPr/>
              </p:nvSpPr>
              <p:spPr>
                <a:xfrm flipV="1">
                  <a:off x="5994360" y="268848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1" name=""/>
                <p:cNvSpPr/>
                <p:nvPr/>
              </p:nvSpPr>
              <p:spPr>
                <a:xfrm flipV="1">
                  <a:off x="5994360" y="145080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2" name=""/>
                <p:cNvSpPr/>
                <p:nvPr/>
              </p:nvSpPr>
              <p:spPr>
                <a:xfrm flipV="1">
                  <a:off x="5994360" y="150480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3" name=""/>
                <p:cNvSpPr/>
                <p:nvPr/>
              </p:nvSpPr>
              <p:spPr>
                <a:xfrm flipV="1">
                  <a:off x="5994360" y="15591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4" name=""/>
                <p:cNvSpPr/>
                <p:nvPr/>
              </p:nvSpPr>
              <p:spPr>
                <a:xfrm flipV="1">
                  <a:off x="5994360" y="161280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5" name=""/>
                <p:cNvSpPr/>
                <p:nvPr/>
              </p:nvSpPr>
              <p:spPr>
                <a:xfrm flipV="1">
                  <a:off x="5994360" y="166680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6" name=""/>
                <p:cNvSpPr/>
                <p:nvPr/>
              </p:nvSpPr>
              <p:spPr>
                <a:xfrm flipV="1">
                  <a:off x="5994360" y="17211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7" name=""/>
                <p:cNvSpPr/>
                <p:nvPr/>
              </p:nvSpPr>
              <p:spPr>
                <a:xfrm flipV="1">
                  <a:off x="5994360" y="177480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8" name=""/>
                <p:cNvSpPr/>
                <p:nvPr/>
              </p:nvSpPr>
              <p:spPr>
                <a:xfrm flipV="1">
                  <a:off x="5994360" y="18273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29" name=""/>
                <p:cNvSpPr/>
                <p:nvPr/>
              </p:nvSpPr>
              <p:spPr>
                <a:xfrm flipV="1">
                  <a:off x="5994360" y="188136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0" name=""/>
                <p:cNvSpPr/>
                <p:nvPr/>
              </p:nvSpPr>
              <p:spPr>
                <a:xfrm flipV="1">
                  <a:off x="5994360" y="19353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1" name=""/>
                <p:cNvSpPr/>
                <p:nvPr/>
              </p:nvSpPr>
              <p:spPr>
                <a:xfrm flipV="1">
                  <a:off x="5994360" y="19893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2" name=""/>
                <p:cNvSpPr/>
                <p:nvPr/>
              </p:nvSpPr>
              <p:spPr>
                <a:xfrm flipV="1">
                  <a:off x="5994360" y="204336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3" name=""/>
                <p:cNvSpPr/>
                <p:nvPr/>
              </p:nvSpPr>
              <p:spPr>
                <a:xfrm flipV="1">
                  <a:off x="5994360" y="20977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4" name=""/>
                <p:cNvSpPr/>
                <p:nvPr/>
              </p:nvSpPr>
              <p:spPr>
                <a:xfrm flipV="1">
                  <a:off x="5994360" y="215136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5" name=""/>
                <p:cNvSpPr/>
                <p:nvPr/>
              </p:nvSpPr>
              <p:spPr>
                <a:xfrm flipV="1">
                  <a:off x="5994360" y="220536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6" name=""/>
                <p:cNvSpPr/>
                <p:nvPr/>
              </p:nvSpPr>
              <p:spPr>
                <a:xfrm flipV="1">
                  <a:off x="5994360" y="225792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7" name=""/>
                <p:cNvSpPr/>
                <p:nvPr/>
              </p:nvSpPr>
              <p:spPr>
                <a:xfrm flipV="1">
                  <a:off x="5994360" y="2311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8" name=""/>
                <p:cNvSpPr/>
                <p:nvPr/>
              </p:nvSpPr>
              <p:spPr>
                <a:xfrm flipV="1">
                  <a:off x="5994360" y="2365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39" name=""/>
                <p:cNvSpPr/>
                <p:nvPr/>
              </p:nvSpPr>
              <p:spPr>
                <a:xfrm flipV="1">
                  <a:off x="5994360" y="241992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40" name=""/>
                <p:cNvSpPr/>
                <p:nvPr/>
              </p:nvSpPr>
              <p:spPr>
                <a:xfrm flipV="1">
                  <a:off x="5994360" y="2527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41" name=""/>
                <p:cNvSpPr/>
                <p:nvPr/>
              </p:nvSpPr>
              <p:spPr>
                <a:xfrm flipV="1">
                  <a:off x="5994360" y="2473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42" name=""/>
                <p:cNvSpPr/>
                <p:nvPr/>
              </p:nvSpPr>
              <p:spPr>
                <a:xfrm flipV="1">
                  <a:off x="5994360" y="2581920"/>
                  <a:ext cx="676440" cy="3222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43" name=""/>
                <p:cNvSpPr/>
                <p:nvPr/>
              </p:nvSpPr>
              <p:spPr>
                <a:xfrm flipV="1">
                  <a:off x="5994360" y="2635920"/>
                  <a:ext cx="676440" cy="3225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4544" name=""/>
              <p:cNvSpPr/>
              <p:nvPr/>
            </p:nvSpPr>
            <p:spPr>
              <a:xfrm>
                <a:off x="5994360" y="17197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45" name=""/>
              <p:cNvSpPr/>
              <p:nvPr/>
            </p:nvSpPr>
            <p:spPr>
              <a:xfrm>
                <a:off x="6068520" y="16826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46" name=""/>
              <p:cNvSpPr/>
              <p:nvPr/>
            </p:nvSpPr>
            <p:spPr>
              <a:xfrm>
                <a:off x="6106680" y="16639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47" name=""/>
              <p:cNvSpPr/>
              <p:nvPr/>
            </p:nvSpPr>
            <p:spPr>
              <a:xfrm>
                <a:off x="6144480" y="164556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48" name=""/>
              <p:cNvSpPr/>
              <p:nvPr/>
            </p:nvSpPr>
            <p:spPr>
              <a:xfrm>
                <a:off x="6182280" y="16333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49" name=""/>
              <p:cNvSpPr/>
              <p:nvPr/>
            </p:nvSpPr>
            <p:spPr>
              <a:xfrm>
                <a:off x="6256440" y="15962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0" name=""/>
              <p:cNvSpPr/>
              <p:nvPr/>
            </p:nvSpPr>
            <p:spPr>
              <a:xfrm>
                <a:off x="6220440" y="160848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1" name=""/>
              <p:cNvSpPr/>
              <p:nvPr/>
            </p:nvSpPr>
            <p:spPr>
              <a:xfrm>
                <a:off x="6332400" y="15559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2" name=""/>
              <p:cNvSpPr/>
              <p:nvPr/>
            </p:nvSpPr>
            <p:spPr>
              <a:xfrm>
                <a:off x="6294600" y="157428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3" name=""/>
              <p:cNvSpPr/>
              <p:nvPr/>
            </p:nvSpPr>
            <p:spPr>
              <a:xfrm>
                <a:off x="6370200" y="153720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4" name=""/>
              <p:cNvSpPr/>
              <p:nvPr/>
            </p:nvSpPr>
            <p:spPr>
              <a:xfrm>
                <a:off x="6446160" y="15001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5" name=""/>
              <p:cNvSpPr/>
              <p:nvPr/>
            </p:nvSpPr>
            <p:spPr>
              <a:xfrm>
                <a:off x="6596280" y="14324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6" name=""/>
              <p:cNvSpPr/>
              <p:nvPr/>
            </p:nvSpPr>
            <p:spPr>
              <a:xfrm>
                <a:off x="6482520" y="149112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7" name=""/>
              <p:cNvSpPr/>
              <p:nvPr/>
            </p:nvSpPr>
            <p:spPr>
              <a:xfrm>
                <a:off x="6672240" y="139716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8" name=""/>
              <p:cNvSpPr/>
              <p:nvPr/>
            </p:nvSpPr>
            <p:spPr>
              <a:xfrm>
                <a:off x="6408360" y="151884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59" name=""/>
              <p:cNvSpPr/>
              <p:nvPr/>
            </p:nvSpPr>
            <p:spPr>
              <a:xfrm>
                <a:off x="6520320" y="147240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60" name=""/>
              <p:cNvSpPr/>
              <p:nvPr/>
            </p:nvSpPr>
            <p:spPr>
              <a:xfrm>
                <a:off x="6030720" y="1701000"/>
                <a:ext cx="0" cy="12913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61" name=""/>
              <p:cNvSpPr/>
              <p:nvPr/>
            </p:nvSpPr>
            <p:spPr>
              <a:xfrm>
                <a:off x="6634080" y="1414080"/>
                <a:ext cx="0" cy="12909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62" name=""/>
              <p:cNvSpPr/>
              <p:nvPr/>
            </p:nvSpPr>
            <p:spPr>
              <a:xfrm>
                <a:off x="6558480" y="1447920"/>
                <a:ext cx="0" cy="129096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4563" name=""/>
            <p:cNvSpPr/>
            <p:nvPr/>
          </p:nvSpPr>
          <p:spPr>
            <a:xfrm>
              <a:off x="5518080" y="232272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64" name=""/>
            <p:cNvSpPr/>
            <p:nvPr/>
          </p:nvSpPr>
          <p:spPr>
            <a:xfrm>
              <a:off x="5518080" y="247824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65" name=""/>
            <p:cNvSpPr/>
            <p:nvPr/>
          </p:nvSpPr>
          <p:spPr>
            <a:xfrm>
              <a:off x="5518080" y="240048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66" name=""/>
            <p:cNvSpPr/>
            <p:nvPr/>
          </p:nvSpPr>
          <p:spPr>
            <a:xfrm>
              <a:off x="5518080" y="2244600"/>
              <a:ext cx="42696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67" name=""/>
            <p:cNvSpPr/>
            <p:nvPr/>
          </p:nvSpPr>
          <p:spPr>
            <a:xfrm flipH="1" flipV="1">
              <a:off x="5529600" y="2007360"/>
              <a:ext cx="403920" cy="13824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68" name=""/>
            <p:cNvSpPr/>
            <p:nvPr/>
          </p:nvSpPr>
          <p:spPr>
            <a:xfrm flipH="1">
              <a:off x="5529600" y="2602440"/>
              <a:ext cx="403920" cy="13788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69" name=""/>
            <p:cNvSpPr/>
            <p:nvPr/>
          </p:nvSpPr>
          <p:spPr>
            <a:xfrm>
              <a:off x="6737400" y="2319480"/>
              <a:ext cx="43020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570" name=""/>
            <p:cNvSpPr/>
            <p:nvPr/>
          </p:nvSpPr>
          <p:spPr>
            <a:xfrm>
              <a:off x="6737400" y="2400480"/>
              <a:ext cx="430200" cy="0"/>
            </a:xfrm>
            <a:prstGeom prst="line">
              <a:avLst/>
            </a:prstGeom>
            <a:ln w="19080">
              <a:solidFill>
                <a:srgbClr val="000000"/>
              </a:solidFill>
              <a:miter/>
              <a:tailEnd len="sm" type="triangle" w="sm"/>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4571" name=""/>
          <p:cNvSpPr/>
          <p:nvPr/>
        </p:nvSpPr>
        <p:spPr>
          <a:xfrm>
            <a:off x="174600" y="1552680"/>
            <a:ext cx="1663560" cy="1427040"/>
          </a:xfrm>
          <a:custGeom>
            <a:avLst/>
            <a:gdLst/>
            <a:ahLst/>
            <a:rect l="l" t="t" r="r" b="b"/>
            <a:pathLst>
              <a:path w="1518" h="1503">
                <a:moveTo>
                  <a:pt x="864" y="291"/>
                </a:moveTo>
                <a:lnTo>
                  <a:pt x="1047" y="12"/>
                </a:lnTo>
                <a:lnTo>
                  <a:pt x="978" y="366"/>
                </a:lnTo>
                <a:lnTo>
                  <a:pt x="1173" y="195"/>
                </a:lnTo>
                <a:lnTo>
                  <a:pt x="1062" y="414"/>
                </a:lnTo>
                <a:lnTo>
                  <a:pt x="1392" y="234"/>
                </a:lnTo>
                <a:lnTo>
                  <a:pt x="1185" y="459"/>
                </a:lnTo>
                <a:lnTo>
                  <a:pt x="1389" y="405"/>
                </a:lnTo>
                <a:lnTo>
                  <a:pt x="1233" y="528"/>
                </a:lnTo>
                <a:lnTo>
                  <a:pt x="1500" y="495"/>
                </a:lnTo>
                <a:lnTo>
                  <a:pt x="1287" y="666"/>
                </a:lnTo>
                <a:lnTo>
                  <a:pt x="1491" y="666"/>
                </a:lnTo>
                <a:lnTo>
                  <a:pt x="1284" y="747"/>
                </a:lnTo>
                <a:lnTo>
                  <a:pt x="1404" y="783"/>
                </a:lnTo>
                <a:lnTo>
                  <a:pt x="1236" y="801"/>
                </a:lnTo>
                <a:lnTo>
                  <a:pt x="1518" y="939"/>
                </a:lnTo>
                <a:lnTo>
                  <a:pt x="1215" y="900"/>
                </a:lnTo>
                <a:lnTo>
                  <a:pt x="1368" y="1038"/>
                </a:lnTo>
                <a:lnTo>
                  <a:pt x="1161" y="1002"/>
                </a:lnTo>
                <a:lnTo>
                  <a:pt x="1293" y="1137"/>
                </a:lnTo>
                <a:lnTo>
                  <a:pt x="1113" y="1092"/>
                </a:lnTo>
                <a:lnTo>
                  <a:pt x="1281" y="1356"/>
                </a:lnTo>
                <a:lnTo>
                  <a:pt x="1068" y="1170"/>
                </a:lnTo>
                <a:lnTo>
                  <a:pt x="1122" y="1416"/>
                </a:lnTo>
                <a:lnTo>
                  <a:pt x="942" y="1242"/>
                </a:lnTo>
                <a:lnTo>
                  <a:pt x="921" y="1503"/>
                </a:lnTo>
                <a:lnTo>
                  <a:pt x="810" y="1200"/>
                </a:lnTo>
                <a:lnTo>
                  <a:pt x="753" y="1326"/>
                </a:lnTo>
                <a:lnTo>
                  <a:pt x="714" y="1233"/>
                </a:lnTo>
                <a:lnTo>
                  <a:pt x="579" y="1470"/>
                </a:lnTo>
                <a:lnTo>
                  <a:pt x="621" y="1239"/>
                </a:lnTo>
                <a:lnTo>
                  <a:pt x="444" y="1458"/>
                </a:lnTo>
                <a:lnTo>
                  <a:pt x="588" y="1170"/>
                </a:lnTo>
                <a:lnTo>
                  <a:pt x="423" y="1341"/>
                </a:lnTo>
                <a:lnTo>
                  <a:pt x="480" y="1128"/>
                </a:lnTo>
                <a:lnTo>
                  <a:pt x="291" y="1275"/>
                </a:lnTo>
                <a:lnTo>
                  <a:pt x="408" y="1050"/>
                </a:lnTo>
                <a:lnTo>
                  <a:pt x="279" y="1107"/>
                </a:lnTo>
                <a:lnTo>
                  <a:pt x="357" y="948"/>
                </a:lnTo>
                <a:lnTo>
                  <a:pt x="99" y="993"/>
                </a:lnTo>
                <a:lnTo>
                  <a:pt x="294" y="846"/>
                </a:lnTo>
                <a:lnTo>
                  <a:pt x="186" y="810"/>
                </a:lnTo>
                <a:lnTo>
                  <a:pt x="360" y="741"/>
                </a:lnTo>
                <a:lnTo>
                  <a:pt x="0" y="711"/>
                </a:lnTo>
                <a:lnTo>
                  <a:pt x="306" y="666"/>
                </a:lnTo>
                <a:lnTo>
                  <a:pt x="183" y="570"/>
                </a:lnTo>
                <a:lnTo>
                  <a:pt x="414" y="573"/>
                </a:lnTo>
                <a:lnTo>
                  <a:pt x="186" y="408"/>
                </a:lnTo>
                <a:lnTo>
                  <a:pt x="447" y="465"/>
                </a:lnTo>
                <a:lnTo>
                  <a:pt x="267" y="174"/>
                </a:lnTo>
                <a:lnTo>
                  <a:pt x="507" y="372"/>
                </a:lnTo>
                <a:lnTo>
                  <a:pt x="423" y="51"/>
                </a:lnTo>
                <a:lnTo>
                  <a:pt x="594" y="315"/>
                </a:lnTo>
                <a:lnTo>
                  <a:pt x="546" y="0"/>
                </a:lnTo>
                <a:lnTo>
                  <a:pt x="675" y="288"/>
                </a:lnTo>
                <a:lnTo>
                  <a:pt x="759" y="114"/>
                </a:lnTo>
                <a:lnTo>
                  <a:pt x="816" y="309"/>
                </a:lnTo>
                <a:lnTo>
                  <a:pt x="837" y="186"/>
                </a:lnTo>
                <a:lnTo>
                  <a:pt x="864" y="291"/>
                </a:lnTo>
                <a:close/>
              </a:path>
            </a:pathLst>
          </a:custGeom>
          <a:solidFill>
            <a:srgbClr val="ffffff"/>
          </a:solidFill>
          <a:ln w="9360">
            <a:solidFill>
              <a:srgbClr val="000000"/>
            </a:solidFill>
            <a:round/>
          </a:ln>
          <a:effectLst>
            <a:outerShdw dist="36147" dir="2700000" blurRad="0" rotWithShape="0">
              <a:srgbClr val="000000"/>
            </a:outerShdw>
          </a:effectLst>
        </p:spPr>
        <p:style>
          <a:lnRef idx="0"/>
          <a:fillRef idx="0"/>
          <a:effectRef idx="0"/>
          <a:fontRef idx="minor"/>
        </p:style>
        <p:txBody>
          <a:bodyPr wrap="none" lIns="340200" rIns="340200" tIns="169920" bIns="169920" anchor="ctr">
            <a:noAutofit/>
          </a:bodyPr>
          <a:p>
            <a:endParaRPr b="0" lang="en-US" sz="2400" spc="-1" strike="noStrike">
              <a:solidFill>
                <a:srgbClr val="000000"/>
              </a:solidFill>
              <a:latin typeface="Times New Roman"/>
            </a:endParaRPr>
          </a:p>
        </p:txBody>
      </p:sp>
      <p:sp>
        <p:nvSpPr>
          <p:cNvPr id="4572" name=""/>
          <p:cNvSpPr/>
          <p:nvPr/>
        </p:nvSpPr>
        <p:spPr>
          <a:xfrm>
            <a:off x="7230960" y="1666800"/>
            <a:ext cx="1328760" cy="110016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573" name=""/>
          <p:cNvSpPr/>
          <p:nvPr/>
        </p:nvSpPr>
        <p:spPr>
          <a:xfrm>
            <a:off x="361800" y="3306600"/>
            <a:ext cx="1368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574" name=""/>
          <p:cNvSpPr/>
          <p:nvPr/>
        </p:nvSpPr>
        <p:spPr>
          <a:xfrm>
            <a:off x="2341440" y="3306600"/>
            <a:ext cx="11271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575" name=""/>
          <p:cNvSpPr/>
          <p:nvPr/>
        </p:nvSpPr>
        <p:spPr>
          <a:xfrm>
            <a:off x="3573360" y="3306600"/>
            <a:ext cx="11271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576" name=""/>
          <p:cNvSpPr/>
          <p:nvPr/>
        </p:nvSpPr>
        <p:spPr>
          <a:xfrm>
            <a:off x="4773600" y="3306600"/>
            <a:ext cx="11271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577" name=""/>
          <p:cNvSpPr/>
          <p:nvPr/>
        </p:nvSpPr>
        <p:spPr>
          <a:xfrm>
            <a:off x="5997600" y="3306600"/>
            <a:ext cx="112716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578" name=""/>
          <p:cNvSpPr/>
          <p:nvPr/>
        </p:nvSpPr>
        <p:spPr>
          <a:xfrm>
            <a:off x="7332840" y="3306600"/>
            <a:ext cx="11268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579" name=""/>
          <p:cNvSpPr/>
          <p:nvPr/>
        </p:nvSpPr>
        <p:spPr>
          <a:xfrm>
            <a:off x="504720" y="2171880"/>
            <a:ext cx="10526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580" name=""/>
          <p:cNvSpPr/>
          <p:nvPr/>
        </p:nvSpPr>
        <p:spPr>
          <a:xfrm>
            <a:off x="7369200" y="2093760"/>
            <a:ext cx="1052640" cy="2440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62684B7B-F844-4862-B305-2A0E617BECB6}" type="slidenum">
              <a:t>230</a:t>
            </a:fld>
          </a:p>
        </p:txBody>
      </p:sp>
    </p:spTree>
  </p:cSld>
  <mc:AlternateContent>
    <mc:Choice Requires="p14">
      <p:transition spd="slow" p14:dur="2000"/>
    </mc:Choice>
    <mc:Fallback>
      <p:transition spd="slow"/>
    </mc:Fallback>
  </mc:AlternateContent>
</p:sld>
</file>

<file path=ppt/slides/slide2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8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2</a:t>
            </a:r>
            <a:endParaRPr b="1" lang="en-US" sz="1900" spc="-1" strike="noStrike">
              <a:solidFill>
                <a:srgbClr val="000000"/>
              </a:solidFill>
              <a:latin typeface="Arial"/>
            </a:endParaRPr>
          </a:p>
        </p:txBody>
      </p:sp>
      <p:grpSp>
        <p:nvGrpSpPr>
          <p:cNvPr id="4582" name=""/>
          <p:cNvGrpSpPr/>
          <p:nvPr/>
        </p:nvGrpSpPr>
        <p:grpSpPr>
          <a:xfrm>
            <a:off x="2538360" y="1379520"/>
            <a:ext cx="3692160" cy="4012560"/>
            <a:chOff x="2538360" y="1379520"/>
            <a:chExt cx="3692160" cy="4012560"/>
          </a:xfrm>
        </p:grpSpPr>
        <p:sp>
          <p:nvSpPr>
            <p:cNvPr id="4583" name=""/>
            <p:cNvSpPr/>
            <p:nvPr/>
          </p:nvSpPr>
          <p:spPr>
            <a:xfrm>
              <a:off x="4163040" y="1661400"/>
              <a:ext cx="2067480" cy="3730680"/>
            </a:xfrm>
            <a:custGeom>
              <a:avLst/>
              <a:gdLst/>
              <a:ahLst/>
              <a:rect l="l" t="t" r="r" b="b"/>
              <a:pathLst>
                <a:path w="976" h="1811">
                  <a:moveTo>
                    <a:pt x="279" y="1669"/>
                  </a:moveTo>
                  <a:lnTo>
                    <a:pt x="338" y="1654"/>
                  </a:lnTo>
                  <a:lnTo>
                    <a:pt x="394" y="1635"/>
                  </a:lnTo>
                  <a:lnTo>
                    <a:pt x="449" y="1612"/>
                  </a:lnTo>
                  <a:lnTo>
                    <a:pt x="502" y="1585"/>
                  </a:lnTo>
                  <a:lnTo>
                    <a:pt x="553" y="1555"/>
                  </a:lnTo>
                  <a:lnTo>
                    <a:pt x="601" y="1520"/>
                  </a:lnTo>
                  <a:lnTo>
                    <a:pt x="651" y="1485"/>
                  </a:lnTo>
                  <a:lnTo>
                    <a:pt x="697" y="1447"/>
                  </a:lnTo>
                  <a:lnTo>
                    <a:pt x="741" y="1405"/>
                  </a:lnTo>
                  <a:lnTo>
                    <a:pt x="782" y="1361"/>
                  </a:lnTo>
                  <a:lnTo>
                    <a:pt x="818" y="1313"/>
                  </a:lnTo>
                  <a:lnTo>
                    <a:pt x="851" y="1263"/>
                  </a:lnTo>
                  <a:lnTo>
                    <a:pt x="882" y="1210"/>
                  </a:lnTo>
                  <a:lnTo>
                    <a:pt x="908" y="1156"/>
                  </a:lnTo>
                  <a:lnTo>
                    <a:pt x="929" y="1100"/>
                  </a:lnTo>
                  <a:lnTo>
                    <a:pt x="947" y="1043"/>
                  </a:lnTo>
                  <a:lnTo>
                    <a:pt x="961" y="984"/>
                  </a:lnTo>
                  <a:lnTo>
                    <a:pt x="970" y="924"/>
                  </a:lnTo>
                  <a:lnTo>
                    <a:pt x="975" y="865"/>
                  </a:lnTo>
                  <a:lnTo>
                    <a:pt x="975" y="804"/>
                  </a:lnTo>
                  <a:lnTo>
                    <a:pt x="972" y="744"/>
                  </a:lnTo>
                  <a:lnTo>
                    <a:pt x="963" y="685"/>
                  </a:lnTo>
                  <a:lnTo>
                    <a:pt x="950" y="625"/>
                  </a:lnTo>
                  <a:lnTo>
                    <a:pt x="935" y="567"/>
                  </a:lnTo>
                  <a:lnTo>
                    <a:pt x="913" y="511"/>
                  </a:lnTo>
                  <a:lnTo>
                    <a:pt x="889" y="456"/>
                  </a:lnTo>
                  <a:lnTo>
                    <a:pt x="859" y="403"/>
                  </a:lnTo>
                  <a:lnTo>
                    <a:pt x="826" y="352"/>
                  </a:lnTo>
                  <a:lnTo>
                    <a:pt x="790" y="304"/>
                  </a:lnTo>
                  <a:lnTo>
                    <a:pt x="751" y="259"/>
                  </a:lnTo>
                  <a:lnTo>
                    <a:pt x="708" y="216"/>
                  </a:lnTo>
                  <a:lnTo>
                    <a:pt x="662" y="178"/>
                  </a:lnTo>
                  <a:lnTo>
                    <a:pt x="614" y="142"/>
                  </a:lnTo>
                  <a:lnTo>
                    <a:pt x="563" y="109"/>
                  </a:lnTo>
                  <a:lnTo>
                    <a:pt x="510" y="81"/>
                  </a:lnTo>
                  <a:lnTo>
                    <a:pt x="455" y="56"/>
                  </a:lnTo>
                  <a:lnTo>
                    <a:pt x="398" y="36"/>
                  </a:lnTo>
                  <a:lnTo>
                    <a:pt x="340" y="20"/>
                  </a:lnTo>
                  <a:lnTo>
                    <a:pt x="281" y="8"/>
                  </a:lnTo>
                  <a:lnTo>
                    <a:pt x="222" y="0"/>
                  </a:lnTo>
                  <a:lnTo>
                    <a:pt x="294" y="112"/>
                  </a:lnTo>
                  <a:lnTo>
                    <a:pt x="369" y="222"/>
                  </a:lnTo>
                  <a:lnTo>
                    <a:pt x="226" y="434"/>
                  </a:lnTo>
                  <a:lnTo>
                    <a:pt x="268" y="446"/>
                  </a:lnTo>
                  <a:lnTo>
                    <a:pt x="306" y="463"/>
                  </a:lnTo>
                  <a:lnTo>
                    <a:pt x="344" y="483"/>
                  </a:lnTo>
                  <a:lnTo>
                    <a:pt x="379" y="508"/>
                  </a:lnTo>
                  <a:lnTo>
                    <a:pt x="411" y="536"/>
                  </a:lnTo>
                  <a:lnTo>
                    <a:pt x="440" y="567"/>
                  </a:lnTo>
                  <a:lnTo>
                    <a:pt x="467" y="601"/>
                  </a:lnTo>
                  <a:lnTo>
                    <a:pt x="489" y="637"/>
                  </a:lnTo>
                  <a:lnTo>
                    <a:pt x="508" y="676"/>
                  </a:lnTo>
                  <a:lnTo>
                    <a:pt x="521" y="716"/>
                  </a:lnTo>
                  <a:lnTo>
                    <a:pt x="531" y="758"/>
                  </a:lnTo>
                  <a:lnTo>
                    <a:pt x="538" y="801"/>
                  </a:lnTo>
                  <a:lnTo>
                    <a:pt x="539" y="843"/>
                  </a:lnTo>
                  <a:lnTo>
                    <a:pt x="536" y="886"/>
                  </a:lnTo>
                  <a:lnTo>
                    <a:pt x="529" y="928"/>
                  </a:lnTo>
                  <a:lnTo>
                    <a:pt x="517" y="969"/>
                  </a:lnTo>
                  <a:lnTo>
                    <a:pt x="501" y="1009"/>
                  </a:lnTo>
                  <a:lnTo>
                    <a:pt x="482" y="1046"/>
                  </a:lnTo>
                  <a:lnTo>
                    <a:pt x="458" y="1082"/>
                  </a:lnTo>
                  <a:lnTo>
                    <a:pt x="431" y="1115"/>
                  </a:lnTo>
                  <a:lnTo>
                    <a:pt x="401" y="1145"/>
                  </a:lnTo>
                  <a:lnTo>
                    <a:pt x="367" y="1172"/>
                  </a:lnTo>
                  <a:lnTo>
                    <a:pt x="331" y="1196"/>
                  </a:lnTo>
                  <a:lnTo>
                    <a:pt x="293" y="1215"/>
                  </a:lnTo>
                  <a:lnTo>
                    <a:pt x="253" y="1230"/>
                  </a:lnTo>
                  <a:lnTo>
                    <a:pt x="253" y="1093"/>
                  </a:lnTo>
                  <a:lnTo>
                    <a:pt x="0" y="1420"/>
                  </a:lnTo>
                  <a:lnTo>
                    <a:pt x="279" y="1810"/>
                  </a:lnTo>
                  <a:lnTo>
                    <a:pt x="279" y="1669"/>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584" name=""/>
            <p:cNvSpPr/>
            <p:nvPr/>
          </p:nvSpPr>
          <p:spPr>
            <a:xfrm>
              <a:off x="2538360" y="1379520"/>
              <a:ext cx="2296080" cy="3755520"/>
            </a:xfrm>
            <a:custGeom>
              <a:avLst/>
              <a:gdLst/>
              <a:ahLst/>
              <a:rect l="l" t="t" r="r" b="b"/>
              <a:pathLst>
                <a:path w="1084" h="1823">
                  <a:moveTo>
                    <a:pt x="832" y="1394"/>
                  </a:moveTo>
                  <a:lnTo>
                    <a:pt x="789" y="1389"/>
                  </a:lnTo>
                  <a:lnTo>
                    <a:pt x="746" y="1380"/>
                  </a:lnTo>
                  <a:lnTo>
                    <a:pt x="705" y="1367"/>
                  </a:lnTo>
                  <a:lnTo>
                    <a:pt x="665" y="1349"/>
                  </a:lnTo>
                  <a:lnTo>
                    <a:pt x="628" y="1327"/>
                  </a:lnTo>
                  <a:lnTo>
                    <a:pt x="592" y="1301"/>
                  </a:lnTo>
                  <a:lnTo>
                    <a:pt x="559" y="1273"/>
                  </a:lnTo>
                  <a:lnTo>
                    <a:pt x="530" y="1240"/>
                  </a:lnTo>
                  <a:lnTo>
                    <a:pt x="504" y="1206"/>
                  </a:lnTo>
                  <a:lnTo>
                    <a:pt x="482" y="1168"/>
                  </a:lnTo>
                  <a:lnTo>
                    <a:pt x="464" y="1129"/>
                  </a:lnTo>
                  <a:lnTo>
                    <a:pt x="450" y="1087"/>
                  </a:lnTo>
                  <a:lnTo>
                    <a:pt x="440" y="1044"/>
                  </a:lnTo>
                  <a:lnTo>
                    <a:pt x="434" y="1002"/>
                  </a:lnTo>
                  <a:lnTo>
                    <a:pt x="434" y="958"/>
                  </a:lnTo>
                  <a:lnTo>
                    <a:pt x="438" y="915"/>
                  </a:lnTo>
                  <a:lnTo>
                    <a:pt x="446" y="872"/>
                  </a:lnTo>
                  <a:lnTo>
                    <a:pt x="458" y="831"/>
                  </a:lnTo>
                  <a:lnTo>
                    <a:pt x="475" y="790"/>
                  </a:lnTo>
                  <a:lnTo>
                    <a:pt x="495" y="752"/>
                  </a:lnTo>
                  <a:lnTo>
                    <a:pt x="520" y="716"/>
                  </a:lnTo>
                  <a:lnTo>
                    <a:pt x="548" y="683"/>
                  </a:lnTo>
                  <a:lnTo>
                    <a:pt x="580" y="653"/>
                  </a:lnTo>
                  <a:lnTo>
                    <a:pt x="613" y="626"/>
                  </a:lnTo>
                  <a:lnTo>
                    <a:pt x="651" y="603"/>
                  </a:lnTo>
                  <a:lnTo>
                    <a:pt x="688" y="584"/>
                  </a:lnTo>
                  <a:lnTo>
                    <a:pt x="727" y="569"/>
                  </a:lnTo>
                  <a:lnTo>
                    <a:pt x="768" y="559"/>
                  </a:lnTo>
                  <a:lnTo>
                    <a:pt x="809" y="552"/>
                  </a:lnTo>
                  <a:lnTo>
                    <a:pt x="851" y="549"/>
                  </a:lnTo>
                  <a:lnTo>
                    <a:pt x="851" y="675"/>
                  </a:lnTo>
                  <a:lnTo>
                    <a:pt x="1083" y="353"/>
                  </a:lnTo>
                  <a:lnTo>
                    <a:pt x="846" y="0"/>
                  </a:lnTo>
                  <a:lnTo>
                    <a:pt x="846" y="121"/>
                  </a:lnTo>
                  <a:lnTo>
                    <a:pt x="786" y="125"/>
                  </a:lnTo>
                  <a:lnTo>
                    <a:pt x="726" y="133"/>
                  </a:lnTo>
                  <a:lnTo>
                    <a:pt x="668" y="145"/>
                  </a:lnTo>
                  <a:lnTo>
                    <a:pt x="610" y="161"/>
                  </a:lnTo>
                  <a:lnTo>
                    <a:pt x="554" y="181"/>
                  </a:lnTo>
                  <a:lnTo>
                    <a:pt x="499" y="206"/>
                  </a:lnTo>
                  <a:lnTo>
                    <a:pt x="446" y="234"/>
                  </a:lnTo>
                  <a:lnTo>
                    <a:pt x="394" y="264"/>
                  </a:lnTo>
                  <a:lnTo>
                    <a:pt x="344" y="298"/>
                  </a:lnTo>
                  <a:lnTo>
                    <a:pt x="297" y="335"/>
                  </a:lnTo>
                  <a:lnTo>
                    <a:pt x="252" y="376"/>
                  </a:lnTo>
                  <a:lnTo>
                    <a:pt x="211" y="420"/>
                  </a:lnTo>
                  <a:lnTo>
                    <a:pt x="173" y="466"/>
                  </a:lnTo>
                  <a:lnTo>
                    <a:pt x="138" y="515"/>
                  </a:lnTo>
                  <a:lnTo>
                    <a:pt x="107" y="566"/>
                  </a:lnTo>
                  <a:lnTo>
                    <a:pt x="79" y="620"/>
                  </a:lnTo>
                  <a:lnTo>
                    <a:pt x="56" y="675"/>
                  </a:lnTo>
                  <a:lnTo>
                    <a:pt x="37" y="733"/>
                  </a:lnTo>
                  <a:lnTo>
                    <a:pt x="21" y="790"/>
                  </a:lnTo>
                  <a:lnTo>
                    <a:pt x="10" y="850"/>
                  </a:lnTo>
                  <a:lnTo>
                    <a:pt x="3" y="909"/>
                  </a:lnTo>
                  <a:lnTo>
                    <a:pt x="0" y="969"/>
                  </a:lnTo>
                  <a:lnTo>
                    <a:pt x="2" y="1029"/>
                  </a:lnTo>
                  <a:lnTo>
                    <a:pt x="7" y="1090"/>
                  </a:lnTo>
                  <a:lnTo>
                    <a:pt x="18" y="1148"/>
                  </a:lnTo>
                  <a:lnTo>
                    <a:pt x="31" y="1207"/>
                  </a:lnTo>
                  <a:lnTo>
                    <a:pt x="50" y="1264"/>
                  </a:lnTo>
                  <a:lnTo>
                    <a:pt x="73" y="1320"/>
                  </a:lnTo>
                  <a:lnTo>
                    <a:pt x="99" y="1374"/>
                  </a:lnTo>
                  <a:lnTo>
                    <a:pt x="129" y="1426"/>
                  </a:lnTo>
                  <a:lnTo>
                    <a:pt x="163" y="1476"/>
                  </a:lnTo>
                  <a:lnTo>
                    <a:pt x="200" y="1523"/>
                  </a:lnTo>
                  <a:lnTo>
                    <a:pt x="241" y="1568"/>
                  </a:lnTo>
                  <a:lnTo>
                    <a:pt x="283" y="1609"/>
                  </a:lnTo>
                  <a:lnTo>
                    <a:pt x="330" y="1647"/>
                  </a:lnTo>
                  <a:lnTo>
                    <a:pt x="379" y="1682"/>
                  </a:lnTo>
                  <a:lnTo>
                    <a:pt x="431" y="1713"/>
                  </a:lnTo>
                  <a:lnTo>
                    <a:pt x="484" y="1741"/>
                  </a:lnTo>
                  <a:lnTo>
                    <a:pt x="539" y="1765"/>
                  </a:lnTo>
                  <a:lnTo>
                    <a:pt x="595" y="1784"/>
                  </a:lnTo>
                  <a:lnTo>
                    <a:pt x="654" y="1800"/>
                  </a:lnTo>
                  <a:lnTo>
                    <a:pt x="713" y="1812"/>
                  </a:lnTo>
                  <a:lnTo>
                    <a:pt x="772" y="1819"/>
                  </a:lnTo>
                  <a:lnTo>
                    <a:pt x="833" y="1822"/>
                  </a:lnTo>
                  <a:lnTo>
                    <a:pt x="893" y="1821"/>
                  </a:lnTo>
                  <a:lnTo>
                    <a:pt x="708" y="1557"/>
                  </a:lnTo>
                  <a:lnTo>
                    <a:pt x="832" y="1394"/>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4585" name=""/>
          <p:cNvSpPr/>
          <p:nvPr/>
        </p:nvSpPr>
        <p:spPr>
          <a:xfrm>
            <a:off x="2567160" y="3246480"/>
            <a:ext cx="8856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586" name=""/>
          <p:cNvSpPr/>
          <p:nvPr/>
        </p:nvSpPr>
        <p:spPr>
          <a:xfrm>
            <a:off x="5342040" y="3246480"/>
            <a:ext cx="8776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58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58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589" name=""/>
          <p:cNvSpPr/>
          <p:nvPr/>
        </p:nvSpPr>
        <p:spPr>
          <a:xfrm>
            <a:off x="322200" y="243036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590" name=""/>
          <p:cNvSpPr/>
          <p:nvPr/>
        </p:nvSpPr>
        <p:spPr>
          <a:xfrm>
            <a:off x="6567480" y="243036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23985C0C-B45D-4664-809B-944BE59D41BA}" type="slidenum">
              <a:t>231</a:t>
            </a:fld>
          </a:p>
        </p:txBody>
      </p:sp>
    </p:spTree>
  </p:cSld>
  <mc:AlternateContent>
    <mc:Choice Requires="p14">
      <p:transition spd="slow" p14:dur="2000"/>
    </mc:Choice>
    <mc:Fallback>
      <p:transition spd="slow"/>
    </mc:Fallback>
  </mc:AlternateContent>
</p:sld>
</file>

<file path=ppt/slides/slide2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9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2</a:t>
            </a:r>
            <a:endParaRPr b="1" lang="en-US" sz="1900" spc="-1" strike="noStrike">
              <a:solidFill>
                <a:srgbClr val="000000"/>
              </a:solidFill>
              <a:latin typeface="Arial"/>
            </a:endParaRPr>
          </a:p>
        </p:txBody>
      </p:sp>
      <p:sp>
        <p:nvSpPr>
          <p:cNvPr id="4592" name=""/>
          <p:cNvSpPr/>
          <p:nvPr/>
        </p:nvSpPr>
        <p:spPr>
          <a:xfrm>
            <a:off x="4164120" y="1662120"/>
            <a:ext cx="2065320" cy="3462480"/>
          </a:xfrm>
          <a:custGeom>
            <a:avLst/>
            <a:gdLst/>
            <a:ahLst/>
            <a:rect l="l" t="t" r="r" b="b"/>
            <a:pathLst>
              <a:path w="1301" h="2181">
                <a:moveTo>
                  <a:pt x="372" y="2166"/>
                </a:moveTo>
                <a:lnTo>
                  <a:pt x="451" y="2146"/>
                </a:lnTo>
                <a:lnTo>
                  <a:pt x="526" y="2122"/>
                </a:lnTo>
                <a:lnTo>
                  <a:pt x="599" y="2092"/>
                </a:lnTo>
                <a:lnTo>
                  <a:pt x="670" y="2057"/>
                </a:lnTo>
                <a:lnTo>
                  <a:pt x="738" y="2018"/>
                </a:lnTo>
                <a:lnTo>
                  <a:pt x="802" y="1972"/>
                </a:lnTo>
                <a:lnTo>
                  <a:pt x="868" y="1927"/>
                </a:lnTo>
                <a:lnTo>
                  <a:pt x="930" y="1878"/>
                </a:lnTo>
                <a:lnTo>
                  <a:pt x="989" y="1823"/>
                </a:lnTo>
                <a:lnTo>
                  <a:pt x="1043" y="1766"/>
                </a:lnTo>
                <a:lnTo>
                  <a:pt x="1091" y="1704"/>
                </a:lnTo>
                <a:lnTo>
                  <a:pt x="1135" y="1639"/>
                </a:lnTo>
                <a:lnTo>
                  <a:pt x="1177" y="1570"/>
                </a:lnTo>
                <a:lnTo>
                  <a:pt x="1211" y="1500"/>
                </a:lnTo>
                <a:lnTo>
                  <a:pt x="1239" y="1427"/>
                </a:lnTo>
                <a:lnTo>
                  <a:pt x="1263" y="1353"/>
                </a:lnTo>
                <a:lnTo>
                  <a:pt x="1282" y="1277"/>
                </a:lnTo>
                <a:lnTo>
                  <a:pt x="1294" y="1199"/>
                </a:lnTo>
                <a:lnTo>
                  <a:pt x="1301" y="1122"/>
                </a:lnTo>
                <a:lnTo>
                  <a:pt x="1301" y="1043"/>
                </a:lnTo>
                <a:lnTo>
                  <a:pt x="1297" y="965"/>
                </a:lnTo>
                <a:lnTo>
                  <a:pt x="1285" y="889"/>
                </a:lnTo>
                <a:lnTo>
                  <a:pt x="1267" y="811"/>
                </a:lnTo>
                <a:lnTo>
                  <a:pt x="1247" y="736"/>
                </a:lnTo>
                <a:lnTo>
                  <a:pt x="1218" y="663"/>
                </a:lnTo>
                <a:lnTo>
                  <a:pt x="1186" y="592"/>
                </a:lnTo>
                <a:lnTo>
                  <a:pt x="1146" y="523"/>
                </a:lnTo>
                <a:lnTo>
                  <a:pt x="1102" y="457"/>
                </a:lnTo>
                <a:lnTo>
                  <a:pt x="1054" y="394"/>
                </a:lnTo>
                <a:lnTo>
                  <a:pt x="1002" y="336"/>
                </a:lnTo>
                <a:lnTo>
                  <a:pt x="944" y="280"/>
                </a:lnTo>
                <a:lnTo>
                  <a:pt x="883" y="231"/>
                </a:lnTo>
                <a:lnTo>
                  <a:pt x="819" y="184"/>
                </a:lnTo>
                <a:lnTo>
                  <a:pt x="751" y="141"/>
                </a:lnTo>
                <a:lnTo>
                  <a:pt x="680" y="105"/>
                </a:lnTo>
                <a:lnTo>
                  <a:pt x="607" y="73"/>
                </a:lnTo>
                <a:lnTo>
                  <a:pt x="531" y="47"/>
                </a:lnTo>
                <a:lnTo>
                  <a:pt x="454" y="26"/>
                </a:lnTo>
                <a:lnTo>
                  <a:pt x="375" y="10"/>
                </a:lnTo>
                <a:lnTo>
                  <a:pt x="296" y="0"/>
                </a:lnTo>
                <a:lnTo>
                  <a:pt x="392" y="145"/>
                </a:lnTo>
                <a:lnTo>
                  <a:pt x="492" y="288"/>
                </a:lnTo>
                <a:lnTo>
                  <a:pt x="301" y="563"/>
                </a:lnTo>
                <a:lnTo>
                  <a:pt x="358" y="579"/>
                </a:lnTo>
                <a:lnTo>
                  <a:pt x="408" y="601"/>
                </a:lnTo>
                <a:lnTo>
                  <a:pt x="459" y="627"/>
                </a:lnTo>
                <a:lnTo>
                  <a:pt x="506" y="659"/>
                </a:lnTo>
                <a:lnTo>
                  <a:pt x="548" y="696"/>
                </a:lnTo>
                <a:lnTo>
                  <a:pt x="587" y="736"/>
                </a:lnTo>
                <a:lnTo>
                  <a:pt x="623" y="780"/>
                </a:lnTo>
                <a:lnTo>
                  <a:pt x="652" y="827"/>
                </a:lnTo>
                <a:lnTo>
                  <a:pt x="678" y="877"/>
                </a:lnTo>
                <a:lnTo>
                  <a:pt x="695" y="929"/>
                </a:lnTo>
                <a:lnTo>
                  <a:pt x="708" y="984"/>
                </a:lnTo>
                <a:lnTo>
                  <a:pt x="718" y="1039"/>
                </a:lnTo>
                <a:lnTo>
                  <a:pt x="719" y="1094"/>
                </a:lnTo>
                <a:lnTo>
                  <a:pt x="715" y="1150"/>
                </a:lnTo>
                <a:lnTo>
                  <a:pt x="706" y="1204"/>
                </a:lnTo>
                <a:lnTo>
                  <a:pt x="690" y="1257"/>
                </a:lnTo>
                <a:lnTo>
                  <a:pt x="668" y="1309"/>
                </a:lnTo>
                <a:lnTo>
                  <a:pt x="643" y="1357"/>
                </a:lnTo>
                <a:lnTo>
                  <a:pt x="611" y="1404"/>
                </a:lnTo>
                <a:lnTo>
                  <a:pt x="575" y="1447"/>
                </a:lnTo>
                <a:lnTo>
                  <a:pt x="535" y="1486"/>
                </a:lnTo>
                <a:lnTo>
                  <a:pt x="490" y="1521"/>
                </a:lnTo>
                <a:lnTo>
                  <a:pt x="442" y="1552"/>
                </a:lnTo>
                <a:lnTo>
                  <a:pt x="391" y="1577"/>
                </a:lnTo>
                <a:lnTo>
                  <a:pt x="281" y="1614"/>
                </a:lnTo>
                <a:lnTo>
                  <a:pt x="164" y="1635"/>
                </a:lnTo>
                <a:lnTo>
                  <a:pt x="0" y="1843"/>
                </a:lnTo>
                <a:lnTo>
                  <a:pt x="248" y="2181"/>
                </a:lnTo>
                <a:lnTo>
                  <a:pt x="372" y="2166"/>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593" name=""/>
          <p:cNvSpPr/>
          <p:nvPr/>
        </p:nvSpPr>
        <p:spPr>
          <a:xfrm>
            <a:off x="2538360" y="1628640"/>
            <a:ext cx="2295720" cy="3505320"/>
          </a:xfrm>
          <a:custGeom>
            <a:avLst/>
            <a:gdLst/>
            <a:ahLst/>
            <a:rect l="l" t="t" r="r" b="b"/>
            <a:pathLst>
              <a:path w="1446" h="2208">
                <a:moveTo>
                  <a:pt x="1111" y="1652"/>
                </a:moveTo>
                <a:lnTo>
                  <a:pt x="1053" y="1646"/>
                </a:lnTo>
                <a:lnTo>
                  <a:pt x="996" y="1634"/>
                </a:lnTo>
                <a:lnTo>
                  <a:pt x="941" y="1617"/>
                </a:lnTo>
                <a:lnTo>
                  <a:pt x="888" y="1594"/>
                </a:lnTo>
                <a:lnTo>
                  <a:pt x="838" y="1565"/>
                </a:lnTo>
                <a:lnTo>
                  <a:pt x="790" y="1532"/>
                </a:lnTo>
                <a:lnTo>
                  <a:pt x="746" y="1495"/>
                </a:lnTo>
                <a:lnTo>
                  <a:pt x="707" y="1452"/>
                </a:lnTo>
                <a:lnTo>
                  <a:pt x="673" y="1408"/>
                </a:lnTo>
                <a:lnTo>
                  <a:pt x="643" y="1359"/>
                </a:lnTo>
                <a:lnTo>
                  <a:pt x="619" y="1308"/>
                </a:lnTo>
                <a:lnTo>
                  <a:pt x="601" y="1254"/>
                </a:lnTo>
                <a:lnTo>
                  <a:pt x="587" y="1198"/>
                </a:lnTo>
                <a:lnTo>
                  <a:pt x="579" y="1143"/>
                </a:lnTo>
                <a:lnTo>
                  <a:pt x="579" y="1086"/>
                </a:lnTo>
                <a:lnTo>
                  <a:pt x="585" y="1031"/>
                </a:lnTo>
                <a:lnTo>
                  <a:pt x="595" y="975"/>
                </a:lnTo>
                <a:lnTo>
                  <a:pt x="611" y="922"/>
                </a:lnTo>
                <a:lnTo>
                  <a:pt x="634" y="868"/>
                </a:lnTo>
                <a:lnTo>
                  <a:pt x="661" y="819"/>
                </a:lnTo>
                <a:lnTo>
                  <a:pt x="694" y="772"/>
                </a:lnTo>
                <a:lnTo>
                  <a:pt x="732" y="729"/>
                </a:lnTo>
                <a:lnTo>
                  <a:pt x="774" y="691"/>
                </a:lnTo>
                <a:lnTo>
                  <a:pt x="818" y="655"/>
                </a:lnTo>
                <a:lnTo>
                  <a:pt x="869" y="626"/>
                </a:lnTo>
                <a:lnTo>
                  <a:pt x="918" y="601"/>
                </a:lnTo>
                <a:lnTo>
                  <a:pt x="970" y="581"/>
                </a:lnTo>
                <a:lnTo>
                  <a:pt x="1025" y="569"/>
                </a:lnTo>
                <a:lnTo>
                  <a:pt x="1080" y="559"/>
                </a:lnTo>
                <a:lnTo>
                  <a:pt x="1136" y="556"/>
                </a:lnTo>
                <a:lnTo>
                  <a:pt x="1254" y="564"/>
                </a:lnTo>
                <a:lnTo>
                  <a:pt x="1446" y="301"/>
                </a:lnTo>
                <a:lnTo>
                  <a:pt x="1254" y="15"/>
                </a:lnTo>
                <a:lnTo>
                  <a:pt x="1129" y="0"/>
                </a:lnTo>
                <a:lnTo>
                  <a:pt x="1049" y="5"/>
                </a:lnTo>
                <a:lnTo>
                  <a:pt x="969" y="16"/>
                </a:lnTo>
                <a:lnTo>
                  <a:pt x="892" y="31"/>
                </a:lnTo>
                <a:lnTo>
                  <a:pt x="814" y="52"/>
                </a:lnTo>
                <a:lnTo>
                  <a:pt x="740" y="78"/>
                </a:lnTo>
                <a:lnTo>
                  <a:pt x="666" y="110"/>
                </a:lnTo>
                <a:lnTo>
                  <a:pt x="595" y="147"/>
                </a:lnTo>
                <a:lnTo>
                  <a:pt x="526" y="186"/>
                </a:lnTo>
                <a:lnTo>
                  <a:pt x="459" y="230"/>
                </a:lnTo>
                <a:lnTo>
                  <a:pt x="396" y="278"/>
                </a:lnTo>
                <a:lnTo>
                  <a:pt x="336" y="331"/>
                </a:lnTo>
                <a:lnTo>
                  <a:pt x="282" y="388"/>
                </a:lnTo>
                <a:lnTo>
                  <a:pt x="231" y="448"/>
                </a:lnTo>
                <a:lnTo>
                  <a:pt x="184" y="511"/>
                </a:lnTo>
                <a:lnTo>
                  <a:pt x="143" y="578"/>
                </a:lnTo>
                <a:lnTo>
                  <a:pt x="105" y="648"/>
                </a:lnTo>
                <a:lnTo>
                  <a:pt x="75" y="719"/>
                </a:lnTo>
                <a:lnTo>
                  <a:pt x="49" y="794"/>
                </a:lnTo>
                <a:lnTo>
                  <a:pt x="28" y="868"/>
                </a:lnTo>
                <a:lnTo>
                  <a:pt x="13" y="946"/>
                </a:lnTo>
                <a:lnTo>
                  <a:pt x="4" y="1023"/>
                </a:lnTo>
                <a:lnTo>
                  <a:pt x="0" y="1101"/>
                </a:lnTo>
                <a:lnTo>
                  <a:pt x="3" y="1178"/>
                </a:lnTo>
                <a:lnTo>
                  <a:pt x="9" y="1258"/>
                </a:lnTo>
                <a:lnTo>
                  <a:pt x="24" y="1333"/>
                </a:lnTo>
                <a:lnTo>
                  <a:pt x="41" y="1410"/>
                </a:lnTo>
                <a:lnTo>
                  <a:pt x="67" y="1483"/>
                </a:lnTo>
                <a:lnTo>
                  <a:pt x="97" y="1556"/>
                </a:lnTo>
                <a:lnTo>
                  <a:pt x="132" y="1626"/>
                </a:lnTo>
                <a:lnTo>
                  <a:pt x="172" y="1694"/>
                </a:lnTo>
                <a:lnTo>
                  <a:pt x="218" y="1759"/>
                </a:lnTo>
                <a:lnTo>
                  <a:pt x="267" y="1820"/>
                </a:lnTo>
                <a:lnTo>
                  <a:pt x="322" y="1878"/>
                </a:lnTo>
                <a:lnTo>
                  <a:pt x="378" y="1931"/>
                </a:lnTo>
                <a:lnTo>
                  <a:pt x="441" y="1981"/>
                </a:lnTo>
                <a:lnTo>
                  <a:pt x="506" y="2026"/>
                </a:lnTo>
                <a:lnTo>
                  <a:pt x="575" y="2066"/>
                </a:lnTo>
                <a:lnTo>
                  <a:pt x="646" y="2103"/>
                </a:lnTo>
                <a:lnTo>
                  <a:pt x="719" y="2134"/>
                </a:lnTo>
                <a:lnTo>
                  <a:pt x="794" y="2158"/>
                </a:lnTo>
                <a:lnTo>
                  <a:pt x="873" y="2179"/>
                </a:lnTo>
                <a:lnTo>
                  <a:pt x="952" y="2195"/>
                </a:lnTo>
                <a:lnTo>
                  <a:pt x="1031" y="2204"/>
                </a:lnTo>
                <a:lnTo>
                  <a:pt x="1112" y="2208"/>
                </a:lnTo>
                <a:lnTo>
                  <a:pt x="1192" y="2206"/>
                </a:lnTo>
                <a:lnTo>
                  <a:pt x="945" y="1864"/>
                </a:lnTo>
                <a:lnTo>
                  <a:pt x="1111" y="1652"/>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594" name=""/>
          <p:cNvSpPr/>
          <p:nvPr/>
        </p:nvSpPr>
        <p:spPr>
          <a:xfrm>
            <a:off x="2567160" y="3246480"/>
            <a:ext cx="8856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595" name=""/>
          <p:cNvSpPr/>
          <p:nvPr/>
        </p:nvSpPr>
        <p:spPr>
          <a:xfrm>
            <a:off x="5342040" y="3246480"/>
            <a:ext cx="87768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59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59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598" name=""/>
          <p:cNvSpPr/>
          <p:nvPr/>
        </p:nvSpPr>
        <p:spPr>
          <a:xfrm>
            <a:off x="322200" y="243036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599" name=""/>
          <p:cNvSpPr/>
          <p:nvPr/>
        </p:nvSpPr>
        <p:spPr>
          <a:xfrm>
            <a:off x="6567480" y="243036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3DBEFC36-4730-4D7F-9781-4986CD46C383}" type="slidenum">
              <a:t>232</a:t>
            </a:fld>
          </a:p>
        </p:txBody>
      </p:sp>
    </p:spTree>
  </p:cSld>
  <mc:AlternateContent>
    <mc:Choice Requires="p14">
      <p:transition spd="slow" p14:dur="2000"/>
    </mc:Choice>
    <mc:Fallback>
      <p:transition spd="slow"/>
    </mc:Fallback>
  </mc:AlternateContent>
</p:sld>
</file>

<file path=ppt/slides/slide2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0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3</a:t>
            </a:r>
            <a:endParaRPr b="1" lang="en-US" sz="1900" spc="-1" strike="noStrike">
              <a:solidFill>
                <a:srgbClr val="000000"/>
              </a:solidFill>
              <a:latin typeface="Arial"/>
            </a:endParaRPr>
          </a:p>
        </p:txBody>
      </p:sp>
      <p:sp>
        <p:nvSpPr>
          <p:cNvPr id="4601" name=""/>
          <p:cNvSpPr/>
          <p:nvPr/>
        </p:nvSpPr>
        <p:spPr>
          <a:xfrm>
            <a:off x="2698920" y="2075040"/>
            <a:ext cx="3190680" cy="1498320"/>
          </a:xfrm>
          <a:custGeom>
            <a:avLst/>
            <a:gdLst/>
            <a:ahLst/>
            <a:rect l="l" t="t" r="r" b="b"/>
            <a:pathLst>
              <a:path w="1553" h="753">
                <a:moveTo>
                  <a:pt x="983" y="584"/>
                </a:moveTo>
                <a:lnTo>
                  <a:pt x="1417" y="541"/>
                </a:lnTo>
                <a:lnTo>
                  <a:pt x="1552" y="150"/>
                </a:lnTo>
                <a:lnTo>
                  <a:pt x="1447" y="227"/>
                </a:lnTo>
                <a:lnTo>
                  <a:pt x="1398" y="186"/>
                </a:lnTo>
                <a:lnTo>
                  <a:pt x="1347" y="149"/>
                </a:lnTo>
                <a:lnTo>
                  <a:pt x="1294" y="116"/>
                </a:lnTo>
                <a:lnTo>
                  <a:pt x="1238" y="87"/>
                </a:lnTo>
                <a:lnTo>
                  <a:pt x="1181" y="61"/>
                </a:lnTo>
                <a:lnTo>
                  <a:pt x="1122" y="41"/>
                </a:lnTo>
                <a:lnTo>
                  <a:pt x="1060" y="23"/>
                </a:lnTo>
                <a:lnTo>
                  <a:pt x="999" y="12"/>
                </a:lnTo>
                <a:lnTo>
                  <a:pt x="936" y="4"/>
                </a:lnTo>
                <a:lnTo>
                  <a:pt x="873" y="0"/>
                </a:lnTo>
                <a:lnTo>
                  <a:pt x="810" y="2"/>
                </a:lnTo>
                <a:lnTo>
                  <a:pt x="748" y="8"/>
                </a:lnTo>
                <a:lnTo>
                  <a:pt x="685" y="19"/>
                </a:lnTo>
                <a:lnTo>
                  <a:pt x="624" y="34"/>
                </a:lnTo>
                <a:lnTo>
                  <a:pt x="564" y="53"/>
                </a:lnTo>
                <a:lnTo>
                  <a:pt x="506" y="76"/>
                </a:lnTo>
                <a:lnTo>
                  <a:pt x="449" y="104"/>
                </a:lnTo>
                <a:lnTo>
                  <a:pt x="395" y="137"/>
                </a:lnTo>
                <a:lnTo>
                  <a:pt x="342" y="172"/>
                </a:lnTo>
                <a:lnTo>
                  <a:pt x="294" y="212"/>
                </a:lnTo>
                <a:lnTo>
                  <a:pt x="248" y="254"/>
                </a:lnTo>
                <a:lnTo>
                  <a:pt x="205" y="301"/>
                </a:lnTo>
                <a:lnTo>
                  <a:pt x="165" y="350"/>
                </a:lnTo>
                <a:lnTo>
                  <a:pt x="130" y="401"/>
                </a:lnTo>
                <a:lnTo>
                  <a:pt x="98" y="456"/>
                </a:lnTo>
                <a:lnTo>
                  <a:pt x="71" y="512"/>
                </a:lnTo>
                <a:lnTo>
                  <a:pt x="46" y="570"/>
                </a:lnTo>
                <a:lnTo>
                  <a:pt x="27" y="631"/>
                </a:lnTo>
                <a:lnTo>
                  <a:pt x="11" y="692"/>
                </a:lnTo>
                <a:lnTo>
                  <a:pt x="0" y="752"/>
                </a:lnTo>
                <a:lnTo>
                  <a:pt x="222" y="608"/>
                </a:lnTo>
                <a:lnTo>
                  <a:pt x="440" y="749"/>
                </a:lnTo>
                <a:lnTo>
                  <a:pt x="455" y="710"/>
                </a:lnTo>
                <a:lnTo>
                  <a:pt x="474" y="670"/>
                </a:lnTo>
                <a:lnTo>
                  <a:pt x="498" y="632"/>
                </a:lnTo>
                <a:lnTo>
                  <a:pt x="525" y="596"/>
                </a:lnTo>
                <a:lnTo>
                  <a:pt x="556" y="563"/>
                </a:lnTo>
                <a:lnTo>
                  <a:pt x="589" y="533"/>
                </a:lnTo>
                <a:lnTo>
                  <a:pt x="626" y="507"/>
                </a:lnTo>
                <a:lnTo>
                  <a:pt x="665" y="485"/>
                </a:lnTo>
                <a:lnTo>
                  <a:pt x="706" y="467"/>
                </a:lnTo>
                <a:lnTo>
                  <a:pt x="749" y="453"/>
                </a:lnTo>
                <a:lnTo>
                  <a:pt x="793" y="443"/>
                </a:lnTo>
                <a:lnTo>
                  <a:pt x="837" y="438"/>
                </a:lnTo>
                <a:lnTo>
                  <a:pt x="882" y="438"/>
                </a:lnTo>
                <a:lnTo>
                  <a:pt x="927" y="442"/>
                </a:lnTo>
                <a:lnTo>
                  <a:pt x="971" y="450"/>
                </a:lnTo>
                <a:lnTo>
                  <a:pt x="1014" y="464"/>
                </a:lnTo>
                <a:lnTo>
                  <a:pt x="1055" y="480"/>
                </a:lnTo>
                <a:lnTo>
                  <a:pt x="1095" y="502"/>
                </a:lnTo>
                <a:lnTo>
                  <a:pt x="983" y="584"/>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02" name=""/>
          <p:cNvSpPr/>
          <p:nvPr/>
        </p:nvSpPr>
        <p:spPr>
          <a:xfrm>
            <a:off x="2413080" y="3397320"/>
            <a:ext cx="2508120" cy="2130480"/>
          </a:xfrm>
          <a:custGeom>
            <a:avLst/>
            <a:gdLst/>
            <a:ahLst/>
            <a:rect l="l" t="t" r="r" b="b"/>
            <a:pathLst>
              <a:path w="1221" h="1071">
                <a:moveTo>
                  <a:pt x="1220" y="1042"/>
                </a:moveTo>
                <a:lnTo>
                  <a:pt x="1002" y="847"/>
                </a:lnTo>
                <a:lnTo>
                  <a:pt x="1081" y="630"/>
                </a:lnTo>
                <a:lnTo>
                  <a:pt x="1038" y="635"/>
                </a:lnTo>
                <a:lnTo>
                  <a:pt x="994" y="636"/>
                </a:lnTo>
                <a:lnTo>
                  <a:pt x="950" y="634"/>
                </a:lnTo>
                <a:lnTo>
                  <a:pt x="906" y="626"/>
                </a:lnTo>
                <a:lnTo>
                  <a:pt x="865" y="614"/>
                </a:lnTo>
                <a:lnTo>
                  <a:pt x="823" y="599"/>
                </a:lnTo>
                <a:lnTo>
                  <a:pt x="784" y="579"/>
                </a:lnTo>
                <a:lnTo>
                  <a:pt x="747" y="556"/>
                </a:lnTo>
                <a:lnTo>
                  <a:pt x="713" y="528"/>
                </a:lnTo>
                <a:lnTo>
                  <a:pt x="682" y="496"/>
                </a:lnTo>
                <a:lnTo>
                  <a:pt x="653" y="463"/>
                </a:lnTo>
                <a:lnTo>
                  <a:pt x="629" y="427"/>
                </a:lnTo>
                <a:lnTo>
                  <a:pt x="609" y="390"/>
                </a:lnTo>
                <a:lnTo>
                  <a:pt x="594" y="352"/>
                </a:lnTo>
                <a:lnTo>
                  <a:pt x="581" y="314"/>
                </a:lnTo>
                <a:lnTo>
                  <a:pt x="573" y="273"/>
                </a:lnTo>
                <a:lnTo>
                  <a:pt x="568" y="232"/>
                </a:lnTo>
                <a:lnTo>
                  <a:pt x="712" y="232"/>
                </a:lnTo>
                <a:lnTo>
                  <a:pt x="368" y="0"/>
                </a:lnTo>
                <a:lnTo>
                  <a:pt x="0" y="235"/>
                </a:lnTo>
                <a:lnTo>
                  <a:pt x="134" y="234"/>
                </a:lnTo>
                <a:lnTo>
                  <a:pt x="139" y="296"/>
                </a:lnTo>
                <a:lnTo>
                  <a:pt x="148" y="358"/>
                </a:lnTo>
                <a:lnTo>
                  <a:pt x="161" y="419"/>
                </a:lnTo>
                <a:lnTo>
                  <a:pt x="178" y="479"/>
                </a:lnTo>
                <a:lnTo>
                  <a:pt x="200" y="538"/>
                </a:lnTo>
                <a:lnTo>
                  <a:pt x="227" y="595"/>
                </a:lnTo>
                <a:lnTo>
                  <a:pt x="257" y="650"/>
                </a:lnTo>
                <a:lnTo>
                  <a:pt x="291" y="702"/>
                </a:lnTo>
                <a:lnTo>
                  <a:pt x="328" y="751"/>
                </a:lnTo>
                <a:lnTo>
                  <a:pt x="369" y="797"/>
                </a:lnTo>
                <a:lnTo>
                  <a:pt x="413" y="841"/>
                </a:lnTo>
                <a:lnTo>
                  <a:pt x="459" y="882"/>
                </a:lnTo>
                <a:lnTo>
                  <a:pt x="509" y="919"/>
                </a:lnTo>
                <a:lnTo>
                  <a:pt x="562" y="951"/>
                </a:lnTo>
                <a:lnTo>
                  <a:pt x="617" y="981"/>
                </a:lnTo>
                <a:lnTo>
                  <a:pt x="673" y="1007"/>
                </a:lnTo>
                <a:lnTo>
                  <a:pt x="732" y="1027"/>
                </a:lnTo>
                <a:lnTo>
                  <a:pt x="791" y="1045"/>
                </a:lnTo>
                <a:lnTo>
                  <a:pt x="852" y="1057"/>
                </a:lnTo>
                <a:lnTo>
                  <a:pt x="913" y="1067"/>
                </a:lnTo>
                <a:lnTo>
                  <a:pt x="975" y="1070"/>
                </a:lnTo>
                <a:lnTo>
                  <a:pt x="1037" y="1070"/>
                </a:lnTo>
                <a:lnTo>
                  <a:pt x="1098" y="1066"/>
                </a:lnTo>
                <a:lnTo>
                  <a:pt x="1160" y="1056"/>
                </a:lnTo>
                <a:lnTo>
                  <a:pt x="1220" y="1042"/>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03" name=""/>
          <p:cNvSpPr/>
          <p:nvPr/>
        </p:nvSpPr>
        <p:spPr>
          <a:xfrm>
            <a:off x="4618080" y="2746440"/>
            <a:ext cx="1627200" cy="2865240"/>
          </a:xfrm>
          <a:custGeom>
            <a:avLst/>
            <a:gdLst/>
            <a:ahLst/>
            <a:rect l="l" t="t" r="r" b="b"/>
            <a:pathLst>
              <a:path w="793" h="1440">
                <a:moveTo>
                  <a:pt x="286" y="1316"/>
                </a:moveTo>
                <a:lnTo>
                  <a:pt x="340" y="1290"/>
                </a:lnTo>
                <a:lnTo>
                  <a:pt x="392" y="1260"/>
                </a:lnTo>
                <a:lnTo>
                  <a:pt x="442" y="1225"/>
                </a:lnTo>
                <a:lnTo>
                  <a:pt x="490" y="1187"/>
                </a:lnTo>
                <a:lnTo>
                  <a:pt x="535" y="1146"/>
                </a:lnTo>
                <a:lnTo>
                  <a:pt x="576" y="1102"/>
                </a:lnTo>
                <a:lnTo>
                  <a:pt x="616" y="1055"/>
                </a:lnTo>
                <a:lnTo>
                  <a:pt x="650" y="1005"/>
                </a:lnTo>
                <a:lnTo>
                  <a:pt x="682" y="953"/>
                </a:lnTo>
                <a:lnTo>
                  <a:pt x="709" y="900"/>
                </a:lnTo>
                <a:lnTo>
                  <a:pt x="734" y="844"/>
                </a:lnTo>
                <a:lnTo>
                  <a:pt x="753" y="786"/>
                </a:lnTo>
                <a:lnTo>
                  <a:pt x="770" y="727"/>
                </a:lnTo>
                <a:lnTo>
                  <a:pt x="781" y="668"/>
                </a:lnTo>
                <a:lnTo>
                  <a:pt x="789" y="608"/>
                </a:lnTo>
                <a:lnTo>
                  <a:pt x="792" y="547"/>
                </a:lnTo>
                <a:lnTo>
                  <a:pt x="790" y="487"/>
                </a:lnTo>
                <a:lnTo>
                  <a:pt x="786" y="427"/>
                </a:lnTo>
                <a:lnTo>
                  <a:pt x="775" y="367"/>
                </a:lnTo>
                <a:lnTo>
                  <a:pt x="762" y="308"/>
                </a:lnTo>
                <a:lnTo>
                  <a:pt x="744" y="249"/>
                </a:lnTo>
                <a:lnTo>
                  <a:pt x="722" y="193"/>
                </a:lnTo>
                <a:lnTo>
                  <a:pt x="697" y="137"/>
                </a:lnTo>
                <a:lnTo>
                  <a:pt x="667" y="84"/>
                </a:lnTo>
                <a:lnTo>
                  <a:pt x="639" y="41"/>
                </a:lnTo>
                <a:lnTo>
                  <a:pt x="609" y="0"/>
                </a:lnTo>
                <a:lnTo>
                  <a:pt x="521" y="247"/>
                </a:lnTo>
                <a:lnTo>
                  <a:pt x="277" y="280"/>
                </a:lnTo>
                <a:lnTo>
                  <a:pt x="294" y="308"/>
                </a:lnTo>
                <a:lnTo>
                  <a:pt x="316" y="347"/>
                </a:lnTo>
                <a:lnTo>
                  <a:pt x="332" y="389"/>
                </a:lnTo>
                <a:lnTo>
                  <a:pt x="345" y="431"/>
                </a:lnTo>
                <a:lnTo>
                  <a:pt x="353" y="475"/>
                </a:lnTo>
                <a:lnTo>
                  <a:pt x="357" y="519"/>
                </a:lnTo>
                <a:lnTo>
                  <a:pt x="355" y="564"/>
                </a:lnTo>
                <a:lnTo>
                  <a:pt x="350" y="608"/>
                </a:lnTo>
                <a:lnTo>
                  <a:pt x="339" y="652"/>
                </a:lnTo>
                <a:lnTo>
                  <a:pt x="325" y="694"/>
                </a:lnTo>
                <a:lnTo>
                  <a:pt x="306" y="734"/>
                </a:lnTo>
                <a:lnTo>
                  <a:pt x="284" y="772"/>
                </a:lnTo>
                <a:lnTo>
                  <a:pt x="257" y="808"/>
                </a:lnTo>
                <a:lnTo>
                  <a:pt x="227" y="841"/>
                </a:lnTo>
                <a:lnTo>
                  <a:pt x="193" y="871"/>
                </a:lnTo>
                <a:lnTo>
                  <a:pt x="156" y="896"/>
                </a:lnTo>
                <a:lnTo>
                  <a:pt x="113" y="761"/>
                </a:lnTo>
                <a:lnTo>
                  <a:pt x="0" y="1169"/>
                </a:lnTo>
                <a:lnTo>
                  <a:pt x="321" y="1439"/>
                </a:lnTo>
                <a:lnTo>
                  <a:pt x="286" y="1316"/>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04" name=""/>
          <p:cNvSpPr/>
          <p:nvPr/>
        </p:nvSpPr>
        <p:spPr>
          <a:xfrm>
            <a:off x="3365640" y="2440080"/>
            <a:ext cx="20509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05" name=""/>
          <p:cNvSpPr/>
          <p:nvPr/>
        </p:nvSpPr>
        <p:spPr>
          <a:xfrm>
            <a:off x="5261040" y="4146480"/>
            <a:ext cx="9205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06" name=""/>
          <p:cNvSpPr/>
          <p:nvPr/>
        </p:nvSpPr>
        <p:spPr>
          <a:xfrm>
            <a:off x="2963880" y="4440240"/>
            <a:ext cx="9018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0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60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609" name=""/>
          <p:cNvSpPr/>
          <p:nvPr/>
        </p:nvSpPr>
        <p:spPr>
          <a:xfrm>
            <a:off x="3484440" y="874800"/>
            <a:ext cx="18082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10" name=""/>
          <p:cNvSpPr/>
          <p:nvPr/>
        </p:nvSpPr>
        <p:spPr>
          <a:xfrm>
            <a:off x="6518160" y="32209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11" name=""/>
          <p:cNvSpPr/>
          <p:nvPr/>
        </p:nvSpPr>
        <p:spPr>
          <a:xfrm>
            <a:off x="633240" y="4113360"/>
            <a:ext cx="18100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A3F9F9C0-4DBF-42BE-933E-CB9F4F04F995}" type="slidenum">
              <a:t>233</a:t>
            </a:fld>
          </a:p>
        </p:txBody>
      </p:sp>
    </p:spTree>
  </p:cSld>
  <mc:AlternateContent>
    <mc:Choice Requires="p14">
      <p:transition spd="slow" p14:dur="2000"/>
    </mc:Choice>
    <mc:Fallback>
      <p:transition spd="slow"/>
    </mc:Fallback>
  </mc:AlternateContent>
</p:sld>
</file>

<file path=ppt/slides/slide2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1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3</a:t>
            </a:r>
            <a:endParaRPr b="1" lang="en-US" sz="1900" spc="-1" strike="noStrike">
              <a:solidFill>
                <a:srgbClr val="000000"/>
              </a:solidFill>
              <a:latin typeface="Arial"/>
            </a:endParaRPr>
          </a:p>
        </p:txBody>
      </p:sp>
      <p:sp>
        <p:nvSpPr>
          <p:cNvPr id="4613" name=""/>
          <p:cNvSpPr/>
          <p:nvPr/>
        </p:nvSpPr>
        <p:spPr>
          <a:xfrm>
            <a:off x="2698920" y="2075040"/>
            <a:ext cx="3079440" cy="1496880"/>
          </a:xfrm>
          <a:custGeom>
            <a:avLst/>
            <a:gdLst/>
            <a:ahLst/>
            <a:rect l="l" t="t" r="r" b="b"/>
            <a:pathLst>
              <a:path w="1940" h="943">
                <a:moveTo>
                  <a:pt x="1550" y="713"/>
                </a:moveTo>
                <a:lnTo>
                  <a:pt x="1834" y="678"/>
                </a:lnTo>
                <a:lnTo>
                  <a:pt x="1940" y="369"/>
                </a:lnTo>
                <a:lnTo>
                  <a:pt x="1873" y="285"/>
                </a:lnTo>
                <a:lnTo>
                  <a:pt x="1809" y="233"/>
                </a:lnTo>
                <a:lnTo>
                  <a:pt x="1743" y="187"/>
                </a:lnTo>
                <a:lnTo>
                  <a:pt x="1675" y="145"/>
                </a:lnTo>
                <a:lnTo>
                  <a:pt x="1602" y="109"/>
                </a:lnTo>
                <a:lnTo>
                  <a:pt x="1529" y="76"/>
                </a:lnTo>
                <a:lnTo>
                  <a:pt x="1452" y="51"/>
                </a:lnTo>
                <a:lnTo>
                  <a:pt x="1372" y="29"/>
                </a:lnTo>
                <a:lnTo>
                  <a:pt x="1293" y="15"/>
                </a:lnTo>
                <a:lnTo>
                  <a:pt x="1211" y="5"/>
                </a:lnTo>
                <a:lnTo>
                  <a:pt x="1130" y="0"/>
                </a:lnTo>
                <a:lnTo>
                  <a:pt x="1048" y="3"/>
                </a:lnTo>
                <a:lnTo>
                  <a:pt x="968" y="10"/>
                </a:lnTo>
                <a:lnTo>
                  <a:pt x="887" y="24"/>
                </a:lnTo>
                <a:lnTo>
                  <a:pt x="808" y="43"/>
                </a:lnTo>
                <a:lnTo>
                  <a:pt x="730" y="66"/>
                </a:lnTo>
                <a:lnTo>
                  <a:pt x="655" y="95"/>
                </a:lnTo>
                <a:lnTo>
                  <a:pt x="581" y="130"/>
                </a:lnTo>
                <a:lnTo>
                  <a:pt x="511" y="172"/>
                </a:lnTo>
                <a:lnTo>
                  <a:pt x="443" y="216"/>
                </a:lnTo>
                <a:lnTo>
                  <a:pt x="381" y="266"/>
                </a:lnTo>
                <a:lnTo>
                  <a:pt x="321" y="318"/>
                </a:lnTo>
                <a:lnTo>
                  <a:pt x="265" y="377"/>
                </a:lnTo>
                <a:lnTo>
                  <a:pt x="214" y="439"/>
                </a:lnTo>
                <a:lnTo>
                  <a:pt x="168" y="503"/>
                </a:lnTo>
                <a:lnTo>
                  <a:pt x="127" y="572"/>
                </a:lnTo>
                <a:lnTo>
                  <a:pt x="92" y="642"/>
                </a:lnTo>
                <a:lnTo>
                  <a:pt x="60" y="715"/>
                </a:lnTo>
                <a:lnTo>
                  <a:pt x="35" y="791"/>
                </a:lnTo>
                <a:lnTo>
                  <a:pt x="14" y="868"/>
                </a:lnTo>
                <a:lnTo>
                  <a:pt x="0" y="943"/>
                </a:lnTo>
                <a:lnTo>
                  <a:pt x="287" y="762"/>
                </a:lnTo>
                <a:lnTo>
                  <a:pt x="569" y="939"/>
                </a:lnTo>
                <a:lnTo>
                  <a:pt x="589" y="890"/>
                </a:lnTo>
                <a:lnTo>
                  <a:pt x="613" y="840"/>
                </a:lnTo>
                <a:lnTo>
                  <a:pt x="645" y="792"/>
                </a:lnTo>
                <a:lnTo>
                  <a:pt x="679" y="747"/>
                </a:lnTo>
                <a:lnTo>
                  <a:pt x="720" y="706"/>
                </a:lnTo>
                <a:lnTo>
                  <a:pt x="762" y="668"/>
                </a:lnTo>
                <a:lnTo>
                  <a:pt x="810" y="636"/>
                </a:lnTo>
                <a:lnTo>
                  <a:pt x="861" y="608"/>
                </a:lnTo>
                <a:lnTo>
                  <a:pt x="914" y="585"/>
                </a:lnTo>
                <a:lnTo>
                  <a:pt x="969" y="568"/>
                </a:lnTo>
                <a:lnTo>
                  <a:pt x="1026" y="555"/>
                </a:lnTo>
                <a:lnTo>
                  <a:pt x="1083" y="549"/>
                </a:lnTo>
                <a:lnTo>
                  <a:pt x="1142" y="549"/>
                </a:lnTo>
                <a:lnTo>
                  <a:pt x="1200" y="554"/>
                </a:lnTo>
                <a:lnTo>
                  <a:pt x="1257" y="564"/>
                </a:lnTo>
                <a:lnTo>
                  <a:pt x="1312" y="582"/>
                </a:lnTo>
                <a:lnTo>
                  <a:pt x="1365" y="602"/>
                </a:lnTo>
                <a:lnTo>
                  <a:pt x="1472" y="655"/>
                </a:lnTo>
                <a:lnTo>
                  <a:pt x="1548" y="713"/>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14" name=""/>
          <p:cNvSpPr/>
          <p:nvPr/>
        </p:nvSpPr>
        <p:spPr>
          <a:xfrm>
            <a:off x="2687760" y="3397320"/>
            <a:ext cx="2232000" cy="2128680"/>
          </a:xfrm>
          <a:custGeom>
            <a:avLst/>
            <a:gdLst/>
            <a:ahLst/>
            <a:rect l="l" t="t" r="r" b="b"/>
            <a:pathLst>
              <a:path w="1406" h="1341">
                <a:moveTo>
                  <a:pt x="1406" y="1306"/>
                </a:moveTo>
                <a:lnTo>
                  <a:pt x="1124" y="1061"/>
                </a:lnTo>
                <a:lnTo>
                  <a:pt x="1226" y="789"/>
                </a:lnTo>
                <a:lnTo>
                  <a:pt x="1170" y="796"/>
                </a:lnTo>
                <a:lnTo>
                  <a:pt x="1113" y="797"/>
                </a:lnTo>
                <a:lnTo>
                  <a:pt x="1056" y="794"/>
                </a:lnTo>
                <a:lnTo>
                  <a:pt x="999" y="784"/>
                </a:lnTo>
                <a:lnTo>
                  <a:pt x="946" y="769"/>
                </a:lnTo>
                <a:lnTo>
                  <a:pt x="892" y="751"/>
                </a:lnTo>
                <a:lnTo>
                  <a:pt x="842" y="726"/>
                </a:lnTo>
                <a:lnTo>
                  <a:pt x="794" y="697"/>
                </a:lnTo>
                <a:lnTo>
                  <a:pt x="750" y="662"/>
                </a:lnTo>
                <a:lnTo>
                  <a:pt x="710" y="622"/>
                </a:lnTo>
                <a:lnTo>
                  <a:pt x="672" y="580"/>
                </a:lnTo>
                <a:lnTo>
                  <a:pt x="641" y="535"/>
                </a:lnTo>
                <a:lnTo>
                  <a:pt x="615" y="489"/>
                </a:lnTo>
                <a:lnTo>
                  <a:pt x="596" y="441"/>
                </a:lnTo>
                <a:lnTo>
                  <a:pt x="579" y="393"/>
                </a:lnTo>
                <a:lnTo>
                  <a:pt x="568" y="342"/>
                </a:lnTo>
                <a:lnTo>
                  <a:pt x="559" y="238"/>
                </a:lnTo>
                <a:lnTo>
                  <a:pt x="563" y="170"/>
                </a:lnTo>
                <a:lnTo>
                  <a:pt x="303" y="0"/>
                </a:lnTo>
                <a:lnTo>
                  <a:pt x="11" y="180"/>
                </a:lnTo>
                <a:lnTo>
                  <a:pt x="0" y="293"/>
                </a:lnTo>
                <a:lnTo>
                  <a:pt x="7" y="371"/>
                </a:lnTo>
                <a:lnTo>
                  <a:pt x="19" y="449"/>
                </a:lnTo>
                <a:lnTo>
                  <a:pt x="35" y="525"/>
                </a:lnTo>
                <a:lnTo>
                  <a:pt x="57" y="600"/>
                </a:lnTo>
                <a:lnTo>
                  <a:pt x="86" y="674"/>
                </a:lnTo>
                <a:lnTo>
                  <a:pt x="121" y="746"/>
                </a:lnTo>
                <a:lnTo>
                  <a:pt x="160" y="814"/>
                </a:lnTo>
                <a:lnTo>
                  <a:pt x="204" y="880"/>
                </a:lnTo>
                <a:lnTo>
                  <a:pt x="251" y="941"/>
                </a:lnTo>
                <a:lnTo>
                  <a:pt x="304" y="999"/>
                </a:lnTo>
                <a:lnTo>
                  <a:pt x="361" y="1054"/>
                </a:lnTo>
                <a:lnTo>
                  <a:pt x="421" y="1105"/>
                </a:lnTo>
                <a:lnTo>
                  <a:pt x="486" y="1152"/>
                </a:lnTo>
                <a:lnTo>
                  <a:pt x="554" y="1192"/>
                </a:lnTo>
                <a:lnTo>
                  <a:pt x="625" y="1229"/>
                </a:lnTo>
                <a:lnTo>
                  <a:pt x="698" y="1262"/>
                </a:lnTo>
                <a:lnTo>
                  <a:pt x="774" y="1287"/>
                </a:lnTo>
                <a:lnTo>
                  <a:pt x="851" y="1309"/>
                </a:lnTo>
                <a:lnTo>
                  <a:pt x="930" y="1324"/>
                </a:lnTo>
                <a:lnTo>
                  <a:pt x="1008" y="1337"/>
                </a:lnTo>
                <a:lnTo>
                  <a:pt x="1089" y="1341"/>
                </a:lnTo>
                <a:lnTo>
                  <a:pt x="1169" y="1341"/>
                </a:lnTo>
                <a:lnTo>
                  <a:pt x="1248" y="1336"/>
                </a:lnTo>
                <a:lnTo>
                  <a:pt x="1328" y="1323"/>
                </a:lnTo>
                <a:lnTo>
                  <a:pt x="1406" y="1306"/>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15" name=""/>
          <p:cNvSpPr/>
          <p:nvPr/>
        </p:nvSpPr>
        <p:spPr>
          <a:xfrm>
            <a:off x="4618080" y="2746440"/>
            <a:ext cx="1625400" cy="2685960"/>
          </a:xfrm>
          <a:custGeom>
            <a:avLst/>
            <a:gdLst/>
            <a:ahLst/>
            <a:rect l="l" t="t" r="r" b="b"/>
            <a:pathLst>
              <a:path w="1024" h="1692">
                <a:moveTo>
                  <a:pt x="370" y="1650"/>
                </a:moveTo>
                <a:lnTo>
                  <a:pt x="439" y="1617"/>
                </a:lnTo>
                <a:lnTo>
                  <a:pt x="507" y="1579"/>
                </a:lnTo>
                <a:lnTo>
                  <a:pt x="571" y="1536"/>
                </a:lnTo>
                <a:lnTo>
                  <a:pt x="633" y="1488"/>
                </a:lnTo>
                <a:lnTo>
                  <a:pt x="692" y="1436"/>
                </a:lnTo>
                <a:lnTo>
                  <a:pt x="745" y="1381"/>
                </a:lnTo>
                <a:lnTo>
                  <a:pt x="796" y="1322"/>
                </a:lnTo>
                <a:lnTo>
                  <a:pt x="840" y="1260"/>
                </a:lnTo>
                <a:lnTo>
                  <a:pt x="882" y="1195"/>
                </a:lnTo>
                <a:lnTo>
                  <a:pt x="916" y="1128"/>
                </a:lnTo>
                <a:lnTo>
                  <a:pt x="949" y="1058"/>
                </a:lnTo>
                <a:lnTo>
                  <a:pt x="973" y="985"/>
                </a:lnTo>
                <a:lnTo>
                  <a:pt x="995" y="911"/>
                </a:lnTo>
                <a:lnTo>
                  <a:pt x="1009" y="837"/>
                </a:lnTo>
                <a:lnTo>
                  <a:pt x="1020" y="762"/>
                </a:lnTo>
                <a:lnTo>
                  <a:pt x="1024" y="686"/>
                </a:lnTo>
                <a:lnTo>
                  <a:pt x="1021" y="610"/>
                </a:lnTo>
                <a:lnTo>
                  <a:pt x="1016" y="535"/>
                </a:lnTo>
                <a:lnTo>
                  <a:pt x="1002" y="460"/>
                </a:lnTo>
                <a:lnTo>
                  <a:pt x="985" y="386"/>
                </a:lnTo>
                <a:lnTo>
                  <a:pt x="962" y="312"/>
                </a:lnTo>
                <a:lnTo>
                  <a:pt x="933" y="242"/>
                </a:lnTo>
                <a:lnTo>
                  <a:pt x="901" y="172"/>
                </a:lnTo>
                <a:lnTo>
                  <a:pt x="862" y="105"/>
                </a:lnTo>
                <a:lnTo>
                  <a:pt x="826" y="51"/>
                </a:lnTo>
                <a:lnTo>
                  <a:pt x="787" y="0"/>
                </a:lnTo>
                <a:lnTo>
                  <a:pt x="673" y="310"/>
                </a:lnTo>
                <a:lnTo>
                  <a:pt x="358" y="351"/>
                </a:lnTo>
                <a:lnTo>
                  <a:pt x="380" y="386"/>
                </a:lnTo>
                <a:lnTo>
                  <a:pt x="408" y="435"/>
                </a:lnTo>
                <a:lnTo>
                  <a:pt x="429" y="488"/>
                </a:lnTo>
                <a:lnTo>
                  <a:pt x="446" y="540"/>
                </a:lnTo>
                <a:lnTo>
                  <a:pt x="456" y="595"/>
                </a:lnTo>
                <a:lnTo>
                  <a:pt x="461" y="651"/>
                </a:lnTo>
                <a:lnTo>
                  <a:pt x="459" y="707"/>
                </a:lnTo>
                <a:lnTo>
                  <a:pt x="452" y="762"/>
                </a:lnTo>
                <a:lnTo>
                  <a:pt x="438" y="817"/>
                </a:lnTo>
                <a:lnTo>
                  <a:pt x="420" y="870"/>
                </a:lnTo>
                <a:lnTo>
                  <a:pt x="396" y="920"/>
                </a:lnTo>
                <a:lnTo>
                  <a:pt x="367" y="968"/>
                </a:lnTo>
                <a:lnTo>
                  <a:pt x="332" y="1013"/>
                </a:lnTo>
                <a:lnTo>
                  <a:pt x="293" y="1054"/>
                </a:lnTo>
                <a:lnTo>
                  <a:pt x="249" y="1092"/>
                </a:lnTo>
                <a:lnTo>
                  <a:pt x="202" y="1123"/>
                </a:lnTo>
                <a:lnTo>
                  <a:pt x="79" y="1192"/>
                </a:lnTo>
                <a:lnTo>
                  <a:pt x="0" y="1465"/>
                </a:lnTo>
                <a:lnTo>
                  <a:pt x="259" y="1692"/>
                </a:lnTo>
                <a:lnTo>
                  <a:pt x="370" y="165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16" name=""/>
          <p:cNvSpPr/>
          <p:nvPr/>
        </p:nvSpPr>
        <p:spPr>
          <a:xfrm>
            <a:off x="3365640" y="2440080"/>
            <a:ext cx="20509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17" name=""/>
          <p:cNvSpPr/>
          <p:nvPr/>
        </p:nvSpPr>
        <p:spPr>
          <a:xfrm>
            <a:off x="5261040" y="4146480"/>
            <a:ext cx="9205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18" name=""/>
          <p:cNvSpPr/>
          <p:nvPr/>
        </p:nvSpPr>
        <p:spPr>
          <a:xfrm>
            <a:off x="2963880" y="4440240"/>
            <a:ext cx="90180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1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62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621" name=""/>
          <p:cNvSpPr/>
          <p:nvPr/>
        </p:nvSpPr>
        <p:spPr>
          <a:xfrm>
            <a:off x="3484440" y="874800"/>
            <a:ext cx="18082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22" name=""/>
          <p:cNvSpPr/>
          <p:nvPr/>
        </p:nvSpPr>
        <p:spPr>
          <a:xfrm>
            <a:off x="6518160" y="32209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23" name=""/>
          <p:cNvSpPr/>
          <p:nvPr/>
        </p:nvSpPr>
        <p:spPr>
          <a:xfrm>
            <a:off x="633240" y="4113360"/>
            <a:ext cx="18100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402061A6-3313-4BB4-9488-41011925AF36}" type="slidenum">
              <a:t>234</a:t>
            </a:fld>
          </a:p>
        </p:txBody>
      </p:sp>
    </p:spTree>
  </p:cSld>
  <mc:AlternateContent>
    <mc:Choice Requires="p14">
      <p:transition spd="slow" p14:dur="2000"/>
    </mc:Choice>
    <mc:Fallback>
      <p:transition spd="slow"/>
    </mc:Fallback>
  </mc:AlternateContent>
</p:sld>
</file>

<file path=ppt/slides/slide2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24"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4</a:t>
            </a:r>
            <a:endParaRPr b="1" lang="en-US" sz="1900" spc="-1" strike="noStrike">
              <a:solidFill>
                <a:srgbClr val="000000"/>
              </a:solidFill>
              <a:latin typeface="Arial"/>
            </a:endParaRPr>
          </a:p>
        </p:txBody>
      </p:sp>
      <p:grpSp>
        <p:nvGrpSpPr>
          <p:cNvPr id="4625" name=""/>
          <p:cNvGrpSpPr/>
          <p:nvPr/>
        </p:nvGrpSpPr>
        <p:grpSpPr>
          <a:xfrm>
            <a:off x="2279520" y="1625760"/>
            <a:ext cx="4052520" cy="3933360"/>
            <a:chOff x="2279520" y="1625760"/>
            <a:chExt cx="4052520" cy="3933360"/>
          </a:xfrm>
        </p:grpSpPr>
        <p:sp>
          <p:nvSpPr>
            <p:cNvPr id="4626" name=""/>
            <p:cNvSpPr/>
            <p:nvPr/>
          </p:nvSpPr>
          <p:spPr>
            <a:xfrm>
              <a:off x="2522880" y="1625760"/>
              <a:ext cx="2111040" cy="1744920"/>
            </a:xfrm>
            <a:custGeom>
              <a:avLst/>
              <a:gdLst/>
              <a:ahLst/>
              <a:rect l="l" t="t" r="r" b="b"/>
              <a:pathLst>
                <a:path w="1057" h="900">
                  <a:moveTo>
                    <a:pt x="455" y="879"/>
                  </a:moveTo>
                  <a:lnTo>
                    <a:pt x="471" y="838"/>
                  </a:lnTo>
                  <a:lnTo>
                    <a:pt x="490" y="799"/>
                  </a:lnTo>
                  <a:lnTo>
                    <a:pt x="514" y="762"/>
                  </a:lnTo>
                  <a:lnTo>
                    <a:pt x="541" y="728"/>
                  </a:lnTo>
                  <a:lnTo>
                    <a:pt x="570" y="696"/>
                  </a:lnTo>
                  <a:lnTo>
                    <a:pt x="603" y="667"/>
                  </a:lnTo>
                  <a:lnTo>
                    <a:pt x="639" y="642"/>
                  </a:lnTo>
                  <a:lnTo>
                    <a:pt x="676" y="621"/>
                  </a:lnTo>
                  <a:lnTo>
                    <a:pt x="713" y="605"/>
                  </a:lnTo>
                  <a:lnTo>
                    <a:pt x="753" y="591"/>
                  </a:lnTo>
                  <a:lnTo>
                    <a:pt x="793" y="581"/>
                  </a:lnTo>
                  <a:lnTo>
                    <a:pt x="834" y="575"/>
                  </a:lnTo>
                  <a:lnTo>
                    <a:pt x="833" y="711"/>
                  </a:lnTo>
                  <a:lnTo>
                    <a:pt x="1056" y="374"/>
                  </a:lnTo>
                  <a:lnTo>
                    <a:pt x="818" y="0"/>
                  </a:lnTo>
                  <a:lnTo>
                    <a:pt x="819" y="137"/>
                  </a:lnTo>
                  <a:lnTo>
                    <a:pt x="757" y="143"/>
                  </a:lnTo>
                  <a:lnTo>
                    <a:pt x="694" y="154"/>
                  </a:lnTo>
                  <a:lnTo>
                    <a:pt x="634" y="168"/>
                  </a:lnTo>
                  <a:lnTo>
                    <a:pt x="574" y="188"/>
                  </a:lnTo>
                  <a:lnTo>
                    <a:pt x="516" y="211"/>
                  </a:lnTo>
                  <a:lnTo>
                    <a:pt x="460" y="238"/>
                  </a:lnTo>
                  <a:lnTo>
                    <a:pt x="405" y="270"/>
                  </a:lnTo>
                  <a:lnTo>
                    <a:pt x="352" y="306"/>
                  </a:lnTo>
                  <a:lnTo>
                    <a:pt x="302" y="346"/>
                  </a:lnTo>
                  <a:lnTo>
                    <a:pt x="255" y="390"/>
                  </a:lnTo>
                  <a:lnTo>
                    <a:pt x="211" y="437"/>
                  </a:lnTo>
                  <a:lnTo>
                    <a:pt x="170" y="486"/>
                  </a:lnTo>
                  <a:lnTo>
                    <a:pt x="134" y="539"/>
                  </a:lnTo>
                  <a:lnTo>
                    <a:pt x="101" y="595"/>
                  </a:lnTo>
                  <a:lnTo>
                    <a:pt x="72" y="653"/>
                  </a:lnTo>
                  <a:lnTo>
                    <a:pt x="47" y="711"/>
                  </a:lnTo>
                  <a:lnTo>
                    <a:pt x="27" y="773"/>
                  </a:lnTo>
                  <a:lnTo>
                    <a:pt x="11" y="835"/>
                  </a:lnTo>
                  <a:lnTo>
                    <a:pt x="0" y="899"/>
                  </a:lnTo>
                  <a:lnTo>
                    <a:pt x="238" y="741"/>
                  </a:lnTo>
                  <a:lnTo>
                    <a:pt x="455" y="879"/>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27" name=""/>
            <p:cNvSpPr/>
            <p:nvPr/>
          </p:nvSpPr>
          <p:spPr>
            <a:xfrm>
              <a:off x="3935160" y="3806640"/>
              <a:ext cx="2062800" cy="1752480"/>
            </a:xfrm>
            <a:custGeom>
              <a:avLst/>
              <a:gdLst/>
              <a:ahLst/>
              <a:rect l="l" t="t" r="r" b="b"/>
              <a:pathLst>
                <a:path w="1033" h="904">
                  <a:moveTo>
                    <a:pt x="585" y="1"/>
                  </a:moveTo>
                  <a:lnTo>
                    <a:pt x="573" y="41"/>
                  </a:lnTo>
                  <a:lnTo>
                    <a:pt x="556" y="78"/>
                  </a:lnTo>
                  <a:lnTo>
                    <a:pt x="537" y="116"/>
                  </a:lnTo>
                  <a:lnTo>
                    <a:pt x="514" y="150"/>
                  </a:lnTo>
                  <a:lnTo>
                    <a:pt x="488" y="182"/>
                  </a:lnTo>
                  <a:lnTo>
                    <a:pt x="459" y="212"/>
                  </a:lnTo>
                  <a:lnTo>
                    <a:pt x="427" y="239"/>
                  </a:lnTo>
                  <a:lnTo>
                    <a:pt x="393" y="262"/>
                  </a:lnTo>
                  <a:lnTo>
                    <a:pt x="356" y="283"/>
                  </a:lnTo>
                  <a:lnTo>
                    <a:pt x="317" y="301"/>
                  </a:lnTo>
                  <a:lnTo>
                    <a:pt x="277" y="314"/>
                  </a:lnTo>
                  <a:lnTo>
                    <a:pt x="236" y="323"/>
                  </a:lnTo>
                  <a:lnTo>
                    <a:pt x="235" y="187"/>
                  </a:lnTo>
                  <a:lnTo>
                    <a:pt x="159" y="298"/>
                  </a:lnTo>
                  <a:lnTo>
                    <a:pt x="80" y="409"/>
                  </a:lnTo>
                  <a:lnTo>
                    <a:pt x="0" y="517"/>
                  </a:lnTo>
                  <a:lnTo>
                    <a:pt x="236" y="903"/>
                  </a:lnTo>
                  <a:lnTo>
                    <a:pt x="236" y="766"/>
                  </a:lnTo>
                  <a:lnTo>
                    <a:pt x="295" y="759"/>
                  </a:lnTo>
                  <a:lnTo>
                    <a:pt x="353" y="747"/>
                  </a:lnTo>
                  <a:lnTo>
                    <a:pt x="411" y="733"/>
                  </a:lnTo>
                  <a:lnTo>
                    <a:pt x="467" y="713"/>
                  </a:lnTo>
                  <a:lnTo>
                    <a:pt x="522" y="691"/>
                  </a:lnTo>
                  <a:lnTo>
                    <a:pt x="575" y="665"/>
                  </a:lnTo>
                  <a:lnTo>
                    <a:pt x="626" y="635"/>
                  </a:lnTo>
                  <a:lnTo>
                    <a:pt x="676" y="601"/>
                  </a:lnTo>
                  <a:lnTo>
                    <a:pt x="724" y="564"/>
                  </a:lnTo>
                  <a:lnTo>
                    <a:pt x="768" y="525"/>
                  </a:lnTo>
                  <a:lnTo>
                    <a:pt x="811" y="481"/>
                  </a:lnTo>
                  <a:lnTo>
                    <a:pt x="849" y="435"/>
                  </a:lnTo>
                  <a:lnTo>
                    <a:pt x="884" y="387"/>
                  </a:lnTo>
                  <a:lnTo>
                    <a:pt x="916" y="337"/>
                  </a:lnTo>
                  <a:lnTo>
                    <a:pt x="945" y="284"/>
                  </a:lnTo>
                  <a:lnTo>
                    <a:pt x="970" y="231"/>
                  </a:lnTo>
                  <a:lnTo>
                    <a:pt x="991" y="174"/>
                  </a:lnTo>
                  <a:lnTo>
                    <a:pt x="1009" y="117"/>
                  </a:lnTo>
                  <a:lnTo>
                    <a:pt x="1023" y="58"/>
                  </a:lnTo>
                  <a:lnTo>
                    <a:pt x="1032" y="0"/>
                  </a:lnTo>
                  <a:lnTo>
                    <a:pt x="812" y="132"/>
                  </a:lnTo>
                  <a:lnTo>
                    <a:pt x="585" y="1"/>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28" name=""/>
            <p:cNvSpPr/>
            <p:nvPr/>
          </p:nvSpPr>
          <p:spPr>
            <a:xfrm>
              <a:off x="2279520" y="3168720"/>
              <a:ext cx="1857240" cy="2084400"/>
            </a:xfrm>
            <a:custGeom>
              <a:avLst/>
              <a:gdLst/>
              <a:ahLst/>
              <a:rect l="l" t="t" r="r" b="b"/>
              <a:pathLst>
                <a:path w="930" h="1075">
                  <a:moveTo>
                    <a:pt x="929" y="645"/>
                  </a:moveTo>
                  <a:lnTo>
                    <a:pt x="887" y="634"/>
                  </a:lnTo>
                  <a:lnTo>
                    <a:pt x="847" y="620"/>
                  </a:lnTo>
                  <a:lnTo>
                    <a:pt x="807" y="603"/>
                  </a:lnTo>
                  <a:lnTo>
                    <a:pt x="771" y="582"/>
                  </a:lnTo>
                  <a:lnTo>
                    <a:pt x="735" y="557"/>
                  </a:lnTo>
                  <a:lnTo>
                    <a:pt x="703" y="529"/>
                  </a:lnTo>
                  <a:lnTo>
                    <a:pt x="673" y="497"/>
                  </a:lnTo>
                  <a:lnTo>
                    <a:pt x="648" y="465"/>
                  </a:lnTo>
                  <a:lnTo>
                    <a:pt x="624" y="428"/>
                  </a:lnTo>
                  <a:lnTo>
                    <a:pt x="607" y="398"/>
                  </a:lnTo>
                  <a:lnTo>
                    <a:pt x="594" y="366"/>
                  </a:lnTo>
                  <a:lnTo>
                    <a:pt x="583" y="332"/>
                  </a:lnTo>
                  <a:lnTo>
                    <a:pt x="577" y="298"/>
                  </a:lnTo>
                  <a:lnTo>
                    <a:pt x="575" y="264"/>
                  </a:lnTo>
                  <a:lnTo>
                    <a:pt x="576" y="229"/>
                  </a:lnTo>
                  <a:lnTo>
                    <a:pt x="748" y="229"/>
                  </a:lnTo>
                  <a:lnTo>
                    <a:pt x="360" y="0"/>
                  </a:lnTo>
                  <a:lnTo>
                    <a:pt x="0" y="236"/>
                  </a:lnTo>
                  <a:lnTo>
                    <a:pt x="136" y="237"/>
                  </a:lnTo>
                  <a:lnTo>
                    <a:pt x="141" y="299"/>
                  </a:lnTo>
                  <a:lnTo>
                    <a:pt x="150" y="362"/>
                  </a:lnTo>
                  <a:lnTo>
                    <a:pt x="165" y="422"/>
                  </a:lnTo>
                  <a:lnTo>
                    <a:pt x="182" y="483"/>
                  </a:lnTo>
                  <a:lnTo>
                    <a:pt x="204" y="541"/>
                  </a:lnTo>
                  <a:lnTo>
                    <a:pt x="231" y="598"/>
                  </a:lnTo>
                  <a:lnTo>
                    <a:pt x="262" y="653"/>
                  </a:lnTo>
                  <a:lnTo>
                    <a:pt x="296" y="704"/>
                  </a:lnTo>
                  <a:lnTo>
                    <a:pt x="333" y="752"/>
                  </a:lnTo>
                  <a:lnTo>
                    <a:pt x="374" y="797"/>
                  </a:lnTo>
                  <a:lnTo>
                    <a:pt x="419" y="841"/>
                  </a:lnTo>
                  <a:lnTo>
                    <a:pt x="465" y="880"/>
                  </a:lnTo>
                  <a:lnTo>
                    <a:pt x="514" y="917"/>
                  </a:lnTo>
                  <a:lnTo>
                    <a:pt x="566" y="951"/>
                  </a:lnTo>
                  <a:lnTo>
                    <a:pt x="620" y="980"/>
                  </a:lnTo>
                  <a:lnTo>
                    <a:pt x="675" y="1007"/>
                  </a:lnTo>
                  <a:lnTo>
                    <a:pt x="732" y="1029"/>
                  </a:lnTo>
                  <a:lnTo>
                    <a:pt x="790" y="1048"/>
                  </a:lnTo>
                  <a:lnTo>
                    <a:pt x="849" y="1062"/>
                  </a:lnTo>
                  <a:lnTo>
                    <a:pt x="910" y="1074"/>
                  </a:lnTo>
                  <a:lnTo>
                    <a:pt x="772" y="845"/>
                  </a:lnTo>
                  <a:lnTo>
                    <a:pt x="929" y="645"/>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29" name=""/>
            <p:cNvSpPr/>
            <p:nvPr/>
          </p:nvSpPr>
          <p:spPr>
            <a:xfrm>
              <a:off x="4448520" y="1900800"/>
              <a:ext cx="1883520" cy="2064960"/>
            </a:xfrm>
            <a:custGeom>
              <a:avLst/>
              <a:gdLst/>
              <a:ahLst/>
              <a:rect l="l" t="t" r="r" b="b"/>
              <a:pathLst>
                <a:path w="943" h="1065">
                  <a:moveTo>
                    <a:pt x="554" y="1064"/>
                  </a:moveTo>
                  <a:lnTo>
                    <a:pt x="942" y="840"/>
                  </a:lnTo>
                  <a:lnTo>
                    <a:pt x="781" y="840"/>
                  </a:lnTo>
                  <a:lnTo>
                    <a:pt x="776" y="778"/>
                  </a:lnTo>
                  <a:lnTo>
                    <a:pt x="767" y="716"/>
                  </a:lnTo>
                  <a:lnTo>
                    <a:pt x="754" y="655"/>
                  </a:lnTo>
                  <a:lnTo>
                    <a:pt x="737" y="595"/>
                  </a:lnTo>
                  <a:lnTo>
                    <a:pt x="714" y="536"/>
                  </a:lnTo>
                  <a:lnTo>
                    <a:pt x="688" y="480"/>
                  </a:lnTo>
                  <a:lnTo>
                    <a:pt x="658" y="425"/>
                  </a:lnTo>
                  <a:lnTo>
                    <a:pt x="624" y="372"/>
                  </a:lnTo>
                  <a:lnTo>
                    <a:pt x="586" y="323"/>
                  </a:lnTo>
                  <a:lnTo>
                    <a:pt x="547" y="275"/>
                  </a:lnTo>
                  <a:lnTo>
                    <a:pt x="502" y="232"/>
                  </a:lnTo>
                  <a:lnTo>
                    <a:pt x="455" y="191"/>
                  </a:lnTo>
                  <a:lnTo>
                    <a:pt x="405" y="153"/>
                  </a:lnTo>
                  <a:lnTo>
                    <a:pt x="352" y="120"/>
                  </a:lnTo>
                  <a:lnTo>
                    <a:pt x="298" y="89"/>
                  </a:lnTo>
                  <a:lnTo>
                    <a:pt x="241" y="63"/>
                  </a:lnTo>
                  <a:lnTo>
                    <a:pt x="182" y="41"/>
                  </a:lnTo>
                  <a:lnTo>
                    <a:pt x="122" y="23"/>
                  </a:lnTo>
                  <a:lnTo>
                    <a:pt x="61" y="9"/>
                  </a:lnTo>
                  <a:lnTo>
                    <a:pt x="0" y="0"/>
                  </a:lnTo>
                  <a:lnTo>
                    <a:pt x="137" y="226"/>
                  </a:lnTo>
                  <a:lnTo>
                    <a:pt x="5" y="451"/>
                  </a:lnTo>
                  <a:lnTo>
                    <a:pt x="48" y="465"/>
                  </a:lnTo>
                  <a:lnTo>
                    <a:pt x="90" y="483"/>
                  </a:lnTo>
                  <a:lnTo>
                    <a:pt x="130" y="505"/>
                  </a:lnTo>
                  <a:lnTo>
                    <a:pt x="168" y="531"/>
                  </a:lnTo>
                  <a:lnTo>
                    <a:pt x="202" y="561"/>
                  </a:lnTo>
                  <a:lnTo>
                    <a:pt x="233" y="594"/>
                  </a:lnTo>
                  <a:lnTo>
                    <a:pt x="262" y="629"/>
                  </a:lnTo>
                  <a:lnTo>
                    <a:pt x="285" y="668"/>
                  </a:lnTo>
                  <a:lnTo>
                    <a:pt x="305" y="709"/>
                  </a:lnTo>
                  <a:lnTo>
                    <a:pt x="321" y="751"/>
                  </a:lnTo>
                  <a:lnTo>
                    <a:pt x="333" y="795"/>
                  </a:lnTo>
                  <a:lnTo>
                    <a:pt x="340" y="840"/>
                  </a:lnTo>
                  <a:lnTo>
                    <a:pt x="188" y="841"/>
                  </a:lnTo>
                  <a:lnTo>
                    <a:pt x="554" y="1064"/>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4630" name=""/>
          <p:cNvSpPr/>
          <p:nvPr/>
        </p:nvSpPr>
        <p:spPr>
          <a:xfrm>
            <a:off x="3110040" y="2465280"/>
            <a:ext cx="7207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31" name=""/>
          <p:cNvSpPr/>
          <p:nvPr/>
        </p:nvSpPr>
        <p:spPr>
          <a:xfrm>
            <a:off x="4962600" y="2763720"/>
            <a:ext cx="7221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32" name=""/>
          <p:cNvSpPr/>
          <p:nvPr/>
        </p:nvSpPr>
        <p:spPr>
          <a:xfrm>
            <a:off x="4707000" y="4460760"/>
            <a:ext cx="7239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33" name=""/>
          <p:cNvSpPr/>
          <p:nvPr/>
        </p:nvSpPr>
        <p:spPr>
          <a:xfrm>
            <a:off x="2859120" y="4102200"/>
            <a:ext cx="7207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3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63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636" name=""/>
          <p:cNvSpPr/>
          <p:nvPr/>
        </p:nvSpPr>
        <p:spPr>
          <a:xfrm>
            <a:off x="6423120" y="13273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37" name=""/>
          <p:cNvSpPr/>
          <p:nvPr/>
        </p:nvSpPr>
        <p:spPr>
          <a:xfrm>
            <a:off x="550800" y="13273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38" name=""/>
          <p:cNvSpPr/>
          <p:nvPr/>
        </p:nvSpPr>
        <p:spPr>
          <a:xfrm>
            <a:off x="6423120" y="38149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39" name=""/>
          <p:cNvSpPr/>
          <p:nvPr/>
        </p:nvSpPr>
        <p:spPr>
          <a:xfrm>
            <a:off x="550800" y="38149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8C59906E-43F3-4D68-90C7-CB2C81194636}" type="slidenum">
              <a:t>235</a:t>
            </a:fld>
          </a:p>
        </p:txBody>
      </p:sp>
    </p:spTree>
  </p:cSld>
  <mc:AlternateContent>
    <mc:Choice Requires="p14">
      <p:transition spd="slow" p14:dur="2000"/>
    </mc:Choice>
    <mc:Fallback>
      <p:transition spd="slow"/>
    </mc:Fallback>
  </mc:AlternateContent>
</p:sld>
</file>

<file path=ppt/slides/slide2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4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4</a:t>
            </a:r>
            <a:endParaRPr b="1" lang="en-US" sz="1900" spc="-1" strike="noStrike">
              <a:solidFill>
                <a:srgbClr val="000000"/>
              </a:solidFill>
              <a:latin typeface="Arial"/>
            </a:endParaRPr>
          </a:p>
        </p:txBody>
      </p:sp>
      <p:sp>
        <p:nvSpPr>
          <p:cNvPr id="4641" name=""/>
          <p:cNvSpPr/>
          <p:nvPr/>
        </p:nvSpPr>
        <p:spPr>
          <a:xfrm>
            <a:off x="2523960" y="1890720"/>
            <a:ext cx="2108520" cy="1477800"/>
          </a:xfrm>
          <a:custGeom>
            <a:avLst/>
            <a:gdLst/>
            <a:ahLst/>
            <a:rect l="l" t="t" r="r" b="b"/>
            <a:pathLst>
              <a:path w="1328" h="931">
                <a:moveTo>
                  <a:pt x="572" y="906"/>
                </a:moveTo>
                <a:lnTo>
                  <a:pt x="592" y="856"/>
                </a:lnTo>
                <a:lnTo>
                  <a:pt x="616" y="809"/>
                </a:lnTo>
                <a:lnTo>
                  <a:pt x="646" y="763"/>
                </a:lnTo>
                <a:lnTo>
                  <a:pt x="680" y="722"/>
                </a:lnTo>
                <a:lnTo>
                  <a:pt x="717" y="683"/>
                </a:lnTo>
                <a:lnTo>
                  <a:pt x="758" y="647"/>
                </a:lnTo>
                <a:lnTo>
                  <a:pt x="803" y="617"/>
                </a:lnTo>
                <a:lnTo>
                  <a:pt x="850" y="591"/>
                </a:lnTo>
                <a:lnTo>
                  <a:pt x="896" y="572"/>
                </a:lnTo>
                <a:lnTo>
                  <a:pt x="947" y="555"/>
                </a:lnTo>
                <a:lnTo>
                  <a:pt x="997" y="542"/>
                </a:lnTo>
                <a:lnTo>
                  <a:pt x="1049" y="535"/>
                </a:lnTo>
                <a:lnTo>
                  <a:pt x="1167" y="537"/>
                </a:lnTo>
                <a:lnTo>
                  <a:pt x="1328" y="290"/>
                </a:lnTo>
                <a:lnTo>
                  <a:pt x="1158" y="9"/>
                </a:lnTo>
                <a:lnTo>
                  <a:pt x="1062" y="0"/>
                </a:lnTo>
                <a:lnTo>
                  <a:pt x="952" y="8"/>
                </a:lnTo>
                <a:lnTo>
                  <a:pt x="873" y="21"/>
                </a:lnTo>
                <a:lnTo>
                  <a:pt x="797" y="38"/>
                </a:lnTo>
                <a:lnTo>
                  <a:pt x="722" y="63"/>
                </a:lnTo>
                <a:lnTo>
                  <a:pt x="649" y="91"/>
                </a:lnTo>
                <a:lnTo>
                  <a:pt x="578" y="124"/>
                </a:lnTo>
                <a:lnTo>
                  <a:pt x="509" y="163"/>
                </a:lnTo>
                <a:lnTo>
                  <a:pt x="443" y="207"/>
                </a:lnTo>
                <a:lnTo>
                  <a:pt x="380" y="256"/>
                </a:lnTo>
                <a:lnTo>
                  <a:pt x="321" y="309"/>
                </a:lnTo>
                <a:lnTo>
                  <a:pt x="265" y="367"/>
                </a:lnTo>
                <a:lnTo>
                  <a:pt x="214" y="426"/>
                </a:lnTo>
                <a:lnTo>
                  <a:pt x="168" y="491"/>
                </a:lnTo>
                <a:lnTo>
                  <a:pt x="127" y="560"/>
                </a:lnTo>
                <a:lnTo>
                  <a:pt x="91" y="630"/>
                </a:lnTo>
                <a:lnTo>
                  <a:pt x="59" y="701"/>
                </a:lnTo>
                <a:lnTo>
                  <a:pt x="34" y="777"/>
                </a:lnTo>
                <a:lnTo>
                  <a:pt x="14" y="853"/>
                </a:lnTo>
                <a:lnTo>
                  <a:pt x="0" y="931"/>
                </a:lnTo>
                <a:lnTo>
                  <a:pt x="299" y="738"/>
                </a:lnTo>
                <a:lnTo>
                  <a:pt x="572" y="906"/>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42" name=""/>
          <p:cNvSpPr/>
          <p:nvPr/>
        </p:nvSpPr>
        <p:spPr>
          <a:xfrm>
            <a:off x="3935520" y="3807000"/>
            <a:ext cx="2062080" cy="1484280"/>
          </a:xfrm>
          <a:custGeom>
            <a:avLst/>
            <a:gdLst/>
            <a:ahLst/>
            <a:rect l="l" t="t" r="r" b="b"/>
            <a:pathLst>
              <a:path w="1299" h="935">
                <a:moveTo>
                  <a:pt x="736" y="1"/>
                </a:moveTo>
                <a:lnTo>
                  <a:pt x="721" y="50"/>
                </a:lnTo>
                <a:lnTo>
                  <a:pt x="700" y="95"/>
                </a:lnTo>
                <a:lnTo>
                  <a:pt x="676" y="142"/>
                </a:lnTo>
                <a:lnTo>
                  <a:pt x="647" y="183"/>
                </a:lnTo>
                <a:lnTo>
                  <a:pt x="614" y="222"/>
                </a:lnTo>
                <a:lnTo>
                  <a:pt x="578" y="259"/>
                </a:lnTo>
                <a:lnTo>
                  <a:pt x="537" y="292"/>
                </a:lnTo>
                <a:lnTo>
                  <a:pt x="495" y="320"/>
                </a:lnTo>
                <a:lnTo>
                  <a:pt x="448" y="346"/>
                </a:lnTo>
                <a:lnTo>
                  <a:pt x="399" y="368"/>
                </a:lnTo>
                <a:lnTo>
                  <a:pt x="349" y="383"/>
                </a:lnTo>
                <a:lnTo>
                  <a:pt x="297" y="394"/>
                </a:lnTo>
                <a:lnTo>
                  <a:pt x="233" y="404"/>
                </a:lnTo>
                <a:lnTo>
                  <a:pt x="170" y="404"/>
                </a:lnTo>
                <a:lnTo>
                  <a:pt x="101" y="499"/>
                </a:lnTo>
                <a:lnTo>
                  <a:pt x="0" y="631"/>
                </a:lnTo>
                <a:lnTo>
                  <a:pt x="167" y="929"/>
                </a:lnTo>
                <a:lnTo>
                  <a:pt x="297" y="935"/>
                </a:lnTo>
                <a:lnTo>
                  <a:pt x="371" y="927"/>
                </a:lnTo>
                <a:lnTo>
                  <a:pt x="444" y="912"/>
                </a:lnTo>
                <a:lnTo>
                  <a:pt x="517" y="895"/>
                </a:lnTo>
                <a:lnTo>
                  <a:pt x="588" y="871"/>
                </a:lnTo>
                <a:lnTo>
                  <a:pt x="657" y="844"/>
                </a:lnTo>
                <a:lnTo>
                  <a:pt x="724" y="812"/>
                </a:lnTo>
                <a:lnTo>
                  <a:pt x="788" y="775"/>
                </a:lnTo>
                <a:lnTo>
                  <a:pt x="851" y="734"/>
                </a:lnTo>
                <a:lnTo>
                  <a:pt x="911" y="689"/>
                </a:lnTo>
                <a:lnTo>
                  <a:pt x="967" y="641"/>
                </a:lnTo>
                <a:lnTo>
                  <a:pt x="1021" y="587"/>
                </a:lnTo>
                <a:lnTo>
                  <a:pt x="1068" y="531"/>
                </a:lnTo>
                <a:lnTo>
                  <a:pt x="1112" y="473"/>
                </a:lnTo>
                <a:lnTo>
                  <a:pt x="1153" y="412"/>
                </a:lnTo>
                <a:lnTo>
                  <a:pt x="1189" y="347"/>
                </a:lnTo>
                <a:lnTo>
                  <a:pt x="1221" y="282"/>
                </a:lnTo>
                <a:lnTo>
                  <a:pt x="1247" y="212"/>
                </a:lnTo>
                <a:lnTo>
                  <a:pt x="1270" y="143"/>
                </a:lnTo>
                <a:lnTo>
                  <a:pt x="1287" y="71"/>
                </a:lnTo>
                <a:lnTo>
                  <a:pt x="1299" y="0"/>
                </a:lnTo>
                <a:lnTo>
                  <a:pt x="1022" y="161"/>
                </a:lnTo>
                <a:lnTo>
                  <a:pt x="736" y="1"/>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43" name=""/>
          <p:cNvSpPr/>
          <p:nvPr/>
        </p:nvSpPr>
        <p:spPr>
          <a:xfrm>
            <a:off x="2549520" y="3168720"/>
            <a:ext cx="1585800" cy="2082600"/>
          </a:xfrm>
          <a:custGeom>
            <a:avLst/>
            <a:gdLst/>
            <a:ahLst/>
            <a:rect l="l" t="t" r="r" b="b"/>
            <a:pathLst>
              <a:path w="999" h="1312">
                <a:moveTo>
                  <a:pt x="999" y="788"/>
                </a:moveTo>
                <a:lnTo>
                  <a:pt x="946" y="774"/>
                </a:lnTo>
                <a:lnTo>
                  <a:pt x="896" y="757"/>
                </a:lnTo>
                <a:lnTo>
                  <a:pt x="845" y="737"/>
                </a:lnTo>
                <a:lnTo>
                  <a:pt x="800" y="711"/>
                </a:lnTo>
                <a:lnTo>
                  <a:pt x="755" y="680"/>
                </a:lnTo>
                <a:lnTo>
                  <a:pt x="714" y="646"/>
                </a:lnTo>
                <a:lnTo>
                  <a:pt x="677" y="607"/>
                </a:lnTo>
                <a:lnTo>
                  <a:pt x="645" y="568"/>
                </a:lnTo>
                <a:lnTo>
                  <a:pt x="615" y="523"/>
                </a:lnTo>
                <a:lnTo>
                  <a:pt x="594" y="486"/>
                </a:lnTo>
                <a:lnTo>
                  <a:pt x="577" y="447"/>
                </a:lnTo>
                <a:lnTo>
                  <a:pt x="563" y="406"/>
                </a:lnTo>
                <a:lnTo>
                  <a:pt x="552" y="358"/>
                </a:lnTo>
                <a:lnTo>
                  <a:pt x="544" y="304"/>
                </a:lnTo>
                <a:lnTo>
                  <a:pt x="544" y="232"/>
                </a:lnTo>
                <a:lnTo>
                  <a:pt x="550" y="155"/>
                </a:lnTo>
                <a:lnTo>
                  <a:pt x="283" y="0"/>
                </a:lnTo>
                <a:lnTo>
                  <a:pt x="0" y="176"/>
                </a:lnTo>
                <a:lnTo>
                  <a:pt x="1" y="289"/>
                </a:lnTo>
                <a:lnTo>
                  <a:pt x="7" y="365"/>
                </a:lnTo>
                <a:lnTo>
                  <a:pt x="19" y="442"/>
                </a:lnTo>
                <a:lnTo>
                  <a:pt x="38" y="515"/>
                </a:lnTo>
                <a:lnTo>
                  <a:pt x="59" y="590"/>
                </a:lnTo>
                <a:lnTo>
                  <a:pt x="87" y="661"/>
                </a:lnTo>
                <a:lnTo>
                  <a:pt x="121" y="730"/>
                </a:lnTo>
                <a:lnTo>
                  <a:pt x="160" y="798"/>
                </a:lnTo>
                <a:lnTo>
                  <a:pt x="202" y="860"/>
                </a:lnTo>
                <a:lnTo>
                  <a:pt x="249" y="918"/>
                </a:lnTo>
                <a:lnTo>
                  <a:pt x="301" y="973"/>
                </a:lnTo>
                <a:lnTo>
                  <a:pt x="357" y="1027"/>
                </a:lnTo>
                <a:lnTo>
                  <a:pt x="415" y="1075"/>
                </a:lnTo>
                <a:lnTo>
                  <a:pt x="477" y="1120"/>
                </a:lnTo>
                <a:lnTo>
                  <a:pt x="542" y="1162"/>
                </a:lnTo>
                <a:lnTo>
                  <a:pt x="610" y="1197"/>
                </a:lnTo>
                <a:lnTo>
                  <a:pt x="679" y="1230"/>
                </a:lnTo>
                <a:lnTo>
                  <a:pt x="751" y="1257"/>
                </a:lnTo>
                <a:lnTo>
                  <a:pt x="824" y="1280"/>
                </a:lnTo>
                <a:lnTo>
                  <a:pt x="898" y="1297"/>
                </a:lnTo>
                <a:lnTo>
                  <a:pt x="975" y="1312"/>
                </a:lnTo>
                <a:lnTo>
                  <a:pt x="801" y="1032"/>
                </a:lnTo>
                <a:lnTo>
                  <a:pt x="999" y="788"/>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44" name=""/>
          <p:cNvSpPr/>
          <p:nvPr/>
        </p:nvSpPr>
        <p:spPr>
          <a:xfrm>
            <a:off x="4448160" y="1900080"/>
            <a:ext cx="1560600" cy="2063880"/>
          </a:xfrm>
          <a:custGeom>
            <a:avLst/>
            <a:gdLst/>
            <a:ahLst/>
            <a:rect l="l" t="t" r="r" b="b"/>
            <a:pathLst>
              <a:path w="983" h="1300">
                <a:moveTo>
                  <a:pt x="697" y="1300"/>
                </a:moveTo>
                <a:lnTo>
                  <a:pt x="978" y="1140"/>
                </a:lnTo>
                <a:lnTo>
                  <a:pt x="983" y="1026"/>
                </a:lnTo>
                <a:lnTo>
                  <a:pt x="977" y="950"/>
                </a:lnTo>
                <a:lnTo>
                  <a:pt x="965" y="875"/>
                </a:lnTo>
                <a:lnTo>
                  <a:pt x="949" y="800"/>
                </a:lnTo>
                <a:lnTo>
                  <a:pt x="928" y="727"/>
                </a:lnTo>
                <a:lnTo>
                  <a:pt x="899" y="655"/>
                </a:lnTo>
                <a:lnTo>
                  <a:pt x="866" y="586"/>
                </a:lnTo>
                <a:lnTo>
                  <a:pt x="828" y="519"/>
                </a:lnTo>
                <a:lnTo>
                  <a:pt x="785" y="454"/>
                </a:lnTo>
                <a:lnTo>
                  <a:pt x="738" y="395"/>
                </a:lnTo>
                <a:lnTo>
                  <a:pt x="689" y="336"/>
                </a:lnTo>
                <a:lnTo>
                  <a:pt x="632" y="283"/>
                </a:lnTo>
                <a:lnTo>
                  <a:pt x="573" y="233"/>
                </a:lnTo>
                <a:lnTo>
                  <a:pt x="510" y="187"/>
                </a:lnTo>
                <a:lnTo>
                  <a:pt x="443" y="147"/>
                </a:lnTo>
                <a:lnTo>
                  <a:pt x="375" y="109"/>
                </a:lnTo>
                <a:lnTo>
                  <a:pt x="303" y="77"/>
                </a:lnTo>
                <a:lnTo>
                  <a:pt x="229" y="50"/>
                </a:lnTo>
                <a:lnTo>
                  <a:pt x="154" y="28"/>
                </a:lnTo>
                <a:lnTo>
                  <a:pt x="77" y="11"/>
                </a:lnTo>
                <a:lnTo>
                  <a:pt x="0" y="0"/>
                </a:lnTo>
                <a:lnTo>
                  <a:pt x="172" y="276"/>
                </a:lnTo>
                <a:lnTo>
                  <a:pt x="6" y="551"/>
                </a:lnTo>
                <a:lnTo>
                  <a:pt x="60" y="568"/>
                </a:lnTo>
                <a:lnTo>
                  <a:pt x="113" y="590"/>
                </a:lnTo>
                <a:lnTo>
                  <a:pt x="164" y="617"/>
                </a:lnTo>
                <a:lnTo>
                  <a:pt x="211" y="649"/>
                </a:lnTo>
                <a:lnTo>
                  <a:pt x="254" y="685"/>
                </a:lnTo>
                <a:lnTo>
                  <a:pt x="293" y="726"/>
                </a:lnTo>
                <a:lnTo>
                  <a:pt x="330" y="768"/>
                </a:lnTo>
                <a:lnTo>
                  <a:pt x="359" y="816"/>
                </a:lnTo>
                <a:lnTo>
                  <a:pt x="384" y="866"/>
                </a:lnTo>
                <a:lnTo>
                  <a:pt x="404" y="917"/>
                </a:lnTo>
                <a:lnTo>
                  <a:pt x="419" y="971"/>
                </a:lnTo>
                <a:lnTo>
                  <a:pt x="428" y="1026"/>
                </a:lnTo>
                <a:lnTo>
                  <a:pt x="435" y="1149"/>
                </a:lnTo>
                <a:lnTo>
                  <a:pt x="697" y="130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45" name=""/>
          <p:cNvSpPr/>
          <p:nvPr/>
        </p:nvSpPr>
        <p:spPr>
          <a:xfrm>
            <a:off x="3110040" y="2465280"/>
            <a:ext cx="7207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46" name=""/>
          <p:cNvSpPr/>
          <p:nvPr/>
        </p:nvSpPr>
        <p:spPr>
          <a:xfrm>
            <a:off x="4962600" y="2763720"/>
            <a:ext cx="7221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47" name=""/>
          <p:cNvSpPr/>
          <p:nvPr/>
        </p:nvSpPr>
        <p:spPr>
          <a:xfrm>
            <a:off x="4707000" y="4460760"/>
            <a:ext cx="72396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48" name=""/>
          <p:cNvSpPr/>
          <p:nvPr/>
        </p:nvSpPr>
        <p:spPr>
          <a:xfrm>
            <a:off x="2859120" y="4102200"/>
            <a:ext cx="720720" cy="24408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64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65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651" name=""/>
          <p:cNvSpPr/>
          <p:nvPr/>
        </p:nvSpPr>
        <p:spPr>
          <a:xfrm>
            <a:off x="6423120" y="13273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52" name=""/>
          <p:cNvSpPr/>
          <p:nvPr/>
        </p:nvSpPr>
        <p:spPr>
          <a:xfrm>
            <a:off x="550800" y="13273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53" name=""/>
          <p:cNvSpPr/>
          <p:nvPr/>
        </p:nvSpPr>
        <p:spPr>
          <a:xfrm>
            <a:off x="6423120" y="38149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654" name=""/>
          <p:cNvSpPr/>
          <p:nvPr/>
        </p:nvSpPr>
        <p:spPr>
          <a:xfrm>
            <a:off x="550800" y="3814920"/>
            <a:ext cx="1809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F7C5533C-1C6E-4E31-9917-DC94B727752D}" type="slidenum">
              <a:t>236</a:t>
            </a:fld>
          </a:p>
        </p:txBody>
      </p:sp>
    </p:spTree>
  </p:cSld>
  <mc:AlternateContent>
    <mc:Choice Requires="p14">
      <p:transition spd="slow" p14:dur="2000"/>
    </mc:Choice>
    <mc:Fallback>
      <p:transition spd="slow"/>
    </mc:Fallback>
  </mc:AlternateContent>
</p:sld>
</file>

<file path=ppt/slides/slide2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5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5</a:t>
            </a:r>
            <a:endParaRPr b="1" lang="en-US" sz="1900" spc="-1" strike="noStrike">
              <a:solidFill>
                <a:srgbClr val="000000"/>
              </a:solidFill>
              <a:latin typeface="Arial"/>
            </a:endParaRPr>
          </a:p>
        </p:txBody>
      </p:sp>
      <p:grpSp>
        <p:nvGrpSpPr>
          <p:cNvPr id="4656" name=""/>
          <p:cNvGrpSpPr/>
          <p:nvPr/>
        </p:nvGrpSpPr>
        <p:grpSpPr>
          <a:xfrm>
            <a:off x="2598840" y="1660680"/>
            <a:ext cx="3649320" cy="3436560"/>
            <a:chOff x="2598840" y="1660680"/>
            <a:chExt cx="3649320" cy="3436560"/>
          </a:xfrm>
        </p:grpSpPr>
        <p:grpSp>
          <p:nvGrpSpPr>
            <p:cNvPr id="4657" name=""/>
            <p:cNvGrpSpPr/>
            <p:nvPr/>
          </p:nvGrpSpPr>
          <p:grpSpPr>
            <a:xfrm>
              <a:off x="2598840" y="1660680"/>
              <a:ext cx="3649320" cy="3436560"/>
              <a:chOff x="2598840" y="1660680"/>
              <a:chExt cx="3649320" cy="3436560"/>
            </a:xfrm>
          </p:grpSpPr>
          <p:sp>
            <p:nvSpPr>
              <p:cNvPr id="4658" name=""/>
              <p:cNvSpPr/>
              <p:nvPr/>
            </p:nvSpPr>
            <p:spPr>
              <a:xfrm>
                <a:off x="2970360" y="1660680"/>
                <a:ext cx="1826640" cy="1467720"/>
              </a:xfrm>
              <a:custGeom>
                <a:avLst/>
                <a:gdLst/>
                <a:ahLst/>
                <a:rect l="l" t="t" r="r" b="b"/>
                <a:pathLst>
                  <a:path w="973" h="805">
                    <a:moveTo>
                      <a:pt x="402" y="804"/>
                    </a:moveTo>
                    <a:lnTo>
                      <a:pt x="424" y="765"/>
                    </a:lnTo>
                    <a:lnTo>
                      <a:pt x="450" y="730"/>
                    </a:lnTo>
                    <a:lnTo>
                      <a:pt x="479" y="698"/>
                    </a:lnTo>
                    <a:lnTo>
                      <a:pt x="512" y="668"/>
                    </a:lnTo>
                    <a:lnTo>
                      <a:pt x="548" y="642"/>
                    </a:lnTo>
                    <a:lnTo>
                      <a:pt x="583" y="621"/>
                    </a:lnTo>
                    <a:lnTo>
                      <a:pt x="620" y="603"/>
                    </a:lnTo>
                    <a:lnTo>
                      <a:pt x="660" y="589"/>
                    </a:lnTo>
                    <a:lnTo>
                      <a:pt x="699" y="579"/>
                    </a:lnTo>
                    <a:lnTo>
                      <a:pt x="740" y="572"/>
                    </a:lnTo>
                    <a:lnTo>
                      <a:pt x="752" y="722"/>
                    </a:lnTo>
                    <a:lnTo>
                      <a:pt x="972" y="356"/>
                    </a:lnTo>
                    <a:lnTo>
                      <a:pt x="712" y="0"/>
                    </a:lnTo>
                    <a:lnTo>
                      <a:pt x="713" y="134"/>
                    </a:lnTo>
                    <a:lnTo>
                      <a:pt x="651" y="142"/>
                    </a:lnTo>
                    <a:lnTo>
                      <a:pt x="590" y="154"/>
                    </a:lnTo>
                    <a:lnTo>
                      <a:pt x="530" y="170"/>
                    </a:lnTo>
                    <a:lnTo>
                      <a:pt x="471" y="191"/>
                    </a:lnTo>
                    <a:lnTo>
                      <a:pt x="414" y="216"/>
                    </a:lnTo>
                    <a:lnTo>
                      <a:pt x="359" y="245"/>
                    </a:lnTo>
                    <a:lnTo>
                      <a:pt x="305" y="278"/>
                    </a:lnTo>
                    <a:lnTo>
                      <a:pt x="257" y="312"/>
                    </a:lnTo>
                    <a:lnTo>
                      <a:pt x="212" y="349"/>
                    </a:lnTo>
                    <a:lnTo>
                      <a:pt x="170" y="390"/>
                    </a:lnTo>
                    <a:lnTo>
                      <a:pt x="129" y="432"/>
                    </a:lnTo>
                    <a:lnTo>
                      <a:pt x="92" y="478"/>
                    </a:lnTo>
                    <a:lnTo>
                      <a:pt x="58" y="526"/>
                    </a:lnTo>
                    <a:lnTo>
                      <a:pt x="27" y="576"/>
                    </a:lnTo>
                    <a:lnTo>
                      <a:pt x="0" y="628"/>
                    </a:lnTo>
                    <a:lnTo>
                      <a:pt x="264" y="607"/>
                    </a:lnTo>
                    <a:lnTo>
                      <a:pt x="402" y="804"/>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59" name=""/>
              <p:cNvSpPr/>
              <p:nvPr/>
            </p:nvSpPr>
            <p:spPr>
              <a:xfrm>
                <a:off x="4594320" y="1904760"/>
                <a:ext cx="1653840" cy="1492920"/>
              </a:xfrm>
              <a:custGeom>
                <a:avLst/>
                <a:gdLst/>
                <a:ahLst/>
                <a:rect l="l" t="t" r="r" b="b"/>
                <a:pathLst>
                  <a:path w="881" h="819">
                    <a:moveTo>
                      <a:pt x="583" y="818"/>
                    </a:moveTo>
                    <a:lnTo>
                      <a:pt x="685" y="715"/>
                    </a:lnTo>
                    <a:lnTo>
                      <a:pt x="784" y="609"/>
                    </a:lnTo>
                    <a:lnTo>
                      <a:pt x="880" y="502"/>
                    </a:lnTo>
                    <a:lnTo>
                      <a:pt x="734" y="542"/>
                    </a:lnTo>
                    <a:lnTo>
                      <a:pt x="709" y="487"/>
                    </a:lnTo>
                    <a:lnTo>
                      <a:pt x="681" y="433"/>
                    </a:lnTo>
                    <a:lnTo>
                      <a:pt x="650" y="383"/>
                    </a:lnTo>
                    <a:lnTo>
                      <a:pt x="615" y="334"/>
                    </a:lnTo>
                    <a:lnTo>
                      <a:pt x="576" y="288"/>
                    </a:lnTo>
                    <a:lnTo>
                      <a:pt x="534" y="245"/>
                    </a:lnTo>
                    <a:lnTo>
                      <a:pt x="490" y="204"/>
                    </a:lnTo>
                    <a:lnTo>
                      <a:pt x="443" y="168"/>
                    </a:lnTo>
                    <a:lnTo>
                      <a:pt x="393" y="133"/>
                    </a:lnTo>
                    <a:lnTo>
                      <a:pt x="342" y="103"/>
                    </a:lnTo>
                    <a:lnTo>
                      <a:pt x="288" y="76"/>
                    </a:lnTo>
                    <a:lnTo>
                      <a:pt x="233" y="54"/>
                    </a:lnTo>
                    <a:lnTo>
                      <a:pt x="176" y="34"/>
                    </a:lnTo>
                    <a:lnTo>
                      <a:pt x="118" y="19"/>
                    </a:lnTo>
                    <a:lnTo>
                      <a:pt x="60" y="8"/>
                    </a:lnTo>
                    <a:lnTo>
                      <a:pt x="0" y="0"/>
                    </a:lnTo>
                    <a:lnTo>
                      <a:pt x="147" y="218"/>
                    </a:lnTo>
                    <a:lnTo>
                      <a:pt x="27" y="444"/>
                    </a:lnTo>
                    <a:lnTo>
                      <a:pt x="70" y="456"/>
                    </a:lnTo>
                    <a:lnTo>
                      <a:pt x="111" y="474"/>
                    </a:lnTo>
                    <a:lnTo>
                      <a:pt x="149" y="496"/>
                    </a:lnTo>
                    <a:lnTo>
                      <a:pt x="187" y="522"/>
                    </a:lnTo>
                    <a:lnTo>
                      <a:pt x="220" y="551"/>
                    </a:lnTo>
                    <a:lnTo>
                      <a:pt x="252" y="584"/>
                    </a:lnTo>
                    <a:lnTo>
                      <a:pt x="279" y="618"/>
                    </a:lnTo>
                    <a:lnTo>
                      <a:pt x="302" y="657"/>
                    </a:lnTo>
                    <a:lnTo>
                      <a:pt x="146" y="699"/>
                    </a:lnTo>
                    <a:lnTo>
                      <a:pt x="583" y="818"/>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60" name=""/>
              <p:cNvSpPr/>
              <p:nvPr/>
            </p:nvSpPr>
            <p:spPr>
              <a:xfrm>
                <a:off x="4845960" y="3128400"/>
                <a:ext cx="1250280" cy="1883160"/>
              </a:xfrm>
              <a:custGeom>
                <a:avLst/>
                <a:gdLst/>
                <a:ahLst/>
                <a:rect l="l" t="t" r="r" b="b"/>
                <a:pathLst>
                  <a:path w="666" h="1033">
                    <a:moveTo>
                      <a:pt x="217" y="121"/>
                    </a:moveTo>
                    <a:lnTo>
                      <a:pt x="223" y="164"/>
                    </a:lnTo>
                    <a:lnTo>
                      <a:pt x="224" y="209"/>
                    </a:lnTo>
                    <a:lnTo>
                      <a:pt x="222" y="253"/>
                    </a:lnTo>
                    <a:lnTo>
                      <a:pt x="214" y="296"/>
                    </a:lnTo>
                    <a:lnTo>
                      <a:pt x="202" y="339"/>
                    </a:lnTo>
                    <a:lnTo>
                      <a:pt x="187" y="380"/>
                    </a:lnTo>
                    <a:lnTo>
                      <a:pt x="166" y="420"/>
                    </a:lnTo>
                    <a:lnTo>
                      <a:pt x="142" y="457"/>
                    </a:lnTo>
                    <a:lnTo>
                      <a:pt x="114" y="492"/>
                    </a:lnTo>
                    <a:lnTo>
                      <a:pt x="84" y="524"/>
                    </a:lnTo>
                    <a:lnTo>
                      <a:pt x="0" y="371"/>
                    </a:lnTo>
                    <a:lnTo>
                      <a:pt x="0" y="819"/>
                    </a:lnTo>
                    <a:lnTo>
                      <a:pt x="378" y="1032"/>
                    </a:lnTo>
                    <a:lnTo>
                      <a:pt x="306" y="909"/>
                    </a:lnTo>
                    <a:lnTo>
                      <a:pt x="354" y="871"/>
                    </a:lnTo>
                    <a:lnTo>
                      <a:pt x="398" y="831"/>
                    </a:lnTo>
                    <a:lnTo>
                      <a:pt x="440" y="787"/>
                    </a:lnTo>
                    <a:lnTo>
                      <a:pt x="480" y="741"/>
                    </a:lnTo>
                    <a:lnTo>
                      <a:pt x="515" y="692"/>
                    </a:lnTo>
                    <a:lnTo>
                      <a:pt x="547" y="641"/>
                    </a:lnTo>
                    <a:lnTo>
                      <a:pt x="575" y="588"/>
                    </a:lnTo>
                    <a:lnTo>
                      <a:pt x="600" y="533"/>
                    </a:lnTo>
                    <a:lnTo>
                      <a:pt x="621" y="476"/>
                    </a:lnTo>
                    <a:lnTo>
                      <a:pt x="638" y="419"/>
                    </a:lnTo>
                    <a:lnTo>
                      <a:pt x="651" y="359"/>
                    </a:lnTo>
                    <a:lnTo>
                      <a:pt x="659" y="300"/>
                    </a:lnTo>
                    <a:lnTo>
                      <a:pt x="664" y="239"/>
                    </a:lnTo>
                    <a:lnTo>
                      <a:pt x="665" y="180"/>
                    </a:lnTo>
                    <a:lnTo>
                      <a:pt x="662" y="119"/>
                    </a:lnTo>
                    <a:lnTo>
                      <a:pt x="654" y="59"/>
                    </a:lnTo>
                    <a:lnTo>
                      <a:pt x="642" y="0"/>
                    </a:lnTo>
                    <a:lnTo>
                      <a:pt x="454" y="190"/>
                    </a:lnTo>
                    <a:lnTo>
                      <a:pt x="217" y="121"/>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61" name=""/>
              <p:cNvSpPr/>
              <p:nvPr/>
            </p:nvSpPr>
            <p:spPr>
              <a:xfrm>
                <a:off x="3283560" y="3935880"/>
                <a:ext cx="1933560" cy="1161360"/>
              </a:xfrm>
              <a:custGeom>
                <a:avLst/>
                <a:gdLst/>
                <a:ahLst/>
                <a:rect l="l" t="t" r="r" b="b"/>
                <a:pathLst>
                  <a:path w="1030" h="637">
                    <a:moveTo>
                      <a:pt x="792" y="161"/>
                    </a:moveTo>
                    <a:lnTo>
                      <a:pt x="753" y="175"/>
                    </a:lnTo>
                    <a:lnTo>
                      <a:pt x="712" y="187"/>
                    </a:lnTo>
                    <a:lnTo>
                      <a:pt x="670" y="193"/>
                    </a:lnTo>
                    <a:lnTo>
                      <a:pt x="628" y="196"/>
                    </a:lnTo>
                    <a:lnTo>
                      <a:pt x="586" y="194"/>
                    </a:lnTo>
                    <a:lnTo>
                      <a:pt x="544" y="188"/>
                    </a:lnTo>
                    <a:lnTo>
                      <a:pt x="502" y="179"/>
                    </a:lnTo>
                    <a:lnTo>
                      <a:pt x="462" y="166"/>
                    </a:lnTo>
                    <a:lnTo>
                      <a:pt x="424" y="148"/>
                    </a:lnTo>
                    <a:lnTo>
                      <a:pt x="388" y="127"/>
                    </a:lnTo>
                    <a:lnTo>
                      <a:pt x="493" y="0"/>
                    </a:lnTo>
                    <a:lnTo>
                      <a:pt x="73" y="152"/>
                    </a:lnTo>
                    <a:lnTo>
                      <a:pt x="31" y="403"/>
                    </a:lnTo>
                    <a:lnTo>
                      <a:pt x="33" y="405"/>
                    </a:lnTo>
                    <a:lnTo>
                      <a:pt x="0" y="588"/>
                    </a:lnTo>
                    <a:lnTo>
                      <a:pt x="104" y="463"/>
                    </a:lnTo>
                    <a:lnTo>
                      <a:pt x="155" y="498"/>
                    </a:lnTo>
                    <a:lnTo>
                      <a:pt x="208" y="530"/>
                    </a:lnTo>
                    <a:lnTo>
                      <a:pt x="262" y="557"/>
                    </a:lnTo>
                    <a:lnTo>
                      <a:pt x="319" y="580"/>
                    </a:lnTo>
                    <a:lnTo>
                      <a:pt x="377" y="600"/>
                    </a:lnTo>
                    <a:lnTo>
                      <a:pt x="435" y="615"/>
                    </a:lnTo>
                    <a:lnTo>
                      <a:pt x="496" y="627"/>
                    </a:lnTo>
                    <a:lnTo>
                      <a:pt x="557" y="634"/>
                    </a:lnTo>
                    <a:lnTo>
                      <a:pt x="618" y="636"/>
                    </a:lnTo>
                    <a:lnTo>
                      <a:pt x="679" y="634"/>
                    </a:lnTo>
                    <a:lnTo>
                      <a:pt x="740" y="628"/>
                    </a:lnTo>
                    <a:lnTo>
                      <a:pt x="801" y="617"/>
                    </a:lnTo>
                    <a:lnTo>
                      <a:pt x="859" y="603"/>
                    </a:lnTo>
                    <a:lnTo>
                      <a:pt x="917" y="585"/>
                    </a:lnTo>
                    <a:lnTo>
                      <a:pt x="974" y="561"/>
                    </a:lnTo>
                    <a:lnTo>
                      <a:pt x="1029" y="534"/>
                    </a:lnTo>
                    <a:lnTo>
                      <a:pt x="795" y="398"/>
                    </a:lnTo>
                    <a:lnTo>
                      <a:pt x="792" y="161"/>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62" name=""/>
              <p:cNvSpPr/>
              <p:nvPr/>
            </p:nvSpPr>
            <p:spPr>
              <a:xfrm>
                <a:off x="2598840" y="2832840"/>
                <a:ext cx="1308240" cy="1770480"/>
              </a:xfrm>
              <a:custGeom>
                <a:avLst/>
                <a:gdLst/>
                <a:ahLst/>
                <a:rect l="l" t="t" r="r" b="b"/>
                <a:pathLst>
                  <a:path w="697" h="971">
                    <a:moveTo>
                      <a:pt x="648" y="639"/>
                    </a:moveTo>
                    <a:lnTo>
                      <a:pt x="621" y="603"/>
                    </a:lnTo>
                    <a:lnTo>
                      <a:pt x="599" y="563"/>
                    </a:lnTo>
                    <a:lnTo>
                      <a:pt x="580" y="522"/>
                    </a:lnTo>
                    <a:lnTo>
                      <a:pt x="566" y="480"/>
                    </a:lnTo>
                    <a:lnTo>
                      <a:pt x="556" y="436"/>
                    </a:lnTo>
                    <a:lnTo>
                      <a:pt x="551" y="392"/>
                    </a:lnTo>
                    <a:lnTo>
                      <a:pt x="550" y="347"/>
                    </a:lnTo>
                    <a:lnTo>
                      <a:pt x="554" y="302"/>
                    </a:lnTo>
                    <a:lnTo>
                      <a:pt x="696" y="368"/>
                    </a:lnTo>
                    <a:lnTo>
                      <a:pt x="445" y="0"/>
                    </a:lnTo>
                    <a:lnTo>
                      <a:pt x="0" y="44"/>
                    </a:lnTo>
                    <a:lnTo>
                      <a:pt x="148" y="113"/>
                    </a:lnTo>
                    <a:lnTo>
                      <a:pt x="133" y="173"/>
                    </a:lnTo>
                    <a:lnTo>
                      <a:pt x="121" y="233"/>
                    </a:lnTo>
                    <a:lnTo>
                      <a:pt x="116" y="295"/>
                    </a:lnTo>
                    <a:lnTo>
                      <a:pt x="112" y="357"/>
                    </a:lnTo>
                    <a:lnTo>
                      <a:pt x="114" y="418"/>
                    </a:lnTo>
                    <a:lnTo>
                      <a:pt x="120" y="479"/>
                    </a:lnTo>
                    <a:lnTo>
                      <a:pt x="131" y="540"/>
                    </a:lnTo>
                    <a:lnTo>
                      <a:pt x="145" y="599"/>
                    </a:lnTo>
                    <a:lnTo>
                      <a:pt x="163" y="659"/>
                    </a:lnTo>
                    <a:lnTo>
                      <a:pt x="187" y="716"/>
                    </a:lnTo>
                    <a:lnTo>
                      <a:pt x="214" y="771"/>
                    </a:lnTo>
                    <a:lnTo>
                      <a:pt x="244" y="825"/>
                    </a:lnTo>
                    <a:lnTo>
                      <a:pt x="278" y="876"/>
                    </a:lnTo>
                    <a:lnTo>
                      <a:pt x="316" y="925"/>
                    </a:lnTo>
                    <a:lnTo>
                      <a:pt x="357" y="970"/>
                    </a:lnTo>
                    <a:lnTo>
                      <a:pt x="399" y="730"/>
                    </a:lnTo>
                    <a:lnTo>
                      <a:pt x="648" y="639"/>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4663" name=""/>
            <p:cNvSpPr/>
            <p:nvPr/>
          </p:nvSpPr>
          <p:spPr>
            <a:xfrm>
              <a:off x="2894760" y="3528360"/>
              <a:ext cx="67824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664" name=""/>
            <p:cNvSpPr/>
            <p:nvPr/>
          </p:nvSpPr>
          <p:spPr>
            <a:xfrm>
              <a:off x="3558960" y="2335680"/>
              <a:ext cx="68076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665" name=""/>
            <p:cNvSpPr/>
            <p:nvPr/>
          </p:nvSpPr>
          <p:spPr>
            <a:xfrm>
              <a:off x="4962240" y="2553480"/>
              <a:ext cx="67680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666" name=""/>
            <p:cNvSpPr/>
            <p:nvPr/>
          </p:nvSpPr>
          <p:spPr>
            <a:xfrm>
              <a:off x="5250600" y="3925080"/>
              <a:ext cx="67824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667" name=""/>
            <p:cNvSpPr/>
            <p:nvPr/>
          </p:nvSpPr>
          <p:spPr>
            <a:xfrm>
              <a:off x="3867480" y="4541400"/>
              <a:ext cx="67932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grpSp>
      <p:sp>
        <p:nvSpPr>
          <p:cNvPr id="466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66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670" name=""/>
          <p:cNvSpPr/>
          <p:nvPr/>
        </p:nvSpPr>
        <p:spPr>
          <a:xfrm>
            <a:off x="5451480" y="121284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671" name=""/>
          <p:cNvSpPr/>
          <p:nvPr/>
        </p:nvSpPr>
        <p:spPr>
          <a:xfrm>
            <a:off x="2214720" y="121284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672" name=""/>
          <p:cNvSpPr/>
          <p:nvPr/>
        </p:nvSpPr>
        <p:spPr>
          <a:xfrm>
            <a:off x="754200" y="308628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673" name=""/>
          <p:cNvSpPr/>
          <p:nvPr/>
        </p:nvSpPr>
        <p:spPr>
          <a:xfrm>
            <a:off x="3351240" y="5241960"/>
            <a:ext cx="180828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674" name=""/>
          <p:cNvSpPr/>
          <p:nvPr/>
        </p:nvSpPr>
        <p:spPr>
          <a:xfrm>
            <a:off x="6353280" y="346536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B70B842A-5C80-4659-B6D8-41159CCE1D93}" type="slidenum">
              <a:t>237</a:t>
            </a:fld>
          </a:p>
        </p:txBody>
      </p:sp>
    </p:spTree>
  </p:cSld>
  <mc:AlternateContent>
    <mc:Choice Requires="p14">
      <p:transition spd="slow" p14:dur="2000"/>
    </mc:Choice>
    <mc:Fallback>
      <p:transition spd="slow"/>
    </mc:Fallback>
  </mc:AlternateContent>
</p:sld>
</file>

<file path=ppt/slides/slide2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7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5</a:t>
            </a:r>
            <a:endParaRPr b="1" lang="en-US" sz="1900" spc="-1" strike="noStrike">
              <a:solidFill>
                <a:srgbClr val="000000"/>
              </a:solidFill>
              <a:latin typeface="Arial"/>
            </a:endParaRPr>
          </a:p>
        </p:txBody>
      </p:sp>
      <p:sp>
        <p:nvSpPr>
          <p:cNvPr id="4676" name=""/>
          <p:cNvSpPr/>
          <p:nvPr/>
        </p:nvSpPr>
        <p:spPr>
          <a:xfrm>
            <a:off x="2970360" y="1905120"/>
            <a:ext cx="1825560" cy="1222200"/>
          </a:xfrm>
          <a:custGeom>
            <a:avLst/>
            <a:gdLst/>
            <a:ahLst/>
            <a:rect l="l" t="t" r="r" b="b"/>
            <a:pathLst>
              <a:path w="1150" h="770">
                <a:moveTo>
                  <a:pt x="476" y="770"/>
                </a:moveTo>
                <a:lnTo>
                  <a:pt x="502" y="725"/>
                </a:lnTo>
                <a:lnTo>
                  <a:pt x="532" y="685"/>
                </a:lnTo>
                <a:lnTo>
                  <a:pt x="567" y="648"/>
                </a:lnTo>
                <a:lnTo>
                  <a:pt x="606" y="614"/>
                </a:lnTo>
                <a:lnTo>
                  <a:pt x="648" y="584"/>
                </a:lnTo>
                <a:lnTo>
                  <a:pt x="690" y="560"/>
                </a:lnTo>
                <a:lnTo>
                  <a:pt x="733" y="539"/>
                </a:lnTo>
                <a:lnTo>
                  <a:pt x="781" y="523"/>
                </a:lnTo>
                <a:lnTo>
                  <a:pt x="827" y="511"/>
                </a:lnTo>
                <a:lnTo>
                  <a:pt x="875" y="503"/>
                </a:lnTo>
                <a:lnTo>
                  <a:pt x="1009" y="496"/>
                </a:lnTo>
                <a:lnTo>
                  <a:pt x="1150" y="255"/>
                </a:lnTo>
                <a:lnTo>
                  <a:pt x="967" y="0"/>
                </a:lnTo>
                <a:lnTo>
                  <a:pt x="843" y="0"/>
                </a:lnTo>
                <a:lnTo>
                  <a:pt x="770" y="9"/>
                </a:lnTo>
                <a:lnTo>
                  <a:pt x="698" y="23"/>
                </a:lnTo>
                <a:lnTo>
                  <a:pt x="627" y="41"/>
                </a:lnTo>
                <a:lnTo>
                  <a:pt x="557" y="65"/>
                </a:lnTo>
                <a:lnTo>
                  <a:pt x="490" y="94"/>
                </a:lnTo>
                <a:lnTo>
                  <a:pt x="425" y="128"/>
                </a:lnTo>
                <a:lnTo>
                  <a:pt x="361" y="165"/>
                </a:lnTo>
                <a:lnTo>
                  <a:pt x="304" y="205"/>
                </a:lnTo>
                <a:lnTo>
                  <a:pt x="251" y="247"/>
                </a:lnTo>
                <a:lnTo>
                  <a:pt x="201" y="294"/>
                </a:lnTo>
                <a:lnTo>
                  <a:pt x="153" y="342"/>
                </a:lnTo>
                <a:lnTo>
                  <a:pt x="109" y="395"/>
                </a:lnTo>
                <a:lnTo>
                  <a:pt x="69" y="450"/>
                </a:lnTo>
                <a:lnTo>
                  <a:pt x="32" y="508"/>
                </a:lnTo>
                <a:lnTo>
                  <a:pt x="0" y="568"/>
                </a:lnTo>
                <a:lnTo>
                  <a:pt x="312" y="543"/>
                </a:lnTo>
                <a:lnTo>
                  <a:pt x="476" y="77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77" name=""/>
          <p:cNvSpPr/>
          <p:nvPr/>
        </p:nvSpPr>
        <p:spPr>
          <a:xfrm>
            <a:off x="4594320" y="1905120"/>
            <a:ext cx="1436760" cy="1492200"/>
          </a:xfrm>
          <a:custGeom>
            <a:avLst/>
            <a:gdLst/>
            <a:ahLst/>
            <a:rect l="l" t="t" r="r" b="b"/>
            <a:pathLst>
              <a:path w="905" h="940">
                <a:moveTo>
                  <a:pt x="690" y="940"/>
                </a:moveTo>
                <a:lnTo>
                  <a:pt x="810" y="822"/>
                </a:lnTo>
                <a:lnTo>
                  <a:pt x="874" y="761"/>
                </a:lnTo>
                <a:lnTo>
                  <a:pt x="905" y="734"/>
                </a:lnTo>
                <a:lnTo>
                  <a:pt x="868" y="623"/>
                </a:lnTo>
                <a:lnTo>
                  <a:pt x="839" y="560"/>
                </a:lnTo>
                <a:lnTo>
                  <a:pt x="805" y="498"/>
                </a:lnTo>
                <a:lnTo>
                  <a:pt x="769" y="440"/>
                </a:lnTo>
                <a:lnTo>
                  <a:pt x="727" y="384"/>
                </a:lnTo>
                <a:lnTo>
                  <a:pt x="681" y="331"/>
                </a:lnTo>
                <a:lnTo>
                  <a:pt x="632" y="281"/>
                </a:lnTo>
                <a:lnTo>
                  <a:pt x="580" y="234"/>
                </a:lnTo>
                <a:lnTo>
                  <a:pt x="524" y="193"/>
                </a:lnTo>
                <a:lnTo>
                  <a:pt x="465" y="153"/>
                </a:lnTo>
                <a:lnTo>
                  <a:pt x="404" y="118"/>
                </a:lnTo>
                <a:lnTo>
                  <a:pt x="341" y="87"/>
                </a:lnTo>
                <a:lnTo>
                  <a:pt x="276" y="62"/>
                </a:lnTo>
                <a:lnTo>
                  <a:pt x="208" y="39"/>
                </a:lnTo>
                <a:lnTo>
                  <a:pt x="140" y="22"/>
                </a:lnTo>
                <a:lnTo>
                  <a:pt x="71" y="9"/>
                </a:lnTo>
                <a:lnTo>
                  <a:pt x="0" y="0"/>
                </a:lnTo>
                <a:lnTo>
                  <a:pt x="174" y="250"/>
                </a:lnTo>
                <a:lnTo>
                  <a:pt x="32" y="510"/>
                </a:lnTo>
                <a:lnTo>
                  <a:pt x="83" y="524"/>
                </a:lnTo>
                <a:lnTo>
                  <a:pt x="131" y="545"/>
                </a:lnTo>
                <a:lnTo>
                  <a:pt x="176" y="570"/>
                </a:lnTo>
                <a:lnTo>
                  <a:pt x="221" y="600"/>
                </a:lnTo>
                <a:lnTo>
                  <a:pt x="260" y="633"/>
                </a:lnTo>
                <a:lnTo>
                  <a:pt x="298" y="671"/>
                </a:lnTo>
                <a:lnTo>
                  <a:pt x="330" y="710"/>
                </a:lnTo>
                <a:lnTo>
                  <a:pt x="357" y="755"/>
                </a:lnTo>
                <a:lnTo>
                  <a:pt x="398" y="871"/>
                </a:lnTo>
                <a:lnTo>
                  <a:pt x="690" y="94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78" name=""/>
          <p:cNvSpPr/>
          <p:nvPr/>
        </p:nvSpPr>
        <p:spPr>
          <a:xfrm>
            <a:off x="4846680" y="3129120"/>
            <a:ext cx="1247760" cy="1753920"/>
          </a:xfrm>
          <a:custGeom>
            <a:avLst/>
            <a:gdLst/>
            <a:ahLst/>
            <a:rect l="l" t="t" r="r" b="b"/>
            <a:pathLst>
              <a:path w="786" h="1105">
                <a:moveTo>
                  <a:pt x="256" y="139"/>
                </a:moveTo>
                <a:lnTo>
                  <a:pt x="264" y="188"/>
                </a:lnTo>
                <a:lnTo>
                  <a:pt x="265" y="240"/>
                </a:lnTo>
                <a:lnTo>
                  <a:pt x="262" y="290"/>
                </a:lnTo>
                <a:lnTo>
                  <a:pt x="253" y="340"/>
                </a:lnTo>
                <a:lnTo>
                  <a:pt x="239" y="389"/>
                </a:lnTo>
                <a:lnTo>
                  <a:pt x="221" y="436"/>
                </a:lnTo>
                <a:lnTo>
                  <a:pt x="196" y="482"/>
                </a:lnTo>
                <a:lnTo>
                  <a:pt x="168" y="525"/>
                </a:lnTo>
                <a:lnTo>
                  <a:pt x="135" y="565"/>
                </a:lnTo>
                <a:lnTo>
                  <a:pt x="99" y="602"/>
                </a:lnTo>
                <a:lnTo>
                  <a:pt x="1" y="666"/>
                </a:lnTo>
                <a:lnTo>
                  <a:pt x="0" y="940"/>
                </a:lnTo>
                <a:lnTo>
                  <a:pt x="292" y="1105"/>
                </a:lnTo>
                <a:lnTo>
                  <a:pt x="362" y="1044"/>
                </a:lnTo>
                <a:lnTo>
                  <a:pt x="418" y="1000"/>
                </a:lnTo>
                <a:lnTo>
                  <a:pt x="470" y="954"/>
                </a:lnTo>
                <a:lnTo>
                  <a:pt x="520" y="904"/>
                </a:lnTo>
                <a:lnTo>
                  <a:pt x="567" y="851"/>
                </a:lnTo>
                <a:lnTo>
                  <a:pt x="609" y="794"/>
                </a:lnTo>
                <a:lnTo>
                  <a:pt x="646" y="736"/>
                </a:lnTo>
                <a:lnTo>
                  <a:pt x="679" y="675"/>
                </a:lnTo>
                <a:lnTo>
                  <a:pt x="709" y="612"/>
                </a:lnTo>
                <a:lnTo>
                  <a:pt x="734" y="547"/>
                </a:lnTo>
                <a:lnTo>
                  <a:pt x="754" y="481"/>
                </a:lnTo>
                <a:lnTo>
                  <a:pt x="769" y="412"/>
                </a:lnTo>
                <a:lnTo>
                  <a:pt x="779" y="344"/>
                </a:lnTo>
                <a:lnTo>
                  <a:pt x="785" y="274"/>
                </a:lnTo>
                <a:lnTo>
                  <a:pt x="786" y="207"/>
                </a:lnTo>
                <a:lnTo>
                  <a:pt x="782" y="137"/>
                </a:lnTo>
                <a:lnTo>
                  <a:pt x="773" y="68"/>
                </a:lnTo>
                <a:lnTo>
                  <a:pt x="759" y="0"/>
                </a:lnTo>
                <a:lnTo>
                  <a:pt x="536" y="218"/>
                </a:lnTo>
                <a:lnTo>
                  <a:pt x="256" y="139"/>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79" name=""/>
          <p:cNvSpPr/>
          <p:nvPr/>
        </p:nvSpPr>
        <p:spPr>
          <a:xfrm>
            <a:off x="3343320" y="4076640"/>
            <a:ext cx="1873080" cy="1019160"/>
          </a:xfrm>
          <a:custGeom>
            <a:avLst/>
            <a:gdLst/>
            <a:ahLst/>
            <a:rect l="l" t="t" r="r" b="b"/>
            <a:pathLst>
              <a:path w="1180" h="642">
                <a:moveTo>
                  <a:pt x="900" y="96"/>
                </a:moveTo>
                <a:lnTo>
                  <a:pt x="853" y="112"/>
                </a:lnTo>
                <a:lnTo>
                  <a:pt x="805" y="126"/>
                </a:lnTo>
                <a:lnTo>
                  <a:pt x="755" y="133"/>
                </a:lnTo>
                <a:lnTo>
                  <a:pt x="706" y="136"/>
                </a:lnTo>
                <a:lnTo>
                  <a:pt x="656" y="134"/>
                </a:lnTo>
                <a:lnTo>
                  <a:pt x="606" y="127"/>
                </a:lnTo>
                <a:lnTo>
                  <a:pt x="557" y="117"/>
                </a:lnTo>
                <a:lnTo>
                  <a:pt x="509" y="102"/>
                </a:lnTo>
                <a:lnTo>
                  <a:pt x="464" y="81"/>
                </a:lnTo>
                <a:lnTo>
                  <a:pt x="422" y="57"/>
                </a:lnTo>
                <a:lnTo>
                  <a:pt x="320" y="0"/>
                </a:lnTo>
                <a:lnTo>
                  <a:pt x="49" y="86"/>
                </a:lnTo>
                <a:lnTo>
                  <a:pt x="0" y="374"/>
                </a:lnTo>
                <a:lnTo>
                  <a:pt x="2" y="376"/>
                </a:lnTo>
                <a:lnTo>
                  <a:pt x="2" y="386"/>
                </a:lnTo>
                <a:lnTo>
                  <a:pt x="86" y="443"/>
                </a:lnTo>
                <a:lnTo>
                  <a:pt x="146" y="483"/>
                </a:lnTo>
                <a:lnTo>
                  <a:pt x="209" y="520"/>
                </a:lnTo>
                <a:lnTo>
                  <a:pt x="273" y="551"/>
                </a:lnTo>
                <a:lnTo>
                  <a:pt x="340" y="577"/>
                </a:lnTo>
                <a:lnTo>
                  <a:pt x="409" y="600"/>
                </a:lnTo>
                <a:lnTo>
                  <a:pt x="477" y="618"/>
                </a:lnTo>
                <a:lnTo>
                  <a:pt x="550" y="632"/>
                </a:lnTo>
                <a:lnTo>
                  <a:pt x="622" y="640"/>
                </a:lnTo>
                <a:lnTo>
                  <a:pt x="694" y="642"/>
                </a:lnTo>
                <a:lnTo>
                  <a:pt x="766" y="640"/>
                </a:lnTo>
                <a:lnTo>
                  <a:pt x="838" y="633"/>
                </a:lnTo>
                <a:lnTo>
                  <a:pt x="910" y="620"/>
                </a:lnTo>
                <a:lnTo>
                  <a:pt x="979" y="604"/>
                </a:lnTo>
                <a:lnTo>
                  <a:pt x="1047" y="583"/>
                </a:lnTo>
                <a:lnTo>
                  <a:pt x="1115" y="556"/>
                </a:lnTo>
                <a:lnTo>
                  <a:pt x="1180" y="525"/>
                </a:lnTo>
                <a:lnTo>
                  <a:pt x="903" y="368"/>
                </a:lnTo>
                <a:lnTo>
                  <a:pt x="900" y="96"/>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80" name=""/>
          <p:cNvSpPr/>
          <p:nvPr/>
        </p:nvSpPr>
        <p:spPr>
          <a:xfrm>
            <a:off x="2808360" y="2833560"/>
            <a:ext cx="1006560" cy="1768680"/>
          </a:xfrm>
          <a:custGeom>
            <a:avLst/>
            <a:gdLst/>
            <a:ahLst/>
            <a:rect l="l" t="t" r="r" b="b"/>
            <a:pathLst>
              <a:path w="634" h="1114">
                <a:moveTo>
                  <a:pt x="634" y="734"/>
                </a:moveTo>
                <a:lnTo>
                  <a:pt x="602" y="692"/>
                </a:lnTo>
                <a:lnTo>
                  <a:pt x="576" y="646"/>
                </a:lnTo>
                <a:lnTo>
                  <a:pt x="554" y="599"/>
                </a:lnTo>
                <a:lnTo>
                  <a:pt x="537" y="551"/>
                </a:lnTo>
                <a:lnTo>
                  <a:pt x="525" y="501"/>
                </a:lnTo>
                <a:lnTo>
                  <a:pt x="519" y="450"/>
                </a:lnTo>
                <a:lnTo>
                  <a:pt x="518" y="398"/>
                </a:lnTo>
                <a:lnTo>
                  <a:pt x="523" y="347"/>
                </a:lnTo>
                <a:lnTo>
                  <a:pt x="551" y="228"/>
                </a:lnTo>
                <a:lnTo>
                  <a:pt x="394" y="0"/>
                </a:lnTo>
                <a:lnTo>
                  <a:pt x="91" y="28"/>
                </a:lnTo>
                <a:lnTo>
                  <a:pt x="43" y="130"/>
                </a:lnTo>
                <a:lnTo>
                  <a:pt x="25" y="199"/>
                </a:lnTo>
                <a:lnTo>
                  <a:pt x="11" y="268"/>
                </a:lnTo>
                <a:lnTo>
                  <a:pt x="5" y="339"/>
                </a:lnTo>
                <a:lnTo>
                  <a:pt x="0" y="410"/>
                </a:lnTo>
                <a:lnTo>
                  <a:pt x="3" y="480"/>
                </a:lnTo>
                <a:lnTo>
                  <a:pt x="10" y="550"/>
                </a:lnTo>
                <a:lnTo>
                  <a:pt x="23" y="620"/>
                </a:lnTo>
                <a:lnTo>
                  <a:pt x="39" y="688"/>
                </a:lnTo>
                <a:lnTo>
                  <a:pt x="61" y="757"/>
                </a:lnTo>
                <a:lnTo>
                  <a:pt x="89" y="822"/>
                </a:lnTo>
                <a:lnTo>
                  <a:pt x="121" y="885"/>
                </a:lnTo>
                <a:lnTo>
                  <a:pt x="156" y="947"/>
                </a:lnTo>
                <a:lnTo>
                  <a:pt x="197" y="1006"/>
                </a:lnTo>
                <a:lnTo>
                  <a:pt x="242" y="1062"/>
                </a:lnTo>
                <a:lnTo>
                  <a:pt x="290" y="1114"/>
                </a:lnTo>
                <a:lnTo>
                  <a:pt x="340" y="838"/>
                </a:lnTo>
                <a:lnTo>
                  <a:pt x="634" y="734"/>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81" name=""/>
          <p:cNvSpPr/>
          <p:nvPr/>
        </p:nvSpPr>
        <p:spPr>
          <a:xfrm>
            <a:off x="2894040" y="3528720"/>
            <a:ext cx="67932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682" name=""/>
          <p:cNvSpPr/>
          <p:nvPr/>
        </p:nvSpPr>
        <p:spPr>
          <a:xfrm>
            <a:off x="3559320" y="2336400"/>
            <a:ext cx="68076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683" name=""/>
          <p:cNvSpPr/>
          <p:nvPr/>
        </p:nvSpPr>
        <p:spPr>
          <a:xfrm>
            <a:off x="4962600" y="2553840"/>
            <a:ext cx="67608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684" name=""/>
          <p:cNvSpPr/>
          <p:nvPr/>
        </p:nvSpPr>
        <p:spPr>
          <a:xfrm>
            <a:off x="5249880" y="3925440"/>
            <a:ext cx="67932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685" name=""/>
          <p:cNvSpPr/>
          <p:nvPr/>
        </p:nvSpPr>
        <p:spPr>
          <a:xfrm>
            <a:off x="3867120" y="4541400"/>
            <a:ext cx="67932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68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68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688" name=""/>
          <p:cNvSpPr/>
          <p:nvPr/>
        </p:nvSpPr>
        <p:spPr>
          <a:xfrm>
            <a:off x="5451480" y="121284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689" name=""/>
          <p:cNvSpPr/>
          <p:nvPr/>
        </p:nvSpPr>
        <p:spPr>
          <a:xfrm>
            <a:off x="2214720" y="121284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690" name=""/>
          <p:cNvSpPr/>
          <p:nvPr/>
        </p:nvSpPr>
        <p:spPr>
          <a:xfrm>
            <a:off x="754200" y="308628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691" name=""/>
          <p:cNvSpPr/>
          <p:nvPr/>
        </p:nvSpPr>
        <p:spPr>
          <a:xfrm>
            <a:off x="3351240" y="5241960"/>
            <a:ext cx="180828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692" name=""/>
          <p:cNvSpPr/>
          <p:nvPr/>
        </p:nvSpPr>
        <p:spPr>
          <a:xfrm>
            <a:off x="6353280" y="346536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8AEF8C97-86C6-40F9-9A6F-7D5D097E320F}" type="slidenum">
              <a:t>238</a:t>
            </a:fld>
          </a:p>
        </p:txBody>
      </p:sp>
    </p:spTree>
  </p:cSld>
  <mc:AlternateContent>
    <mc:Choice Requires="p14">
      <p:transition spd="slow" p14:dur="2000"/>
    </mc:Choice>
    <mc:Fallback>
      <p:transition spd="slow"/>
    </mc:Fallback>
  </mc:AlternateContent>
</p:sld>
</file>

<file path=ppt/slides/slide2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9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6</a:t>
            </a:r>
            <a:endParaRPr b="1" lang="en-US" sz="1900" spc="-1" strike="noStrike">
              <a:solidFill>
                <a:srgbClr val="000000"/>
              </a:solidFill>
              <a:latin typeface="Arial"/>
            </a:endParaRPr>
          </a:p>
        </p:txBody>
      </p:sp>
      <p:grpSp>
        <p:nvGrpSpPr>
          <p:cNvPr id="4694" name=""/>
          <p:cNvGrpSpPr/>
          <p:nvPr/>
        </p:nvGrpSpPr>
        <p:grpSpPr>
          <a:xfrm>
            <a:off x="2703600" y="1547640"/>
            <a:ext cx="3490560" cy="3745080"/>
            <a:chOff x="2703600" y="1547640"/>
            <a:chExt cx="3490560" cy="3745080"/>
          </a:xfrm>
        </p:grpSpPr>
        <p:sp>
          <p:nvSpPr>
            <p:cNvPr id="4695" name=""/>
            <p:cNvSpPr/>
            <p:nvPr/>
          </p:nvSpPr>
          <p:spPr>
            <a:xfrm>
              <a:off x="4491000" y="1791720"/>
              <a:ext cx="1619280" cy="1287720"/>
            </a:xfrm>
            <a:custGeom>
              <a:avLst/>
              <a:gdLst/>
              <a:ahLst/>
              <a:rect l="l" t="t" r="r" b="b"/>
              <a:pathLst>
                <a:path w="869" h="712">
                  <a:moveTo>
                    <a:pt x="192" y="710"/>
                  </a:moveTo>
                  <a:lnTo>
                    <a:pt x="657" y="711"/>
                  </a:lnTo>
                  <a:lnTo>
                    <a:pt x="731" y="583"/>
                  </a:lnTo>
                  <a:lnTo>
                    <a:pt x="801" y="452"/>
                  </a:lnTo>
                  <a:lnTo>
                    <a:pt x="868" y="319"/>
                  </a:lnTo>
                  <a:lnTo>
                    <a:pt x="729" y="400"/>
                  </a:lnTo>
                  <a:lnTo>
                    <a:pt x="694" y="349"/>
                  </a:lnTo>
                  <a:lnTo>
                    <a:pt x="655" y="301"/>
                  </a:lnTo>
                  <a:lnTo>
                    <a:pt x="613" y="256"/>
                  </a:lnTo>
                  <a:lnTo>
                    <a:pt x="567" y="213"/>
                  </a:lnTo>
                  <a:lnTo>
                    <a:pt x="519" y="175"/>
                  </a:lnTo>
                  <a:lnTo>
                    <a:pt x="467" y="140"/>
                  </a:lnTo>
                  <a:lnTo>
                    <a:pt x="415" y="108"/>
                  </a:lnTo>
                  <a:lnTo>
                    <a:pt x="360" y="80"/>
                  </a:lnTo>
                  <a:lnTo>
                    <a:pt x="302" y="56"/>
                  </a:lnTo>
                  <a:lnTo>
                    <a:pt x="244" y="36"/>
                  </a:lnTo>
                  <a:lnTo>
                    <a:pt x="184" y="21"/>
                  </a:lnTo>
                  <a:lnTo>
                    <a:pt x="123" y="9"/>
                  </a:lnTo>
                  <a:lnTo>
                    <a:pt x="61" y="2"/>
                  </a:lnTo>
                  <a:lnTo>
                    <a:pt x="0" y="0"/>
                  </a:lnTo>
                  <a:lnTo>
                    <a:pt x="164" y="206"/>
                  </a:lnTo>
                  <a:lnTo>
                    <a:pt x="63" y="445"/>
                  </a:lnTo>
                  <a:lnTo>
                    <a:pt x="104" y="455"/>
                  </a:lnTo>
                  <a:lnTo>
                    <a:pt x="145" y="468"/>
                  </a:lnTo>
                  <a:lnTo>
                    <a:pt x="184" y="485"/>
                  </a:lnTo>
                  <a:lnTo>
                    <a:pt x="221" y="505"/>
                  </a:lnTo>
                  <a:lnTo>
                    <a:pt x="256" y="530"/>
                  </a:lnTo>
                  <a:lnTo>
                    <a:pt x="290" y="557"/>
                  </a:lnTo>
                  <a:lnTo>
                    <a:pt x="320" y="587"/>
                  </a:lnTo>
                  <a:lnTo>
                    <a:pt x="348" y="620"/>
                  </a:lnTo>
                  <a:lnTo>
                    <a:pt x="192" y="71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96" name=""/>
            <p:cNvSpPr/>
            <p:nvPr/>
          </p:nvSpPr>
          <p:spPr>
            <a:xfrm>
              <a:off x="4951080" y="2739240"/>
              <a:ext cx="1243080" cy="1548360"/>
            </a:xfrm>
            <a:custGeom>
              <a:avLst/>
              <a:gdLst/>
              <a:ahLst/>
              <a:rect l="l" t="t" r="r" b="b"/>
              <a:pathLst>
                <a:path w="667" h="856">
                  <a:moveTo>
                    <a:pt x="205" y="855"/>
                  </a:moveTo>
                  <a:lnTo>
                    <a:pt x="666" y="846"/>
                  </a:lnTo>
                  <a:lnTo>
                    <a:pt x="523" y="764"/>
                  </a:lnTo>
                  <a:lnTo>
                    <a:pt x="551" y="709"/>
                  </a:lnTo>
                  <a:lnTo>
                    <a:pt x="574" y="653"/>
                  </a:lnTo>
                  <a:lnTo>
                    <a:pt x="593" y="595"/>
                  </a:lnTo>
                  <a:lnTo>
                    <a:pt x="608" y="535"/>
                  </a:lnTo>
                  <a:lnTo>
                    <a:pt x="619" y="476"/>
                  </a:lnTo>
                  <a:lnTo>
                    <a:pt x="625" y="415"/>
                  </a:lnTo>
                  <a:lnTo>
                    <a:pt x="627" y="354"/>
                  </a:lnTo>
                  <a:lnTo>
                    <a:pt x="625" y="293"/>
                  </a:lnTo>
                  <a:lnTo>
                    <a:pt x="618" y="233"/>
                  </a:lnTo>
                  <a:lnTo>
                    <a:pt x="607" y="172"/>
                  </a:lnTo>
                  <a:lnTo>
                    <a:pt x="592" y="114"/>
                  </a:lnTo>
                  <a:lnTo>
                    <a:pt x="572" y="56"/>
                  </a:lnTo>
                  <a:lnTo>
                    <a:pt x="549" y="0"/>
                  </a:lnTo>
                  <a:lnTo>
                    <a:pt x="427" y="219"/>
                  </a:lnTo>
                  <a:lnTo>
                    <a:pt x="163" y="216"/>
                  </a:lnTo>
                  <a:lnTo>
                    <a:pt x="174" y="255"/>
                  </a:lnTo>
                  <a:lnTo>
                    <a:pt x="181" y="298"/>
                  </a:lnTo>
                  <a:lnTo>
                    <a:pt x="184" y="340"/>
                  </a:lnTo>
                  <a:lnTo>
                    <a:pt x="183" y="381"/>
                  </a:lnTo>
                  <a:lnTo>
                    <a:pt x="178" y="423"/>
                  </a:lnTo>
                  <a:lnTo>
                    <a:pt x="170" y="464"/>
                  </a:lnTo>
                  <a:lnTo>
                    <a:pt x="158" y="505"/>
                  </a:lnTo>
                  <a:lnTo>
                    <a:pt x="142" y="544"/>
                  </a:lnTo>
                  <a:lnTo>
                    <a:pt x="0" y="465"/>
                  </a:lnTo>
                  <a:lnTo>
                    <a:pt x="205" y="855"/>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97" name=""/>
            <p:cNvSpPr/>
            <p:nvPr/>
          </p:nvSpPr>
          <p:spPr>
            <a:xfrm>
              <a:off x="4167000" y="3874320"/>
              <a:ext cx="1634400" cy="1418400"/>
            </a:xfrm>
            <a:custGeom>
              <a:avLst/>
              <a:gdLst/>
              <a:ahLst/>
              <a:rect l="l" t="t" r="r" b="b"/>
              <a:pathLst>
                <a:path w="877" h="784">
                  <a:moveTo>
                    <a:pt x="0" y="391"/>
                  </a:moveTo>
                  <a:lnTo>
                    <a:pt x="220" y="783"/>
                  </a:lnTo>
                  <a:lnTo>
                    <a:pt x="220" y="603"/>
                  </a:lnTo>
                  <a:lnTo>
                    <a:pt x="279" y="599"/>
                  </a:lnTo>
                  <a:lnTo>
                    <a:pt x="337" y="588"/>
                  </a:lnTo>
                  <a:lnTo>
                    <a:pt x="394" y="575"/>
                  </a:lnTo>
                  <a:lnTo>
                    <a:pt x="450" y="558"/>
                  </a:lnTo>
                  <a:lnTo>
                    <a:pt x="505" y="537"/>
                  </a:lnTo>
                  <a:lnTo>
                    <a:pt x="559" y="513"/>
                  </a:lnTo>
                  <a:lnTo>
                    <a:pt x="611" y="485"/>
                  </a:lnTo>
                  <a:lnTo>
                    <a:pt x="661" y="454"/>
                  </a:lnTo>
                  <a:lnTo>
                    <a:pt x="708" y="418"/>
                  </a:lnTo>
                  <a:lnTo>
                    <a:pt x="755" y="380"/>
                  </a:lnTo>
                  <a:lnTo>
                    <a:pt x="799" y="338"/>
                  </a:lnTo>
                  <a:lnTo>
                    <a:pt x="838" y="293"/>
                  </a:lnTo>
                  <a:lnTo>
                    <a:pt x="876" y="246"/>
                  </a:lnTo>
                  <a:lnTo>
                    <a:pt x="610" y="260"/>
                  </a:lnTo>
                  <a:lnTo>
                    <a:pt x="489" y="27"/>
                  </a:lnTo>
                  <a:lnTo>
                    <a:pt x="464" y="50"/>
                  </a:lnTo>
                  <a:lnTo>
                    <a:pt x="438" y="73"/>
                  </a:lnTo>
                  <a:lnTo>
                    <a:pt x="405" y="95"/>
                  </a:lnTo>
                  <a:lnTo>
                    <a:pt x="371" y="116"/>
                  </a:lnTo>
                  <a:lnTo>
                    <a:pt x="336" y="132"/>
                  </a:lnTo>
                  <a:lnTo>
                    <a:pt x="298" y="147"/>
                  </a:lnTo>
                  <a:lnTo>
                    <a:pt x="259" y="156"/>
                  </a:lnTo>
                  <a:lnTo>
                    <a:pt x="220" y="163"/>
                  </a:lnTo>
                  <a:lnTo>
                    <a:pt x="220" y="0"/>
                  </a:lnTo>
                  <a:lnTo>
                    <a:pt x="0" y="391"/>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98" name=""/>
            <p:cNvSpPr/>
            <p:nvPr/>
          </p:nvSpPr>
          <p:spPr>
            <a:xfrm>
              <a:off x="2787480" y="3699000"/>
              <a:ext cx="1551960" cy="1263960"/>
            </a:xfrm>
            <a:custGeom>
              <a:avLst/>
              <a:gdLst/>
              <a:ahLst/>
              <a:rect l="l" t="t" r="r" b="b"/>
              <a:pathLst>
                <a:path w="833" h="699">
                  <a:moveTo>
                    <a:pt x="292" y="0"/>
                  </a:moveTo>
                  <a:lnTo>
                    <a:pt x="0" y="352"/>
                  </a:lnTo>
                  <a:lnTo>
                    <a:pt x="163" y="293"/>
                  </a:lnTo>
                  <a:lnTo>
                    <a:pt x="198" y="344"/>
                  </a:lnTo>
                  <a:lnTo>
                    <a:pt x="236" y="392"/>
                  </a:lnTo>
                  <a:lnTo>
                    <a:pt x="277" y="438"/>
                  </a:lnTo>
                  <a:lnTo>
                    <a:pt x="322" y="480"/>
                  </a:lnTo>
                  <a:lnTo>
                    <a:pt x="370" y="520"/>
                  </a:lnTo>
                  <a:lnTo>
                    <a:pt x="419" y="555"/>
                  </a:lnTo>
                  <a:lnTo>
                    <a:pt x="472" y="588"/>
                  </a:lnTo>
                  <a:lnTo>
                    <a:pt x="527" y="616"/>
                  </a:lnTo>
                  <a:lnTo>
                    <a:pt x="583" y="641"/>
                  </a:lnTo>
                  <a:lnTo>
                    <a:pt x="641" y="662"/>
                  </a:lnTo>
                  <a:lnTo>
                    <a:pt x="700" y="678"/>
                  </a:lnTo>
                  <a:lnTo>
                    <a:pt x="762" y="690"/>
                  </a:lnTo>
                  <a:lnTo>
                    <a:pt x="822" y="698"/>
                  </a:lnTo>
                  <a:lnTo>
                    <a:pt x="702" y="494"/>
                  </a:lnTo>
                  <a:lnTo>
                    <a:pt x="832" y="256"/>
                  </a:lnTo>
                  <a:lnTo>
                    <a:pt x="787" y="247"/>
                  </a:lnTo>
                  <a:lnTo>
                    <a:pt x="745" y="233"/>
                  </a:lnTo>
                  <a:lnTo>
                    <a:pt x="704" y="214"/>
                  </a:lnTo>
                  <a:lnTo>
                    <a:pt x="665" y="192"/>
                  </a:lnTo>
                  <a:lnTo>
                    <a:pt x="630" y="165"/>
                  </a:lnTo>
                  <a:lnTo>
                    <a:pt x="596" y="136"/>
                  </a:lnTo>
                  <a:lnTo>
                    <a:pt x="736" y="84"/>
                  </a:lnTo>
                  <a:lnTo>
                    <a:pt x="292" y="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699" name=""/>
            <p:cNvSpPr/>
            <p:nvPr/>
          </p:nvSpPr>
          <p:spPr>
            <a:xfrm>
              <a:off x="3106080" y="1547640"/>
              <a:ext cx="1616040" cy="1407960"/>
            </a:xfrm>
            <a:custGeom>
              <a:avLst/>
              <a:gdLst/>
              <a:ahLst/>
              <a:rect l="l" t="t" r="r" b="b"/>
              <a:pathLst>
                <a:path w="867" h="779">
                  <a:moveTo>
                    <a:pt x="379" y="778"/>
                  </a:moveTo>
                  <a:lnTo>
                    <a:pt x="402" y="748"/>
                  </a:lnTo>
                  <a:lnTo>
                    <a:pt x="425" y="721"/>
                  </a:lnTo>
                  <a:lnTo>
                    <a:pt x="452" y="694"/>
                  </a:lnTo>
                  <a:lnTo>
                    <a:pt x="480" y="671"/>
                  </a:lnTo>
                  <a:lnTo>
                    <a:pt x="514" y="646"/>
                  </a:lnTo>
                  <a:lnTo>
                    <a:pt x="550" y="626"/>
                  </a:lnTo>
                  <a:lnTo>
                    <a:pt x="588" y="609"/>
                  </a:lnTo>
                  <a:lnTo>
                    <a:pt x="627" y="594"/>
                  </a:lnTo>
                  <a:lnTo>
                    <a:pt x="668" y="585"/>
                  </a:lnTo>
                  <a:lnTo>
                    <a:pt x="692" y="750"/>
                  </a:lnTo>
                  <a:lnTo>
                    <a:pt x="866" y="349"/>
                  </a:lnTo>
                  <a:lnTo>
                    <a:pt x="605" y="0"/>
                  </a:lnTo>
                  <a:lnTo>
                    <a:pt x="606" y="149"/>
                  </a:lnTo>
                  <a:lnTo>
                    <a:pt x="545" y="162"/>
                  </a:lnTo>
                  <a:lnTo>
                    <a:pt x="484" y="180"/>
                  </a:lnTo>
                  <a:lnTo>
                    <a:pt x="425" y="201"/>
                  </a:lnTo>
                  <a:lnTo>
                    <a:pt x="368" y="225"/>
                  </a:lnTo>
                  <a:lnTo>
                    <a:pt x="313" y="255"/>
                  </a:lnTo>
                  <a:lnTo>
                    <a:pt x="259" y="287"/>
                  </a:lnTo>
                  <a:lnTo>
                    <a:pt x="208" y="325"/>
                  </a:lnTo>
                  <a:lnTo>
                    <a:pt x="160" y="366"/>
                  </a:lnTo>
                  <a:lnTo>
                    <a:pt x="115" y="411"/>
                  </a:lnTo>
                  <a:lnTo>
                    <a:pt x="74" y="458"/>
                  </a:lnTo>
                  <a:lnTo>
                    <a:pt x="35" y="509"/>
                  </a:lnTo>
                  <a:lnTo>
                    <a:pt x="0" y="563"/>
                  </a:lnTo>
                  <a:lnTo>
                    <a:pt x="247" y="564"/>
                  </a:lnTo>
                  <a:lnTo>
                    <a:pt x="379" y="778"/>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700" name=""/>
            <p:cNvSpPr/>
            <p:nvPr/>
          </p:nvSpPr>
          <p:spPr>
            <a:xfrm>
              <a:off x="2703600" y="2616480"/>
              <a:ext cx="1266840" cy="1410120"/>
            </a:xfrm>
            <a:custGeom>
              <a:avLst/>
              <a:gdLst/>
              <a:ahLst/>
              <a:rect l="l" t="t" r="r" b="b"/>
              <a:pathLst>
                <a:path w="680" h="780">
                  <a:moveTo>
                    <a:pt x="448" y="0"/>
                  </a:moveTo>
                  <a:lnTo>
                    <a:pt x="0" y="1"/>
                  </a:lnTo>
                  <a:lnTo>
                    <a:pt x="141" y="82"/>
                  </a:lnTo>
                  <a:lnTo>
                    <a:pt x="120" y="138"/>
                  </a:lnTo>
                  <a:lnTo>
                    <a:pt x="102" y="196"/>
                  </a:lnTo>
                  <a:lnTo>
                    <a:pt x="89" y="253"/>
                  </a:lnTo>
                  <a:lnTo>
                    <a:pt x="80" y="313"/>
                  </a:lnTo>
                  <a:lnTo>
                    <a:pt x="74" y="373"/>
                  </a:lnTo>
                  <a:lnTo>
                    <a:pt x="73" y="431"/>
                  </a:lnTo>
                  <a:lnTo>
                    <a:pt x="75" y="491"/>
                  </a:lnTo>
                  <a:lnTo>
                    <a:pt x="82" y="551"/>
                  </a:lnTo>
                  <a:lnTo>
                    <a:pt x="93" y="609"/>
                  </a:lnTo>
                  <a:lnTo>
                    <a:pt x="107" y="668"/>
                  </a:lnTo>
                  <a:lnTo>
                    <a:pt x="126" y="724"/>
                  </a:lnTo>
                  <a:lnTo>
                    <a:pt x="148" y="779"/>
                  </a:lnTo>
                  <a:lnTo>
                    <a:pt x="324" y="566"/>
                  </a:lnTo>
                  <a:lnTo>
                    <a:pt x="551" y="603"/>
                  </a:lnTo>
                  <a:lnTo>
                    <a:pt x="535" y="562"/>
                  </a:lnTo>
                  <a:lnTo>
                    <a:pt x="523" y="521"/>
                  </a:lnTo>
                  <a:lnTo>
                    <a:pt x="516" y="478"/>
                  </a:lnTo>
                  <a:lnTo>
                    <a:pt x="512" y="435"/>
                  </a:lnTo>
                  <a:lnTo>
                    <a:pt x="513" y="391"/>
                  </a:lnTo>
                  <a:lnTo>
                    <a:pt x="518" y="348"/>
                  </a:lnTo>
                  <a:lnTo>
                    <a:pt x="528" y="306"/>
                  </a:lnTo>
                  <a:lnTo>
                    <a:pt x="679" y="392"/>
                  </a:lnTo>
                  <a:lnTo>
                    <a:pt x="448" y="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4701" name=""/>
          <p:cNvSpPr/>
          <p:nvPr/>
        </p:nvSpPr>
        <p:spPr>
          <a:xfrm>
            <a:off x="2881440" y="3198240"/>
            <a:ext cx="74268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02" name=""/>
          <p:cNvSpPr/>
          <p:nvPr/>
        </p:nvSpPr>
        <p:spPr>
          <a:xfrm>
            <a:off x="3625920" y="2211120"/>
            <a:ext cx="67320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03" name=""/>
          <p:cNvSpPr/>
          <p:nvPr/>
        </p:nvSpPr>
        <p:spPr>
          <a:xfrm>
            <a:off x="4898880" y="2377800"/>
            <a:ext cx="67176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04" name=""/>
          <p:cNvSpPr/>
          <p:nvPr/>
        </p:nvSpPr>
        <p:spPr>
          <a:xfrm>
            <a:off x="5305320" y="3444480"/>
            <a:ext cx="77472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05" name=""/>
          <p:cNvSpPr/>
          <p:nvPr/>
        </p:nvSpPr>
        <p:spPr>
          <a:xfrm>
            <a:off x="4587840" y="4416120"/>
            <a:ext cx="67932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06" name=""/>
          <p:cNvSpPr/>
          <p:nvPr/>
        </p:nvSpPr>
        <p:spPr>
          <a:xfrm>
            <a:off x="3371760" y="4235040"/>
            <a:ext cx="67464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0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70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709" name=""/>
          <p:cNvSpPr/>
          <p:nvPr/>
        </p:nvSpPr>
        <p:spPr>
          <a:xfrm>
            <a:off x="4734000" y="119844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10" name=""/>
          <p:cNvSpPr/>
          <p:nvPr/>
        </p:nvSpPr>
        <p:spPr>
          <a:xfrm>
            <a:off x="2341440" y="119844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11" name=""/>
          <p:cNvSpPr/>
          <p:nvPr/>
        </p:nvSpPr>
        <p:spPr>
          <a:xfrm>
            <a:off x="760320" y="282888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12" name=""/>
          <p:cNvSpPr/>
          <p:nvPr/>
        </p:nvSpPr>
        <p:spPr>
          <a:xfrm>
            <a:off x="1244520" y="447048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13" name=""/>
          <p:cNvSpPr/>
          <p:nvPr/>
        </p:nvSpPr>
        <p:spPr>
          <a:xfrm>
            <a:off x="4807080" y="509580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14" name=""/>
          <p:cNvSpPr/>
          <p:nvPr/>
        </p:nvSpPr>
        <p:spPr>
          <a:xfrm>
            <a:off x="6315120" y="282888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3F3D49FD-0C93-4563-BE93-76F9F0DF9DDD}" type="slidenum">
              <a:t>239</a:t>
            </a:fld>
          </a:p>
        </p:txBody>
      </p:sp>
    </p:spTree>
  </p:cSld>
  <mc:AlternateContent>
    <mc:Choice Requires="p14">
      <p:transition spd="slow" p14:dur="2000"/>
    </mc:Choice>
    <mc:Fallback>
      <p:transition spd="slow"/>
    </mc:Fallback>
  </mc:AlternateContent>
</p:sld>
</file>

<file path=ppt/slides/slide2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1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CYCLE 6</a:t>
            </a:r>
            <a:endParaRPr b="1" lang="en-US" sz="1900" spc="-1" strike="noStrike">
              <a:solidFill>
                <a:srgbClr val="000000"/>
              </a:solidFill>
              <a:latin typeface="Arial"/>
            </a:endParaRPr>
          </a:p>
        </p:txBody>
      </p:sp>
      <p:sp>
        <p:nvSpPr>
          <p:cNvPr id="4716" name=""/>
          <p:cNvSpPr/>
          <p:nvPr/>
        </p:nvSpPr>
        <p:spPr>
          <a:xfrm>
            <a:off x="4491000" y="1792440"/>
            <a:ext cx="1446120" cy="1287360"/>
          </a:xfrm>
          <a:custGeom>
            <a:avLst/>
            <a:gdLst/>
            <a:ahLst/>
            <a:rect l="l" t="t" r="r" b="b"/>
            <a:pathLst>
              <a:path w="911" h="811">
                <a:moveTo>
                  <a:pt x="475" y="809"/>
                </a:moveTo>
                <a:lnTo>
                  <a:pt x="771" y="810"/>
                </a:lnTo>
                <a:lnTo>
                  <a:pt x="858" y="664"/>
                </a:lnTo>
                <a:lnTo>
                  <a:pt x="903" y="579"/>
                </a:lnTo>
                <a:lnTo>
                  <a:pt x="911" y="559"/>
                </a:lnTo>
                <a:lnTo>
                  <a:pt x="856" y="456"/>
                </a:lnTo>
                <a:lnTo>
                  <a:pt x="815" y="398"/>
                </a:lnTo>
                <a:lnTo>
                  <a:pt x="769" y="343"/>
                </a:lnTo>
                <a:lnTo>
                  <a:pt x="720" y="292"/>
                </a:lnTo>
                <a:lnTo>
                  <a:pt x="666" y="243"/>
                </a:lnTo>
                <a:lnTo>
                  <a:pt x="609" y="199"/>
                </a:lnTo>
                <a:lnTo>
                  <a:pt x="548" y="159"/>
                </a:lnTo>
                <a:lnTo>
                  <a:pt x="487" y="123"/>
                </a:lnTo>
                <a:lnTo>
                  <a:pt x="423" y="91"/>
                </a:lnTo>
                <a:lnTo>
                  <a:pt x="354" y="64"/>
                </a:lnTo>
                <a:lnTo>
                  <a:pt x="286" y="41"/>
                </a:lnTo>
                <a:lnTo>
                  <a:pt x="216" y="24"/>
                </a:lnTo>
                <a:lnTo>
                  <a:pt x="144" y="10"/>
                </a:lnTo>
                <a:lnTo>
                  <a:pt x="72" y="2"/>
                </a:lnTo>
                <a:lnTo>
                  <a:pt x="0" y="0"/>
                </a:lnTo>
                <a:lnTo>
                  <a:pt x="192" y="235"/>
                </a:lnTo>
                <a:lnTo>
                  <a:pt x="74" y="507"/>
                </a:lnTo>
                <a:lnTo>
                  <a:pt x="122" y="518"/>
                </a:lnTo>
                <a:lnTo>
                  <a:pt x="170" y="533"/>
                </a:lnTo>
                <a:lnTo>
                  <a:pt x="216" y="552"/>
                </a:lnTo>
                <a:lnTo>
                  <a:pt x="259" y="575"/>
                </a:lnTo>
                <a:lnTo>
                  <a:pt x="300" y="604"/>
                </a:lnTo>
                <a:lnTo>
                  <a:pt x="340" y="634"/>
                </a:lnTo>
                <a:lnTo>
                  <a:pt x="376" y="669"/>
                </a:lnTo>
                <a:lnTo>
                  <a:pt x="408" y="706"/>
                </a:lnTo>
                <a:lnTo>
                  <a:pt x="475" y="811"/>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717" name=""/>
          <p:cNvSpPr/>
          <p:nvPr/>
        </p:nvSpPr>
        <p:spPr>
          <a:xfrm>
            <a:off x="5121360" y="2739960"/>
            <a:ext cx="998280" cy="1546200"/>
          </a:xfrm>
          <a:custGeom>
            <a:avLst/>
            <a:gdLst/>
            <a:ahLst/>
            <a:rect l="l" t="t" r="r" b="b"/>
            <a:pathLst>
              <a:path w="629" h="974">
                <a:moveTo>
                  <a:pt x="134" y="974"/>
                </a:moveTo>
                <a:lnTo>
                  <a:pt x="446" y="966"/>
                </a:lnTo>
                <a:lnTo>
                  <a:pt x="507" y="870"/>
                </a:lnTo>
                <a:lnTo>
                  <a:pt x="540" y="808"/>
                </a:lnTo>
                <a:lnTo>
                  <a:pt x="567" y="744"/>
                </a:lnTo>
                <a:lnTo>
                  <a:pt x="589" y="678"/>
                </a:lnTo>
                <a:lnTo>
                  <a:pt x="607" y="609"/>
                </a:lnTo>
                <a:lnTo>
                  <a:pt x="620" y="542"/>
                </a:lnTo>
                <a:lnTo>
                  <a:pt x="627" y="473"/>
                </a:lnTo>
                <a:lnTo>
                  <a:pt x="629" y="403"/>
                </a:lnTo>
                <a:lnTo>
                  <a:pt x="627" y="334"/>
                </a:lnTo>
                <a:lnTo>
                  <a:pt x="618" y="265"/>
                </a:lnTo>
                <a:lnTo>
                  <a:pt x="606" y="196"/>
                </a:lnTo>
                <a:lnTo>
                  <a:pt x="588" y="130"/>
                </a:lnTo>
                <a:lnTo>
                  <a:pt x="564" y="64"/>
                </a:lnTo>
                <a:lnTo>
                  <a:pt x="537" y="0"/>
                </a:lnTo>
                <a:lnTo>
                  <a:pt x="394" y="249"/>
                </a:lnTo>
                <a:lnTo>
                  <a:pt x="84" y="246"/>
                </a:lnTo>
                <a:lnTo>
                  <a:pt x="97" y="290"/>
                </a:lnTo>
                <a:lnTo>
                  <a:pt x="105" y="339"/>
                </a:lnTo>
                <a:lnTo>
                  <a:pt x="109" y="387"/>
                </a:lnTo>
                <a:lnTo>
                  <a:pt x="108" y="434"/>
                </a:lnTo>
                <a:lnTo>
                  <a:pt x="102" y="482"/>
                </a:lnTo>
                <a:lnTo>
                  <a:pt x="93" y="529"/>
                </a:lnTo>
                <a:lnTo>
                  <a:pt x="78" y="575"/>
                </a:lnTo>
                <a:lnTo>
                  <a:pt x="60" y="620"/>
                </a:lnTo>
                <a:lnTo>
                  <a:pt x="0" y="724"/>
                </a:lnTo>
                <a:lnTo>
                  <a:pt x="134" y="974"/>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718" name=""/>
          <p:cNvSpPr/>
          <p:nvPr/>
        </p:nvSpPr>
        <p:spPr>
          <a:xfrm>
            <a:off x="4167360" y="3924360"/>
            <a:ext cx="1633320" cy="1041480"/>
          </a:xfrm>
          <a:custGeom>
            <a:avLst/>
            <a:gdLst/>
            <a:ahLst/>
            <a:rect l="l" t="t" r="r" b="b"/>
            <a:pathLst>
              <a:path w="1029" h="656">
                <a:moveTo>
                  <a:pt x="0" y="414"/>
                </a:moveTo>
                <a:lnTo>
                  <a:pt x="141" y="656"/>
                </a:lnTo>
                <a:lnTo>
                  <a:pt x="258" y="656"/>
                </a:lnTo>
                <a:lnTo>
                  <a:pt x="328" y="651"/>
                </a:lnTo>
                <a:lnTo>
                  <a:pt x="396" y="639"/>
                </a:lnTo>
                <a:lnTo>
                  <a:pt x="463" y="624"/>
                </a:lnTo>
                <a:lnTo>
                  <a:pt x="529" y="605"/>
                </a:lnTo>
                <a:lnTo>
                  <a:pt x="593" y="581"/>
                </a:lnTo>
                <a:lnTo>
                  <a:pt x="657" y="553"/>
                </a:lnTo>
                <a:lnTo>
                  <a:pt x="718" y="521"/>
                </a:lnTo>
                <a:lnTo>
                  <a:pt x="776" y="486"/>
                </a:lnTo>
                <a:lnTo>
                  <a:pt x="832" y="445"/>
                </a:lnTo>
                <a:lnTo>
                  <a:pt x="887" y="402"/>
                </a:lnTo>
                <a:lnTo>
                  <a:pt x="938" y="354"/>
                </a:lnTo>
                <a:lnTo>
                  <a:pt x="984" y="303"/>
                </a:lnTo>
                <a:lnTo>
                  <a:pt x="1029" y="249"/>
                </a:lnTo>
                <a:lnTo>
                  <a:pt x="716" y="265"/>
                </a:lnTo>
                <a:lnTo>
                  <a:pt x="574" y="0"/>
                </a:lnTo>
                <a:lnTo>
                  <a:pt x="545" y="26"/>
                </a:lnTo>
                <a:lnTo>
                  <a:pt x="514" y="52"/>
                </a:lnTo>
                <a:lnTo>
                  <a:pt x="476" y="77"/>
                </a:lnTo>
                <a:lnTo>
                  <a:pt x="436" y="101"/>
                </a:lnTo>
                <a:lnTo>
                  <a:pt x="395" y="119"/>
                </a:lnTo>
                <a:lnTo>
                  <a:pt x="350" y="136"/>
                </a:lnTo>
                <a:lnTo>
                  <a:pt x="304" y="147"/>
                </a:lnTo>
                <a:lnTo>
                  <a:pt x="258" y="155"/>
                </a:lnTo>
                <a:lnTo>
                  <a:pt x="153" y="154"/>
                </a:lnTo>
                <a:lnTo>
                  <a:pt x="0" y="414"/>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719" name=""/>
          <p:cNvSpPr/>
          <p:nvPr/>
        </p:nvSpPr>
        <p:spPr>
          <a:xfrm>
            <a:off x="3003480" y="3699000"/>
            <a:ext cx="1335240" cy="1263600"/>
          </a:xfrm>
          <a:custGeom>
            <a:avLst/>
            <a:gdLst/>
            <a:ahLst/>
            <a:rect l="l" t="t" r="r" b="b"/>
            <a:pathLst>
              <a:path w="841" h="796">
                <a:moveTo>
                  <a:pt x="207" y="0"/>
                </a:moveTo>
                <a:lnTo>
                  <a:pt x="0" y="236"/>
                </a:lnTo>
                <a:lnTo>
                  <a:pt x="55" y="334"/>
                </a:lnTo>
                <a:lnTo>
                  <a:pt x="96" y="392"/>
                </a:lnTo>
                <a:lnTo>
                  <a:pt x="141" y="447"/>
                </a:lnTo>
                <a:lnTo>
                  <a:pt x="189" y="499"/>
                </a:lnTo>
                <a:lnTo>
                  <a:pt x="242" y="547"/>
                </a:lnTo>
                <a:lnTo>
                  <a:pt x="298" y="593"/>
                </a:lnTo>
                <a:lnTo>
                  <a:pt x="356" y="633"/>
                </a:lnTo>
                <a:lnTo>
                  <a:pt x="418" y="670"/>
                </a:lnTo>
                <a:lnTo>
                  <a:pt x="483" y="702"/>
                </a:lnTo>
                <a:lnTo>
                  <a:pt x="548" y="731"/>
                </a:lnTo>
                <a:lnTo>
                  <a:pt x="617" y="755"/>
                </a:lnTo>
                <a:lnTo>
                  <a:pt x="686" y="773"/>
                </a:lnTo>
                <a:lnTo>
                  <a:pt x="759" y="787"/>
                </a:lnTo>
                <a:lnTo>
                  <a:pt x="829" y="796"/>
                </a:lnTo>
                <a:lnTo>
                  <a:pt x="688" y="563"/>
                </a:lnTo>
                <a:lnTo>
                  <a:pt x="841" y="292"/>
                </a:lnTo>
                <a:lnTo>
                  <a:pt x="788" y="282"/>
                </a:lnTo>
                <a:lnTo>
                  <a:pt x="739" y="266"/>
                </a:lnTo>
                <a:lnTo>
                  <a:pt x="691" y="244"/>
                </a:lnTo>
                <a:lnTo>
                  <a:pt x="645" y="219"/>
                </a:lnTo>
                <a:lnTo>
                  <a:pt x="604" y="188"/>
                </a:lnTo>
                <a:lnTo>
                  <a:pt x="564" y="155"/>
                </a:lnTo>
                <a:lnTo>
                  <a:pt x="476" y="50"/>
                </a:lnTo>
                <a:lnTo>
                  <a:pt x="207" y="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720" name=""/>
          <p:cNvSpPr/>
          <p:nvPr/>
        </p:nvSpPr>
        <p:spPr>
          <a:xfrm>
            <a:off x="3106800" y="1790640"/>
            <a:ext cx="1614600" cy="1163520"/>
          </a:xfrm>
          <a:custGeom>
            <a:avLst/>
            <a:gdLst/>
            <a:ahLst/>
            <a:rect l="l" t="t" r="r" b="b"/>
            <a:pathLst>
              <a:path w="1017" h="733">
                <a:moveTo>
                  <a:pt x="445" y="733"/>
                </a:moveTo>
                <a:lnTo>
                  <a:pt x="472" y="699"/>
                </a:lnTo>
                <a:lnTo>
                  <a:pt x="499" y="668"/>
                </a:lnTo>
                <a:lnTo>
                  <a:pt x="531" y="637"/>
                </a:lnTo>
                <a:lnTo>
                  <a:pt x="564" y="611"/>
                </a:lnTo>
                <a:lnTo>
                  <a:pt x="604" y="583"/>
                </a:lnTo>
                <a:lnTo>
                  <a:pt x="646" y="560"/>
                </a:lnTo>
                <a:lnTo>
                  <a:pt x="690" y="540"/>
                </a:lnTo>
                <a:lnTo>
                  <a:pt x="736" y="523"/>
                </a:lnTo>
                <a:lnTo>
                  <a:pt x="815" y="508"/>
                </a:lnTo>
                <a:lnTo>
                  <a:pt x="903" y="492"/>
                </a:lnTo>
                <a:lnTo>
                  <a:pt x="1017" y="244"/>
                </a:lnTo>
                <a:lnTo>
                  <a:pt x="835" y="0"/>
                </a:lnTo>
                <a:lnTo>
                  <a:pt x="712" y="17"/>
                </a:lnTo>
                <a:lnTo>
                  <a:pt x="640" y="31"/>
                </a:lnTo>
                <a:lnTo>
                  <a:pt x="568" y="52"/>
                </a:lnTo>
                <a:lnTo>
                  <a:pt x="499" y="76"/>
                </a:lnTo>
                <a:lnTo>
                  <a:pt x="432" y="103"/>
                </a:lnTo>
                <a:lnTo>
                  <a:pt x="368" y="137"/>
                </a:lnTo>
                <a:lnTo>
                  <a:pt x="304" y="174"/>
                </a:lnTo>
                <a:lnTo>
                  <a:pt x="244" y="217"/>
                </a:lnTo>
                <a:lnTo>
                  <a:pt x="188" y="264"/>
                </a:lnTo>
                <a:lnTo>
                  <a:pt x="135" y="315"/>
                </a:lnTo>
                <a:lnTo>
                  <a:pt x="87" y="368"/>
                </a:lnTo>
                <a:lnTo>
                  <a:pt x="41" y="427"/>
                </a:lnTo>
                <a:lnTo>
                  <a:pt x="0" y="488"/>
                </a:lnTo>
                <a:lnTo>
                  <a:pt x="290" y="489"/>
                </a:lnTo>
                <a:lnTo>
                  <a:pt x="445" y="733"/>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721" name=""/>
          <p:cNvSpPr/>
          <p:nvPr/>
        </p:nvSpPr>
        <p:spPr>
          <a:xfrm>
            <a:off x="2840040" y="2616120"/>
            <a:ext cx="925560" cy="1409760"/>
          </a:xfrm>
          <a:custGeom>
            <a:avLst/>
            <a:gdLst/>
            <a:ahLst/>
            <a:rect l="l" t="t" r="r" b="b"/>
            <a:pathLst>
              <a:path w="583" h="888">
                <a:moveTo>
                  <a:pt x="440" y="0"/>
                </a:moveTo>
                <a:lnTo>
                  <a:pt x="151" y="2"/>
                </a:lnTo>
                <a:lnTo>
                  <a:pt x="99" y="76"/>
                </a:lnTo>
                <a:lnTo>
                  <a:pt x="55" y="157"/>
                </a:lnTo>
                <a:lnTo>
                  <a:pt x="34" y="223"/>
                </a:lnTo>
                <a:lnTo>
                  <a:pt x="18" y="288"/>
                </a:lnTo>
                <a:lnTo>
                  <a:pt x="8" y="357"/>
                </a:lnTo>
                <a:lnTo>
                  <a:pt x="1" y="425"/>
                </a:lnTo>
                <a:lnTo>
                  <a:pt x="0" y="491"/>
                </a:lnTo>
                <a:lnTo>
                  <a:pt x="2" y="560"/>
                </a:lnTo>
                <a:lnTo>
                  <a:pt x="10" y="628"/>
                </a:lnTo>
                <a:lnTo>
                  <a:pt x="23" y="694"/>
                </a:lnTo>
                <a:lnTo>
                  <a:pt x="40" y="761"/>
                </a:lnTo>
                <a:lnTo>
                  <a:pt x="62" y="825"/>
                </a:lnTo>
                <a:lnTo>
                  <a:pt x="88" y="888"/>
                </a:lnTo>
                <a:lnTo>
                  <a:pt x="294" y="645"/>
                </a:lnTo>
                <a:lnTo>
                  <a:pt x="561" y="687"/>
                </a:lnTo>
                <a:lnTo>
                  <a:pt x="542" y="641"/>
                </a:lnTo>
                <a:lnTo>
                  <a:pt x="528" y="594"/>
                </a:lnTo>
                <a:lnTo>
                  <a:pt x="520" y="545"/>
                </a:lnTo>
                <a:lnTo>
                  <a:pt x="515" y="496"/>
                </a:lnTo>
                <a:lnTo>
                  <a:pt x="516" y="446"/>
                </a:lnTo>
                <a:lnTo>
                  <a:pt x="522" y="397"/>
                </a:lnTo>
                <a:lnTo>
                  <a:pt x="534" y="349"/>
                </a:lnTo>
                <a:lnTo>
                  <a:pt x="583" y="240"/>
                </a:lnTo>
                <a:lnTo>
                  <a:pt x="440" y="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722" name=""/>
          <p:cNvSpPr/>
          <p:nvPr/>
        </p:nvSpPr>
        <p:spPr>
          <a:xfrm>
            <a:off x="2881440" y="3198240"/>
            <a:ext cx="74268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23" name=""/>
          <p:cNvSpPr/>
          <p:nvPr/>
        </p:nvSpPr>
        <p:spPr>
          <a:xfrm>
            <a:off x="3625920" y="2211120"/>
            <a:ext cx="67320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24" name=""/>
          <p:cNvSpPr/>
          <p:nvPr/>
        </p:nvSpPr>
        <p:spPr>
          <a:xfrm>
            <a:off x="4898880" y="2377800"/>
            <a:ext cx="67176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25" name=""/>
          <p:cNvSpPr/>
          <p:nvPr/>
        </p:nvSpPr>
        <p:spPr>
          <a:xfrm>
            <a:off x="5305320" y="3444480"/>
            <a:ext cx="77472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26" name=""/>
          <p:cNvSpPr/>
          <p:nvPr/>
        </p:nvSpPr>
        <p:spPr>
          <a:xfrm>
            <a:off x="4587840" y="4416120"/>
            <a:ext cx="67932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27" name=""/>
          <p:cNvSpPr/>
          <p:nvPr/>
        </p:nvSpPr>
        <p:spPr>
          <a:xfrm>
            <a:off x="3371760" y="4235040"/>
            <a:ext cx="674640" cy="213840"/>
          </a:xfrm>
          <a:prstGeom prst="rect">
            <a:avLst/>
          </a:prstGeom>
          <a:noFill/>
          <a:ln w="0">
            <a:noFill/>
          </a:ln>
        </p:spPr>
        <p:style>
          <a:lnRef idx="0"/>
          <a:fillRef idx="0"/>
          <a:effectRef idx="0"/>
          <a:fontRef idx="minor"/>
        </p:style>
        <p:txBody>
          <a:bodyPr lIns="0" rIns="0" tIns="0" bIns="0" anchor="ctr" anchorCtr="1">
            <a:spAutoFit/>
          </a:bodyPr>
          <a:p>
            <a:pPr algn="ct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72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729"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730" name=""/>
          <p:cNvSpPr/>
          <p:nvPr/>
        </p:nvSpPr>
        <p:spPr>
          <a:xfrm>
            <a:off x="4734000" y="119844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31" name=""/>
          <p:cNvSpPr/>
          <p:nvPr/>
        </p:nvSpPr>
        <p:spPr>
          <a:xfrm>
            <a:off x="2341440" y="119844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32" name=""/>
          <p:cNvSpPr/>
          <p:nvPr/>
        </p:nvSpPr>
        <p:spPr>
          <a:xfrm>
            <a:off x="760320" y="282888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33" name=""/>
          <p:cNvSpPr/>
          <p:nvPr/>
        </p:nvSpPr>
        <p:spPr>
          <a:xfrm>
            <a:off x="1244520" y="447048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34" name=""/>
          <p:cNvSpPr/>
          <p:nvPr/>
        </p:nvSpPr>
        <p:spPr>
          <a:xfrm>
            <a:off x="4807080" y="509580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735" name=""/>
          <p:cNvSpPr/>
          <p:nvPr/>
        </p:nvSpPr>
        <p:spPr>
          <a:xfrm>
            <a:off x="6315120" y="2828880"/>
            <a:ext cx="1809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692665A9-4E80-460F-84B6-C13C37759E68}" type="slidenum">
              <a:t>240</a:t>
            </a:fld>
          </a:p>
        </p:txBody>
      </p:sp>
    </p:spTree>
  </p:cSld>
  <mc:AlternateContent>
    <mc:Choice Requires="p14">
      <p:transition spd="slow" p14:dur="2000"/>
    </mc:Choice>
    <mc:Fallback>
      <p:transition spd="slow"/>
    </mc:Fallback>
  </mc:AlternateContent>
</p:sld>
</file>

<file path=ppt/slides/slide2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3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FORCES AT WORK</a:t>
            </a:r>
            <a:endParaRPr b="1" lang="en-US" sz="1900" spc="-1" strike="noStrike">
              <a:solidFill>
                <a:srgbClr val="000000"/>
              </a:solidFill>
              <a:latin typeface="Arial"/>
            </a:endParaRPr>
          </a:p>
        </p:txBody>
      </p:sp>
      <p:sp>
        <p:nvSpPr>
          <p:cNvPr id="473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73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739" name=""/>
          <p:cNvSpPr/>
          <p:nvPr/>
        </p:nvSpPr>
        <p:spPr>
          <a:xfrm rot="5400000">
            <a:off x="3506040" y="182880"/>
            <a:ext cx="1836720" cy="3425760"/>
          </a:xfrm>
          <a:prstGeom prst="rightArrow">
            <a:avLst>
              <a:gd name="adj1" fmla="val 87120"/>
              <a:gd name="adj2" fmla="val 27468"/>
            </a:avLst>
          </a:prstGeom>
          <a:solidFill>
            <a:srgbClr val="ffffff"/>
          </a:solidFill>
          <a:ln w="9360">
            <a:solidFill>
              <a:srgbClr val="000000"/>
            </a:solidFill>
            <a:miter/>
          </a:ln>
          <a:effectLst>
            <a:outerShdw dist="40186" dir="4303641"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740" name=""/>
          <p:cNvSpPr/>
          <p:nvPr/>
        </p:nvSpPr>
        <p:spPr>
          <a:xfrm rot="10800000">
            <a:off x="6016320" y="2433600"/>
            <a:ext cx="2368440" cy="2349360"/>
          </a:xfrm>
          <a:prstGeom prst="rightArrow">
            <a:avLst>
              <a:gd name="adj1" fmla="val 87120"/>
              <a:gd name="adj2" fmla="val 27691"/>
            </a:avLst>
          </a:prstGeom>
          <a:solidFill>
            <a:srgbClr val="ffffff"/>
          </a:solidFill>
          <a:ln w="9360">
            <a:solidFill>
              <a:srgbClr val="000000"/>
            </a:solidFill>
            <a:miter/>
          </a:ln>
          <a:effectLst>
            <a:outerShdw dist="40186" dir="4303641"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741" name=""/>
          <p:cNvSpPr/>
          <p:nvPr/>
        </p:nvSpPr>
        <p:spPr>
          <a:xfrm flipV="1" rot="16200000">
            <a:off x="3548880" y="3556800"/>
            <a:ext cx="1751040" cy="3438720"/>
          </a:xfrm>
          <a:prstGeom prst="rightArrow">
            <a:avLst>
              <a:gd name="adj1" fmla="val 87120"/>
              <a:gd name="adj2" fmla="val 27468"/>
            </a:avLst>
          </a:prstGeom>
          <a:solidFill>
            <a:srgbClr val="ffffff"/>
          </a:solidFill>
          <a:ln w="9360">
            <a:solidFill>
              <a:srgbClr val="000000"/>
            </a:solidFill>
            <a:miter/>
          </a:ln>
          <a:effectLst>
            <a:outerShdw dist="40186" dir="4303641"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742" name=""/>
          <p:cNvSpPr/>
          <p:nvPr/>
        </p:nvSpPr>
        <p:spPr>
          <a:xfrm flipH="1" rot="10800000">
            <a:off x="476640" y="2433600"/>
            <a:ext cx="2365560" cy="2349360"/>
          </a:xfrm>
          <a:prstGeom prst="rightArrow">
            <a:avLst>
              <a:gd name="adj1" fmla="val 87120"/>
              <a:gd name="adj2" fmla="val 27657"/>
            </a:avLst>
          </a:prstGeom>
          <a:solidFill>
            <a:srgbClr val="ffffff"/>
          </a:solidFill>
          <a:ln w="9360">
            <a:solidFill>
              <a:srgbClr val="000000"/>
            </a:solidFill>
            <a:miter/>
          </a:ln>
          <a:effectLst>
            <a:outerShdw dist="40186" dir="4303641"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743" name=""/>
          <p:cNvSpPr/>
          <p:nvPr/>
        </p:nvSpPr>
        <p:spPr>
          <a:xfrm>
            <a:off x="3100320" y="2982960"/>
            <a:ext cx="2679840" cy="12492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744" name=""/>
          <p:cNvSpPr/>
          <p:nvPr/>
        </p:nvSpPr>
        <p:spPr>
          <a:xfrm>
            <a:off x="595440" y="2701800"/>
            <a:ext cx="16700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45" name=""/>
          <p:cNvSpPr/>
          <p:nvPr/>
        </p:nvSpPr>
        <p:spPr>
          <a:xfrm>
            <a:off x="3036960" y="1084320"/>
            <a:ext cx="27748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46" name=""/>
          <p:cNvSpPr/>
          <p:nvPr/>
        </p:nvSpPr>
        <p:spPr>
          <a:xfrm>
            <a:off x="3036960" y="4929120"/>
            <a:ext cx="27748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47" name=""/>
          <p:cNvSpPr/>
          <p:nvPr/>
        </p:nvSpPr>
        <p:spPr>
          <a:xfrm>
            <a:off x="6632640" y="2701800"/>
            <a:ext cx="166824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48" name=""/>
          <p:cNvSpPr/>
          <p:nvPr/>
        </p:nvSpPr>
        <p:spPr>
          <a:xfrm>
            <a:off x="3240000" y="3362400"/>
            <a:ext cx="2400480" cy="4878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96BAD71C-C5C9-4D89-ABDF-1B80310B1D13}" type="slidenum">
              <a:t>241</a:t>
            </a:fld>
          </a:p>
        </p:txBody>
      </p:sp>
    </p:spTree>
  </p:cSld>
</p:sld>
</file>

<file path=ppt/slides/slide2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4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2 </a:t>
            </a:r>
            <a:r>
              <a:rPr b="1" lang="en-US" sz="1900" spc="-1" strike="noStrike">
                <a:solidFill>
                  <a:srgbClr val="000000"/>
                </a:solidFill>
                <a:latin typeface="Arial"/>
              </a:rPr>
              <a:t>BY 2 MATRIX</a:t>
            </a:r>
            <a:endParaRPr b="1" lang="en-US" sz="1900" spc="-1" strike="noStrike">
              <a:solidFill>
                <a:srgbClr val="000000"/>
              </a:solidFill>
              <a:latin typeface="Arial"/>
            </a:endParaRPr>
          </a:p>
        </p:txBody>
      </p:sp>
      <p:sp>
        <p:nvSpPr>
          <p:cNvPr id="475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75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752" name=""/>
          <p:cNvSpPr/>
          <p:nvPr/>
        </p:nvSpPr>
        <p:spPr>
          <a:xfrm>
            <a:off x="2779560" y="1268280"/>
            <a:ext cx="2205360" cy="19717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753" name=""/>
          <p:cNvSpPr/>
          <p:nvPr/>
        </p:nvSpPr>
        <p:spPr>
          <a:xfrm>
            <a:off x="4965840" y="1268280"/>
            <a:ext cx="2205000" cy="19717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754" name=""/>
          <p:cNvSpPr/>
          <p:nvPr/>
        </p:nvSpPr>
        <p:spPr>
          <a:xfrm>
            <a:off x="2779560" y="3233880"/>
            <a:ext cx="2205360" cy="19713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755" name=""/>
          <p:cNvSpPr/>
          <p:nvPr/>
        </p:nvSpPr>
        <p:spPr>
          <a:xfrm>
            <a:off x="4965840" y="3233880"/>
            <a:ext cx="2205000" cy="19713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756" name=""/>
          <p:cNvSpPr/>
          <p:nvPr/>
        </p:nvSpPr>
        <p:spPr>
          <a:xfrm>
            <a:off x="1881360" y="1262160"/>
            <a:ext cx="0" cy="3943080"/>
          </a:xfrm>
          <a:prstGeom prst="line">
            <a:avLst/>
          </a:prstGeom>
          <a:ln w="93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757" name=""/>
          <p:cNvSpPr/>
          <p:nvPr/>
        </p:nvSpPr>
        <p:spPr>
          <a:xfrm>
            <a:off x="2008080" y="1258920"/>
            <a:ext cx="6764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High</a:t>
            </a:r>
            <a:endParaRPr b="0" lang="en-US" sz="1600" spc="-1" strike="noStrike">
              <a:solidFill>
                <a:srgbClr val="000000"/>
              </a:solidFill>
              <a:latin typeface="Times New Roman"/>
            </a:endParaRPr>
          </a:p>
        </p:txBody>
      </p:sp>
      <p:sp>
        <p:nvSpPr>
          <p:cNvPr id="4758" name=""/>
          <p:cNvSpPr/>
          <p:nvPr/>
        </p:nvSpPr>
        <p:spPr>
          <a:xfrm>
            <a:off x="2008080" y="4958280"/>
            <a:ext cx="685800" cy="244080"/>
          </a:xfrm>
          <a:prstGeom prst="rect">
            <a:avLst/>
          </a:prstGeom>
          <a:noFill/>
          <a:ln w="0">
            <a:noFill/>
          </a:ln>
        </p:spPr>
        <p:style>
          <a:lnRef idx="0"/>
          <a:fillRef idx="0"/>
          <a:effectRef idx="0"/>
          <a:fontRef idx="minor"/>
        </p:style>
        <p:txBody>
          <a:bodyPr lIns="0" rIns="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Low</a:t>
            </a:r>
            <a:endParaRPr b="0" lang="en-US" sz="1600" spc="-1" strike="noStrike">
              <a:solidFill>
                <a:srgbClr val="000000"/>
              </a:solidFill>
              <a:latin typeface="Times New Roman"/>
            </a:endParaRPr>
          </a:p>
        </p:txBody>
      </p:sp>
      <p:sp>
        <p:nvSpPr>
          <p:cNvPr id="4759" name=""/>
          <p:cNvSpPr/>
          <p:nvPr/>
        </p:nvSpPr>
        <p:spPr>
          <a:xfrm>
            <a:off x="2779560" y="5267160"/>
            <a:ext cx="187164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High</a:t>
            </a:r>
            <a:endParaRPr b="0" lang="en-US" sz="1600" spc="-1" strike="noStrike">
              <a:solidFill>
                <a:srgbClr val="000000"/>
              </a:solidFill>
              <a:latin typeface="Times New Roman"/>
            </a:endParaRPr>
          </a:p>
        </p:txBody>
      </p:sp>
      <p:sp>
        <p:nvSpPr>
          <p:cNvPr id="4760" name=""/>
          <p:cNvSpPr/>
          <p:nvPr/>
        </p:nvSpPr>
        <p:spPr>
          <a:xfrm>
            <a:off x="5430960" y="5267160"/>
            <a:ext cx="1747800" cy="24408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Low</a:t>
            </a:r>
            <a:endParaRPr b="0" lang="en-US" sz="1600" spc="-1" strike="noStrike">
              <a:solidFill>
                <a:srgbClr val="000000"/>
              </a:solidFill>
              <a:latin typeface="Times New Roman"/>
            </a:endParaRPr>
          </a:p>
        </p:txBody>
      </p:sp>
      <p:sp>
        <p:nvSpPr>
          <p:cNvPr id="4761" name=""/>
          <p:cNvSpPr/>
          <p:nvPr/>
        </p:nvSpPr>
        <p:spPr>
          <a:xfrm>
            <a:off x="2779560" y="5573880"/>
            <a:ext cx="4399200" cy="0"/>
          </a:xfrm>
          <a:prstGeom prst="line">
            <a:avLst/>
          </a:prstGeom>
          <a:ln w="936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4762" name=""/>
          <p:cNvSpPr/>
          <p:nvPr/>
        </p:nvSpPr>
        <p:spPr>
          <a:xfrm rot="16200000">
            <a:off x="-353520" y="3094200"/>
            <a:ext cx="3895920" cy="244080"/>
          </a:xfrm>
          <a:prstGeom prst="rect">
            <a:avLst/>
          </a:prstGeom>
          <a:noFill/>
          <a:ln w="0">
            <a:noFill/>
          </a:ln>
        </p:spPr>
        <p:style>
          <a:lnRef idx="0"/>
          <a:fillRef idx="0"/>
          <a:effectRef idx="0"/>
          <a:fontRef idx="minor"/>
        </p:style>
        <p:txBody>
          <a:bodyPr lIns="0" rIns="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ko-KR" sz="1600" spc="-1" strike="noStrike">
                <a:solidFill>
                  <a:srgbClr val="000000"/>
                </a:solidFill>
                <a:latin typeface="Arial"/>
                <a:ea typeface="Gulim"/>
              </a:rPr>
              <a:t>T</a:t>
            </a:r>
            <a:r>
              <a:rPr b="1" lang="en-US" sz="1600" spc="-1" strike="noStrike">
                <a:solidFill>
                  <a:srgbClr val="000000"/>
                </a:solidFill>
                <a:latin typeface="Arial"/>
                <a:ea typeface="Gulim"/>
              </a:rPr>
              <a:t>ext</a:t>
            </a:r>
            <a:endParaRPr b="0" lang="en-US" sz="1600" spc="-1" strike="noStrike">
              <a:solidFill>
                <a:srgbClr val="000000"/>
              </a:solidFill>
              <a:latin typeface="Times New Roman"/>
            </a:endParaRPr>
          </a:p>
        </p:txBody>
      </p:sp>
      <p:sp>
        <p:nvSpPr>
          <p:cNvPr id="4763" name=""/>
          <p:cNvSpPr/>
          <p:nvPr/>
        </p:nvSpPr>
        <p:spPr>
          <a:xfrm>
            <a:off x="2779560" y="5655240"/>
            <a:ext cx="4402440" cy="244080"/>
          </a:xfrm>
          <a:prstGeom prst="rect">
            <a:avLst/>
          </a:prstGeom>
          <a:noFill/>
          <a:ln w="0">
            <a:noFill/>
          </a:ln>
        </p:spPr>
        <p:style>
          <a:lnRef idx="0"/>
          <a:fillRef idx="0"/>
          <a:effectRef idx="0"/>
          <a:fontRef idx="minor"/>
        </p:style>
        <p:txBody>
          <a:bodyPr lIns="0" rIns="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ko-KR" sz="1600" spc="-1" strike="noStrike">
                <a:solidFill>
                  <a:srgbClr val="000000"/>
                </a:solidFill>
                <a:latin typeface="Arial"/>
                <a:ea typeface="Gulim"/>
              </a:rPr>
              <a:t>T</a:t>
            </a:r>
            <a:r>
              <a:rPr b="1" lang="en-US" sz="1600" spc="-1" strike="noStrike">
                <a:solidFill>
                  <a:srgbClr val="000000"/>
                </a:solidFill>
                <a:latin typeface="Arial"/>
                <a:ea typeface="Gulim"/>
              </a:rPr>
              <a:t>ext</a:t>
            </a:r>
            <a:endParaRPr b="0" lang="en-US" sz="1600" spc="-1" strike="noStrike">
              <a:solidFill>
                <a:srgbClr val="000000"/>
              </a:solidFill>
              <a:latin typeface="Times New Roman"/>
            </a:endParaRPr>
          </a:p>
        </p:txBody>
      </p:sp>
      <p:sp>
        <p:nvSpPr>
          <p:cNvPr id="4764" name=""/>
          <p:cNvSpPr/>
          <p:nvPr/>
        </p:nvSpPr>
        <p:spPr>
          <a:xfrm>
            <a:off x="2874960" y="1378080"/>
            <a:ext cx="19908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65" name=""/>
          <p:cNvSpPr/>
          <p:nvPr/>
        </p:nvSpPr>
        <p:spPr>
          <a:xfrm>
            <a:off x="5062680" y="1378080"/>
            <a:ext cx="19922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66" name=""/>
          <p:cNvSpPr/>
          <p:nvPr/>
        </p:nvSpPr>
        <p:spPr>
          <a:xfrm>
            <a:off x="2874960" y="3317760"/>
            <a:ext cx="19908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67" name=""/>
          <p:cNvSpPr/>
          <p:nvPr/>
        </p:nvSpPr>
        <p:spPr>
          <a:xfrm>
            <a:off x="5062680" y="3317760"/>
            <a:ext cx="19922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D2BA81C1-4792-43CC-A563-9F89788C830D}" type="slidenum">
              <a:t>242</a:t>
            </a:fld>
          </a:p>
        </p:txBody>
      </p:sp>
    </p:spTree>
  </p:cSld>
  <mc:AlternateContent>
    <mc:Choice Requires="p14">
      <p:transition spd="slow" p14:dur="2000"/>
    </mc:Choice>
    <mc:Fallback>
      <p:transition spd="slow"/>
    </mc:Fallback>
  </mc:AlternateContent>
</p:sld>
</file>

<file path=ppt/slides/slide2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68" name=""/>
          <p:cNvSpPr/>
          <p:nvPr/>
        </p:nvSpPr>
        <p:spPr>
          <a:xfrm>
            <a:off x="2265480" y="5891040"/>
            <a:ext cx="547524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769" name=""/>
          <p:cNvSpPr/>
          <p:nvPr/>
        </p:nvSpPr>
        <p:spPr>
          <a:xfrm>
            <a:off x="2368440" y="5411880"/>
            <a:ext cx="160524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Low</a:t>
            </a:r>
            <a:endParaRPr b="0" lang="en-US" sz="1600" spc="-1" strike="noStrike">
              <a:solidFill>
                <a:srgbClr val="000000"/>
              </a:solidFill>
              <a:latin typeface="Times New Roman"/>
            </a:endParaRPr>
          </a:p>
        </p:txBody>
      </p:sp>
      <p:sp>
        <p:nvSpPr>
          <p:cNvPr id="4770" name=""/>
          <p:cNvSpPr/>
          <p:nvPr/>
        </p:nvSpPr>
        <p:spPr>
          <a:xfrm>
            <a:off x="4159080" y="5411880"/>
            <a:ext cx="156528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Medium</a:t>
            </a:r>
            <a:endParaRPr b="0" lang="en-US" sz="1600" spc="-1" strike="noStrike">
              <a:solidFill>
                <a:srgbClr val="000000"/>
              </a:solidFill>
              <a:latin typeface="Times New Roman"/>
            </a:endParaRPr>
          </a:p>
        </p:txBody>
      </p:sp>
      <p:sp>
        <p:nvSpPr>
          <p:cNvPr id="4771" name=""/>
          <p:cNvSpPr/>
          <p:nvPr/>
        </p:nvSpPr>
        <p:spPr>
          <a:xfrm>
            <a:off x="5991120" y="5411880"/>
            <a:ext cx="146052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High</a:t>
            </a:r>
            <a:endParaRPr b="0" lang="en-US" sz="1600" spc="-1" strike="noStrike">
              <a:solidFill>
                <a:srgbClr val="000000"/>
              </a:solidFill>
              <a:latin typeface="Times New Roman"/>
            </a:endParaRPr>
          </a:p>
        </p:txBody>
      </p:sp>
      <p:sp>
        <p:nvSpPr>
          <p:cNvPr id="4772" name=""/>
          <p:cNvSpPr/>
          <p:nvPr/>
        </p:nvSpPr>
        <p:spPr>
          <a:xfrm>
            <a:off x="2228760" y="5753160"/>
            <a:ext cx="54547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773" name=""/>
          <p:cNvSpPr/>
          <p:nvPr/>
        </p:nvSpPr>
        <p:spPr>
          <a:xfrm rot="16200000">
            <a:off x="-448200" y="3244320"/>
            <a:ext cx="390672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774" name=""/>
          <p:cNvSpPr/>
          <p:nvPr/>
        </p:nvSpPr>
        <p:spPr>
          <a:xfrm rot="16200000">
            <a:off x="1097640" y="4160160"/>
            <a:ext cx="179856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Low</a:t>
            </a:r>
            <a:endParaRPr b="0" lang="en-US" sz="1600" spc="-1" strike="noStrike">
              <a:solidFill>
                <a:srgbClr val="000000"/>
              </a:solidFill>
              <a:latin typeface="Times New Roman"/>
            </a:endParaRPr>
          </a:p>
        </p:txBody>
      </p:sp>
      <p:sp>
        <p:nvSpPr>
          <p:cNvPr id="4775" name=""/>
          <p:cNvSpPr/>
          <p:nvPr/>
        </p:nvSpPr>
        <p:spPr>
          <a:xfrm rot="16200000">
            <a:off x="1068840" y="2096640"/>
            <a:ext cx="189072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High</a:t>
            </a:r>
            <a:endParaRPr b="0" lang="en-US" sz="1600" spc="-1" strike="noStrike">
              <a:solidFill>
                <a:srgbClr val="000000"/>
              </a:solidFill>
              <a:latin typeface="Times New Roman"/>
            </a:endParaRPr>
          </a:p>
        </p:txBody>
      </p:sp>
      <p:sp>
        <p:nvSpPr>
          <p:cNvPr id="4776" name=""/>
          <p:cNvSpPr/>
          <p:nvPr/>
        </p:nvSpPr>
        <p:spPr>
          <a:xfrm>
            <a:off x="2271600" y="1211400"/>
            <a:ext cx="1798920" cy="20556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77" name=""/>
          <p:cNvSpPr/>
          <p:nvPr/>
        </p:nvSpPr>
        <p:spPr>
          <a:xfrm>
            <a:off x="1792440" y="1204920"/>
            <a:ext cx="0" cy="411480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778" name=""/>
          <p:cNvSpPr/>
          <p:nvPr/>
        </p:nvSpPr>
        <p:spPr>
          <a:xfrm>
            <a:off x="4043520" y="1211400"/>
            <a:ext cx="1795320" cy="20556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79" name=""/>
          <p:cNvSpPr/>
          <p:nvPr/>
        </p:nvSpPr>
        <p:spPr>
          <a:xfrm>
            <a:off x="5823000" y="1211400"/>
            <a:ext cx="1797120" cy="20556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80" name=""/>
          <p:cNvSpPr/>
          <p:nvPr/>
        </p:nvSpPr>
        <p:spPr>
          <a:xfrm>
            <a:off x="2271600" y="3262320"/>
            <a:ext cx="1798920" cy="2057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81" name=""/>
          <p:cNvSpPr/>
          <p:nvPr/>
        </p:nvSpPr>
        <p:spPr>
          <a:xfrm>
            <a:off x="4043520" y="3262320"/>
            <a:ext cx="1795320" cy="2057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82" name=""/>
          <p:cNvSpPr/>
          <p:nvPr/>
        </p:nvSpPr>
        <p:spPr>
          <a:xfrm>
            <a:off x="5823000" y="3262320"/>
            <a:ext cx="1797120" cy="2057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78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2 </a:t>
            </a:r>
            <a:r>
              <a:rPr b="1" lang="en-US" sz="1900" spc="-1" strike="noStrike">
                <a:solidFill>
                  <a:srgbClr val="000000"/>
                </a:solidFill>
                <a:latin typeface="Arial"/>
              </a:rPr>
              <a:t>BY 3 MATRIX</a:t>
            </a:r>
            <a:endParaRPr b="1" lang="en-US" sz="1900" spc="-1" strike="noStrike">
              <a:solidFill>
                <a:srgbClr val="000000"/>
              </a:solidFill>
              <a:latin typeface="Arial"/>
            </a:endParaRPr>
          </a:p>
        </p:txBody>
      </p:sp>
      <p:sp>
        <p:nvSpPr>
          <p:cNvPr id="478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78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786" name=""/>
          <p:cNvSpPr/>
          <p:nvPr/>
        </p:nvSpPr>
        <p:spPr>
          <a:xfrm>
            <a:off x="2379600" y="130968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87" name=""/>
          <p:cNvSpPr/>
          <p:nvPr/>
        </p:nvSpPr>
        <p:spPr>
          <a:xfrm>
            <a:off x="4154400" y="130968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88" name=""/>
          <p:cNvSpPr/>
          <p:nvPr/>
        </p:nvSpPr>
        <p:spPr>
          <a:xfrm>
            <a:off x="5932440" y="130968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89" name=""/>
          <p:cNvSpPr/>
          <p:nvPr/>
        </p:nvSpPr>
        <p:spPr>
          <a:xfrm>
            <a:off x="2379600" y="335124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90" name=""/>
          <p:cNvSpPr/>
          <p:nvPr/>
        </p:nvSpPr>
        <p:spPr>
          <a:xfrm>
            <a:off x="4154400" y="335124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791" name=""/>
          <p:cNvSpPr/>
          <p:nvPr/>
        </p:nvSpPr>
        <p:spPr>
          <a:xfrm>
            <a:off x="5932440" y="335124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71850C85-F5CE-410A-B487-D56B13CEEBB1}" type="slidenum">
              <a:t>243</a:t>
            </a:fld>
          </a:p>
        </p:txBody>
      </p:sp>
    </p:spTree>
  </p:cSld>
</p:sld>
</file>

<file path=ppt/slides/slide2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92" name=""/>
          <p:cNvSpPr/>
          <p:nvPr/>
        </p:nvSpPr>
        <p:spPr>
          <a:xfrm rot="16200000">
            <a:off x="-481680" y="3210840"/>
            <a:ext cx="397368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793" name=""/>
          <p:cNvSpPr/>
          <p:nvPr/>
        </p:nvSpPr>
        <p:spPr>
          <a:xfrm rot="16200000">
            <a:off x="1383480" y="4523760"/>
            <a:ext cx="123336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Low</a:t>
            </a:r>
            <a:endParaRPr b="0" lang="en-US" sz="1600" spc="-1" strike="noStrike">
              <a:solidFill>
                <a:srgbClr val="000000"/>
              </a:solidFill>
              <a:latin typeface="Times New Roman"/>
            </a:endParaRPr>
          </a:p>
        </p:txBody>
      </p:sp>
      <p:sp>
        <p:nvSpPr>
          <p:cNvPr id="4794" name=""/>
          <p:cNvSpPr/>
          <p:nvPr/>
        </p:nvSpPr>
        <p:spPr>
          <a:xfrm rot="16200000">
            <a:off x="1396080" y="3141000"/>
            <a:ext cx="120168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Medium</a:t>
            </a:r>
            <a:endParaRPr b="0" lang="en-US" sz="1600" spc="-1" strike="noStrike">
              <a:solidFill>
                <a:srgbClr val="000000"/>
              </a:solidFill>
              <a:latin typeface="Times New Roman"/>
            </a:endParaRPr>
          </a:p>
        </p:txBody>
      </p:sp>
      <p:sp>
        <p:nvSpPr>
          <p:cNvPr id="4795" name=""/>
          <p:cNvSpPr/>
          <p:nvPr/>
        </p:nvSpPr>
        <p:spPr>
          <a:xfrm rot="16200000">
            <a:off x="1382400" y="1762200"/>
            <a:ext cx="126360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High</a:t>
            </a:r>
            <a:endParaRPr b="0" lang="en-US" sz="1600" spc="-1" strike="noStrike">
              <a:solidFill>
                <a:srgbClr val="000000"/>
              </a:solidFill>
              <a:latin typeface="Times New Roman"/>
            </a:endParaRPr>
          </a:p>
        </p:txBody>
      </p:sp>
      <p:sp>
        <p:nvSpPr>
          <p:cNvPr id="4796" name=""/>
          <p:cNvSpPr/>
          <p:nvPr/>
        </p:nvSpPr>
        <p:spPr>
          <a:xfrm>
            <a:off x="2265480" y="5891040"/>
            <a:ext cx="547524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797" name=""/>
          <p:cNvSpPr/>
          <p:nvPr/>
        </p:nvSpPr>
        <p:spPr>
          <a:xfrm>
            <a:off x="2368440" y="5411880"/>
            <a:ext cx="160524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Low</a:t>
            </a:r>
            <a:endParaRPr b="0" lang="en-US" sz="1600" spc="-1" strike="noStrike">
              <a:solidFill>
                <a:srgbClr val="000000"/>
              </a:solidFill>
              <a:latin typeface="Times New Roman"/>
            </a:endParaRPr>
          </a:p>
        </p:txBody>
      </p:sp>
      <p:sp>
        <p:nvSpPr>
          <p:cNvPr id="4798" name=""/>
          <p:cNvSpPr/>
          <p:nvPr/>
        </p:nvSpPr>
        <p:spPr>
          <a:xfrm>
            <a:off x="4159080" y="5411880"/>
            <a:ext cx="156528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Medium</a:t>
            </a:r>
            <a:endParaRPr b="0" lang="en-US" sz="1600" spc="-1" strike="noStrike">
              <a:solidFill>
                <a:srgbClr val="000000"/>
              </a:solidFill>
              <a:latin typeface="Times New Roman"/>
            </a:endParaRPr>
          </a:p>
        </p:txBody>
      </p:sp>
      <p:sp>
        <p:nvSpPr>
          <p:cNvPr id="4799" name=""/>
          <p:cNvSpPr/>
          <p:nvPr/>
        </p:nvSpPr>
        <p:spPr>
          <a:xfrm>
            <a:off x="5991120" y="5411880"/>
            <a:ext cx="146052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High</a:t>
            </a:r>
            <a:endParaRPr b="0" lang="en-US" sz="1600" spc="-1" strike="noStrike">
              <a:solidFill>
                <a:srgbClr val="000000"/>
              </a:solidFill>
              <a:latin typeface="Times New Roman"/>
            </a:endParaRPr>
          </a:p>
        </p:txBody>
      </p:sp>
      <p:sp>
        <p:nvSpPr>
          <p:cNvPr id="4800" name=""/>
          <p:cNvSpPr/>
          <p:nvPr/>
        </p:nvSpPr>
        <p:spPr>
          <a:xfrm>
            <a:off x="2271600" y="1211400"/>
            <a:ext cx="179892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01" name=""/>
          <p:cNvSpPr/>
          <p:nvPr/>
        </p:nvSpPr>
        <p:spPr>
          <a:xfrm>
            <a:off x="1792440" y="1211400"/>
            <a:ext cx="0" cy="41194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802" name=""/>
          <p:cNvSpPr/>
          <p:nvPr/>
        </p:nvSpPr>
        <p:spPr>
          <a:xfrm>
            <a:off x="2228760" y="5753160"/>
            <a:ext cx="54547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803" name=""/>
          <p:cNvSpPr/>
          <p:nvPr/>
        </p:nvSpPr>
        <p:spPr>
          <a:xfrm>
            <a:off x="4043520" y="1211400"/>
            <a:ext cx="179532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04" name=""/>
          <p:cNvSpPr/>
          <p:nvPr/>
        </p:nvSpPr>
        <p:spPr>
          <a:xfrm>
            <a:off x="5823000" y="1211400"/>
            <a:ext cx="179712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05" name=""/>
          <p:cNvSpPr/>
          <p:nvPr/>
        </p:nvSpPr>
        <p:spPr>
          <a:xfrm>
            <a:off x="2271600" y="2581200"/>
            <a:ext cx="1798920" cy="13748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06" name=""/>
          <p:cNvSpPr/>
          <p:nvPr/>
        </p:nvSpPr>
        <p:spPr>
          <a:xfrm>
            <a:off x="4043520" y="2581200"/>
            <a:ext cx="1795320" cy="13748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07" name=""/>
          <p:cNvSpPr/>
          <p:nvPr/>
        </p:nvSpPr>
        <p:spPr>
          <a:xfrm>
            <a:off x="5823000" y="2581200"/>
            <a:ext cx="1797120" cy="13748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08" name=""/>
          <p:cNvSpPr/>
          <p:nvPr/>
        </p:nvSpPr>
        <p:spPr>
          <a:xfrm>
            <a:off x="2271600" y="3951360"/>
            <a:ext cx="179892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09" name=""/>
          <p:cNvSpPr/>
          <p:nvPr/>
        </p:nvSpPr>
        <p:spPr>
          <a:xfrm>
            <a:off x="4043520" y="3951360"/>
            <a:ext cx="179532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10" name=""/>
          <p:cNvSpPr/>
          <p:nvPr/>
        </p:nvSpPr>
        <p:spPr>
          <a:xfrm>
            <a:off x="5823000" y="3951360"/>
            <a:ext cx="179712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1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3 </a:t>
            </a:r>
            <a:r>
              <a:rPr b="1" lang="en-US" sz="1900" spc="-1" strike="noStrike">
                <a:solidFill>
                  <a:srgbClr val="000000"/>
                </a:solidFill>
                <a:latin typeface="Arial"/>
              </a:rPr>
              <a:t>BY 3 MATRIX</a:t>
            </a:r>
            <a:endParaRPr b="1" lang="en-US" sz="1900" spc="-1" strike="noStrike">
              <a:solidFill>
                <a:srgbClr val="000000"/>
              </a:solidFill>
              <a:latin typeface="Arial"/>
            </a:endParaRPr>
          </a:p>
        </p:txBody>
      </p:sp>
      <p:sp>
        <p:nvSpPr>
          <p:cNvPr id="481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81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814" name=""/>
          <p:cNvSpPr/>
          <p:nvPr/>
        </p:nvSpPr>
        <p:spPr>
          <a:xfrm>
            <a:off x="2362320" y="1301760"/>
            <a:ext cx="15922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15" name=""/>
          <p:cNvSpPr/>
          <p:nvPr/>
        </p:nvSpPr>
        <p:spPr>
          <a:xfrm>
            <a:off x="4145040" y="130176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16" name=""/>
          <p:cNvSpPr/>
          <p:nvPr/>
        </p:nvSpPr>
        <p:spPr>
          <a:xfrm>
            <a:off x="5925960" y="1301760"/>
            <a:ext cx="15894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17" name=""/>
          <p:cNvSpPr/>
          <p:nvPr/>
        </p:nvSpPr>
        <p:spPr>
          <a:xfrm>
            <a:off x="2362320" y="2651040"/>
            <a:ext cx="15922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18" name=""/>
          <p:cNvSpPr/>
          <p:nvPr/>
        </p:nvSpPr>
        <p:spPr>
          <a:xfrm>
            <a:off x="4145040" y="265104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19" name=""/>
          <p:cNvSpPr/>
          <p:nvPr/>
        </p:nvSpPr>
        <p:spPr>
          <a:xfrm>
            <a:off x="5925960" y="2651040"/>
            <a:ext cx="15894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20" name=""/>
          <p:cNvSpPr/>
          <p:nvPr/>
        </p:nvSpPr>
        <p:spPr>
          <a:xfrm>
            <a:off x="2362320" y="4002120"/>
            <a:ext cx="15922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21" name=""/>
          <p:cNvSpPr/>
          <p:nvPr/>
        </p:nvSpPr>
        <p:spPr>
          <a:xfrm>
            <a:off x="4145040" y="4002120"/>
            <a:ext cx="15890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22" name=""/>
          <p:cNvSpPr/>
          <p:nvPr/>
        </p:nvSpPr>
        <p:spPr>
          <a:xfrm>
            <a:off x="5925960" y="4002120"/>
            <a:ext cx="15894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D9227B74-FA86-4EF6-86FD-B5399592878E}" type="slidenum">
              <a:t>244</a:t>
            </a:fld>
          </a:p>
        </p:txBody>
      </p:sp>
    </p:spTree>
  </p:cSld>
</p:sld>
</file>

<file path=ppt/slides/slide2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2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4 </a:t>
            </a:r>
            <a:r>
              <a:rPr b="1" lang="en-US" sz="1900" spc="-1" strike="noStrike">
                <a:solidFill>
                  <a:srgbClr val="000000"/>
                </a:solidFill>
                <a:latin typeface="Arial"/>
              </a:rPr>
              <a:t>BY 3 MATRIX</a:t>
            </a:r>
            <a:endParaRPr b="1" lang="en-US" sz="1900" spc="-1" strike="noStrike">
              <a:solidFill>
                <a:srgbClr val="000000"/>
              </a:solidFill>
              <a:latin typeface="Arial"/>
            </a:endParaRPr>
          </a:p>
        </p:txBody>
      </p:sp>
      <p:sp>
        <p:nvSpPr>
          <p:cNvPr id="482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82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826" name=""/>
          <p:cNvSpPr/>
          <p:nvPr/>
        </p:nvSpPr>
        <p:spPr>
          <a:xfrm rot="16200000">
            <a:off x="-1024560" y="3177000"/>
            <a:ext cx="397332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827" name=""/>
          <p:cNvSpPr/>
          <p:nvPr/>
        </p:nvSpPr>
        <p:spPr>
          <a:xfrm rot="16200000">
            <a:off x="838440" y="4489920"/>
            <a:ext cx="123372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Low</a:t>
            </a:r>
            <a:endParaRPr b="0" lang="en-US" sz="1600" spc="-1" strike="noStrike">
              <a:solidFill>
                <a:srgbClr val="000000"/>
              </a:solidFill>
              <a:latin typeface="Times New Roman"/>
            </a:endParaRPr>
          </a:p>
        </p:txBody>
      </p:sp>
      <p:sp>
        <p:nvSpPr>
          <p:cNvPr id="4828" name=""/>
          <p:cNvSpPr/>
          <p:nvPr/>
        </p:nvSpPr>
        <p:spPr>
          <a:xfrm rot="16200000">
            <a:off x="853200" y="3107880"/>
            <a:ext cx="120168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Medium</a:t>
            </a:r>
            <a:endParaRPr b="0" lang="en-US" sz="1600" spc="-1" strike="noStrike">
              <a:solidFill>
                <a:srgbClr val="000000"/>
              </a:solidFill>
              <a:latin typeface="Times New Roman"/>
            </a:endParaRPr>
          </a:p>
        </p:txBody>
      </p:sp>
      <p:sp>
        <p:nvSpPr>
          <p:cNvPr id="4829" name=""/>
          <p:cNvSpPr/>
          <p:nvPr/>
        </p:nvSpPr>
        <p:spPr>
          <a:xfrm rot="16200000">
            <a:off x="841320" y="1729080"/>
            <a:ext cx="126360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en-US" sz="1600" spc="-1" strike="noStrike">
                <a:solidFill>
                  <a:srgbClr val="000000"/>
                </a:solidFill>
                <a:latin typeface="Arial"/>
                <a:ea typeface="宋体"/>
              </a:rPr>
              <a:t>High</a:t>
            </a:r>
            <a:endParaRPr b="0" lang="en-US" sz="1600" spc="-1" strike="noStrike">
              <a:solidFill>
                <a:srgbClr val="000000"/>
              </a:solidFill>
              <a:latin typeface="Times New Roman"/>
            </a:endParaRPr>
          </a:p>
        </p:txBody>
      </p:sp>
      <p:sp>
        <p:nvSpPr>
          <p:cNvPr id="4830" name=""/>
          <p:cNvSpPr/>
          <p:nvPr/>
        </p:nvSpPr>
        <p:spPr>
          <a:xfrm>
            <a:off x="1249200" y="1177920"/>
            <a:ext cx="0" cy="41180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831" name=""/>
          <p:cNvSpPr/>
          <p:nvPr/>
        </p:nvSpPr>
        <p:spPr>
          <a:xfrm>
            <a:off x="1701720" y="5857920"/>
            <a:ext cx="617868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600" spc="-1" strike="noStrike">
                <a:solidFill>
                  <a:srgbClr val="000000"/>
                </a:solidFill>
                <a:latin typeface="Arial"/>
                <a:ea typeface="宋体"/>
              </a:rPr>
              <a:t>Text</a:t>
            </a:r>
            <a:endParaRPr b="0" lang="en-US" sz="1600" spc="-1" strike="noStrike">
              <a:solidFill>
                <a:srgbClr val="000000"/>
              </a:solidFill>
              <a:latin typeface="Times New Roman"/>
            </a:endParaRPr>
          </a:p>
        </p:txBody>
      </p:sp>
      <p:sp>
        <p:nvSpPr>
          <p:cNvPr id="4832" name=""/>
          <p:cNvSpPr/>
          <p:nvPr/>
        </p:nvSpPr>
        <p:spPr>
          <a:xfrm>
            <a:off x="1808280" y="5378400"/>
            <a:ext cx="138564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600" spc="-1" strike="noStrike">
                <a:solidFill>
                  <a:srgbClr val="000000"/>
                </a:solidFill>
                <a:latin typeface="Arial"/>
                <a:ea typeface="宋体"/>
              </a:rPr>
              <a:t>1</a:t>
            </a:r>
            <a:endParaRPr b="0" lang="en-US" sz="1600" spc="-1" strike="noStrike">
              <a:solidFill>
                <a:srgbClr val="000000"/>
              </a:solidFill>
              <a:latin typeface="Times New Roman"/>
            </a:endParaRPr>
          </a:p>
        </p:txBody>
      </p:sp>
      <p:sp>
        <p:nvSpPr>
          <p:cNvPr id="4833" name=""/>
          <p:cNvSpPr/>
          <p:nvPr/>
        </p:nvSpPr>
        <p:spPr>
          <a:xfrm>
            <a:off x="3357720" y="5378400"/>
            <a:ext cx="135396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4834" name=""/>
          <p:cNvSpPr/>
          <p:nvPr/>
        </p:nvSpPr>
        <p:spPr>
          <a:xfrm>
            <a:off x="1722600" y="1177920"/>
            <a:ext cx="155880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35" name=""/>
          <p:cNvSpPr/>
          <p:nvPr/>
        </p:nvSpPr>
        <p:spPr>
          <a:xfrm>
            <a:off x="1687680" y="5719680"/>
            <a:ext cx="62085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836" name=""/>
          <p:cNvSpPr/>
          <p:nvPr/>
        </p:nvSpPr>
        <p:spPr>
          <a:xfrm>
            <a:off x="3255840" y="1177920"/>
            <a:ext cx="155736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37" name=""/>
          <p:cNvSpPr/>
          <p:nvPr/>
        </p:nvSpPr>
        <p:spPr>
          <a:xfrm>
            <a:off x="1722600" y="2548080"/>
            <a:ext cx="1558800" cy="13744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38" name=""/>
          <p:cNvSpPr/>
          <p:nvPr/>
        </p:nvSpPr>
        <p:spPr>
          <a:xfrm>
            <a:off x="3255840" y="2548080"/>
            <a:ext cx="1557360" cy="13744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39" name=""/>
          <p:cNvSpPr/>
          <p:nvPr/>
        </p:nvSpPr>
        <p:spPr>
          <a:xfrm>
            <a:off x="1722600" y="3917880"/>
            <a:ext cx="1558800" cy="1373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40" name=""/>
          <p:cNvSpPr/>
          <p:nvPr/>
        </p:nvSpPr>
        <p:spPr>
          <a:xfrm>
            <a:off x="3255840" y="3917880"/>
            <a:ext cx="1557360" cy="1373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41" name=""/>
          <p:cNvSpPr/>
          <p:nvPr/>
        </p:nvSpPr>
        <p:spPr>
          <a:xfrm>
            <a:off x="4943520" y="5378400"/>
            <a:ext cx="126360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4842" name=""/>
          <p:cNvSpPr/>
          <p:nvPr/>
        </p:nvSpPr>
        <p:spPr>
          <a:xfrm>
            <a:off x="4797360" y="1177920"/>
            <a:ext cx="155592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43" name=""/>
          <p:cNvSpPr/>
          <p:nvPr/>
        </p:nvSpPr>
        <p:spPr>
          <a:xfrm>
            <a:off x="4797360" y="2548080"/>
            <a:ext cx="1555920" cy="13744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44" name=""/>
          <p:cNvSpPr/>
          <p:nvPr/>
        </p:nvSpPr>
        <p:spPr>
          <a:xfrm>
            <a:off x="4797360" y="3917880"/>
            <a:ext cx="1555920" cy="1373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45" name=""/>
          <p:cNvSpPr/>
          <p:nvPr/>
        </p:nvSpPr>
        <p:spPr>
          <a:xfrm>
            <a:off x="6492960" y="5378400"/>
            <a:ext cx="1263600" cy="24408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4846" name=""/>
          <p:cNvSpPr/>
          <p:nvPr/>
        </p:nvSpPr>
        <p:spPr>
          <a:xfrm>
            <a:off x="6346800" y="1177920"/>
            <a:ext cx="155592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47" name=""/>
          <p:cNvSpPr/>
          <p:nvPr/>
        </p:nvSpPr>
        <p:spPr>
          <a:xfrm>
            <a:off x="6346800" y="2548080"/>
            <a:ext cx="1555920" cy="13744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48" name=""/>
          <p:cNvSpPr/>
          <p:nvPr/>
        </p:nvSpPr>
        <p:spPr>
          <a:xfrm>
            <a:off x="6346800" y="3917880"/>
            <a:ext cx="1555920" cy="1373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49" name=""/>
          <p:cNvSpPr/>
          <p:nvPr/>
        </p:nvSpPr>
        <p:spPr>
          <a:xfrm>
            <a:off x="1808280" y="1258920"/>
            <a:ext cx="1360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0" name=""/>
          <p:cNvSpPr/>
          <p:nvPr/>
        </p:nvSpPr>
        <p:spPr>
          <a:xfrm>
            <a:off x="3352680" y="1258920"/>
            <a:ext cx="1360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1" name=""/>
          <p:cNvSpPr/>
          <p:nvPr/>
        </p:nvSpPr>
        <p:spPr>
          <a:xfrm>
            <a:off x="4897440" y="1258920"/>
            <a:ext cx="1360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2" name=""/>
          <p:cNvSpPr/>
          <p:nvPr/>
        </p:nvSpPr>
        <p:spPr>
          <a:xfrm>
            <a:off x="6442200" y="1258920"/>
            <a:ext cx="1358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3" name=""/>
          <p:cNvSpPr/>
          <p:nvPr/>
        </p:nvSpPr>
        <p:spPr>
          <a:xfrm>
            <a:off x="1808280" y="2608200"/>
            <a:ext cx="1360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4" name=""/>
          <p:cNvSpPr/>
          <p:nvPr/>
        </p:nvSpPr>
        <p:spPr>
          <a:xfrm>
            <a:off x="3352680" y="2608200"/>
            <a:ext cx="1360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5" name=""/>
          <p:cNvSpPr/>
          <p:nvPr/>
        </p:nvSpPr>
        <p:spPr>
          <a:xfrm>
            <a:off x="4897440" y="2608200"/>
            <a:ext cx="1360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6" name=""/>
          <p:cNvSpPr/>
          <p:nvPr/>
        </p:nvSpPr>
        <p:spPr>
          <a:xfrm>
            <a:off x="6442200" y="2608200"/>
            <a:ext cx="1358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7" name=""/>
          <p:cNvSpPr/>
          <p:nvPr/>
        </p:nvSpPr>
        <p:spPr>
          <a:xfrm>
            <a:off x="1808280" y="3959280"/>
            <a:ext cx="1360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8" name=""/>
          <p:cNvSpPr/>
          <p:nvPr/>
        </p:nvSpPr>
        <p:spPr>
          <a:xfrm>
            <a:off x="3352680" y="3959280"/>
            <a:ext cx="1360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59" name=""/>
          <p:cNvSpPr/>
          <p:nvPr/>
        </p:nvSpPr>
        <p:spPr>
          <a:xfrm>
            <a:off x="4897440" y="3959280"/>
            <a:ext cx="1360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860" name=""/>
          <p:cNvSpPr/>
          <p:nvPr/>
        </p:nvSpPr>
        <p:spPr>
          <a:xfrm>
            <a:off x="6442200" y="3959280"/>
            <a:ext cx="1358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25281195-FC15-401D-88B4-C7D89A12437D}" type="slidenum">
              <a:t>245</a:t>
            </a:fld>
          </a:p>
        </p:txBody>
      </p:sp>
    </p:spTree>
  </p:cSld>
</p:sld>
</file>

<file path=ppt/slides/slide2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86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zh-CN" sz="1900" spc="-1" strike="noStrike">
                <a:solidFill>
                  <a:srgbClr val="000000"/>
                </a:solidFill>
                <a:latin typeface="Arial"/>
              </a:rPr>
              <a:t>4 </a:t>
            </a:r>
            <a:r>
              <a:rPr b="1" lang="en-US" sz="1900" spc="-1" strike="noStrike">
                <a:solidFill>
                  <a:srgbClr val="000000"/>
                </a:solidFill>
                <a:latin typeface="Arial"/>
              </a:rPr>
              <a:t>BY 3 MATRIX</a:t>
            </a:r>
            <a:endParaRPr b="1" lang="en-US" sz="1900" spc="-1" strike="noStrike">
              <a:solidFill>
                <a:srgbClr val="000000"/>
              </a:solidFill>
              <a:latin typeface="Arial"/>
            </a:endParaRPr>
          </a:p>
        </p:txBody>
      </p:sp>
      <p:sp>
        <p:nvSpPr>
          <p:cNvPr id="486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86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864" name=""/>
          <p:cNvSpPr/>
          <p:nvPr/>
        </p:nvSpPr>
        <p:spPr>
          <a:xfrm>
            <a:off x="1701720" y="5981760"/>
            <a:ext cx="6178680" cy="21384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400" spc="-1" strike="noStrike">
                <a:solidFill>
                  <a:srgbClr val="000000"/>
                </a:solidFill>
                <a:latin typeface="Arial"/>
                <a:ea typeface="宋体"/>
              </a:rPr>
              <a:t>Text</a:t>
            </a:r>
            <a:endParaRPr b="0" lang="en-US" sz="1400" spc="-1" strike="noStrike">
              <a:solidFill>
                <a:srgbClr val="000000"/>
              </a:solidFill>
              <a:latin typeface="Times New Roman"/>
            </a:endParaRPr>
          </a:p>
        </p:txBody>
      </p:sp>
      <p:sp>
        <p:nvSpPr>
          <p:cNvPr id="4865" name=""/>
          <p:cNvSpPr/>
          <p:nvPr/>
        </p:nvSpPr>
        <p:spPr>
          <a:xfrm>
            <a:off x="1814400" y="5519880"/>
            <a:ext cx="1387440" cy="21384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400" spc="-1" strike="noStrike">
                <a:solidFill>
                  <a:srgbClr val="000000"/>
                </a:solidFill>
                <a:latin typeface="Arial"/>
                <a:ea typeface="宋体"/>
              </a:rPr>
              <a:t>1</a:t>
            </a:r>
            <a:endParaRPr b="0" lang="en-US" sz="1400" spc="-1" strike="noStrike">
              <a:solidFill>
                <a:srgbClr val="000000"/>
              </a:solidFill>
              <a:latin typeface="Times New Roman"/>
            </a:endParaRPr>
          </a:p>
        </p:txBody>
      </p:sp>
      <p:sp>
        <p:nvSpPr>
          <p:cNvPr id="4866" name=""/>
          <p:cNvSpPr/>
          <p:nvPr/>
        </p:nvSpPr>
        <p:spPr>
          <a:xfrm>
            <a:off x="3365640" y="5519880"/>
            <a:ext cx="1353960" cy="21384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400" spc="-1" strike="noStrike">
                <a:solidFill>
                  <a:srgbClr val="000000"/>
                </a:solidFill>
                <a:latin typeface="Arial"/>
                <a:ea typeface="宋体"/>
              </a:rPr>
              <a:t>2</a:t>
            </a:r>
            <a:endParaRPr b="0" lang="en-US" sz="1400" spc="-1" strike="noStrike">
              <a:solidFill>
                <a:srgbClr val="000000"/>
              </a:solidFill>
              <a:latin typeface="Times New Roman"/>
            </a:endParaRPr>
          </a:p>
        </p:txBody>
      </p:sp>
      <p:sp>
        <p:nvSpPr>
          <p:cNvPr id="4867" name=""/>
          <p:cNvSpPr/>
          <p:nvPr/>
        </p:nvSpPr>
        <p:spPr>
          <a:xfrm>
            <a:off x="1687680" y="5848200"/>
            <a:ext cx="62085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868" name=""/>
          <p:cNvSpPr/>
          <p:nvPr/>
        </p:nvSpPr>
        <p:spPr>
          <a:xfrm>
            <a:off x="4950000" y="5519880"/>
            <a:ext cx="1263600" cy="21384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400" spc="-1" strike="noStrike">
                <a:solidFill>
                  <a:srgbClr val="000000"/>
                </a:solidFill>
                <a:latin typeface="Arial"/>
                <a:ea typeface="宋体"/>
              </a:rPr>
              <a:t>3</a:t>
            </a:r>
            <a:endParaRPr b="0" lang="en-US" sz="1400" spc="-1" strike="noStrike">
              <a:solidFill>
                <a:srgbClr val="000000"/>
              </a:solidFill>
              <a:latin typeface="Times New Roman"/>
            </a:endParaRPr>
          </a:p>
        </p:txBody>
      </p:sp>
      <p:sp>
        <p:nvSpPr>
          <p:cNvPr id="4869" name=""/>
          <p:cNvSpPr/>
          <p:nvPr/>
        </p:nvSpPr>
        <p:spPr>
          <a:xfrm>
            <a:off x="6499080" y="5519880"/>
            <a:ext cx="1263960" cy="21384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400" spc="-1" strike="noStrike">
                <a:solidFill>
                  <a:srgbClr val="000000"/>
                </a:solidFill>
                <a:latin typeface="Arial"/>
                <a:ea typeface="宋体"/>
              </a:rPr>
              <a:t>4</a:t>
            </a:r>
            <a:endParaRPr b="0" lang="en-US" sz="1400" spc="-1" strike="noStrike">
              <a:solidFill>
                <a:srgbClr val="000000"/>
              </a:solidFill>
              <a:latin typeface="Times New Roman"/>
            </a:endParaRPr>
          </a:p>
        </p:txBody>
      </p:sp>
      <p:sp>
        <p:nvSpPr>
          <p:cNvPr id="4870" name=""/>
          <p:cNvSpPr/>
          <p:nvPr/>
        </p:nvSpPr>
        <p:spPr>
          <a:xfrm rot="16200000">
            <a:off x="-1152000" y="3225240"/>
            <a:ext cx="424152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1" lang="en-US" sz="1400" spc="-1" strike="noStrike">
                <a:solidFill>
                  <a:srgbClr val="000000"/>
                </a:solidFill>
                <a:latin typeface="Arial"/>
                <a:ea typeface="宋体"/>
              </a:rPr>
              <a:t>Text</a:t>
            </a:r>
            <a:endParaRPr b="0" lang="en-US" sz="1400" spc="-1" strike="noStrike">
              <a:solidFill>
                <a:srgbClr val="000000"/>
              </a:solidFill>
              <a:latin typeface="Times New Roman"/>
            </a:endParaRPr>
          </a:p>
        </p:txBody>
      </p:sp>
      <p:sp>
        <p:nvSpPr>
          <p:cNvPr id="4871" name=""/>
          <p:cNvSpPr/>
          <p:nvPr/>
        </p:nvSpPr>
        <p:spPr>
          <a:xfrm rot="16200000">
            <a:off x="956160" y="3725280"/>
            <a:ext cx="981360" cy="21384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400" spc="-1" strike="noStrike">
                <a:solidFill>
                  <a:srgbClr val="000000"/>
                </a:solidFill>
                <a:latin typeface="Arial"/>
                <a:ea typeface="宋体"/>
              </a:rPr>
              <a:t>2</a:t>
            </a:r>
            <a:endParaRPr b="0" lang="en-US" sz="1400" spc="-1" strike="noStrike">
              <a:solidFill>
                <a:srgbClr val="000000"/>
              </a:solidFill>
              <a:latin typeface="Times New Roman"/>
            </a:endParaRPr>
          </a:p>
        </p:txBody>
      </p:sp>
      <p:sp>
        <p:nvSpPr>
          <p:cNvPr id="4872" name=""/>
          <p:cNvSpPr/>
          <p:nvPr/>
        </p:nvSpPr>
        <p:spPr>
          <a:xfrm rot="16200000">
            <a:off x="968040" y="2627640"/>
            <a:ext cx="954000" cy="21384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400" spc="-1" strike="noStrike">
                <a:solidFill>
                  <a:srgbClr val="000000"/>
                </a:solidFill>
                <a:latin typeface="Arial"/>
                <a:ea typeface="宋体"/>
              </a:rPr>
              <a:t>3</a:t>
            </a:r>
            <a:endParaRPr b="0" lang="en-US" sz="1400" spc="-1" strike="noStrike">
              <a:solidFill>
                <a:srgbClr val="000000"/>
              </a:solidFill>
              <a:latin typeface="Times New Roman"/>
            </a:endParaRPr>
          </a:p>
        </p:txBody>
      </p:sp>
      <p:sp>
        <p:nvSpPr>
          <p:cNvPr id="4873" name=""/>
          <p:cNvSpPr/>
          <p:nvPr/>
        </p:nvSpPr>
        <p:spPr>
          <a:xfrm rot="16200000">
            <a:off x="962280" y="1532520"/>
            <a:ext cx="1003320" cy="21384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400" spc="-1" strike="noStrike">
                <a:solidFill>
                  <a:srgbClr val="000000"/>
                </a:solidFill>
                <a:latin typeface="Arial"/>
                <a:ea typeface="宋体"/>
              </a:rPr>
              <a:t>4</a:t>
            </a:r>
            <a:endParaRPr b="0" lang="en-US" sz="1400" spc="-1" strike="noStrike">
              <a:solidFill>
                <a:srgbClr val="000000"/>
              </a:solidFill>
              <a:latin typeface="Times New Roman"/>
            </a:endParaRPr>
          </a:p>
        </p:txBody>
      </p:sp>
      <p:sp>
        <p:nvSpPr>
          <p:cNvPr id="4874" name=""/>
          <p:cNvSpPr/>
          <p:nvPr/>
        </p:nvSpPr>
        <p:spPr>
          <a:xfrm>
            <a:off x="1257480" y="1109520"/>
            <a:ext cx="0" cy="43484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875" name=""/>
          <p:cNvSpPr/>
          <p:nvPr/>
        </p:nvSpPr>
        <p:spPr>
          <a:xfrm>
            <a:off x="1731960" y="1106640"/>
            <a:ext cx="1555920" cy="109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76" name=""/>
          <p:cNvSpPr/>
          <p:nvPr/>
        </p:nvSpPr>
        <p:spPr>
          <a:xfrm>
            <a:off x="3263760" y="1106640"/>
            <a:ext cx="1557360" cy="109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77" name=""/>
          <p:cNvSpPr/>
          <p:nvPr/>
        </p:nvSpPr>
        <p:spPr>
          <a:xfrm>
            <a:off x="1731960" y="2195640"/>
            <a:ext cx="1555920" cy="109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78" name=""/>
          <p:cNvSpPr/>
          <p:nvPr/>
        </p:nvSpPr>
        <p:spPr>
          <a:xfrm>
            <a:off x="3263760" y="2195640"/>
            <a:ext cx="1557360" cy="109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79" name=""/>
          <p:cNvSpPr/>
          <p:nvPr/>
        </p:nvSpPr>
        <p:spPr>
          <a:xfrm>
            <a:off x="1731960" y="3282840"/>
            <a:ext cx="1555920" cy="10908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80" name=""/>
          <p:cNvSpPr/>
          <p:nvPr/>
        </p:nvSpPr>
        <p:spPr>
          <a:xfrm>
            <a:off x="3263760" y="3282840"/>
            <a:ext cx="1557360" cy="10908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81" name=""/>
          <p:cNvSpPr/>
          <p:nvPr/>
        </p:nvSpPr>
        <p:spPr>
          <a:xfrm>
            <a:off x="4803840" y="1106640"/>
            <a:ext cx="1555560" cy="109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82" name=""/>
          <p:cNvSpPr/>
          <p:nvPr/>
        </p:nvSpPr>
        <p:spPr>
          <a:xfrm>
            <a:off x="4803840" y="2195640"/>
            <a:ext cx="1555560" cy="109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83" name=""/>
          <p:cNvSpPr/>
          <p:nvPr/>
        </p:nvSpPr>
        <p:spPr>
          <a:xfrm>
            <a:off x="4803840" y="3282840"/>
            <a:ext cx="1555560" cy="10908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84" name=""/>
          <p:cNvSpPr/>
          <p:nvPr/>
        </p:nvSpPr>
        <p:spPr>
          <a:xfrm>
            <a:off x="6353280" y="1106640"/>
            <a:ext cx="1555560" cy="109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85" name=""/>
          <p:cNvSpPr/>
          <p:nvPr/>
        </p:nvSpPr>
        <p:spPr>
          <a:xfrm>
            <a:off x="6353280" y="2195640"/>
            <a:ext cx="1555560" cy="109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86" name=""/>
          <p:cNvSpPr/>
          <p:nvPr/>
        </p:nvSpPr>
        <p:spPr>
          <a:xfrm>
            <a:off x="6353280" y="3282840"/>
            <a:ext cx="1555560" cy="10908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887" name=""/>
          <p:cNvSpPr/>
          <p:nvPr/>
        </p:nvSpPr>
        <p:spPr>
          <a:xfrm>
            <a:off x="1816200" y="1170000"/>
            <a:ext cx="13604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88" name=""/>
          <p:cNvSpPr/>
          <p:nvPr/>
        </p:nvSpPr>
        <p:spPr>
          <a:xfrm>
            <a:off x="3360600" y="1170000"/>
            <a:ext cx="13608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89" name=""/>
          <p:cNvSpPr/>
          <p:nvPr/>
        </p:nvSpPr>
        <p:spPr>
          <a:xfrm>
            <a:off x="4905360" y="1170000"/>
            <a:ext cx="13590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0" name=""/>
          <p:cNvSpPr/>
          <p:nvPr/>
        </p:nvSpPr>
        <p:spPr>
          <a:xfrm>
            <a:off x="6448320" y="1170000"/>
            <a:ext cx="13622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1" name=""/>
          <p:cNvSpPr/>
          <p:nvPr/>
        </p:nvSpPr>
        <p:spPr>
          <a:xfrm>
            <a:off x="1816200" y="2241720"/>
            <a:ext cx="13604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2" name=""/>
          <p:cNvSpPr/>
          <p:nvPr/>
        </p:nvSpPr>
        <p:spPr>
          <a:xfrm>
            <a:off x="3360600" y="2241720"/>
            <a:ext cx="13608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3" name=""/>
          <p:cNvSpPr/>
          <p:nvPr/>
        </p:nvSpPr>
        <p:spPr>
          <a:xfrm>
            <a:off x="4905360" y="2241720"/>
            <a:ext cx="13590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4" name=""/>
          <p:cNvSpPr/>
          <p:nvPr/>
        </p:nvSpPr>
        <p:spPr>
          <a:xfrm>
            <a:off x="6448320" y="2241720"/>
            <a:ext cx="13622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5" name=""/>
          <p:cNvSpPr/>
          <p:nvPr/>
        </p:nvSpPr>
        <p:spPr>
          <a:xfrm>
            <a:off x="1816200" y="3314880"/>
            <a:ext cx="13604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6" name=""/>
          <p:cNvSpPr/>
          <p:nvPr/>
        </p:nvSpPr>
        <p:spPr>
          <a:xfrm>
            <a:off x="3360600" y="3314880"/>
            <a:ext cx="13608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7" name=""/>
          <p:cNvSpPr/>
          <p:nvPr/>
        </p:nvSpPr>
        <p:spPr>
          <a:xfrm>
            <a:off x="4905360" y="3314880"/>
            <a:ext cx="13590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8" name=""/>
          <p:cNvSpPr/>
          <p:nvPr/>
        </p:nvSpPr>
        <p:spPr>
          <a:xfrm>
            <a:off x="6448320" y="3314880"/>
            <a:ext cx="13622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899" name=""/>
          <p:cNvSpPr/>
          <p:nvPr/>
        </p:nvSpPr>
        <p:spPr>
          <a:xfrm rot="16200000">
            <a:off x="956880" y="4809960"/>
            <a:ext cx="979560" cy="213840"/>
          </a:xfrm>
          <a:prstGeom prst="rect">
            <a:avLst/>
          </a:prstGeom>
          <a:noFill/>
          <a:ln w="0">
            <a:noFill/>
          </a:ln>
        </p:spPr>
        <p:style>
          <a:lnRef idx="0"/>
          <a:fillRef idx="0"/>
          <a:effectRef idx="0"/>
          <a:fontRef idx="minor"/>
        </p:style>
        <p:txBody>
          <a:bodyPr lIns="0" rIns="0" tIns="0" bIns="0" anchor="t" anchorCtr="1">
            <a:spAutoFit/>
          </a:bodyPr>
          <a:p>
            <a:pPr>
              <a:lnSpc>
                <a:spcPct val="100000"/>
              </a:lnSpc>
              <a:tabLst>
                <a:tab algn="l" pos="0"/>
                <a:tab algn="l" pos="874800"/>
                <a:tab algn="l" pos="1749600"/>
                <a:tab algn="l" pos="2624040"/>
                <a:tab algn="l" pos="3498840"/>
                <a:tab algn="l" pos="4373640"/>
                <a:tab algn="l" pos="5248440"/>
                <a:tab algn="l" pos="6122880"/>
                <a:tab algn="l" pos="6997680"/>
                <a:tab algn="l" pos="7872480"/>
                <a:tab algn="l" pos="8747280"/>
                <a:tab algn="l" pos="9621720"/>
                <a:tab algn="l" pos="10496520"/>
              </a:tabLst>
            </a:pPr>
            <a:r>
              <a:rPr b="0" lang="zh-CN" sz="1400" spc="-1" strike="noStrike">
                <a:solidFill>
                  <a:srgbClr val="000000"/>
                </a:solidFill>
                <a:latin typeface="Arial"/>
                <a:ea typeface="宋体"/>
              </a:rPr>
              <a:t>1</a:t>
            </a:r>
            <a:endParaRPr b="0" lang="en-US" sz="1400" spc="-1" strike="noStrike">
              <a:solidFill>
                <a:srgbClr val="000000"/>
              </a:solidFill>
              <a:latin typeface="Times New Roman"/>
            </a:endParaRPr>
          </a:p>
        </p:txBody>
      </p:sp>
      <p:sp>
        <p:nvSpPr>
          <p:cNvPr id="4900" name=""/>
          <p:cNvSpPr/>
          <p:nvPr/>
        </p:nvSpPr>
        <p:spPr>
          <a:xfrm>
            <a:off x="1731960" y="4368960"/>
            <a:ext cx="1555920" cy="10890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901" name=""/>
          <p:cNvSpPr/>
          <p:nvPr/>
        </p:nvSpPr>
        <p:spPr>
          <a:xfrm>
            <a:off x="3263760" y="4368960"/>
            <a:ext cx="1557360" cy="10890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902" name=""/>
          <p:cNvSpPr/>
          <p:nvPr/>
        </p:nvSpPr>
        <p:spPr>
          <a:xfrm>
            <a:off x="4803840" y="4368960"/>
            <a:ext cx="1555560" cy="10890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903" name=""/>
          <p:cNvSpPr/>
          <p:nvPr/>
        </p:nvSpPr>
        <p:spPr>
          <a:xfrm>
            <a:off x="6353280" y="4368960"/>
            <a:ext cx="1555560" cy="10890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904" name=""/>
          <p:cNvSpPr/>
          <p:nvPr/>
        </p:nvSpPr>
        <p:spPr>
          <a:xfrm>
            <a:off x="1816200" y="4400640"/>
            <a:ext cx="13604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05" name=""/>
          <p:cNvSpPr/>
          <p:nvPr/>
        </p:nvSpPr>
        <p:spPr>
          <a:xfrm>
            <a:off x="3360600" y="4400640"/>
            <a:ext cx="13608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06" name=""/>
          <p:cNvSpPr/>
          <p:nvPr/>
        </p:nvSpPr>
        <p:spPr>
          <a:xfrm>
            <a:off x="4905360" y="4400640"/>
            <a:ext cx="135900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07" name=""/>
          <p:cNvSpPr/>
          <p:nvPr/>
        </p:nvSpPr>
        <p:spPr>
          <a:xfrm>
            <a:off x="6448320" y="4400640"/>
            <a:ext cx="136224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E72B359C-1768-49D5-9618-89999E895882}" type="slidenum">
              <a:t>246</a:t>
            </a:fld>
          </a:p>
        </p:txBody>
      </p:sp>
    </p:spTree>
  </p:cSld>
</p:sld>
</file>

<file path=ppt/slides/slide2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08" name=""/>
          <p:cNvSpPr/>
          <p:nvPr/>
        </p:nvSpPr>
        <p:spPr>
          <a:xfrm>
            <a:off x="2279520" y="1289160"/>
            <a:ext cx="4365720" cy="4498920"/>
          </a:xfrm>
          <a:custGeom>
            <a:avLst/>
            <a:gdLst/>
            <a:ahLst/>
            <a:rect l="l" t="t" r="r" b="b"/>
            <a:pathLst>
              <a:path w="2369" h="1721">
                <a:moveTo>
                  <a:pt x="32" y="1720"/>
                </a:moveTo>
                <a:lnTo>
                  <a:pt x="2368" y="1720"/>
                </a:lnTo>
                <a:lnTo>
                  <a:pt x="2368" y="469"/>
                </a:lnTo>
                <a:lnTo>
                  <a:pt x="1180" y="0"/>
                </a:lnTo>
                <a:lnTo>
                  <a:pt x="0" y="469"/>
                </a:lnTo>
                <a:lnTo>
                  <a:pt x="0" y="1720"/>
                </a:lnTo>
                <a:lnTo>
                  <a:pt x="32" y="1720"/>
                </a:lnTo>
              </a:path>
            </a:pathLst>
          </a:custGeom>
          <a:solidFill>
            <a:srgbClr val="d0d0d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09" name=""/>
          <p:cNvSpPr/>
          <p:nvPr/>
        </p:nvSpPr>
        <p:spPr>
          <a:xfrm>
            <a:off x="2279520" y="1289160"/>
            <a:ext cx="4378320" cy="4575240"/>
          </a:xfrm>
          <a:custGeom>
            <a:avLst/>
            <a:gdLst/>
            <a:ahLst/>
            <a:rect l="l" t="t" r="r" b="b"/>
            <a:pathLst>
              <a:path w="2375" h="1727">
                <a:moveTo>
                  <a:pt x="32" y="1726"/>
                </a:moveTo>
                <a:lnTo>
                  <a:pt x="2374" y="1726"/>
                </a:lnTo>
                <a:lnTo>
                  <a:pt x="2374" y="471"/>
                </a:lnTo>
                <a:lnTo>
                  <a:pt x="1183" y="0"/>
                </a:lnTo>
                <a:lnTo>
                  <a:pt x="0" y="471"/>
                </a:lnTo>
                <a:lnTo>
                  <a:pt x="0" y="1726"/>
                </a:lnTo>
              </a:path>
            </a:pathLst>
          </a:custGeom>
          <a:no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10" name=""/>
          <p:cNvSpPr/>
          <p:nvPr/>
        </p:nvSpPr>
        <p:spPr>
          <a:xfrm>
            <a:off x="480960" y="1308240"/>
            <a:ext cx="7945560" cy="1218960"/>
          </a:xfrm>
          <a:custGeom>
            <a:avLst/>
            <a:gdLst/>
            <a:ahLst/>
            <a:rect l="l" t="t" r="r" b="b"/>
            <a:pathLst>
              <a:path w="4311" h="465">
                <a:moveTo>
                  <a:pt x="0" y="464"/>
                </a:moveTo>
                <a:lnTo>
                  <a:pt x="2159" y="0"/>
                </a:lnTo>
                <a:lnTo>
                  <a:pt x="4310" y="464"/>
                </a:lnTo>
                <a:lnTo>
                  <a:pt x="3295" y="464"/>
                </a:lnTo>
                <a:lnTo>
                  <a:pt x="2159" y="0"/>
                </a:lnTo>
                <a:lnTo>
                  <a:pt x="3223" y="464"/>
                </a:lnTo>
                <a:lnTo>
                  <a:pt x="2191" y="464"/>
                </a:lnTo>
                <a:lnTo>
                  <a:pt x="2167" y="0"/>
                </a:lnTo>
                <a:lnTo>
                  <a:pt x="2127" y="464"/>
                </a:lnTo>
                <a:lnTo>
                  <a:pt x="1096" y="464"/>
                </a:lnTo>
                <a:lnTo>
                  <a:pt x="2159" y="8"/>
                </a:lnTo>
                <a:lnTo>
                  <a:pt x="1032" y="464"/>
                </a:lnTo>
                <a:lnTo>
                  <a:pt x="0" y="464"/>
                </a:lnTo>
              </a:path>
            </a:pathLst>
          </a:custGeom>
          <a:solidFill>
            <a:srgbClr val="d0d0d0"/>
          </a:solidFill>
          <a:ln w="0">
            <a:noFill/>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4911" name=""/>
          <p:cNvSpPr/>
          <p:nvPr/>
        </p:nvSpPr>
        <p:spPr>
          <a:xfrm>
            <a:off x="487440" y="2523960"/>
            <a:ext cx="1892160" cy="32544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912" name=""/>
          <p:cNvSpPr/>
          <p:nvPr/>
        </p:nvSpPr>
        <p:spPr>
          <a:xfrm>
            <a:off x="2508120" y="2523960"/>
            <a:ext cx="1890720" cy="32544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913" name=""/>
          <p:cNvSpPr/>
          <p:nvPr/>
        </p:nvSpPr>
        <p:spPr>
          <a:xfrm>
            <a:off x="4527720" y="2523960"/>
            <a:ext cx="1888920" cy="32544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914" name=""/>
          <p:cNvSpPr/>
          <p:nvPr/>
        </p:nvSpPr>
        <p:spPr>
          <a:xfrm>
            <a:off x="6548400" y="2523960"/>
            <a:ext cx="1887480" cy="32544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491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STUDY OBJECTIVE</a:t>
            </a:r>
            <a:endParaRPr b="1" lang="en-US" sz="1900" spc="-1" strike="noStrike">
              <a:solidFill>
                <a:srgbClr val="000000"/>
              </a:solidFill>
              <a:latin typeface="Arial"/>
            </a:endParaRPr>
          </a:p>
        </p:txBody>
      </p:sp>
      <p:sp>
        <p:nvSpPr>
          <p:cNvPr id="491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91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4918" name=""/>
          <p:cNvGrpSpPr/>
          <p:nvPr/>
        </p:nvGrpSpPr>
        <p:grpSpPr>
          <a:xfrm>
            <a:off x="3124080" y="950760"/>
            <a:ext cx="2657160" cy="990720"/>
            <a:chOff x="3124080" y="950760"/>
            <a:chExt cx="2657160" cy="990720"/>
          </a:xfrm>
        </p:grpSpPr>
        <p:sp>
          <p:nvSpPr>
            <p:cNvPr id="4919" name=""/>
            <p:cNvSpPr/>
            <p:nvPr/>
          </p:nvSpPr>
          <p:spPr>
            <a:xfrm>
              <a:off x="3124080" y="950760"/>
              <a:ext cx="2657160" cy="9907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920" name=""/>
            <p:cNvSpPr/>
            <p:nvPr/>
          </p:nvSpPr>
          <p:spPr>
            <a:xfrm>
              <a:off x="3234960" y="992160"/>
              <a:ext cx="2435040" cy="9079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4921" name=""/>
          <p:cNvSpPr/>
          <p:nvPr/>
        </p:nvSpPr>
        <p:spPr>
          <a:xfrm>
            <a:off x="558720" y="2624040"/>
            <a:ext cx="17384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22" name=""/>
          <p:cNvSpPr/>
          <p:nvPr/>
        </p:nvSpPr>
        <p:spPr>
          <a:xfrm>
            <a:off x="2590920" y="2624040"/>
            <a:ext cx="17380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23" name=""/>
          <p:cNvSpPr/>
          <p:nvPr/>
        </p:nvSpPr>
        <p:spPr>
          <a:xfrm>
            <a:off x="4606920" y="2624040"/>
            <a:ext cx="1736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24" name=""/>
          <p:cNvSpPr/>
          <p:nvPr/>
        </p:nvSpPr>
        <p:spPr>
          <a:xfrm>
            <a:off x="6630840" y="2624040"/>
            <a:ext cx="173520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CD451B9D-1298-43A6-A6D2-18CCF2FB388C}" type="slidenum">
              <a:t>247</a:t>
            </a:fld>
          </a:p>
        </p:txBody>
      </p:sp>
    </p:spTree>
  </p:cSld>
</p:sld>
</file>

<file path=ppt/slides/slide2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25" name=""/>
          <p:cNvSpPr/>
          <p:nvPr/>
        </p:nvSpPr>
        <p:spPr>
          <a:xfrm>
            <a:off x="2070000" y="1320840"/>
            <a:ext cx="1354320" cy="1312920"/>
          </a:xfrm>
          <a:custGeom>
            <a:avLst/>
            <a:gdLst/>
            <a:ahLst/>
            <a:rect l="l" t="t" r="r" b="b"/>
            <a:pathLst>
              <a:path w="891" h="796">
                <a:moveTo>
                  <a:pt x="890" y="795"/>
                </a:moveTo>
                <a:lnTo>
                  <a:pt x="445" y="0"/>
                </a:lnTo>
                <a:lnTo>
                  <a:pt x="0" y="795"/>
                </a:lnTo>
                <a:lnTo>
                  <a:pt x="890" y="795"/>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26" name=""/>
          <p:cNvSpPr/>
          <p:nvPr/>
        </p:nvSpPr>
        <p:spPr>
          <a:xfrm>
            <a:off x="1392120" y="2631960"/>
            <a:ext cx="2708280" cy="1314720"/>
          </a:xfrm>
          <a:custGeom>
            <a:avLst/>
            <a:gdLst/>
            <a:ahLst/>
            <a:rect l="l" t="t" r="r" b="b"/>
            <a:pathLst>
              <a:path w="1784" h="796">
                <a:moveTo>
                  <a:pt x="1783" y="795"/>
                </a:moveTo>
                <a:lnTo>
                  <a:pt x="1337" y="0"/>
                </a:lnTo>
                <a:lnTo>
                  <a:pt x="447" y="0"/>
                </a:lnTo>
                <a:lnTo>
                  <a:pt x="0" y="795"/>
                </a:lnTo>
                <a:lnTo>
                  <a:pt x="1783" y="795"/>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27" name=""/>
          <p:cNvSpPr/>
          <p:nvPr/>
        </p:nvSpPr>
        <p:spPr>
          <a:xfrm>
            <a:off x="2228760" y="2214720"/>
            <a:ext cx="103032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928" name=""/>
          <p:cNvSpPr/>
          <p:nvPr/>
        </p:nvSpPr>
        <p:spPr>
          <a:xfrm>
            <a:off x="1887480" y="3216240"/>
            <a:ext cx="171288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92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03</a:t>
            </a:r>
            <a:endParaRPr b="1" lang="en-US" sz="1900" spc="-1" strike="noStrike">
              <a:solidFill>
                <a:srgbClr val="000000"/>
              </a:solidFill>
              <a:latin typeface="Arial"/>
            </a:endParaRPr>
          </a:p>
        </p:txBody>
      </p:sp>
      <p:sp>
        <p:nvSpPr>
          <p:cNvPr id="493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93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932" name=""/>
          <p:cNvSpPr/>
          <p:nvPr/>
        </p:nvSpPr>
        <p:spPr>
          <a:xfrm>
            <a:off x="3297240" y="1454040"/>
            <a:ext cx="37450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33" name=""/>
          <p:cNvSpPr/>
          <p:nvPr/>
        </p:nvSpPr>
        <p:spPr>
          <a:xfrm>
            <a:off x="3948120" y="2708280"/>
            <a:ext cx="37450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34" name=""/>
          <p:cNvSpPr/>
          <p:nvPr/>
        </p:nvSpPr>
        <p:spPr>
          <a:xfrm>
            <a:off x="716040" y="3944880"/>
            <a:ext cx="4062240" cy="1316160"/>
          </a:xfrm>
          <a:custGeom>
            <a:avLst/>
            <a:gdLst/>
            <a:ahLst/>
            <a:rect l="l" t="t" r="r" b="b"/>
            <a:pathLst>
              <a:path w="2676" h="798">
                <a:moveTo>
                  <a:pt x="2229" y="0"/>
                </a:moveTo>
                <a:lnTo>
                  <a:pt x="446" y="0"/>
                </a:lnTo>
                <a:lnTo>
                  <a:pt x="0" y="797"/>
                </a:lnTo>
                <a:lnTo>
                  <a:pt x="2675" y="797"/>
                </a:lnTo>
                <a:lnTo>
                  <a:pt x="2229" y="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35" name=""/>
          <p:cNvSpPr/>
          <p:nvPr/>
        </p:nvSpPr>
        <p:spPr>
          <a:xfrm>
            <a:off x="1170000" y="4556160"/>
            <a:ext cx="314640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936" name=""/>
          <p:cNvSpPr/>
          <p:nvPr/>
        </p:nvSpPr>
        <p:spPr>
          <a:xfrm>
            <a:off x="4597560" y="3962520"/>
            <a:ext cx="37432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63FDEF99-9BE0-41BB-A8FA-091B3B66FB05}" type="slidenum">
              <a:t>248</a:t>
            </a:fld>
          </a:p>
        </p:txBody>
      </p:sp>
    </p:spTree>
  </p:cSld>
</p:sld>
</file>

<file path=ppt/slides/slide2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37" name=""/>
          <p:cNvSpPr/>
          <p:nvPr/>
        </p:nvSpPr>
        <p:spPr>
          <a:xfrm>
            <a:off x="2185920" y="1379520"/>
            <a:ext cx="1300320" cy="1384200"/>
          </a:xfrm>
          <a:custGeom>
            <a:avLst/>
            <a:gdLst/>
            <a:ahLst/>
            <a:rect l="l" t="t" r="r" b="b"/>
            <a:pathLst>
              <a:path w="939" h="839">
                <a:moveTo>
                  <a:pt x="0" y="838"/>
                </a:moveTo>
                <a:lnTo>
                  <a:pt x="938" y="838"/>
                </a:lnTo>
                <a:lnTo>
                  <a:pt x="469" y="0"/>
                </a:lnTo>
                <a:lnTo>
                  <a:pt x="0" y="838"/>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38" name=""/>
          <p:cNvSpPr/>
          <p:nvPr/>
        </p:nvSpPr>
        <p:spPr>
          <a:xfrm>
            <a:off x="1776240" y="2762280"/>
            <a:ext cx="2121120" cy="879480"/>
          </a:xfrm>
          <a:custGeom>
            <a:avLst/>
            <a:gdLst/>
            <a:ahLst/>
            <a:rect l="l" t="t" r="r" b="b"/>
            <a:pathLst>
              <a:path w="1536" h="533">
                <a:moveTo>
                  <a:pt x="0" y="532"/>
                </a:moveTo>
                <a:lnTo>
                  <a:pt x="1535" y="532"/>
                </a:lnTo>
                <a:lnTo>
                  <a:pt x="1237" y="0"/>
                </a:lnTo>
                <a:lnTo>
                  <a:pt x="299" y="0"/>
                </a:lnTo>
                <a:lnTo>
                  <a:pt x="0" y="532"/>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39" name=""/>
          <p:cNvSpPr/>
          <p:nvPr/>
        </p:nvSpPr>
        <p:spPr>
          <a:xfrm>
            <a:off x="1360440" y="3639960"/>
            <a:ext cx="2949480" cy="882720"/>
          </a:xfrm>
          <a:custGeom>
            <a:avLst/>
            <a:gdLst/>
            <a:ahLst/>
            <a:rect l="l" t="t" r="r" b="b"/>
            <a:pathLst>
              <a:path w="2134" h="535">
                <a:moveTo>
                  <a:pt x="299" y="0"/>
                </a:moveTo>
                <a:lnTo>
                  <a:pt x="0" y="534"/>
                </a:lnTo>
                <a:lnTo>
                  <a:pt x="2133" y="534"/>
                </a:lnTo>
                <a:lnTo>
                  <a:pt x="1834" y="0"/>
                </a:lnTo>
                <a:lnTo>
                  <a:pt x="299" y="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40" name=""/>
          <p:cNvSpPr/>
          <p:nvPr/>
        </p:nvSpPr>
        <p:spPr>
          <a:xfrm>
            <a:off x="2471760" y="2268720"/>
            <a:ext cx="74304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941" name=""/>
          <p:cNvSpPr/>
          <p:nvPr/>
        </p:nvSpPr>
        <p:spPr>
          <a:xfrm>
            <a:off x="2046240" y="3152880"/>
            <a:ext cx="159228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942" name=""/>
          <p:cNvSpPr/>
          <p:nvPr/>
        </p:nvSpPr>
        <p:spPr>
          <a:xfrm>
            <a:off x="1643040" y="3997440"/>
            <a:ext cx="240048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94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04</a:t>
            </a:r>
            <a:endParaRPr b="1" lang="en-US" sz="1900" spc="-1" strike="noStrike">
              <a:solidFill>
                <a:srgbClr val="000000"/>
              </a:solidFill>
              <a:latin typeface="Arial"/>
            </a:endParaRPr>
          </a:p>
        </p:txBody>
      </p:sp>
      <p:sp>
        <p:nvSpPr>
          <p:cNvPr id="494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94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946" name=""/>
          <p:cNvSpPr/>
          <p:nvPr/>
        </p:nvSpPr>
        <p:spPr>
          <a:xfrm>
            <a:off x="985680" y="4521240"/>
            <a:ext cx="3697560" cy="798480"/>
          </a:xfrm>
          <a:custGeom>
            <a:avLst/>
            <a:gdLst/>
            <a:ahLst/>
            <a:rect l="l" t="t" r="r" b="b"/>
            <a:pathLst>
              <a:path w="2676" h="484">
                <a:moveTo>
                  <a:pt x="271" y="0"/>
                </a:moveTo>
                <a:lnTo>
                  <a:pt x="0" y="483"/>
                </a:lnTo>
                <a:lnTo>
                  <a:pt x="2675" y="483"/>
                </a:lnTo>
                <a:lnTo>
                  <a:pt x="2404" y="0"/>
                </a:lnTo>
                <a:lnTo>
                  <a:pt x="271" y="0"/>
                </a:lnTo>
              </a:path>
            </a:pathLst>
          </a:custGeom>
          <a:solidFill>
            <a:srgbClr val="ffffff"/>
          </a:solidFill>
          <a:ln cap="rnd" w="936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47" name=""/>
          <p:cNvSpPr/>
          <p:nvPr/>
        </p:nvSpPr>
        <p:spPr>
          <a:xfrm>
            <a:off x="1282680" y="4830840"/>
            <a:ext cx="3122640" cy="24408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sp>
        <p:nvSpPr>
          <p:cNvPr id="4948" name=""/>
          <p:cNvSpPr/>
          <p:nvPr/>
        </p:nvSpPr>
        <p:spPr>
          <a:xfrm>
            <a:off x="3365640" y="1676520"/>
            <a:ext cx="374328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49" name=""/>
          <p:cNvSpPr/>
          <p:nvPr/>
        </p:nvSpPr>
        <p:spPr>
          <a:xfrm>
            <a:off x="3792600" y="2760840"/>
            <a:ext cx="3744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50" name=""/>
          <p:cNvSpPr/>
          <p:nvPr/>
        </p:nvSpPr>
        <p:spPr>
          <a:xfrm>
            <a:off x="4221000" y="3639960"/>
            <a:ext cx="374364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51" name=""/>
          <p:cNvSpPr/>
          <p:nvPr/>
        </p:nvSpPr>
        <p:spPr>
          <a:xfrm>
            <a:off x="4645080" y="4521240"/>
            <a:ext cx="3744720" cy="24408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37847778-BA58-4980-8BB3-DD808BBDDAA4}" type="slidenum">
              <a:t>249</a:t>
            </a:fld>
          </a:p>
        </p:txBody>
      </p:sp>
    </p:spTree>
  </p:cSld>
</p:sld>
</file>

<file path=ppt/slides/slide2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52" name=""/>
          <p:cNvSpPr/>
          <p:nvPr/>
        </p:nvSpPr>
        <p:spPr>
          <a:xfrm>
            <a:off x="1036800" y="5318280"/>
            <a:ext cx="3396960" cy="447480"/>
          </a:xfrm>
          <a:custGeom>
            <a:avLst/>
            <a:gdLst/>
            <a:ahLst/>
            <a:rect l="l" t="t" r="r" b="b"/>
            <a:pathLst>
              <a:path w="2676" h="235">
                <a:moveTo>
                  <a:pt x="131" y="0"/>
                </a:moveTo>
                <a:lnTo>
                  <a:pt x="0" y="234"/>
                </a:lnTo>
                <a:lnTo>
                  <a:pt x="2675" y="234"/>
                </a:lnTo>
                <a:lnTo>
                  <a:pt x="2544" y="0"/>
                </a:lnTo>
                <a:lnTo>
                  <a:pt x="131"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53" name=""/>
          <p:cNvSpPr/>
          <p:nvPr/>
        </p:nvSpPr>
        <p:spPr>
          <a:xfrm>
            <a:off x="1204920" y="4870440"/>
            <a:ext cx="3062160" cy="449280"/>
          </a:xfrm>
          <a:custGeom>
            <a:avLst/>
            <a:gdLst/>
            <a:ahLst/>
            <a:rect l="l" t="t" r="r" b="b"/>
            <a:pathLst>
              <a:path w="2414" h="235">
                <a:moveTo>
                  <a:pt x="131" y="0"/>
                </a:moveTo>
                <a:lnTo>
                  <a:pt x="0" y="234"/>
                </a:lnTo>
                <a:lnTo>
                  <a:pt x="2413" y="234"/>
                </a:lnTo>
                <a:lnTo>
                  <a:pt x="2282" y="0"/>
                </a:lnTo>
                <a:lnTo>
                  <a:pt x="131"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54" name=""/>
          <p:cNvSpPr/>
          <p:nvPr/>
        </p:nvSpPr>
        <p:spPr>
          <a:xfrm>
            <a:off x="1370160" y="4425840"/>
            <a:ext cx="2730240" cy="447840"/>
          </a:xfrm>
          <a:custGeom>
            <a:avLst/>
            <a:gdLst/>
            <a:ahLst/>
            <a:rect l="l" t="t" r="r" b="b"/>
            <a:pathLst>
              <a:path w="2152" h="234">
                <a:moveTo>
                  <a:pt x="131" y="0"/>
                </a:moveTo>
                <a:lnTo>
                  <a:pt x="0" y="233"/>
                </a:lnTo>
                <a:lnTo>
                  <a:pt x="2151" y="233"/>
                </a:lnTo>
                <a:lnTo>
                  <a:pt x="2020" y="0"/>
                </a:lnTo>
                <a:lnTo>
                  <a:pt x="131"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55" name=""/>
          <p:cNvSpPr/>
          <p:nvPr/>
        </p:nvSpPr>
        <p:spPr>
          <a:xfrm>
            <a:off x="1535040" y="3981600"/>
            <a:ext cx="2400480" cy="447480"/>
          </a:xfrm>
          <a:custGeom>
            <a:avLst/>
            <a:gdLst/>
            <a:ahLst/>
            <a:rect l="l" t="t" r="r" b="b"/>
            <a:pathLst>
              <a:path w="1890" h="234">
                <a:moveTo>
                  <a:pt x="131" y="0"/>
                </a:moveTo>
                <a:lnTo>
                  <a:pt x="0" y="233"/>
                </a:lnTo>
                <a:lnTo>
                  <a:pt x="1889" y="233"/>
                </a:lnTo>
                <a:lnTo>
                  <a:pt x="1758" y="0"/>
                </a:lnTo>
                <a:lnTo>
                  <a:pt x="131"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56" name=""/>
          <p:cNvSpPr/>
          <p:nvPr/>
        </p:nvSpPr>
        <p:spPr>
          <a:xfrm>
            <a:off x="1701720" y="3535200"/>
            <a:ext cx="2068560" cy="447840"/>
          </a:xfrm>
          <a:custGeom>
            <a:avLst/>
            <a:gdLst/>
            <a:ahLst/>
            <a:rect l="l" t="t" r="r" b="b"/>
            <a:pathLst>
              <a:path w="1628" h="235">
                <a:moveTo>
                  <a:pt x="131" y="0"/>
                </a:moveTo>
                <a:lnTo>
                  <a:pt x="0" y="234"/>
                </a:lnTo>
                <a:lnTo>
                  <a:pt x="1627" y="234"/>
                </a:lnTo>
                <a:lnTo>
                  <a:pt x="1497" y="0"/>
                </a:lnTo>
                <a:lnTo>
                  <a:pt x="131"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57" name=""/>
          <p:cNvSpPr/>
          <p:nvPr/>
        </p:nvSpPr>
        <p:spPr>
          <a:xfrm>
            <a:off x="1868400" y="3089160"/>
            <a:ext cx="1736640" cy="447840"/>
          </a:xfrm>
          <a:custGeom>
            <a:avLst/>
            <a:gdLst/>
            <a:ahLst/>
            <a:rect l="l" t="t" r="r" b="b"/>
            <a:pathLst>
              <a:path w="1367" h="235">
                <a:moveTo>
                  <a:pt x="130" y="0"/>
                </a:moveTo>
                <a:lnTo>
                  <a:pt x="0" y="234"/>
                </a:lnTo>
                <a:lnTo>
                  <a:pt x="1366" y="234"/>
                </a:lnTo>
                <a:lnTo>
                  <a:pt x="1235" y="0"/>
                </a:lnTo>
                <a:lnTo>
                  <a:pt x="130"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58" name=""/>
          <p:cNvSpPr/>
          <p:nvPr/>
        </p:nvSpPr>
        <p:spPr>
          <a:xfrm>
            <a:off x="2367000" y="1209600"/>
            <a:ext cx="738000" cy="992160"/>
          </a:xfrm>
          <a:custGeom>
            <a:avLst/>
            <a:gdLst/>
            <a:ahLst/>
            <a:rect l="l" t="t" r="r" b="b"/>
            <a:pathLst>
              <a:path w="582" h="520">
                <a:moveTo>
                  <a:pt x="0" y="519"/>
                </a:moveTo>
                <a:lnTo>
                  <a:pt x="581" y="519"/>
                </a:lnTo>
                <a:lnTo>
                  <a:pt x="291" y="0"/>
                </a:lnTo>
                <a:lnTo>
                  <a:pt x="0" y="519"/>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59" name=""/>
          <p:cNvSpPr/>
          <p:nvPr/>
        </p:nvSpPr>
        <p:spPr>
          <a:xfrm>
            <a:off x="2201760" y="2200320"/>
            <a:ext cx="1068480" cy="447480"/>
          </a:xfrm>
          <a:custGeom>
            <a:avLst/>
            <a:gdLst/>
            <a:ahLst/>
            <a:rect l="l" t="t" r="r" b="b"/>
            <a:pathLst>
              <a:path w="843" h="235">
                <a:moveTo>
                  <a:pt x="0" y="234"/>
                </a:moveTo>
                <a:lnTo>
                  <a:pt x="842" y="234"/>
                </a:lnTo>
                <a:lnTo>
                  <a:pt x="711" y="0"/>
                </a:lnTo>
                <a:lnTo>
                  <a:pt x="130" y="0"/>
                </a:lnTo>
                <a:lnTo>
                  <a:pt x="0" y="234"/>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60" name=""/>
          <p:cNvSpPr/>
          <p:nvPr/>
        </p:nvSpPr>
        <p:spPr>
          <a:xfrm>
            <a:off x="2033640" y="2646360"/>
            <a:ext cx="1403280" cy="444600"/>
          </a:xfrm>
          <a:custGeom>
            <a:avLst/>
            <a:gdLst/>
            <a:ahLst/>
            <a:rect l="l" t="t" r="r" b="b"/>
            <a:pathLst>
              <a:path w="1106" h="233">
                <a:moveTo>
                  <a:pt x="132" y="0"/>
                </a:moveTo>
                <a:lnTo>
                  <a:pt x="0" y="232"/>
                </a:lnTo>
                <a:lnTo>
                  <a:pt x="1105" y="232"/>
                </a:lnTo>
                <a:lnTo>
                  <a:pt x="974" y="0"/>
                </a:lnTo>
                <a:lnTo>
                  <a:pt x="132"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4961" name=""/>
          <p:cNvSpPr/>
          <p:nvPr/>
        </p:nvSpPr>
        <p:spPr>
          <a:xfrm>
            <a:off x="2449440" y="1894320"/>
            <a:ext cx="59076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962" name=""/>
          <p:cNvSpPr/>
          <p:nvPr/>
        </p:nvSpPr>
        <p:spPr>
          <a:xfrm>
            <a:off x="2311560" y="2333160"/>
            <a:ext cx="86328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963" name=""/>
          <p:cNvSpPr/>
          <p:nvPr/>
        </p:nvSpPr>
        <p:spPr>
          <a:xfrm>
            <a:off x="2151000" y="2768040"/>
            <a:ext cx="118764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964" name=""/>
          <p:cNvSpPr/>
          <p:nvPr/>
        </p:nvSpPr>
        <p:spPr>
          <a:xfrm>
            <a:off x="2027160" y="3190320"/>
            <a:ext cx="143208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965" name=""/>
          <p:cNvSpPr/>
          <p:nvPr/>
        </p:nvSpPr>
        <p:spPr>
          <a:xfrm>
            <a:off x="1828800" y="3671640"/>
            <a:ext cx="182880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966" name=""/>
          <p:cNvSpPr/>
          <p:nvPr/>
        </p:nvSpPr>
        <p:spPr>
          <a:xfrm>
            <a:off x="1682640" y="4063680"/>
            <a:ext cx="212112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967" name=""/>
          <p:cNvSpPr/>
          <p:nvPr/>
        </p:nvSpPr>
        <p:spPr>
          <a:xfrm>
            <a:off x="1519200" y="4557240"/>
            <a:ext cx="244800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968" name=""/>
          <p:cNvSpPr/>
          <p:nvPr/>
        </p:nvSpPr>
        <p:spPr>
          <a:xfrm>
            <a:off x="1347840" y="4978080"/>
            <a:ext cx="279252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969" name=""/>
          <p:cNvSpPr/>
          <p:nvPr/>
        </p:nvSpPr>
        <p:spPr>
          <a:xfrm>
            <a:off x="1219320" y="5451120"/>
            <a:ext cx="3047760" cy="21384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787320"/>
                <a:tab algn="l" pos="1574640"/>
                <a:tab algn="l" pos="2362320"/>
                <a:tab algn="l" pos="3149640"/>
                <a:tab algn="l" pos="3936960"/>
                <a:tab algn="l" pos="4724280"/>
                <a:tab algn="l" pos="5511960"/>
                <a:tab algn="l" pos="6299280"/>
                <a:tab algn="l" pos="7086600"/>
                <a:tab algn="l" pos="7873920"/>
                <a:tab algn="l" pos="8661240"/>
                <a:tab algn="l" pos="9448920"/>
                <a:tab algn="l" pos="10236240"/>
              </a:tabLst>
            </a:pPr>
            <a:r>
              <a:rPr b="1" lang="en-US" sz="1400" spc="-1" strike="noStrike">
                <a:solidFill>
                  <a:srgbClr val="000000"/>
                </a:solidFill>
                <a:latin typeface="Arial"/>
                <a:ea typeface="-윤고딕130"/>
              </a:rPr>
              <a:t>Text</a:t>
            </a:r>
            <a:endParaRPr b="0" lang="en-US" sz="1400" spc="-1" strike="noStrike">
              <a:solidFill>
                <a:srgbClr val="000000"/>
              </a:solidFill>
              <a:latin typeface="Times New Roman"/>
            </a:endParaRPr>
          </a:p>
        </p:txBody>
      </p:sp>
      <p:sp>
        <p:nvSpPr>
          <p:cNvPr id="497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LEVEL 09</a:t>
            </a:r>
            <a:endParaRPr b="1" lang="en-US" sz="1900" spc="-1" strike="noStrike">
              <a:solidFill>
                <a:srgbClr val="000000"/>
              </a:solidFill>
              <a:latin typeface="Arial"/>
            </a:endParaRPr>
          </a:p>
        </p:txBody>
      </p:sp>
      <p:sp>
        <p:nvSpPr>
          <p:cNvPr id="497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972"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973" name=""/>
          <p:cNvSpPr/>
          <p:nvPr/>
        </p:nvSpPr>
        <p:spPr>
          <a:xfrm>
            <a:off x="3281400" y="1701720"/>
            <a:ext cx="374328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74" name=""/>
          <p:cNvSpPr/>
          <p:nvPr/>
        </p:nvSpPr>
        <p:spPr>
          <a:xfrm>
            <a:off x="3440160" y="2200320"/>
            <a:ext cx="3744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75" name=""/>
          <p:cNvSpPr/>
          <p:nvPr/>
        </p:nvSpPr>
        <p:spPr>
          <a:xfrm>
            <a:off x="3598920" y="2646360"/>
            <a:ext cx="3744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76" name=""/>
          <p:cNvSpPr/>
          <p:nvPr/>
        </p:nvSpPr>
        <p:spPr>
          <a:xfrm>
            <a:off x="3757680" y="3089160"/>
            <a:ext cx="3744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77" name=""/>
          <p:cNvSpPr/>
          <p:nvPr/>
        </p:nvSpPr>
        <p:spPr>
          <a:xfrm>
            <a:off x="3916440" y="3535200"/>
            <a:ext cx="374472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78" name=""/>
          <p:cNvSpPr/>
          <p:nvPr/>
        </p:nvSpPr>
        <p:spPr>
          <a:xfrm>
            <a:off x="4076640" y="3981600"/>
            <a:ext cx="374328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79" name=""/>
          <p:cNvSpPr/>
          <p:nvPr/>
        </p:nvSpPr>
        <p:spPr>
          <a:xfrm>
            <a:off x="4235400" y="4425840"/>
            <a:ext cx="374328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80" name=""/>
          <p:cNvSpPr/>
          <p:nvPr/>
        </p:nvSpPr>
        <p:spPr>
          <a:xfrm>
            <a:off x="4394160" y="4870440"/>
            <a:ext cx="374328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4981" name=""/>
          <p:cNvSpPr/>
          <p:nvPr/>
        </p:nvSpPr>
        <p:spPr>
          <a:xfrm>
            <a:off x="4552920" y="5318280"/>
            <a:ext cx="3743280" cy="213840"/>
          </a:xfrm>
          <a:prstGeom prst="rect">
            <a:avLst/>
          </a:prstGeom>
          <a:noFill/>
          <a:ln w="0">
            <a:noFill/>
          </a:ln>
        </p:spPr>
        <p:style>
          <a:lnRef idx="0"/>
          <a:fillRef idx="0"/>
          <a:effectRef idx="0"/>
          <a:fontRef idx="minor"/>
        </p:style>
        <p:txBody>
          <a:bodyPr lIns="0" rIns="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1A833298-1FA1-482C-A527-9ED11956DBD1}" type="slidenum">
              <a:t>250</a:t>
            </a:fld>
          </a:p>
        </p:txBody>
      </p:sp>
    </p:spTree>
  </p:cSld>
</p:sld>
</file>

<file path=ppt/slides/slide2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8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GANTT – 4 WEEK </a:t>
            </a:r>
            <a:endParaRPr b="1" lang="en-US" sz="1900" spc="-1" strike="noStrike">
              <a:solidFill>
                <a:srgbClr val="000000"/>
              </a:solidFill>
              <a:latin typeface="Arial"/>
            </a:endParaRPr>
          </a:p>
        </p:txBody>
      </p:sp>
      <p:sp>
        <p:nvSpPr>
          <p:cNvPr id="498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498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4985" name=""/>
          <p:cNvSpPr/>
          <p:nvPr/>
        </p:nvSpPr>
        <p:spPr>
          <a:xfrm>
            <a:off x="868320" y="1543320"/>
            <a:ext cx="27828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86" name=""/>
          <p:cNvSpPr/>
          <p:nvPr/>
        </p:nvSpPr>
        <p:spPr>
          <a:xfrm>
            <a:off x="868320" y="2035080"/>
            <a:ext cx="27828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87" name=""/>
          <p:cNvSpPr/>
          <p:nvPr/>
        </p:nvSpPr>
        <p:spPr>
          <a:xfrm>
            <a:off x="3913200" y="1543320"/>
            <a:ext cx="9586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88" name=""/>
          <p:cNvSpPr/>
          <p:nvPr/>
        </p:nvSpPr>
        <p:spPr>
          <a:xfrm>
            <a:off x="5016600" y="1543320"/>
            <a:ext cx="9604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89" name=""/>
          <p:cNvSpPr/>
          <p:nvPr/>
        </p:nvSpPr>
        <p:spPr>
          <a:xfrm>
            <a:off x="6121440" y="1543320"/>
            <a:ext cx="9586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90" name=""/>
          <p:cNvSpPr/>
          <p:nvPr/>
        </p:nvSpPr>
        <p:spPr>
          <a:xfrm>
            <a:off x="7223040" y="1543320"/>
            <a:ext cx="9604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91" name=""/>
          <p:cNvSpPr/>
          <p:nvPr/>
        </p:nvSpPr>
        <p:spPr>
          <a:xfrm>
            <a:off x="3841920" y="1879560"/>
            <a:ext cx="0" cy="274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992" name=""/>
          <p:cNvSpPr/>
          <p:nvPr/>
        </p:nvSpPr>
        <p:spPr>
          <a:xfrm>
            <a:off x="3841920" y="1297080"/>
            <a:ext cx="0" cy="43736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993" name=""/>
          <p:cNvSpPr/>
          <p:nvPr/>
        </p:nvSpPr>
        <p:spPr>
          <a:xfrm>
            <a:off x="4944960" y="1297080"/>
            <a:ext cx="0" cy="435924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994" name=""/>
          <p:cNvSpPr/>
          <p:nvPr/>
        </p:nvSpPr>
        <p:spPr>
          <a:xfrm>
            <a:off x="6049800" y="1297080"/>
            <a:ext cx="0" cy="435924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995" name=""/>
          <p:cNvSpPr/>
          <p:nvPr/>
        </p:nvSpPr>
        <p:spPr>
          <a:xfrm>
            <a:off x="7151760" y="1297080"/>
            <a:ext cx="0" cy="435924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996" name=""/>
          <p:cNvSpPr/>
          <p:nvPr/>
        </p:nvSpPr>
        <p:spPr>
          <a:xfrm>
            <a:off x="741240" y="1879560"/>
            <a:ext cx="75088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4997" name=""/>
          <p:cNvSpPr/>
          <p:nvPr/>
        </p:nvSpPr>
        <p:spPr>
          <a:xfrm>
            <a:off x="746280" y="1300320"/>
            <a:ext cx="7503840" cy="437328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4998" name=""/>
          <p:cNvSpPr/>
          <p:nvPr/>
        </p:nvSpPr>
        <p:spPr>
          <a:xfrm>
            <a:off x="868320" y="3152880"/>
            <a:ext cx="27828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4999" name=""/>
          <p:cNvSpPr/>
          <p:nvPr/>
        </p:nvSpPr>
        <p:spPr>
          <a:xfrm>
            <a:off x="868320" y="4270320"/>
            <a:ext cx="27828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00" name=""/>
          <p:cNvSpPr/>
          <p:nvPr/>
        </p:nvSpPr>
        <p:spPr>
          <a:xfrm>
            <a:off x="3840120" y="2152800"/>
            <a:ext cx="2219400" cy="0"/>
          </a:xfrm>
          <a:prstGeom prst="line">
            <a:avLst/>
          </a:prstGeom>
          <a:ln w="381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001" name=""/>
          <p:cNvSpPr/>
          <p:nvPr/>
        </p:nvSpPr>
        <p:spPr>
          <a:xfrm>
            <a:off x="6191280" y="2085840"/>
            <a:ext cx="158760" cy="142920"/>
          </a:xfrm>
          <a:prstGeom prst="triangle">
            <a:avLst>
              <a:gd name="adj" fmla="val 50000"/>
            </a:avLst>
          </a:prstGeom>
          <a:solidFill>
            <a:srgbClr val="000000"/>
          </a:solidFill>
          <a:ln w="9360">
            <a:solidFill>
              <a:srgbClr val="000000"/>
            </a:solidFill>
            <a:miter/>
          </a:ln>
        </p:spPr>
        <p:style>
          <a:lnRef idx="0"/>
          <a:fillRef idx="0"/>
          <a:effectRef idx="0"/>
          <a:fontRef idx="minor"/>
        </p:style>
        <p:txBody>
          <a:bodyPr wrap="none" lIns="90000" rIns="90000" tIns="720" bIns="72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9BBA1B39-7DD2-45BC-87CA-3EF95D6DEB1C}" type="slidenum">
              <a:t>251</a:t>
            </a:fld>
          </a:p>
        </p:txBody>
      </p:sp>
    </p:spTree>
  </p:cSld>
  <mc:AlternateContent>
    <mc:Choice Requires="p14">
      <p:transition spd="slow" p14:dur="2000"/>
    </mc:Choice>
    <mc:Fallback>
      <p:transition spd="slow"/>
    </mc:Fallback>
  </mc:AlternateContent>
</p:sld>
</file>

<file path=ppt/slides/slide2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02"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00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00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5005" name=""/>
          <p:cNvSpPr/>
          <p:nvPr/>
        </p:nvSpPr>
        <p:spPr>
          <a:xfrm>
            <a:off x="395280" y="1511640"/>
            <a:ext cx="26892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06" name=""/>
          <p:cNvSpPr/>
          <p:nvPr/>
        </p:nvSpPr>
        <p:spPr>
          <a:xfrm>
            <a:off x="272880" y="1847880"/>
            <a:ext cx="83250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07" name=""/>
          <p:cNvSpPr/>
          <p:nvPr/>
        </p:nvSpPr>
        <p:spPr>
          <a:xfrm>
            <a:off x="395280" y="2003400"/>
            <a:ext cx="26892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08" name=""/>
          <p:cNvSpPr/>
          <p:nvPr/>
        </p:nvSpPr>
        <p:spPr>
          <a:xfrm>
            <a:off x="3336840" y="1511640"/>
            <a:ext cx="7444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09" name=""/>
          <p:cNvSpPr/>
          <p:nvPr/>
        </p:nvSpPr>
        <p:spPr>
          <a:xfrm>
            <a:off x="4224240" y="1511640"/>
            <a:ext cx="7444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10" name=""/>
          <p:cNvSpPr/>
          <p:nvPr/>
        </p:nvSpPr>
        <p:spPr>
          <a:xfrm>
            <a:off x="5113440" y="1511640"/>
            <a:ext cx="7444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11" name=""/>
          <p:cNvSpPr/>
          <p:nvPr/>
        </p:nvSpPr>
        <p:spPr>
          <a:xfrm>
            <a:off x="6000840" y="1511640"/>
            <a:ext cx="7444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12" name=""/>
          <p:cNvSpPr/>
          <p:nvPr/>
        </p:nvSpPr>
        <p:spPr>
          <a:xfrm>
            <a:off x="6889680" y="1511640"/>
            <a:ext cx="7444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13" name=""/>
          <p:cNvSpPr/>
          <p:nvPr/>
        </p:nvSpPr>
        <p:spPr>
          <a:xfrm>
            <a:off x="3268800" y="1265400"/>
            <a:ext cx="0" cy="43732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14" name=""/>
          <p:cNvSpPr/>
          <p:nvPr/>
        </p:nvSpPr>
        <p:spPr>
          <a:xfrm>
            <a:off x="4156200" y="1265400"/>
            <a:ext cx="0" cy="435924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15" name=""/>
          <p:cNvSpPr/>
          <p:nvPr/>
        </p:nvSpPr>
        <p:spPr>
          <a:xfrm>
            <a:off x="5045040" y="1265400"/>
            <a:ext cx="0" cy="435924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16" name=""/>
          <p:cNvSpPr/>
          <p:nvPr/>
        </p:nvSpPr>
        <p:spPr>
          <a:xfrm>
            <a:off x="5932440" y="1265400"/>
            <a:ext cx="0" cy="435924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17" name=""/>
          <p:cNvSpPr/>
          <p:nvPr/>
        </p:nvSpPr>
        <p:spPr>
          <a:xfrm>
            <a:off x="6821640" y="1265400"/>
            <a:ext cx="0" cy="435924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18" name=""/>
          <p:cNvSpPr/>
          <p:nvPr/>
        </p:nvSpPr>
        <p:spPr>
          <a:xfrm>
            <a:off x="279360" y="1268280"/>
            <a:ext cx="8318520" cy="437364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019" name=""/>
          <p:cNvSpPr/>
          <p:nvPr/>
        </p:nvSpPr>
        <p:spPr>
          <a:xfrm>
            <a:off x="395280" y="3121200"/>
            <a:ext cx="26892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20" name=""/>
          <p:cNvSpPr/>
          <p:nvPr/>
        </p:nvSpPr>
        <p:spPr>
          <a:xfrm>
            <a:off x="395280" y="4238640"/>
            <a:ext cx="26892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21" name=""/>
          <p:cNvSpPr/>
          <p:nvPr/>
        </p:nvSpPr>
        <p:spPr>
          <a:xfrm>
            <a:off x="7709040" y="1265400"/>
            <a:ext cx="0" cy="435924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22" name=""/>
          <p:cNvSpPr/>
          <p:nvPr/>
        </p:nvSpPr>
        <p:spPr>
          <a:xfrm>
            <a:off x="8597880" y="1265400"/>
            <a:ext cx="0" cy="435924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23" name=""/>
          <p:cNvSpPr/>
          <p:nvPr/>
        </p:nvSpPr>
        <p:spPr>
          <a:xfrm>
            <a:off x="7778880" y="1511640"/>
            <a:ext cx="7444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47899BA3-E06E-4403-B9D7-0CACCE19B573}" type="slidenum">
              <a:t>252</a:t>
            </a:fld>
          </a:p>
        </p:txBody>
      </p:sp>
    </p:spTree>
  </p:cSld>
  <mc:AlternateContent>
    <mc:Choice Requires="p14">
      <p:transition spd="slow" p14:dur="2000"/>
    </mc:Choice>
    <mc:Fallback>
      <p:transition spd="slow"/>
    </mc:Fallback>
  </mc:AlternateContent>
</p:sld>
</file>

<file path=ppt/slides/slide2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2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02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02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5027" name=""/>
          <p:cNvSpPr/>
          <p:nvPr/>
        </p:nvSpPr>
        <p:spPr>
          <a:xfrm>
            <a:off x="309600" y="1470600"/>
            <a:ext cx="27208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28" name=""/>
          <p:cNvSpPr/>
          <p:nvPr/>
        </p:nvSpPr>
        <p:spPr>
          <a:xfrm>
            <a:off x="185760" y="1814400"/>
            <a:ext cx="84247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29" name=""/>
          <p:cNvSpPr/>
          <p:nvPr/>
        </p:nvSpPr>
        <p:spPr>
          <a:xfrm>
            <a:off x="309600" y="1960560"/>
            <a:ext cx="27208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30" name=""/>
          <p:cNvSpPr/>
          <p:nvPr/>
        </p:nvSpPr>
        <p:spPr>
          <a:xfrm>
            <a:off x="320976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31" name=""/>
          <p:cNvSpPr/>
          <p:nvPr/>
        </p:nvSpPr>
        <p:spPr>
          <a:xfrm>
            <a:off x="591336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32" name=""/>
          <p:cNvSpPr/>
          <p:nvPr/>
        </p:nvSpPr>
        <p:spPr>
          <a:xfrm>
            <a:off x="192240" y="1157400"/>
            <a:ext cx="841824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033" name=""/>
          <p:cNvSpPr/>
          <p:nvPr/>
        </p:nvSpPr>
        <p:spPr>
          <a:xfrm>
            <a:off x="309600" y="3182760"/>
            <a:ext cx="27208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34" name=""/>
          <p:cNvSpPr/>
          <p:nvPr/>
        </p:nvSpPr>
        <p:spPr>
          <a:xfrm>
            <a:off x="309600" y="4405320"/>
            <a:ext cx="272088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5035" name=""/>
          <p:cNvGrpSpPr/>
          <p:nvPr/>
        </p:nvGrpSpPr>
        <p:grpSpPr>
          <a:xfrm>
            <a:off x="3890880" y="1487520"/>
            <a:ext cx="4044960" cy="4432320"/>
            <a:chOff x="3890880" y="1487520"/>
            <a:chExt cx="4044960" cy="4432320"/>
          </a:xfrm>
        </p:grpSpPr>
        <p:sp>
          <p:nvSpPr>
            <p:cNvPr id="5036" name=""/>
            <p:cNvSpPr/>
            <p:nvPr/>
          </p:nvSpPr>
          <p:spPr>
            <a:xfrm>
              <a:off x="38908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37" name=""/>
            <p:cNvSpPr/>
            <p:nvPr/>
          </p:nvSpPr>
          <p:spPr>
            <a:xfrm>
              <a:off x="45655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38" name=""/>
            <p:cNvSpPr/>
            <p:nvPr/>
          </p:nvSpPr>
          <p:spPr>
            <a:xfrm>
              <a:off x="52387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39" name=""/>
            <p:cNvSpPr/>
            <p:nvPr/>
          </p:nvSpPr>
          <p:spPr>
            <a:xfrm>
              <a:off x="65880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40" name=""/>
            <p:cNvSpPr/>
            <p:nvPr/>
          </p:nvSpPr>
          <p:spPr>
            <a:xfrm>
              <a:off x="7261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41" name=""/>
            <p:cNvSpPr/>
            <p:nvPr/>
          </p:nvSpPr>
          <p:spPr>
            <a:xfrm>
              <a:off x="7935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5042" name=""/>
          <p:cNvSpPr/>
          <p:nvPr/>
        </p:nvSpPr>
        <p:spPr>
          <a:xfrm>
            <a:off x="8610480" y="1154160"/>
            <a:ext cx="0" cy="476568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43" name=""/>
          <p:cNvSpPr/>
          <p:nvPr/>
        </p:nvSpPr>
        <p:spPr>
          <a:xfrm>
            <a:off x="3216240" y="1484280"/>
            <a:ext cx="538812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5044" name=""/>
          <p:cNvGrpSpPr/>
          <p:nvPr/>
        </p:nvGrpSpPr>
        <p:grpSpPr>
          <a:xfrm>
            <a:off x="3286080" y="1213200"/>
            <a:ext cx="2560680" cy="556920"/>
            <a:chOff x="3286080" y="1213200"/>
            <a:chExt cx="2560680" cy="556920"/>
          </a:xfrm>
        </p:grpSpPr>
        <p:sp>
          <p:nvSpPr>
            <p:cNvPr id="5045" name=""/>
            <p:cNvSpPr/>
            <p:nvPr/>
          </p:nvSpPr>
          <p:spPr>
            <a:xfrm>
              <a:off x="3286080" y="1526040"/>
              <a:ext cx="53028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46" name=""/>
            <p:cNvSpPr/>
            <p:nvPr/>
          </p:nvSpPr>
          <p:spPr>
            <a:xfrm>
              <a:off x="3962520" y="1526040"/>
              <a:ext cx="53028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47" name=""/>
            <p:cNvSpPr/>
            <p:nvPr/>
          </p:nvSpPr>
          <p:spPr>
            <a:xfrm>
              <a:off x="4640400" y="1526040"/>
              <a:ext cx="52848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48" name=""/>
            <p:cNvSpPr/>
            <p:nvPr/>
          </p:nvSpPr>
          <p:spPr>
            <a:xfrm>
              <a:off x="5316480" y="1526040"/>
              <a:ext cx="53028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49" name=""/>
            <p:cNvSpPr/>
            <p:nvPr/>
          </p:nvSpPr>
          <p:spPr>
            <a:xfrm>
              <a:off x="3338640" y="1213200"/>
              <a:ext cx="244152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5050" name=""/>
          <p:cNvGrpSpPr/>
          <p:nvPr/>
        </p:nvGrpSpPr>
        <p:grpSpPr>
          <a:xfrm>
            <a:off x="5973840" y="1213200"/>
            <a:ext cx="2560680" cy="556920"/>
            <a:chOff x="5973840" y="1213200"/>
            <a:chExt cx="2560680" cy="556920"/>
          </a:xfrm>
        </p:grpSpPr>
        <p:sp>
          <p:nvSpPr>
            <p:cNvPr id="5051" name=""/>
            <p:cNvSpPr/>
            <p:nvPr/>
          </p:nvSpPr>
          <p:spPr>
            <a:xfrm>
              <a:off x="5973840" y="1526040"/>
              <a:ext cx="53028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52" name=""/>
            <p:cNvSpPr/>
            <p:nvPr/>
          </p:nvSpPr>
          <p:spPr>
            <a:xfrm>
              <a:off x="6650280" y="1526040"/>
              <a:ext cx="53028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53" name=""/>
            <p:cNvSpPr/>
            <p:nvPr/>
          </p:nvSpPr>
          <p:spPr>
            <a:xfrm>
              <a:off x="7328160" y="1526040"/>
              <a:ext cx="52848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54" name=""/>
            <p:cNvSpPr/>
            <p:nvPr/>
          </p:nvSpPr>
          <p:spPr>
            <a:xfrm>
              <a:off x="8004240" y="1526040"/>
              <a:ext cx="53028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055" name=""/>
            <p:cNvSpPr/>
            <p:nvPr/>
          </p:nvSpPr>
          <p:spPr>
            <a:xfrm>
              <a:off x="6026400" y="1213200"/>
              <a:ext cx="244152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sp>
        <p:nvSpPr>
          <p:cNvPr id="3" name="PlaceHolder 2"/>
          <p:cNvSpPr>
            <a:spLocks noGrp="1"/>
          </p:cNvSpPr>
          <p:nvPr>
            <p:ph type="sldNum" idx="2"/>
          </p:nvPr>
        </p:nvSpPr>
        <p:spPr/>
        <p:txBody>
          <a:bodyPr/>
          <a:p>
            <a:fld id="{7B4F799F-A30A-421E-9BD7-5218628C8112}" type="slidenum">
              <a:t>253</a:t>
            </a:fld>
          </a:p>
        </p:txBody>
      </p:sp>
    </p:spTree>
  </p:cSld>
  <mc:AlternateContent>
    <mc:Choice Requires="p14">
      <p:transition spd="slow" p14:dur="2000"/>
    </mc:Choice>
    <mc:Fallback>
      <p:transition spd="slow"/>
    </mc:Fallback>
  </mc:AlternateContent>
</p:sld>
</file>

<file path=ppt/slides/slide2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56"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05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05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5059" name=""/>
          <p:cNvSpPr/>
          <p:nvPr/>
        </p:nvSpPr>
        <p:spPr>
          <a:xfrm>
            <a:off x="255600" y="1500840"/>
            <a:ext cx="246204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60" name=""/>
          <p:cNvSpPr/>
          <p:nvPr/>
        </p:nvSpPr>
        <p:spPr>
          <a:xfrm>
            <a:off x="128520" y="1814400"/>
            <a:ext cx="8610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61" name=""/>
          <p:cNvSpPr/>
          <p:nvPr/>
        </p:nvSpPr>
        <p:spPr>
          <a:xfrm>
            <a:off x="255600" y="1960560"/>
            <a:ext cx="246204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62" name=""/>
          <p:cNvSpPr/>
          <p:nvPr/>
        </p:nvSpPr>
        <p:spPr>
          <a:xfrm>
            <a:off x="135000" y="1157400"/>
            <a:ext cx="860436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063" name=""/>
          <p:cNvSpPr/>
          <p:nvPr/>
        </p:nvSpPr>
        <p:spPr>
          <a:xfrm>
            <a:off x="255600" y="3182760"/>
            <a:ext cx="246204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64" name=""/>
          <p:cNvSpPr/>
          <p:nvPr/>
        </p:nvSpPr>
        <p:spPr>
          <a:xfrm>
            <a:off x="255600" y="4405320"/>
            <a:ext cx="246204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65" name=""/>
          <p:cNvSpPr/>
          <p:nvPr/>
        </p:nvSpPr>
        <p:spPr>
          <a:xfrm>
            <a:off x="2835360" y="1484280"/>
            <a:ext cx="589752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066" name=""/>
          <p:cNvSpPr/>
          <p:nvPr/>
        </p:nvSpPr>
        <p:spPr>
          <a:xfrm>
            <a:off x="28306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67" name=""/>
          <p:cNvSpPr/>
          <p:nvPr/>
        </p:nvSpPr>
        <p:spPr>
          <a:xfrm>
            <a:off x="480060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68" name=""/>
          <p:cNvSpPr/>
          <p:nvPr/>
        </p:nvSpPr>
        <p:spPr>
          <a:xfrm>
            <a:off x="33256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69" name=""/>
          <p:cNvSpPr/>
          <p:nvPr/>
        </p:nvSpPr>
        <p:spPr>
          <a:xfrm>
            <a:off x="38178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70" name=""/>
          <p:cNvSpPr/>
          <p:nvPr/>
        </p:nvSpPr>
        <p:spPr>
          <a:xfrm>
            <a:off x="4308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71" name=""/>
          <p:cNvSpPr/>
          <p:nvPr/>
        </p:nvSpPr>
        <p:spPr>
          <a:xfrm>
            <a:off x="2886120" y="1556280"/>
            <a:ext cx="38556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72" name=""/>
          <p:cNvSpPr/>
          <p:nvPr/>
        </p:nvSpPr>
        <p:spPr>
          <a:xfrm>
            <a:off x="3379680" y="1556280"/>
            <a:ext cx="38412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73" name=""/>
          <p:cNvSpPr/>
          <p:nvPr/>
        </p:nvSpPr>
        <p:spPr>
          <a:xfrm>
            <a:off x="3871800" y="1556280"/>
            <a:ext cx="38592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74" name=""/>
          <p:cNvSpPr/>
          <p:nvPr/>
        </p:nvSpPr>
        <p:spPr>
          <a:xfrm>
            <a:off x="4365720" y="1556280"/>
            <a:ext cx="38556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75" name=""/>
          <p:cNvSpPr/>
          <p:nvPr/>
        </p:nvSpPr>
        <p:spPr>
          <a:xfrm>
            <a:off x="2924280" y="1243440"/>
            <a:ext cx="177948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76" name=""/>
          <p:cNvSpPr/>
          <p:nvPr/>
        </p:nvSpPr>
        <p:spPr>
          <a:xfrm>
            <a:off x="676908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77" name=""/>
          <p:cNvSpPr/>
          <p:nvPr/>
        </p:nvSpPr>
        <p:spPr>
          <a:xfrm>
            <a:off x="52959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78" name=""/>
          <p:cNvSpPr/>
          <p:nvPr/>
        </p:nvSpPr>
        <p:spPr>
          <a:xfrm>
            <a:off x="57880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79" name=""/>
          <p:cNvSpPr/>
          <p:nvPr/>
        </p:nvSpPr>
        <p:spPr>
          <a:xfrm>
            <a:off x="62769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80" name=""/>
          <p:cNvSpPr/>
          <p:nvPr/>
        </p:nvSpPr>
        <p:spPr>
          <a:xfrm>
            <a:off x="4856040" y="1556280"/>
            <a:ext cx="38592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81" name=""/>
          <p:cNvSpPr/>
          <p:nvPr/>
        </p:nvSpPr>
        <p:spPr>
          <a:xfrm>
            <a:off x="5348160" y="1556280"/>
            <a:ext cx="38592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82" name=""/>
          <p:cNvSpPr/>
          <p:nvPr/>
        </p:nvSpPr>
        <p:spPr>
          <a:xfrm>
            <a:off x="5842080" y="1556280"/>
            <a:ext cx="38412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83" name=""/>
          <p:cNvSpPr/>
          <p:nvPr/>
        </p:nvSpPr>
        <p:spPr>
          <a:xfrm>
            <a:off x="6334200" y="1556280"/>
            <a:ext cx="38556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84" name=""/>
          <p:cNvSpPr/>
          <p:nvPr/>
        </p:nvSpPr>
        <p:spPr>
          <a:xfrm>
            <a:off x="4894200" y="1243440"/>
            <a:ext cx="177804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85" name=""/>
          <p:cNvSpPr/>
          <p:nvPr/>
        </p:nvSpPr>
        <p:spPr>
          <a:xfrm>
            <a:off x="7264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86" name=""/>
          <p:cNvSpPr/>
          <p:nvPr/>
        </p:nvSpPr>
        <p:spPr>
          <a:xfrm>
            <a:off x="77565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87" name=""/>
          <p:cNvSpPr/>
          <p:nvPr/>
        </p:nvSpPr>
        <p:spPr>
          <a:xfrm>
            <a:off x="8247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88" name=""/>
          <p:cNvSpPr/>
          <p:nvPr/>
        </p:nvSpPr>
        <p:spPr>
          <a:xfrm>
            <a:off x="6824520" y="1556280"/>
            <a:ext cx="38592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89" name=""/>
          <p:cNvSpPr/>
          <p:nvPr/>
        </p:nvSpPr>
        <p:spPr>
          <a:xfrm>
            <a:off x="7318440" y="1556280"/>
            <a:ext cx="38412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90" name=""/>
          <p:cNvSpPr/>
          <p:nvPr/>
        </p:nvSpPr>
        <p:spPr>
          <a:xfrm>
            <a:off x="7810560" y="1556280"/>
            <a:ext cx="38556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91" name=""/>
          <p:cNvSpPr/>
          <p:nvPr/>
        </p:nvSpPr>
        <p:spPr>
          <a:xfrm>
            <a:off x="8304120" y="1556280"/>
            <a:ext cx="38592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092" name=""/>
          <p:cNvSpPr/>
          <p:nvPr/>
        </p:nvSpPr>
        <p:spPr>
          <a:xfrm>
            <a:off x="6862680" y="1243440"/>
            <a:ext cx="177984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E5EEEA95-F4AA-4DB2-BB00-8AFA141139AF}" type="slidenum">
              <a:t>254</a:t>
            </a:fld>
          </a:p>
        </p:txBody>
      </p:sp>
    </p:spTree>
  </p:cSld>
  <mc:AlternateContent>
    <mc:Choice Requires="p14">
      <p:transition spd="slow" p14:dur="2000"/>
    </mc:Choice>
    <mc:Fallback>
      <p:transition spd="slow"/>
    </mc:Fallback>
  </mc:AlternateContent>
</p:sld>
</file>

<file path=ppt/slides/slide2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93"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09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095"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096" name=""/>
          <p:cNvSpPr/>
          <p:nvPr/>
        </p:nvSpPr>
        <p:spPr>
          <a:xfrm>
            <a:off x="255600" y="1531440"/>
            <a:ext cx="246204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097" name=""/>
          <p:cNvSpPr/>
          <p:nvPr/>
        </p:nvSpPr>
        <p:spPr>
          <a:xfrm>
            <a:off x="128520" y="1814400"/>
            <a:ext cx="8610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098" name=""/>
          <p:cNvSpPr/>
          <p:nvPr/>
        </p:nvSpPr>
        <p:spPr>
          <a:xfrm>
            <a:off x="255600" y="19605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099" name=""/>
          <p:cNvSpPr/>
          <p:nvPr/>
        </p:nvSpPr>
        <p:spPr>
          <a:xfrm>
            <a:off x="135000" y="1157400"/>
            <a:ext cx="860436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100" name=""/>
          <p:cNvSpPr/>
          <p:nvPr/>
        </p:nvSpPr>
        <p:spPr>
          <a:xfrm>
            <a:off x="255600" y="31827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01" name=""/>
          <p:cNvSpPr/>
          <p:nvPr/>
        </p:nvSpPr>
        <p:spPr>
          <a:xfrm>
            <a:off x="255600" y="440532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02" name=""/>
          <p:cNvSpPr/>
          <p:nvPr/>
        </p:nvSpPr>
        <p:spPr>
          <a:xfrm>
            <a:off x="2770200" y="1484280"/>
            <a:ext cx="596916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103" name=""/>
          <p:cNvSpPr/>
          <p:nvPr/>
        </p:nvSpPr>
        <p:spPr>
          <a:xfrm>
            <a:off x="276696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04" name=""/>
          <p:cNvSpPr/>
          <p:nvPr/>
        </p:nvSpPr>
        <p:spPr>
          <a:xfrm>
            <a:off x="425772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05" name=""/>
          <p:cNvSpPr/>
          <p:nvPr/>
        </p:nvSpPr>
        <p:spPr>
          <a:xfrm>
            <a:off x="31431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06" name=""/>
          <p:cNvSpPr/>
          <p:nvPr/>
        </p:nvSpPr>
        <p:spPr>
          <a:xfrm>
            <a:off x="35146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07" name=""/>
          <p:cNvSpPr/>
          <p:nvPr/>
        </p:nvSpPr>
        <p:spPr>
          <a:xfrm>
            <a:off x="3886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08" name=""/>
          <p:cNvSpPr/>
          <p:nvPr/>
        </p:nvSpPr>
        <p:spPr>
          <a:xfrm>
            <a:off x="2809800" y="1555200"/>
            <a:ext cx="292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109" name=""/>
          <p:cNvSpPr/>
          <p:nvPr/>
        </p:nvSpPr>
        <p:spPr>
          <a:xfrm>
            <a:off x="3182760" y="1555200"/>
            <a:ext cx="290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110" name=""/>
          <p:cNvSpPr/>
          <p:nvPr/>
        </p:nvSpPr>
        <p:spPr>
          <a:xfrm>
            <a:off x="3556080" y="1555200"/>
            <a:ext cx="291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111" name=""/>
          <p:cNvSpPr/>
          <p:nvPr/>
        </p:nvSpPr>
        <p:spPr>
          <a:xfrm>
            <a:off x="3929040" y="1555200"/>
            <a:ext cx="291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112" name=""/>
          <p:cNvSpPr/>
          <p:nvPr/>
        </p:nvSpPr>
        <p:spPr>
          <a:xfrm>
            <a:off x="2836800" y="1234440"/>
            <a:ext cx="1347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13" name=""/>
          <p:cNvSpPr/>
          <p:nvPr/>
        </p:nvSpPr>
        <p:spPr>
          <a:xfrm>
            <a:off x="574848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14" name=""/>
          <p:cNvSpPr/>
          <p:nvPr/>
        </p:nvSpPr>
        <p:spPr>
          <a:xfrm>
            <a:off x="46339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15" name=""/>
          <p:cNvSpPr/>
          <p:nvPr/>
        </p:nvSpPr>
        <p:spPr>
          <a:xfrm>
            <a:off x="5005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16" name=""/>
          <p:cNvSpPr/>
          <p:nvPr/>
        </p:nvSpPr>
        <p:spPr>
          <a:xfrm>
            <a:off x="53769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17" name=""/>
          <p:cNvSpPr/>
          <p:nvPr/>
        </p:nvSpPr>
        <p:spPr>
          <a:xfrm>
            <a:off x="4300560" y="1555200"/>
            <a:ext cx="291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118" name=""/>
          <p:cNvSpPr/>
          <p:nvPr/>
        </p:nvSpPr>
        <p:spPr>
          <a:xfrm>
            <a:off x="4673520" y="1555200"/>
            <a:ext cx="292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119" name=""/>
          <p:cNvSpPr/>
          <p:nvPr/>
        </p:nvSpPr>
        <p:spPr>
          <a:xfrm>
            <a:off x="5046840" y="1555200"/>
            <a:ext cx="2901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120" name=""/>
          <p:cNvSpPr/>
          <p:nvPr/>
        </p:nvSpPr>
        <p:spPr>
          <a:xfrm>
            <a:off x="5419800" y="1555200"/>
            <a:ext cx="291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121" name=""/>
          <p:cNvSpPr/>
          <p:nvPr/>
        </p:nvSpPr>
        <p:spPr>
          <a:xfrm>
            <a:off x="4329000" y="1234440"/>
            <a:ext cx="1346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22" name=""/>
          <p:cNvSpPr/>
          <p:nvPr/>
        </p:nvSpPr>
        <p:spPr>
          <a:xfrm>
            <a:off x="61228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23" name=""/>
          <p:cNvSpPr/>
          <p:nvPr/>
        </p:nvSpPr>
        <p:spPr>
          <a:xfrm>
            <a:off x="6496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24" name=""/>
          <p:cNvSpPr/>
          <p:nvPr/>
        </p:nvSpPr>
        <p:spPr>
          <a:xfrm>
            <a:off x="68673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25" name=""/>
          <p:cNvSpPr/>
          <p:nvPr/>
        </p:nvSpPr>
        <p:spPr>
          <a:xfrm>
            <a:off x="5789520" y="1555200"/>
            <a:ext cx="292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126" name=""/>
          <p:cNvSpPr/>
          <p:nvPr/>
        </p:nvSpPr>
        <p:spPr>
          <a:xfrm>
            <a:off x="6164280" y="1555200"/>
            <a:ext cx="290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127" name=""/>
          <p:cNvSpPr/>
          <p:nvPr/>
        </p:nvSpPr>
        <p:spPr>
          <a:xfrm>
            <a:off x="6535800" y="1555200"/>
            <a:ext cx="291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128" name=""/>
          <p:cNvSpPr/>
          <p:nvPr/>
        </p:nvSpPr>
        <p:spPr>
          <a:xfrm>
            <a:off x="6910560" y="1555200"/>
            <a:ext cx="291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129" name=""/>
          <p:cNvSpPr/>
          <p:nvPr/>
        </p:nvSpPr>
        <p:spPr>
          <a:xfrm>
            <a:off x="5819760" y="1234440"/>
            <a:ext cx="13460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30" name=""/>
          <p:cNvSpPr/>
          <p:nvPr/>
        </p:nvSpPr>
        <p:spPr>
          <a:xfrm>
            <a:off x="72468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31" name=""/>
          <p:cNvSpPr/>
          <p:nvPr/>
        </p:nvSpPr>
        <p:spPr>
          <a:xfrm>
            <a:off x="873756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32" name=""/>
          <p:cNvSpPr/>
          <p:nvPr/>
        </p:nvSpPr>
        <p:spPr>
          <a:xfrm>
            <a:off x="76230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33" name=""/>
          <p:cNvSpPr/>
          <p:nvPr/>
        </p:nvSpPr>
        <p:spPr>
          <a:xfrm>
            <a:off x="79945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34" name=""/>
          <p:cNvSpPr/>
          <p:nvPr/>
        </p:nvSpPr>
        <p:spPr>
          <a:xfrm>
            <a:off x="83660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35" name=""/>
          <p:cNvSpPr/>
          <p:nvPr/>
        </p:nvSpPr>
        <p:spPr>
          <a:xfrm>
            <a:off x="7289640" y="1555200"/>
            <a:ext cx="292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136" name=""/>
          <p:cNvSpPr/>
          <p:nvPr/>
        </p:nvSpPr>
        <p:spPr>
          <a:xfrm>
            <a:off x="7662960" y="1555200"/>
            <a:ext cx="290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137" name=""/>
          <p:cNvSpPr/>
          <p:nvPr/>
        </p:nvSpPr>
        <p:spPr>
          <a:xfrm>
            <a:off x="8035920" y="1555200"/>
            <a:ext cx="291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138" name=""/>
          <p:cNvSpPr/>
          <p:nvPr/>
        </p:nvSpPr>
        <p:spPr>
          <a:xfrm>
            <a:off x="8408880" y="1555200"/>
            <a:ext cx="290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139" name=""/>
          <p:cNvSpPr/>
          <p:nvPr/>
        </p:nvSpPr>
        <p:spPr>
          <a:xfrm>
            <a:off x="7316640" y="1234440"/>
            <a:ext cx="1347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81BD04E8-B554-41ED-9912-F4A6482FB755}" type="slidenum">
              <a:t>255</a:t>
            </a:fld>
          </a:p>
        </p:txBody>
      </p:sp>
    </p:spTree>
  </p:cSld>
  <mc:AlternateContent>
    <mc:Choice Requires="p14">
      <p:transition spd="slow" p14:dur="2000"/>
    </mc:Choice>
    <mc:Fallback>
      <p:transition spd="slow"/>
    </mc:Fallback>
  </mc:AlternateContent>
</p:sld>
</file>

<file path=ppt/slides/slide2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40"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14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142"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143" name=""/>
          <p:cNvSpPr/>
          <p:nvPr/>
        </p:nvSpPr>
        <p:spPr>
          <a:xfrm>
            <a:off x="255600" y="1531440"/>
            <a:ext cx="246204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44" name=""/>
          <p:cNvSpPr/>
          <p:nvPr/>
        </p:nvSpPr>
        <p:spPr>
          <a:xfrm>
            <a:off x="128520" y="1814400"/>
            <a:ext cx="8610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45" name=""/>
          <p:cNvSpPr/>
          <p:nvPr/>
        </p:nvSpPr>
        <p:spPr>
          <a:xfrm>
            <a:off x="255600" y="19605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46" name=""/>
          <p:cNvSpPr/>
          <p:nvPr/>
        </p:nvSpPr>
        <p:spPr>
          <a:xfrm>
            <a:off x="135000" y="1157400"/>
            <a:ext cx="860436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147" name=""/>
          <p:cNvSpPr/>
          <p:nvPr/>
        </p:nvSpPr>
        <p:spPr>
          <a:xfrm>
            <a:off x="255600" y="31827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48" name=""/>
          <p:cNvSpPr/>
          <p:nvPr/>
        </p:nvSpPr>
        <p:spPr>
          <a:xfrm>
            <a:off x="255600" y="440532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49" name=""/>
          <p:cNvSpPr/>
          <p:nvPr/>
        </p:nvSpPr>
        <p:spPr>
          <a:xfrm>
            <a:off x="2968560" y="1484280"/>
            <a:ext cx="577080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150" name=""/>
          <p:cNvSpPr/>
          <p:nvPr/>
        </p:nvSpPr>
        <p:spPr>
          <a:xfrm>
            <a:off x="296532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51" name=""/>
          <p:cNvSpPr/>
          <p:nvPr/>
        </p:nvSpPr>
        <p:spPr>
          <a:xfrm>
            <a:off x="411804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52" name=""/>
          <p:cNvSpPr/>
          <p:nvPr/>
        </p:nvSpPr>
        <p:spPr>
          <a:xfrm>
            <a:off x="3255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53" name=""/>
          <p:cNvSpPr/>
          <p:nvPr/>
        </p:nvSpPr>
        <p:spPr>
          <a:xfrm>
            <a:off x="3543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54" name=""/>
          <p:cNvSpPr/>
          <p:nvPr/>
        </p:nvSpPr>
        <p:spPr>
          <a:xfrm>
            <a:off x="38307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55" name=""/>
          <p:cNvSpPr/>
          <p:nvPr/>
        </p:nvSpPr>
        <p:spPr>
          <a:xfrm>
            <a:off x="299880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156" name=""/>
          <p:cNvSpPr/>
          <p:nvPr/>
        </p:nvSpPr>
        <p:spPr>
          <a:xfrm>
            <a:off x="3287880" y="1555200"/>
            <a:ext cx="223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157" name=""/>
          <p:cNvSpPr/>
          <p:nvPr/>
        </p:nvSpPr>
        <p:spPr>
          <a:xfrm>
            <a:off x="357516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158" name=""/>
          <p:cNvSpPr/>
          <p:nvPr/>
        </p:nvSpPr>
        <p:spPr>
          <a:xfrm>
            <a:off x="386388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159" name=""/>
          <p:cNvSpPr/>
          <p:nvPr/>
        </p:nvSpPr>
        <p:spPr>
          <a:xfrm>
            <a:off x="3019320" y="1234440"/>
            <a:ext cx="10414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60" name=""/>
          <p:cNvSpPr/>
          <p:nvPr/>
        </p:nvSpPr>
        <p:spPr>
          <a:xfrm>
            <a:off x="527040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61" name=""/>
          <p:cNvSpPr/>
          <p:nvPr/>
        </p:nvSpPr>
        <p:spPr>
          <a:xfrm>
            <a:off x="44085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62" name=""/>
          <p:cNvSpPr/>
          <p:nvPr/>
        </p:nvSpPr>
        <p:spPr>
          <a:xfrm>
            <a:off x="4695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63" name=""/>
          <p:cNvSpPr/>
          <p:nvPr/>
        </p:nvSpPr>
        <p:spPr>
          <a:xfrm>
            <a:off x="49831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64" name=""/>
          <p:cNvSpPr/>
          <p:nvPr/>
        </p:nvSpPr>
        <p:spPr>
          <a:xfrm>
            <a:off x="4151160" y="1555200"/>
            <a:ext cx="2257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165" name=""/>
          <p:cNvSpPr/>
          <p:nvPr/>
        </p:nvSpPr>
        <p:spPr>
          <a:xfrm>
            <a:off x="4438800" y="1555200"/>
            <a:ext cx="2268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166" name=""/>
          <p:cNvSpPr/>
          <p:nvPr/>
        </p:nvSpPr>
        <p:spPr>
          <a:xfrm>
            <a:off x="4727520" y="1555200"/>
            <a:ext cx="2239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167" name=""/>
          <p:cNvSpPr/>
          <p:nvPr/>
        </p:nvSpPr>
        <p:spPr>
          <a:xfrm>
            <a:off x="501660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168" name=""/>
          <p:cNvSpPr/>
          <p:nvPr/>
        </p:nvSpPr>
        <p:spPr>
          <a:xfrm>
            <a:off x="4173480" y="1234440"/>
            <a:ext cx="10400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69" name=""/>
          <p:cNvSpPr/>
          <p:nvPr/>
        </p:nvSpPr>
        <p:spPr>
          <a:xfrm>
            <a:off x="5559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70" name=""/>
          <p:cNvSpPr/>
          <p:nvPr/>
        </p:nvSpPr>
        <p:spPr>
          <a:xfrm>
            <a:off x="5848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71" name=""/>
          <p:cNvSpPr/>
          <p:nvPr/>
        </p:nvSpPr>
        <p:spPr>
          <a:xfrm>
            <a:off x="6135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72" name=""/>
          <p:cNvSpPr/>
          <p:nvPr/>
        </p:nvSpPr>
        <p:spPr>
          <a:xfrm>
            <a:off x="5302080" y="1555200"/>
            <a:ext cx="2257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173" name=""/>
          <p:cNvSpPr/>
          <p:nvPr/>
        </p:nvSpPr>
        <p:spPr>
          <a:xfrm>
            <a:off x="559116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174" name=""/>
          <p:cNvSpPr/>
          <p:nvPr/>
        </p:nvSpPr>
        <p:spPr>
          <a:xfrm>
            <a:off x="587844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175" name=""/>
          <p:cNvSpPr/>
          <p:nvPr/>
        </p:nvSpPr>
        <p:spPr>
          <a:xfrm>
            <a:off x="616896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176" name=""/>
          <p:cNvSpPr/>
          <p:nvPr/>
        </p:nvSpPr>
        <p:spPr>
          <a:xfrm>
            <a:off x="5324400" y="1234440"/>
            <a:ext cx="10414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77" name=""/>
          <p:cNvSpPr/>
          <p:nvPr/>
        </p:nvSpPr>
        <p:spPr>
          <a:xfrm>
            <a:off x="64278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78" name=""/>
          <p:cNvSpPr/>
          <p:nvPr/>
        </p:nvSpPr>
        <p:spPr>
          <a:xfrm>
            <a:off x="758016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79" name=""/>
          <p:cNvSpPr/>
          <p:nvPr/>
        </p:nvSpPr>
        <p:spPr>
          <a:xfrm>
            <a:off x="67197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80" name=""/>
          <p:cNvSpPr/>
          <p:nvPr/>
        </p:nvSpPr>
        <p:spPr>
          <a:xfrm>
            <a:off x="70056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81" name=""/>
          <p:cNvSpPr/>
          <p:nvPr/>
        </p:nvSpPr>
        <p:spPr>
          <a:xfrm>
            <a:off x="72928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82" name=""/>
          <p:cNvSpPr/>
          <p:nvPr/>
        </p:nvSpPr>
        <p:spPr>
          <a:xfrm>
            <a:off x="646128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183" name=""/>
          <p:cNvSpPr/>
          <p:nvPr/>
        </p:nvSpPr>
        <p:spPr>
          <a:xfrm>
            <a:off x="6750000" y="1555200"/>
            <a:ext cx="2239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184" name=""/>
          <p:cNvSpPr/>
          <p:nvPr/>
        </p:nvSpPr>
        <p:spPr>
          <a:xfrm>
            <a:off x="703908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185" name=""/>
          <p:cNvSpPr/>
          <p:nvPr/>
        </p:nvSpPr>
        <p:spPr>
          <a:xfrm>
            <a:off x="732636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186" name=""/>
          <p:cNvSpPr/>
          <p:nvPr/>
        </p:nvSpPr>
        <p:spPr>
          <a:xfrm>
            <a:off x="6481800" y="1234440"/>
            <a:ext cx="10429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187" name=""/>
          <p:cNvSpPr/>
          <p:nvPr/>
        </p:nvSpPr>
        <p:spPr>
          <a:xfrm>
            <a:off x="758016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88" name=""/>
          <p:cNvSpPr/>
          <p:nvPr/>
        </p:nvSpPr>
        <p:spPr>
          <a:xfrm>
            <a:off x="7872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89" name=""/>
          <p:cNvSpPr/>
          <p:nvPr/>
        </p:nvSpPr>
        <p:spPr>
          <a:xfrm>
            <a:off x="8158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90" name=""/>
          <p:cNvSpPr/>
          <p:nvPr/>
        </p:nvSpPr>
        <p:spPr>
          <a:xfrm>
            <a:off x="84456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191" name=""/>
          <p:cNvSpPr/>
          <p:nvPr/>
        </p:nvSpPr>
        <p:spPr>
          <a:xfrm>
            <a:off x="761364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192" name=""/>
          <p:cNvSpPr/>
          <p:nvPr/>
        </p:nvSpPr>
        <p:spPr>
          <a:xfrm>
            <a:off x="7902720" y="1555200"/>
            <a:ext cx="223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193" name=""/>
          <p:cNvSpPr/>
          <p:nvPr/>
        </p:nvSpPr>
        <p:spPr>
          <a:xfrm>
            <a:off x="8191440" y="1555200"/>
            <a:ext cx="225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194" name=""/>
          <p:cNvSpPr/>
          <p:nvPr/>
        </p:nvSpPr>
        <p:spPr>
          <a:xfrm>
            <a:off x="8478720" y="1555200"/>
            <a:ext cx="2257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195" name=""/>
          <p:cNvSpPr/>
          <p:nvPr/>
        </p:nvSpPr>
        <p:spPr>
          <a:xfrm>
            <a:off x="7634160" y="1234440"/>
            <a:ext cx="1043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4D75FA29-E8EE-4451-ABA0-97B168CE869F}" type="slidenum">
              <a:t>256</a:t>
            </a:fld>
          </a:p>
        </p:txBody>
      </p:sp>
    </p:spTree>
  </p:cSld>
  <mc:AlternateContent>
    <mc:Choice Requires="p14">
      <p:transition spd="slow" p14:dur="2000"/>
    </mc:Choice>
    <mc:Fallback>
      <p:transition spd="slow"/>
    </mc:Fallback>
  </mc:AlternateContent>
</p:sld>
</file>

<file path=ppt/slides/slide2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96"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19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198"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199" name=""/>
          <p:cNvSpPr/>
          <p:nvPr/>
        </p:nvSpPr>
        <p:spPr>
          <a:xfrm>
            <a:off x="255600" y="1531440"/>
            <a:ext cx="246204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00" name=""/>
          <p:cNvSpPr/>
          <p:nvPr/>
        </p:nvSpPr>
        <p:spPr>
          <a:xfrm>
            <a:off x="128520" y="1814400"/>
            <a:ext cx="8610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01" name=""/>
          <p:cNvSpPr/>
          <p:nvPr/>
        </p:nvSpPr>
        <p:spPr>
          <a:xfrm>
            <a:off x="255600" y="19605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02" name=""/>
          <p:cNvSpPr/>
          <p:nvPr/>
        </p:nvSpPr>
        <p:spPr>
          <a:xfrm>
            <a:off x="135000" y="1157400"/>
            <a:ext cx="860436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203" name=""/>
          <p:cNvSpPr/>
          <p:nvPr/>
        </p:nvSpPr>
        <p:spPr>
          <a:xfrm>
            <a:off x="255600" y="31827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04" name=""/>
          <p:cNvSpPr/>
          <p:nvPr/>
        </p:nvSpPr>
        <p:spPr>
          <a:xfrm>
            <a:off x="255600" y="440532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05" name=""/>
          <p:cNvSpPr/>
          <p:nvPr/>
        </p:nvSpPr>
        <p:spPr>
          <a:xfrm>
            <a:off x="3197160" y="1484280"/>
            <a:ext cx="554220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206" name=""/>
          <p:cNvSpPr/>
          <p:nvPr/>
        </p:nvSpPr>
        <p:spPr>
          <a:xfrm>
            <a:off x="319572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07" name=""/>
          <p:cNvSpPr/>
          <p:nvPr/>
        </p:nvSpPr>
        <p:spPr>
          <a:xfrm>
            <a:off x="411624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08" name=""/>
          <p:cNvSpPr/>
          <p:nvPr/>
        </p:nvSpPr>
        <p:spPr>
          <a:xfrm>
            <a:off x="34275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09" name=""/>
          <p:cNvSpPr/>
          <p:nvPr/>
        </p:nvSpPr>
        <p:spPr>
          <a:xfrm>
            <a:off x="36576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10" name=""/>
          <p:cNvSpPr/>
          <p:nvPr/>
        </p:nvSpPr>
        <p:spPr>
          <a:xfrm>
            <a:off x="38876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11" name=""/>
          <p:cNvSpPr/>
          <p:nvPr/>
        </p:nvSpPr>
        <p:spPr>
          <a:xfrm>
            <a:off x="3222720" y="1555200"/>
            <a:ext cx="1807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212" name=""/>
          <p:cNvSpPr/>
          <p:nvPr/>
        </p:nvSpPr>
        <p:spPr>
          <a:xfrm>
            <a:off x="3452760" y="1555200"/>
            <a:ext cx="179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213" name=""/>
          <p:cNvSpPr/>
          <p:nvPr/>
        </p:nvSpPr>
        <p:spPr>
          <a:xfrm>
            <a:off x="3683160" y="1555200"/>
            <a:ext cx="179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214" name=""/>
          <p:cNvSpPr/>
          <p:nvPr/>
        </p:nvSpPr>
        <p:spPr>
          <a:xfrm>
            <a:off x="3914640" y="1555200"/>
            <a:ext cx="177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215" name=""/>
          <p:cNvSpPr/>
          <p:nvPr/>
        </p:nvSpPr>
        <p:spPr>
          <a:xfrm>
            <a:off x="3238560" y="1234440"/>
            <a:ext cx="833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16" name=""/>
          <p:cNvSpPr/>
          <p:nvPr/>
        </p:nvSpPr>
        <p:spPr>
          <a:xfrm>
            <a:off x="503712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17" name=""/>
          <p:cNvSpPr/>
          <p:nvPr/>
        </p:nvSpPr>
        <p:spPr>
          <a:xfrm>
            <a:off x="43480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18" name=""/>
          <p:cNvSpPr/>
          <p:nvPr/>
        </p:nvSpPr>
        <p:spPr>
          <a:xfrm>
            <a:off x="45799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19" name=""/>
          <p:cNvSpPr/>
          <p:nvPr/>
        </p:nvSpPr>
        <p:spPr>
          <a:xfrm>
            <a:off x="48085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20" name=""/>
          <p:cNvSpPr/>
          <p:nvPr/>
        </p:nvSpPr>
        <p:spPr>
          <a:xfrm>
            <a:off x="4143240" y="155520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221" name=""/>
          <p:cNvSpPr/>
          <p:nvPr/>
        </p:nvSpPr>
        <p:spPr>
          <a:xfrm>
            <a:off x="4373640" y="1555200"/>
            <a:ext cx="1807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222" name=""/>
          <p:cNvSpPr/>
          <p:nvPr/>
        </p:nvSpPr>
        <p:spPr>
          <a:xfrm>
            <a:off x="4603680" y="1555200"/>
            <a:ext cx="179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223" name=""/>
          <p:cNvSpPr/>
          <p:nvPr/>
        </p:nvSpPr>
        <p:spPr>
          <a:xfrm>
            <a:off x="4835520" y="155520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224" name=""/>
          <p:cNvSpPr/>
          <p:nvPr/>
        </p:nvSpPr>
        <p:spPr>
          <a:xfrm>
            <a:off x="4160880" y="1234440"/>
            <a:ext cx="831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25" name=""/>
          <p:cNvSpPr/>
          <p:nvPr/>
        </p:nvSpPr>
        <p:spPr>
          <a:xfrm>
            <a:off x="52689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26" name=""/>
          <p:cNvSpPr/>
          <p:nvPr/>
        </p:nvSpPr>
        <p:spPr>
          <a:xfrm>
            <a:off x="55008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27" name=""/>
          <p:cNvSpPr/>
          <p:nvPr/>
        </p:nvSpPr>
        <p:spPr>
          <a:xfrm>
            <a:off x="57294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28" name=""/>
          <p:cNvSpPr/>
          <p:nvPr/>
        </p:nvSpPr>
        <p:spPr>
          <a:xfrm>
            <a:off x="5064120" y="1555200"/>
            <a:ext cx="179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229" name=""/>
          <p:cNvSpPr/>
          <p:nvPr/>
        </p:nvSpPr>
        <p:spPr>
          <a:xfrm>
            <a:off x="5294160" y="155520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230" name=""/>
          <p:cNvSpPr/>
          <p:nvPr/>
        </p:nvSpPr>
        <p:spPr>
          <a:xfrm>
            <a:off x="5522760" y="155520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231" name=""/>
          <p:cNvSpPr/>
          <p:nvPr/>
        </p:nvSpPr>
        <p:spPr>
          <a:xfrm>
            <a:off x="5756400" y="1555200"/>
            <a:ext cx="1807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232" name=""/>
          <p:cNvSpPr/>
          <p:nvPr/>
        </p:nvSpPr>
        <p:spPr>
          <a:xfrm>
            <a:off x="5081760" y="1234440"/>
            <a:ext cx="8316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33" name=""/>
          <p:cNvSpPr/>
          <p:nvPr/>
        </p:nvSpPr>
        <p:spPr>
          <a:xfrm>
            <a:off x="59626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34" name=""/>
          <p:cNvSpPr/>
          <p:nvPr/>
        </p:nvSpPr>
        <p:spPr>
          <a:xfrm>
            <a:off x="688356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35" name=""/>
          <p:cNvSpPr/>
          <p:nvPr/>
        </p:nvSpPr>
        <p:spPr>
          <a:xfrm>
            <a:off x="61959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36" name=""/>
          <p:cNvSpPr/>
          <p:nvPr/>
        </p:nvSpPr>
        <p:spPr>
          <a:xfrm>
            <a:off x="64245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37" name=""/>
          <p:cNvSpPr/>
          <p:nvPr/>
        </p:nvSpPr>
        <p:spPr>
          <a:xfrm>
            <a:off x="66549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38" name=""/>
          <p:cNvSpPr/>
          <p:nvPr/>
        </p:nvSpPr>
        <p:spPr>
          <a:xfrm>
            <a:off x="5989680" y="1555200"/>
            <a:ext cx="179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239" name=""/>
          <p:cNvSpPr/>
          <p:nvPr/>
        </p:nvSpPr>
        <p:spPr>
          <a:xfrm>
            <a:off x="6221520" y="1555200"/>
            <a:ext cx="177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240" name=""/>
          <p:cNvSpPr/>
          <p:nvPr/>
        </p:nvSpPr>
        <p:spPr>
          <a:xfrm>
            <a:off x="6451560" y="155520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241" name=""/>
          <p:cNvSpPr/>
          <p:nvPr/>
        </p:nvSpPr>
        <p:spPr>
          <a:xfrm>
            <a:off x="6680160" y="155520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242" name=""/>
          <p:cNvSpPr/>
          <p:nvPr/>
        </p:nvSpPr>
        <p:spPr>
          <a:xfrm>
            <a:off x="6005520" y="1234440"/>
            <a:ext cx="833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43" name=""/>
          <p:cNvSpPr/>
          <p:nvPr/>
        </p:nvSpPr>
        <p:spPr>
          <a:xfrm>
            <a:off x="688356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44" name=""/>
          <p:cNvSpPr/>
          <p:nvPr/>
        </p:nvSpPr>
        <p:spPr>
          <a:xfrm>
            <a:off x="71182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45" name=""/>
          <p:cNvSpPr/>
          <p:nvPr/>
        </p:nvSpPr>
        <p:spPr>
          <a:xfrm>
            <a:off x="7345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46" name=""/>
          <p:cNvSpPr/>
          <p:nvPr/>
        </p:nvSpPr>
        <p:spPr>
          <a:xfrm>
            <a:off x="7575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47" name=""/>
          <p:cNvSpPr/>
          <p:nvPr/>
        </p:nvSpPr>
        <p:spPr>
          <a:xfrm>
            <a:off x="6910560" y="1555200"/>
            <a:ext cx="1807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248" name=""/>
          <p:cNvSpPr/>
          <p:nvPr/>
        </p:nvSpPr>
        <p:spPr>
          <a:xfrm>
            <a:off x="7142040" y="1555200"/>
            <a:ext cx="177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249" name=""/>
          <p:cNvSpPr/>
          <p:nvPr/>
        </p:nvSpPr>
        <p:spPr>
          <a:xfrm>
            <a:off x="7372440" y="1555200"/>
            <a:ext cx="1807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250" name=""/>
          <p:cNvSpPr/>
          <p:nvPr/>
        </p:nvSpPr>
        <p:spPr>
          <a:xfrm>
            <a:off x="7602480" y="1555200"/>
            <a:ext cx="179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251" name=""/>
          <p:cNvSpPr/>
          <p:nvPr/>
        </p:nvSpPr>
        <p:spPr>
          <a:xfrm>
            <a:off x="6926400" y="1234440"/>
            <a:ext cx="833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52" name=""/>
          <p:cNvSpPr/>
          <p:nvPr/>
        </p:nvSpPr>
        <p:spPr>
          <a:xfrm>
            <a:off x="782172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53" name=""/>
          <p:cNvSpPr/>
          <p:nvPr/>
        </p:nvSpPr>
        <p:spPr>
          <a:xfrm>
            <a:off x="782172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54" name=""/>
          <p:cNvSpPr/>
          <p:nvPr/>
        </p:nvSpPr>
        <p:spPr>
          <a:xfrm>
            <a:off x="80550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55" name=""/>
          <p:cNvSpPr/>
          <p:nvPr/>
        </p:nvSpPr>
        <p:spPr>
          <a:xfrm>
            <a:off x="82821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56" name=""/>
          <p:cNvSpPr/>
          <p:nvPr/>
        </p:nvSpPr>
        <p:spPr>
          <a:xfrm>
            <a:off x="85136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57" name=""/>
          <p:cNvSpPr/>
          <p:nvPr/>
        </p:nvSpPr>
        <p:spPr>
          <a:xfrm>
            <a:off x="7848720" y="1555200"/>
            <a:ext cx="1807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258" name=""/>
          <p:cNvSpPr/>
          <p:nvPr/>
        </p:nvSpPr>
        <p:spPr>
          <a:xfrm>
            <a:off x="8078760" y="1555200"/>
            <a:ext cx="179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259" name=""/>
          <p:cNvSpPr/>
          <p:nvPr/>
        </p:nvSpPr>
        <p:spPr>
          <a:xfrm>
            <a:off x="8308800" y="155520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260" name=""/>
          <p:cNvSpPr/>
          <p:nvPr/>
        </p:nvSpPr>
        <p:spPr>
          <a:xfrm>
            <a:off x="8539200" y="1555200"/>
            <a:ext cx="179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261" name=""/>
          <p:cNvSpPr/>
          <p:nvPr/>
        </p:nvSpPr>
        <p:spPr>
          <a:xfrm>
            <a:off x="7864560" y="1234440"/>
            <a:ext cx="8316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7B54B141-D8D7-41BE-A97F-A6715575DD5E}" type="slidenum">
              <a:t>257</a:t>
            </a:fld>
          </a:p>
        </p:txBody>
      </p:sp>
    </p:spTree>
  </p:cSld>
  <mc:AlternateContent>
    <mc:Choice Requires="p14">
      <p:transition spd="slow" p14:dur="2000"/>
    </mc:Choice>
    <mc:Fallback>
      <p:transition spd="slow"/>
    </mc:Fallback>
  </mc:AlternateContent>
</p:sld>
</file>

<file path=ppt/slides/slide2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262"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26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264"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265" name=""/>
          <p:cNvSpPr/>
          <p:nvPr/>
        </p:nvSpPr>
        <p:spPr>
          <a:xfrm>
            <a:off x="255600" y="1531440"/>
            <a:ext cx="246204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66" name=""/>
          <p:cNvSpPr/>
          <p:nvPr/>
        </p:nvSpPr>
        <p:spPr>
          <a:xfrm>
            <a:off x="128520" y="1814400"/>
            <a:ext cx="8610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67" name=""/>
          <p:cNvSpPr/>
          <p:nvPr/>
        </p:nvSpPr>
        <p:spPr>
          <a:xfrm>
            <a:off x="255600" y="19605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68" name=""/>
          <p:cNvSpPr/>
          <p:nvPr/>
        </p:nvSpPr>
        <p:spPr>
          <a:xfrm>
            <a:off x="135000" y="1157400"/>
            <a:ext cx="860436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269" name=""/>
          <p:cNvSpPr/>
          <p:nvPr/>
        </p:nvSpPr>
        <p:spPr>
          <a:xfrm>
            <a:off x="255600" y="31827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70" name=""/>
          <p:cNvSpPr/>
          <p:nvPr/>
        </p:nvSpPr>
        <p:spPr>
          <a:xfrm>
            <a:off x="255600" y="440532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71" name=""/>
          <p:cNvSpPr/>
          <p:nvPr/>
        </p:nvSpPr>
        <p:spPr>
          <a:xfrm>
            <a:off x="3030480" y="1484280"/>
            <a:ext cx="570888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272" name=""/>
          <p:cNvSpPr/>
          <p:nvPr/>
        </p:nvSpPr>
        <p:spPr>
          <a:xfrm>
            <a:off x="302904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73" name=""/>
          <p:cNvSpPr/>
          <p:nvPr/>
        </p:nvSpPr>
        <p:spPr>
          <a:xfrm>
            <a:off x="384192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74" name=""/>
          <p:cNvSpPr/>
          <p:nvPr/>
        </p:nvSpPr>
        <p:spPr>
          <a:xfrm>
            <a:off x="32338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75" name=""/>
          <p:cNvSpPr/>
          <p:nvPr/>
        </p:nvSpPr>
        <p:spPr>
          <a:xfrm>
            <a:off x="34369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76" name=""/>
          <p:cNvSpPr/>
          <p:nvPr/>
        </p:nvSpPr>
        <p:spPr>
          <a:xfrm>
            <a:off x="36385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77" name=""/>
          <p:cNvSpPr/>
          <p:nvPr/>
        </p:nvSpPr>
        <p:spPr>
          <a:xfrm>
            <a:off x="305280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278" name=""/>
          <p:cNvSpPr/>
          <p:nvPr/>
        </p:nvSpPr>
        <p:spPr>
          <a:xfrm>
            <a:off x="3255840" y="1555200"/>
            <a:ext cx="157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279" name=""/>
          <p:cNvSpPr/>
          <p:nvPr/>
        </p:nvSpPr>
        <p:spPr>
          <a:xfrm>
            <a:off x="3459240" y="1555200"/>
            <a:ext cx="156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280" name=""/>
          <p:cNvSpPr/>
          <p:nvPr/>
        </p:nvSpPr>
        <p:spPr>
          <a:xfrm>
            <a:off x="3662280" y="1555200"/>
            <a:ext cx="157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281" name=""/>
          <p:cNvSpPr/>
          <p:nvPr/>
        </p:nvSpPr>
        <p:spPr>
          <a:xfrm>
            <a:off x="3067200" y="1234440"/>
            <a:ext cx="73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82" name=""/>
          <p:cNvSpPr/>
          <p:nvPr/>
        </p:nvSpPr>
        <p:spPr>
          <a:xfrm>
            <a:off x="465300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83" name=""/>
          <p:cNvSpPr/>
          <p:nvPr/>
        </p:nvSpPr>
        <p:spPr>
          <a:xfrm>
            <a:off x="40449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84" name=""/>
          <p:cNvSpPr/>
          <p:nvPr/>
        </p:nvSpPr>
        <p:spPr>
          <a:xfrm>
            <a:off x="42498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85" name=""/>
          <p:cNvSpPr/>
          <p:nvPr/>
        </p:nvSpPr>
        <p:spPr>
          <a:xfrm>
            <a:off x="44514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86" name=""/>
          <p:cNvSpPr/>
          <p:nvPr/>
        </p:nvSpPr>
        <p:spPr>
          <a:xfrm>
            <a:off x="3863880" y="1555200"/>
            <a:ext cx="160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287" name=""/>
          <p:cNvSpPr/>
          <p:nvPr/>
        </p:nvSpPr>
        <p:spPr>
          <a:xfrm>
            <a:off x="4067280" y="1555200"/>
            <a:ext cx="1602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288" name=""/>
          <p:cNvSpPr/>
          <p:nvPr/>
        </p:nvSpPr>
        <p:spPr>
          <a:xfrm>
            <a:off x="427032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289" name=""/>
          <p:cNvSpPr/>
          <p:nvPr/>
        </p:nvSpPr>
        <p:spPr>
          <a:xfrm>
            <a:off x="447516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290" name=""/>
          <p:cNvSpPr/>
          <p:nvPr/>
        </p:nvSpPr>
        <p:spPr>
          <a:xfrm>
            <a:off x="3879720" y="1234440"/>
            <a:ext cx="7336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91" name=""/>
          <p:cNvSpPr/>
          <p:nvPr/>
        </p:nvSpPr>
        <p:spPr>
          <a:xfrm>
            <a:off x="4857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92" name=""/>
          <p:cNvSpPr/>
          <p:nvPr/>
        </p:nvSpPr>
        <p:spPr>
          <a:xfrm>
            <a:off x="50608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93" name=""/>
          <p:cNvSpPr/>
          <p:nvPr/>
        </p:nvSpPr>
        <p:spPr>
          <a:xfrm>
            <a:off x="52642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294" name=""/>
          <p:cNvSpPr/>
          <p:nvPr/>
        </p:nvSpPr>
        <p:spPr>
          <a:xfrm>
            <a:off x="467676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295" name=""/>
          <p:cNvSpPr/>
          <p:nvPr/>
        </p:nvSpPr>
        <p:spPr>
          <a:xfrm>
            <a:off x="487980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296" name=""/>
          <p:cNvSpPr/>
          <p:nvPr/>
        </p:nvSpPr>
        <p:spPr>
          <a:xfrm>
            <a:off x="5081760" y="1555200"/>
            <a:ext cx="158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297" name=""/>
          <p:cNvSpPr/>
          <p:nvPr/>
        </p:nvSpPr>
        <p:spPr>
          <a:xfrm>
            <a:off x="5286240" y="1555200"/>
            <a:ext cx="160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298" name=""/>
          <p:cNvSpPr/>
          <p:nvPr/>
        </p:nvSpPr>
        <p:spPr>
          <a:xfrm>
            <a:off x="4692600" y="1234440"/>
            <a:ext cx="733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299" name=""/>
          <p:cNvSpPr/>
          <p:nvPr/>
        </p:nvSpPr>
        <p:spPr>
          <a:xfrm>
            <a:off x="546876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00" name=""/>
          <p:cNvSpPr/>
          <p:nvPr/>
        </p:nvSpPr>
        <p:spPr>
          <a:xfrm>
            <a:off x="628164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01" name=""/>
          <p:cNvSpPr/>
          <p:nvPr/>
        </p:nvSpPr>
        <p:spPr>
          <a:xfrm>
            <a:off x="56754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02" name=""/>
          <p:cNvSpPr/>
          <p:nvPr/>
        </p:nvSpPr>
        <p:spPr>
          <a:xfrm>
            <a:off x="58770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03" name=""/>
          <p:cNvSpPr/>
          <p:nvPr/>
        </p:nvSpPr>
        <p:spPr>
          <a:xfrm>
            <a:off x="60800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04" name=""/>
          <p:cNvSpPr/>
          <p:nvPr/>
        </p:nvSpPr>
        <p:spPr>
          <a:xfrm>
            <a:off x="549288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05" name=""/>
          <p:cNvSpPr/>
          <p:nvPr/>
        </p:nvSpPr>
        <p:spPr>
          <a:xfrm>
            <a:off x="5697360" y="1555200"/>
            <a:ext cx="157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306" name=""/>
          <p:cNvSpPr/>
          <p:nvPr/>
        </p:nvSpPr>
        <p:spPr>
          <a:xfrm>
            <a:off x="590076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307" name=""/>
          <p:cNvSpPr/>
          <p:nvPr/>
        </p:nvSpPr>
        <p:spPr>
          <a:xfrm>
            <a:off x="610236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308" name=""/>
          <p:cNvSpPr/>
          <p:nvPr/>
        </p:nvSpPr>
        <p:spPr>
          <a:xfrm>
            <a:off x="5506920" y="1234440"/>
            <a:ext cx="7351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09" name=""/>
          <p:cNvSpPr/>
          <p:nvPr/>
        </p:nvSpPr>
        <p:spPr>
          <a:xfrm>
            <a:off x="628164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10" name=""/>
          <p:cNvSpPr/>
          <p:nvPr/>
        </p:nvSpPr>
        <p:spPr>
          <a:xfrm>
            <a:off x="64882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11" name=""/>
          <p:cNvSpPr/>
          <p:nvPr/>
        </p:nvSpPr>
        <p:spPr>
          <a:xfrm>
            <a:off x="66880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12" name=""/>
          <p:cNvSpPr/>
          <p:nvPr/>
        </p:nvSpPr>
        <p:spPr>
          <a:xfrm>
            <a:off x="6891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13" name=""/>
          <p:cNvSpPr/>
          <p:nvPr/>
        </p:nvSpPr>
        <p:spPr>
          <a:xfrm>
            <a:off x="630540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14" name=""/>
          <p:cNvSpPr/>
          <p:nvPr/>
        </p:nvSpPr>
        <p:spPr>
          <a:xfrm>
            <a:off x="6508800" y="1555200"/>
            <a:ext cx="156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315" name=""/>
          <p:cNvSpPr/>
          <p:nvPr/>
        </p:nvSpPr>
        <p:spPr>
          <a:xfrm>
            <a:off x="6711840" y="1555200"/>
            <a:ext cx="160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316" name=""/>
          <p:cNvSpPr/>
          <p:nvPr/>
        </p:nvSpPr>
        <p:spPr>
          <a:xfrm>
            <a:off x="691524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317" name=""/>
          <p:cNvSpPr/>
          <p:nvPr/>
        </p:nvSpPr>
        <p:spPr>
          <a:xfrm>
            <a:off x="6319800" y="1234440"/>
            <a:ext cx="733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18" name=""/>
          <p:cNvSpPr/>
          <p:nvPr/>
        </p:nvSpPr>
        <p:spPr>
          <a:xfrm>
            <a:off x="710892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19" name=""/>
          <p:cNvSpPr/>
          <p:nvPr/>
        </p:nvSpPr>
        <p:spPr>
          <a:xfrm>
            <a:off x="710892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20" name=""/>
          <p:cNvSpPr/>
          <p:nvPr/>
        </p:nvSpPr>
        <p:spPr>
          <a:xfrm>
            <a:off x="7315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21" name=""/>
          <p:cNvSpPr/>
          <p:nvPr/>
        </p:nvSpPr>
        <p:spPr>
          <a:xfrm>
            <a:off x="75153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22" name=""/>
          <p:cNvSpPr/>
          <p:nvPr/>
        </p:nvSpPr>
        <p:spPr>
          <a:xfrm>
            <a:off x="7719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23" name=""/>
          <p:cNvSpPr/>
          <p:nvPr/>
        </p:nvSpPr>
        <p:spPr>
          <a:xfrm>
            <a:off x="7132680" y="1555200"/>
            <a:ext cx="1602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24" name=""/>
          <p:cNvSpPr/>
          <p:nvPr/>
        </p:nvSpPr>
        <p:spPr>
          <a:xfrm>
            <a:off x="733572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325" name=""/>
          <p:cNvSpPr/>
          <p:nvPr/>
        </p:nvSpPr>
        <p:spPr>
          <a:xfrm>
            <a:off x="753912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326" name=""/>
          <p:cNvSpPr/>
          <p:nvPr/>
        </p:nvSpPr>
        <p:spPr>
          <a:xfrm>
            <a:off x="7742160" y="1555200"/>
            <a:ext cx="157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327" name=""/>
          <p:cNvSpPr/>
          <p:nvPr/>
        </p:nvSpPr>
        <p:spPr>
          <a:xfrm>
            <a:off x="7145280" y="1234440"/>
            <a:ext cx="7351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28" name=""/>
          <p:cNvSpPr/>
          <p:nvPr/>
        </p:nvSpPr>
        <p:spPr>
          <a:xfrm>
            <a:off x="792324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29" name=""/>
          <p:cNvSpPr/>
          <p:nvPr/>
        </p:nvSpPr>
        <p:spPr>
          <a:xfrm>
            <a:off x="81280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30" name=""/>
          <p:cNvSpPr/>
          <p:nvPr/>
        </p:nvSpPr>
        <p:spPr>
          <a:xfrm>
            <a:off x="83311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31" name=""/>
          <p:cNvSpPr/>
          <p:nvPr/>
        </p:nvSpPr>
        <p:spPr>
          <a:xfrm>
            <a:off x="85327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32" name=""/>
          <p:cNvSpPr/>
          <p:nvPr/>
        </p:nvSpPr>
        <p:spPr>
          <a:xfrm>
            <a:off x="7947000" y="1555200"/>
            <a:ext cx="158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33" name=""/>
          <p:cNvSpPr/>
          <p:nvPr/>
        </p:nvSpPr>
        <p:spPr>
          <a:xfrm>
            <a:off x="8150400" y="1555200"/>
            <a:ext cx="156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334" name=""/>
          <p:cNvSpPr/>
          <p:nvPr/>
        </p:nvSpPr>
        <p:spPr>
          <a:xfrm>
            <a:off x="8353440" y="1555200"/>
            <a:ext cx="157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335" name=""/>
          <p:cNvSpPr/>
          <p:nvPr/>
        </p:nvSpPr>
        <p:spPr>
          <a:xfrm>
            <a:off x="8556480" y="1555200"/>
            <a:ext cx="157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336" name=""/>
          <p:cNvSpPr/>
          <p:nvPr/>
        </p:nvSpPr>
        <p:spPr>
          <a:xfrm>
            <a:off x="7961400" y="1234440"/>
            <a:ext cx="73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9590AD38-F641-4950-9EA7-3760D28377E3}" type="slidenum">
              <a:t>258</a:t>
            </a:fld>
          </a:p>
        </p:txBody>
      </p:sp>
    </p:spTree>
  </p:cSld>
  <mc:AlternateContent>
    <mc:Choice Requires="p14">
      <p:transition spd="slow" p14:dur="2000"/>
    </mc:Choice>
    <mc:Fallback>
      <p:transition spd="slow"/>
    </mc:Fallback>
  </mc:AlternateContent>
</p:sld>
</file>

<file path=ppt/slides/slide2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37"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33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339"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340" name=""/>
          <p:cNvSpPr/>
          <p:nvPr/>
        </p:nvSpPr>
        <p:spPr>
          <a:xfrm>
            <a:off x="255600" y="1531440"/>
            <a:ext cx="246204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41" name=""/>
          <p:cNvSpPr/>
          <p:nvPr/>
        </p:nvSpPr>
        <p:spPr>
          <a:xfrm>
            <a:off x="128520" y="1814400"/>
            <a:ext cx="8610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42" name=""/>
          <p:cNvSpPr/>
          <p:nvPr/>
        </p:nvSpPr>
        <p:spPr>
          <a:xfrm>
            <a:off x="255600" y="19605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43" name=""/>
          <p:cNvSpPr/>
          <p:nvPr/>
        </p:nvSpPr>
        <p:spPr>
          <a:xfrm>
            <a:off x="135000" y="1157400"/>
            <a:ext cx="860436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344" name=""/>
          <p:cNvSpPr/>
          <p:nvPr/>
        </p:nvSpPr>
        <p:spPr>
          <a:xfrm>
            <a:off x="255600" y="31827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45" name=""/>
          <p:cNvSpPr/>
          <p:nvPr/>
        </p:nvSpPr>
        <p:spPr>
          <a:xfrm>
            <a:off x="255600" y="440532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46" name=""/>
          <p:cNvSpPr/>
          <p:nvPr/>
        </p:nvSpPr>
        <p:spPr>
          <a:xfrm>
            <a:off x="3032280" y="1484280"/>
            <a:ext cx="570708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347" name=""/>
          <p:cNvSpPr/>
          <p:nvPr/>
        </p:nvSpPr>
        <p:spPr>
          <a:xfrm>
            <a:off x="30304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48" name=""/>
          <p:cNvSpPr/>
          <p:nvPr/>
        </p:nvSpPr>
        <p:spPr>
          <a:xfrm>
            <a:off x="374004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49" name=""/>
          <p:cNvSpPr/>
          <p:nvPr/>
        </p:nvSpPr>
        <p:spPr>
          <a:xfrm>
            <a:off x="3208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50" name=""/>
          <p:cNvSpPr/>
          <p:nvPr/>
        </p:nvSpPr>
        <p:spPr>
          <a:xfrm>
            <a:off x="33861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51" name=""/>
          <p:cNvSpPr/>
          <p:nvPr/>
        </p:nvSpPr>
        <p:spPr>
          <a:xfrm>
            <a:off x="3562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52" name=""/>
          <p:cNvSpPr/>
          <p:nvPr/>
        </p:nvSpPr>
        <p:spPr>
          <a:xfrm>
            <a:off x="305100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53" name=""/>
          <p:cNvSpPr/>
          <p:nvPr/>
        </p:nvSpPr>
        <p:spPr>
          <a:xfrm>
            <a:off x="322884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354" name=""/>
          <p:cNvSpPr/>
          <p:nvPr/>
        </p:nvSpPr>
        <p:spPr>
          <a:xfrm>
            <a:off x="340524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355" name=""/>
          <p:cNvSpPr/>
          <p:nvPr/>
        </p:nvSpPr>
        <p:spPr>
          <a:xfrm>
            <a:off x="3584520" y="1555200"/>
            <a:ext cx="1364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356" name=""/>
          <p:cNvSpPr/>
          <p:nvPr/>
        </p:nvSpPr>
        <p:spPr>
          <a:xfrm>
            <a:off x="3062160" y="1234440"/>
            <a:ext cx="642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57" name=""/>
          <p:cNvSpPr/>
          <p:nvPr/>
        </p:nvSpPr>
        <p:spPr>
          <a:xfrm>
            <a:off x="444816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58" name=""/>
          <p:cNvSpPr/>
          <p:nvPr/>
        </p:nvSpPr>
        <p:spPr>
          <a:xfrm>
            <a:off x="3916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59" name=""/>
          <p:cNvSpPr/>
          <p:nvPr/>
        </p:nvSpPr>
        <p:spPr>
          <a:xfrm>
            <a:off x="40957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60" name=""/>
          <p:cNvSpPr/>
          <p:nvPr/>
        </p:nvSpPr>
        <p:spPr>
          <a:xfrm>
            <a:off x="42721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61" name=""/>
          <p:cNvSpPr/>
          <p:nvPr/>
        </p:nvSpPr>
        <p:spPr>
          <a:xfrm>
            <a:off x="3759120" y="1555200"/>
            <a:ext cx="1396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62" name=""/>
          <p:cNvSpPr/>
          <p:nvPr/>
        </p:nvSpPr>
        <p:spPr>
          <a:xfrm>
            <a:off x="393696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363" name=""/>
          <p:cNvSpPr/>
          <p:nvPr/>
        </p:nvSpPr>
        <p:spPr>
          <a:xfrm>
            <a:off x="4113360" y="1555200"/>
            <a:ext cx="1396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364" name=""/>
          <p:cNvSpPr/>
          <p:nvPr/>
        </p:nvSpPr>
        <p:spPr>
          <a:xfrm>
            <a:off x="429264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365" name=""/>
          <p:cNvSpPr/>
          <p:nvPr/>
        </p:nvSpPr>
        <p:spPr>
          <a:xfrm>
            <a:off x="3772080" y="1234440"/>
            <a:ext cx="6411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66" name=""/>
          <p:cNvSpPr/>
          <p:nvPr/>
        </p:nvSpPr>
        <p:spPr>
          <a:xfrm>
            <a:off x="46260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67" name=""/>
          <p:cNvSpPr/>
          <p:nvPr/>
        </p:nvSpPr>
        <p:spPr>
          <a:xfrm>
            <a:off x="4803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68" name=""/>
          <p:cNvSpPr/>
          <p:nvPr/>
        </p:nvSpPr>
        <p:spPr>
          <a:xfrm>
            <a:off x="49816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69" name=""/>
          <p:cNvSpPr/>
          <p:nvPr/>
        </p:nvSpPr>
        <p:spPr>
          <a:xfrm>
            <a:off x="446868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70" name=""/>
          <p:cNvSpPr/>
          <p:nvPr/>
        </p:nvSpPr>
        <p:spPr>
          <a:xfrm>
            <a:off x="4645080" y="1555200"/>
            <a:ext cx="1396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371" name=""/>
          <p:cNvSpPr/>
          <p:nvPr/>
        </p:nvSpPr>
        <p:spPr>
          <a:xfrm>
            <a:off x="4822920" y="1555200"/>
            <a:ext cx="137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372" name=""/>
          <p:cNvSpPr/>
          <p:nvPr/>
        </p:nvSpPr>
        <p:spPr>
          <a:xfrm>
            <a:off x="5000760" y="1555200"/>
            <a:ext cx="1396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373" name=""/>
          <p:cNvSpPr/>
          <p:nvPr/>
        </p:nvSpPr>
        <p:spPr>
          <a:xfrm>
            <a:off x="4481640" y="1234440"/>
            <a:ext cx="6411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74" name=""/>
          <p:cNvSpPr/>
          <p:nvPr/>
        </p:nvSpPr>
        <p:spPr>
          <a:xfrm>
            <a:off x="516096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75" name=""/>
          <p:cNvSpPr/>
          <p:nvPr/>
        </p:nvSpPr>
        <p:spPr>
          <a:xfrm>
            <a:off x="586908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76" name=""/>
          <p:cNvSpPr/>
          <p:nvPr/>
        </p:nvSpPr>
        <p:spPr>
          <a:xfrm>
            <a:off x="5340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77" name=""/>
          <p:cNvSpPr/>
          <p:nvPr/>
        </p:nvSpPr>
        <p:spPr>
          <a:xfrm>
            <a:off x="5514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78" name=""/>
          <p:cNvSpPr/>
          <p:nvPr/>
        </p:nvSpPr>
        <p:spPr>
          <a:xfrm>
            <a:off x="56926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79" name=""/>
          <p:cNvSpPr/>
          <p:nvPr/>
        </p:nvSpPr>
        <p:spPr>
          <a:xfrm>
            <a:off x="518148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80" name=""/>
          <p:cNvSpPr/>
          <p:nvPr/>
        </p:nvSpPr>
        <p:spPr>
          <a:xfrm>
            <a:off x="5359320" y="1555200"/>
            <a:ext cx="1364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381" name=""/>
          <p:cNvSpPr/>
          <p:nvPr/>
        </p:nvSpPr>
        <p:spPr>
          <a:xfrm>
            <a:off x="553716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382" name=""/>
          <p:cNvSpPr/>
          <p:nvPr/>
        </p:nvSpPr>
        <p:spPr>
          <a:xfrm>
            <a:off x="5711760" y="1555200"/>
            <a:ext cx="1396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383" name=""/>
          <p:cNvSpPr/>
          <p:nvPr/>
        </p:nvSpPr>
        <p:spPr>
          <a:xfrm>
            <a:off x="5192640" y="1234440"/>
            <a:ext cx="641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84" name=""/>
          <p:cNvSpPr/>
          <p:nvPr/>
        </p:nvSpPr>
        <p:spPr>
          <a:xfrm>
            <a:off x="58690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85" name=""/>
          <p:cNvSpPr/>
          <p:nvPr/>
        </p:nvSpPr>
        <p:spPr>
          <a:xfrm>
            <a:off x="60498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86" name=""/>
          <p:cNvSpPr/>
          <p:nvPr/>
        </p:nvSpPr>
        <p:spPr>
          <a:xfrm>
            <a:off x="62229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87" name=""/>
          <p:cNvSpPr/>
          <p:nvPr/>
        </p:nvSpPr>
        <p:spPr>
          <a:xfrm>
            <a:off x="6402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88" name=""/>
          <p:cNvSpPr/>
          <p:nvPr/>
        </p:nvSpPr>
        <p:spPr>
          <a:xfrm>
            <a:off x="589104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89" name=""/>
          <p:cNvSpPr/>
          <p:nvPr/>
        </p:nvSpPr>
        <p:spPr>
          <a:xfrm>
            <a:off x="6067440" y="1555200"/>
            <a:ext cx="1364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390" name=""/>
          <p:cNvSpPr/>
          <p:nvPr/>
        </p:nvSpPr>
        <p:spPr>
          <a:xfrm>
            <a:off x="6245280" y="1555200"/>
            <a:ext cx="137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391" name=""/>
          <p:cNvSpPr/>
          <p:nvPr/>
        </p:nvSpPr>
        <p:spPr>
          <a:xfrm>
            <a:off x="6421320" y="1555200"/>
            <a:ext cx="1396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392" name=""/>
          <p:cNvSpPr/>
          <p:nvPr/>
        </p:nvSpPr>
        <p:spPr>
          <a:xfrm>
            <a:off x="5902200" y="1234440"/>
            <a:ext cx="641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393" name=""/>
          <p:cNvSpPr/>
          <p:nvPr/>
        </p:nvSpPr>
        <p:spPr>
          <a:xfrm>
            <a:off x="658980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94" name=""/>
          <p:cNvSpPr/>
          <p:nvPr/>
        </p:nvSpPr>
        <p:spPr>
          <a:xfrm>
            <a:off x="65898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95" name=""/>
          <p:cNvSpPr/>
          <p:nvPr/>
        </p:nvSpPr>
        <p:spPr>
          <a:xfrm>
            <a:off x="67705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96" name=""/>
          <p:cNvSpPr/>
          <p:nvPr/>
        </p:nvSpPr>
        <p:spPr>
          <a:xfrm>
            <a:off x="6945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97" name=""/>
          <p:cNvSpPr/>
          <p:nvPr/>
        </p:nvSpPr>
        <p:spPr>
          <a:xfrm>
            <a:off x="71247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398" name=""/>
          <p:cNvSpPr/>
          <p:nvPr/>
        </p:nvSpPr>
        <p:spPr>
          <a:xfrm>
            <a:off x="6611760" y="1555200"/>
            <a:ext cx="1400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399" name=""/>
          <p:cNvSpPr/>
          <p:nvPr/>
        </p:nvSpPr>
        <p:spPr>
          <a:xfrm>
            <a:off x="678960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00" name=""/>
          <p:cNvSpPr/>
          <p:nvPr/>
        </p:nvSpPr>
        <p:spPr>
          <a:xfrm>
            <a:off x="6967440" y="1555200"/>
            <a:ext cx="1368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01" name=""/>
          <p:cNvSpPr/>
          <p:nvPr/>
        </p:nvSpPr>
        <p:spPr>
          <a:xfrm>
            <a:off x="7143840" y="1555200"/>
            <a:ext cx="137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02" name=""/>
          <p:cNvSpPr/>
          <p:nvPr/>
        </p:nvSpPr>
        <p:spPr>
          <a:xfrm>
            <a:off x="6622920" y="1234440"/>
            <a:ext cx="641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03" name=""/>
          <p:cNvSpPr/>
          <p:nvPr/>
        </p:nvSpPr>
        <p:spPr>
          <a:xfrm>
            <a:off x="73008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04" name=""/>
          <p:cNvSpPr/>
          <p:nvPr/>
        </p:nvSpPr>
        <p:spPr>
          <a:xfrm>
            <a:off x="7480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05" name=""/>
          <p:cNvSpPr/>
          <p:nvPr/>
        </p:nvSpPr>
        <p:spPr>
          <a:xfrm>
            <a:off x="76582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06" name=""/>
          <p:cNvSpPr/>
          <p:nvPr/>
        </p:nvSpPr>
        <p:spPr>
          <a:xfrm>
            <a:off x="7834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07" name=""/>
          <p:cNvSpPr/>
          <p:nvPr/>
        </p:nvSpPr>
        <p:spPr>
          <a:xfrm>
            <a:off x="7321680" y="1555200"/>
            <a:ext cx="137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408" name=""/>
          <p:cNvSpPr/>
          <p:nvPr/>
        </p:nvSpPr>
        <p:spPr>
          <a:xfrm>
            <a:off x="7499520" y="1555200"/>
            <a:ext cx="137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09" name=""/>
          <p:cNvSpPr/>
          <p:nvPr/>
        </p:nvSpPr>
        <p:spPr>
          <a:xfrm>
            <a:off x="7677000" y="1555200"/>
            <a:ext cx="1368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10" name=""/>
          <p:cNvSpPr/>
          <p:nvPr/>
        </p:nvSpPr>
        <p:spPr>
          <a:xfrm>
            <a:off x="7854840" y="1555200"/>
            <a:ext cx="1368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11" name=""/>
          <p:cNvSpPr/>
          <p:nvPr/>
        </p:nvSpPr>
        <p:spPr>
          <a:xfrm>
            <a:off x="7335720" y="1234440"/>
            <a:ext cx="641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12" name=""/>
          <p:cNvSpPr/>
          <p:nvPr/>
        </p:nvSpPr>
        <p:spPr>
          <a:xfrm>
            <a:off x="802332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13" name=""/>
          <p:cNvSpPr/>
          <p:nvPr/>
        </p:nvSpPr>
        <p:spPr>
          <a:xfrm>
            <a:off x="82026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14" name=""/>
          <p:cNvSpPr/>
          <p:nvPr/>
        </p:nvSpPr>
        <p:spPr>
          <a:xfrm>
            <a:off x="83790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15" name=""/>
          <p:cNvSpPr/>
          <p:nvPr/>
        </p:nvSpPr>
        <p:spPr>
          <a:xfrm>
            <a:off x="8556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16" name=""/>
          <p:cNvSpPr/>
          <p:nvPr/>
        </p:nvSpPr>
        <p:spPr>
          <a:xfrm>
            <a:off x="804384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417" name=""/>
          <p:cNvSpPr/>
          <p:nvPr/>
        </p:nvSpPr>
        <p:spPr>
          <a:xfrm>
            <a:off x="822168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18" name=""/>
          <p:cNvSpPr/>
          <p:nvPr/>
        </p:nvSpPr>
        <p:spPr>
          <a:xfrm>
            <a:off x="8397720" y="1555200"/>
            <a:ext cx="138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19" name=""/>
          <p:cNvSpPr/>
          <p:nvPr/>
        </p:nvSpPr>
        <p:spPr>
          <a:xfrm>
            <a:off x="8577360" y="1555200"/>
            <a:ext cx="1364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20" name=""/>
          <p:cNvSpPr/>
          <p:nvPr/>
        </p:nvSpPr>
        <p:spPr>
          <a:xfrm>
            <a:off x="8055000" y="1234440"/>
            <a:ext cx="644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5EB0E0B0-084F-46CF-ABB6-3C0B84421C70}" type="slidenum">
              <a:t>259</a:t>
            </a:fld>
          </a:p>
        </p:txBody>
      </p:sp>
    </p:spTree>
  </p:cSld>
  <mc:AlternateContent>
    <mc:Choice Requires="p14">
      <p:transition spd="slow" p14:dur="2000"/>
    </mc:Choice>
    <mc:Fallback>
      <p:transition spd="slow"/>
    </mc:Fallback>
  </mc:AlternateContent>
</p:sld>
</file>

<file path=ppt/slides/slide2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21"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42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423"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424" name=""/>
          <p:cNvSpPr/>
          <p:nvPr/>
        </p:nvSpPr>
        <p:spPr>
          <a:xfrm>
            <a:off x="255600" y="1531440"/>
            <a:ext cx="246204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25" name=""/>
          <p:cNvSpPr/>
          <p:nvPr/>
        </p:nvSpPr>
        <p:spPr>
          <a:xfrm>
            <a:off x="128520" y="1814400"/>
            <a:ext cx="8610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26" name=""/>
          <p:cNvSpPr/>
          <p:nvPr/>
        </p:nvSpPr>
        <p:spPr>
          <a:xfrm>
            <a:off x="255600" y="19605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27" name=""/>
          <p:cNvSpPr/>
          <p:nvPr/>
        </p:nvSpPr>
        <p:spPr>
          <a:xfrm>
            <a:off x="135000" y="1157400"/>
            <a:ext cx="860436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428" name=""/>
          <p:cNvSpPr/>
          <p:nvPr/>
        </p:nvSpPr>
        <p:spPr>
          <a:xfrm>
            <a:off x="255600" y="31827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29" name=""/>
          <p:cNvSpPr/>
          <p:nvPr/>
        </p:nvSpPr>
        <p:spPr>
          <a:xfrm>
            <a:off x="255600" y="440532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30" name=""/>
          <p:cNvSpPr/>
          <p:nvPr/>
        </p:nvSpPr>
        <p:spPr>
          <a:xfrm>
            <a:off x="2982960" y="1484280"/>
            <a:ext cx="575640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431" name=""/>
          <p:cNvSpPr/>
          <p:nvPr/>
        </p:nvSpPr>
        <p:spPr>
          <a:xfrm>
            <a:off x="36180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32" name=""/>
          <p:cNvSpPr/>
          <p:nvPr/>
        </p:nvSpPr>
        <p:spPr>
          <a:xfrm>
            <a:off x="425448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33" name=""/>
          <p:cNvSpPr/>
          <p:nvPr/>
        </p:nvSpPr>
        <p:spPr>
          <a:xfrm>
            <a:off x="37767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34" name=""/>
          <p:cNvSpPr/>
          <p:nvPr/>
        </p:nvSpPr>
        <p:spPr>
          <a:xfrm>
            <a:off x="39369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35" name=""/>
          <p:cNvSpPr/>
          <p:nvPr/>
        </p:nvSpPr>
        <p:spPr>
          <a:xfrm>
            <a:off x="40957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36" name=""/>
          <p:cNvSpPr/>
          <p:nvPr/>
        </p:nvSpPr>
        <p:spPr>
          <a:xfrm>
            <a:off x="363708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437" name=""/>
          <p:cNvSpPr/>
          <p:nvPr/>
        </p:nvSpPr>
        <p:spPr>
          <a:xfrm>
            <a:off x="379584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38" name=""/>
          <p:cNvSpPr/>
          <p:nvPr/>
        </p:nvSpPr>
        <p:spPr>
          <a:xfrm>
            <a:off x="395460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39" name=""/>
          <p:cNvSpPr/>
          <p:nvPr/>
        </p:nvSpPr>
        <p:spPr>
          <a:xfrm>
            <a:off x="4114800" y="1555200"/>
            <a:ext cx="122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40" name=""/>
          <p:cNvSpPr/>
          <p:nvPr/>
        </p:nvSpPr>
        <p:spPr>
          <a:xfrm>
            <a:off x="3646440" y="1234440"/>
            <a:ext cx="576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41" name=""/>
          <p:cNvSpPr/>
          <p:nvPr/>
        </p:nvSpPr>
        <p:spPr>
          <a:xfrm>
            <a:off x="488952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42" name=""/>
          <p:cNvSpPr/>
          <p:nvPr/>
        </p:nvSpPr>
        <p:spPr>
          <a:xfrm>
            <a:off x="4413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43" name=""/>
          <p:cNvSpPr/>
          <p:nvPr/>
        </p:nvSpPr>
        <p:spPr>
          <a:xfrm>
            <a:off x="4573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44" name=""/>
          <p:cNvSpPr/>
          <p:nvPr/>
        </p:nvSpPr>
        <p:spPr>
          <a:xfrm>
            <a:off x="4732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45" name=""/>
          <p:cNvSpPr/>
          <p:nvPr/>
        </p:nvSpPr>
        <p:spPr>
          <a:xfrm>
            <a:off x="4272120" y="1555200"/>
            <a:ext cx="125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446" name=""/>
          <p:cNvSpPr/>
          <p:nvPr/>
        </p:nvSpPr>
        <p:spPr>
          <a:xfrm>
            <a:off x="4430880" y="1555200"/>
            <a:ext cx="1234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47" name=""/>
          <p:cNvSpPr/>
          <p:nvPr/>
        </p:nvSpPr>
        <p:spPr>
          <a:xfrm>
            <a:off x="4589640" y="1555200"/>
            <a:ext cx="125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48" name=""/>
          <p:cNvSpPr/>
          <p:nvPr/>
        </p:nvSpPr>
        <p:spPr>
          <a:xfrm>
            <a:off x="474984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49" name=""/>
          <p:cNvSpPr/>
          <p:nvPr/>
        </p:nvSpPr>
        <p:spPr>
          <a:xfrm>
            <a:off x="4282920" y="1234440"/>
            <a:ext cx="5749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50" name=""/>
          <p:cNvSpPr/>
          <p:nvPr/>
        </p:nvSpPr>
        <p:spPr>
          <a:xfrm>
            <a:off x="50497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51" name=""/>
          <p:cNvSpPr/>
          <p:nvPr/>
        </p:nvSpPr>
        <p:spPr>
          <a:xfrm>
            <a:off x="5208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52" name=""/>
          <p:cNvSpPr/>
          <p:nvPr/>
        </p:nvSpPr>
        <p:spPr>
          <a:xfrm>
            <a:off x="53690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53" name=""/>
          <p:cNvSpPr/>
          <p:nvPr/>
        </p:nvSpPr>
        <p:spPr>
          <a:xfrm>
            <a:off x="490860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454" name=""/>
          <p:cNvSpPr/>
          <p:nvPr/>
        </p:nvSpPr>
        <p:spPr>
          <a:xfrm>
            <a:off x="5065560" y="1555200"/>
            <a:ext cx="1256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55" name=""/>
          <p:cNvSpPr/>
          <p:nvPr/>
        </p:nvSpPr>
        <p:spPr>
          <a:xfrm>
            <a:off x="522612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56" name=""/>
          <p:cNvSpPr/>
          <p:nvPr/>
        </p:nvSpPr>
        <p:spPr>
          <a:xfrm>
            <a:off x="5384880" y="1555200"/>
            <a:ext cx="125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57" name=""/>
          <p:cNvSpPr/>
          <p:nvPr/>
        </p:nvSpPr>
        <p:spPr>
          <a:xfrm>
            <a:off x="4919760" y="1234440"/>
            <a:ext cx="574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58" name=""/>
          <p:cNvSpPr/>
          <p:nvPr/>
        </p:nvSpPr>
        <p:spPr>
          <a:xfrm>
            <a:off x="552924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59" name=""/>
          <p:cNvSpPr/>
          <p:nvPr/>
        </p:nvSpPr>
        <p:spPr>
          <a:xfrm>
            <a:off x="616428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60" name=""/>
          <p:cNvSpPr/>
          <p:nvPr/>
        </p:nvSpPr>
        <p:spPr>
          <a:xfrm>
            <a:off x="5689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61" name=""/>
          <p:cNvSpPr/>
          <p:nvPr/>
        </p:nvSpPr>
        <p:spPr>
          <a:xfrm>
            <a:off x="58467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62" name=""/>
          <p:cNvSpPr/>
          <p:nvPr/>
        </p:nvSpPr>
        <p:spPr>
          <a:xfrm>
            <a:off x="60055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63" name=""/>
          <p:cNvSpPr/>
          <p:nvPr/>
        </p:nvSpPr>
        <p:spPr>
          <a:xfrm>
            <a:off x="554832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464" name=""/>
          <p:cNvSpPr/>
          <p:nvPr/>
        </p:nvSpPr>
        <p:spPr>
          <a:xfrm>
            <a:off x="5707080" y="1555200"/>
            <a:ext cx="122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65" name=""/>
          <p:cNvSpPr/>
          <p:nvPr/>
        </p:nvSpPr>
        <p:spPr>
          <a:xfrm>
            <a:off x="586728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66" name=""/>
          <p:cNvSpPr/>
          <p:nvPr/>
        </p:nvSpPr>
        <p:spPr>
          <a:xfrm>
            <a:off x="6022800" y="1555200"/>
            <a:ext cx="1256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67" name=""/>
          <p:cNvSpPr/>
          <p:nvPr/>
        </p:nvSpPr>
        <p:spPr>
          <a:xfrm>
            <a:off x="5557680" y="1234440"/>
            <a:ext cx="5749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68" name=""/>
          <p:cNvSpPr/>
          <p:nvPr/>
        </p:nvSpPr>
        <p:spPr>
          <a:xfrm>
            <a:off x="61642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69" name=""/>
          <p:cNvSpPr/>
          <p:nvPr/>
        </p:nvSpPr>
        <p:spPr>
          <a:xfrm>
            <a:off x="63262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70" name=""/>
          <p:cNvSpPr/>
          <p:nvPr/>
        </p:nvSpPr>
        <p:spPr>
          <a:xfrm>
            <a:off x="64818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71" name=""/>
          <p:cNvSpPr/>
          <p:nvPr/>
        </p:nvSpPr>
        <p:spPr>
          <a:xfrm>
            <a:off x="66420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72" name=""/>
          <p:cNvSpPr/>
          <p:nvPr/>
        </p:nvSpPr>
        <p:spPr>
          <a:xfrm>
            <a:off x="618480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473" name=""/>
          <p:cNvSpPr/>
          <p:nvPr/>
        </p:nvSpPr>
        <p:spPr>
          <a:xfrm>
            <a:off x="6342120" y="1555200"/>
            <a:ext cx="1220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74" name=""/>
          <p:cNvSpPr/>
          <p:nvPr/>
        </p:nvSpPr>
        <p:spPr>
          <a:xfrm>
            <a:off x="650232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75" name=""/>
          <p:cNvSpPr/>
          <p:nvPr/>
        </p:nvSpPr>
        <p:spPr>
          <a:xfrm>
            <a:off x="6659640" y="1555200"/>
            <a:ext cx="125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76" name=""/>
          <p:cNvSpPr/>
          <p:nvPr/>
        </p:nvSpPr>
        <p:spPr>
          <a:xfrm>
            <a:off x="6194520" y="1234440"/>
            <a:ext cx="574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77" name=""/>
          <p:cNvSpPr/>
          <p:nvPr/>
        </p:nvSpPr>
        <p:spPr>
          <a:xfrm>
            <a:off x="681048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78" name=""/>
          <p:cNvSpPr/>
          <p:nvPr/>
        </p:nvSpPr>
        <p:spPr>
          <a:xfrm>
            <a:off x="68104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79" name=""/>
          <p:cNvSpPr/>
          <p:nvPr/>
        </p:nvSpPr>
        <p:spPr>
          <a:xfrm>
            <a:off x="69739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80" name=""/>
          <p:cNvSpPr/>
          <p:nvPr/>
        </p:nvSpPr>
        <p:spPr>
          <a:xfrm>
            <a:off x="7129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81" name=""/>
          <p:cNvSpPr/>
          <p:nvPr/>
        </p:nvSpPr>
        <p:spPr>
          <a:xfrm>
            <a:off x="7291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82" name=""/>
          <p:cNvSpPr/>
          <p:nvPr/>
        </p:nvSpPr>
        <p:spPr>
          <a:xfrm>
            <a:off x="6831000" y="1555200"/>
            <a:ext cx="1252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483" name=""/>
          <p:cNvSpPr/>
          <p:nvPr/>
        </p:nvSpPr>
        <p:spPr>
          <a:xfrm>
            <a:off x="698976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84" name=""/>
          <p:cNvSpPr/>
          <p:nvPr/>
        </p:nvSpPr>
        <p:spPr>
          <a:xfrm>
            <a:off x="7149960" y="1555200"/>
            <a:ext cx="122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85" name=""/>
          <p:cNvSpPr/>
          <p:nvPr/>
        </p:nvSpPr>
        <p:spPr>
          <a:xfrm>
            <a:off x="730728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86" name=""/>
          <p:cNvSpPr/>
          <p:nvPr/>
        </p:nvSpPr>
        <p:spPr>
          <a:xfrm>
            <a:off x="6840360" y="1234440"/>
            <a:ext cx="5763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87" name=""/>
          <p:cNvSpPr/>
          <p:nvPr/>
        </p:nvSpPr>
        <p:spPr>
          <a:xfrm>
            <a:off x="74484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88" name=""/>
          <p:cNvSpPr/>
          <p:nvPr/>
        </p:nvSpPr>
        <p:spPr>
          <a:xfrm>
            <a:off x="76104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89" name=""/>
          <p:cNvSpPr/>
          <p:nvPr/>
        </p:nvSpPr>
        <p:spPr>
          <a:xfrm>
            <a:off x="77691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90" name=""/>
          <p:cNvSpPr/>
          <p:nvPr/>
        </p:nvSpPr>
        <p:spPr>
          <a:xfrm>
            <a:off x="79279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91" name=""/>
          <p:cNvSpPr/>
          <p:nvPr/>
        </p:nvSpPr>
        <p:spPr>
          <a:xfrm>
            <a:off x="746748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492" name=""/>
          <p:cNvSpPr/>
          <p:nvPr/>
        </p:nvSpPr>
        <p:spPr>
          <a:xfrm>
            <a:off x="762624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493" name=""/>
          <p:cNvSpPr/>
          <p:nvPr/>
        </p:nvSpPr>
        <p:spPr>
          <a:xfrm>
            <a:off x="7786800" y="1555200"/>
            <a:ext cx="1220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494" name=""/>
          <p:cNvSpPr/>
          <p:nvPr/>
        </p:nvSpPr>
        <p:spPr>
          <a:xfrm>
            <a:off x="7945560" y="1555200"/>
            <a:ext cx="1220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495" name=""/>
          <p:cNvSpPr/>
          <p:nvPr/>
        </p:nvSpPr>
        <p:spPr>
          <a:xfrm>
            <a:off x="7480440" y="1234440"/>
            <a:ext cx="574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496" name=""/>
          <p:cNvSpPr/>
          <p:nvPr/>
        </p:nvSpPr>
        <p:spPr>
          <a:xfrm>
            <a:off x="80964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97" name=""/>
          <p:cNvSpPr/>
          <p:nvPr/>
        </p:nvSpPr>
        <p:spPr>
          <a:xfrm>
            <a:off x="82580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98" name=""/>
          <p:cNvSpPr/>
          <p:nvPr/>
        </p:nvSpPr>
        <p:spPr>
          <a:xfrm>
            <a:off x="84153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499" name=""/>
          <p:cNvSpPr/>
          <p:nvPr/>
        </p:nvSpPr>
        <p:spPr>
          <a:xfrm>
            <a:off x="85755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00" name=""/>
          <p:cNvSpPr/>
          <p:nvPr/>
        </p:nvSpPr>
        <p:spPr>
          <a:xfrm>
            <a:off x="8115480" y="1555200"/>
            <a:ext cx="1234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01" name=""/>
          <p:cNvSpPr/>
          <p:nvPr/>
        </p:nvSpPr>
        <p:spPr>
          <a:xfrm>
            <a:off x="827568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02" name=""/>
          <p:cNvSpPr/>
          <p:nvPr/>
        </p:nvSpPr>
        <p:spPr>
          <a:xfrm>
            <a:off x="843264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03" name=""/>
          <p:cNvSpPr/>
          <p:nvPr/>
        </p:nvSpPr>
        <p:spPr>
          <a:xfrm>
            <a:off x="859320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04" name=""/>
          <p:cNvSpPr/>
          <p:nvPr/>
        </p:nvSpPr>
        <p:spPr>
          <a:xfrm>
            <a:off x="8124840" y="1234440"/>
            <a:ext cx="5796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05" name=""/>
          <p:cNvSpPr/>
          <p:nvPr/>
        </p:nvSpPr>
        <p:spPr>
          <a:xfrm>
            <a:off x="29764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06" name=""/>
          <p:cNvSpPr/>
          <p:nvPr/>
        </p:nvSpPr>
        <p:spPr>
          <a:xfrm>
            <a:off x="3135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07" name=""/>
          <p:cNvSpPr/>
          <p:nvPr/>
        </p:nvSpPr>
        <p:spPr>
          <a:xfrm>
            <a:off x="32958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08" name=""/>
          <p:cNvSpPr/>
          <p:nvPr/>
        </p:nvSpPr>
        <p:spPr>
          <a:xfrm>
            <a:off x="34545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09" name=""/>
          <p:cNvSpPr/>
          <p:nvPr/>
        </p:nvSpPr>
        <p:spPr>
          <a:xfrm>
            <a:off x="299556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10" name=""/>
          <p:cNvSpPr/>
          <p:nvPr/>
        </p:nvSpPr>
        <p:spPr>
          <a:xfrm>
            <a:off x="315432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11" name=""/>
          <p:cNvSpPr/>
          <p:nvPr/>
        </p:nvSpPr>
        <p:spPr>
          <a:xfrm>
            <a:off x="3313080" y="1555200"/>
            <a:ext cx="123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12" name=""/>
          <p:cNvSpPr/>
          <p:nvPr/>
        </p:nvSpPr>
        <p:spPr>
          <a:xfrm>
            <a:off x="3473280" y="1555200"/>
            <a:ext cx="1224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13" name=""/>
          <p:cNvSpPr/>
          <p:nvPr/>
        </p:nvSpPr>
        <p:spPr>
          <a:xfrm>
            <a:off x="3005280" y="1234440"/>
            <a:ext cx="5760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1F85E18-9C86-424F-B559-5207948C5DC8}" type="slidenum">
              <a:t>260</a:t>
            </a:fld>
          </a:p>
        </p:txBody>
      </p:sp>
    </p:spTree>
  </p:cSld>
  <mc:AlternateContent>
    <mc:Choice Requires="p14">
      <p:transition spd="slow" p14:dur="2000"/>
    </mc:Choice>
    <mc:Fallback>
      <p:transition spd="slow"/>
    </mc:Fallback>
  </mc:AlternateContent>
</p:sld>
</file>

<file path=ppt/slides/slide2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1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51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516"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517" name=""/>
          <p:cNvSpPr/>
          <p:nvPr/>
        </p:nvSpPr>
        <p:spPr>
          <a:xfrm>
            <a:off x="255600" y="1531440"/>
            <a:ext cx="246204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18" name=""/>
          <p:cNvSpPr/>
          <p:nvPr/>
        </p:nvSpPr>
        <p:spPr>
          <a:xfrm>
            <a:off x="128520" y="1814400"/>
            <a:ext cx="8610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19" name=""/>
          <p:cNvSpPr/>
          <p:nvPr/>
        </p:nvSpPr>
        <p:spPr>
          <a:xfrm>
            <a:off x="255600" y="19605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20" name=""/>
          <p:cNvSpPr/>
          <p:nvPr/>
        </p:nvSpPr>
        <p:spPr>
          <a:xfrm>
            <a:off x="135000" y="1157400"/>
            <a:ext cx="860436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521" name=""/>
          <p:cNvSpPr/>
          <p:nvPr/>
        </p:nvSpPr>
        <p:spPr>
          <a:xfrm>
            <a:off x="255600" y="318276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22" name=""/>
          <p:cNvSpPr/>
          <p:nvPr/>
        </p:nvSpPr>
        <p:spPr>
          <a:xfrm>
            <a:off x="255600" y="4405320"/>
            <a:ext cx="246204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23" name=""/>
          <p:cNvSpPr/>
          <p:nvPr/>
        </p:nvSpPr>
        <p:spPr>
          <a:xfrm>
            <a:off x="3300480" y="1484280"/>
            <a:ext cx="543888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524" name=""/>
          <p:cNvSpPr/>
          <p:nvPr/>
        </p:nvSpPr>
        <p:spPr>
          <a:xfrm>
            <a:off x="43848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25" name=""/>
          <p:cNvSpPr/>
          <p:nvPr/>
        </p:nvSpPr>
        <p:spPr>
          <a:xfrm>
            <a:off x="492588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26" name=""/>
          <p:cNvSpPr/>
          <p:nvPr/>
        </p:nvSpPr>
        <p:spPr>
          <a:xfrm>
            <a:off x="4519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27" name=""/>
          <p:cNvSpPr/>
          <p:nvPr/>
        </p:nvSpPr>
        <p:spPr>
          <a:xfrm>
            <a:off x="4656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28" name=""/>
          <p:cNvSpPr/>
          <p:nvPr/>
        </p:nvSpPr>
        <p:spPr>
          <a:xfrm>
            <a:off x="4791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29" name=""/>
          <p:cNvSpPr/>
          <p:nvPr/>
        </p:nvSpPr>
        <p:spPr>
          <a:xfrm>
            <a:off x="44020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30" name=""/>
          <p:cNvSpPr/>
          <p:nvPr/>
        </p:nvSpPr>
        <p:spPr>
          <a:xfrm>
            <a:off x="45370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31" name=""/>
          <p:cNvSpPr/>
          <p:nvPr/>
        </p:nvSpPr>
        <p:spPr>
          <a:xfrm>
            <a:off x="46720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32" name=""/>
          <p:cNvSpPr/>
          <p:nvPr/>
        </p:nvSpPr>
        <p:spPr>
          <a:xfrm>
            <a:off x="4808520" y="1555200"/>
            <a:ext cx="103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33" name=""/>
          <p:cNvSpPr/>
          <p:nvPr/>
        </p:nvSpPr>
        <p:spPr>
          <a:xfrm>
            <a:off x="4410000" y="1234440"/>
            <a:ext cx="488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34" name=""/>
          <p:cNvSpPr/>
          <p:nvPr/>
        </p:nvSpPr>
        <p:spPr>
          <a:xfrm>
            <a:off x="546588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35" name=""/>
          <p:cNvSpPr/>
          <p:nvPr/>
        </p:nvSpPr>
        <p:spPr>
          <a:xfrm>
            <a:off x="50608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36" name=""/>
          <p:cNvSpPr/>
          <p:nvPr/>
        </p:nvSpPr>
        <p:spPr>
          <a:xfrm>
            <a:off x="5197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37" name=""/>
          <p:cNvSpPr/>
          <p:nvPr/>
        </p:nvSpPr>
        <p:spPr>
          <a:xfrm>
            <a:off x="5332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38" name=""/>
          <p:cNvSpPr/>
          <p:nvPr/>
        </p:nvSpPr>
        <p:spPr>
          <a:xfrm>
            <a:off x="4941720" y="1555200"/>
            <a:ext cx="106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39" name=""/>
          <p:cNvSpPr/>
          <p:nvPr/>
        </p:nvSpPr>
        <p:spPr>
          <a:xfrm>
            <a:off x="507672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40" name=""/>
          <p:cNvSpPr/>
          <p:nvPr/>
        </p:nvSpPr>
        <p:spPr>
          <a:xfrm>
            <a:off x="5211720" y="1555200"/>
            <a:ext cx="106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41" name=""/>
          <p:cNvSpPr/>
          <p:nvPr/>
        </p:nvSpPr>
        <p:spPr>
          <a:xfrm>
            <a:off x="534816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42" name=""/>
          <p:cNvSpPr/>
          <p:nvPr/>
        </p:nvSpPr>
        <p:spPr>
          <a:xfrm>
            <a:off x="4951440" y="1234440"/>
            <a:ext cx="4874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43" name=""/>
          <p:cNvSpPr/>
          <p:nvPr/>
        </p:nvSpPr>
        <p:spPr>
          <a:xfrm>
            <a:off x="5602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44" name=""/>
          <p:cNvSpPr/>
          <p:nvPr/>
        </p:nvSpPr>
        <p:spPr>
          <a:xfrm>
            <a:off x="5737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45" name=""/>
          <p:cNvSpPr/>
          <p:nvPr/>
        </p:nvSpPr>
        <p:spPr>
          <a:xfrm>
            <a:off x="58737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46" name=""/>
          <p:cNvSpPr/>
          <p:nvPr/>
        </p:nvSpPr>
        <p:spPr>
          <a:xfrm>
            <a:off x="548316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47" name=""/>
          <p:cNvSpPr/>
          <p:nvPr/>
        </p:nvSpPr>
        <p:spPr>
          <a:xfrm>
            <a:off x="5616720" y="1555200"/>
            <a:ext cx="1062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48" name=""/>
          <p:cNvSpPr/>
          <p:nvPr/>
        </p:nvSpPr>
        <p:spPr>
          <a:xfrm>
            <a:off x="575316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49" name=""/>
          <p:cNvSpPr/>
          <p:nvPr/>
        </p:nvSpPr>
        <p:spPr>
          <a:xfrm>
            <a:off x="5888160" y="1555200"/>
            <a:ext cx="1062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50" name=""/>
          <p:cNvSpPr/>
          <p:nvPr/>
        </p:nvSpPr>
        <p:spPr>
          <a:xfrm>
            <a:off x="5492880" y="1234440"/>
            <a:ext cx="487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51" name=""/>
          <p:cNvSpPr/>
          <p:nvPr/>
        </p:nvSpPr>
        <p:spPr>
          <a:xfrm>
            <a:off x="60102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52" name=""/>
          <p:cNvSpPr/>
          <p:nvPr/>
        </p:nvSpPr>
        <p:spPr>
          <a:xfrm>
            <a:off x="655020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53" name=""/>
          <p:cNvSpPr/>
          <p:nvPr/>
        </p:nvSpPr>
        <p:spPr>
          <a:xfrm>
            <a:off x="61466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54" name=""/>
          <p:cNvSpPr/>
          <p:nvPr/>
        </p:nvSpPr>
        <p:spPr>
          <a:xfrm>
            <a:off x="6280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55" name=""/>
          <p:cNvSpPr/>
          <p:nvPr/>
        </p:nvSpPr>
        <p:spPr>
          <a:xfrm>
            <a:off x="6415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56" name=""/>
          <p:cNvSpPr/>
          <p:nvPr/>
        </p:nvSpPr>
        <p:spPr>
          <a:xfrm>
            <a:off x="6026040" y="1555200"/>
            <a:ext cx="106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57" name=""/>
          <p:cNvSpPr/>
          <p:nvPr/>
        </p:nvSpPr>
        <p:spPr>
          <a:xfrm>
            <a:off x="616104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58" name=""/>
          <p:cNvSpPr/>
          <p:nvPr/>
        </p:nvSpPr>
        <p:spPr>
          <a:xfrm>
            <a:off x="62974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59" name=""/>
          <p:cNvSpPr/>
          <p:nvPr/>
        </p:nvSpPr>
        <p:spPr>
          <a:xfrm>
            <a:off x="6429240" y="1555200"/>
            <a:ext cx="1080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60" name=""/>
          <p:cNvSpPr/>
          <p:nvPr/>
        </p:nvSpPr>
        <p:spPr>
          <a:xfrm>
            <a:off x="6033960" y="1234440"/>
            <a:ext cx="489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61" name=""/>
          <p:cNvSpPr/>
          <p:nvPr/>
        </p:nvSpPr>
        <p:spPr>
          <a:xfrm>
            <a:off x="65502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62" name=""/>
          <p:cNvSpPr/>
          <p:nvPr/>
        </p:nvSpPr>
        <p:spPr>
          <a:xfrm>
            <a:off x="66880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63" name=""/>
          <p:cNvSpPr/>
          <p:nvPr/>
        </p:nvSpPr>
        <p:spPr>
          <a:xfrm>
            <a:off x="6819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64" name=""/>
          <p:cNvSpPr/>
          <p:nvPr/>
        </p:nvSpPr>
        <p:spPr>
          <a:xfrm>
            <a:off x="69562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65" name=""/>
          <p:cNvSpPr/>
          <p:nvPr/>
        </p:nvSpPr>
        <p:spPr>
          <a:xfrm>
            <a:off x="65674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66" name=""/>
          <p:cNvSpPr/>
          <p:nvPr/>
        </p:nvSpPr>
        <p:spPr>
          <a:xfrm>
            <a:off x="67006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67" name=""/>
          <p:cNvSpPr/>
          <p:nvPr/>
        </p:nvSpPr>
        <p:spPr>
          <a:xfrm>
            <a:off x="68374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68" name=""/>
          <p:cNvSpPr/>
          <p:nvPr/>
        </p:nvSpPr>
        <p:spPr>
          <a:xfrm>
            <a:off x="6970680" y="1555200"/>
            <a:ext cx="106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69" name=""/>
          <p:cNvSpPr/>
          <p:nvPr/>
        </p:nvSpPr>
        <p:spPr>
          <a:xfrm>
            <a:off x="6575400" y="1234440"/>
            <a:ext cx="488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70" name=""/>
          <p:cNvSpPr/>
          <p:nvPr/>
        </p:nvSpPr>
        <p:spPr>
          <a:xfrm>
            <a:off x="709920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71" name=""/>
          <p:cNvSpPr/>
          <p:nvPr/>
        </p:nvSpPr>
        <p:spPr>
          <a:xfrm>
            <a:off x="70992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72" name=""/>
          <p:cNvSpPr/>
          <p:nvPr/>
        </p:nvSpPr>
        <p:spPr>
          <a:xfrm>
            <a:off x="72388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73" name=""/>
          <p:cNvSpPr/>
          <p:nvPr/>
        </p:nvSpPr>
        <p:spPr>
          <a:xfrm>
            <a:off x="73706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74" name=""/>
          <p:cNvSpPr/>
          <p:nvPr/>
        </p:nvSpPr>
        <p:spPr>
          <a:xfrm>
            <a:off x="75088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75" name=""/>
          <p:cNvSpPr/>
          <p:nvPr/>
        </p:nvSpPr>
        <p:spPr>
          <a:xfrm>
            <a:off x="7116840" y="1555200"/>
            <a:ext cx="1062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76" name=""/>
          <p:cNvSpPr/>
          <p:nvPr/>
        </p:nvSpPr>
        <p:spPr>
          <a:xfrm>
            <a:off x="725184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77" name=""/>
          <p:cNvSpPr/>
          <p:nvPr/>
        </p:nvSpPr>
        <p:spPr>
          <a:xfrm>
            <a:off x="7388280" y="1555200"/>
            <a:ext cx="102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78" name=""/>
          <p:cNvSpPr/>
          <p:nvPr/>
        </p:nvSpPr>
        <p:spPr>
          <a:xfrm>
            <a:off x="75214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79" name=""/>
          <p:cNvSpPr/>
          <p:nvPr/>
        </p:nvSpPr>
        <p:spPr>
          <a:xfrm>
            <a:off x="7124760" y="1234440"/>
            <a:ext cx="490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80" name=""/>
          <p:cNvSpPr/>
          <p:nvPr/>
        </p:nvSpPr>
        <p:spPr>
          <a:xfrm>
            <a:off x="76420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81" name=""/>
          <p:cNvSpPr/>
          <p:nvPr/>
        </p:nvSpPr>
        <p:spPr>
          <a:xfrm>
            <a:off x="7780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82" name=""/>
          <p:cNvSpPr/>
          <p:nvPr/>
        </p:nvSpPr>
        <p:spPr>
          <a:xfrm>
            <a:off x="7915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83" name=""/>
          <p:cNvSpPr/>
          <p:nvPr/>
        </p:nvSpPr>
        <p:spPr>
          <a:xfrm>
            <a:off x="8050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84" name=""/>
          <p:cNvSpPr/>
          <p:nvPr/>
        </p:nvSpPr>
        <p:spPr>
          <a:xfrm>
            <a:off x="76582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85" name=""/>
          <p:cNvSpPr/>
          <p:nvPr/>
        </p:nvSpPr>
        <p:spPr>
          <a:xfrm>
            <a:off x="779292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86" name=""/>
          <p:cNvSpPr/>
          <p:nvPr/>
        </p:nvSpPr>
        <p:spPr>
          <a:xfrm>
            <a:off x="7929720" y="1555200"/>
            <a:ext cx="102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87" name=""/>
          <p:cNvSpPr/>
          <p:nvPr/>
        </p:nvSpPr>
        <p:spPr>
          <a:xfrm>
            <a:off x="8064360" y="1555200"/>
            <a:ext cx="103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88" name=""/>
          <p:cNvSpPr/>
          <p:nvPr/>
        </p:nvSpPr>
        <p:spPr>
          <a:xfrm>
            <a:off x="7669080" y="1234440"/>
            <a:ext cx="4892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89" name=""/>
          <p:cNvSpPr/>
          <p:nvPr/>
        </p:nvSpPr>
        <p:spPr>
          <a:xfrm>
            <a:off x="819324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90" name=""/>
          <p:cNvSpPr/>
          <p:nvPr/>
        </p:nvSpPr>
        <p:spPr>
          <a:xfrm>
            <a:off x="83296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91" name=""/>
          <p:cNvSpPr/>
          <p:nvPr/>
        </p:nvSpPr>
        <p:spPr>
          <a:xfrm>
            <a:off x="84646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92" name=""/>
          <p:cNvSpPr/>
          <p:nvPr/>
        </p:nvSpPr>
        <p:spPr>
          <a:xfrm>
            <a:off x="85993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93" name=""/>
          <p:cNvSpPr/>
          <p:nvPr/>
        </p:nvSpPr>
        <p:spPr>
          <a:xfrm>
            <a:off x="82090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594" name=""/>
          <p:cNvSpPr/>
          <p:nvPr/>
        </p:nvSpPr>
        <p:spPr>
          <a:xfrm>
            <a:off x="834552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595" name=""/>
          <p:cNvSpPr/>
          <p:nvPr/>
        </p:nvSpPr>
        <p:spPr>
          <a:xfrm>
            <a:off x="847872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596" name=""/>
          <p:cNvSpPr/>
          <p:nvPr/>
        </p:nvSpPr>
        <p:spPr>
          <a:xfrm>
            <a:off x="861552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597" name=""/>
          <p:cNvSpPr/>
          <p:nvPr/>
        </p:nvSpPr>
        <p:spPr>
          <a:xfrm>
            <a:off x="8217000" y="1234440"/>
            <a:ext cx="4921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598" name=""/>
          <p:cNvSpPr/>
          <p:nvPr/>
        </p:nvSpPr>
        <p:spPr>
          <a:xfrm>
            <a:off x="384012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599" name=""/>
          <p:cNvSpPr/>
          <p:nvPr/>
        </p:nvSpPr>
        <p:spPr>
          <a:xfrm>
            <a:off x="39751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00" name=""/>
          <p:cNvSpPr/>
          <p:nvPr/>
        </p:nvSpPr>
        <p:spPr>
          <a:xfrm>
            <a:off x="41115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01" name=""/>
          <p:cNvSpPr/>
          <p:nvPr/>
        </p:nvSpPr>
        <p:spPr>
          <a:xfrm>
            <a:off x="42465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02" name=""/>
          <p:cNvSpPr/>
          <p:nvPr/>
        </p:nvSpPr>
        <p:spPr>
          <a:xfrm>
            <a:off x="3855960" y="1555200"/>
            <a:ext cx="106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603" name=""/>
          <p:cNvSpPr/>
          <p:nvPr/>
        </p:nvSpPr>
        <p:spPr>
          <a:xfrm>
            <a:off x="3990960" y="1555200"/>
            <a:ext cx="1062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604" name=""/>
          <p:cNvSpPr/>
          <p:nvPr/>
        </p:nvSpPr>
        <p:spPr>
          <a:xfrm>
            <a:off x="4125960" y="1555200"/>
            <a:ext cx="1062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605" name=""/>
          <p:cNvSpPr/>
          <p:nvPr/>
        </p:nvSpPr>
        <p:spPr>
          <a:xfrm>
            <a:off x="426240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606" name=""/>
          <p:cNvSpPr/>
          <p:nvPr/>
        </p:nvSpPr>
        <p:spPr>
          <a:xfrm>
            <a:off x="3863880" y="1234440"/>
            <a:ext cx="4906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607" name=""/>
          <p:cNvSpPr/>
          <p:nvPr/>
        </p:nvSpPr>
        <p:spPr>
          <a:xfrm>
            <a:off x="32958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08" name=""/>
          <p:cNvSpPr/>
          <p:nvPr/>
        </p:nvSpPr>
        <p:spPr>
          <a:xfrm>
            <a:off x="3430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09" name=""/>
          <p:cNvSpPr/>
          <p:nvPr/>
        </p:nvSpPr>
        <p:spPr>
          <a:xfrm>
            <a:off x="3567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10" name=""/>
          <p:cNvSpPr/>
          <p:nvPr/>
        </p:nvSpPr>
        <p:spPr>
          <a:xfrm>
            <a:off x="37018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11" name=""/>
          <p:cNvSpPr/>
          <p:nvPr/>
        </p:nvSpPr>
        <p:spPr>
          <a:xfrm>
            <a:off x="3311640" y="1555200"/>
            <a:ext cx="1062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612" name=""/>
          <p:cNvSpPr/>
          <p:nvPr/>
        </p:nvSpPr>
        <p:spPr>
          <a:xfrm>
            <a:off x="3446640" y="1555200"/>
            <a:ext cx="10620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613" name=""/>
          <p:cNvSpPr/>
          <p:nvPr/>
        </p:nvSpPr>
        <p:spPr>
          <a:xfrm>
            <a:off x="3581280" y="1555200"/>
            <a:ext cx="1065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614" name=""/>
          <p:cNvSpPr/>
          <p:nvPr/>
        </p:nvSpPr>
        <p:spPr>
          <a:xfrm>
            <a:off x="3718080" y="1555200"/>
            <a:ext cx="1047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615" name=""/>
          <p:cNvSpPr/>
          <p:nvPr/>
        </p:nvSpPr>
        <p:spPr>
          <a:xfrm>
            <a:off x="3319560" y="1234440"/>
            <a:ext cx="490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255A9775-F5E8-4B1A-A83F-0A1CC0EEEAF0}" type="slidenum">
              <a:t>261</a:t>
            </a:fld>
          </a:p>
        </p:txBody>
      </p:sp>
    </p:spTree>
  </p:cSld>
  <mc:AlternateContent>
    <mc:Choice Requires="p14">
      <p:transition spd="slow" p14:dur="2000"/>
    </mc:Choice>
    <mc:Fallback>
      <p:transition spd="slow"/>
    </mc:Fallback>
  </mc:AlternateContent>
</p:sld>
</file>

<file path=ppt/slides/slide2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616"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61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618"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619" name=""/>
          <p:cNvSpPr/>
          <p:nvPr/>
        </p:nvSpPr>
        <p:spPr>
          <a:xfrm>
            <a:off x="255600" y="1960560"/>
            <a:ext cx="2462040" cy="15300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620" name=""/>
          <p:cNvSpPr/>
          <p:nvPr/>
        </p:nvSpPr>
        <p:spPr>
          <a:xfrm>
            <a:off x="135000" y="1157400"/>
            <a:ext cx="860436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621" name=""/>
          <p:cNvSpPr/>
          <p:nvPr/>
        </p:nvSpPr>
        <p:spPr>
          <a:xfrm>
            <a:off x="255600" y="3182760"/>
            <a:ext cx="2462040" cy="15300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622" name=""/>
          <p:cNvSpPr/>
          <p:nvPr/>
        </p:nvSpPr>
        <p:spPr>
          <a:xfrm>
            <a:off x="255600" y="4405320"/>
            <a:ext cx="2462040" cy="15300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623" name=""/>
          <p:cNvSpPr/>
          <p:nvPr/>
        </p:nvSpPr>
        <p:spPr>
          <a:xfrm>
            <a:off x="255600" y="1561680"/>
            <a:ext cx="246204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624" name=""/>
          <p:cNvSpPr/>
          <p:nvPr/>
        </p:nvSpPr>
        <p:spPr>
          <a:xfrm>
            <a:off x="128520" y="1814400"/>
            <a:ext cx="86108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nvGrpSpPr>
          <p:cNvPr id="5625" name=""/>
          <p:cNvGrpSpPr/>
          <p:nvPr/>
        </p:nvGrpSpPr>
        <p:grpSpPr>
          <a:xfrm>
            <a:off x="2814480" y="1154160"/>
            <a:ext cx="5924520" cy="4781520"/>
            <a:chOff x="2814480" y="1154160"/>
            <a:chExt cx="5924520" cy="4781520"/>
          </a:xfrm>
        </p:grpSpPr>
        <p:grpSp>
          <p:nvGrpSpPr>
            <p:cNvPr id="5626" name=""/>
            <p:cNvGrpSpPr/>
            <p:nvPr/>
          </p:nvGrpSpPr>
          <p:grpSpPr>
            <a:xfrm>
              <a:off x="2814480" y="1154160"/>
              <a:ext cx="5796720" cy="4781520"/>
              <a:chOff x="2814480" y="1154160"/>
              <a:chExt cx="5796720" cy="4781520"/>
            </a:xfrm>
          </p:grpSpPr>
          <p:sp>
            <p:nvSpPr>
              <p:cNvPr id="5627" name=""/>
              <p:cNvSpPr/>
              <p:nvPr/>
            </p:nvSpPr>
            <p:spPr>
              <a:xfrm>
                <a:off x="47890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28" name=""/>
              <p:cNvSpPr/>
              <p:nvPr/>
            </p:nvSpPr>
            <p:spPr>
              <a:xfrm>
                <a:off x="527976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29" name=""/>
              <p:cNvSpPr/>
              <p:nvPr/>
            </p:nvSpPr>
            <p:spPr>
              <a:xfrm>
                <a:off x="49114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0" name=""/>
              <p:cNvSpPr/>
              <p:nvPr/>
            </p:nvSpPr>
            <p:spPr>
              <a:xfrm>
                <a:off x="50356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1" name=""/>
              <p:cNvSpPr/>
              <p:nvPr/>
            </p:nvSpPr>
            <p:spPr>
              <a:xfrm>
                <a:off x="51577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2" name=""/>
              <p:cNvSpPr/>
              <p:nvPr/>
            </p:nvSpPr>
            <p:spPr>
              <a:xfrm>
                <a:off x="576900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3" name=""/>
              <p:cNvSpPr/>
              <p:nvPr/>
            </p:nvSpPr>
            <p:spPr>
              <a:xfrm>
                <a:off x="54021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4" name=""/>
              <p:cNvSpPr/>
              <p:nvPr/>
            </p:nvSpPr>
            <p:spPr>
              <a:xfrm>
                <a:off x="55263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5" name=""/>
              <p:cNvSpPr/>
              <p:nvPr/>
            </p:nvSpPr>
            <p:spPr>
              <a:xfrm>
                <a:off x="56487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6" name=""/>
              <p:cNvSpPr/>
              <p:nvPr/>
            </p:nvSpPr>
            <p:spPr>
              <a:xfrm>
                <a:off x="58928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7" name=""/>
              <p:cNvSpPr/>
              <p:nvPr/>
            </p:nvSpPr>
            <p:spPr>
              <a:xfrm>
                <a:off x="6015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8" name=""/>
              <p:cNvSpPr/>
              <p:nvPr/>
            </p:nvSpPr>
            <p:spPr>
              <a:xfrm>
                <a:off x="61394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39" name=""/>
              <p:cNvSpPr/>
              <p:nvPr/>
            </p:nvSpPr>
            <p:spPr>
              <a:xfrm>
                <a:off x="62632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0" name=""/>
              <p:cNvSpPr/>
              <p:nvPr/>
            </p:nvSpPr>
            <p:spPr>
              <a:xfrm>
                <a:off x="675252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1" name=""/>
              <p:cNvSpPr/>
              <p:nvPr/>
            </p:nvSpPr>
            <p:spPr>
              <a:xfrm>
                <a:off x="63871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2" name=""/>
              <p:cNvSpPr/>
              <p:nvPr/>
            </p:nvSpPr>
            <p:spPr>
              <a:xfrm>
                <a:off x="65077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3" name=""/>
              <p:cNvSpPr/>
              <p:nvPr/>
            </p:nvSpPr>
            <p:spPr>
              <a:xfrm>
                <a:off x="66301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4" name=""/>
              <p:cNvSpPr/>
              <p:nvPr/>
            </p:nvSpPr>
            <p:spPr>
              <a:xfrm>
                <a:off x="675252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5" name=""/>
              <p:cNvSpPr/>
              <p:nvPr/>
            </p:nvSpPr>
            <p:spPr>
              <a:xfrm>
                <a:off x="68778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6" name=""/>
              <p:cNvSpPr/>
              <p:nvPr/>
            </p:nvSpPr>
            <p:spPr>
              <a:xfrm>
                <a:off x="69984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7" name=""/>
              <p:cNvSpPr/>
              <p:nvPr/>
            </p:nvSpPr>
            <p:spPr>
              <a:xfrm>
                <a:off x="71222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8" name=""/>
              <p:cNvSpPr/>
              <p:nvPr/>
            </p:nvSpPr>
            <p:spPr>
              <a:xfrm>
                <a:off x="7251480" y="1154160"/>
                <a:ext cx="0" cy="47656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49" name=""/>
              <p:cNvSpPr/>
              <p:nvPr/>
            </p:nvSpPr>
            <p:spPr>
              <a:xfrm>
                <a:off x="72514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0" name=""/>
              <p:cNvSpPr/>
              <p:nvPr/>
            </p:nvSpPr>
            <p:spPr>
              <a:xfrm>
                <a:off x="73789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1" name=""/>
              <p:cNvSpPr/>
              <p:nvPr/>
            </p:nvSpPr>
            <p:spPr>
              <a:xfrm>
                <a:off x="74977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2" name=""/>
              <p:cNvSpPr/>
              <p:nvPr/>
            </p:nvSpPr>
            <p:spPr>
              <a:xfrm>
                <a:off x="76233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3" name=""/>
              <p:cNvSpPr/>
              <p:nvPr/>
            </p:nvSpPr>
            <p:spPr>
              <a:xfrm>
                <a:off x="774396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4" name=""/>
              <p:cNvSpPr/>
              <p:nvPr/>
            </p:nvSpPr>
            <p:spPr>
              <a:xfrm>
                <a:off x="78696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5" name=""/>
              <p:cNvSpPr/>
              <p:nvPr/>
            </p:nvSpPr>
            <p:spPr>
              <a:xfrm>
                <a:off x="79920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6" name=""/>
              <p:cNvSpPr/>
              <p:nvPr/>
            </p:nvSpPr>
            <p:spPr>
              <a:xfrm>
                <a:off x="81140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7" name=""/>
              <p:cNvSpPr/>
              <p:nvPr/>
            </p:nvSpPr>
            <p:spPr>
              <a:xfrm>
                <a:off x="824292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8" name=""/>
              <p:cNvSpPr/>
              <p:nvPr/>
            </p:nvSpPr>
            <p:spPr>
              <a:xfrm>
                <a:off x="83671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59" name=""/>
              <p:cNvSpPr/>
              <p:nvPr/>
            </p:nvSpPr>
            <p:spPr>
              <a:xfrm>
                <a:off x="84891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0" name=""/>
              <p:cNvSpPr/>
              <p:nvPr/>
            </p:nvSpPr>
            <p:spPr>
              <a:xfrm>
                <a:off x="8611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1" name=""/>
              <p:cNvSpPr/>
              <p:nvPr/>
            </p:nvSpPr>
            <p:spPr>
              <a:xfrm>
                <a:off x="429516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2" name=""/>
              <p:cNvSpPr/>
              <p:nvPr/>
            </p:nvSpPr>
            <p:spPr>
              <a:xfrm>
                <a:off x="44172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3" name=""/>
              <p:cNvSpPr/>
              <p:nvPr/>
            </p:nvSpPr>
            <p:spPr>
              <a:xfrm>
                <a:off x="45414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4" name=""/>
              <p:cNvSpPr/>
              <p:nvPr/>
            </p:nvSpPr>
            <p:spPr>
              <a:xfrm>
                <a:off x="46638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5" name=""/>
              <p:cNvSpPr/>
              <p:nvPr/>
            </p:nvSpPr>
            <p:spPr>
              <a:xfrm>
                <a:off x="380124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6" name=""/>
              <p:cNvSpPr/>
              <p:nvPr/>
            </p:nvSpPr>
            <p:spPr>
              <a:xfrm>
                <a:off x="392328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7" name=""/>
              <p:cNvSpPr/>
              <p:nvPr/>
            </p:nvSpPr>
            <p:spPr>
              <a:xfrm>
                <a:off x="40471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8" name=""/>
              <p:cNvSpPr/>
              <p:nvPr/>
            </p:nvSpPr>
            <p:spPr>
              <a:xfrm>
                <a:off x="41695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69" name=""/>
              <p:cNvSpPr/>
              <p:nvPr/>
            </p:nvSpPr>
            <p:spPr>
              <a:xfrm>
                <a:off x="330840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70" name=""/>
              <p:cNvSpPr/>
              <p:nvPr/>
            </p:nvSpPr>
            <p:spPr>
              <a:xfrm>
                <a:off x="343080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71" name=""/>
              <p:cNvSpPr/>
              <p:nvPr/>
            </p:nvSpPr>
            <p:spPr>
              <a:xfrm>
                <a:off x="35546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72" name=""/>
              <p:cNvSpPr/>
              <p:nvPr/>
            </p:nvSpPr>
            <p:spPr>
              <a:xfrm>
                <a:off x="367704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73" name=""/>
              <p:cNvSpPr/>
              <p:nvPr/>
            </p:nvSpPr>
            <p:spPr>
              <a:xfrm>
                <a:off x="2814480" y="11541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74" name=""/>
              <p:cNvSpPr/>
              <p:nvPr/>
            </p:nvSpPr>
            <p:spPr>
              <a:xfrm>
                <a:off x="29365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75" name=""/>
              <p:cNvSpPr/>
              <p:nvPr/>
            </p:nvSpPr>
            <p:spPr>
              <a:xfrm>
                <a:off x="306072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676" name=""/>
              <p:cNvSpPr/>
              <p:nvPr/>
            </p:nvSpPr>
            <p:spPr>
              <a:xfrm>
                <a:off x="3182760" y="1487520"/>
                <a:ext cx="0" cy="44323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5677" name=""/>
            <p:cNvSpPr/>
            <p:nvPr/>
          </p:nvSpPr>
          <p:spPr>
            <a:xfrm>
              <a:off x="2814480" y="1484280"/>
              <a:ext cx="592452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678" name=""/>
            <p:cNvSpPr/>
            <p:nvPr/>
          </p:nvSpPr>
          <p:spPr>
            <a:xfrm>
              <a:off x="480420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679" name=""/>
            <p:cNvSpPr/>
            <p:nvPr/>
          </p:nvSpPr>
          <p:spPr>
            <a:xfrm>
              <a:off x="492660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680" name=""/>
            <p:cNvSpPr/>
            <p:nvPr/>
          </p:nvSpPr>
          <p:spPr>
            <a:xfrm>
              <a:off x="504900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681" name=""/>
            <p:cNvSpPr/>
            <p:nvPr/>
          </p:nvSpPr>
          <p:spPr>
            <a:xfrm>
              <a:off x="517284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682" name=""/>
            <p:cNvSpPr/>
            <p:nvPr/>
          </p:nvSpPr>
          <p:spPr>
            <a:xfrm>
              <a:off x="4812840" y="1264680"/>
              <a:ext cx="44208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683" name=""/>
            <p:cNvSpPr/>
            <p:nvPr/>
          </p:nvSpPr>
          <p:spPr>
            <a:xfrm>
              <a:off x="529524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684" name=""/>
            <p:cNvSpPr/>
            <p:nvPr/>
          </p:nvSpPr>
          <p:spPr>
            <a:xfrm>
              <a:off x="541728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685" name=""/>
            <p:cNvSpPr/>
            <p:nvPr/>
          </p:nvSpPr>
          <p:spPr>
            <a:xfrm>
              <a:off x="553968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686" name=""/>
            <p:cNvSpPr/>
            <p:nvPr/>
          </p:nvSpPr>
          <p:spPr>
            <a:xfrm>
              <a:off x="566352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687" name=""/>
            <p:cNvSpPr/>
            <p:nvPr/>
          </p:nvSpPr>
          <p:spPr>
            <a:xfrm>
              <a:off x="5303520" y="1264680"/>
              <a:ext cx="44208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688" name=""/>
            <p:cNvSpPr/>
            <p:nvPr/>
          </p:nvSpPr>
          <p:spPr>
            <a:xfrm>
              <a:off x="578592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689" name=""/>
            <p:cNvSpPr/>
            <p:nvPr/>
          </p:nvSpPr>
          <p:spPr>
            <a:xfrm>
              <a:off x="5906520" y="1585440"/>
              <a:ext cx="968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690" name=""/>
            <p:cNvSpPr/>
            <p:nvPr/>
          </p:nvSpPr>
          <p:spPr>
            <a:xfrm>
              <a:off x="603036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691" name=""/>
            <p:cNvSpPr/>
            <p:nvPr/>
          </p:nvSpPr>
          <p:spPr>
            <a:xfrm>
              <a:off x="6152760" y="1585440"/>
              <a:ext cx="972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692" name=""/>
            <p:cNvSpPr/>
            <p:nvPr/>
          </p:nvSpPr>
          <p:spPr>
            <a:xfrm>
              <a:off x="5794200" y="1264680"/>
              <a:ext cx="44208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693" name=""/>
            <p:cNvSpPr/>
            <p:nvPr/>
          </p:nvSpPr>
          <p:spPr>
            <a:xfrm>
              <a:off x="627840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694" name=""/>
            <p:cNvSpPr/>
            <p:nvPr/>
          </p:nvSpPr>
          <p:spPr>
            <a:xfrm>
              <a:off x="640080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695" name=""/>
            <p:cNvSpPr/>
            <p:nvPr/>
          </p:nvSpPr>
          <p:spPr>
            <a:xfrm>
              <a:off x="652464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696" name=""/>
            <p:cNvSpPr/>
            <p:nvPr/>
          </p:nvSpPr>
          <p:spPr>
            <a:xfrm>
              <a:off x="6643440" y="1585440"/>
              <a:ext cx="986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697" name=""/>
            <p:cNvSpPr/>
            <p:nvPr/>
          </p:nvSpPr>
          <p:spPr>
            <a:xfrm>
              <a:off x="6284880" y="1264680"/>
              <a:ext cx="44388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698" name=""/>
            <p:cNvSpPr/>
            <p:nvPr/>
          </p:nvSpPr>
          <p:spPr>
            <a:xfrm>
              <a:off x="676944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699" name=""/>
            <p:cNvSpPr/>
            <p:nvPr/>
          </p:nvSpPr>
          <p:spPr>
            <a:xfrm>
              <a:off x="6889680" y="1585440"/>
              <a:ext cx="954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700" name=""/>
            <p:cNvSpPr/>
            <p:nvPr/>
          </p:nvSpPr>
          <p:spPr>
            <a:xfrm>
              <a:off x="701388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701" name=""/>
            <p:cNvSpPr/>
            <p:nvPr/>
          </p:nvSpPr>
          <p:spPr>
            <a:xfrm>
              <a:off x="7134480" y="1585440"/>
              <a:ext cx="972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702" name=""/>
            <p:cNvSpPr/>
            <p:nvPr/>
          </p:nvSpPr>
          <p:spPr>
            <a:xfrm>
              <a:off x="6775560" y="1264680"/>
              <a:ext cx="44388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703" name=""/>
            <p:cNvSpPr/>
            <p:nvPr/>
          </p:nvSpPr>
          <p:spPr>
            <a:xfrm>
              <a:off x="7266600" y="1585440"/>
              <a:ext cx="972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704" name=""/>
            <p:cNvSpPr/>
            <p:nvPr/>
          </p:nvSpPr>
          <p:spPr>
            <a:xfrm>
              <a:off x="7388640" y="1585440"/>
              <a:ext cx="954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705" name=""/>
            <p:cNvSpPr/>
            <p:nvPr/>
          </p:nvSpPr>
          <p:spPr>
            <a:xfrm>
              <a:off x="751284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706" name=""/>
            <p:cNvSpPr/>
            <p:nvPr/>
          </p:nvSpPr>
          <p:spPr>
            <a:xfrm>
              <a:off x="7635240" y="1585440"/>
              <a:ext cx="932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707" name=""/>
            <p:cNvSpPr/>
            <p:nvPr/>
          </p:nvSpPr>
          <p:spPr>
            <a:xfrm>
              <a:off x="7274880" y="1264680"/>
              <a:ext cx="44388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708" name=""/>
            <p:cNvSpPr/>
            <p:nvPr/>
          </p:nvSpPr>
          <p:spPr>
            <a:xfrm>
              <a:off x="775908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709" name=""/>
            <p:cNvSpPr/>
            <p:nvPr/>
          </p:nvSpPr>
          <p:spPr>
            <a:xfrm>
              <a:off x="788148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710" name=""/>
            <p:cNvSpPr/>
            <p:nvPr/>
          </p:nvSpPr>
          <p:spPr>
            <a:xfrm>
              <a:off x="8005320" y="1585440"/>
              <a:ext cx="9216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711" name=""/>
            <p:cNvSpPr/>
            <p:nvPr/>
          </p:nvSpPr>
          <p:spPr>
            <a:xfrm>
              <a:off x="8127720" y="1585440"/>
              <a:ext cx="9216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712" name=""/>
            <p:cNvSpPr/>
            <p:nvPr/>
          </p:nvSpPr>
          <p:spPr>
            <a:xfrm>
              <a:off x="7769160" y="1264680"/>
              <a:ext cx="44208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713" name=""/>
            <p:cNvSpPr/>
            <p:nvPr/>
          </p:nvSpPr>
          <p:spPr>
            <a:xfrm>
              <a:off x="825840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714" name=""/>
            <p:cNvSpPr/>
            <p:nvPr/>
          </p:nvSpPr>
          <p:spPr>
            <a:xfrm>
              <a:off x="8382240" y="1585440"/>
              <a:ext cx="954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715" name=""/>
            <p:cNvSpPr/>
            <p:nvPr/>
          </p:nvSpPr>
          <p:spPr>
            <a:xfrm>
              <a:off x="850284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716" name=""/>
            <p:cNvSpPr/>
            <p:nvPr/>
          </p:nvSpPr>
          <p:spPr>
            <a:xfrm>
              <a:off x="862668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717" name=""/>
            <p:cNvSpPr/>
            <p:nvPr/>
          </p:nvSpPr>
          <p:spPr>
            <a:xfrm>
              <a:off x="8265240" y="1264680"/>
              <a:ext cx="44676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718" name=""/>
            <p:cNvSpPr/>
            <p:nvPr/>
          </p:nvSpPr>
          <p:spPr>
            <a:xfrm>
              <a:off x="4308480" y="1585440"/>
              <a:ext cx="972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719" name=""/>
            <p:cNvSpPr/>
            <p:nvPr/>
          </p:nvSpPr>
          <p:spPr>
            <a:xfrm>
              <a:off x="443232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720" name=""/>
            <p:cNvSpPr/>
            <p:nvPr/>
          </p:nvSpPr>
          <p:spPr>
            <a:xfrm>
              <a:off x="455472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721" name=""/>
            <p:cNvSpPr/>
            <p:nvPr/>
          </p:nvSpPr>
          <p:spPr>
            <a:xfrm>
              <a:off x="467856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722" name=""/>
            <p:cNvSpPr/>
            <p:nvPr/>
          </p:nvSpPr>
          <p:spPr>
            <a:xfrm>
              <a:off x="4317120" y="1264680"/>
              <a:ext cx="44352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723" name=""/>
            <p:cNvSpPr/>
            <p:nvPr/>
          </p:nvSpPr>
          <p:spPr>
            <a:xfrm>
              <a:off x="3816000" y="1585440"/>
              <a:ext cx="954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724" name=""/>
            <p:cNvSpPr/>
            <p:nvPr/>
          </p:nvSpPr>
          <p:spPr>
            <a:xfrm>
              <a:off x="3938400" y="1585440"/>
              <a:ext cx="954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725" name=""/>
            <p:cNvSpPr/>
            <p:nvPr/>
          </p:nvSpPr>
          <p:spPr>
            <a:xfrm>
              <a:off x="4060440" y="1585440"/>
              <a:ext cx="954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726" name=""/>
            <p:cNvSpPr/>
            <p:nvPr/>
          </p:nvSpPr>
          <p:spPr>
            <a:xfrm>
              <a:off x="418428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727" name=""/>
            <p:cNvSpPr/>
            <p:nvPr/>
          </p:nvSpPr>
          <p:spPr>
            <a:xfrm>
              <a:off x="3822840" y="1264680"/>
              <a:ext cx="44532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728" name=""/>
            <p:cNvSpPr/>
            <p:nvPr/>
          </p:nvSpPr>
          <p:spPr>
            <a:xfrm>
              <a:off x="3321720" y="1585440"/>
              <a:ext cx="972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729" name=""/>
            <p:cNvSpPr/>
            <p:nvPr/>
          </p:nvSpPr>
          <p:spPr>
            <a:xfrm>
              <a:off x="344592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730" name=""/>
            <p:cNvSpPr/>
            <p:nvPr/>
          </p:nvSpPr>
          <p:spPr>
            <a:xfrm>
              <a:off x="356832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731" name=""/>
            <p:cNvSpPr/>
            <p:nvPr/>
          </p:nvSpPr>
          <p:spPr>
            <a:xfrm>
              <a:off x="369216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732" name=""/>
            <p:cNvSpPr/>
            <p:nvPr/>
          </p:nvSpPr>
          <p:spPr>
            <a:xfrm>
              <a:off x="3330360" y="1264680"/>
              <a:ext cx="44352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5733" name=""/>
            <p:cNvSpPr/>
            <p:nvPr/>
          </p:nvSpPr>
          <p:spPr>
            <a:xfrm>
              <a:off x="282960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1</a:t>
              </a:r>
              <a:endParaRPr b="0" lang="en-US" sz="1000" spc="-1" strike="noStrike">
                <a:solidFill>
                  <a:srgbClr val="000000"/>
                </a:solidFill>
                <a:latin typeface="Times New Roman"/>
              </a:endParaRPr>
            </a:p>
          </p:txBody>
        </p:sp>
        <p:sp>
          <p:nvSpPr>
            <p:cNvPr id="5734" name=""/>
            <p:cNvSpPr/>
            <p:nvPr/>
          </p:nvSpPr>
          <p:spPr>
            <a:xfrm>
              <a:off x="295164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2</a:t>
              </a:r>
              <a:endParaRPr b="0" lang="en-US" sz="1000" spc="-1" strike="noStrike">
                <a:solidFill>
                  <a:srgbClr val="000000"/>
                </a:solidFill>
                <a:latin typeface="Times New Roman"/>
              </a:endParaRPr>
            </a:p>
          </p:txBody>
        </p:sp>
        <p:sp>
          <p:nvSpPr>
            <p:cNvPr id="5735" name=""/>
            <p:cNvSpPr/>
            <p:nvPr/>
          </p:nvSpPr>
          <p:spPr>
            <a:xfrm>
              <a:off x="3074040" y="1585440"/>
              <a:ext cx="9504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3</a:t>
              </a:r>
              <a:endParaRPr b="0" lang="en-US" sz="1000" spc="-1" strike="noStrike">
                <a:solidFill>
                  <a:srgbClr val="000000"/>
                </a:solidFill>
                <a:latin typeface="Times New Roman"/>
              </a:endParaRPr>
            </a:p>
          </p:txBody>
        </p:sp>
        <p:sp>
          <p:nvSpPr>
            <p:cNvPr id="5736" name=""/>
            <p:cNvSpPr/>
            <p:nvPr/>
          </p:nvSpPr>
          <p:spPr>
            <a:xfrm>
              <a:off x="3197880" y="1585440"/>
              <a:ext cx="9360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4</a:t>
              </a:r>
              <a:endParaRPr b="0" lang="en-US" sz="1000" spc="-1" strike="noStrike">
                <a:solidFill>
                  <a:srgbClr val="000000"/>
                </a:solidFill>
                <a:latin typeface="Times New Roman"/>
              </a:endParaRPr>
            </a:p>
          </p:txBody>
        </p:sp>
        <p:sp>
          <p:nvSpPr>
            <p:cNvPr id="5737" name=""/>
            <p:cNvSpPr/>
            <p:nvPr/>
          </p:nvSpPr>
          <p:spPr>
            <a:xfrm>
              <a:off x="2836440" y="1264680"/>
              <a:ext cx="445320" cy="15300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grpSp>
      <p:sp>
        <p:nvSpPr>
          <p:cNvPr id="3" name="PlaceHolder 2"/>
          <p:cNvSpPr>
            <a:spLocks noGrp="1"/>
          </p:cNvSpPr>
          <p:nvPr>
            <p:ph type="sldNum" idx="2"/>
          </p:nvPr>
        </p:nvSpPr>
        <p:spPr/>
        <p:txBody>
          <a:bodyPr/>
          <a:p>
            <a:fld id="{B668C571-975D-489F-A827-FE4A49BC7089}" type="slidenum">
              <a:t>262</a:t>
            </a:fld>
          </a:p>
        </p:txBody>
      </p:sp>
    </p:spTree>
  </p:cSld>
  <mc:AlternateContent>
    <mc:Choice Requires="p14">
      <p:transition spd="slow" p14:dur="2000"/>
    </mc:Choice>
    <mc:Fallback>
      <p:transition spd="slow"/>
    </mc:Fallback>
  </mc:AlternateContent>
</p:sld>
</file>

<file path=ppt/slides/slide2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38"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73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740"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741" name=""/>
          <p:cNvSpPr/>
          <p:nvPr/>
        </p:nvSpPr>
        <p:spPr>
          <a:xfrm>
            <a:off x="565200" y="1541880"/>
            <a:ext cx="246204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742" name=""/>
          <p:cNvSpPr/>
          <p:nvPr/>
        </p:nvSpPr>
        <p:spPr>
          <a:xfrm>
            <a:off x="565200" y="2000160"/>
            <a:ext cx="24620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743" name=""/>
          <p:cNvSpPr/>
          <p:nvPr/>
        </p:nvSpPr>
        <p:spPr>
          <a:xfrm>
            <a:off x="565200" y="3222720"/>
            <a:ext cx="24620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744" name=""/>
          <p:cNvSpPr/>
          <p:nvPr/>
        </p:nvSpPr>
        <p:spPr>
          <a:xfrm>
            <a:off x="565200" y="4444920"/>
            <a:ext cx="246204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745" name=""/>
          <p:cNvSpPr/>
          <p:nvPr/>
        </p:nvSpPr>
        <p:spPr>
          <a:xfrm>
            <a:off x="438120" y="1886040"/>
            <a:ext cx="80503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46" name=""/>
          <p:cNvSpPr/>
          <p:nvPr/>
        </p:nvSpPr>
        <p:spPr>
          <a:xfrm>
            <a:off x="444600" y="1197000"/>
            <a:ext cx="804384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747" name=""/>
          <p:cNvSpPr/>
          <p:nvPr/>
        </p:nvSpPr>
        <p:spPr>
          <a:xfrm>
            <a:off x="3564000" y="1555920"/>
            <a:ext cx="492444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748" name=""/>
          <p:cNvSpPr/>
          <p:nvPr/>
        </p:nvSpPr>
        <p:spPr>
          <a:xfrm>
            <a:off x="3568680" y="119376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49" name=""/>
          <p:cNvSpPr/>
          <p:nvPr/>
        </p:nvSpPr>
        <p:spPr>
          <a:xfrm>
            <a:off x="3616200" y="1597320"/>
            <a:ext cx="32076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1</a:t>
            </a:r>
            <a:endParaRPr b="0" lang="en-US" sz="1600" spc="-1" strike="noStrike">
              <a:solidFill>
                <a:srgbClr val="000000"/>
              </a:solidFill>
              <a:latin typeface="Times New Roman"/>
            </a:endParaRPr>
          </a:p>
        </p:txBody>
      </p:sp>
      <p:sp>
        <p:nvSpPr>
          <p:cNvPr id="5750" name=""/>
          <p:cNvSpPr/>
          <p:nvPr/>
        </p:nvSpPr>
        <p:spPr>
          <a:xfrm>
            <a:off x="4027320" y="1597320"/>
            <a:ext cx="31752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2</a:t>
            </a:r>
            <a:endParaRPr b="0" lang="en-US" sz="1600" spc="-1" strike="noStrike">
              <a:solidFill>
                <a:srgbClr val="000000"/>
              </a:solidFill>
              <a:latin typeface="Times New Roman"/>
            </a:endParaRPr>
          </a:p>
        </p:txBody>
      </p:sp>
      <p:sp>
        <p:nvSpPr>
          <p:cNvPr id="5751" name=""/>
          <p:cNvSpPr/>
          <p:nvPr/>
        </p:nvSpPr>
        <p:spPr>
          <a:xfrm>
            <a:off x="4435560" y="1597320"/>
            <a:ext cx="32076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3</a:t>
            </a:r>
            <a:endParaRPr b="0" lang="en-US" sz="1600" spc="-1" strike="noStrike">
              <a:solidFill>
                <a:srgbClr val="000000"/>
              </a:solidFill>
              <a:latin typeface="Times New Roman"/>
            </a:endParaRPr>
          </a:p>
        </p:txBody>
      </p:sp>
      <p:sp>
        <p:nvSpPr>
          <p:cNvPr id="5752" name=""/>
          <p:cNvSpPr/>
          <p:nvPr/>
        </p:nvSpPr>
        <p:spPr>
          <a:xfrm>
            <a:off x="4844880" y="1597320"/>
            <a:ext cx="32076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4</a:t>
            </a:r>
            <a:endParaRPr b="0" lang="en-US" sz="1600" spc="-1" strike="noStrike">
              <a:solidFill>
                <a:srgbClr val="000000"/>
              </a:solidFill>
              <a:latin typeface="Times New Roman"/>
            </a:endParaRPr>
          </a:p>
        </p:txBody>
      </p:sp>
      <p:sp>
        <p:nvSpPr>
          <p:cNvPr id="5753" name=""/>
          <p:cNvSpPr/>
          <p:nvPr/>
        </p:nvSpPr>
        <p:spPr>
          <a:xfrm>
            <a:off x="5254560" y="1597320"/>
            <a:ext cx="32076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5</a:t>
            </a:r>
            <a:endParaRPr b="0" lang="en-US" sz="1600" spc="-1" strike="noStrike">
              <a:solidFill>
                <a:srgbClr val="000000"/>
              </a:solidFill>
              <a:latin typeface="Times New Roman"/>
            </a:endParaRPr>
          </a:p>
        </p:txBody>
      </p:sp>
      <p:sp>
        <p:nvSpPr>
          <p:cNvPr id="5754" name=""/>
          <p:cNvSpPr/>
          <p:nvPr/>
        </p:nvSpPr>
        <p:spPr>
          <a:xfrm>
            <a:off x="5662440" y="1597320"/>
            <a:ext cx="32256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6</a:t>
            </a:r>
            <a:endParaRPr b="0" lang="en-US" sz="1600" spc="-1" strike="noStrike">
              <a:solidFill>
                <a:srgbClr val="000000"/>
              </a:solidFill>
              <a:latin typeface="Times New Roman"/>
            </a:endParaRPr>
          </a:p>
        </p:txBody>
      </p:sp>
      <p:sp>
        <p:nvSpPr>
          <p:cNvPr id="5755" name=""/>
          <p:cNvSpPr/>
          <p:nvPr/>
        </p:nvSpPr>
        <p:spPr>
          <a:xfrm>
            <a:off x="6073920" y="1597320"/>
            <a:ext cx="31752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7</a:t>
            </a:r>
            <a:endParaRPr b="0" lang="en-US" sz="1600" spc="-1" strike="noStrike">
              <a:solidFill>
                <a:srgbClr val="000000"/>
              </a:solidFill>
              <a:latin typeface="Times New Roman"/>
            </a:endParaRPr>
          </a:p>
        </p:txBody>
      </p:sp>
      <p:sp>
        <p:nvSpPr>
          <p:cNvPr id="5756" name=""/>
          <p:cNvSpPr/>
          <p:nvPr/>
        </p:nvSpPr>
        <p:spPr>
          <a:xfrm>
            <a:off x="6483240" y="1597320"/>
            <a:ext cx="32076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8</a:t>
            </a:r>
            <a:endParaRPr b="0" lang="en-US" sz="1600" spc="-1" strike="noStrike">
              <a:solidFill>
                <a:srgbClr val="000000"/>
              </a:solidFill>
              <a:latin typeface="Times New Roman"/>
            </a:endParaRPr>
          </a:p>
        </p:txBody>
      </p:sp>
      <p:sp>
        <p:nvSpPr>
          <p:cNvPr id="5757" name=""/>
          <p:cNvSpPr/>
          <p:nvPr/>
        </p:nvSpPr>
        <p:spPr>
          <a:xfrm>
            <a:off x="3745080" y="1252800"/>
            <a:ext cx="455760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nvGrpSpPr>
          <p:cNvPr id="5758" name=""/>
          <p:cNvGrpSpPr/>
          <p:nvPr/>
        </p:nvGrpSpPr>
        <p:grpSpPr>
          <a:xfrm>
            <a:off x="3981600" y="1562040"/>
            <a:ext cx="4092480" cy="4422960"/>
            <a:chOff x="3981600" y="1562040"/>
            <a:chExt cx="4092480" cy="4422960"/>
          </a:xfrm>
        </p:grpSpPr>
        <p:sp>
          <p:nvSpPr>
            <p:cNvPr id="5759" name=""/>
            <p:cNvSpPr/>
            <p:nvPr/>
          </p:nvSpPr>
          <p:spPr>
            <a:xfrm>
              <a:off x="520704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0" name=""/>
            <p:cNvSpPr/>
            <p:nvPr/>
          </p:nvSpPr>
          <p:spPr>
            <a:xfrm>
              <a:off x="398160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1" name=""/>
            <p:cNvSpPr/>
            <p:nvPr/>
          </p:nvSpPr>
          <p:spPr>
            <a:xfrm>
              <a:off x="438948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2" name=""/>
            <p:cNvSpPr/>
            <p:nvPr/>
          </p:nvSpPr>
          <p:spPr>
            <a:xfrm>
              <a:off x="479916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3" name=""/>
            <p:cNvSpPr/>
            <p:nvPr/>
          </p:nvSpPr>
          <p:spPr>
            <a:xfrm>
              <a:off x="684540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4" name=""/>
            <p:cNvSpPr/>
            <p:nvPr/>
          </p:nvSpPr>
          <p:spPr>
            <a:xfrm>
              <a:off x="561960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5" name=""/>
            <p:cNvSpPr/>
            <p:nvPr/>
          </p:nvSpPr>
          <p:spPr>
            <a:xfrm>
              <a:off x="602784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6" name=""/>
            <p:cNvSpPr/>
            <p:nvPr/>
          </p:nvSpPr>
          <p:spPr>
            <a:xfrm>
              <a:off x="643716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7" name=""/>
            <p:cNvSpPr/>
            <p:nvPr/>
          </p:nvSpPr>
          <p:spPr>
            <a:xfrm>
              <a:off x="725652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8" name=""/>
            <p:cNvSpPr/>
            <p:nvPr/>
          </p:nvSpPr>
          <p:spPr>
            <a:xfrm>
              <a:off x="766620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69" name=""/>
            <p:cNvSpPr/>
            <p:nvPr/>
          </p:nvSpPr>
          <p:spPr>
            <a:xfrm>
              <a:off x="8074080" y="1562040"/>
              <a:ext cx="0" cy="442296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5770" name=""/>
          <p:cNvSpPr/>
          <p:nvPr/>
        </p:nvSpPr>
        <p:spPr>
          <a:xfrm>
            <a:off x="6889680" y="1597320"/>
            <a:ext cx="32076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9</a:t>
            </a:r>
            <a:endParaRPr b="0" lang="en-US" sz="1600" spc="-1" strike="noStrike">
              <a:solidFill>
                <a:srgbClr val="000000"/>
              </a:solidFill>
              <a:latin typeface="Times New Roman"/>
            </a:endParaRPr>
          </a:p>
        </p:txBody>
      </p:sp>
      <p:sp>
        <p:nvSpPr>
          <p:cNvPr id="5771" name=""/>
          <p:cNvSpPr/>
          <p:nvPr/>
        </p:nvSpPr>
        <p:spPr>
          <a:xfrm>
            <a:off x="7300800" y="1597320"/>
            <a:ext cx="32076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10</a:t>
            </a:r>
            <a:endParaRPr b="0" lang="en-US" sz="1600" spc="-1" strike="noStrike">
              <a:solidFill>
                <a:srgbClr val="000000"/>
              </a:solidFill>
              <a:latin typeface="Times New Roman"/>
            </a:endParaRPr>
          </a:p>
        </p:txBody>
      </p:sp>
      <p:sp>
        <p:nvSpPr>
          <p:cNvPr id="5772" name=""/>
          <p:cNvSpPr/>
          <p:nvPr/>
        </p:nvSpPr>
        <p:spPr>
          <a:xfrm>
            <a:off x="7709040" y="1597320"/>
            <a:ext cx="32040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11</a:t>
            </a:r>
            <a:endParaRPr b="0" lang="en-US" sz="1600" spc="-1" strike="noStrike">
              <a:solidFill>
                <a:srgbClr val="000000"/>
              </a:solidFill>
              <a:latin typeface="Times New Roman"/>
            </a:endParaRPr>
          </a:p>
        </p:txBody>
      </p:sp>
      <p:sp>
        <p:nvSpPr>
          <p:cNvPr id="5773" name=""/>
          <p:cNvSpPr/>
          <p:nvPr/>
        </p:nvSpPr>
        <p:spPr>
          <a:xfrm>
            <a:off x="8121600" y="1597320"/>
            <a:ext cx="32076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12</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34B50E9A-EA0F-4258-8487-E6E1F8DCD5CC}" type="slidenum">
              <a:t>263</a:t>
            </a:fld>
          </a:p>
        </p:txBody>
      </p:sp>
    </p:spTree>
  </p:cSld>
  <mc:AlternateContent>
    <mc:Choice Requires="p14">
      <p:transition spd="slow" p14:dur="2000"/>
    </mc:Choice>
    <mc:Fallback>
      <p:transition spd="slow"/>
    </mc:Fallback>
  </mc:AlternateContent>
</p:sld>
</file>

<file path=ppt/slides/slide2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77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77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776"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5777" name=""/>
          <p:cNvSpPr/>
          <p:nvPr/>
        </p:nvSpPr>
        <p:spPr>
          <a:xfrm>
            <a:off x="257040" y="1636200"/>
            <a:ext cx="246240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778" name=""/>
          <p:cNvSpPr/>
          <p:nvPr/>
        </p:nvSpPr>
        <p:spPr>
          <a:xfrm>
            <a:off x="257040" y="2033640"/>
            <a:ext cx="246240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779" name=""/>
          <p:cNvSpPr/>
          <p:nvPr/>
        </p:nvSpPr>
        <p:spPr>
          <a:xfrm>
            <a:off x="257040" y="3255840"/>
            <a:ext cx="246240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780" name=""/>
          <p:cNvSpPr/>
          <p:nvPr/>
        </p:nvSpPr>
        <p:spPr>
          <a:xfrm>
            <a:off x="257040" y="4478400"/>
            <a:ext cx="2462400" cy="1832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nvGrpSpPr>
          <p:cNvPr id="5781" name=""/>
          <p:cNvGrpSpPr/>
          <p:nvPr/>
        </p:nvGrpSpPr>
        <p:grpSpPr>
          <a:xfrm>
            <a:off x="130320" y="1230480"/>
            <a:ext cx="8608680" cy="4781520"/>
            <a:chOff x="130320" y="1230480"/>
            <a:chExt cx="8608680" cy="4781520"/>
          </a:xfrm>
        </p:grpSpPr>
        <p:sp>
          <p:nvSpPr>
            <p:cNvPr id="5782" name=""/>
            <p:cNvSpPr/>
            <p:nvPr/>
          </p:nvSpPr>
          <p:spPr>
            <a:xfrm>
              <a:off x="130320" y="1919160"/>
              <a:ext cx="86086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83" name=""/>
            <p:cNvSpPr/>
            <p:nvPr/>
          </p:nvSpPr>
          <p:spPr>
            <a:xfrm>
              <a:off x="136800" y="1230480"/>
              <a:ext cx="8602200" cy="478152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5784" name=""/>
          <p:cNvSpPr/>
          <p:nvPr/>
        </p:nvSpPr>
        <p:spPr>
          <a:xfrm>
            <a:off x="3117960" y="1589040"/>
            <a:ext cx="280800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785" name=""/>
          <p:cNvSpPr/>
          <p:nvPr/>
        </p:nvSpPr>
        <p:spPr>
          <a:xfrm>
            <a:off x="3121200" y="122724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86" name=""/>
          <p:cNvSpPr/>
          <p:nvPr/>
        </p:nvSpPr>
        <p:spPr>
          <a:xfrm>
            <a:off x="3146400" y="1659960"/>
            <a:ext cx="184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787" name=""/>
          <p:cNvSpPr/>
          <p:nvPr/>
        </p:nvSpPr>
        <p:spPr>
          <a:xfrm>
            <a:off x="3382920" y="165996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788" name=""/>
          <p:cNvSpPr/>
          <p:nvPr/>
        </p:nvSpPr>
        <p:spPr>
          <a:xfrm>
            <a:off x="3614760" y="1659960"/>
            <a:ext cx="182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789" name=""/>
          <p:cNvSpPr/>
          <p:nvPr/>
        </p:nvSpPr>
        <p:spPr>
          <a:xfrm>
            <a:off x="3848040" y="1659960"/>
            <a:ext cx="182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790" name=""/>
          <p:cNvSpPr/>
          <p:nvPr/>
        </p:nvSpPr>
        <p:spPr>
          <a:xfrm>
            <a:off x="4081320" y="1659960"/>
            <a:ext cx="184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5</a:t>
            </a:r>
            <a:endParaRPr b="0" lang="en-US" sz="1200" spc="-1" strike="noStrike">
              <a:solidFill>
                <a:srgbClr val="000000"/>
              </a:solidFill>
              <a:latin typeface="Times New Roman"/>
            </a:endParaRPr>
          </a:p>
        </p:txBody>
      </p:sp>
      <p:sp>
        <p:nvSpPr>
          <p:cNvPr id="5791" name=""/>
          <p:cNvSpPr/>
          <p:nvPr/>
        </p:nvSpPr>
        <p:spPr>
          <a:xfrm>
            <a:off x="4314960" y="1659960"/>
            <a:ext cx="183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6</a:t>
            </a:r>
            <a:endParaRPr b="0" lang="en-US" sz="1200" spc="-1" strike="noStrike">
              <a:solidFill>
                <a:srgbClr val="000000"/>
              </a:solidFill>
              <a:latin typeface="Times New Roman"/>
            </a:endParaRPr>
          </a:p>
        </p:txBody>
      </p:sp>
      <p:sp>
        <p:nvSpPr>
          <p:cNvPr id="5792" name=""/>
          <p:cNvSpPr/>
          <p:nvPr/>
        </p:nvSpPr>
        <p:spPr>
          <a:xfrm>
            <a:off x="4549680" y="1659960"/>
            <a:ext cx="1796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7</a:t>
            </a:r>
            <a:endParaRPr b="0" lang="en-US" sz="1200" spc="-1" strike="noStrike">
              <a:solidFill>
                <a:srgbClr val="000000"/>
              </a:solidFill>
              <a:latin typeface="Times New Roman"/>
            </a:endParaRPr>
          </a:p>
        </p:txBody>
      </p:sp>
      <p:sp>
        <p:nvSpPr>
          <p:cNvPr id="5793" name=""/>
          <p:cNvSpPr/>
          <p:nvPr/>
        </p:nvSpPr>
        <p:spPr>
          <a:xfrm>
            <a:off x="4782960" y="1659960"/>
            <a:ext cx="182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8</a:t>
            </a:r>
            <a:endParaRPr b="0" lang="en-US" sz="1200" spc="-1" strike="noStrike">
              <a:solidFill>
                <a:srgbClr val="000000"/>
              </a:solidFill>
              <a:latin typeface="Times New Roman"/>
            </a:endParaRPr>
          </a:p>
        </p:txBody>
      </p:sp>
      <p:sp>
        <p:nvSpPr>
          <p:cNvPr id="5794" name=""/>
          <p:cNvSpPr/>
          <p:nvPr/>
        </p:nvSpPr>
        <p:spPr>
          <a:xfrm>
            <a:off x="3220920" y="1315440"/>
            <a:ext cx="2598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795" name=""/>
          <p:cNvSpPr/>
          <p:nvPr/>
        </p:nvSpPr>
        <p:spPr>
          <a:xfrm>
            <a:off x="405432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96" name=""/>
          <p:cNvSpPr/>
          <p:nvPr/>
        </p:nvSpPr>
        <p:spPr>
          <a:xfrm>
            <a:off x="335592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97" name=""/>
          <p:cNvSpPr/>
          <p:nvPr/>
        </p:nvSpPr>
        <p:spPr>
          <a:xfrm>
            <a:off x="358920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98" name=""/>
          <p:cNvSpPr/>
          <p:nvPr/>
        </p:nvSpPr>
        <p:spPr>
          <a:xfrm>
            <a:off x="382284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799" name=""/>
          <p:cNvSpPr/>
          <p:nvPr/>
        </p:nvSpPr>
        <p:spPr>
          <a:xfrm>
            <a:off x="498960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00" name=""/>
          <p:cNvSpPr/>
          <p:nvPr/>
        </p:nvSpPr>
        <p:spPr>
          <a:xfrm>
            <a:off x="428940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01" name=""/>
          <p:cNvSpPr/>
          <p:nvPr/>
        </p:nvSpPr>
        <p:spPr>
          <a:xfrm>
            <a:off x="452268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02" name=""/>
          <p:cNvSpPr/>
          <p:nvPr/>
        </p:nvSpPr>
        <p:spPr>
          <a:xfrm>
            <a:off x="475632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03" name=""/>
          <p:cNvSpPr/>
          <p:nvPr/>
        </p:nvSpPr>
        <p:spPr>
          <a:xfrm>
            <a:off x="522288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04" name=""/>
          <p:cNvSpPr/>
          <p:nvPr/>
        </p:nvSpPr>
        <p:spPr>
          <a:xfrm>
            <a:off x="545616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05" name=""/>
          <p:cNvSpPr/>
          <p:nvPr/>
        </p:nvSpPr>
        <p:spPr>
          <a:xfrm>
            <a:off x="568944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06" name=""/>
          <p:cNvSpPr/>
          <p:nvPr/>
        </p:nvSpPr>
        <p:spPr>
          <a:xfrm>
            <a:off x="5014800" y="1659960"/>
            <a:ext cx="182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9</a:t>
            </a:r>
            <a:endParaRPr b="0" lang="en-US" sz="1200" spc="-1" strike="noStrike">
              <a:solidFill>
                <a:srgbClr val="000000"/>
              </a:solidFill>
              <a:latin typeface="Times New Roman"/>
            </a:endParaRPr>
          </a:p>
        </p:txBody>
      </p:sp>
      <p:sp>
        <p:nvSpPr>
          <p:cNvPr id="5807" name=""/>
          <p:cNvSpPr/>
          <p:nvPr/>
        </p:nvSpPr>
        <p:spPr>
          <a:xfrm>
            <a:off x="5248440" y="1659960"/>
            <a:ext cx="183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10</a:t>
            </a:r>
            <a:endParaRPr b="0" lang="en-US" sz="1200" spc="-1" strike="noStrike">
              <a:solidFill>
                <a:srgbClr val="000000"/>
              </a:solidFill>
              <a:latin typeface="Times New Roman"/>
            </a:endParaRPr>
          </a:p>
        </p:txBody>
      </p:sp>
      <p:sp>
        <p:nvSpPr>
          <p:cNvPr id="5808" name=""/>
          <p:cNvSpPr/>
          <p:nvPr/>
        </p:nvSpPr>
        <p:spPr>
          <a:xfrm>
            <a:off x="5478480" y="165996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11</a:t>
            </a:r>
            <a:endParaRPr b="0" lang="en-US" sz="1200" spc="-1" strike="noStrike">
              <a:solidFill>
                <a:srgbClr val="000000"/>
              </a:solidFill>
              <a:latin typeface="Times New Roman"/>
            </a:endParaRPr>
          </a:p>
        </p:txBody>
      </p:sp>
      <p:sp>
        <p:nvSpPr>
          <p:cNvPr id="5809" name=""/>
          <p:cNvSpPr/>
          <p:nvPr/>
        </p:nvSpPr>
        <p:spPr>
          <a:xfrm>
            <a:off x="5716440" y="1659960"/>
            <a:ext cx="182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12</a:t>
            </a:r>
            <a:endParaRPr b="0" lang="en-US" sz="1200" spc="-1" strike="noStrike">
              <a:solidFill>
                <a:srgbClr val="000000"/>
              </a:solidFill>
              <a:latin typeface="Times New Roman"/>
            </a:endParaRPr>
          </a:p>
        </p:txBody>
      </p:sp>
      <p:sp>
        <p:nvSpPr>
          <p:cNvPr id="5810" name=""/>
          <p:cNvSpPr/>
          <p:nvPr/>
        </p:nvSpPr>
        <p:spPr>
          <a:xfrm>
            <a:off x="5931000" y="1589040"/>
            <a:ext cx="280836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811" name=""/>
          <p:cNvSpPr/>
          <p:nvPr/>
        </p:nvSpPr>
        <p:spPr>
          <a:xfrm>
            <a:off x="5934240" y="1227240"/>
            <a:ext cx="0" cy="47815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12" name=""/>
          <p:cNvSpPr/>
          <p:nvPr/>
        </p:nvSpPr>
        <p:spPr>
          <a:xfrm>
            <a:off x="5959440" y="1659960"/>
            <a:ext cx="184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a:t>
            </a:r>
            <a:endParaRPr b="0" lang="en-US" sz="1200" spc="-1" strike="noStrike">
              <a:solidFill>
                <a:srgbClr val="000000"/>
              </a:solidFill>
              <a:latin typeface="Times New Roman"/>
            </a:endParaRPr>
          </a:p>
        </p:txBody>
      </p:sp>
      <p:sp>
        <p:nvSpPr>
          <p:cNvPr id="5813" name=""/>
          <p:cNvSpPr/>
          <p:nvPr/>
        </p:nvSpPr>
        <p:spPr>
          <a:xfrm>
            <a:off x="6195960" y="1659960"/>
            <a:ext cx="1810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2</a:t>
            </a:r>
            <a:endParaRPr b="0" lang="en-US" sz="1200" spc="-1" strike="noStrike">
              <a:solidFill>
                <a:srgbClr val="000000"/>
              </a:solidFill>
              <a:latin typeface="Times New Roman"/>
            </a:endParaRPr>
          </a:p>
        </p:txBody>
      </p:sp>
      <p:sp>
        <p:nvSpPr>
          <p:cNvPr id="5814" name=""/>
          <p:cNvSpPr/>
          <p:nvPr/>
        </p:nvSpPr>
        <p:spPr>
          <a:xfrm>
            <a:off x="6427800" y="1659960"/>
            <a:ext cx="182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3</a:t>
            </a:r>
            <a:endParaRPr b="0" lang="en-US" sz="1200" spc="-1" strike="noStrike">
              <a:solidFill>
                <a:srgbClr val="000000"/>
              </a:solidFill>
              <a:latin typeface="Times New Roman"/>
            </a:endParaRPr>
          </a:p>
        </p:txBody>
      </p:sp>
      <p:sp>
        <p:nvSpPr>
          <p:cNvPr id="5815" name=""/>
          <p:cNvSpPr/>
          <p:nvPr/>
        </p:nvSpPr>
        <p:spPr>
          <a:xfrm>
            <a:off x="6661080" y="1659960"/>
            <a:ext cx="182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4</a:t>
            </a:r>
            <a:endParaRPr b="0" lang="en-US" sz="1200" spc="-1" strike="noStrike">
              <a:solidFill>
                <a:srgbClr val="000000"/>
              </a:solidFill>
              <a:latin typeface="Times New Roman"/>
            </a:endParaRPr>
          </a:p>
        </p:txBody>
      </p:sp>
      <p:sp>
        <p:nvSpPr>
          <p:cNvPr id="5816" name=""/>
          <p:cNvSpPr/>
          <p:nvPr/>
        </p:nvSpPr>
        <p:spPr>
          <a:xfrm>
            <a:off x="6894360" y="1659960"/>
            <a:ext cx="1843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5</a:t>
            </a:r>
            <a:endParaRPr b="0" lang="en-US" sz="1200" spc="-1" strike="noStrike">
              <a:solidFill>
                <a:srgbClr val="000000"/>
              </a:solidFill>
              <a:latin typeface="Times New Roman"/>
            </a:endParaRPr>
          </a:p>
        </p:txBody>
      </p:sp>
      <p:sp>
        <p:nvSpPr>
          <p:cNvPr id="5817" name=""/>
          <p:cNvSpPr/>
          <p:nvPr/>
        </p:nvSpPr>
        <p:spPr>
          <a:xfrm>
            <a:off x="7128000" y="1659960"/>
            <a:ext cx="183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6</a:t>
            </a:r>
            <a:endParaRPr b="0" lang="en-US" sz="1200" spc="-1" strike="noStrike">
              <a:solidFill>
                <a:srgbClr val="000000"/>
              </a:solidFill>
              <a:latin typeface="Times New Roman"/>
            </a:endParaRPr>
          </a:p>
        </p:txBody>
      </p:sp>
      <p:sp>
        <p:nvSpPr>
          <p:cNvPr id="5818" name=""/>
          <p:cNvSpPr/>
          <p:nvPr/>
        </p:nvSpPr>
        <p:spPr>
          <a:xfrm>
            <a:off x="7362720" y="1659960"/>
            <a:ext cx="1796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7</a:t>
            </a:r>
            <a:endParaRPr b="0" lang="en-US" sz="1200" spc="-1" strike="noStrike">
              <a:solidFill>
                <a:srgbClr val="000000"/>
              </a:solidFill>
              <a:latin typeface="Times New Roman"/>
            </a:endParaRPr>
          </a:p>
        </p:txBody>
      </p:sp>
      <p:sp>
        <p:nvSpPr>
          <p:cNvPr id="5819" name=""/>
          <p:cNvSpPr/>
          <p:nvPr/>
        </p:nvSpPr>
        <p:spPr>
          <a:xfrm>
            <a:off x="7596360" y="1659960"/>
            <a:ext cx="182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8</a:t>
            </a:r>
            <a:endParaRPr b="0" lang="en-US" sz="1200" spc="-1" strike="noStrike">
              <a:solidFill>
                <a:srgbClr val="000000"/>
              </a:solidFill>
              <a:latin typeface="Times New Roman"/>
            </a:endParaRPr>
          </a:p>
        </p:txBody>
      </p:sp>
      <p:sp>
        <p:nvSpPr>
          <p:cNvPr id="5820" name=""/>
          <p:cNvSpPr/>
          <p:nvPr/>
        </p:nvSpPr>
        <p:spPr>
          <a:xfrm>
            <a:off x="6033960" y="1315440"/>
            <a:ext cx="2598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5821" name=""/>
          <p:cNvSpPr/>
          <p:nvPr/>
        </p:nvSpPr>
        <p:spPr>
          <a:xfrm>
            <a:off x="686736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22" name=""/>
          <p:cNvSpPr/>
          <p:nvPr/>
        </p:nvSpPr>
        <p:spPr>
          <a:xfrm>
            <a:off x="616896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23" name=""/>
          <p:cNvSpPr/>
          <p:nvPr/>
        </p:nvSpPr>
        <p:spPr>
          <a:xfrm>
            <a:off x="640224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24" name=""/>
          <p:cNvSpPr/>
          <p:nvPr/>
        </p:nvSpPr>
        <p:spPr>
          <a:xfrm>
            <a:off x="663588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25" name=""/>
          <p:cNvSpPr/>
          <p:nvPr/>
        </p:nvSpPr>
        <p:spPr>
          <a:xfrm>
            <a:off x="780264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26" name=""/>
          <p:cNvSpPr/>
          <p:nvPr/>
        </p:nvSpPr>
        <p:spPr>
          <a:xfrm>
            <a:off x="710244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27" name=""/>
          <p:cNvSpPr/>
          <p:nvPr/>
        </p:nvSpPr>
        <p:spPr>
          <a:xfrm>
            <a:off x="733572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28" name=""/>
          <p:cNvSpPr/>
          <p:nvPr/>
        </p:nvSpPr>
        <p:spPr>
          <a:xfrm>
            <a:off x="756936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29" name=""/>
          <p:cNvSpPr/>
          <p:nvPr/>
        </p:nvSpPr>
        <p:spPr>
          <a:xfrm>
            <a:off x="803592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30" name=""/>
          <p:cNvSpPr/>
          <p:nvPr/>
        </p:nvSpPr>
        <p:spPr>
          <a:xfrm>
            <a:off x="826920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31" name=""/>
          <p:cNvSpPr/>
          <p:nvPr/>
        </p:nvSpPr>
        <p:spPr>
          <a:xfrm>
            <a:off x="8502480" y="1595520"/>
            <a:ext cx="0" cy="442260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32" name=""/>
          <p:cNvSpPr/>
          <p:nvPr/>
        </p:nvSpPr>
        <p:spPr>
          <a:xfrm>
            <a:off x="7827840" y="1659960"/>
            <a:ext cx="18252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9</a:t>
            </a:r>
            <a:endParaRPr b="0" lang="en-US" sz="1200" spc="-1" strike="noStrike">
              <a:solidFill>
                <a:srgbClr val="000000"/>
              </a:solidFill>
              <a:latin typeface="Times New Roman"/>
            </a:endParaRPr>
          </a:p>
        </p:txBody>
      </p:sp>
      <p:sp>
        <p:nvSpPr>
          <p:cNvPr id="5833" name=""/>
          <p:cNvSpPr/>
          <p:nvPr/>
        </p:nvSpPr>
        <p:spPr>
          <a:xfrm>
            <a:off x="8061480" y="1659960"/>
            <a:ext cx="18396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10</a:t>
            </a:r>
            <a:endParaRPr b="0" lang="en-US" sz="1200" spc="-1" strike="noStrike">
              <a:solidFill>
                <a:srgbClr val="000000"/>
              </a:solidFill>
              <a:latin typeface="Times New Roman"/>
            </a:endParaRPr>
          </a:p>
        </p:txBody>
      </p:sp>
      <p:sp>
        <p:nvSpPr>
          <p:cNvPr id="5834" name=""/>
          <p:cNvSpPr/>
          <p:nvPr/>
        </p:nvSpPr>
        <p:spPr>
          <a:xfrm>
            <a:off x="8292960" y="1659960"/>
            <a:ext cx="17784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11</a:t>
            </a:r>
            <a:endParaRPr b="0" lang="en-US" sz="1200" spc="-1" strike="noStrike">
              <a:solidFill>
                <a:srgbClr val="000000"/>
              </a:solidFill>
              <a:latin typeface="Times New Roman"/>
            </a:endParaRPr>
          </a:p>
        </p:txBody>
      </p:sp>
      <p:sp>
        <p:nvSpPr>
          <p:cNvPr id="5835" name=""/>
          <p:cNvSpPr/>
          <p:nvPr/>
        </p:nvSpPr>
        <p:spPr>
          <a:xfrm>
            <a:off x="8529480" y="1659960"/>
            <a:ext cx="182880" cy="1832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12</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FB542C62-9A2A-4C36-A404-7A258BAEE6BB}" type="slidenum">
              <a:t>264</a:t>
            </a:fld>
          </a:p>
        </p:txBody>
      </p:sp>
    </p:spTree>
  </p:cSld>
  <mc:AlternateContent>
    <mc:Choice Requires="p14">
      <p:transition spd="slow" p14:dur="2000"/>
    </mc:Choice>
    <mc:Fallback>
      <p:transition spd="slow"/>
    </mc:Fallback>
  </mc:AlternateContent>
</p:sld>
</file>

<file path=ppt/slides/slide2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36"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83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83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5839" name=""/>
          <p:cNvSpPr/>
          <p:nvPr/>
        </p:nvSpPr>
        <p:spPr>
          <a:xfrm>
            <a:off x="395280" y="1725840"/>
            <a:ext cx="26892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840" name=""/>
          <p:cNvSpPr/>
          <p:nvPr/>
        </p:nvSpPr>
        <p:spPr>
          <a:xfrm>
            <a:off x="272880" y="2030400"/>
            <a:ext cx="83250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41" name=""/>
          <p:cNvSpPr/>
          <p:nvPr/>
        </p:nvSpPr>
        <p:spPr>
          <a:xfrm>
            <a:off x="395280" y="2185920"/>
            <a:ext cx="26892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842" name=""/>
          <p:cNvSpPr/>
          <p:nvPr/>
        </p:nvSpPr>
        <p:spPr>
          <a:xfrm>
            <a:off x="279360" y="1268280"/>
            <a:ext cx="8318520" cy="437364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843" name=""/>
          <p:cNvSpPr/>
          <p:nvPr/>
        </p:nvSpPr>
        <p:spPr>
          <a:xfrm>
            <a:off x="395280" y="3303720"/>
            <a:ext cx="26892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844" name=""/>
          <p:cNvSpPr/>
          <p:nvPr/>
        </p:nvSpPr>
        <p:spPr>
          <a:xfrm>
            <a:off x="395280" y="4421160"/>
            <a:ext cx="2689200" cy="24408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845" name=""/>
          <p:cNvSpPr/>
          <p:nvPr/>
        </p:nvSpPr>
        <p:spPr>
          <a:xfrm>
            <a:off x="5546880" y="1725840"/>
            <a:ext cx="51912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Mon</a:t>
            </a:r>
            <a:endParaRPr b="0" lang="en-US" sz="1600" spc="-1" strike="noStrike">
              <a:solidFill>
                <a:srgbClr val="000000"/>
              </a:solidFill>
              <a:latin typeface="Times New Roman"/>
            </a:endParaRPr>
          </a:p>
        </p:txBody>
      </p:sp>
      <p:sp>
        <p:nvSpPr>
          <p:cNvPr id="5846" name=""/>
          <p:cNvSpPr/>
          <p:nvPr/>
        </p:nvSpPr>
        <p:spPr>
          <a:xfrm>
            <a:off x="6165720" y="1725840"/>
            <a:ext cx="51912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Tue</a:t>
            </a:r>
            <a:endParaRPr b="0" lang="en-US" sz="1600" spc="-1" strike="noStrike">
              <a:solidFill>
                <a:srgbClr val="000000"/>
              </a:solidFill>
              <a:latin typeface="Times New Roman"/>
            </a:endParaRPr>
          </a:p>
        </p:txBody>
      </p:sp>
      <p:sp>
        <p:nvSpPr>
          <p:cNvPr id="5847" name=""/>
          <p:cNvSpPr/>
          <p:nvPr/>
        </p:nvSpPr>
        <p:spPr>
          <a:xfrm>
            <a:off x="6784920" y="1725840"/>
            <a:ext cx="52092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Wed</a:t>
            </a:r>
            <a:endParaRPr b="0" lang="en-US" sz="1600" spc="-1" strike="noStrike">
              <a:solidFill>
                <a:srgbClr val="000000"/>
              </a:solidFill>
              <a:latin typeface="Times New Roman"/>
            </a:endParaRPr>
          </a:p>
        </p:txBody>
      </p:sp>
      <p:sp>
        <p:nvSpPr>
          <p:cNvPr id="5848" name=""/>
          <p:cNvSpPr/>
          <p:nvPr/>
        </p:nvSpPr>
        <p:spPr>
          <a:xfrm>
            <a:off x="7404120" y="1725840"/>
            <a:ext cx="51912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Thu</a:t>
            </a:r>
            <a:endParaRPr b="0" lang="en-US" sz="1600" spc="-1" strike="noStrike">
              <a:solidFill>
                <a:srgbClr val="000000"/>
              </a:solidFill>
              <a:latin typeface="Times New Roman"/>
            </a:endParaRPr>
          </a:p>
        </p:txBody>
      </p:sp>
      <p:sp>
        <p:nvSpPr>
          <p:cNvPr id="5849" name=""/>
          <p:cNvSpPr/>
          <p:nvPr/>
        </p:nvSpPr>
        <p:spPr>
          <a:xfrm>
            <a:off x="8024760" y="1725840"/>
            <a:ext cx="51912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Fri</a:t>
            </a:r>
            <a:endParaRPr b="0" lang="en-US" sz="1600" spc="-1" strike="noStrike">
              <a:solidFill>
                <a:srgbClr val="000000"/>
              </a:solidFill>
              <a:latin typeface="Times New Roman"/>
            </a:endParaRPr>
          </a:p>
        </p:txBody>
      </p:sp>
      <p:sp>
        <p:nvSpPr>
          <p:cNvPr id="5850" name=""/>
          <p:cNvSpPr/>
          <p:nvPr/>
        </p:nvSpPr>
        <p:spPr>
          <a:xfrm>
            <a:off x="5499000" y="1265400"/>
            <a:ext cx="0" cy="43732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nvGrpSpPr>
          <p:cNvPr id="5851" name=""/>
          <p:cNvGrpSpPr/>
          <p:nvPr/>
        </p:nvGrpSpPr>
        <p:grpSpPr>
          <a:xfrm>
            <a:off x="6118200" y="1676520"/>
            <a:ext cx="2478240" cy="3948120"/>
            <a:chOff x="6118200" y="1676520"/>
            <a:chExt cx="2478240" cy="3948120"/>
          </a:xfrm>
        </p:grpSpPr>
        <p:sp>
          <p:nvSpPr>
            <p:cNvPr id="5852" name=""/>
            <p:cNvSpPr/>
            <p:nvPr/>
          </p:nvSpPr>
          <p:spPr>
            <a:xfrm>
              <a:off x="611820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53" name=""/>
            <p:cNvSpPr/>
            <p:nvPr/>
          </p:nvSpPr>
          <p:spPr>
            <a:xfrm>
              <a:off x="673812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54" name=""/>
            <p:cNvSpPr/>
            <p:nvPr/>
          </p:nvSpPr>
          <p:spPr>
            <a:xfrm>
              <a:off x="735696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55" name=""/>
            <p:cNvSpPr/>
            <p:nvPr/>
          </p:nvSpPr>
          <p:spPr>
            <a:xfrm>
              <a:off x="797724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56" name=""/>
            <p:cNvSpPr/>
            <p:nvPr/>
          </p:nvSpPr>
          <p:spPr>
            <a:xfrm>
              <a:off x="859644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5857" name=""/>
          <p:cNvSpPr/>
          <p:nvPr/>
        </p:nvSpPr>
        <p:spPr>
          <a:xfrm>
            <a:off x="5502240" y="1671480"/>
            <a:ext cx="308772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858" name=""/>
          <p:cNvSpPr/>
          <p:nvPr/>
        </p:nvSpPr>
        <p:spPr>
          <a:xfrm>
            <a:off x="5656320" y="1340280"/>
            <a:ext cx="2771640" cy="24408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859" name=""/>
          <p:cNvSpPr/>
          <p:nvPr/>
        </p:nvSpPr>
        <p:spPr>
          <a:xfrm>
            <a:off x="3701880" y="1268280"/>
            <a:ext cx="0" cy="43736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60" name=""/>
          <p:cNvSpPr/>
          <p:nvPr/>
        </p:nvSpPr>
        <p:spPr>
          <a:xfrm>
            <a:off x="3789360" y="1725840"/>
            <a:ext cx="15588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Responsibility </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359A4CB2-2F29-416B-B807-B62540075C75}" type="slidenum">
              <a:t>265</a:t>
            </a:fld>
          </a:p>
        </p:txBody>
      </p:sp>
    </p:spTree>
  </p:cSld>
  <mc:AlternateContent>
    <mc:Choice Requires="p14">
      <p:transition spd="slow" p14:dur="2000"/>
    </mc:Choice>
    <mc:Fallback>
      <p:transition spd="slow"/>
    </mc:Fallback>
  </mc:AlternateContent>
</p:sld>
</file>

<file path=ppt/slides/slide2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861"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86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86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5864" name=""/>
          <p:cNvSpPr/>
          <p:nvPr/>
        </p:nvSpPr>
        <p:spPr>
          <a:xfrm>
            <a:off x="395280" y="1756080"/>
            <a:ext cx="268920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865" name=""/>
          <p:cNvSpPr/>
          <p:nvPr/>
        </p:nvSpPr>
        <p:spPr>
          <a:xfrm>
            <a:off x="272880" y="2030400"/>
            <a:ext cx="83250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66" name=""/>
          <p:cNvSpPr/>
          <p:nvPr/>
        </p:nvSpPr>
        <p:spPr>
          <a:xfrm>
            <a:off x="395280" y="2185920"/>
            <a:ext cx="26892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867" name=""/>
          <p:cNvSpPr/>
          <p:nvPr/>
        </p:nvSpPr>
        <p:spPr>
          <a:xfrm>
            <a:off x="279360" y="1268280"/>
            <a:ext cx="8318520" cy="4373640"/>
          </a:xfrm>
          <a:prstGeom prst="rect">
            <a:avLst/>
          </a:prstGeom>
          <a:noFill/>
          <a:ln w="1908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868" name=""/>
          <p:cNvSpPr/>
          <p:nvPr/>
        </p:nvSpPr>
        <p:spPr>
          <a:xfrm>
            <a:off x="395280" y="3303720"/>
            <a:ext cx="26892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869" name=""/>
          <p:cNvSpPr/>
          <p:nvPr/>
        </p:nvSpPr>
        <p:spPr>
          <a:xfrm>
            <a:off x="395280" y="4421160"/>
            <a:ext cx="2689200" cy="213840"/>
          </a:xfrm>
          <a:prstGeom prst="rect">
            <a:avLst/>
          </a:prstGeom>
          <a:noFill/>
          <a:ln w="0">
            <a:noFill/>
          </a:ln>
        </p:spPr>
        <p:style>
          <a:lnRef idx="0"/>
          <a:fillRef idx="0"/>
          <a:effectRef idx="0"/>
          <a:fontRef idx="minor"/>
        </p:style>
        <p:txBody>
          <a:bodyPr lIns="3960" rIns="3960" tIns="0" bIns="0" anchor="t">
            <a:spAutoFit/>
          </a:bodyPr>
          <a:p>
            <a:pPr lvl="1" marL="144360" indent="-142920">
              <a:lnSpc>
                <a:spcPct val="100000"/>
              </a:lnSpc>
              <a:buClr>
                <a:srgbClr val="000000"/>
              </a:buClr>
              <a:buSzPct val="120000"/>
              <a:buFont typeface="Arial"/>
              <a:buChar char="•"/>
              <a:tabLst>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870" name=""/>
          <p:cNvSpPr/>
          <p:nvPr/>
        </p:nvSpPr>
        <p:spPr>
          <a:xfrm>
            <a:off x="3090960" y="1268280"/>
            <a:ext cx="0" cy="437364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71" name=""/>
          <p:cNvSpPr/>
          <p:nvPr/>
        </p:nvSpPr>
        <p:spPr>
          <a:xfrm>
            <a:off x="3178080" y="1756080"/>
            <a:ext cx="15591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Responsibility </a:t>
            </a:r>
            <a:endParaRPr b="0" lang="en-US" sz="1400" spc="-1" strike="noStrike">
              <a:solidFill>
                <a:srgbClr val="000000"/>
              </a:solidFill>
              <a:latin typeface="Times New Roman"/>
            </a:endParaRPr>
          </a:p>
        </p:txBody>
      </p:sp>
      <p:sp>
        <p:nvSpPr>
          <p:cNvPr id="5872" name=""/>
          <p:cNvSpPr/>
          <p:nvPr/>
        </p:nvSpPr>
        <p:spPr>
          <a:xfrm>
            <a:off x="4915080" y="1756080"/>
            <a:ext cx="31248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M</a:t>
            </a:r>
            <a:endParaRPr b="0" lang="en-US" sz="1400" spc="-1" strike="noStrike">
              <a:solidFill>
                <a:srgbClr val="000000"/>
              </a:solidFill>
              <a:latin typeface="Times New Roman"/>
            </a:endParaRPr>
          </a:p>
        </p:txBody>
      </p:sp>
      <p:sp>
        <p:nvSpPr>
          <p:cNvPr id="5873" name=""/>
          <p:cNvSpPr/>
          <p:nvPr/>
        </p:nvSpPr>
        <p:spPr>
          <a:xfrm>
            <a:off x="5286240" y="1756080"/>
            <a:ext cx="30960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a:t>
            </a:r>
            <a:endParaRPr b="0" lang="en-US" sz="1400" spc="-1" strike="noStrike">
              <a:solidFill>
                <a:srgbClr val="000000"/>
              </a:solidFill>
              <a:latin typeface="Times New Roman"/>
            </a:endParaRPr>
          </a:p>
        </p:txBody>
      </p:sp>
      <p:sp>
        <p:nvSpPr>
          <p:cNvPr id="5874" name=""/>
          <p:cNvSpPr/>
          <p:nvPr/>
        </p:nvSpPr>
        <p:spPr>
          <a:xfrm>
            <a:off x="5656320" y="1756080"/>
            <a:ext cx="31284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W</a:t>
            </a:r>
            <a:endParaRPr b="0" lang="en-US" sz="1400" spc="-1" strike="noStrike">
              <a:solidFill>
                <a:srgbClr val="000000"/>
              </a:solidFill>
              <a:latin typeface="Times New Roman"/>
            </a:endParaRPr>
          </a:p>
        </p:txBody>
      </p:sp>
      <p:sp>
        <p:nvSpPr>
          <p:cNvPr id="5875" name=""/>
          <p:cNvSpPr/>
          <p:nvPr/>
        </p:nvSpPr>
        <p:spPr>
          <a:xfrm>
            <a:off x="6027840" y="1756080"/>
            <a:ext cx="30960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a:t>
            </a:r>
            <a:endParaRPr b="0" lang="en-US" sz="1400" spc="-1" strike="noStrike">
              <a:solidFill>
                <a:srgbClr val="000000"/>
              </a:solidFill>
              <a:latin typeface="Times New Roman"/>
            </a:endParaRPr>
          </a:p>
        </p:txBody>
      </p:sp>
      <p:sp>
        <p:nvSpPr>
          <p:cNvPr id="5876" name=""/>
          <p:cNvSpPr/>
          <p:nvPr/>
        </p:nvSpPr>
        <p:spPr>
          <a:xfrm>
            <a:off x="6399360" y="1756080"/>
            <a:ext cx="31104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F</a:t>
            </a:r>
            <a:endParaRPr b="0" lang="en-US" sz="1400" spc="-1" strike="noStrike">
              <a:solidFill>
                <a:srgbClr val="000000"/>
              </a:solidFill>
              <a:latin typeface="Times New Roman"/>
            </a:endParaRPr>
          </a:p>
        </p:txBody>
      </p:sp>
      <p:sp>
        <p:nvSpPr>
          <p:cNvPr id="5877" name=""/>
          <p:cNvSpPr/>
          <p:nvPr/>
        </p:nvSpPr>
        <p:spPr>
          <a:xfrm>
            <a:off x="4888080" y="1265400"/>
            <a:ext cx="0" cy="43732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nvGrpSpPr>
          <p:cNvPr id="5878" name=""/>
          <p:cNvGrpSpPr/>
          <p:nvPr/>
        </p:nvGrpSpPr>
        <p:grpSpPr>
          <a:xfrm>
            <a:off x="5257800" y="1676520"/>
            <a:ext cx="1482840" cy="3948120"/>
            <a:chOff x="5257800" y="1676520"/>
            <a:chExt cx="1482840" cy="3948120"/>
          </a:xfrm>
        </p:grpSpPr>
        <p:sp>
          <p:nvSpPr>
            <p:cNvPr id="5879" name=""/>
            <p:cNvSpPr/>
            <p:nvPr/>
          </p:nvSpPr>
          <p:spPr>
            <a:xfrm>
              <a:off x="525780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80" name=""/>
            <p:cNvSpPr/>
            <p:nvPr/>
          </p:nvSpPr>
          <p:spPr>
            <a:xfrm>
              <a:off x="562860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81" name=""/>
            <p:cNvSpPr/>
            <p:nvPr/>
          </p:nvSpPr>
          <p:spPr>
            <a:xfrm>
              <a:off x="599904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82" name=""/>
            <p:cNvSpPr/>
            <p:nvPr/>
          </p:nvSpPr>
          <p:spPr>
            <a:xfrm>
              <a:off x="637020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83" name=""/>
            <p:cNvSpPr/>
            <p:nvPr/>
          </p:nvSpPr>
          <p:spPr>
            <a:xfrm>
              <a:off x="674064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5884" name=""/>
          <p:cNvSpPr/>
          <p:nvPr/>
        </p:nvSpPr>
        <p:spPr>
          <a:xfrm>
            <a:off x="4889520" y="1671480"/>
            <a:ext cx="184788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885" name=""/>
          <p:cNvSpPr/>
          <p:nvPr/>
        </p:nvSpPr>
        <p:spPr>
          <a:xfrm>
            <a:off x="4981680" y="1370520"/>
            <a:ext cx="165888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5886" name=""/>
          <p:cNvSpPr/>
          <p:nvPr/>
        </p:nvSpPr>
        <p:spPr>
          <a:xfrm>
            <a:off x="6765840" y="1756080"/>
            <a:ext cx="31284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M</a:t>
            </a:r>
            <a:endParaRPr b="0" lang="en-US" sz="1400" spc="-1" strike="noStrike">
              <a:solidFill>
                <a:srgbClr val="000000"/>
              </a:solidFill>
              <a:latin typeface="Times New Roman"/>
            </a:endParaRPr>
          </a:p>
        </p:txBody>
      </p:sp>
      <p:sp>
        <p:nvSpPr>
          <p:cNvPr id="5887" name=""/>
          <p:cNvSpPr/>
          <p:nvPr/>
        </p:nvSpPr>
        <p:spPr>
          <a:xfrm>
            <a:off x="7137360" y="1756080"/>
            <a:ext cx="30960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a:t>
            </a:r>
            <a:endParaRPr b="0" lang="en-US" sz="1400" spc="-1" strike="noStrike">
              <a:solidFill>
                <a:srgbClr val="000000"/>
              </a:solidFill>
              <a:latin typeface="Times New Roman"/>
            </a:endParaRPr>
          </a:p>
        </p:txBody>
      </p:sp>
      <p:sp>
        <p:nvSpPr>
          <p:cNvPr id="5888" name=""/>
          <p:cNvSpPr/>
          <p:nvPr/>
        </p:nvSpPr>
        <p:spPr>
          <a:xfrm>
            <a:off x="7507440" y="1756080"/>
            <a:ext cx="31248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W</a:t>
            </a:r>
            <a:endParaRPr b="0" lang="en-US" sz="1400" spc="-1" strike="noStrike">
              <a:solidFill>
                <a:srgbClr val="000000"/>
              </a:solidFill>
              <a:latin typeface="Times New Roman"/>
            </a:endParaRPr>
          </a:p>
        </p:txBody>
      </p:sp>
      <p:sp>
        <p:nvSpPr>
          <p:cNvPr id="5889" name=""/>
          <p:cNvSpPr/>
          <p:nvPr/>
        </p:nvSpPr>
        <p:spPr>
          <a:xfrm>
            <a:off x="7878600" y="1756080"/>
            <a:ext cx="30960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a:t>
            </a:r>
            <a:endParaRPr b="0" lang="en-US" sz="1400" spc="-1" strike="noStrike">
              <a:solidFill>
                <a:srgbClr val="000000"/>
              </a:solidFill>
              <a:latin typeface="Times New Roman"/>
            </a:endParaRPr>
          </a:p>
        </p:txBody>
      </p:sp>
      <p:sp>
        <p:nvSpPr>
          <p:cNvPr id="5890" name=""/>
          <p:cNvSpPr/>
          <p:nvPr/>
        </p:nvSpPr>
        <p:spPr>
          <a:xfrm>
            <a:off x="8250120" y="1756080"/>
            <a:ext cx="31140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F</a:t>
            </a:r>
            <a:endParaRPr b="0" lang="en-US" sz="1400" spc="-1" strike="noStrike">
              <a:solidFill>
                <a:srgbClr val="000000"/>
              </a:solidFill>
              <a:latin typeface="Times New Roman"/>
            </a:endParaRPr>
          </a:p>
        </p:txBody>
      </p:sp>
      <p:sp>
        <p:nvSpPr>
          <p:cNvPr id="5891" name=""/>
          <p:cNvSpPr/>
          <p:nvPr/>
        </p:nvSpPr>
        <p:spPr>
          <a:xfrm>
            <a:off x="6738840" y="1265400"/>
            <a:ext cx="0" cy="437328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nvGrpSpPr>
          <p:cNvPr id="5892" name=""/>
          <p:cNvGrpSpPr/>
          <p:nvPr/>
        </p:nvGrpSpPr>
        <p:grpSpPr>
          <a:xfrm>
            <a:off x="7108920" y="1676520"/>
            <a:ext cx="1482480" cy="3948120"/>
            <a:chOff x="7108920" y="1676520"/>
            <a:chExt cx="1482480" cy="3948120"/>
          </a:xfrm>
        </p:grpSpPr>
        <p:sp>
          <p:nvSpPr>
            <p:cNvPr id="5893" name=""/>
            <p:cNvSpPr/>
            <p:nvPr/>
          </p:nvSpPr>
          <p:spPr>
            <a:xfrm>
              <a:off x="710892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94" name=""/>
            <p:cNvSpPr/>
            <p:nvPr/>
          </p:nvSpPr>
          <p:spPr>
            <a:xfrm>
              <a:off x="747972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95" name=""/>
            <p:cNvSpPr/>
            <p:nvPr/>
          </p:nvSpPr>
          <p:spPr>
            <a:xfrm>
              <a:off x="785016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96" name=""/>
            <p:cNvSpPr/>
            <p:nvPr/>
          </p:nvSpPr>
          <p:spPr>
            <a:xfrm>
              <a:off x="822096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897" name=""/>
            <p:cNvSpPr/>
            <p:nvPr/>
          </p:nvSpPr>
          <p:spPr>
            <a:xfrm>
              <a:off x="8591400" y="1676520"/>
              <a:ext cx="0" cy="3948120"/>
            </a:xfrm>
            <a:prstGeom prst="line">
              <a:avLst/>
            </a:prstGeom>
            <a:ln w="9360">
              <a:solidFill>
                <a:srgbClr val="000000"/>
              </a:solidFill>
              <a:prstDash val="dash"/>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5898" name=""/>
          <p:cNvSpPr/>
          <p:nvPr/>
        </p:nvSpPr>
        <p:spPr>
          <a:xfrm>
            <a:off x="6740640" y="1671480"/>
            <a:ext cx="1847880" cy="0"/>
          </a:xfrm>
          <a:prstGeom prst="line">
            <a:avLst/>
          </a:prstGeom>
          <a:ln w="9360">
            <a:solidFill>
              <a:srgbClr val="00000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5899" name=""/>
          <p:cNvSpPr/>
          <p:nvPr/>
        </p:nvSpPr>
        <p:spPr>
          <a:xfrm>
            <a:off x="6832440" y="1370520"/>
            <a:ext cx="1659240" cy="213840"/>
          </a:xfrm>
          <a:prstGeom prst="rect">
            <a:avLst/>
          </a:prstGeom>
          <a:noFill/>
          <a:ln w="0">
            <a:noFill/>
          </a:ln>
        </p:spPr>
        <p:style>
          <a:lnRef idx="0"/>
          <a:fillRef idx="0"/>
          <a:effectRef idx="0"/>
          <a:fontRef idx="minor"/>
        </p:style>
        <p:txBody>
          <a:bodyPr lIns="3960" rIns="3960" tIns="0" bIns="0" anchor="b">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EFB56AFD-FC74-48CA-BFBC-A08DDAE67260}" type="slidenum">
              <a:t>266</a:t>
            </a:fld>
          </a:p>
        </p:txBody>
      </p:sp>
    </p:spTree>
  </p:cSld>
  <mc:AlternateContent>
    <mc:Choice Requires="p14">
      <p:transition spd="slow" p14:dur="2000"/>
    </mc:Choice>
    <mc:Fallback>
      <p:transition spd="slow"/>
    </mc:Fallback>
  </mc:AlternateContent>
</p:sld>
</file>

<file path=ppt/slides/slide2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00"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90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5902" name=""/>
          <p:cNvSpPr/>
          <p:nvPr/>
        </p:nvSpPr>
        <p:spPr>
          <a:xfrm>
            <a:off x="525600" y="1238760"/>
            <a:ext cx="383544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903" name=""/>
          <p:cNvSpPr/>
          <p:nvPr/>
        </p:nvSpPr>
        <p:spPr>
          <a:xfrm>
            <a:off x="525600" y="1544760"/>
            <a:ext cx="38354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5904" name=""/>
          <p:cNvGraphicFramePr/>
          <p:nvPr/>
        </p:nvGraphicFramePr>
        <p:xfrm>
          <a:off x="1687680" y="1735200"/>
          <a:ext cx="2639880" cy="3697200"/>
        </p:xfrm>
        <a:graphic>
          <a:graphicData uri="http://schemas.openxmlformats.org/presentationml/2006/ole">
            <p:oleObj r:id="rId1" spid="">
              <p:embed/>
            </p:oleObj>
          </a:graphicData>
        </a:graphic>
      </p:graphicFrame>
      <p:sp>
        <p:nvSpPr>
          <p:cNvPr id="5905" name=""/>
          <p:cNvSpPr/>
          <p:nvPr/>
        </p:nvSpPr>
        <p:spPr>
          <a:xfrm>
            <a:off x="525600" y="1986120"/>
            <a:ext cx="111096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06" name=""/>
          <p:cNvSpPr/>
          <p:nvPr/>
        </p:nvSpPr>
        <p:spPr>
          <a:xfrm>
            <a:off x="525600" y="265536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07" name=""/>
          <p:cNvSpPr/>
          <p:nvPr/>
        </p:nvSpPr>
        <p:spPr>
          <a:xfrm>
            <a:off x="525600" y="337932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5908" name=""/>
          <p:cNvSpPr/>
          <p:nvPr/>
        </p:nvSpPr>
        <p:spPr>
          <a:xfrm>
            <a:off x="525600" y="410328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5909" name=""/>
          <p:cNvSpPr/>
          <p:nvPr/>
        </p:nvSpPr>
        <p:spPr>
          <a:xfrm>
            <a:off x="525600" y="482724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5910" name=""/>
          <p:cNvSpPr/>
          <p:nvPr/>
        </p:nvSpPr>
        <p:spPr>
          <a:xfrm>
            <a:off x="4600440" y="1238760"/>
            <a:ext cx="383544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911" name=""/>
          <p:cNvSpPr/>
          <p:nvPr/>
        </p:nvSpPr>
        <p:spPr>
          <a:xfrm>
            <a:off x="4600440" y="1544760"/>
            <a:ext cx="38340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5912" name=""/>
          <p:cNvGraphicFramePr/>
          <p:nvPr/>
        </p:nvGraphicFramePr>
        <p:xfrm>
          <a:off x="5762520" y="1735200"/>
          <a:ext cx="2640240" cy="3697200"/>
        </p:xfrm>
        <a:graphic>
          <a:graphicData uri="http://schemas.openxmlformats.org/presentationml/2006/ole">
            <p:oleObj r:id="rId2" spid="">
              <p:embed/>
            </p:oleObj>
          </a:graphicData>
        </a:graphic>
      </p:graphicFrame>
      <p:sp>
        <p:nvSpPr>
          <p:cNvPr id="5913" name=""/>
          <p:cNvSpPr/>
          <p:nvPr/>
        </p:nvSpPr>
        <p:spPr>
          <a:xfrm>
            <a:off x="4600440" y="1986120"/>
            <a:ext cx="11098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14" name=""/>
          <p:cNvSpPr/>
          <p:nvPr/>
        </p:nvSpPr>
        <p:spPr>
          <a:xfrm>
            <a:off x="4600440" y="265536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15" name=""/>
          <p:cNvSpPr/>
          <p:nvPr/>
        </p:nvSpPr>
        <p:spPr>
          <a:xfrm>
            <a:off x="4600440" y="337932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5916" name=""/>
          <p:cNvSpPr/>
          <p:nvPr/>
        </p:nvSpPr>
        <p:spPr>
          <a:xfrm>
            <a:off x="4600440" y="410328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5917" name=""/>
          <p:cNvSpPr/>
          <p:nvPr/>
        </p:nvSpPr>
        <p:spPr>
          <a:xfrm>
            <a:off x="4600440" y="482724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591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B4740054-DB37-4BEE-8304-A3623C13EC18}" type="slidenum">
              <a:t>267</a:t>
            </a:fld>
          </a:p>
        </p:txBody>
      </p:sp>
    </p:spTree>
  </p:cSld>
  <mc:AlternateContent>
    <mc:Choice Requires="p14">
      <p:transition spd="slow" p14:dur="2000"/>
    </mc:Choice>
    <mc:Fallback>
      <p:transition spd="slow"/>
    </mc:Fallback>
  </mc:AlternateContent>
</p:sld>
</file>

<file path=ppt/slides/slide2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19"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92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5921" name=""/>
          <p:cNvGrpSpPr/>
          <p:nvPr/>
        </p:nvGrpSpPr>
        <p:grpSpPr>
          <a:xfrm>
            <a:off x="374760" y="1437120"/>
            <a:ext cx="2770200" cy="4195080"/>
            <a:chOff x="374760" y="1437120"/>
            <a:chExt cx="2770200" cy="4195080"/>
          </a:xfrm>
        </p:grpSpPr>
        <p:graphicFrame>
          <p:nvGraphicFramePr>
            <p:cNvPr id="5922" name=""/>
            <p:cNvGraphicFramePr/>
            <p:nvPr/>
          </p:nvGraphicFramePr>
          <p:xfrm>
            <a:off x="1365480" y="1936800"/>
            <a:ext cx="1743120" cy="3695400"/>
          </p:xfrm>
          <a:graphic>
            <a:graphicData uri="http://schemas.openxmlformats.org/presentationml/2006/ole">
              <p:oleObj r:id="rId1" spid="">
                <p:embed/>
              </p:oleObj>
            </a:graphicData>
          </a:graphic>
        </p:graphicFrame>
        <p:sp>
          <p:nvSpPr>
            <p:cNvPr id="5923" name=""/>
            <p:cNvSpPr/>
            <p:nvPr/>
          </p:nvSpPr>
          <p:spPr>
            <a:xfrm>
              <a:off x="374760" y="2184480"/>
              <a:ext cx="11113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24" name=""/>
            <p:cNvSpPr/>
            <p:nvPr/>
          </p:nvSpPr>
          <p:spPr>
            <a:xfrm>
              <a:off x="374760" y="285372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25" name=""/>
            <p:cNvSpPr/>
            <p:nvPr/>
          </p:nvSpPr>
          <p:spPr>
            <a:xfrm>
              <a:off x="374760" y="357768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5926" name=""/>
            <p:cNvSpPr/>
            <p:nvPr/>
          </p:nvSpPr>
          <p:spPr>
            <a:xfrm>
              <a:off x="374760" y="430164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5927" name=""/>
            <p:cNvSpPr/>
            <p:nvPr/>
          </p:nvSpPr>
          <p:spPr>
            <a:xfrm>
              <a:off x="374760" y="502560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5928" name=""/>
            <p:cNvSpPr/>
            <p:nvPr/>
          </p:nvSpPr>
          <p:spPr>
            <a:xfrm>
              <a:off x="374760" y="1437120"/>
              <a:ext cx="27702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929" name=""/>
            <p:cNvSpPr/>
            <p:nvPr/>
          </p:nvSpPr>
          <p:spPr>
            <a:xfrm>
              <a:off x="374760" y="1743120"/>
              <a:ext cx="277020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pSp>
      <p:sp>
        <p:nvSpPr>
          <p:cNvPr id="593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931" name=""/>
          <p:cNvSpPr/>
          <p:nvPr/>
        </p:nvSpPr>
        <p:spPr>
          <a:xfrm rot="5400000">
            <a:off x="5042520" y="3569400"/>
            <a:ext cx="2970360" cy="349200"/>
          </a:xfrm>
          <a:prstGeom prst="triangle">
            <a:avLst>
              <a:gd name="adj" fmla="val 50000"/>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5932" name=""/>
          <p:cNvGrpSpPr/>
          <p:nvPr/>
        </p:nvGrpSpPr>
        <p:grpSpPr>
          <a:xfrm>
            <a:off x="6967440" y="2808360"/>
            <a:ext cx="1553760" cy="1869480"/>
            <a:chOff x="6967440" y="2808360"/>
            <a:chExt cx="1553760" cy="1869480"/>
          </a:xfrm>
        </p:grpSpPr>
        <p:sp>
          <p:nvSpPr>
            <p:cNvPr id="5933" name=""/>
            <p:cNvSpPr/>
            <p:nvPr/>
          </p:nvSpPr>
          <p:spPr>
            <a:xfrm>
              <a:off x="6967440" y="2808360"/>
              <a:ext cx="1553760" cy="186948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934" name=""/>
            <p:cNvSpPr/>
            <p:nvPr/>
          </p:nvSpPr>
          <p:spPr>
            <a:xfrm>
              <a:off x="7031880" y="2886480"/>
              <a:ext cx="1424160" cy="171324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pSp>
        <p:nvGrpSpPr>
          <p:cNvPr id="5935" name=""/>
          <p:cNvGrpSpPr/>
          <p:nvPr/>
        </p:nvGrpSpPr>
        <p:grpSpPr>
          <a:xfrm>
            <a:off x="3313080" y="1437120"/>
            <a:ext cx="2770200" cy="4195080"/>
            <a:chOff x="3313080" y="1437120"/>
            <a:chExt cx="2770200" cy="4195080"/>
          </a:xfrm>
        </p:grpSpPr>
        <p:graphicFrame>
          <p:nvGraphicFramePr>
            <p:cNvPr id="5936" name=""/>
            <p:cNvGraphicFramePr/>
            <p:nvPr/>
          </p:nvGraphicFramePr>
          <p:xfrm>
            <a:off x="4303800" y="1936800"/>
            <a:ext cx="1743120" cy="3695400"/>
          </p:xfrm>
          <a:graphic>
            <a:graphicData uri="http://schemas.openxmlformats.org/presentationml/2006/ole">
              <p:oleObj r:id="rId2" spid="">
                <p:embed/>
              </p:oleObj>
            </a:graphicData>
          </a:graphic>
        </p:graphicFrame>
        <p:sp>
          <p:nvSpPr>
            <p:cNvPr id="5937" name=""/>
            <p:cNvSpPr/>
            <p:nvPr/>
          </p:nvSpPr>
          <p:spPr>
            <a:xfrm>
              <a:off x="3313080" y="2184480"/>
              <a:ext cx="11113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38" name=""/>
            <p:cNvSpPr/>
            <p:nvPr/>
          </p:nvSpPr>
          <p:spPr>
            <a:xfrm>
              <a:off x="3313080" y="285372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39" name=""/>
            <p:cNvSpPr/>
            <p:nvPr/>
          </p:nvSpPr>
          <p:spPr>
            <a:xfrm>
              <a:off x="3313080" y="357768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5940" name=""/>
            <p:cNvSpPr/>
            <p:nvPr/>
          </p:nvSpPr>
          <p:spPr>
            <a:xfrm>
              <a:off x="3313080" y="430164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5941" name=""/>
            <p:cNvSpPr/>
            <p:nvPr/>
          </p:nvSpPr>
          <p:spPr>
            <a:xfrm>
              <a:off x="3313080" y="502560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5942" name=""/>
            <p:cNvSpPr/>
            <p:nvPr/>
          </p:nvSpPr>
          <p:spPr>
            <a:xfrm>
              <a:off x="3313080" y="1437120"/>
              <a:ext cx="277020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943" name=""/>
            <p:cNvSpPr/>
            <p:nvPr/>
          </p:nvSpPr>
          <p:spPr>
            <a:xfrm>
              <a:off x="3313080" y="1743120"/>
              <a:ext cx="277020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pSp>
      <p:sp>
        <p:nvSpPr>
          <p:cNvPr id="3" name="PlaceHolder 2"/>
          <p:cNvSpPr>
            <a:spLocks noGrp="1"/>
          </p:cNvSpPr>
          <p:nvPr>
            <p:ph type="sldNum" idx="2"/>
          </p:nvPr>
        </p:nvSpPr>
        <p:spPr/>
        <p:txBody>
          <a:bodyPr/>
          <a:p>
            <a:fld id="{FDE56804-E03C-4355-AB4E-25A247F4D0B7}" type="slidenum">
              <a:t>268</a:t>
            </a:fld>
          </a:p>
        </p:txBody>
      </p:sp>
    </p:spTree>
  </p:cSld>
  <mc:AlternateContent>
    <mc:Choice Requires="p14">
      <p:transition spd="slow" p14:dur="2000"/>
    </mc:Choice>
    <mc:Fallback>
      <p:transition spd="slow"/>
    </mc:Fallback>
  </mc:AlternateContent>
</p:sld>
</file>

<file path=ppt/slides/slide2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4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94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5946" name=""/>
          <p:cNvSpPr/>
          <p:nvPr/>
        </p:nvSpPr>
        <p:spPr>
          <a:xfrm>
            <a:off x="255600" y="1270440"/>
            <a:ext cx="265896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947" name=""/>
          <p:cNvSpPr/>
          <p:nvPr/>
        </p:nvSpPr>
        <p:spPr>
          <a:xfrm>
            <a:off x="255600" y="1544760"/>
            <a:ext cx="26575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5948" name=""/>
          <p:cNvGraphicFramePr/>
          <p:nvPr/>
        </p:nvGraphicFramePr>
        <p:xfrm>
          <a:off x="1239840" y="1727280"/>
          <a:ext cx="2182680" cy="3697200"/>
        </p:xfrm>
        <a:graphic>
          <a:graphicData uri="http://schemas.openxmlformats.org/presentationml/2006/ole">
            <p:oleObj r:id="rId1" spid="">
              <p:embed/>
            </p:oleObj>
          </a:graphicData>
        </a:graphic>
      </p:graphicFrame>
      <p:sp>
        <p:nvSpPr>
          <p:cNvPr id="5949" name=""/>
          <p:cNvSpPr/>
          <p:nvPr/>
        </p:nvSpPr>
        <p:spPr>
          <a:xfrm>
            <a:off x="255600" y="1978200"/>
            <a:ext cx="11095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50" name=""/>
          <p:cNvSpPr/>
          <p:nvPr/>
        </p:nvSpPr>
        <p:spPr>
          <a:xfrm>
            <a:off x="255600" y="264744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51" name=""/>
          <p:cNvSpPr/>
          <p:nvPr/>
        </p:nvSpPr>
        <p:spPr>
          <a:xfrm>
            <a:off x="255600" y="337140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5952" name=""/>
          <p:cNvSpPr/>
          <p:nvPr/>
        </p:nvSpPr>
        <p:spPr>
          <a:xfrm>
            <a:off x="255600" y="409536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5953" name=""/>
          <p:cNvSpPr/>
          <p:nvPr/>
        </p:nvSpPr>
        <p:spPr>
          <a:xfrm>
            <a:off x="255600" y="481932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grpSp>
        <p:nvGrpSpPr>
          <p:cNvPr id="5954" name=""/>
          <p:cNvGrpSpPr/>
          <p:nvPr/>
        </p:nvGrpSpPr>
        <p:grpSpPr>
          <a:xfrm>
            <a:off x="3084480" y="1270440"/>
            <a:ext cx="3160440" cy="4154040"/>
            <a:chOff x="3084480" y="1270440"/>
            <a:chExt cx="3160440" cy="4154040"/>
          </a:xfrm>
        </p:grpSpPr>
        <p:sp>
          <p:nvSpPr>
            <p:cNvPr id="5955" name=""/>
            <p:cNvSpPr/>
            <p:nvPr/>
          </p:nvSpPr>
          <p:spPr>
            <a:xfrm>
              <a:off x="3084480" y="1270440"/>
              <a:ext cx="26560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956" name=""/>
            <p:cNvSpPr/>
            <p:nvPr/>
          </p:nvSpPr>
          <p:spPr>
            <a:xfrm>
              <a:off x="3084480" y="1544760"/>
              <a:ext cx="26546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5957" name=""/>
            <p:cNvGraphicFramePr/>
            <p:nvPr/>
          </p:nvGraphicFramePr>
          <p:xfrm>
            <a:off x="4067640" y="1727280"/>
            <a:ext cx="2177280" cy="3697200"/>
          </p:xfrm>
          <a:graphic>
            <a:graphicData uri="http://schemas.openxmlformats.org/presentationml/2006/ole">
              <p:oleObj r:id="rId2" spid="">
                <p:embed/>
              </p:oleObj>
            </a:graphicData>
          </a:graphic>
        </p:graphicFrame>
        <p:sp>
          <p:nvSpPr>
            <p:cNvPr id="5958" name=""/>
            <p:cNvSpPr/>
            <p:nvPr/>
          </p:nvSpPr>
          <p:spPr>
            <a:xfrm>
              <a:off x="3084480" y="1978200"/>
              <a:ext cx="11080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59" name=""/>
            <p:cNvSpPr/>
            <p:nvPr/>
          </p:nvSpPr>
          <p:spPr>
            <a:xfrm>
              <a:off x="3084480" y="2647440"/>
              <a:ext cx="12369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60" name=""/>
            <p:cNvSpPr/>
            <p:nvPr/>
          </p:nvSpPr>
          <p:spPr>
            <a:xfrm>
              <a:off x="3084480" y="3371400"/>
              <a:ext cx="12369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5961" name=""/>
            <p:cNvSpPr/>
            <p:nvPr/>
          </p:nvSpPr>
          <p:spPr>
            <a:xfrm>
              <a:off x="3084480" y="4095360"/>
              <a:ext cx="12369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5962" name=""/>
            <p:cNvSpPr/>
            <p:nvPr/>
          </p:nvSpPr>
          <p:spPr>
            <a:xfrm>
              <a:off x="3084480" y="4819320"/>
              <a:ext cx="12369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grpSp>
      <p:grpSp>
        <p:nvGrpSpPr>
          <p:cNvPr id="5963" name=""/>
          <p:cNvGrpSpPr/>
          <p:nvPr/>
        </p:nvGrpSpPr>
        <p:grpSpPr>
          <a:xfrm>
            <a:off x="5908680" y="1270440"/>
            <a:ext cx="3165120" cy="4154040"/>
            <a:chOff x="5908680" y="1270440"/>
            <a:chExt cx="3165120" cy="4154040"/>
          </a:xfrm>
        </p:grpSpPr>
        <p:sp>
          <p:nvSpPr>
            <p:cNvPr id="5964" name=""/>
            <p:cNvSpPr/>
            <p:nvPr/>
          </p:nvSpPr>
          <p:spPr>
            <a:xfrm>
              <a:off x="5908680" y="1270440"/>
              <a:ext cx="266004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965" name=""/>
            <p:cNvSpPr/>
            <p:nvPr/>
          </p:nvSpPr>
          <p:spPr>
            <a:xfrm>
              <a:off x="5908680" y="1544760"/>
              <a:ext cx="26586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5966" name=""/>
            <p:cNvGraphicFramePr/>
            <p:nvPr/>
          </p:nvGraphicFramePr>
          <p:xfrm>
            <a:off x="6893280" y="1727280"/>
            <a:ext cx="2180520" cy="3697200"/>
          </p:xfrm>
          <a:graphic>
            <a:graphicData uri="http://schemas.openxmlformats.org/presentationml/2006/ole">
              <p:oleObj r:id="rId3" spid="">
                <p:embed/>
              </p:oleObj>
            </a:graphicData>
          </a:graphic>
        </p:graphicFrame>
        <p:sp>
          <p:nvSpPr>
            <p:cNvPr id="5967" name=""/>
            <p:cNvSpPr/>
            <p:nvPr/>
          </p:nvSpPr>
          <p:spPr>
            <a:xfrm>
              <a:off x="5908680" y="1978200"/>
              <a:ext cx="11098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68" name=""/>
            <p:cNvSpPr/>
            <p:nvPr/>
          </p:nvSpPr>
          <p:spPr>
            <a:xfrm>
              <a:off x="5908680" y="2647440"/>
              <a:ext cx="12387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69" name=""/>
            <p:cNvSpPr/>
            <p:nvPr/>
          </p:nvSpPr>
          <p:spPr>
            <a:xfrm>
              <a:off x="5908680" y="3371400"/>
              <a:ext cx="12387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5970" name=""/>
            <p:cNvSpPr/>
            <p:nvPr/>
          </p:nvSpPr>
          <p:spPr>
            <a:xfrm>
              <a:off x="5908680" y="4095360"/>
              <a:ext cx="12387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5971" name=""/>
            <p:cNvSpPr/>
            <p:nvPr/>
          </p:nvSpPr>
          <p:spPr>
            <a:xfrm>
              <a:off x="5908680" y="4819320"/>
              <a:ext cx="123876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grpSp>
      <p:sp>
        <p:nvSpPr>
          <p:cNvPr id="597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88D3A248-FD31-4A8D-93F5-397ADE204342}" type="slidenum">
              <a:t>269</a:t>
            </a:fld>
          </a:p>
        </p:txBody>
      </p:sp>
    </p:spTree>
  </p:cSld>
  <mc:AlternateContent>
    <mc:Choice Requires="p14">
      <p:transition spd="slow" p14:dur="2000"/>
    </mc:Choice>
    <mc:Fallback>
      <p:transition spd="slow"/>
    </mc:Fallback>
  </mc:AlternateContent>
</p:sld>
</file>

<file path=ppt/slides/slide2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973"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597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aphicFrame>
        <p:nvGraphicFramePr>
          <p:cNvPr id="5975" name=""/>
          <p:cNvGraphicFramePr/>
          <p:nvPr/>
        </p:nvGraphicFramePr>
        <p:xfrm>
          <a:off x="1060560" y="1900080"/>
          <a:ext cx="1896840" cy="3695760"/>
        </p:xfrm>
        <a:graphic>
          <a:graphicData uri="http://schemas.openxmlformats.org/presentationml/2006/ole">
            <p:oleObj r:id="rId1" spid="">
              <p:embed/>
            </p:oleObj>
          </a:graphicData>
        </a:graphic>
      </p:graphicFrame>
      <p:sp>
        <p:nvSpPr>
          <p:cNvPr id="5976" name=""/>
          <p:cNvSpPr/>
          <p:nvPr/>
        </p:nvSpPr>
        <p:spPr>
          <a:xfrm>
            <a:off x="184320" y="2152800"/>
            <a:ext cx="11095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77" name=""/>
          <p:cNvSpPr/>
          <p:nvPr/>
        </p:nvSpPr>
        <p:spPr>
          <a:xfrm>
            <a:off x="184320" y="282204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78" name=""/>
          <p:cNvSpPr/>
          <p:nvPr/>
        </p:nvSpPr>
        <p:spPr>
          <a:xfrm>
            <a:off x="184320" y="354600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5979" name=""/>
          <p:cNvSpPr/>
          <p:nvPr/>
        </p:nvSpPr>
        <p:spPr>
          <a:xfrm>
            <a:off x="184320" y="426996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5980" name=""/>
          <p:cNvSpPr/>
          <p:nvPr/>
        </p:nvSpPr>
        <p:spPr>
          <a:xfrm>
            <a:off x="184320" y="499392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5981" name=""/>
          <p:cNvSpPr/>
          <p:nvPr/>
        </p:nvSpPr>
        <p:spPr>
          <a:xfrm>
            <a:off x="184320" y="1413360"/>
            <a:ext cx="20653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982" name=""/>
          <p:cNvSpPr/>
          <p:nvPr/>
        </p:nvSpPr>
        <p:spPr>
          <a:xfrm>
            <a:off x="184320" y="1719360"/>
            <a:ext cx="20653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598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5984" name=""/>
          <p:cNvSpPr/>
          <p:nvPr/>
        </p:nvSpPr>
        <p:spPr>
          <a:xfrm rot="5400000">
            <a:off x="5686920" y="3545640"/>
            <a:ext cx="2970360" cy="282600"/>
          </a:xfrm>
          <a:prstGeom prst="triangle">
            <a:avLst>
              <a:gd name="adj" fmla="val 50000"/>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5985" name=""/>
          <p:cNvGrpSpPr/>
          <p:nvPr/>
        </p:nvGrpSpPr>
        <p:grpSpPr>
          <a:xfrm>
            <a:off x="7445520" y="2752560"/>
            <a:ext cx="1293840" cy="1869840"/>
            <a:chOff x="7445520" y="2752560"/>
            <a:chExt cx="1293840" cy="1869840"/>
          </a:xfrm>
        </p:grpSpPr>
        <p:sp>
          <p:nvSpPr>
            <p:cNvPr id="5986" name=""/>
            <p:cNvSpPr/>
            <p:nvPr/>
          </p:nvSpPr>
          <p:spPr>
            <a:xfrm>
              <a:off x="7445520" y="2752560"/>
              <a:ext cx="1293840" cy="18698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5987" name=""/>
            <p:cNvSpPr/>
            <p:nvPr/>
          </p:nvSpPr>
          <p:spPr>
            <a:xfrm>
              <a:off x="7499160" y="2830680"/>
              <a:ext cx="1185840" cy="171360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grpSp>
      <p:graphicFrame>
        <p:nvGraphicFramePr>
          <p:cNvPr id="5988" name=""/>
          <p:cNvGraphicFramePr/>
          <p:nvPr/>
        </p:nvGraphicFramePr>
        <p:xfrm>
          <a:off x="3309840" y="1900080"/>
          <a:ext cx="1897200" cy="3695760"/>
        </p:xfrm>
        <a:graphic>
          <a:graphicData uri="http://schemas.openxmlformats.org/presentationml/2006/ole">
            <p:oleObj r:id="rId2" spid="">
              <p:embed/>
            </p:oleObj>
          </a:graphicData>
        </a:graphic>
      </p:graphicFrame>
      <p:sp>
        <p:nvSpPr>
          <p:cNvPr id="5989" name=""/>
          <p:cNvSpPr/>
          <p:nvPr/>
        </p:nvSpPr>
        <p:spPr>
          <a:xfrm>
            <a:off x="2433600" y="2152800"/>
            <a:ext cx="110988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90" name=""/>
          <p:cNvSpPr/>
          <p:nvPr/>
        </p:nvSpPr>
        <p:spPr>
          <a:xfrm>
            <a:off x="2433600" y="282204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91" name=""/>
          <p:cNvSpPr/>
          <p:nvPr/>
        </p:nvSpPr>
        <p:spPr>
          <a:xfrm>
            <a:off x="2433600" y="354600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5992" name=""/>
          <p:cNvSpPr/>
          <p:nvPr/>
        </p:nvSpPr>
        <p:spPr>
          <a:xfrm>
            <a:off x="2433600" y="426996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5993" name=""/>
          <p:cNvSpPr/>
          <p:nvPr/>
        </p:nvSpPr>
        <p:spPr>
          <a:xfrm>
            <a:off x="2433600" y="4993920"/>
            <a:ext cx="123840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5994" name=""/>
          <p:cNvSpPr/>
          <p:nvPr/>
        </p:nvSpPr>
        <p:spPr>
          <a:xfrm>
            <a:off x="2433600" y="1413360"/>
            <a:ext cx="20653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5995" name=""/>
          <p:cNvSpPr/>
          <p:nvPr/>
        </p:nvSpPr>
        <p:spPr>
          <a:xfrm>
            <a:off x="2433600" y="1719360"/>
            <a:ext cx="20653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5996" name=""/>
          <p:cNvGraphicFramePr/>
          <p:nvPr/>
        </p:nvGraphicFramePr>
        <p:xfrm>
          <a:off x="5559480" y="1900080"/>
          <a:ext cx="1896840" cy="3695760"/>
        </p:xfrm>
        <a:graphic>
          <a:graphicData uri="http://schemas.openxmlformats.org/presentationml/2006/ole">
            <p:oleObj r:id="rId3" spid="">
              <p:embed/>
            </p:oleObj>
          </a:graphicData>
        </a:graphic>
      </p:graphicFrame>
      <p:sp>
        <p:nvSpPr>
          <p:cNvPr id="5997" name=""/>
          <p:cNvSpPr/>
          <p:nvPr/>
        </p:nvSpPr>
        <p:spPr>
          <a:xfrm>
            <a:off x="4683240" y="2152800"/>
            <a:ext cx="110952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5998" name=""/>
          <p:cNvSpPr/>
          <p:nvPr/>
        </p:nvSpPr>
        <p:spPr>
          <a:xfrm>
            <a:off x="4683240" y="282204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5999" name=""/>
          <p:cNvSpPr/>
          <p:nvPr/>
        </p:nvSpPr>
        <p:spPr>
          <a:xfrm>
            <a:off x="4683240" y="354600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6000" name=""/>
          <p:cNvSpPr/>
          <p:nvPr/>
        </p:nvSpPr>
        <p:spPr>
          <a:xfrm>
            <a:off x="4683240" y="426996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6001" name=""/>
          <p:cNvSpPr/>
          <p:nvPr/>
        </p:nvSpPr>
        <p:spPr>
          <a:xfrm>
            <a:off x="4683240" y="4993920"/>
            <a:ext cx="1238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6002" name=""/>
          <p:cNvSpPr/>
          <p:nvPr/>
        </p:nvSpPr>
        <p:spPr>
          <a:xfrm>
            <a:off x="4683240" y="1413360"/>
            <a:ext cx="20653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6003" name=""/>
          <p:cNvSpPr/>
          <p:nvPr/>
        </p:nvSpPr>
        <p:spPr>
          <a:xfrm>
            <a:off x="4683240" y="1719360"/>
            <a:ext cx="20653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C084313F-CC19-4BE7-A61A-1FDFB99AC1C8}" type="slidenum">
              <a:t>270</a:t>
            </a:fld>
          </a:p>
        </p:txBody>
      </p:sp>
    </p:spTree>
  </p:cSld>
  <mc:AlternateContent>
    <mc:Choice Requires="p14">
      <p:transition spd="slow" p14:dur="2000"/>
    </mc:Choice>
    <mc:Fallback>
      <p:transition spd="slow"/>
    </mc:Fallback>
  </mc:AlternateContent>
</p:sld>
</file>

<file path=ppt/slides/slide2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0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6005"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6006" name=""/>
          <p:cNvSpPr/>
          <p:nvPr/>
        </p:nvSpPr>
        <p:spPr>
          <a:xfrm>
            <a:off x="138240" y="1300680"/>
            <a:ext cx="201924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007" name=""/>
          <p:cNvSpPr/>
          <p:nvPr/>
        </p:nvSpPr>
        <p:spPr>
          <a:xfrm>
            <a:off x="138240" y="1544760"/>
            <a:ext cx="20160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08" name=""/>
          <p:cNvGraphicFramePr/>
          <p:nvPr/>
        </p:nvGraphicFramePr>
        <p:xfrm>
          <a:off x="1020600" y="1703520"/>
          <a:ext cx="1467000" cy="3697200"/>
        </p:xfrm>
        <a:graphic>
          <a:graphicData uri="http://schemas.openxmlformats.org/presentationml/2006/ole">
            <p:oleObj r:id="rId1" spid="">
              <p:embed/>
            </p:oleObj>
          </a:graphicData>
        </a:graphic>
      </p:graphicFrame>
      <p:sp>
        <p:nvSpPr>
          <p:cNvPr id="6009" name=""/>
          <p:cNvSpPr/>
          <p:nvPr/>
        </p:nvSpPr>
        <p:spPr>
          <a:xfrm>
            <a:off x="138240" y="2007720"/>
            <a:ext cx="110808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010" name=""/>
          <p:cNvSpPr/>
          <p:nvPr/>
        </p:nvSpPr>
        <p:spPr>
          <a:xfrm>
            <a:off x="138240" y="2714400"/>
            <a:ext cx="123804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011" name=""/>
          <p:cNvSpPr/>
          <p:nvPr/>
        </p:nvSpPr>
        <p:spPr>
          <a:xfrm>
            <a:off x="138240" y="3422160"/>
            <a:ext cx="123804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012" name=""/>
          <p:cNvSpPr/>
          <p:nvPr/>
        </p:nvSpPr>
        <p:spPr>
          <a:xfrm>
            <a:off x="138240" y="4130280"/>
            <a:ext cx="123804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013" name=""/>
          <p:cNvSpPr/>
          <p:nvPr/>
        </p:nvSpPr>
        <p:spPr>
          <a:xfrm>
            <a:off x="138240" y="4838400"/>
            <a:ext cx="123804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014" name=""/>
          <p:cNvSpPr/>
          <p:nvPr/>
        </p:nvSpPr>
        <p:spPr>
          <a:xfrm>
            <a:off x="2328840" y="1300680"/>
            <a:ext cx="201924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015" name=""/>
          <p:cNvSpPr/>
          <p:nvPr/>
        </p:nvSpPr>
        <p:spPr>
          <a:xfrm>
            <a:off x="2328840" y="1544760"/>
            <a:ext cx="20160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16" name=""/>
          <p:cNvGraphicFramePr/>
          <p:nvPr/>
        </p:nvGraphicFramePr>
        <p:xfrm>
          <a:off x="3211560" y="1703520"/>
          <a:ext cx="1466640" cy="3697200"/>
        </p:xfrm>
        <a:graphic>
          <a:graphicData uri="http://schemas.openxmlformats.org/presentationml/2006/ole">
            <p:oleObj r:id="rId2" spid="">
              <p:embed/>
            </p:oleObj>
          </a:graphicData>
        </a:graphic>
      </p:graphicFrame>
      <p:sp>
        <p:nvSpPr>
          <p:cNvPr id="6017" name=""/>
          <p:cNvSpPr/>
          <p:nvPr/>
        </p:nvSpPr>
        <p:spPr>
          <a:xfrm>
            <a:off x="2328840" y="2007720"/>
            <a:ext cx="110808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018" name=""/>
          <p:cNvSpPr/>
          <p:nvPr/>
        </p:nvSpPr>
        <p:spPr>
          <a:xfrm>
            <a:off x="2328840" y="271440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019" name=""/>
          <p:cNvSpPr/>
          <p:nvPr/>
        </p:nvSpPr>
        <p:spPr>
          <a:xfrm>
            <a:off x="2328840" y="342216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020" name=""/>
          <p:cNvSpPr/>
          <p:nvPr/>
        </p:nvSpPr>
        <p:spPr>
          <a:xfrm>
            <a:off x="2328840" y="413028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021" name=""/>
          <p:cNvSpPr/>
          <p:nvPr/>
        </p:nvSpPr>
        <p:spPr>
          <a:xfrm>
            <a:off x="2328840" y="483840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022" name=""/>
          <p:cNvSpPr/>
          <p:nvPr/>
        </p:nvSpPr>
        <p:spPr>
          <a:xfrm>
            <a:off x="4518000" y="1300680"/>
            <a:ext cx="201924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023" name=""/>
          <p:cNvSpPr/>
          <p:nvPr/>
        </p:nvSpPr>
        <p:spPr>
          <a:xfrm>
            <a:off x="4518000" y="1544760"/>
            <a:ext cx="20178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24" name=""/>
          <p:cNvGraphicFramePr/>
          <p:nvPr/>
        </p:nvGraphicFramePr>
        <p:xfrm>
          <a:off x="5402160" y="1703520"/>
          <a:ext cx="1467000" cy="3697200"/>
        </p:xfrm>
        <a:graphic>
          <a:graphicData uri="http://schemas.openxmlformats.org/presentationml/2006/ole">
            <p:oleObj r:id="rId3" spid="">
              <p:embed/>
            </p:oleObj>
          </a:graphicData>
        </a:graphic>
      </p:graphicFrame>
      <p:sp>
        <p:nvSpPr>
          <p:cNvPr id="6025" name=""/>
          <p:cNvSpPr/>
          <p:nvPr/>
        </p:nvSpPr>
        <p:spPr>
          <a:xfrm>
            <a:off x="4518000" y="2007720"/>
            <a:ext cx="110952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026" name=""/>
          <p:cNvSpPr/>
          <p:nvPr/>
        </p:nvSpPr>
        <p:spPr>
          <a:xfrm>
            <a:off x="4518000" y="271440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027" name=""/>
          <p:cNvSpPr/>
          <p:nvPr/>
        </p:nvSpPr>
        <p:spPr>
          <a:xfrm>
            <a:off x="4518000" y="342216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028" name=""/>
          <p:cNvSpPr/>
          <p:nvPr/>
        </p:nvSpPr>
        <p:spPr>
          <a:xfrm>
            <a:off x="4518000" y="413028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029" name=""/>
          <p:cNvSpPr/>
          <p:nvPr/>
        </p:nvSpPr>
        <p:spPr>
          <a:xfrm>
            <a:off x="4518000" y="483840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030" name=""/>
          <p:cNvSpPr/>
          <p:nvPr/>
        </p:nvSpPr>
        <p:spPr>
          <a:xfrm>
            <a:off x="6707160" y="1300680"/>
            <a:ext cx="201924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031" name=""/>
          <p:cNvSpPr/>
          <p:nvPr/>
        </p:nvSpPr>
        <p:spPr>
          <a:xfrm>
            <a:off x="6707160" y="1544760"/>
            <a:ext cx="20178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32" name=""/>
          <p:cNvGraphicFramePr/>
          <p:nvPr/>
        </p:nvGraphicFramePr>
        <p:xfrm>
          <a:off x="7593120" y="1703520"/>
          <a:ext cx="1466640" cy="3697200"/>
        </p:xfrm>
        <a:graphic>
          <a:graphicData uri="http://schemas.openxmlformats.org/presentationml/2006/ole">
            <p:oleObj r:id="rId4" spid="">
              <p:embed/>
            </p:oleObj>
          </a:graphicData>
        </a:graphic>
      </p:graphicFrame>
      <p:sp>
        <p:nvSpPr>
          <p:cNvPr id="6033" name=""/>
          <p:cNvSpPr/>
          <p:nvPr/>
        </p:nvSpPr>
        <p:spPr>
          <a:xfrm>
            <a:off x="6707160" y="2007720"/>
            <a:ext cx="110952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034" name=""/>
          <p:cNvSpPr/>
          <p:nvPr/>
        </p:nvSpPr>
        <p:spPr>
          <a:xfrm>
            <a:off x="6707160" y="271440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035" name=""/>
          <p:cNvSpPr/>
          <p:nvPr/>
        </p:nvSpPr>
        <p:spPr>
          <a:xfrm>
            <a:off x="6707160" y="342216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036" name=""/>
          <p:cNvSpPr/>
          <p:nvPr/>
        </p:nvSpPr>
        <p:spPr>
          <a:xfrm>
            <a:off x="6707160" y="413028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037" name=""/>
          <p:cNvSpPr/>
          <p:nvPr/>
        </p:nvSpPr>
        <p:spPr>
          <a:xfrm>
            <a:off x="6707160" y="4838400"/>
            <a:ext cx="1238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03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DE841E7A-F624-456C-83B8-FBC14EED7047}" type="slidenum">
              <a:t>271</a:t>
            </a:fld>
          </a:p>
        </p:txBody>
      </p:sp>
    </p:spTree>
  </p:cSld>
  <mc:AlternateContent>
    <mc:Choice Requires="p14">
      <p:transition spd="slow" p14:dur="2000"/>
    </mc:Choice>
    <mc:Fallback>
      <p:transition spd="slow"/>
    </mc:Fallback>
  </mc:AlternateContent>
</p:sld>
</file>

<file path=ppt/slides/slide2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39"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6040"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6041" name=""/>
          <p:cNvSpPr/>
          <p:nvPr/>
        </p:nvSpPr>
        <p:spPr>
          <a:xfrm>
            <a:off x="138240" y="1331280"/>
            <a:ext cx="163512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042" name=""/>
          <p:cNvSpPr/>
          <p:nvPr/>
        </p:nvSpPr>
        <p:spPr>
          <a:xfrm>
            <a:off x="138240" y="1544760"/>
            <a:ext cx="16351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43" name=""/>
          <p:cNvGraphicFramePr/>
          <p:nvPr/>
        </p:nvGraphicFramePr>
        <p:xfrm>
          <a:off x="744480" y="1695600"/>
          <a:ext cx="1467000" cy="3697200"/>
        </p:xfrm>
        <a:graphic>
          <a:graphicData uri="http://schemas.openxmlformats.org/presentationml/2006/ole">
            <p:oleObj r:id="rId1" spid="">
              <p:embed/>
            </p:oleObj>
          </a:graphicData>
        </a:graphic>
      </p:graphicFrame>
      <p:sp>
        <p:nvSpPr>
          <p:cNvPr id="6044" name=""/>
          <p:cNvSpPr/>
          <p:nvPr/>
        </p:nvSpPr>
        <p:spPr>
          <a:xfrm>
            <a:off x="138240" y="2014200"/>
            <a:ext cx="63648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045" name=""/>
          <p:cNvSpPr/>
          <p:nvPr/>
        </p:nvSpPr>
        <p:spPr>
          <a:xfrm>
            <a:off x="138240" y="2720520"/>
            <a:ext cx="70956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046" name=""/>
          <p:cNvSpPr/>
          <p:nvPr/>
        </p:nvSpPr>
        <p:spPr>
          <a:xfrm>
            <a:off x="138240" y="3428640"/>
            <a:ext cx="70956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047" name=""/>
          <p:cNvSpPr/>
          <p:nvPr/>
        </p:nvSpPr>
        <p:spPr>
          <a:xfrm>
            <a:off x="138240" y="4136760"/>
            <a:ext cx="70956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048" name=""/>
          <p:cNvSpPr/>
          <p:nvPr/>
        </p:nvSpPr>
        <p:spPr>
          <a:xfrm>
            <a:off x="138240" y="4844880"/>
            <a:ext cx="70956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grpSp>
        <p:nvGrpSpPr>
          <p:cNvPr id="6049" name=""/>
          <p:cNvGrpSpPr/>
          <p:nvPr/>
        </p:nvGrpSpPr>
        <p:grpSpPr>
          <a:xfrm>
            <a:off x="1878120" y="1331280"/>
            <a:ext cx="2076120" cy="4061520"/>
            <a:chOff x="1878120" y="1331280"/>
            <a:chExt cx="2076120" cy="4061520"/>
          </a:xfrm>
        </p:grpSpPr>
        <p:sp>
          <p:nvSpPr>
            <p:cNvPr id="6050" name=""/>
            <p:cNvSpPr/>
            <p:nvPr/>
          </p:nvSpPr>
          <p:spPr>
            <a:xfrm>
              <a:off x="1878120" y="1331280"/>
              <a:ext cx="163800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051" name=""/>
            <p:cNvSpPr/>
            <p:nvPr/>
          </p:nvSpPr>
          <p:spPr>
            <a:xfrm>
              <a:off x="1878120" y="1544760"/>
              <a:ext cx="16380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52" name=""/>
            <p:cNvGraphicFramePr/>
            <p:nvPr/>
          </p:nvGraphicFramePr>
          <p:xfrm>
            <a:off x="2485080" y="1695600"/>
            <a:ext cx="1469160" cy="3697200"/>
          </p:xfrm>
          <a:graphic>
            <a:graphicData uri="http://schemas.openxmlformats.org/presentationml/2006/ole">
              <p:oleObj r:id="rId2" spid="">
                <p:embed/>
              </p:oleObj>
            </a:graphicData>
          </a:graphic>
        </p:graphicFrame>
        <p:sp>
          <p:nvSpPr>
            <p:cNvPr id="6053" name=""/>
            <p:cNvSpPr/>
            <p:nvPr/>
          </p:nvSpPr>
          <p:spPr>
            <a:xfrm>
              <a:off x="1878120" y="2014200"/>
              <a:ext cx="63720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054" name=""/>
            <p:cNvSpPr/>
            <p:nvPr/>
          </p:nvSpPr>
          <p:spPr>
            <a:xfrm>
              <a:off x="1878120" y="2720520"/>
              <a:ext cx="70992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055" name=""/>
            <p:cNvSpPr/>
            <p:nvPr/>
          </p:nvSpPr>
          <p:spPr>
            <a:xfrm>
              <a:off x="1878120" y="3428640"/>
              <a:ext cx="70992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056" name=""/>
            <p:cNvSpPr/>
            <p:nvPr/>
          </p:nvSpPr>
          <p:spPr>
            <a:xfrm>
              <a:off x="1878120" y="4136760"/>
              <a:ext cx="70992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057" name=""/>
            <p:cNvSpPr/>
            <p:nvPr/>
          </p:nvSpPr>
          <p:spPr>
            <a:xfrm>
              <a:off x="1878120" y="4844880"/>
              <a:ext cx="70992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grpSp>
      <p:grpSp>
        <p:nvGrpSpPr>
          <p:cNvPr id="6058" name=""/>
          <p:cNvGrpSpPr/>
          <p:nvPr/>
        </p:nvGrpSpPr>
        <p:grpSpPr>
          <a:xfrm>
            <a:off x="3619440" y="1331280"/>
            <a:ext cx="2072880" cy="4061520"/>
            <a:chOff x="3619440" y="1331280"/>
            <a:chExt cx="2072880" cy="4061520"/>
          </a:xfrm>
        </p:grpSpPr>
        <p:sp>
          <p:nvSpPr>
            <p:cNvPr id="6059" name=""/>
            <p:cNvSpPr/>
            <p:nvPr/>
          </p:nvSpPr>
          <p:spPr>
            <a:xfrm>
              <a:off x="3619440" y="1331280"/>
              <a:ext cx="163548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060" name=""/>
            <p:cNvSpPr/>
            <p:nvPr/>
          </p:nvSpPr>
          <p:spPr>
            <a:xfrm>
              <a:off x="3619440" y="1544760"/>
              <a:ext cx="16354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61" name=""/>
            <p:cNvGraphicFramePr/>
            <p:nvPr/>
          </p:nvGraphicFramePr>
          <p:xfrm>
            <a:off x="4225320" y="1695600"/>
            <a:ext cx="1467000" cy="3697200"/>
          </p:xfrm>
          <a:graphic>
            <a:graphicData uri="http://schemas.openxmlformats.org/presentationml/2006/ole">
              <p:oleObj r:id="rId3" spid="">
                <p:embed/>
              </p:oleObj>
            </a:graphicData>
          </a:graphic>
        </p:graphicFrame>
        <p:sp>
          <p:nvSpPr>
            <p:cNvPr id="6062" name=""/>
            <p:cNvSpPr/>
            <p:nvPr/>
          </p:nvSpPr>
          <p:spPr>
            <a:xfrm>
              <a:off x="3619440" y="2014200"/>
              <a:ext cx="63612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063" name=""/>
            <p:cNvSpPr/>
            <p:nvPr/>
          </p:nvSpPr>
          <p:spPr>
            <a:xfrm>
              <a:off x="3619440" y="2720520"/>
              <a:ext cx="70884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064" name=""/>
            <p:cNvSpPr/>
            <p:nvPr/>
          </p:nvSpPr>
          <p:spPr>
            <a:xfrm>
              <a:off x="3619440" y="3428640"/>
              <a:ext cx="70884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065" name=""/>
            <p:cNvSpPr/>
            <p:nvPr/>
          </p:nvSpPr>
          <p:spPr>
            <a:xfrm>
              <a:off x="3619440" y="4136760"/>
              <a:ext cx="70884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066" name=""/>
            <p:cNvSpPr/>
            <p:nvPr/>
          </p:nvSpPr>
          <p:spPr>
            <a:xfrm>
              <a:off x="3619440" y="4844880"/>
              <a:ext cx="70884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grpSp>
      <p:grpSp>
        <p:nvGrpSpPr>
          <p:cNvPr id="6067" name=""/>
          <p:cNvGrpSpPr/>
          <p:nvPr/>
        </p:nvGrpSpPr>
        <p:grpSpPr>
          <a:xfrm>
            <a:off x="5361120" y="1331280"/>
            <a:ext cx="2074320" cy="4061520"/>
            <a:chOff x="5361120" y="1331280"/>
            <a:chExt cx="2074320" cy="4061520"/>
          </a:xfrm>
        </p:grpSpPr>
        <p:sp>
          <p:nvSpPr>
            <p:cNvPr id="6068" name=""/>
            <p:cNvSpPr/>
            <p:nvPr/>
          </p:nvSpPr>
          <p:spPr>
            <a:xfrm>
              <a:off x="5361120" y="1331280"/>
              <a:ext cx="16365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069" name=""/>
            <p:cNvSpPr/>
            <p:nvPr/>
          </p:nvSpPr>
          <p:spPr>
            <a:xfrm>
              <a:off x="5361120" y="1544760"/>
              <a:ext cx="16365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70" name=""/>
            <p:cNvGraphicFramePr/>
            <p:nvPr/>
          </p:nvGraphicFramePr>
          <p:xfrm>
            <a:off x="5967360" y="1695600"/>
            <a:ext cx="1468080" cy="3697200"/>
          </p:xfrm>
          <a:graphic>
            <a:graphicData uri="http://schemas.openxmlformats.org/presentationml/2006/ole">
              <p:oleObj r:id="rId4" spid="">
                <p:embed/>
              </p:oleObj>
            </a:graphicData>
          </a:graphic>
        </p:graphicFrame>
        <p:sp>
          <p:nvSpPr>
            <p:cNvPr id="6071" name=""/>
            <p:cNvSpPr/>
            <p:nvPr/>
          </p:nvSpPr>
          <p:spPr>
            <a:xfrm>
              <a:off x="5361120" y="2014200"/>
              <a:ext cx="63648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072" name=""/>
            <p:cNvSpPr/>
            <p:nvPr/>
          </p:nvSpPr>
          <p:spPr>
            <a:xfrm>
              <a:off x="5361120" y="2720520"/>
              <a:ext cx="70920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073" name=""/>
            <p:cNvSpPr/>
            <p:nvPr/>
          </p:nvSpPr>
          <p:spPr>
            <a:xfrm>
              <a:off x="5361120" y="3428640"/>
              <a:ext cx="70920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074" name=""/>
            <p:cNvSpPr/>
            <p:nvPr/>
          </p:nvSpPr>
          <p:spPr>
            <a:xfrm>
              <a:off x="5361120" y="4136760"/>
              <a:ext cx="70920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075" name=""/>
            <p:cNvSpPr/>
            <p:nvPr/>
          </p:nvSpPr>
          <p:spPr>
            <a:xfrm>
              <a:off x="5361120" y="4844880"/>
              <a:ext cx="70920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grpSp>
      <p:grpSp>
        <p:nvGrpSpPr>
          <p:cNvPr id="6076" name=""/>
          <p:cNvGrpSpPr/>
          <p:nvPr/>
        </p:nvGrpSpPr>
        <p:grpSpPr>
          <a:xfrm>
            <a:off x="7101000" y="1331280"/>
            <a:ext cx="2074320" cy="4061520"/>
            <a:chOff x="7101000" y="1331280"/>
            <a:chExt cx="2074320" cy="4061520"/>
          </a:xfrm>
        </p:grpSpPr>
        <p:sp>
          <p:nvSpPr>
            <p:cNvPr id="6077" name=""/>
            <p:cNvSpPr/>
            <p:nvPr/>
          </p:nvSpPr>
          <p:spPr>
            <a:xfrm>
              <a:off x="7101000" y="1331280"/>
              <a:ext cx="16365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078" name=""/>
            <p:cNvSpPr/>
            <p:nvPr/>
          </p:nvSpPr>
          <p:spPr>
            <a:xfrm>
              <a:off x="7101000" y="1544760"/>
              <a:ext cx="16365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79" name=""/>
            <p:cNvGraphicFramePr/>
            <p:nvPr/>
          </p:nvGraphicFramePr>
          <p:xfrm>
            <a:off x="7707240" y="1695600"/>
            <a:ext cx="1468080" cy="3697200"/>
          </p:xfrm>
          <a:graphic>
            <a:graphicData uri="http://schemas.openxmlformats.org/presentationml/2006/ole">
              <p:oleObj r:id="rId5" spid="">
                <p:embed/>
              </p:oleObj>
            </a:graphicData>
          </a:graphic>
        </p:graphicFrame>
        <p:sp>
          <p:nvSpPr>
            <p:cNvPr id="6080" name=""/>
            <p:cNvSpPr/>
            <p:nvPr/>
          </p:nvSpPr>
          <p:spPr>
            <a:xfrm>
              <a:off x="7101000" y="2014200"/>
              <a:ext cx="63648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081" name=""/>
            <p:cNvSpPr/>
            <p:nvPr/>
          </p:nvSpPr>
          <p:spPr>
            <a:xfrm>
              <a:off x="7101000" y="2720520"/>
              <a:ext cx="70920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082" name=""/>
            <p:cNvSpPr/>
            <p:nvPr/>
          </p:nvSpPr>
          <p:spPr>
            <a:xfrm>
              <a:off x="7101000" y="3428640"/>
              <a:ext cx="70920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083" name=""/>
            <p:cNvSpPr/>
            <p:nvPr/>
          </p:nvSpPr>
          <p:spPr>
            <a:xfrm>
              <a:off x="7101000" y="4136760"/>
              <a:ext cx="70920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084" name=""/>
            <p:cNvSpPr/>
            <p:nvPr/>
          </p:nvSpPr>
          <p:spPr>
            <a:xfrm>
              <a:off x="7101000" y="4844880"/>
              <a:ext cx="70920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grpSp>
      <p:sp>
        <p:nvSpPr>
          <p:cNvPr id="608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DA7F0651-E25C-412A-A874-C6542A0CFE98}" type="slidenum">
              <a:t>272</a:t>
            </a:fld>
          </a:p>
        </p:txBody>
      </p:sp>
    </p:spTree>
  </p:cSld>
  <mc:AlternateContent>
    <mc:Choice Requires="p14">
      <p:transition spd="slow" p14:dur="2000"/>
    </mc:Choice>
    <mc:Fallback>
      <p:transition spd="slow"/>
    </mc:Fallback>
  </mc:AlternateContent>
</p:sld>
</file>

<file path=ppt/slides/slide2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86"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608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aphicFrame>
        <p:nvGraphicFramePr>
          <p:cNvPr id="6088" name=""/>
          <p:cNvGraphicFramePr/>
          <p:nvPr/>
        </p:nvGraphicFramePr>
        <p:xfrm>
          <a:off x="1838160" y="1917720"/>
          <a:ext cx="2992680" cy="3697200"/>
        </p:xfrm>
        <a:graphic>
          <a:graphicData uri="http://schemas.openxmlformats.org/presentationml/2006/ole">
            <p:oleObj r:id="rId1" spid="">
              <p:embed/>
            </p:oleObj>
          </a:graphicData>
        </a:graphic>
      </p:graphicFrame>
      <p:sp>
        <p:nvSpPr>
          <p:cNvPr id="6089" name=""/>
          <p:cNvSpPr/>
          <p:nvPr/>
        </p:nvSpPr>
        <p:spPr>
          <a:xfrm>
            <a:off x="525600" y="2168640"/>
            <a:ext cx="13176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6090" name=""/>
          <p:cNvSpPr/>
          <p:nvPr/>
        </p:nvSpPr>
        <p:spPr>
          <a:xfrm>
            <a:off x="525600" y="2838240"/>
            <a:ext cx="146988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6091" name=""/>
          <p:cNvSpPr/>
          <p:nvPr/>
        </p:nvSpPr>
        <p:spPr>
          <a:xfrm>
            <a:off x="525600" y="3561840"/>
            <a:ext cx="146988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6092" name=""/>
          <p:cNvSpPr/>
          <p:nvPr/>
        </p:nvSpPr>
        <p:spPr>
          <a:xfrm>
            <a:off x="525600" y="4285800"/>
            <a:ext cx="146988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6093" name=""/>
          <p:cNvSpPr/>
          <p:nvPr/>
        </p:nvSpPr>
        <p:spPr>
          <a:xfrm>
            <a:off x="525600" y="5009760"/>
            <a:ext cx="146988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6094" name=""/>
          <p:cNvSpPr/>
          <p:nvPr/>
        </p:nvSpPr>
        <p:spPr>
          <a:xfrm>
            <a:off x="1855800" y="1421280"/>
            <a:ext cx="299232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6095" name=""/>
          <p:cNvSpPr/>
          <p:nvPr/>
        </p:nvSpPr>
        <p:spPr>
          <a:xfrm>
            <a:off x="1855800" y="1727280"/>
            <a:ext cx="29923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096" name=""/>
          <p:cNvSpPr/>
          <p:nvPr/>
        </p:nvSpPr>
        <p:spPr>
          <a:xfrm>
            <a:off x="5035680" y="1421280"/>
            <a:ext cx="299376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6097" name=""/>
          <p:cNvSpPr/>
          <p:nvPr/>
        </p:nvSpPr>
        <p:spPr>
          <a:xfrm>
            <a:off x="5035680" y="1727280"/>
            <a:ext cx="29923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098" name=""/>
          <p:cNvGraphicFramePr/>
          <p:nvPr/>
        </p:nvGraphicFramePr>
        <p:xfrm>
          <a:off x="5035680" y="1917720"/>
          <a:ext cx="2992320" cy="3697200"/>
        </p:xfrm>
        <a:graphic>
          <a:graphicData uri="http://schemas.openxmlformats.org/presentationml/2006/ole">
            <p:oleObj r:id="rId2" spid="">
              <p:embed/>
            </p:oleObj>
          </a:graphicData>
        </a:graphic>
      </p:graphicFrame>
      <p:sp>
        <p:nvSpPr>
          <p:cNvPr id="609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0F08F0BF-232E-4F40-BCC5-A15E6EBCD6C9}" type="slidenum">
              <a:t>273</a:t>
            </a:fld>
          </a:p>
        </p:txBody>
      </p:sp>
    </p:spTree>
  </p:cSld>
  <mc:AlternateContent>
    <mc:Choice Requires="p14">
      <p:transition spd="slow" p14:dur="2000"/>
    </mc:Choice>
    <mc:Fallback>
      <p:transition spd="slow"/>
    </mc:Fallback>
  </mc:AlternateContent>
</p:sld>
</file>

<file path=ppt/slides/slide2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00"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6101"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aphicFrame>
        <p:nvGraphicFramePr>
          <p:cNvPr id="6102" name=""/>
          <p:cNvGraphicFramePr/>
          <p:nvPr/>
        </p:nvGraphicFramePr>
        <p:xfrm>
          <a:off x="1668600" y="1727280"/>
          <a:ext cx="2182680" cy="3697200"/>
        </p:xfrm>
        <a:graphic>
          <a:graphicData uri="http://schemas.openxmlformats.org/presentationml/2006/ole">
            <p:oleObj r:id="rId1" spid="">
              <p:embed/>
            </p:oleObj>
          </a:graphicData>
        </a:graphic>
      </p:graphicFrame>
      <p:sp>
        <p:nvSpPr>
          <p:cNvPr id="6103" name=""/>
          <p:cNvSpPr/>
          <p:nvPr/>
        </p:nvSpPr>
        <p:spPr>
          <a:xfrm>
            <a:off x="255600" y="1978200"/>
            <a:ext cx="1305000" cy="24408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 1</a:t>
            </a:r>
            <a:endParaRPr b="0" lang="en-US" sz="1600" spc="-1" strike="noStrike">
              <a:solidFill>
                <a:srgbClr val="000000"/>
              </a:solidFill>
              <a:latin typeface="Times New Roman"/>
            </a:endParaRPr>
          </a:p>
        </p:txBody>
      </p:sp>
      <p:sp>
        <p:nvSpPr>
          <p:cNvPr id="6104" name=""/>
          <p:cNvSpPr/>
          <p:nvPr/>
        </p:nvSpPr>
        <p:spPr>
          <a:xfrm>
            <a:off x="255600" y="2647440"/>
            <a:ext cx="1454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2</a:t>
            </a:r>
            <a:endParaRPr b="0" lang="en-US" sz="1600" spc="-1" strike="noStrike">
              <a:solidFill>
                <a:srgbClr val="000000"/>
              </a:solidFill>
              <a:latin typeface="Times New Roman"/>
            </a:endParaRPr>
          </a:p>
        </p:txBody>
      </p:sp>
      <p:sp>
        <p:nvSpPr>
          <p:cNvPr id="6105" name=""/>
          <p:cNvSpPr/>
          <p:nvPr/>
        </p:nvSpPr>
        <p:spPr>
          <a:xfrm>
            <a:off x="255600" y="3371400"/>
            <a:ext cx="1454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3</a:t>
            </a:r>
            <a:endParaRPr b="0" lang="en-US" sz="1600" spc="-1" strike="noStrike">
              <a:solidFill>
                <a:srgbClr val="000000"/>
              </a:solidFill>
              <a:latin typeface="Times New Roman"/>
            </a:endParaRPr>
          </a:p>
        </p:txBody>
      </p:sp>
      <p:sp>
        <p:nvSpPr>
          <p:cNvPr id="6106" name=""/>
          <p:cNvSpPr/>
          <p:nvPr/>
        </p:nvSpPr>
        <p:spPr>
          <a:xfrm>
            <a:off x="255600" y="4095360"/>
            <a:ext cx="1454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4</a:t>
            </a:r>
            <a:endParaRPr b="0" lang="en-US" sz="1600" spc="-1" strike="noStrike">
              <a:solidFill>
                <a:srgbClr val="000000"/>
              </a:solidFill>
              <a:latin typeface="Times New Roman"/>
            </a:endParaRPr>
          </a:p>
        </p:txBody>
      </p:sp>
      <p:sp>
        <p:nvSpPr>
          <p:cNvPr id="6107" name=""/>
          <p:cNvSpPr/>
          <p:nvPr/>
        </p:nvSpPr>
        <p:spPr>
          <a:xfrm>
            <a:off x="255600" y="4819320"/>
            <a:ext cx="1454040" cy="36612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ea typeface="宋体"/>
              </a:rPr>
              <a:t>Label</a:t>
            </a:r>
            <a:r>
              <a:rPr b="0" lang="en-US" sz="2400" spc="-1" strike="noStrike">
                <a:solidFill>
                  <a:srgbClr val="000000"/>
                </a:solidFill>
                <a:latin typeface="Arial"/>
                <a:ea typeface="宋体"/>
              </a:rPr>
              <a:t> </a:t>
            </a:r>
            <a:r>
              <a:rPr b="0" lang="en-US" sz="1600" spc="-1" strike="noStrike">
                <a:solidFill>
                  <a:srgbClr val="000000"/>
                </a:solidFill>
                <a:latin typeface="Arial"/>
                <a:ea typeface="宋体"/>
              </a:rPr>
              <a:t>5</a:t>
            </a:r>
            <a:endParaRPr b="0" lang="en-US" sz="1600" spc="-1" strike="noStrike">
              <a:solidFill>
                <a:srgbClr val="000000"/>
              </a:solidFill>
              <a:latin typeface="Times New Roman"/>
            </a:endParaRPr>
          </a:p>
        </p:txBody>
      </p:sp>
      <p:sp>
        <p:nvSpPr>
          <p:cNvPr id="6108" name=""/>
          <p:cNvSpPr/>
          <p:nvPr/>
        </p:nvSpPr>
        <p:spPr>
          <a:xfrm>
            <a:off x="1701720" y="1270440"/>
            <a:ext cx="21970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6109" name=""/>
          <p:cNvSpPr/>
          <p:nvPr/>
        </p:nvSpPr>
        <p:spPr>
          <a:xfrm>
            <a:off x="1701720" y="1544760"/>
            <a:ext cx="21956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110" name=""/>
          <p:cNvSpPr/>
          <p:nvPr/>
        </p:nvSpPr>
        <p:spPr>
          <a:xfrm>
            <a:off x="4037040" y="1270440"/>
            <a:ext cx="219564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6111" name=""/>
          <p:cNvSpPr/>
          <p:nvPr/>
        </p:nvSpPr>
        <p:spPr>
          <a:xfrm>
            <a:off x="4037040" y="1544760"/>
            <a:ext cx="21956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112" name=""/>
          <p:cNvSpPr/>
          <p:nvPr/>
        </p:nvSpPr>
        <p:spPr>
          <a:xfrm>
            <a:off x="6372360" y="1270440"/>
            <a:ext cx="2197080" cy="24408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Text</a:t>
            </a:r>
            <a:endParaRPr b="0" lang="en-US" sz="1600" spc="-1" strike="noStrike">
              <a:solidFill>
                <a:srgbClr val="000000"/>
              </a:solidFill>
              <a:latin typeface="Times New Roman"/>
            </a:endParaRPr>
          </a:p>
        </p:txBody>
      </p:sp>
      <p:sp>
        <p:nvSpPr>
          <p:cNvPr id="6113" name=""/>
          <p:cNvSpPr/>
          <p:nvPr/>
        </p:nvSpPr>
        <p:spPr>
          <a:xfrm>
            <a:off x="6372360" y="1544760"/>
            <a:ext cx="219528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114" name=""/>
          <p:cNvGraphicFramePr/>
          <p:nvPr/>
        </p:nvGraphicFramePr>
        <p:xfrm>
          <a:off x="4016520" y="1727280"/>
          <a:ext cx="2182680" cy="3697200"/>
        </p:xfrm>
        <a:graphic>
          <a:graphicData uri="http://schemas.openxmlformats.org/presentationml/2006/ole">
            <p:oleObj r:id="rId2" spid="">
              <p:embed/>
            </p:oleObj>
          </a:graphicData>
        </a:graphic>
      </p:graphicFrame>
      <p:graphicFrame>
        <p:nvGraphicFramePr>
          <p:cNvPr id="6115" name=""/>
          <p:cNvGraphicFramePr/>
          <p:nvPr/>
        </p:nvGraphicFramePr>
        <p:xfrm>
          <a:off x="6365880" y="1727280"/>
          <a:ext cx="2182680" cy="3697200"/>
        </p:xfrm>
        <a:graphic>
          <a:graphicData uri="http://schemas.openxmlformats.org/presentationml/2006/ole">
            <p:oleObj r:id="rId3" spid="">
              <p:embed/>
            </p:oleObj>
          </a:graphicData>
        </a:graphic>
      </p:graphicFrame>
      <p:sp>
        <p:nvSpPr>
          <p:cNvPr id="611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8D7216FF-75CF-4ADD-948B-7FF28C2DB68C}" type="slidenum">
              <a:t>274</a:t>
            </a:fld>
          </a:p>
        </p:txBody>
      </p:sp>
    </p:spTree>
  </p:cSld>
  <mc:AlternateContent>
    <mc:Choice Requires="p14">
      <p:transition spd="slow" p14:dur="2000"/>
    </mc:Choice>
    <mc:Fallback>
      <p:transition spd="slow"/>
    </mc:Fallback>
  </mc:AlternateContent>
</p:sld>
</file>

<file path=ppt/slides/slide2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17"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611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aphicFrame>
        <p:nvGraphicFramePr>
          <p:cNvPr id="6119" name=""/>
          <p:cNvGraphicFramePr/>
          <p:nvPr/>
        </p:nvGraphicFramePr>
        <p:xfrm>
          <a:off x="1089000" y="1703520"/>
          <a:ext cx="1790640" cy="3697200"/>
        </p:xfrm>
        <a:graphic>
          <a:graphicData uri="http://schemas.openxmlformats.org/presentationml/2006/ole">
            <p:oleObj r:id="rId1" spid="">
              <p:embed/>
            </p:oleObj>
          </a:graphicData>
        </a:graphic>
      </p:graphicFrame>
      <p:sp>
        <p:nvSpPr>
          <p:cNvPr id="6120" name=""/>
          <p:cNvSpPr/>
          <p:nvPr/>
        </p:nvSpPr>
        <p:spPr>
          <a:xfrm>
            <a:off x="138240" y="2007720"/>
            <a:ext cx="110808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121" name=""/>
          <p:cNvSpPr/>
          <p:nvPr/>
        </p:nvSpPr>
        <p:spPr>
          <a:xfrm>
            <a:off x="138240" y="2714400"/>
            <a:ext cx="123804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122" name=""/>
          <p:cNvSpPr/>
          <p:nvPr/>
        </p:nvSpPr>
        <p:spPr>
          <a:xfrm>
            <a:off x="138240" y="3422160"/>
            <a:ext cx="123804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123" name=""/>
          <p:cNvSpPr/>
          <p:nvPr/>
        </p:nvSpPr>
        <p:spPr>
          <a:xfrm>
            <a:off x="138240" y="4130280"/>
            <a:ext cx="123804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124" name=""/>
          <p:cNvSpPr/>
          <p:nvPr/>
        </p:nvSpPr>
        <p:spPr>
          <a:xfrm>
            <a:off x="138240" y="4838400"/>
            <a:ext cx="123804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125" name=""/>
          <p:cNvSpPr/>
          <p:nvPr/>
        </p:nvSpPr>
        <p:spPr>
          <a:xfrm>
            <a:off x="1122480" y="1300680"/>
            <a:ext cx="178740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126" name=""/>
          <p:cNvSpPr/>
          <p:nvPr/>
        </p:nvSpPr>
        <p:spPr>
          <a:xfrm>
            <a:off x="1122480" y="1544760"/>
            <a:ext cx="17859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127" name=""/>
          <p:cNvSpPr/>
          <p:nvPr/>
        </p:nvSpPr>
        <p:spPr>
          <a:xfrm>
            <a:off x="3062160" y="1300680"/>
            <a:ext cx="17877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128" name=""/>
          <p:cNvSpPr/>
          <p:nvPr/>
        </p:nvSpPr>
        <p:spPr>
          <a:xfrm>
            <a:off x="3062160" y="1544760"/>
            <a:ext cx="17859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129" name=""/>
          <p:cNvSpPr/>
          <p:nvPr/>
        </p:nvSpPr>
        <p:spPr>
          <a:xfrm>
            <a:off x="5000760" y="1300680"/>
            <a:ext cx="178740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130" name=""/>
          <p:cNvSpPr/>
          <p:nvPr/>
        </p:nvSpPr>
        <p:spPr>
          <a:xfrm>
            <a:off x="5000760" y="1544760"/>
            <a:ext cx="17859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131" name=""/>
          <p:cNvSpPr/>
          <p:nvPr/>
        </p:nvSpPr>
        <p:spPr>
          <a:xfrm>
            <a:off x="6939000" y="1300680"/>
            <a:ext cx="178740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132" name=""/>
          <p:cNvSpPr/>
          <p:nvPr/>
        </p:nvSpPr>
        <p:spPr>
          <a:xfrm>
            <a:off x="6939000" y="1544760"/>
            <a:ext cx="17859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aphicFrame>
        <p:nvGraphicFramePr>
          <p:cNvPr id="6133" name=""/>
          <p:cNvGraphicFramePr/>
          <p:nvPr/>
        </p:nvGraphicFramePr>
        <p:xfrm>
          <a:off x="3024360" y="1703520"/>
          <a:ext cx="1790640" cy="3697200"/>
        </p:xfrm>
        <a:graphic>
          <a:graphicData uri="http://schemas.openxmlformats.org/presentationml/2006/ole">
            <p:oleObj r:id="rId2" spid="">
              <p:embed/>
            </p:oleObj>
          </a:graphicData>
        </a:graphic>
      </p:graphicFrame>
      <p:graphicFrame>
        <p:nvGraphicFramePr>
          <p:cNvPr id="6134" name=""/>
          <p:cNvGraphicFramePr/>
          <p:nvPr/>
        </p:nvGraphicFramePr>
        <p:xfrm>
          <a:off x="4957920" y="1703520"/>
          <a:ext cx="1790640" cy="3697200"/>
        </p:xfrm>
        <a:graphic>
          <a:graphicData uri="http://schemas.openxmlformats.org/presentationml/2006/ole">
            <p:oleObj r:id="rId3" spid="">
              <p:embed/>
            </p:oleObj>
          </a:graphicData>
        </a:graphic>
      </p:graphicFrame>
      <p:graphicFrame>
        <p:nvGraphicFramePr>
          <p:cNvPr id="6135" name=""/>
          <p:cNvGraphicFramePr/>
          <p:nvPr/>
        </p:nvGraphicFramePr>
        <p:xfrm>
          <a:off x="6892920" y="1703520"/>
          <a:ext cx="1790640" cy="3697200"/>
        </p:xfrm>
        <a:graphic>
          <a:graphicData uri="http://schemas.openxmlformats.org/presentationml/2006/ole">
            <p:oleObj r:id="rId4" spid="">
              <p:embed/>
            </p:oleObj>
          </a:graphicData>
        </a:graphic>
      </p:graphicFrame>
      <p:sp>
        <p:nvSpPr>
          <p:cNvPr id="613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8BAC7EA5-C9E4-44C6-8F8D-FFF9D04FA95B}" type="slidenum">
              <a:t>275</a:t>
            </a:fld>
          </a:p>
        </p:txBody>
      </p:sp>
    </p:spTree>
  </p:cSld>
  <mc:AlternateContent>
    <mc:Choice Requires="p14">
      <p:transition spd="slow" p14:dur="2000"/>
    </mc:Choice>
    <mc:Fallback>
      <p:transition spd="slow"/>
    </mc:Fallback>
  </mc:AlternateContent>
</p:sld>
</file>

<file path=ppt/slides/slide2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37"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6138"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graphicFrame>
        <p:nvGraphicFramePr>
          <p:cNvPr id="6139" name=""/>
          <p:cNvGraphicFramePr/>
          <p:nvPr/>
        </p:nvGraphicFramePr>
        <p:xfrm>
          <a:off x="982800" y="1695600"/>
          <a:ext cx="1466640" cy="3697200"/>
        </p:xfrm>
        <a:graphic>
          <a:graphicData uri="http://schemas.openxmlformats.org/presentationml/2006/ole">
            <p:oleObj r:id="rId1" spid="">
              <p:embed/>
            </p:oleObj>
          </a:graphicData>
        </a:graphic>
      </p:graphicFrame>
      <p:sp>
        <p:nvSpPr>
          <p:cNvPr id="6140" name=""/>
          <p:cNvSpPr/>
          <p:nvPr/>
        </p:nvSpPr>
        <p:spPr>
          <a:xfrm>
            <a:off x="138240" y="2014200"/>
            <a:ext cx="63504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141" name=""/>
          <p:cNvSpPr/>
          <p:nvPr/>
        </p:nvSpPr>
        <p:spPr>
          <a:xfrm>
            <a:off x="138240" y="2720520"/>
            <a:ext cx="70776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142" name=""/>
          <p:cNvSpPr/>
          <p:nvPr/>
        </p:nvSpPr>
        <p:spPr>
          <a:xfrm>
            <a:off x="138240" y="3428640"/>
            <a:ext cx="70776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143" name=""/>
          <p:cNvSpPr/>
          <p:nvPr/>
        </p:nvSpPr>
        <p:spPr>
          <a:xfrm>
            <a:off x="138240" y="4136760"/>
            <a:ext cx="70776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144" name=""/>
          <p:cNvSpPr/>
          <p:nvPr/>
        </p:nvSpPr>
        <p:spPr>
          <a:xfrm>
            <a:off x="138240" y="4844880"/>
            <a:ext cx="707760" cy="1832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grpSp>
        <p:nvGrpSpPr>
          <p:cNvPr id="6145" name=""/>
          <p:cNvGrpSpPr/>
          <p:nvPr/>
        </p:nvGrpSpPr>
        <p:grpSpPr>
          <a:xfrm>
            <a:off x="1014480" y="1331280"/>
            <a:ext cx="7722720" cy="213480"/>
            <a:chOff x="1014480" y="1331280"/>
            <a:chExt cx="7722720" cy="213480"/>
          </a:xfrm>
        </p:grpSpPr>
        <p:sp>
          <p:nvSpPr>
            <p:cNvPr id="6146" name=""/>
            <p:cNvSpPr/>
            <p:nvPr/>
          </p:nvSpPr>
          <p:spPr>
            <a:xfrm>
              <a:off x="1014480" y="1331280"/>
              <a:ext cx="146952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147" name=""/>
            <p:cNvSpPr/>
            <p:nvPr/>
          </p:nvSpPr>
          <p:spPr>
            <a:xfrm>
              <a:off x="1014480" y="1544760"/>
              <a:ext cx="14695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148" name=""/>
            <p:cNvSpPr/>
            <p:nvPr/>
          </p:nvSpPr>
          <p:spPr>
            <a:xfrm>
              <a:off x="2578320" y="1331280"/>
              <a:ext cx="14691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149" name=""/>
            <p:cNvSpPr/>
            <p:nvPr/>
          </p:nvSpPr>
          <p:spPr>
            <a:xfrm>
              <a:off x="2578320" y="1544760"/>
              <a:ext cx="14691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150" name=""/>
            <p:cNvSpPr/>
            <p:nvPr/>
          </p:nvSpPr>
          <p:spPr>
            <a:xfrm>
              <a:off x="4141800" y="1331280"/>
              <a:ext cx="146952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151" name=""/>
            <p:cNvSpPr/>
            <p:nvPr/>
          </p:nvSpPr>
          <p:spPr>
            <a:xfrm>
              <a:off x="4141800" y="1544760"/>
              <a:ext cx="146952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152" name=""/>
            <p:cNvSpPr/>
            <p:nvPr/>
          </p:nvSpPr>
          <p:spPr>
            <a:xfrm>
              <a:off x="5705640" y="1331280"/>
              <a:ext cx="14691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153" name=""/>
            <p:cNvSpPr/>
            <p:nvPr/>
          </p:nvSpPr>
          <p:spPr>
            <a:xfrm>
              <a:off x="5705640" y="1544760"/>
              <a:ext cx="14691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6154" name=""/>
            <p:cNvSpPr/>
            <p:nvPr/>
          </p:nvSpPr>
          <p:spPr>
            <a:xfrm>
              <a:off x="7268040" y="1331280"/>
              <a:ext cx="146916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155" name=""/>
            <p:cNvSpPr/>
            <p:nvPr/>
          </p:nvSpPr>
          <p:spPr>
            <a:xfrm>
              <a:off x="7268040" y="1544760"/>
              <a:ext cx="14691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graphicFrame>
        <p:nvGraphicFramePr>
          <p:cNvPr id="6156" name=""/>
          <p:cNvGraphicFramePr/>
          <p:nvPr/>
        </p:nvGraphicFramePr>
        <p:xfrm>
          <a:off x="2540160" y="1695600"/>
          <a:ext cx="1466640" cy="3697200"/>
        </p:xfrm>
        <a:graphic>
          <a:graphicData uri="http://schemas.openxmlformats.org/presentationml/2006/ole">
            <p:oleObj r:id="rId2" spid="">
              <p:embed/>
            </p:oleObj>
          </a:graphicData>
        </a:graphic>
      </p:graphicFrame>
      <p:graphicFrame>
        <p:nvGraphicFramePr>
          <p:cNvPr id="6157" name=""/>
          <p:cNvGraphicFramePr/>
          <p:nvPr/>
        </p:nvGraphicFramePr>
        <p:xfrm>
          <a:off x="4100400" y="1695600"/>
          <a:ext cx="1467000" cy="3697200"/>
        </p:xfrm>
        <a:graphic>
          <a:graphicData uri="http://schemas.openxmlformats.org/presentationml/2006/ole">
            <p:oleObj r:id="rId3" spid="">
              <p:embed/>
            </p:oleObj>
          </a:graphicData>
        </a:graphic>
      </p:graphicFrame>
      <p:graphicFrame>
        <p:nvGraphicFramePr>
          <p:cNvPr id="6158" name=""/>
          <p:cNvGraphicFramePr/>
          <p:nvPr/>
        </p:nvGraphicFramePr>
        <p:xfrm>
          <a:off x="5657760" y="1695600"/>
          <a:ext cx="1467000" cy="3697200"/>
        </p:xfrm>
        <a:graphic>
          <a:graphicData uri="http://schemas.openxmlformats.org/presentationml/2006/ole">
            <p:oleObj r:id="rId4" spid="">
              <p:embed/>
            </p:oleObj>
          </a:graphicData>
        </a:graphic>
      </p:graphicFrame>
      <p:graphicFrame>
        <p:nvGraphicFramePr>
          <p:cNvPr id="6159" name=""/>
          <p:cNvGraphicFramePr/>
          <p:nvPr/>
        </p:nvGraphicFramePr>
        <p:xfrm>
          <a:off x="7218360" y="1695600"/>
          <a:ext cx="1467000" cy="3697200"/>
        </p:xfrm>
        <a:graphic>
          <a:graphicData uri="http://schemas.openxmlformats.org/presentationml/2006/ole">
            <p:oleObj r:id="rId5" spid="">
              <p:embed/>
            </p:oleObj>
          </a:graphicData>
        </a:graphic>
      </p:graphicFrame>
      <p:sp>
        <p:nvSpPr>
          <p:cNvPr id="616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1EBC05C6-240A-47E0-9E07-006DEBE2C437}" type="slidenum">
              <a:t>276</a:t>
            </a:fld>
          </a:p>
        </p:txBody>
      </p:sp>
    </p:spTree>
  </p:cSld>
  <mc:AlternateContent>
    <mc:Choice Requires="p14">
      <p:transition spd="slow" p14:dur="2000"/>
    </mc:Choice>
    <mc:Fallback>
      <p:transition spd="slow"/>
    </mc:Fallback>
  </mc:AlternateContent>
</p:sld>
</file>

<file path=ppt/slides/slide2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61"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162"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6163" name=""/>
          <p:cNvSpPr/>
          <p:nvPr/>
        </p:nvSpPr>
        <p:spPr>
          <a:xfrm>
            <a:off x="179280" y="1243080"/>
            <a:ext cx="2691000" cy="45273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164" name=""/>
          <p:cNvSpPr/>
          <p:nvPr/>
        </p:nvSpPr>
        <p:spPr>
          <a:xfrm>
            <a:off x="179280" y="1243080"/>
            <a:ext cx="2691000" cy="5792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165" name=""/>
          <p:cNvSpPr/>
          <p:nvPr/>
        </p:nvSpPr>
        <p:spPr>
          <a:xfrm>
            <a:off x="287280" y="1320840"/>
            <a:ext cx="25002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166" name=""/>
          <p:cNvGraphicFramePr/>
          <p:nvPr/>
        </p:nvGraphicFramePr>
        <p:xfrm>
          <a:off x="1131840" y="1919160"/>
          <a:ext cx="1623960" cy="3222720"/>
        </p:xfrm>
        <a:graphic>
          <a:graphicData uri="http://schemas.openxmlformats.org/presentationml/2006/ole">
            <p:oleObj r:id="rId1" spid="">
              <p:embed/>
            </p:oleObj>
          </a:graphicData>
        </a:graphic>
      </p:graphicFrame>
      <p:sp>
        <p:nvSpPr>
          <p:cNvPr id="6167" name=""/>
          <p:cNvSpPr/>
          <p:nvPr/>
        </p:nvSpPr>
        <p:spPr>
          <a:xfrm>
            <a:off x="293760" y="204264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68" name=""/>
          <p:cNvSpPr/>
          <p:nvPr/>
        </p:nvSpPr>
        <p:spPr>
          <a:xfrm>
            <a:off x="293760" y="242676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69" name=""/>
          <p:cNvSpPr/>
          <p:nvPr/>
        </p:nvSpPr>
        <p:spPr>
          <a:xfrm>
            <a:off x="293760" y="281268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70" name=""/>
          <p:cNvSpPr/>
          <p:nvPr/>
        </p:nvSpPr>
        <p:spPr>
          <a:xfrm>
            <a:off x="293760" y="319680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71" name=""/>
          <p:cNvSpPr/>
          <p:nvPr/>
        </p:nvSpPr>
        <p:spPr>
          <a:xfrm>
            <a:off x="293760" y="358272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72" name=""/>
          <p:cNvSpPr/>
          <p:nvPr/>
        </p:nvSpPr>
        <p:spPr>
          <a:xfrm>
            <a:off x="293760" y="396684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73" name=""/>
          <p:cNvSpPr/>
          <p:nvPr/>
        </p:nvSpPr>
        <p:spPr>
          <a:xfrm>
            <a:off x="293760" y="435240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74" name=""/>
          <p:cNvSpPr/>
          <p:nvPr/>
        </p:nvSpPr>
        <p:spPr>
          <a:xfrm>
            <a:off x="293760" y="473832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75" name=""/>
          <p:cNvSpPr/>
          <p:nvPr/>
        </p:nvSpPr>
        <p:spPr>
          <a:xfrm>
            <a:off x="1819440" y="1944720"/>
            <a:ext cx="0" cy="3400560"/>
          </a:xfrm>
          <a:prstGeom prst="line">
            <a:avLst/>
          </a:prstGeom>
          <a:ln w="12600">
            <a:solidFill>
              <a:srgbClr val="000000"/>
            </a:solidFill>
            <a:prstDash val="dash"/>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176" name=""/>
          <p:cNvGrpSpPr/>
          <p:nvPr/>
        </p:nvGrpSpPr>
        <p:grpSpPr>
          <a:xfrm>
            <a:off x="1349280" y="5076720"/>
            <a:ext cx="939960" cy="552600"/>
            <a:chOff x="1349280" y="5076720"/>
            <a:chExt cx="939960" cy="552600"/>
          </a:xfrm>
        </p:grpSpPr>
        <p:sp>
          <p:nvSpPr>
            <p:cNvPr id="6177" name=""/>
            <p:cNvSpPr/>
            <p:nvPr/>
          </p:nvSpPr>
          <p:spPr>
            <a:xfrm>
              <a:off x="1349280" y="5076720"/>
              <a:ext cx="939960" cy="55260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178" name=""/>
            <p:cNvSpPr/>
            <p:nvPr/>
          </p:nvSpPr>
          <p:spPr>
            <a:xfrm>
              <a:off x="1388520" y="5099760"/>
              <a:ext cx="861480" cy="5065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6179" name=""/>
          <p:cNvSpPr/>
          <p:nvPr/>
        </p:nvSpPr>
        <p:spPr>
          <a:xfrm>
            <a:off x="3059280" y="1243080"/>
            <a:ext cx="2690640" cy="45273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180" name=""/>
          <p:cNvSpPr/>
          <p:nvPr/>
        </p:nvSpPr>
        <p:spPr>
          <a:xfrm>
            <a:off x="3059280" y="1243080"/>
            <a:ext cx="2690640" cy="5792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181" name=""/>
          <p:cNvSpPr/>
          <p:nvPr/>
        </p:nvSpPr>
        <p:spPr>
          <a:xfrm>
            <a:off x="3166920" y="1320840"/>
            <a:ext cx="250056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182" name=""/>
          <p:cNvGraphicFramePr/>
          <p:nvPr/>
        </p:nvGraphicFramePr>
        <p:xfrm>
          <a:off x="4011480" y="1919160"/>
          <a:ext cx="1624320" cy="3222720"/>
        </p:xfrm>
        <a:graphic>
          <a:graphicData uri="http://schemas.openxmlformats.org/presentationml/2006/ole">
            <p:oleObj r:id="rId2" spid="">
              <p:embed/>
            </p:oleObj>
          </a:graphicData>
        </a:graphic>
      </p:graphicFrame>
      <p:sp>
        <p:nvSpPr>
          <p:cNvPr id="6183" name=""/>
          <p:cNvSpPr/>
          <p:nvPr/>
        </p:nvSpPr>
        <p:spPr>
          <a:xfrm>
            <a:off x="3173400" y="204264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84" name=""/>
          <p:cNvSpPr/>
          <p:nvPr/>
        </p:nvSpPr>
        <p:spPr>
          <a:xfrm>
            <a:off x="3173400" y="242676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85" name=""/>
          <p:cNvSpPr/>
          <p:nvPr/>
        </p:nvSpPr>
        <p:spPr>
          <a:xfrm>
            <a:off x="3173400" y="281268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86" name=""/>
          <p:cNvSpPr/>
          <p:nvPr/>
        </p:nvSpPr>
        <p:spPr>
          <a:xfrm>
            <a:off x="3173400" y="319680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87" name=""/>
          <p:cNvSpPr/>
          <p:nvPr/>
        </p:nvSpPr>
        <p:spPr>
          <a:xfrm>
            <a:off x="3173400" y="358272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88" name=""/>
          <p:cNvSpPr/>
          <p:nvPr/>
        </p:nvSpPr>
        <p:spPr>
          <a:xfrm>
            <a:off x="3173400" y="396684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89" name=""/>
          <p:cNvSpPr/>
          <p:nvPr/>
        </p:nvSpPr>
        <p:spPr>
          <a:xfrm>
            <a:off x="3173400" y="435240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90" name=""/>
          <p:cNvSpPr/>
          <p:nvPr/>
        </p:nvSpPr>
        <p:spPr>
          <a:xfrm>
            <a:off x="3173400" y="473832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191" name=""/>
          <p:cNvSpPr/>
          <p:nvPr/>
        </p:nvSpPr>
        <p:spPr>
          <a:xfrm>
            <a:off x="4699080" y="1944720"/>
            <a:ext cx="0" cy="3400560"/>
          </a:xfrm>
          <a:prstGeom prst="line">
            <a:avLst/>
          </a:prstGeom>
          <a:ln w="12600">
            <a:solidFill>
              <a:srgbClr val="000000"/>
            </a:solidFill>
            <a:prstDash val="dash"/>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192" name=""/>
          <p:cNvGrpSpPr/>
          <p:nvPr/>
        </p:nvGrpSpPr>
        <p:grpSpPr>
          <a:xfrm>
            <a:off x="4229280" y="5076720"/>
            <a:ext cx="939600" cy="552600"/>
            <a:chOff x="4229280" y="5076720"/>
            <a:chExt cx="939600" cy="552600"/>
          </a:xfrm>
        </p:grpSpPr>
        <p:sp>
          <p:nvSpPr>
            <p:cNvPr id="6193" name=""/>
            <p:cNvSpPr/>
            <p:nvPr/>
          </p:nvSpPr>
          <p:spPr>
            <a:xfrm>
              <a:off x="4229280" y="5076720"/>
              <a:ext cx="939600" cy="55260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194" name=""/>
            <p:cNvSpPr/>
            <p:nvPr/>
          </p:nvSpPr>
          <p:spPr>
            <a:xfrm>
              <a:off x="4268520" y="5099760"/>
              <a:ext cx="861120" cy="5065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6195" name=""/>
          <p:cNvSpPr/>
          <p:nvPr/>
        </p:nvSpPr>
        <p:spPr>
          <a:xfrm>
            <a:off x="5940360" y="1243080"/>
            <a:ext cx="2691000" cy="452736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196" name=""/>
          <p:cNvSpPr/>
          <p:nvPr/>
        </p:nvSpPr>
        <p:spPr>
          <a:xfrm>
            <a:off x="5940360" y="1243080"/>
            <a:ext cx="2691000" cy="5792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197" name=""/>
          <p:cNvSpPr/>
          <p:nvPr/>
        </p:nvSpPr>
        <p:spPr>
          <a:xfrm>
            <a:off x="6048360" y="1320840"/>
            <a:ext cx="25002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198" name=""/>
          <p:cNvGraphicFramePr/>
          <p:nvPr/>
        </p:nvGraphicFramePr>
        <p:xfrm>
          <a:off x="6892920" y="1919160"/>
          <a:ext cx="1623960" cy="3222720"/>
        </p:xfrm>
        <a:graphic>
          <a:graphicData uri="http://schemas.openxmlformats.org/presentationml/2006/ole">
            <p:oleObj r:id="rId3" spid="">
              <p:embed/>
            </p:oleObj>
          </a:graphicData>
        </a:graphic>
      </p:graphicFrame>
      <p:sp>
        <p:nvSpPr>
          <p:cNvPr id="6199" name=""/>
          <p:cNvSpPr/>
          <p:nvPr/>
        </p:nvSpPr>
        <p:spPr>
          <a:xfrm>
            <a:off x="6054840" y="204264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00" name=""/>
          <p:cNvSpPr/>
          <p:nvPr/>
        </p:nvSpPr>
        <p:spPr>
          <a:xfrm>
            <a:off x="6054840" y="242676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01" name=""/>
          <p:cNvSpPr/>
          <p:nvPr/>
        </p:nvSpPr>
        <p:spPr>
          <a:xfrm>
            <a:off x="6054840" y="281268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02" name=""/>
          <p:cNvSpPr/>
          <p:nvPr/>
        </p:nvSpPr>
        <p:spPr>
          <a:xfrm>
            <a:off x="6054840" y="319680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03" name=""/>
          <p:cNvSpPr/>
          <p:nvPr/>
        </p:nvSpPr>
        <p:spPr>
          <a:xfrm>
            <a:off x="6054840" y="358272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04" name=""/>
          <p:cNvSpPr/>
          <p:nvPr/>
        </p:nvSpPr>
        <p:spPr>
          <a:xfrm>
            <a:off x="6054840" y="396684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05" name=""/>
          <p:cNvSpPr/>
          <p:nvPr/>
        </p:nvSpPr>
        <p:spPr>
          <a:xfrm>
            <a:off x="6054840" y="435240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06" name=""/>
          <p:cNvSpPr/>
          <p:nvPr/>
        </p:nvSpPr>
        <p:spPr>
          <a:xfrm>
            <a:off x="6054840" y="473832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07" name=""/>
          <p:cNvSpPr/>
          <p:nvPr/>
        </p:nvSpPr>
        <p:spPr>
          <a:xfrm>
            <a:off x="7580160" y="1944720"/>
            <a:ext cx="0" cy="3400560"/>
          </a:xfrm>
          <a:prstGeom prst="line">
            <a:avLst/>
          </a:prstGeom>
          <a:ln w="12600">
            <a:solidFill>
              <a:srgbClr val="000000"/>
            </a:solidFill>
            <a:prstDash val="dash"/>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208" name=""/>
          <p:cNvGrpSpPr/>
          <p:nvPr/>
        </p:nvGrpSpPr>
        <p:grpSpPr>
          <a:xfrm>
            <a:off x="7110360" y="5076720"/>
            <a:ext cx="939960" cy="552600"/>
            <a:chOff x="7110360" y="5076720"/>
            <a:chExt cx="939960" cy="552600"/>
          </a:xfrm>
        </p:grpSpPr>
        <p:sp>
          <p:nvSpPr>
            <p:cNvPr id="6209" name=""/>
            <p:cNvSpPr/>
            <p:nvPr/>
          </p:nvSpPr>
          <p:spPr>
            <a:xfrm>
              <a:off x="7110360" y="5076720"/>
              <a:ext cx="939960" cy="55260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10" name=""/>
            <p:cNvSpPr/>
            <p:nvPr/>
          </p:nvSpPr>
          <p:spPr>
            <a:xfrm>
              <a:off x="7149600" y="5099760"/>
              <a:ext cx="861480" cy="5065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621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472CAF71-FFAB-4B91-8A65-0FAD4EEE2EA1}" type="slidenum">
              <a:t>277</a:t>
            </a:fld>
          </a:p>
        </p:txBody>
      </p:sp>
    </p:spTree>
  </p:cSld>
  <mc:AlternateContent>
    <mc:Choice Requires="p14">
      <p:transition spd="slow" p14:dur="2000"/>
    </mc:Choice>
    <mc:Fallback>
      <p:transition spd="slow"/>
    </mc:Fallback>
  </mc:AlternateContent>
</p:sld>
</file>

<file path=ppt/slides/slide2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1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213"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6214" name=""/>
          <p:cNvSpPr/>
          <p:nvPr/>
        </p:nvSpPr>
        <p:spPr>
          <a:xfrm>
            <a:off x="676440" y="847800"/>
            <a:ext cx="361296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15" name=""/>
          <p:cNvSpPr/>
          <p:nvPr/>
        </p:nvSpPr>
        <p:spPr>
          <a:xfrm>
            <a:off x="676440" y="847800"/>
            <a:ext cx="3612960" cy="54936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16" name=""/>
          <p:cNvSpPr/>
          <p:nvPr/>
        </p:nvSpPr>
        <p:spPr>
          <a:xfrm>
            <a:off x="822240" y="911160"/>
            <a:ext cx="33544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217" name=""/>
          <p:cNvGraphicFramePr/>
          <p:nvPr/>
        </p:nvGraphicFramePr>
        <p:xfrm>
          <a:off x="1822320" y="1455840"/>
          <a:ext cx="2335320" cy="1914480"/>
        </p:xfrm>
        <a:graphic>
          <a:graphicData uri="http://schemas.openxmlformats.org/presentationml/2006/ole">
            <p:oleObj r:id="rId1" spid="">
              <p:embed/>
            </p:oleObj>
          </a:graphicData>
        </a:graphic>
      </p:graphicFrame>
      <p:sp>
        <p:nvSpPr>
          <p:cNvPr id="6218" name=""/>
          <p:cNvSpPr/>
          <p:nvPr/>
        </p:nvSpPr>
        <p:spPr>
          <a:xfrm>
            <a:off x="826920" y="1579320"/>
            <a:ext cx="941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219" name=""/>
          <p:cNvSpPr/>
          <p:nvPr/>
        </p:nvSpPr>
        <p:spPr>
          <a:xfrm>
            <a:off x="826920" y="186660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220" name=""/>
          <p:cNvSpPr/>
          <p:nvPr/>
        </p:nvSpPr>
        <p:spPr>
          <a:xfrm>
            <a:off x="826920" y="215532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221" name=""/>
          <p:cNvSpPr/>
          <p:nvPr/>
        </p:nvSpPr>
        <p:spPr>
          <a:xfrm>
            <a:off x="826920" y="244260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222" name=""/>
          <p:cNvSpPr/>
          <p:nvPr/>
        </p:nvSpPr>
        <p:spPr>
          <a:xfrm>
            <a:off x="826920" y="273168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223" name=""/>
          <p:cNvSpPr/>
          <p:nvPr/>
        </p:nvSpPr>
        <p:spPr>
          <a:xfrm>
            <a:off x="826920" y="302076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6</a:t>
            </a:r>
            <a:endParaRPr b="0" lang="en-US" sz="1400" spc="-1" strike="noStrike">
              <a:solidFill>
                <a:srgbClr val="000000"/>
              </a:solidFill>
              <a:latin typeface="Times New Roman"/>
            </a:endParaRPr>
          </a:p>
        </p:txBody>
      </p:sp>
      <p:sp>
        <p:nvSpPr>
          <p:cNvPr id="6224" name=""/>
          <p:cNvSpPr/>
          <p:nvPr/>
        </p:nvSpPr>
        <p:spPr>
          <a:xfrm>
            <a:off x="4529160" y="847800"/>
            <a:ext cx="361296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25" name=""/>
          <p:cNvSpPr/>
          <p:nvPr/>
        </p:nvSpPr>
        <p:spPr>
          <a:xfrm>
            <a:off x="4529160" y="847800"/>
            <a:ext cx="3612960" cy="54936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26" name=""/>
          <p:cNvSpPr/>
          <p:nvPr/>
        </p:nvSpPr>
        <p:spPr>
          <a:xfrm>
            <a:off x="4675320" y="911160"/>
            <a:ext cx="33541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227" name=""/>
          <p:cNvGraphicFramePr/>
          <p:nvPr/>
        </p:nvGraphicFramePr>
        <p:xfrm>
          <a:off x="5675400" y="1455840"/>
          <a:ext cx="2334960" cy="1914480"/>
        </p:xfrm>
        <a:graphic>
          <a:graphicData uri="http://schemas.openxmlformats.org/presentationml/2006/ole">
            <p:oleObj r:id="rId2" spid="">
              <p:embed/>
            </p:oleObj>
          </a:graphicData>
        </a:graphic>
      </p:graphicFrame>
      <p:sp>
        <p:nvSpPr>
          <p:cNvPr id="6228" name=""/>
          <p:cNvSpPr/>
          <p:nvPr/>
        </p:nvSpPr>
        <p:spPr>
          <a:xfrm>
            <a:off x="4680000" y="1579320"/>
            <a:ext cx="941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229" name=""/>
          <p:cNvSpPr/>
          <p:nvPr/>
        </p:nvSpPr>
        <p:spPr>
          <a:xfrm>
            <a:off x="4680000" y="186660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230" name=""/>
          <p:cNvSpPr/>
          <p:nvPr/>
        </p:nvSpPr>
        <p:spPr>
          <a:xfrm>
            <a:off x="4680000" y="215532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231" name=""/>
          <p:cNvSpPr/>
          <p:nvPr/>
        </p:nvSpPr>
        <p:spPr>
          <a:xfrm>
            <a:off x="4680000" y="244260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232" name=""/>
          <p:cNvSpPr/>
          <p:nvPr/>
        </p:nvSpPr>
        <p:spPr>
          <a:xfrm>
            <a:off x="4680000" y="273168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233" name=""/>
          <p:cNvSpPr/>
          <p:nvPr/>
        </p:nvSpPr>
        <p:spPr>
          <a:xfrm>
            <a:off x="4680000" y="302076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6</a:t>
            </a:r>
            <a:endParaRPr b="0" lang="en-US" sz="1400" spc="-1" strike="noStrike">
              <a:solidFill>
                <a:srgbClr val="000000"/>
              </a:solidFill>
              <a:latin typeface="Times New Roman"/>
            </a:endParaRPr>
          </a:p>
        </p:txBody>
      </p:sp>
      <p:sp>
        <p:nvSpPr>
          <p:cNvPr id="6234" name=""/>
          <p:cNvSpPr/>
          <p:nvPr/>
        </p:nvSpPr>
        <p:spPr>
          <a:xfrm>
            <a:off x="676440" y="3592440"/>
            <a:ext cx="361296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35" name=""/>
          <p:cNvSpPr/>
          <p:nvPr/>
        </p:nvSpPr>
        <p:spPr>
          <a:xfrm>
            <a:off x="676440" y="3592440"/>
            <a:ext cx="3612960" cy="54936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36" name=""/>
          <p:cNvSpPr/>
          <p:nvPr/>
        </p:nvSpPr>
        <p:spPr>
          <a:xfrm>
            <a:off x="822240" y="3656160"/>
            <a:ext cx="33544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237" name=""/>
          <p:cNvGraphicFramePr/>
          <p:nvPr/>
        </p:nvGraphicFramePr>
        <p:xfrm>
          <a:off x="1822320" y="4200480"/>
          <a:ext cx="2335320" cy="1914480"/>
        </p:xfrm>
        <a:graphic>
          <a:graphicData uri="http://schemas.openxmlformats.org/presentationml/2006/ole">
            <p:oleObj r:id="rId3" spid="">
              <p:embed/>
            </p:oleObj>
          </a:graphicData>
        </a:graphic>
      </p:graphicFrame>
      <p:sp>
        <p:nvSpPr>
          <p:cNvPr id="6238" name=""/>
          <p:cNvSpPr/>
          <p:nvPr/>
        </p:nvSpPr>
        <p:spPr>
          <a:xfrm>
            <a:off x="826920" y="4323960"/>
            <a:ext cx="941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239" name=""/>
          <p:cNvSpPr/>
          <p:nvPr/>
        </p:nvSpPr>
        <p:spPr>
          <a:xfrm>
            <a:off x="826920" y="461124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240" name=""/>
          <p:cNvSpPr/>
          <p:nvPr/>
        </p:nvSpPr>
        <p:spPr>
          <a:xfrm>
            <a:off x="826920" y="490032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241" name=""/>
          <p:cNvSpPr/>
          <p:nvPr/>
        </p:nvSpPr>
        <p:spPr>
          <a:xfrm>
            <a:off x="826920" y="518760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242" name=""/>
          <p:cNvSpPr/>
          <p:nvPr/>
        </p:nvSpPr>
        <p:spPr>
          <a:xfrm>
            <a:off x="826920" y="547632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243" name=""/>
          <p:cNvSpPr/>
          <p:nvPr/>
        </p:nvSpPr>
        <p:spPr>
          <a:xfrm>
            <a:off x="826920" y="576540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6</a:t>
            </a:r>
            <a:endParaRPr b="0" lang="en-US" sz="1400" spc="-1" strike="noStrike">
              <a:solidFill>
                <a:srgbClr val="000000"/>
              </a:solidFill>
              <a:latin typeface="Times New Roman"/>
            </a:endParaRPr>
          </a:p>
        </p:txBody>
      </p:sp>
      <p:sp>
        <p:nvSpPr>
          <p:cNvPr id="6244" name=""/>
          <p:cNvSpPr/>
          <p:nvPr/>
        </p:nvSpPr>
        <p:spPr>
          <a:xfrm>
            <a:off x="4529160" y="3592440"/>
            <a:ext cx="361296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45" name=""/>
          <p:cNvSpPr/>
          <p:nvPr/>
        </p:nvSpPr>
        <p:spPr>
          <a:xfrm>
            <a:off x="4529160" y="3592440"/>
            <a:ext cx="3612960" cy="54936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46" name=""/>
          <p:cNvSpPr/>
          <p:nvPr/>
        </p:nvSpPr>
        <p:spPr>
          <a:xfrm>
            <a:off x="4675320" y="3656160"/>
            <a:ext cx="33541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247" name=""/>
          <p:cNvGraphicFramePr/>
          <p:nvPr/>
        </p:nvGraphicFramePr>
        <p:xfrm>
          <a:off x="5675400" y="4200480"/>
          <a:ext cx="2334960" cy="1914480"/>
        </p:xfrm>
        <a:graphic>
          <a:graphicData uri="http://schemas.openxmlformats.org/presentationml/2006/ole">
            <p:oleObj r:id="rId4" spid="">
              <p:embed/>
            </p:oleObj>
          </a:graphicData>
        </a:graphic>
      </p:graphicFrame>
      <p:sp>
        <p:nvSpPr>
          <p:cNvPr id="6248" name=""/>
          <p:cNvSpPr/>
          <p:nvPr/>
        </p:nvSpPr>
        <p:spPr>
          <a:xfrm>
            <a:off x="4680000" y="4323960"/>
            <a:ext cx="941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249" name=""/>
          <p:cNvSpPr/>
          <p:nvPr/>
        </p:nvSpPr>
        <p:spPr>
          <a:xfrm>
            <a:off x="4680000" y="461124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250" name=""/>
          <p:cNvSpPr/>
          <p:nvPr/>
        </p:nvSpPr>
        <p:spPr>
          <a:xfrm>
            <a:off x="4680000" y="490032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251" name=""/>
          <p:cNvSpPr/>
          <p:nvPr/>
        </p:nvSpPr>
        <p:spPr>
          <a:xfrm>
            <a:off x="4680000" y="518760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252" name=""/>
          <p:cNvSpPr/>
          <p:nvPr/>
        </p:nvSpPr>
        <p:spPr>
          <a:xfrm>
            <a:off x="4680000" y="547632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253" name=""/>
          <p:cNvSpPr/>
          <p:nvPr/>
        </p:nvSpPr>
        <p:spPr>
          <a:xfrm>
            <a:off x="4680000" y="5765400"/>
            <a:ext cx="10494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6</a:t>
            </a:r>
            <a:endParaRPr b="0" lang="en-US" sz="1400" spc="-1" strike="noStrike">
              <a:solidFill>
                <a:srgbClr val="000000"/>
              </a:solidFill>
              <a:latin typeface="Times New Roman"/>
            </a:endParaRPr>
          </a:p>
        </p:txBody>
      </p:sp>
      <p:sp>
        <p:nvSpPr>
          <p:cNvPr id="625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46873A61-988F-440B-8010-B97AFD7FCCC2}" type="slidenum">
              <a:t>278</a:t>
            </a:fld>
          </a:p>
        </p:txBody>
      </p:sp>
    </p:spTree>
  </p:cSld>
  <mc:AlternateContent>
    <mc:Choice Requires="p14">
      <p:transition spd="slow" p14:dur="2000"/>
    </mc:Choice>
    <mc:Fallback>
      <p:transition spd="slow"/>
    </mc:Fallback>
  </mc:AlternateContent>
</p:sld>
</file>

<file path=ppt/slides/slide2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5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256"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6257" name=""/>
          <p:cNvSpPr/>
          <p:nvPr/>
        </p:nvSpPr>
        <p:spPr>
          <a:xfrm>
            <a:off x="163440" y="1177920"/>
            <a:ext cx="2046240" cy="45450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58" name=""/>
          <p:cNvSpPr/>
          <p:nvPr/>
        </p:nvSpPr>
        <p:spPr>
          <a:xfrm>
            <a:off x="163440" y="1177920"/>
            <a:ext cx="204624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59" name=""/>
          <p:cNvSpPr/>
          <p:nvPr/>
        </p:nvSpPr>
        <p:spPr>
          <a:xfrm>
            <a:off x="246240" y="1255680"/>
            <a:ext cx="19000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260" name=""/>
          <p:cNvGraphicFramePr/>
          <p:nvPr/>
        </p:nvGraphicFramePr>
        <p:xfrm>
          <a:off x="1017720" y="1860480"/>
          <a:ext cx="1436400" cy="3219480"/>
        </p:xfrm>
        <a:graphic>
          <a:graphicData uri="http://schemas.openxmlformats.org/presentationml/2006/ole">
            <p:oleObj r:id="rId1" spid="">
              <p:embed/>
            </p:oleObj>
          </a:graphicData>
        </a:graphic>
      </p:graphicFrame>
      <p:sp>
        <p:nvSpPr>
          <p:cNvPr id="6261" name=""/>
          <p:cNvSpPr/>
          <p:nvPr/>
        </p:nvSpPr>
        <p:spPr>
          <a:xfrm>
            <a:off x="262080" y="198072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62" name=""/>
          <p:cNvSpPr/>
          <p:nvPr/>
        </p:nvSpPr>
        <p:spPr>
          <a:xfrm>
            <a:off x="262080" y="236484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63" name=""/>
          <p:cNvSpPr/>
          <p:nvPr/>
        </p:nvSpPr>
        <p:spPr>
          <a:xfrm>
            <a:off x="262080" y="275076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64" name=""/>
          <p:cNvSpPr/>
          <p:nvPr/>
        </p:nvSpPr>
        <p:spPr>
          <a:xfrm>
            <a:off x="262080" y="313488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65" name=""/>
          <p:cNvSpPr/>
          <p:nvPr/>
        </p:nvSpPr>
        <p:spPr>
          <a:xfrm>
            <a:off x="262080" y="352080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66" name=""/>
          <p:cNvSpPr/>
          <p:nvPr/>
        </p:nvSpPr>
        <p:spPr>
          <a:xfrm>
            <a:off x="262080" y="390492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67" name=""/>
          <p:cNvSpPr/>
          <p:nvPr/>
        </p:nvSpPr>
        <p:spPr>
          <a:xfrm>
            <a:off x="262080" y="429048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68" name=""/>
          <p:cNvSpPr/>
          <p:nvPr/>
        </p:nvSpPr>
        <p:spPr>
          <a:xfrm>
            <a:off x="262080" y="4676400"/>
            <a:ext cx="85860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69" name=""/>
          <p:cNvSpPr/>
          <p:nvPr/>
        </p:nvSpPr>
        <p:spPr>
          <a:xfrm>
            <a:off x="1628640" y="1882800"/>
            <a:ext cx="0" cy="3400560"/>
          </a:xfrm>
          <a:prstGeom prst="line">
            <a:avLst/>
          </a:prstGeom>
          <a:ln w="12600">
            <a:solidFill>
              <a:srgbClr val="000000"/>
            </a:solidFill>
            <a:prstDash val="dash"/>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270" name=""/>
          <p:cNvGrpSpPr/>
          <p:nvPr/>
        </p:nvGrpSpPr>
        <p:grpSpPr>
          <a:xfrm>
            <a:off x="1158840" y="5014800"/>
            <a:ext cx="939960" cy="552600"/>
            <a:chOff x="1158840" y="5014800"/>
            <a:chExt cx="939960" cy="552600"/>
          </a:xfrm>
        </p:grpSpPr>
        <p:sp>
          <p:nvSpPr>
            <p:cNvPr id="6271" name=""/>
            <p:cNvSpPr/>
            <p:nvPr/>
          </p:nvSpPr>
          <p:spPr>
            <a:xfrm>
              <a:off x="1158840" y="5014800"/>
              <a:ext cx="939960" cy="55260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72" name=""/>
            <p:cNvSpPr/>
            <p:nvPr/>
          </p:nvSpPr>
          <p:spPr>
            <a:xfrm>
              <a:off x="1198080" y="5037840"/>
              <a:ext cx="861480" cy="5065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6273" name=""/>
          <p:cNvSpPr/>
          <p:nvPr/>
        </p:nvSpPr>
        <p:spPr>
          <a:xfrm>
            <a:off x="2330280" y="1177920"/>
            <a:ext cx="2046600" cy="45450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74" name=""/>
          <p:cNvSpPr/>
          <p:nvPr/>
        </p:nvSpPr>
        <p:spPr>
          <a:xfrm>
            <a:off x="2330280" y="1177920"/>
            <a:ext cx="204660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75" name=""/>
          <p:cNvSpPr/>
          <p:nvPr/>
        </p:nvSpPr>
        <p:spPr>
          <a:xfrm>
            <a:off x="2413080" y="1255680"/>
            <a:ext cx="19000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276" name=""/>
          <p:cNvGraphicFramePr/>
          <p:nvPr/>
        </p:nvGraphicFramePr>
        <p:xfrm>
          <a:off x="3184560" y="1860480"/>
          <a:ext cx="1436760" cy="3219480"/>
        </p:xfrm>
        <a:graphic>
          <a:graphicData uri="http://schemas.openxmlformats.org/presentationml/2006/ole">
            <p:oleObj r:id="rId2" spid="">
              <p:embed/>
            </p:oleObj>
          </a:graphicData>
        </a:graphic>
      </p:graphicFrame>
      <p:sp>
        <p:nvSpPr>
          <p:cNvPr id="6277" name=""/>
          <p:cNvSpPr/>
          <p:nvPr/>
        </p:nvSpPr>
        <p:spPr>
          <a:xfrm>
            <a:off x="2428920" y="198072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78" name=""/>
          <p:cNvSpPr/>
          <p:nvPr/>
        </p:nvSpPr>
        <p:spPr>
          <a:xfrm>
            <a:off x="2428920" y="236484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79" name=""/>
          <p:cNvSpPr/>
          <p:nvPr/>
        </p:nvSpPr>
        <p:spPr>
          <a:xfrm>
            <a:off x="2428920" y="275076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80" name=""/>
          <p:cNvSpPr/>
          <p:nvPr/>
        </p:nvSpPr>
        <p:spPr>
          <a:xfrm>
            <a:off x="2428920" y="313488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81" name=""/>
          <p:cNvSpPr/>
          <p:nvPr/>
        </p:nvSpPr>
        <p:spPr>
          <a:xfrm>
            <a:off x="2428920" y="352080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82" name=""/>
          <p:cNvSpPr/>
          <p:nvPr/>
        </p:nvSpPr>
        <p:spPr>
          <a:xfrm>
            <a:off x="2428920" y="390492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83" name=""/>
          <p:cNvSpPr/>
          <p:nvPr/>
        </p:nvSpPr>
        <p:spPr>
          <a:xfrm>
            <a:off x="2428920" y="429048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84" name=""/>
          <p:cNvSpPr/>
          <p:nvPr/>
        </p:nvSpPr>
        <p:spPr>
          <a:xfrm>
            <a:off x="2428920" y="467640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85" name=""/>
          <p:cNvSpPr/>
          <p:nvPr/>
        </p:nvSpPr>
        <p:spPr>
          <a:xfrm>
            <a:off x="3795840" y="1882800"/>
            <a:ext cx="0" cy="3400560"/>
          </a:xfrm>
          <a:prstGeom prst="line">
            <a:avLst/>
          </a:prstGeom>
          <a:ln w="12600">
            <a:solidFill>
              <a:srgbClr val="000000"/>
            </a:solidFill>
            <a:prstDash val="dash"/>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286" name=""/>
          <p:cNvGrpSpPr/>
          <p:nvPr/>
        </p:nvGrpSpPr>
        <p:grpSpPr>
          <a:xfrm>
            <a:off x="3325680" y="5014800"/>
            <a:ext cx="939960" cy="552600"/>
            <a:chOff x="3325680" y="5014800"/>
            <a:chExt cx="939960" cy="552600"/>
          </a:xfrm>
        </p:grpSpPr>
        <p:sp>
          <p:nvSpPr>
            <p:cNvPr id="6287" name=""/>
            <p:cNvSpPr/>
            <p:nvPr/>
          </p:nvSpPr>
          <p:spPr>
            <a:xfrm>
              <a:off x="3325680" y="5014800"/>
              <a:ext cx="939960" cy="55260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88" name=""/>
            <p:cNvSpPr/>
            <p:nvPr/>
          </p:nvSpPr>
          <p:spPr>
            <a:xfrm>
              <a:off x="3364920" y="5037840"/>
              <a:ext cx="861480" cy="5065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6289" name=""/>
          <p:cNvSpPr/>
          <p:nvPr/>
        </p:nvSpPr>
        <p:spPr>
          <a:xfrm>
            <a:off x="4497480" y="1177920"/>
            <a:ext cx="2046240" cy="45450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90" name=""/>
          <p:cNvSpPr/>
          <p:nvPr/>
        </p:nvSpPr>
        <p:spPr>
          <a:xfrm>
            <a:off x="4497480" y="1177920"/>
            <a:ext cx="204624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291" name=""/>
          <p:cNvSpPr/>
          <p:nvPr/>
        </p:nvSpPr>
        <p:spPr>
          <a:xfrm>
            <a:off x="4579920" y="1255680"/>
            <a:ext cx="19000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292" name=""/>
          <p:cNvGraphicFramePr/>
          <p:nvPr/>
        </p:nvGraphicFramePr>
        <p:xfrm>
          <a:off x="5351400" y="1860480"/>
          <a:ext cx="1436760" cy="3219480"/>
        </p:xfrm>
        <a:graphic>
          <a:graphicData uri="http://schemas.openxmlformats.org/presentationml/2006/ole">
            <p:oleObj r:id="rId3" spid="">
              <p:embed/>
            </p:oleObj>
          </a:graphicData>
        </a:graphic>
      </p:graphicFrame>
      <p:sp>
        <p:nvSpPr>
          <p:cNvPr id="6293" name=""/>
          <p:cNvSpPr/>
          <p:nvPr/>
        </p:nvSpPr>
        <p:spPr>
          <a:xfrm>
            <a:off x="4595760" y="198072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94" name=""/>
          <p:cNvSpPr/>
          <p:nvPr/>
        </p:nvSpPr>
        <p:spPr>
          <a:xfrm>
            <a:off x="4595760" y="236484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95" name=""/>
          <p:cNvSpPr/>
          <p:nvPr/>
        </p:nvSpPr>
        <p:spPr>
          <a:xfrm>
            <a:off x="4595760" y="275076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96" name=""/>
          <p:cNvSpPr/>
          <p:nvPr/>
        </p:nvSpPr>
        <p:spPr>
          <a:xfrm>
            <a:off x="4595760" y="313488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97" name=""/>
          <p:cNvSpPr/>
          <p:nvPr/>
        </p:nvSpPr>
        <p:spPr>
          <a:xfrm>
            <a:off x="4595760" y="352080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98" name=""/>
          <p:cNvSpPr/>
          <p:nvPr/>
        </p:nvSpPr>
        <p:spPr>
          <a:xfrm>
            <a:off x="4595760" y="390492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299" name=""/>
          <p:cNvSpPr/>
          <p:nvPr/>
        </p:nvSpPr>
        <p:spPr>
          <a:xfrm>
            <a:off x="4595760" y="429048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00" name=""/>
          <p:cNvSpPr/>
          <p:nvPr/>
        </p:nvSpPr>
        <p:spPr>
          <a:xfrm>
            <a:off x="4595760" y="467640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01" name=""/>
          <p:cNvSpPr/>
          <p:nvPr/>
        </p:nvSpPr>
        <p:spPr>
          <a:xfrm>
            <a:off x="5962680" y="1882800"/>
            <a:ext cx="0" cy="3400560"/>
          </a:xfrm>
          <a:prstGeom prst="line">
            <a:avLst/>
          </a:prstGeom>
          <a:ln w="12600">
            <a:solidFill>
              <a:srgbClr val="000000"/>
            </a:solidFill>
            <a:prstDash val="dash"/>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302" name=""/>
          <p:cNvGrpSpPr/>
          <p:nvPr/>
        </p:nvGrpSpPr>
        <p:grpSpPr>
          <a:xfrm>
            <a:off x="5492880" y="5014800"/>
            <a:ext cx="939600" cy="552600"/>
            <a:chOff x="5492880" y="5014800"/>
            <a:chExt cx="939600" cy="552600"/>
          </a:xfrm>
        </p:grpSpPr>
        <p:sp>
          <p:nvSpPr>
            <p:cNvPr id="6303" name=""/>
            <p:cNvSpPr/>
            <p:nvPr/>
          </p:nvSpPr>
          <p:spPr>
            <a:xfrm>
              <a:off x="5492880" y="5014800"/>
              <a:ext cx="939600" cy="55260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304" name=""/>
            <p:cNvSpPr/>
            <p:nvPr/>
          </p:nvSpPr>
          <p:spPr>
            <a:xfrm>
              <a:off x="5532120" y="5037840"/>
              <a:ext cx="861120" cy="5065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6305" name=""/>
          <p:cNvSpPr/>
          <p:nvPr/>
        </p:nvSpPr>
        <p:spPr>
          <a:xfrm>
            <a:off x="6662880" y="1177920"/>
            <a:ext cx="2046240" cy="45450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306" name=""/>
          <p:cNvSpPr/>
          <p:nvPr/>
        </p:nvSpPr>
        <p:spPr>
          <a:xfrm>
            <a:off x="6662880" y="1177920"/>
            <a:ext cx="204624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307" name=""/>
          <p:cNvSpPr/>
          <p:nvPr/>
        </p:nvSpPr>
        <p:spPr>
          <a:xfrm>
            <a:off x="6745320" y="1255680"/>
            <a:ext cx="19000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308" name=""/>
          <p:cNvGraphicFramePr/>
          <p:nvPr/>
        </p:nvGraphicFramePr>
        <p:xfrm>
          <a:off x="7516800" y="1860480"/>
          <a:ext cx="1436760" cy="3219480"/>
        </p:xfrm>
        <a:graphic>
          <a:graphicData uri="http://schemas.openxmlformats.org/presentationml/2006/ole">
            <p:oleObj r:id="rId4" spid="">
              <p:embed/>
            </p:oleObj>
          </a:graphicData>
        </a:graphic>
      </p:graphicFrame>
      <p:sp>
        <p:nvSpPr>
          <p:cNvPr id="6309" name=""/>
          <p:cNvSpPr/>
          <p:nvPr/>
        </p:nvSpPr>
        <p:spPr>
          <a:xfrm>
            <a:off x="6761160" y="198072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10" name=""/>
          <p:cNvSpPr/>
          <p:nvPr/>
        </p:nvSpPr>
        <p:spPr>
          <a:xfrm>
            <a:off x="6761160" y="236484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11" name=""/>
          <p:cNvSpPr/>
          <p:nvPr/>
        </p:nvSpPr>
        <p:spPr>
          <a:xfrm>
            <a:off x="6761160" y="275076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12" name=""/>
          <p:cNvSpPr/>
          <p:nvPr/>
        </p:nvSpPr>
        <p:spPr>
          <a:xfrm>
            <a:off x="6761160" y="313488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13" name=""/>
          <p:cNvSpPr/>
          <p:nvPr/>
        </p:nvSpPr>
        <p:spPr>
          <a:xfrm>
            <a:off x="6761160" y="352080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14" name=""/>
          <p:cNvSpPr/>
          <p:nvPr/>
        </p:nvSpPr>
        <p:spPr>
          <a:xfrm>
            <a:off x="6761160" y="390492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15" name=""/>
          <p:cNvSpPr/>
          <p:nvPr/>
        </p:nvSpPr>
        <p:spPr>
          <a:xfrm>
            <a:off x="6761160" y="429048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16" name=""/>
          <p:cNvSpPr/>
          <p:nvPr/>
        </p:nvSpPr>
        <p:spPr>
          <a:xfrm>
            <a:off x="6761160" y="4676400"/>
            <a:ext cx="858960" cy="213840"/>
          </a:xfrm>
          <a:prstGeom prst="rect">
            <a:avLst/>
          </a:prstGeom>
          <a:noFill/>
          <a:ln w="0">
            <a:noFill/>
          </a:ln>
        </p:spPr>
        <p:style>
          <a:lnRef idx="0"/>
          <a:fillRef idx="0"/>
          <a:effectRef idx="0"/>
          <a:fontRef idx="minor"/>
        </p:style>
        <p:txBody>
          <a:bodyPr lIns="0" rIns="0" tIns="0" bIns="0" anchor="ctr">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a:t>
            </a:r>
            <a:endParaRPr b="0" lang="en-US" sz="1400" spc="-1" strike="noStrike">
              <a:solidFill>
                <a:srgbClr val="000000"/>
              </a:solidFill>
              <a:latin typeface="Times New Roman"/>
            </a:endParaRPr>
          </a:p>
        </p:txBody>
      </p:sp>
      <p:sp>
        <p:nvSpPr>
          <p:cNvPr id="6317" name=""/>
          <p:cNvSpPr/>
          <p:nvPr/>
        </p:nvSpPr>
        <p:spPr>
          <a:xfrm>
            <a:off x="8128080" y="1882800"/>
            <a:ext cx="0" cy="3400560"/>
          </a:xfrm>
          <a:prstGeom prst="line">
            <a:avLst/>
          </a:prstGeom>
          <a:ln w="12600">
            <a:solidFill>
              <a:srgbClr val="000000"/>
            </a:solidFill>
            <a:prstDash val="dash"/>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318" name=""/>
          <p:cNvGrpSpPr/>
          <p:nvPr/>
        </p:nvGrpSpPr>
        <p:grpSpPr>
          <a:xfrm>
            <a:off x="7658280" y="5014800"/>
            <a:ext cx="939600" cy="552600"/>
            <a:chOff x="7658280" y="5014800"/>
            <a:chExt cx="939600" cy="552600"/>
          </a:xfrm>
        </p:grpSpPr>
        <p:sp>
          <p:nvSpPr>
            <p:cNvPr id="6319" name=""/>
            <p:cNvSpPr/>
            <p:nvPr/>
          </p:nvSpPr>
          <p:spPr>
            <a:xfrm>
              <a:off x="7658280" y="5014800"/>
              <a:ext cx="939600" cy="55260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320" name=""/>
            <p:cNvSpPr/>
            <p:nvPr/>
          </p:nvSpPr>
          <p:spPr>
            <a:xfrm>
              <a:off x="7697520" y="5037840"/>
              <a:ext cx="861120" cy="5065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sp>
        <p:nvSpPr>
          <p:cNvPr id="632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93F2C205-BA3C-4AD4-834D-A626EF34DAA0}" type="slidenum">
              <a:t>279</a:t>
            </a:fld>
          </a:p>
        </p:txBody>
      </p:sp>
    </p:spTree>
  </p:cSld>
  <mc:AlternateContent>
    <mc:Choice Requires="p14">
      <p:transition spd="slow" p14:dur="2000"/>
    </mc:Choice>
    <mc:Fallback>
      <p:transition spd="slow"/>
    </mc:Fallback>
  </mc:AlternateContent>
</p:sld>
</file>

<file path=ppt/slides/slide2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2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323"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6324" name=""/>
          <p:cNvSpPr/>
          <p:nvPr/>
        </p:nvSpPr>
        <p:spPr>
          <a:xfrm>
            <a:off x="747720" y="1435680"/>
            <a:ext cx="336564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325" name=""/>
          <p:cNvSpPr/>
          <p:nvPr/>
        </p:nvSpPr>
        <p:spPr>
          <a:xfrm>
            <a:off x="747720" y="1711440"/>
            <a:ext cx="336564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aphicFrame>
        <p:nvGraphicFramePr>
          <p:cNvPr id="6326" name=""/>
          <p:cNvGraphicFramePr/>
          <p:nvPr/>
        </p:nvGraphicFramePr>
        <p:xfrm>
          <a:off x="770040" y="1812960"/>
          <a:ext cx="3403440" cy="3260520"/>
        </p:xfrm>
        <a:graphic>
          <a:graphicData uri="http://schemas.openxmlformats.org/presentationml/2006/ole">
            <p:oleObj r:id="rId1" spid="">
              <p:embed/>
            </p:oleObj>
          </a:graphicData>
        </a:graphic>
      </p:graphicFrame>
      <p:grpSp>
        <p:nvGrpSpPr>
          <p:cNvPr id="6327" name=""/>
          <p:cNvGrpSpPr/>
          <p:nvPr/>
        </p:nvGrpSpPr>
        <p:grpSpPr>
          <a:xfrm>
            <a:off x="950760" y="5081760"/>
            <a:ext cx="3136680" cy="427320"/>
            <a:chOff x="950760" y="5081760"/>
            <a:chExt cx="3136680" cy="427320"/>
          </a:xfrm>
        </p:grpSpPr>
        <p:sp>
          <p:nvSpPr>
            <p:cNvPr id="6328" name=""/>
            <p:cNvSpPr/>
            <p:nvPr/>
          </p:nvSpPr>
          <p:spPr>
            <a:xfrm>
              <a:off x="950760" y="5081760"/>
              <a:ext cx="50436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329" name=""/>
            <p:cNvSpPr/>
            <p:nvPr/>
          </p:nvSpPr>
          <p:spPr>
            <a:xfrm>
              <a:off x="1612440" y="5081760"/>
              <a:ext cx="504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330" name=""/>
            <p:cNvSpPr/>
            <p:nvPr/>
          </p:nvSpPr>
          <p:spPr>
            <a:xfrm>
              <a:off x="2260440" y="5081760"/>
              <a:ext cx="5022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331" name=""/>
            <p:cNvSpPr/>
            <p:nvPr/>
          </p:nvSpPr>
          <p:spPr>
            <a:xfrm>
              <a:off x="2907000" y="5081760"/>
              <a:ext cx="504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332" name=""/>
            <p:cNvSpPr/>
            <p:nvPr/>
          </p:nvSpPr>
          <p:spPr>
            <a:xfrm>
              <a:off x="3583080" y="5081760"/>
              <a:ext cx="50436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grpSp>
      <p:sp>
        <p:nvSpPr>
          <p:cNvPr id="6333" name=""/>
          <p:cNvSpPr/>
          <p:nvPr/>
        </p:nvSpPr>
        <p:spPr>
          <a:xfrm>
            <a:off x="4549680" y="1435680"/>
            <a:ext cx="336564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334" name=""/>
          <p:cNvSpPr/>
          <p:nvPr/>
        </p:nvSpPr>
        <p:spPr>
          <a:xfrm>
            <a:off x="4549680" y="1711440"/>
            <a:ext cx="336384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aphicFrame>
        <p:nvGraphicFramePr>
          <p:cNvPr id="6335" name=""/>
          <p:cNvGraphicFramePr/>
          <p:nvPr/>
        </p:nvGraphicFramePr>
        <p:xfrm>
          <a:off x="4572000" y="1812960"/>
          <a:ext cx="3403440" cy="3260520"/>
        </p:xfrm>
        <a:graphic>
          <a:graphicData uri="http://schemas.openxmlformats.org/presentationml/2006/ole">
            <p:oleObj r:id="rId2" spid="">
              <p:embed/>
            </p:oleObj>
          </a:graphicData>
        </a:graphic>
      </p:graphicFrame>
      <p:grpSp>
        <p:nvGrpSpPr>
          <p:cNvPr id="6336" name=""/>
          <p:cNvGrpSpPr/>
          <p:nvPr/>
        </p:nvGrpSpPr>
        <p:grpSpPr>
          <a:xfrm>
            <a:off x="4751280" y="5081760"/>
            <a:ext cx="3136680" cy="427320"/>
            <a:chOff x="4751280" y="5081760"/>
            <a:chExt cx="3136680" cy="427320"/>
          </a:xfrm>
        </p:grpSpPr>
        <p:sp>
          <p:nvSpPr>
            <p:cNvPr id="6337" name=""/>
            <p:cNvSpPr/>
            <p:nvPr/>
          </p:nvSpPr>
          <p:spPr>
            <a:xfrm>
              <a:off x="4751280" y="5081760"/>
              <a:ext cx="50436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338" name=""/>
            <p:cNvSpPr/>
            <p:nvPr/>
          </p:nvSpPr>
          <p:spPr>
            <a:xfrm>
              <a:off x="5412960" y="5081760"/>
              <a:ext cx="504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339" name=""/>
            <p:cNvSpPr/>
            <p:nvPr/>
          </p:nvSpPr>
          <p:spPr>
            <a:xfrm>
              <a:off x="6060960" y="5081760"/>
              <a:ext cx="5022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340" name=""/>
            <p:cNvSpPr/>
            <p:nvPr/>
          </p:nvSpPr>
          <p:spPr>
            <a:xfrm>
              <a:off x="6707520" y="5081760"/>
              <a:ext cx="504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341" name=""/>
            <p:cNvSpPr/>
            <p:nvPr/>
          </p:nvSpPr>
          <p:spPr>
            <a:xfrm>
              <a:off x="7383600" y="5081760"/>
              <a:ext cx="50436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grpSp>
      <p:sp>
        <p:nvSpPr>
          <p:cNvPr id="634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47CE832E-3E4E-4983-B593-27FED24A9864}" type="slidenum">
              <a:t>280</a:t>
            </a:fld>
          </a:p>
        </p:txBody>
      </p:sp>
    </p:spTree>
  </p:cSld>
  <mc:AlternateContent>
    <mc:Choice Requires="p14">
      <p:transition spd="slow" p14:dur="2000"/>
    </mc:Choice>
    <mc:Fallback>
      <p:transition spd="slow"/>
    </mc:Fallback>
  </mc:AlternateContent>
</p:sld>
</file>

<file path=ppt/slides/slide2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4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34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6345" name=""/>
          <p:cNvSpPr/>
          <p:nvPr/>
        </p:nvSpPr>
        <p:spPr>
          <a:xfrm>
            <a:off x="297000" y="1538640"/>
            <a:ext cx="254304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346" name=""/>
          <p:cNvSpPr/>
          <p:nvPr/>
        </p:nvSpPr>
        <p:spPr>
          <a:xfrm>
            <a:off x="297000" y="1814400"/>
            <a:ext cx="254160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graphicFrame>
        <p:nvGraphicFramePr>
          <p:cNvPr id="6347" name=""/>
          <p:cNvGraphicFramePr/>
          <p:nvPr/>
        </p:nvGraphicFramePr>
        <p:xfrm>
          <a:off x="317520" y="1919160"/>
          <a:ext cx="2517840" cy="3260880"/>
        </p:xfrm>
        <a:graphic>
          <a:graphicData uri="http://schemas.openxmlformats.org/presentationml/2006/ole">
            <p:oleObj r:id="rId1" spid="">
              <p:embed/>
            </p:oleObj>
          </a:graphicData>
        </a:graphic>
      </p:graphicFrame>
      <p:sp>
        <p:nvSpPr>
          <p:cNvPr id="6348" name=""/>
          <p:cNvSpPr/>
          <p:nvPr/>
        </p:nvSpPr>
        <p:spPr>
          <a:xfrm>
            <a:off x="496800" y="5184720"/>
            <a:ext cx="4618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349" name=""/>
          <p:cNvSpPr/>
          <p:nvPr/>
        </p:nvSpPr>
        <p:spPr>
          <a:xfrm>
            <a:off x="1103400" y="5184720"/>
            <a:ext cx="4633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350" name=""/>
          <p:cNvSpPr/>
          <p:nvPr/>
        </p:nvSpPr>
        <p:spPr>
          <a:xfrm>
            <a:off x="1695600" y="5184720"/>
            <a:ext cx="4618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351" name=""/>
          <p:cNvSpPr/>
          <p:nvPr/>
        </p:nvSpPr>
        <p:spPr>
          <a:xfrm>
            <a:off x="2287440" y="5184720"/>
            <a:ext cx="46224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352" name=""/>
          <p:cNvSpPr/>
          <p:nvPr/>
        </p:nvSpPr>
        <p:spPr>
          <a:xfrm>
            <a:off x="3141720" y="1538640"/>
            <a:ext cx="254304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353" name=""/>
          <p:cNvSpPr/>
          <p:nvPr/>
        </p:nvSpPr>
        <p:spPr>
          <a:xfrm>
            <a:off x="3141720" y="1814400"/>
            <a:ext cx="254160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graphicFrame>
        <p:nvGraphicFramePr>
          <p:cNvPr id="6354" name=""/>
          <p:cNvGraphicFramePr/>
          <p:nvPr/>
        </p:nvGraphicFramePr>
        <p:xfrm>
          <a:off x="3162240" y="1919160"/>
          <a:ext cx="2517840" cy="3260880"/>
        </p:xfrm>
        <a:graphic>
          <a:graphicData uri="http://schemas.openxmlformats.org/presentationml/2006/ole">
            <p:oleObj r:id="rId2" spid="">
              <p:embed/>
            </p:oleObj>
          </a:graphicData>
        </a:graphic>
      </p:graphicFrame>
      <p:sp>
        <p:nvSpPr>
          <p:cNvPr id="6355" name=""/>
          <p:cNvSpPr/>
          <p:nvPr/>
        </p:nvSpPr>
        <p:spPr>
          <a:xfrm>
            <a:off x="3341520" y="5184720"/>
            <a:ext cx="46224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356" name=""/>
          <p:cNvSpPr/>
          <p:nvPr/>
        </p:nvSpPr>
        <p:spPr>
          <a:xfrm>
            <a:off x="3948120" y="5184720"/>
            <a:ext cx="4636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357" name=""/>
          <p:cNvSpPr/>
          <p:nvPr/>
        </p:nvSpPr>
        <p:spPr>
          <a:xfrm>
            <a:off x="4540320" y="5184720"/>
            <a:ext cx="46044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358" name=""/>
          <p:cNvSpPr/>
          <p:nvPr/>
        </p:nvSpPr>
        <p:spPr>
          <a:xfrm>
            <a:off x="5132520" y="5184720"/>
            <a:ext cx="4618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359" name=""/>
          <p:cNvSpPr/>
          <p:nvPr/>
        </p:nvSpPr>
        <p:spPr>
          <a:xfrm>
            <a:off x="5985000" y="1538640"/>
            <a:ext cx="254448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360" name=""/>
          <p:cNvSpPr/>
          <p:nvPr/>
        </p:nvSpPr>
        <p:spPr>
          <a:xfrm>
            <a:off x="5985000" y="1814400"/>
            <a:ext cx="254304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graphicFrame>
        <p:nvGraphicFramePr>
          <p:cNvPr id="6361" name=""/>
          <p:cNvGraphicFramePr/>
          <p:nvPr/>
        </p:nvGraphicFramePr>
        <p:xfrm>
          <a:off x="6006960" y="1919160"/>
          <a:ext cx="2517840" cy="3260880"/>
        </p:xfrm>
        <a:graphic>
          <a:graphicData uri="http://schemas.openxmlformats.org/presentationml/2006/ole">
            <p:oleObj r:id="rId3" spid="">
              <p:embed/>
            </p:oleObj>
          </a:graphicData>
        </a:graphic>
      </p:graphicFrame>
      <p:sp>
        <p:nvSpPr>
          <p:cNvPr id="6362" name=""/>
          <p:cNvSpPr/>
          <p:nvPr/>
        </p:nvSpPr>
        <p:spPr>
          <a:xfrm>
            <a:off x="6186600" y="5184720"/>
            <a:ext cx="4618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363" name=""/>
          <p:cNvSpPr/>
          <p:nvPr/>
        </p:nvSpPr>
        <p:spPr>
          <a:xfrm>
            <a:off x="6791400" y="5184720"/>
            <a:ext cx="4633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364" name=""/>
          <p:cNvSpPr/>
          <p:nvPr/>
        </p:nvSpPr>
        <p:spPr>
          <a:xfrm>
            <a:off x="7385040" y="5184720"/>
            <a:ext cx="46044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365" name=""/>
          <p:cNvSpPr/>
          <p:nvPr/>
        </p:nvSpPr>
        <p:spPr>
          <a:xfrm>
            <a:off x="7977240" y="5184720"/>
            <a:ext cx="4618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36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DBA3AE1B-0399-4DFE-959E-9EDD85CE009D}" type="slidenum">
              <a:t>281</a:t>
            </a:fld>
          </a:p>
        </p:txBody>
      </p:sp>
    </p:spTree>
  </p:cSld>
  <mc:AlternateContent>
    <mc:Choice Requires="p14">
      <p:transition spd="slow" p14:dur="2000"/>
    </mc:Choice>
    <mc:Fallback>
      <p:transition spd="slow"/>
    </mc:Fallback>
  </mc:AlternateContent>
</p:sld>
</file>

<file path=ppt/slides/slide2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6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368"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grpSp>
        <p:nvGrpSpPr>
          <p:cNvPr id="6369" name=""/>
          <p:cNvGrpSpPr/>
          <p:nvPr/>
        </p:nvGrpSpPr>
        <p:grpSpPr>
          <a:xfrm>
            <a:off x="88920" y="1561320"/>
            <a:ext cx="2068200" cy="3526200"/>
            <a:chOff x="88920" y="1561320"/>
            <a:chExt cx="2068200" cy="3526200"/>
          </a:xfrm>
        </p:grpSpPr>
        <p:graphicFrame>
          <p:nvGraphicFramePr>
            <p:cNvPr id="6370" name=""/>
            <p:cNvGraphicFramePr/>
            <p:nvPr/>
          </p:nvGraphicFramePr>
          <p:xfrm>
            <a:off x="88920" y="1920960"/>
            <a:ext cx="2050920" cy="2809800"/>
          </p:xfrm>
          <a:graphic>
            <a:graphicData uri="http://schemas.openxmlformats.org/presentationml/2006/ole">
              <p:oleObj r:id="rId1" spid="">
                <p:embed/>
              </p:oleObj>
            </a:graphicData>
          </a:graphic>
        </p:graphicFrame>
        <p:grpSp>
          <p:nvGrpSpPr>
            <p:cNvPr id="6371" name=""/>
            <p:cNvGrpSpPr/>
            <p:nvPr/>
          </p:nvGrpSpPr>
          <p:grpSpPr>
            <a:xfrm>
              <a:off x="216000" y="4721400"/>
              <a:ext cx="1860120" cy="366120"/>
              <a:chOff x="216000" y="4721400"/>
              <a:chExt cx="1860120" cy="366120"/>
            </a:xfrm>
          </p:grpSpPr>
          <p:sp>
            <p:nvSpPr>
              <p:cNvPr id="6372" name=""/>
              <p:cNvSpPr/>
              <p:nvPr/>
            </p:nvSpPr>
            <p:spPr>
              <a:xfrm>
                <a:off x="216000" y="4721400"/>
                <a:ext cx="38124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373" name=""/>
              <p:cNvSpPr/>
              <p:nvPr/>
            </p:nvSpPr>
            <p:spPr>
              <a:xfrm>
                <a:off x="716400" y="4721400"/>
                <a:ext cx="38160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374" name=""/>
              <p:cNvSpPr/>
              <p:nvPr/>
            </p:nvSpPr>
            <p:spPr>
              <a:xfrm>
                <a:off x="1205640" y="4721400"/>
                <a:ext cx="38016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375" name=""/>
              <p:cNvSpPr/>
              <p:nvPr/>
            </p:nvSpPr>
            <p:spPr>
              <a:xfrm>
                <a:off x="1694880" y="4721400"/>
                <a:ext cx="38124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grpSp>
        <p:sp>
          <p:nvSpPr>
            <p:cNvPr id="6376" name=""/>
            <p:cNvSpPr/>
            <p:nvPr/>
          </p:nvSpPr>
          <p:spPr>
            <a:xfrm>
              <a:off x="136440" y="1561320"/>
              <a:ext cx="202068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377" name=""/>
            <p:cNvSpPr/>
            <p:nvPr/>
          </p:nvSpPr>
          <p:spPr>
            <a:xfrm>
              <a:off x="136440" y="1774800"/>
              <a:ext cx="20192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grpSp>
        <p:nvGrpSpPr>
          <p:cNvPr id="6378" name=""/>
          <p:cNvGrpSpPr/>
          <p:nvPr/>
        </p:nvGrpSpPr>
        <p:grpSpPr>
          <a:xfrm>
            <a:off x="2279520" y="1561320"/>
            <a:ext cx="2068200" cy="3526200"/>
            <a:chOff x="2279520" y="1561320"/>
            <a:chExt cx="2068200" cy="3526200"/>
          </a:xfrm>
        </p:grpSpPr>
        <p:graphicFrame>
          <p:nvGraphicFramePr>
            <p:cNvPr id="6379" name=""/>
            <p:cNvGraphicFramePr/>
            <p:nvPr/>
          </p:nvGraphicFramePr>
          <p:xfrm>
            <a:off x="2279520" y="1920960"/>
            <a:ext cx="2050920" cy="2809800"/>
          </p:xfrm>
          <a:graphic>
            <a:graphicData uri="http://schemas.openxmlformats.org/presentationml/2006/ole">
              <p:oleObj r:id="rId2" spid="">
                <p:embed/>
              </p:oleObj>
            </a:graphicData>
          </a:graphic>
        </p:graphicFrame>
        <p:grpSp>
          <p:nvGrpSpPr>
            <p:cNvPr id="6380" name=""/>
            <p:cNvGrpSpPr/>
            <p:nvPr/>
          </p:nvGrpSpPr>
          <p:grpSpPr>
            <a:xfrm>
              <a:off x="2406600" y="4721400"/>
              <a:ext cx="1860120" cy="366120"/>
              <a:chOff x="2406600" y="4721400"/>
              <a:chExt cx="1860120" cy="366120"/>
            </a:xfrm>
          </p:grpSpPr>
          <p:sp>
            <p:nvSpPr>
              <p:cNvPr id="6381" name=""/>
              <p:cNvSpPr/>
              <p:nvPr/>
            </p:nvSpPr>
            <p:spPr>
              <a:xfrm>
                <a:off x="2406600" y="4721400"/>
                <a:ext cx="38124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382" name=""/>
              <p:cNvSpPr/>
              <p:nvPr/>
            </p:nvSpPr>
            <p:spPr>
              <a:xfrm>
                <a:off x="2907000" y="4721400"/>
                <a:ext cx="38160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383" name=""/>
              <p:cNvSpPr/>
              <p:nvPr/>
            </p:nvSpPr>
            <p:spPr>
              <a:xfrm>
                <a:off x="3396240" y="4721400"/>
                <a:ext cx="38016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384" name=""/>
              <p:cNvSpPr/>
              <p:nvPr/>
            </p:nvSpPr>
            <p:spPr>
              <a:xfrm>
                <a:off x="3885480" y="4721400"/>
                <a:ext cx="38124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grpSp>
        <p:sp>
          <p:nvSpPr>
            <p:cNvPr id="6385" name=""/>
            <p:cNvSpPr/>
            <p:nvPr/>
          </p:nvSpPr>
          <p:spPr>
            <a:xfrm>
              <a:off x="2327040" y="1561320"/>
              <a:ext cx="202068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386" name=""/>
            <p:cNvSpPr/>
            <p:nvPr/>
          </p:nvSpPr>
          <p:spPr>
            <a:xfrm>
              <a:off x="2327040" y="1774800"/>
              <a:ext cx="201924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grpSp>
        <p:nvGrpSpPr>
          <p:cNvPr id="6387" name=""/>
          <p:cNvGrpSpPr/>
          <p:nvPr/>
        </p:nvGrpSpPr>
        <p:grpSpPr>
          <a:xfrm>
            <a:off x="4471920" y="1561320"/>
            <a:ext cx="2064960" cy="3526200"/>
            <a:chOff x="4471920" y="1561320"/>
            <a:chExt cx="2064960" cy="3526200"/>
          </a:xfrm>
        </p:grpSpPr>
        <p:graphicFrame>
          <p:nvGraphicFramePr>
            <p:cNvPr id="6388" name=""/>
            <p:cNvGraphicFramePr/>
            <p:nvPr/>
          </p:nvGraphicFramePr>
          <p:xfrm>
            <a:off x="4471920" y="1920960"/>
            <a:ext cx="2048040" cy="2809800"/>
          </p:xfrm>
          <a:graphic>
            <a:graphicData uri="http://schemas.openxmlformats.org/presentationml/2006/ole">
              <p:oleObj r:id="rId3" spid="">
                <p:embed/>
              </p:oleObj>
            </a:graphicData>
          </a:graphic>
        </p:graphicFrame>
        <p:grpSp>
          <p:nvGrpSpPr>
            <p:cNvPr id="6389" name=""/>
            <p:cNvGrpSpPr/>
            <p:nvPr/>
          </p:nvGrpSpPr>
          <p:grpSpPr>
            <a:xfrm>
              <a:off x="4598640" y="4721400"/>
              <a:ext cx="1857600" cy="366120"/>
              <a:chOff x="4598640" y="4721400"/>
              <a:chExt cx="1857600" cy="366120"/>
            </a:xfrm>
          </p:grpSpPr>
          <p:sp>
            <p:nvSpPr>
              <p:cNvPr id="6390" name=""/>
              <p:cNvSpPr/>
              <p:nvPr/>
            </p:nvSpPr>
            <p:spPr>
              <a:xfrm>
                <a:off x="4598640" y="4721400"/>
                <a:ext cx="38088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391" name=""/>
              <p:cNvSpPr/>
              <p:nvPr/>
            </p:nvSpPr>
            <p:spPr>
              <a:xfrm>
                <a:off x="5098320" y="4721400"/>
                <a:ext cx="38088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392" name=""/>
              <p:cNvSpPr/>
              <p:nvPr/>
            </p:nvSpPr>
            <p:spPr>
              <a:xfrm>
                <a:off x="5586840" y="4721400"/>
                <a:ext cx="37944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393" name=""/>
              <p:cNvSpPr/>
              <p:nvPr/>
            </p:nvSpPr>
            <p:spPr>
              <a:xfrm>
                <a:off x="6075360" y="4721400"/>
                <a:ext cx="38088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grpSp>
        <p:sp>
          <p:nvSpPr>
            <p:cNvPr id="6394" name=""/>
            <p:cNvSpPr/>
            <p:nvPr/>
          </p:nvSpPr>
          <p:spPr>
            <a:xfrm>
              <a:off x="4519080" y="1561320"/>
              <a:ext cx="201780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395" name=""/>
            <p:cNvSpPr/>
            <p:nvPr/>
          </p:nvSpPr>
          <p:spPr>
            <a:xfrm>
              <a:off x="4519080" y="1774800"/>
              <a:ext cx="201636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grpSp>
        <p:nvGrpSpPr>
          <p:cNvPr id="6396" name=""/>
          <p:cNvGrpSpPr/>
          <p:nvPr/>
        </p:nvGrpSpPr>
        <p:grpSpPr>
          <a:xfrm>
            <a:off x="6664320" y="1561320"/>
            <a:ext cx="2066760" cy="3526200"/>
            <a:chOff x="6664320" y="1561320"/>
            <a:chExt cx="2066760" cy="3526200"/>
          </a:xfrm>
        </p:grpSpPr>
        <p:graphicFrame>
          <p:nvGraphicFramePr>
            <p:cNvPr id="6397" name=""/>
            <p:cNvGraphicFramePr/>
            <p:nvPr/>
          </p:nvGraphicFramePr>
          <p:xfrm>
            <a:off x="6664320" y="1920960"/>
            <a:ext cx="2049480" cy="2809800"/>
          </p:xfrm>
          <a:graphic>
            <a:graphicData uri="http://schemas.openxmlformats.org/presentationml/2006/ole">
              <p:oleObj r:id="rId4" spid="">
                <p:embed/>
              </p:oleObj>
            </a:graphicData>
          </a:graphic>
        </p:graphicFrame>
        <p:grpSp>
          <p:nvGrpSpPr>
            <p:cNvPr id="6398" name=""/>
            <p:cNvGrpSpPr/>
            <p:nvPr/>
          </p:nvGrpSpPr>
          <p:grpSpPr>
            <a:xfrm>
              <a:off x="6791400" y="4721400"/>
              <a:ext cx="1858680" cy="366120"/>
              <a:chOff x="6791400" y="4721400"/>
              <a:chExt cx="1858680" cy="366120"/>
            </a:xfrm>
          </p:grpSpPr>
          <p:sp>
            <p:nvSpPr>
              <p:cNvPr id="6399" name=""/>
              <p:cNvSpPr/>
              <p:nvPr/>
            </p:nvSpPr>
            <p:spPr>
              <a:xfrm>
                <a:off x="6791400" y="4721400"/>
                <a:ext cx="38088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400" name=""/>
              <p:cNvSpPr/>
              <p:nvPr/>
            </p:nvSpPr>
            <p:spPr>
              <a:xfrm>
                <a:off x="7291440" y="4721400"/>
                <a:ext cx="38124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401" name=""/>
              <p:cNvSpPr/>
              <p:nvPr/>
            </p:nvSpPr>
            <p:spPr>
              <a:xfrm>
                <a:off x="7780320" y="4721400"/>
                <a:ext cx="37980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402" name=""/>
              <p:cNvSpPr/>
              <p:nvPr/>
            </p:nvSpPr>
            <p:spPr>
              <a:xfrm>
                <a:off x="8269200" y="4721400"/>
                <a:ext cx="38088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grpSp>
        <p:sp>
          <p:nvSpPr>
            <p:cNvPr id="6403" name=""/>
            <p:cNvSpPr/>
            <p:nvPr/>
          </p:nvSpPr>
          <p:spPr>
            <a:xfrm>
              <a:off x="6711840" y="1561320"/>
              <a:ext cx="2019240" cy="1832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sp>
          <p:nvSpPr>
            <p:cNvPr id="6404" name=""/>
            <p:cNvSpPr/>
            <p:nvPr/>
          </p:nvSpPr>
          <p:spPr>
            <a:xfrm>
              <a:off x="6711840" y="1774800"/>
              <a:ext cx="2017800" cy="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sp>
        <p:nvSpPr>
          <p:cNvPr id="640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6F86DC9F-DA91-4D49-A590-EE7F5280152E}" type="slidenum">
              <a:t>282</a:t>
            </a:fld>
          </a:p>
        </p:txBody>
      </p:sp>
    </p:spTree>
  </p:cSld>
  <mc:AlternateContent>
    <mc:Choice Requires="p14">
      <p:transition spd="slow" p14:dur="2000"/>
    </mc:Choice>
    <mc:Fallback>
      <p:transition spd="slow"/>
    </mc:Fallback>
  </mc:AlternateContent>
</p:sld>
</file>

<file path=ppt/slides/slide2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0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40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6408" name=""/>
          <p:cNvSpPr/>
          <p:nvPr/>
        </p:nvSpPr>
        <p:spPr>
          <a:xfrm>
            <a:off x="711360" y="1346040"/>
            <a:ext cx="3563640" cy="42372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09" name=""/>
          <p:cNvSpPr/>
          <p:nvPr/>
        </p:nvSpPr>
        <p:spPr>
          <a:xfrm>
            <a:off x="711360" y="1346040"/>
            <a:ext cx="356364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10" name=""/>
          <p:cNvSpPr/>
          <p:nvPr/>
        </p:nvSpPr>
        <p:spPr>
          <a:xfrm>
            <a:off x="855720" y="1422360"/>
            <a:ext cx="33084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411" name=""/>
          <p:cNvGraphicFramePr/>
          <p:nvPr/>
        </p:nvGraphicFramePr>
        <p:xfrm>
          <a:off x="777960" y="2049480"/>
          <a:ext cx="3406680" cy="2766960"/>
        </p:xfrm>
        <a:graphic>
          <a:graphicData uri="http://schemas.openxmlformats.org/presentationml/2006/ole">
            <p:oleObj r:id="rId1" spid="">
              <p:embed/>
            </p:oleObj>
          </a:graphicData>
        </a:graphic>
      </p:graphicFrame>
      <p:sp>
        <p:nvSpPr>
          <p:cNvPr id="6412" name=""/>
          <p:cNvSpPr/>
          <p:nvPr/>
        </p:nvSpPr>
        <p:spPr>
          <a:xfrm>
            <a:off x="950760" y="4836960"/>
            <a:ext cx="5032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413" name=""/>
          <p:cNvSpPr/>
          <p:nvPr/>
        </p:nvSpPr>
        <p:spPr>
          <a:xfrm>
            <a:off x="1611360" y="4836960"/>
            <a:ext cx="504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414" name=""/>
          <p:cNvSpPr/>
          <p:nvPr/>
        </p:nvSpPr>
        <p:spPr>
          <a:xfrm>
            <a:off x="2259000" y="4836960"/>
            <a:ext cx="5032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415" name=""/>
          <p:cNvSpPr/>
          <p:nvPr/>
        </p:nvSpPr>
        <p:spPr>
          <a:xfrm>
            <a:off x="2906640" y="4836960"/>
            <a:ext cx="5032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416" name=""/>
          <p:cNvSpPr/>
          <p:nvPr/>
        </p:nvSpPr>
        <p:spPr>
          <a:xfrm>
            <a:off x="3581280" y="4836960"/>
            <a:ext cx="5065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417" name=""/>
          <p:cNvSpPr/>
          <p:nvPr/>
        </p:nvSpPr>
        <p:spPr>
          <a:xfrm>
            <a:off x="4503600" y="1346040"/>
            <a:ext cx="3564000" cy="42372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18" name=""/>
          <p:cNvSpPr/>
          <p:nvPr/>
        </p:nvSpPr>
        <p:spPr>
          <a:xfrm>
            <a:off x="4503600" y="1346040"/>
            <a:ext cx="356400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19" name=""/>
          <p:cNvSpPr/>
          <p:nvPr/>
        </p:nvSpPr>
        <p:spPr>
          <a:xfrm>
            <a:off x="4645080" y="1422360"/>
            <a:ext cx="331164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420" name=""/>
          <p:cNvGraphicFramePr/>
          <p:nvPr/>
        </p:nvGraphicFramePr>
        <p:xfrm>
          <a:off x="4568760" y="2049480"/>
          <a:ext cx="3406680" cy="2766960"/>
        </p:xfrm>
        <a:graphic>
          <a:graphicData uri="http://schemas.openxmlformats.org/presentationml/2006/ole">
            <p:oleObj r:id="rId2" spid="">
              <p:embed/>
            </p:oleObj>
          </a:graphicData>
        </a:graphic>
      </p:graphicFrame>
      <p:sp>
        <p:nvSpPr>
          <p:cNvPr id="6421" name=""/>
          <p:cNvSpPr/>
          <p:nvPr/>
        </p:nvSpPr>
        <p:spPr>
          <a:xfrm>
            <a:off x="4740120" y="4836960"/>
            <a:ext cx="5065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422" name=""/>
          <p:cNvSpPr/>
          <p:nvPr/>
        </p:nvSpPr>
        <p:spPr>
          <a:xfrm>
            <a:off x="5403960" y="4836960"/>
            <a:ext cx="504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423" name=""/>
          <p:cNvSpPr/>
          <p:nvPr/>
        </p:nvSpPr>
        <p:spPr>
          <a:xfrm>
            <a:off x="6051600" y="4836960"/>
            <a:ext cx="5032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424" name=""/>
          <p:cNvSpPr/>
          <p:nvPr/>
        </p:nvSpPr>
        <p:spPr>
          <a:xfrm>
            <a:off x="6696000" y="4836960"/>
            <a:ext cx="5065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425" name=""/>
          <p:cNvSpPr/>
          <p:nvPr/>
        </p:nvSpPr>
        <p:spPr>
          <a:xfrm>
            <a:off x="7373880" y="4836960"/>
            <a:ext cx="5032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642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B27DAEBD-FC1D-4E48-9C20-0BE875F021AC}" type="slidenum">
              <a:t>283</a:t>
            </a:fld>
          </a:p>
        </p:txBody>
      </p:sp>
    </p:spTree>
  </p:cSld>
  <mc:AlternateContent>
    <mc:Choice Requires="p14">
      <p:transition spd="slow" p14:dur="2000"/>
    </mc:Choice>
    <mc:Fallback>
      <p:transition spd="slow"/>
    </mc:Fallback>
  </mc:AlternateContent>
</p:sld>
</file>

<file path=ppt/slides/slide2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27"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428"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6429" name=""/>
          <p:cNvGrpSpPr/>
          <p:nvPr/>
        </p:nvGrpSpPr>
        <p:grpSpPr>
          <a:xfrm>
            <a:off x="163440" y="1368360"/>
            <a:ext cx="2691000" cy="3995640"/>
            <a:chOff x="163440" y="1368360"/>
            <a:chExt cx="2691000" cy="3995640"/>
          </a:xfrm>
        </p:grpSpPr>
        <p:sp>
          <p:nvSpPr>
            <p:cNvPr id="6430" name=""/>
            <p:cNvSpPr/>
            <p:nvPr/>
          </p:nvSpPr>
          <p:spPr>
            <a:xfrm>
              <a:off x="163440" y="1368360"/>
              <a:ext cx="2691000" cy="39956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31" name=""/>
            <p:cNvSpPr/>
            <p:nvPr/>
          </p:nvSpPr>
          <p:spPr>
            <a:xfrm>
              <a:off x="163440" y="1368360"/>
              <a:ext cx="2691000" cy="5792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32" name=""/>
            <p:cNvSpPr/>
            <p:nvPr/>
          </p:nvSpPr>
          <p:spPr>
            <a:xfrm>
              <a:off x="271440" y="1446120"/>
              <a:ext cx="25002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433" name=""/>
            <p:cNvGraphicFramePr/>
            <p:nvPr/>
          </p:nvGraphicFramePr>
          <p:xfrm>
            <a:off x="257040" y="2314440"/>
            <a:ext cx="2462400" cy="2566800"/>
          </p:xfrm>
          <a:graphic>
            <a:graphicData uri="http://schemas.openxmlformats.org/presentationml/2006/ole">
              <p:oleObj r:id="rId1" spid="">
                <p:embed/>
              </p:oleObj>
            </a:graphicData>
          </a:graphic>
        </p:graphicFrame>
        <p:sp>
          <p:nvSpPr>
            <p:cNvPr id="6434" name=""/>
            <p:cNvSpPr/>
            <p:nvPr/>
          </p:nvSpPr>
          <p:spPr>
            <a:xfrm>
              <a:off x="417600" y="4867200"/>
              <a:ext cx="50616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435" name=""/>
            <p:cNvSpPr/>
            <p:nvPr/>
          </p:nvSpPr>
          <p:spPr>
            <a:xfrm>
              <a:off x="1015920" y="4867200"/>
              <a:ext cx="504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436" name=""/>
            <p:cNvSpPr/>
            <p:nvPr/>
          </p:nvSpPr>
          <p:spPr>
            <a:xfrm>
              <a:off x="1616040" y="4867200"/>
              <a:ext cx="5032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437" name=""/>
            <p:cNvSpPr/>
            <p:nvPr/>
          </p:nvSpPr>
          <p:spPr>
            <a:xfrm>
              <a:off x="2214360" y="4867200"/>
              <a:ext cx="5065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438" name=""/>
            <p:cNvSpPr/>
            <p:nvPr/>
          </p:nvSpPr>
          <p:spPr>
            <a:xfrm flipV="1">
              <a:off x="447480" y="2148840"/>
              <a:ext cx="2019600" cy="109692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439" name=""/>
            <p:cNvGrpSpPr/>
            <p:nvPr/>
          </p:nvGrpSpPr>
          <p:grpSpPr>
            <a:xfrm>
              <a:off x="942840" y="2207880"/>
              <a:ext cx="939960" cy="601920"/>
              <a:chOff x="942840" y="2207880"/>
              <a:chExt cx="939960" cy="601920"/>
            </a:xfrm>
          </p:grpSpPr>
          <p:sp>
            <p:nvSpPr>
              <p:cNvPr id="6440" name=""/>
              <p:cNvSpPr/>
              <p:nvPr/>
            </p:nvSpPr>
            <p:spPr>
              <a:xfrm>
                <a:off x="942840" y="2207880"/>
                <a:ext cx="939960" cy="6019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41" name=""/>
              <p:cNvSpPr/>
              <p:nvPr/>
            </p:nvSpPr>
            <p:spPr>
              <a:xfrm>
                <a:off x="981000" y="2233440"/>
                <a:ext cx="863640" cy="5508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grpSp>
        <p:nvGrpSpPr>
          <p:cNvPr id="6442" name=""/>
          <p:cNvGrpSpPr/>
          <p:nvPr/>
        </p:nvGrpSpPr>
        <p:grpSpPr>
          <a:xfrm>
            <a:off x="3060720" y="1368360"/>
            <a:ext cx="2690640" cy="3995640"/>
            <a:chOff x="3060720" y="1368360"/>
            <a:chExt cx="2690640" cy="3995640"/>
          </a:xfrm>
        </p:grpSpPr>
        <p:sp>
          <p:nvSpPr>
            <p:cNvPr id="6443" name=""/>
            <p:cNvSpPr/>
            <p:nvPr/>
          </p:nvSpPr>
          <p:spPr>
            <a:xfrm>
              <a:off x="3060720" y="1368360"/>
              <a:ext cx="2690640" cy="39956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44" name=""/>
            <p:cNvSpPr/>
            <p:nvPr/>
          </p:nvSpPr>
          <p:spPr>
            <a:xfrm>
              <a:off x="3060720" y="1368360"/>
              <a:ext cx="2690640" cy="5792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45" name=""/>
            <p:cNvSpPr/>
            <p:nvPr/>
          </p:nvSpPr>
          <p:spPr>
            <a:xfrm>
              <a:off x="3168360" y="1446120"/>
              <a:ext cx="249984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446" name=""/>
            <p:cNvGraphicFramePr/>
            <p:nvPr/>
          </p:nvGraphicFramePr>
          <p:xfrm>
            <a:off x="3153960" y="2314440"/>
            <a:ext cx="2462040" cy="2566800"/>
          </p:xfrm>
          <a:graphic>
            <a:graphicData uri="http://schemas.openxmlformats.org/presentationml/2006/ole">
              <p:oleObj r:id="rId2" spid="">
                <p:embed/>
              </p:oleObj>
            </a:graphicData>
          </a:graphic>
        </p:graphicFrame>
        <p:sp>
          <p:nvSpPr>
            <p:cNvPr id="6447" name=""/>
            <p:cNvSpPr/>
            <p:nvPr/>
          </p:nvSpPr>
          <p:spPr>
            <a:xfrm>
              <a:off x="3314520" y="4867200"/>
              <a:ext cx="5058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448" name=""/>
            <p:cNvSpPr/>
            <p:nvPr/>
          </p:nvSpPr>
          <p:spPr>
            <a:xfrm>
              <a:off x="3912840" y="4867200"/>
              <a:ext cx="50436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449" name=""/>
            <p:cNvSpPr/>
            <p:nvPr/>
          </p:nvSpPr>
          <p:spPr>
            <a:xfrm>
              <a:off x="4512960" y="4867200"/>
              <a:ext cx="5029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450" name=""/>
            <p:cNvSpPr/>
            <p:nvPr/>
          </p:nvSpPr>
          <p:spPr>
            <a:xfrm>
              <a:off x="5111280" y="4867200"/>
              <a:ext cx="50616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451" name=""/>
            <p:cNvSpPr/>
            <p:nvPr/>
          </p:nvSpPr>
          <p:spPr>
            <a:xfrm flipV="1">
              <a:off x="3344400" y="2148840"/>
              <a:ext cx="2019240" cy="109692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452" name=""/>
            <p:cNvGrpSpPr/>
            <p:nvPr/>
          </p:nvGrpSpPr>
          <p:grpSpPr>
            <a:xfrm>
              <a:off x="3839760" y="2207880"/>
              <a:ext cx="939600" cy="601920"/>
              <a:chOff x="3839760" y="2207880"/>
              <a:chExt cx="939600" cy="601920"/>
            </a:xfrm>
          </p:grpSpPr>
          <p:sp>
            <p:nvSpPr>
              <p:cNvPr id="6453" name=""/>
              <p:cNvSpPr/>
              <p:nvPr/>
            </p:nvSpPr>
            <p:spPr>
              <a:xfrm>
                <a:off x="3839760" y="2207880"/>
                <a:ext cx="939600" cy="6019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54" name=""/>
              <p:cNvSpPr/>
              <p:nvPr/>
            </p:nvSpPr>
            <p:spPr>
              <a:xfrm>
                <a:off x="3877560" y="2233440"/>
                <a:ext cx="863280" cy="5508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grpSp>
        <p:nvGrpSpPr>
          <p:cNvPr id="6455" name=""/>
          <p:cNvGrpSpPr/>
          <p:nvPr/>
        </p:nvGrpSpPr>
        <p:grpSpPr>
          <a:xfrm>
            <a:off x="5959440" y="1368360"/>
            <a:ext cx="2691000" cy="3995640"/>
            <a:chOff x="5959440" y="1368360"/>
            <a:chExt cx="2691000" cy="3995640"/>
          </a:xfrm>
        </p:grpSpPr>
        <p:sp>
          <p:nvSpPr>
            <p:cNvPr id="6456" name=""/>
            <p:cNvSpPr/>
            <p:nvPr/>
          </p:nvSpPr>
          <p:spPr>
            <a:xfrm>
              <a:off x="5959440" y="1368360"/>
              <a:ext cx="2691000" cy="39956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57" name=""/>
            <p:cNvSpPr/>
            <p:nvPr/>
          </p:nvSpPr>
          <p:spPr>
            <a:xfrm>
              <a:off x="5959440" y="1368360"/>
              <a:ext cx="2691000" cy="5792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58" name=""/>
            <p:cNvSpPr/>
            <p:nvPr/>
          </p:nvSpPr>
          <p:spPr>
            <a:xfrm>
              <a:off x="6067440" y="1446120"/>
              <a:ext cx="250020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ffffff"/>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ffffff"/>
                  </a:solidFill>
                  <a:latin typeface="Arial"/>
                  <a:ea typeface="Gulim"/>
                </a:rPr>
                <a:t>Measure</a:t>
              </a:r>
              <a:r>
                <a:rPr b="1" lang="en-US" sz="1400" spc="-1" strike="noStrike">
                  <a:solidFill>
                    <a:srgbClr val="ffffff"/>
                  </a:solidFill>
                  <a:latin typeface="Arial"/>
                  <a:ea typeface="Gulim"/>
                </a:rPr>
                <a:t> </a:t>
              </a:r>
              <a:endParaRPr b="0" lang="en-US" sz="1400" spc="-1" strike="noStrike">
                <a:solidFill>
                  <a:srgbClr val="000000"/>
                </a:solidFill>
                <a:latin typeface="Times New Roman"/>
              </a:endParaRPr>
            </a:p>
          </p:txBody>
        </p:sp>
        <p:graphicFrame>
          <p:nvGraphicFramePr>
            <p:cNvPr id="6459" name=""/>
            <p:cNvGraphicFramePr/>
            <p:nvPr/>
          </p:nvGraphicFramePr>
          <p:xfrm>
            <a:off x="6053040" y="2314440"/>
            <a:ext cx="2462400" cy="2566800"/>
          </p:xfrm>
          <a:graphic>
            <a:graphicData uri="http://schemas.openxmlformats.org/presentationml/2006/ole">
              <p:oleObj r:id="rId3" spid="">
                <p:embed/>
              </p:oleObj>
            </a:graphicData>
          </a:graphic>
        </p:graphicFrame>
        <p:sp>
          <p:nvSpPr>
            <p:cNvPr id="6460" name=""/>
            <p:cNvSpPr/>
            <p:nvPr/>
          </p:nvSpPr>
          <p:spPr>
            <a:xfrm>
              <a:off x="6213600" y="4867200"/>
              <a:ext cx="50616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461" name=""/>
            <p:cNvSpPr/>
            <p:nvPr/>
          </p:nvSpPr>
          <p:spPr>
            <a:xfrm>
              <a:off x="6811920" y="4867200"/>
              <a:ext cx="504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462" name=""/>
            <p:cNvSpPr/>
            <p:nvPr/>
          </p:nvSpPr>
          <p:spPr>
            <a:xfrm>
              <a:off x="7412040" y="4867200"/>
              <a:ext cx="50328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463" name=""/>
            <p:cNvSpPr/>
            <p:nvPr/>
          </p:nvSpPr>
          <p:spPr>
            <a:xfrm>
              <a:off x="8010360" y="4867200"/>
              <a:ext cx="5065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464" name=""/>
            <p:cNvSpPr/>
            <p:nvPr/>
          </p:nvSpPr>
          <p:spPr>
            <a:xfrm flipV="1">
              <a:off x="6243480" y="2148840"/>
              <a:ext cx="2019600" cy="109692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465" name=""/>
            <p:cNvGrpSpPr/>
            <p:nvPr/>
          </p:nvGrpSpPr>
          <p:grpSpPr>
            <a:xfrm>
              <a:off x="6738840" y="2207880"/>
              <a:ext cx="939960" cy="601920"/>
              <a:chOff x="6738840" y="2207880"/>
              <a:chExt cx="939960" cy="601920"/>
            </a:xfrm>
          </p:grpSpPr>
          <p:sp>
            <p:nvSpPr>
              <p:cNvPr id="6466" name=""/>
              <p:cNvSpPr/>
              <p:nvPr/>
            </p:nvSpPr>
            <p:spPr>
              <a:xfrm>
                <a:off x="6738840" y="2207880"/>
                <a:ext cx="939960" cy="60192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67" name=""/>
              <p:cNvSpPr/>
              <p:nvPr/>
            </p:nvSpPr>
            <p:spPr>
              <a:xfrm>
                <a:off x="6777000" y="2233440"/>
                <a:ext cx="863640" cy="5508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grpSp>
      </p:grpSp>
      <p:sp>
        <p:nvSpPr>
          <p:cNvPr id="646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8F4D3F92-02AA-454E-9274-D48AF4EC929A}" type="slidenum">
              <a:t>284</a:t>
            </a:fld>
          </a:p>
        </p:txBody>
      </p:sp>
    </p:spTree>
  </p:cSld>
  <mc:AlternateContent>
    <mc:Choice Requires="p14">
      <p:transition spd="slow" p14:dur="2000"/>
    </mc:Choice>
    <mc:Fallback>
      <p:transition spd="slow"/>
    </mc:Fallback>
  </mc:AlternateContent>
</p:sld>
</file>

<file path=ppt/slides/slide2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46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470"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6471" name=""/>
          <p:cNvSpPr/>
          <p:nvPr/>
        </p:nvSpPr>
        <p:spPr>
          <a:xfrm>
            <a:off x="139680" y="1488960"/>
            <a:ext cx="2070000" cy="39960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72" name=""/>
          <p:cNvSpPr/>
          <p:nvPr/>
        </p:nvSpPr>
        <p:spPr>
          <a:xfrm>
            <a:off x="139680" y="1488960"/>
            <a:ext cx="207000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73" name=""/>
          <p:cNvSpPr/>
          <p:nvPr/>
        </p:nvSpPr>
        <p:spPr>
          <a:xfrm>
            <a:off x="222120" y="1595520"/>
            <a:ext cx="1922760" cy="366120"/>
          </a:xfrm>
          <a:prstGeom prst="rect">
            <a:avLst/>
          </a:prstGeom>
          <a:noFill/>
          <a:ln w="0">
            <a:noFill/>
          </a:ln>
          <a:effectLst>
            <a:outerShdw dist="17819" dir="2700000" blurRad="0" rotWithShape="0">
              <a:srgbClr val="000000"/>
            </a:outerShdw>
          </a:effectLst>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r>
              <a:rPr b="1" lang="en-US" sz="1200" spc="-1" strike="noStrike">
                <a:solidFill>
                  <a:srgbClr val="ffffff"/>
                </a:solidFill>
                <a:latin typeface="Arial"/>
                <a:ea typeface="Gulim"/>
              </a:rPr>
              <a:t> </a:t>
            </a:r>
            <a:endParaRPr b="0" lang="en-US" sz="1200" spc="-1" strike="noStrike">
              <a:solidFill>
                <a:srgbClr val="000000"/>
              </a:solidFill>
              <a:latin typeface="Times New Roman"/>
            </a:endParaRPr>
          </a:p>
        </p:txBody>
      </p:sp>
      <p:graphicFrame>
        <p:nvGraphicFramePr>
          <p:cNvPr id="6474" name=""/>
          <p:cNvGraphicFramePr/>
          <p:nvPr/>
        </p:nvGraphicFramePr>
        <p:xfrm>
          <a:off x="247680" y="2438280"/>
          <a:ext cx="1870200" cy="2413080"/>
        </p:xfrm>
        <a:graphic>
          <a:graphicData uri="http://schemas.openxmlformats.org/presentationml/2006/ole">
            <p:oleObj r:id="rId1" spid="">
              <p:embed/>
            </p:oleObj>
          </a:graphicData>
        </a:graphic>
      </p:graphicFrame>
      <p:sp>
        <p:nvSpPr>
          <p:cNvPr id="6475" name=""/>
          <p:cNvSpPr/>
          <p:nvPr/>
        </p:nvSpPr>
        <p:spPr>
          <a:xfrm rot="16200000">
            <a:off x="25812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476" name=""/>
          <p:cNvSpPr/>
          <p:nvPr/>
        </p:nvSpPr>
        <p:spPr>
          <a:xfrm rot="16200000">
            <a:off x="70272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477" name=""/>
          <p:cNvSpPr/>
          <p:nvPr/>
        </p:nvSpPr>
        <p:spPr>
          <a:xfrm rot="16200000">
            <a:off x="1149480" y="5003280"/>
            <a:ext cx="50328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478" name=""/>
          <p:cNvSpPr/>
          <p:nvPr/>
        </p:nvSpPr>
        <p:spPr>
          <a:xfrm rot="16200000">
            <a:off x="159660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479" name=""/>
          <p:cNvSpPr/>
          <p:nvPr/>
        </p:nvSpPr>
        <p:spPr>
          <a:xfrm flipV="1">
            <a:off x="439560" y="2344680"/>
            <a:ext cx="1389240" cy="102240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480" name=""/>
          <p:cNvGrpSpPr/>
          <p:nvPr/>
        </p:nvGrpSpPr>
        <p:grpSpPr>
          <a:xfrm>
            <a:off x="544680" y="2397240"/>
            <a:ext cx="939600" cy="501480"/>
            <a:chOff x="544680" y="2397240"/>
            <a:chExt cx="939600" cy="501480"/>
          </a:xfrm>
        </p:grpSpPr>
        <p:sp>
          <p:nvSpPr>
            <p:cNvPr id="6481" name=""/>
            <p:cNvSpPr/>
            <p:nvPr/>
          </p:nvSpPr>
          <p:spPr>
            <a:xfrm>
              <a:off x="544680" y="2397240"/>
              <a:ext cx="939600" cy="501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82" name=""/>
            <p:cNvSpPr/>
            <p:nvPr/>
          </p:nvSpPr>
          <p:spPr>
            <a:xfrm>
              <a:off x="583920" y="2418120"/>
              <a:ext cx="861120" cy="4597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6483" name=""/>
          <p:cNvSpPr/>
          <p:nvPr/>
        </p:nvSpPr>
        <p:spPr>
          <a:xfrm>
            <a:off x="2309760" y="1488960"/>
            <a:ext cx="2070000" cy="39960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84" name=""/>
          <p:cNvSpPr/>
          <p:nvPr/>
        </p:nvSpPr>
        <p:spPr>
          <a:xfrm>
            <a:off x="2309760" y="1488960"/>
            <a:ext cx="207000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85" name=""/>
          <p:cNvSpPr/>
          <p:nvPr/>
        </p:nvSpPr>
        <p:spPr>
          <a:xfrm>
            <a:off x="2392200" y="1595520"/>
            <a:ext cx="1924200" cy="366120"/>
          </a:xfrm>
          <a:prstGeom prst="rect">
            <a:avLst/>
          </a:prstGeom>
          <a:noFill/>
          <a:ln w="0">
            <a:noFill/>
          </a:ln>
          <a:effectLst>
            <a:outerShdw dist="17819" dir="2700000" blurRad="0" rotWithShape="0">
              <a:srgbClr val="000000"/>
            </a:outerShdw>
          </a:effectLst>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r>
              <a:rPr b="1" lang="en-US" sz="1200" spc="-1" strike="noStrike">
                <a:solidFill>
                  <a:srgbClr val="ffffff"/>
                </a:solidFill>
                <a:latin typeface="Arial"/>
                <a:ea typeface="Gulim"/>
              </a:rPr>
              <a:t> </a:t>
            </a:r>
            <a:endParaRPr b="0" lang="en-US" sz="1200" spc="-1" strike="noStrike">
              <a:solidFill>
                <a:srgbClr val="000000"/>
              </a:solidFill>
              <a:latin typeface="Times New Roman"/>
            </a:endParaRPr>
          </a:p>
        </p:txBody>
      </p:sp>
      <p:graphicFrame>
        <p:nvGraphicFramePr>
          <p:cNvPr id="6486" name=""/>
          <p:cNvGraphicFramePr/>
          <p:nvPr/>
        </p:nvGraphicFramePr>
        <p:xfrm>
          <a:off x="2416320" y="2438280"/>
          <a:ext cx="1869840" cy="2413080"/>
        </p:xfrm>
        <a:graphic>
          <a:graphicData uri="http://schemas.openxmlformats.org/presentationml/2006/ole">
            <p:oleObj r:id="rId2" spid="">
              <p:embed/>
            </p:oleObj>
          </a:graphicData>
        </a:graphic>
      </p:graphicFrame>
      <p:sp>
        <p:nvSpPr>
          <p:cNvPr id="6487" name=""/>
          <p:cNvSpPr/>
          <p:nvPr/>
        </p:nvSpPr>
        <p:spPr>
          <a:xfrm rot="16200000">
            <a:off x="242820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488" name=""/>
          <p:cNvSpPr/>
          <p:nvPr/>
        </p:nvSpPr>
        <p:spPr>
          <a:xfrm rot="16200000">
            <a:off x="287280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489" name=""/>
          <p:cNvSpPr/>
          <p:nvPr/>
        </p:nvSpPr>
        <p:spPr>
          <a:xfrm rot="16200000">
            <a:off x="3319560" y="5003280"/>
            <a:ext cx="50328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490" name=""/>
          <p:cNvSpPr/>
          <p:nvPr/>
        </p:nvSpPr>
        <p:spPr>
          <a:xfrm rot="16200000">
            <a:off x="376488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491" name=""/>
          <p:cNvSpPr/>
          <p:nvPr/>
        </p:nvSpPr>
        <p:spPr>
          <a:xfrm flipV="1">
            <a:off x="2610000" y="2344680"/>
            <a:ext cx="1388880" cy="102240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492" name=""/>
          <p:cNvGrpSpPr/>
          <p:nvPr/>
        </p:nvGrpSpPr>
        <p:grpSpPr>
          <a:xfrm>
            <a:off x="2712960" y="2397240"/>
            <a:ext cx="943200" cy="501480"/>
            <a:chOff x="2712960" y="2397240"/>
            <a:chExt cx="943200" cy="501480"/>
          </a:xfrm>
        </p:grpSpPr>
        <p:sp>
          <p:nvSpPr>
            <p:cNvPr id="6493" name=""/>
            <p:cNvSpPr/>
            <p:nvPr/>
          </p:nvSpPr>
          <p:spPr>
            <a:xfrm>
              <a:off x="2712960" y="2397240"/>
              <a:ext cx="943200" cy="501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94" name=""/>
            <p:cNvSpPr/>
            <p:nvPr/>
          </p:nvSpPr>
          <p:spPr>
            <a:xfrm>
              <a:off x="2752200" y="2418120"/>
              <a:ext cx="864360" cy="4597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6495" name=""/>
          <p:cNvSpPr/>
          <p:nvPr/>
        </p:nvSpPr>
        <p:spPr>
          <a:xfrm>
            <a:off x="4481640" y="1488960"/>
            <a:ext cx="2068560" cy="39960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96" name=""/>
          <p:cNvSpPr/>
          <p:nvPr/>
        </p:nvSpPr>
        <p:spPr>
          <a:xfrm>
            <a:off x="4481640" y="1488960"/>
            <a:ext cx="206856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497" name=""/>
          <p:cNvSpPr/>
          <p:nvPr/>
        </p:nvSpPr>
        <p:spPr>
          <a:xfrm>
            <a:off x="4562640" y="1595520"/>
            <a:ext cx="1922400" cy="366120"/>
          </a:xfrm>
          <a:prstGeom prst="rect">
            <a:avLst/>
          </a:prstGeom>
          <a:noFill/>
          <a:ln w="0">
            <a:noFill/>
          </a:ln>
          <a:effectLst>
            <a:outerShdw dist="17819" dir="2700000" blurRad="0" rotWithShape="0">
              <a:srgbClr val="000000"/>
            </a:outerShdw>
          </a:effectLst>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r>
              <a:rPr b="1" lang="en-US" sz="1200" spc="-1" strike="noStrike">
                <a:solidFill>
                  <a:srgbClr val="ffffff"/>
                </a:solidFill>
                <a:latin typeface="Arial"/>
                <a:ea typeface="Gulim"/>
              </a:rPr>
              <a:t> </a:t>
            </a:r>
            <a:endParaRPr b="0" lang="en-US" sz="1200" spc="-1" strike="noStrike">
              <a:solidFill>
                <a:srgbClr val="000000"/>
              </a:solidFill>
              <a:latin typeface="Times New Roman"/>
            </a:endParaRPr>
          </a:p>
        </p:txBody>
      </p:sp>
      <p:graphicFrame>
        <p:nvGraphicFramePr>
          <p:cNvPr id="6498" name=""/>
          <p:cNvGraphicFramePr/>
          <p:nvPr/>
        </p:nvGraphicFramePr>
        <p:xfrm>
          <a:off x="4586400" y="2438280"/>
          <a:ext cx="1869840" cy="2413080"/>
        </p:xfrm>
        <a:graphic>
          <a:graphicData uri="http://schemas.openxmlformats.org/presentationml/2006/ole">
            <p:oleObj r:id="rId3" spid="">
              <p:embed/>
            </p:oleObj>
          </a:graphicData>
        </a:graphic>
      </p:graphicFrame>
      <p:sp>
        <p:nvSpPr>
          <p:cNvPr id="6499" name=""/>
          <p:cNvSpPr/>
          <p:nvPr/>
        </p:nvSpPr>
        <p:spPr>
          <a:xfrm rot="16200000">
            <a:off x="459828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500" name=""/>
          <p:cNvSpPr/>
          <p:nvPr/>
        </p:nvSpPr>
        <p:spPr>
          <a:xfrm rot="16200000">
            <a:off x="504288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501" name=""/>
          <p:cNvSpPr/>
          <p:nvPr/>
        </p:nvSpPr>
        <p:spPr>
          <a:xfrm rot="16200000">
            <a:off x="5488200" y="5003280"/>
            <a:ext cx="50328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502" name=""/>
          <p:cNvSpPr/>
          <p:nvPr/>
        </p:nvSpPr>
        <p:spPr>
          <a:xfrm rot="16200000">
            <a:off x="593496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503" name=""/>
          <p:cNvSpPr/>
          <p:nvPr/>
        </p:nvSpPr>
        <p:spPr>
          <a:xfrm flipV="1">
            <a:off x="4778280" y="2344680"/>
            <a:ext cx="1390680" cy="102240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504" name=""/>
          <p:cNvGrpSpPr/>
          <p:nvPr/>
        </p:nvGrpSpPr>
        <p:grpSpPr>
          <a:xfrm>
            <a:off x="4883040" y="2397240"/>
            <a:ext cx="941400" cy="501480"/>
            <a:chOff x="4883040" y="2397240"/>
            <a:chExt cx="941400" cy="501480"/>
          </a:xfrm>
        </p:grpSpPr>
        <p:sp>
          <p:nvSpPr>
            <p:cNvPr id="6505" name=""/>
            <p:cNvSpPr/>
            <p:nvPr/>
          </p:nvSpPr>
          <p:spPr>
            <a:xfrm>
              <a:off x="4883040" y="2397240"/>
              <a:ext cx="941400" cy="501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06" name=""/>
            <p:cNvSpPr/>
            <p:nvPr/>
          </p:nvSpPr>
          <p:spPr>
            <a:xfrm>
              <a:off x="4922280" y="2418120"/>
              <a:ext cx="862560" cy="4597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6507" name=""/>
          <p:cNvSpPr/>
          <p:nvPr/>
        </p:nvSpPr>
        <p:spPr>
          <a:xfrm>
            <a:off x="6651720" y="1488960"/>
            <a:ext cx="2070000" cy="399600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08" name=""/>
          <p:cNvSpPr/>
          <p:nvPr/>
        </p:nvSpPr>
        <p:spPr>
          <a:xfrm>
            <a:off x="6651720" y="1488960"/>
            <a:ext cx="2070000" cy="57960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09" name=""/>
          <p:cNvSpPr/>
          <p:nvPr/>
        </p:nvSpPr>
        <p:spPr>
          <a:xfrm>
            <a:off x="6734160" y="1595520"/>
            <a:ext cx="1922400" cy="366120"/>
          </a:xfrm>
          <a:prstGeom prst="rect">
            <a:avLst/>
          </a:prstGeom>
          <a:noFill/>
          <a:ln w="0">
            <a:noFill/>
          </a:ln>
          <a:effectLst>
            <a:outerShdw dist="17819" dir="2700000" blurRad="0" rotWithShape="0">
              <a:srgbClr val="000000"/>
            </a:outerShdw>
          </a:effectLst>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r>
              <a:rPr b="1" lang="en-US" sz="1200" spc="-1" strike="noStrike">
                <a:solidFill>
                  <a:srgbClr val="ffffff"/>
                </a:solidFill>
                <a:latin typeface="Arial"/>
                <a:ea typeface="Gulim"/>
              </a:rPr>
              <a:t> </a:t>
            </a:r>
            <a:endParaRPr b="0" lang="en-US" sz="1200" spc="-1" strike="noStrike">
              <a:solidFill>
                <a:srgbClr val="000000"/>
              </a:solidFill>
              <a:latin typeface="Times New Roman"/>
            </a:endParaRPr>
          </a:p>
        </p:txBody>
      </p:sp>
      <p:graphicFrame>
        <p:nvGraphicFramePr>
          <p:cNvPr id="6510" name=""/>
          <p:cNvGraphicFramePr/>
          <p:nvPr/>
        </p:nvGraphicFramePr>
        <p:xfrm>
          <a:off x="6757920" y="2438280"/>
          <a:ext cx="1870200" cy="2413080"/>
        </p:xfrm>
        <a:graphic>
          <a:graphicData uri="http://schemas.openxmlformats.org/presentationml/2006/ole">
            <p:oleObj r:id="rId4" spid="">
              <p:embed/>
            </p:oleObj>
          </a:graphicData>
        </a:graphic>
      </p:graphicFrame>
      <p:sp>
        <p:nvSpPr>
          <p:cNvPr id="6511" name=""/>
          <p:cNvSpPr/>
          <p:nvPr/>
        </p:nvSpPr>
        <p:spPr>
          <a:xfrm rot="16200000">
            <a:off x="677016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6512" name=""/>
          <p:cNvSpPr/>
          <p:nvPr/>
        </p:nvSpPr>
        <p:spPr>
          <a:xfrm rot="16200000">
            <a:off x="721476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6513" name=""/>
          <p:cNvSpPr/>
          <p:nvPr/>
        </p:nvSpPr>
        <p:spPr>
          <a:xfrm rot="16200000">
            <a:off x="7659720" y="5003280"/>
            <a:ext cx="50328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6514" name=""/>
          <p:cNvSpPr/>
          <p:nvPr/>
        </p:nvSpPr>
        <p:spPr>
          <a:xfrm rot="16200000">
            <a:off x="8106840" y="5004000"/>
            <a:ext cx="50472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6515" name=""/>
          <p:cNvSpPr/>
          <p:nvPr/>
        </p:nvSpPr>
        <p:spPr>
          <a:xfrm flipV="1">
            <a:off x="6950160" y="2344680"/>
            <a:ext cx="1390680" cy="1022400"/>
          </a:xfrm>
          <a:prstGeom prst="line">
            <a:avLst/>
          </a:prstGeom>
          <a:ln w="19080">
            <a:solidFill>
              <a:srgbClr val="000000"/>
            </a:solidFill>
            <a:miter/>
            <a:tailEnd len="med" type="triangle" w="me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6516" name=""/>
          <p:cNvGrpSpPr/>
          <p:nvPr/>
        </p:nvGrpSpPr>
        <p:grpSpPr>
          <a:xfrm>
            <a:off x="7054920" y="2397240"/>
            <a:ext cx="941400" cy="501480"/>
            <a:chOff x="7054920" y="2397240"/>
            <a:chExt cx="941400" cy="501480"/>
          </a:xfrm>
        </p:grpSpPr>
        <p:sp>
          <p:nvSpPr>
            <p:cNvPr id="6517" name=""/>
            <p:cNvSpPr/>
            <p:nvPr/>
          </p:nvSpPr>
          <p:spPr>
            <a:xfrm>
              <a:off x="7054920" y="2397240"/>
              <a:ext cx="941400" cy="501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18" name=""/>
            <p:cNvSpPr/>
            <p:nvPr/>
          </p:nvSpPr>
          <p:spPr>
            <a:xfrm>
              <a:off x="7094160" y="2418120"/>
              <a:ext cx="862560" cy="45972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651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6D4AA12B-F6F1-46EB-86C7-111889E62CDD}" type="slidenum">
              <a:t>285</a:t>
            </a:fld>
          </a:p>
        </p:txBody>
      </p:sp>
    </p:spTree>
  </p:cSld>
  <mc:AlternateContent>
    <mc:Choice Requires="p14">
      <p:transition spd="slow" p14:dur="2000"/>
    </mc:Choice>
    <mc:Fallback>
      <p:transition spd="slow"/>
    </mc:Fallback>
  </mc:AlternateContent>
</p:sld>
</file>

<file path=ppt/slides/slide2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2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521"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6522" name=""/>
          <p:cNvSpPr/>
          <p:nvPr/>
        </p:nvSpPr>
        <p:spPr>
          <a:xfrm>
            <a:off x="692280" y="855720"/>
            <a:ext cx="361296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23" name=""/>
          <p:cNvSpPr/>
          <p:nvPr/>
        </p:nvSpPr>
        <p:spPr>
          <a:xfrm>
            <a:off x="692280" y="855720"/>
            <a:ext cx="3612960" cy="4921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24" name=""/>
          <p:cNvSpPr/>
          <p:nvPr/>
        </p:nvSpPr>
        <p:spPr>
          <a:xfrm>
            <a:off x="838080" y="919080"/>
            <a:ext cx="335448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r>
              <a:rPr b="1" lang="en-US" sz="1200" spc="-1" strike="noStrike">
                <a:solidFill>
                  <a:srgbClr val="ffffff"/>
                </a:solidFill>
                <a:latin typeface="Arial"/>
                <a:ea typeface="Gulim"/>
              </a:rPr>
              <a:t> </a:t>
            </a:r>
            <a:endParaRPr b="0" lang="en-US" sz="1200" spc="-1" strike="noStrike">
              <a:solidFill>
                <a:srgbClr val="000000"/>
              </a:solidFill>
              <a:latin typeface="Times New Roman"/>
            </a:endParaRPr>
          </a:p>
        </p:txBody>
      </p:sp>
      <p:graphicFrame>
        <p:nvGraphicFramePr>
          <p:cNvPr id="6525" name=""/>
          <p:cNvGraphicFramePr/>
          <p:nvPr/>
        </p:nvGraphicFramePr>
        <p:xfrm>
          <a:off x="814320" y="1395360"/>
          <a:ext cx="3375000" cy="1515960"/>
        </p:xfrm>
        <a:graphic>
          <a:graphicData uri="http://schemas.openxmlformats.org/presentationml/2006/ole">
            <p:oleObj r:id="rId1" spid="">
              <p:embed/>
            </p:oleObj>
          </a:graphicData>
        </a:graphic>
      </p:graphicFrame>
      <p:sp>
        <p:nvSpPr>
          <p:cNvPr id="6526" name=""/>
          <p:cNvSpPr/>
          <p:nvPr/>
        </p:nvSpPr>
        <p:spPr>
          <a:xfrm>
            <a:off x="887400" y="2903400"/>
            <a:ext cx="345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27" name=""/>
          <p:cNvSpPr/>
          <p:nvPr/>
        </p:nvSpPr>
        <p:spPr>
          <a:xfrm>
            <a:off x="1297080" y="2903400"/>
            <a:ext cx="3474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28" name=""/>
          <p:cNvSpPr/>
          <p:nvPr/>
        </p:nvSpPr>
        <p:spPr>
          <a:xfrm>
            <a:off x="1708200" y="29034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29" name=""/>
          <p:cNvSpPr/>
          <p:nvPr/>
        </p:nvSpPr>
        <p:spPr>
          <a:xfrm>
            <a:off x="2119320" y="2903400"/>
            <a:ext cx="3492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30" name=""/>
          <p:cNvSpPr/>
          <p:nvPr/>
        </p:nvSpPr>
        <p:spPr>
          <a:xfrm>
            <a:off x="2532240" y="2903400"/>
            <a:ext cx="345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31" name=""/>
          <p:cNvSpPr/>
          <p:nvPr/>
        </p:nvSpPr>
        <p:spPr>
          <a:xfrm>
            <a:off x="2941560" y="29034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32" name=""/>
          <p:cNvSpPr/>
          <p:nvPr/>
        </p:nvSpPr>
        <p:spPr>
          <a:xfrm>
            <a:off x="3352680" y="29034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33" name=""/>
          <p:cNvSpPr/>
          <p:nvPr/>
        </p:nvSpPr>
        <p:spPr>
          <a:xfrm>
            <a:off x="3763800" y="2903400"/>
            <a:ext cx="3495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34" name=""/>
          <p:cNvSpPr/>
          <p:nvPr/>
        </p:nvSpPr>
        <p:spPr>
          <a:xfrm>
            <a:off x="4535640" y="855720"/>
            <a:ext cx="361296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35" name=""/>
          <p:cNvSpPr/>
          <p:nvPr/>
        </p:nvSpPr>
        <p:spPr>
          <a:xfrm>
            <a:off x="4535640" y="855720"/>
            <a:ext cx="3612960" cy="4921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36" name=""/>
          <p:cNvSpPr/>
          <p:nvPr/>
        </p:nvSpPr>
        <p:spPr>
          <a:xfrm>
            <a:off x="4681440" y="919080"/>
            <a:ext cx="335448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r>
              <a:rPr b="1" lang="en-US" sz="1200" spc="-1" strike="noStrike">
                <a:solidFill>
                  <a:srgbClr val="ffffff"/>
                </a:solidFill>
                <a:latin typeface="Arial"/>
                <a:ea typeface="Gulim"/>
              </a:rPr>
              <a:t> </a:t>
            </a:r>
            <a:endParaRPr b="0" lang="en-US" sz="1200" spc="-1" strike="noStrike">
              <a:solidFill>
                <a:srgbClr val="000000"/>
              </a:solidFill>
              <a:latin typeface="Times New Roman"/>
            </a:endParaRPr>
          </a:p>
        </p:txBody>
      </p:sp>
      <p:graphicFrame>
        <p:nvGraphicFramePr>
          <p:cNvPr id="6537" name=""/>
          <p:cNvGraphicFramePr/>
          <p:nvPr/>
        </p:nvGraphicFramePr>
        <p:xfrm>
          <a:off x="4657680" y="1395360"/>
          <a:ext cx="3375000" cy="1515960"/>
        </p:xfrm>
        <a:graphic>
          <a:graphicData uri="http://schemas.openxmlformats.org/presentationml/2006/ole">
            <p:oleObj r:id="rId2" spid="">
              <p:embed/>
            </p:oleObj>
          </a:graphicData>
        </a:graphic>
      </p:graphicFrame>
      <p:sp>
        <p:nvSpPr>
          <p:cNvPr id="6538" name=""/>
          <p:cNvSpPr/>
          <p:nvPr/>
        </p:nvSpPr>
        <p:spPr>
          <a:xfrm>
            <a:off x="4727520" y="2903400"/>
            <a:ext cx="3492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39" name=""/>
          <p:cNvSpPr/>
          <p:nvPr/>
        </p:nvSpPr>
        <p:spPr>
          <a:xfrm>
            <a:off x="5140440" y="2903400"/>
            <a:ext cx="3474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40" name=""/>
          <p:cNvSpPr/>
          <p:nvPr/>
        </p:nvSpPr>
        <p:spPr>
          <a:xfrm>
            <a:off x="5551560" y="29034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41" name=""/>
          <p:cNvSpPr/>
          <p:nvPr/>
        </p:nvSpPr>
        <p:spPr>
          <a:xfrm>
            <a:off x="5962680" y="2903400"/>
            <a:ext cx="345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42" name=""/>
          <p:cNvSpPr/>
          <p:nvPr/>
        </p:nvSpPr>
        <p:spPr>
          <a:xfrm>
            <a:off x="6372360" y="2903400"/>
            <a:ext cx="3492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43" name=""/>
          <p:cNvSpPr/>
          <p:nvPr/>
        </p:nvSpPr>
        <p:spPr>
          <a:xfrm>
            <a:off x="6784920" y="29034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44" name=""/>
          <p:cNvSpPr/>
          <p:nvPr/>
        </p:nvSpPr>
        <p:spPr>
          <a:xfrm>
            <a:off x="7196040" y="29034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45" name=""/>
          <p:cNvSpPr/>
          <p:nvPr/>
        </p:nvSpPr>
        <p:spPr>
          <a:xfrm>
            <a:off x="7607160" y="2903400"/>
            <a:ext cx="34632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46" name=""/>
          <p:cNvSpPr/>
          <p:nvPr/>
        </p:nvSpPr>
        <p:spPr>
          <a:xfrm>
            <a:off x="692280" y="3559320"/>
            <a:ext cx="361296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47" name=""/>
          <p:cNvSpPr/>
          <p:nvPr/>
        </p:nvSpPr>
        <p:spPr>
          <a:xfrm>
            <a:off x="692280" y="3559320"/>
            <a:ext cx="3612960" cy="4921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48" name=""/>
          <p:cNvSpPr/>
          <p:nvPr/>
        </p:nvSpPr>
        <p:spPr>
          <a:xfrm>
            <a:off x="838080" y="3622680"/>
            <a:ext cx="335448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r>
              <a:rPr b="1" lang="en-US" sz="1200" spc="-1" strike="noStrike">
                <a:solidFill>
                  <a:srgbClr val="ffffff"/>
                </a:solidFill>
                <a:latin typeface="Arial"/>
                <a:ea typeface="Gulim"/>
              </a:rPr>
              <a:t> </a:t>
            </a:r>
            <a:endParaRPr b="0" lang="en-US" sz="1200" spc="-1" strike="noStrike">
              <a:solidFill>
                <a:srgbClr val="000000"/>
              </a:solidFill>
              <a:latin typeface="Times New Roman"/>
            </a:endParaRPr>
          </a:p>
        </p:txBody>
      </p:sp>
      <p:graphicFrame>
        <p:nvGraphicFramePr>
          <p:cNvPr id="6549" name=""/>
          <p:cNvGraphicFramePr/>
          <p:nvPr/>
        </p:nvGraphicFramePr>
        <p:xfrm>
          <a:off x="812880" y="4098960"/>
          <a:ext cx="3375000" cy="1515960"/>
        </p:xfrm>
        <a:graphic>
          <a:graphicData uri="http://schemas.openxmlformats.org/presentationml/2006/ole">
            <p:oleObj r:id="rId3" spid="">
              <p:embed/>
            </p:oleObj>
          </a:graphicData>
        </a:graphic>
      </p:graphicFrame>
      <p:sp>
        <p:nvSpPr>
          <p:cNvPr id="6550" name=""/>
          <p:cNvSpPr/>
          <p:nvPr/>
        </p:nvSpPr>
        <p:spPr>
          <a:xfrm>
            <a:off x="887400" y="5607000"/>
            <a:ext cx="345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51" name=""/>
          <p:cNvSpPr/>
          <p:nvPr/>
        </p:nvSpPr>
        <p:spPr>
          <a:xfrm>
            <a:off x="1297080" y="5607000"/>
            <a:ext cx="3474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52" name=""/>
          <p:cNvSpPr/>
          <p:nvPr/>
        </p:nvSpPr>
        <p:spPr>
          <a:xfrm>
            <a:off x="1708200" y="56070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53" name=""/>
          <p:cNvSpPr/>
          <p:nvPr/>
        </p:nvSpPr>
        <p:spPr>
          <a:xfrm>
            <a:off x="2119320" y="5607000"/>
            <a:ext cx="3492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54" name=""/>
          <p:cNvSpPr/>
          <p:nvPr/>
        </p:nvSpPr>
        <p:spPr>
          <a:xfrm>
            <a:off x="2532240" y="5607000"/>
            <a:ext cx="345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55" name=""/>
          <p:cNvSpPr/>
          <p:nvPr/>
        </p:nvSpPr>
        <p:spPr>
          <a:xfrm>
            <a:off x="2941560" y="56070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56" name=""/>
          <p:cNvSpPr/>
          <p:nvPr/>
        </p:nvSpPr>
        <p:spPr>
          <a:xfrm>
            <a:off x="3352680" y="56070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57" name=""/>
          <p:cNvSpPr/>
          <p:nvPr/>
        </p:nvSpPr>
        <p:spPr>
          <a:xfrm>
            <a:off x="3763800" y="5607000"/>
            <a:ext cx="3495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58" name=""/>
          <p:cNvSpPr/>
          <p:nvPr/>
        </p:nvSpPr>
        <p:spPr>
          <a:xfrm>
            <a:off x="4535640" y="3559320"/>
            <a:ext cx="361296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59" name=""/>
          <p:cNvSpPr/>
          <p:nvPr/>
        </p:nvSpPr>
        <p:spPr>
          <a:xfrm>
            <a:off x="4535640" y="3559320"/>
            <a:ext cx="3612960" cy="49212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60" name=""/>
          <p:cNvSpPr/>
          <p:nvPr/>
        </p:nvSpPr>
        <p:spPr>
          <a:xfrm>
            <a:off x="4681440" y="3622680"/>
            <a:ext cx="3354480" cy="3661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r>
              <a:rPr b="1" lang="en-US" sz="1200" spc="-1" strike="noStrike">
                <a:solidFill>
                  <a:srgbClr val="ffffff"/>
                </a:solidFill>
                <a:latin typeface="Arial"/>
                <a:ea typeface="Gulim"/>
              </a:rPr>
              <a:t> </a:t>
            </a:r>
            <a:endParaRPr b="0" lang="en-US" sz="1200" spc="-1" strike="noStrike">
              <a:solidFill>
                <a:srgbClr val="000000"/>
              </a:solidFill>
              <a:latin typeface="Times New Roman"/>
            </a:endParaRPr>
          </a:p>
        </p:txBody>
      </p:sp>
      <p:graphicFrame>
        <p:nvGraphicFramePr>
          <p:cNvPr id="6561" name=""/>
          <p:cNvGraphicFramePr/>
          <p:nvPr/>
        </p:nvGraphicFramePr>
        <p:xfrm>
          <a:off x="4657680" y="4098960"/>
          <a:ext cx="3375000" cy="1515960"/>
        </p:xfrm>
        <a:graphic>
          <a:graphicData uri="http://schemas.openxmlformats.org/presentationml/2006/ole">
            <p:oleObj r:id="rId4" spid="">
              <p:embed/>
            </p:oleObj>
          </a:graphicData>
        </a:graphic>
      </p:graphicFrame>
      <p:sp>
        <p:nvSpPr>
          <p:cNvPr id="6562" name=""/>
          <p:cNvSpPr/>
          <p:nvPr/>
        </p:nvSpPr>
        <p:spPr>
          <a:xfrm>
            <a:off x="4727520" y="5607000"/>
            <a:ext cx="3492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63" name=""/>
          <p:cNvSpPr/>
          <p:nvPr/>
        </p:nvSpPr>
        <p:spPr>
          <a:xfrm>
            <a:off x="5140440" y="5607000"/>
            <a:ext cx="3474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64" name=""/>
          <p:cNvSpPr/>
          <p:nvPr/>
        </p:nvSpPr>
        <p:spPr>
          <a:xfrm>
            <a:off x="5551560" y="56070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65" name=""/>
          <p:cNvSpPr/>
          <p:nvPr/>
        </p:nvSpPr>
        <p:spPr>
          <a:xfrm>
            <a:off x="5962680" y="5607000"/>
            <a:ext cx="345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66" name=""/>
          <p:cNvSpPr/>
          <p:nvPr/>
        </p:nvSpPr>
        <p:spPr>
          <a:xfrm>
            <a:off x="6372360" y="5607000"/>
            <a:ext cx="34920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67" name=""/>
          <p:cNvSpPr/>
          <p:nvPr/>
        </p:nvSpPr>
        <p:spPr>
          <a:xfrm>
            <a:off x="6784920" y="56070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68" name=""/>
          <p:cNvSpPr/>
          <p:nvPr/>
        </p:nvSpPr>
        <p:spPr>
          <a:xfrm>
            <a:off x="7196040" y="5607000"/>
            <a:ext cx="3477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69" name=""/>
          <p:cNvSpPr/>
          <p:nvPr/>
        </p:nvSpPr>
        <p:spPr>
          <a:xfrm>
            <a:off x="7607160" y="5607000"/>
            <a:ext cx="34632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Text</a:t>
            </a:r>
            <a:endParaRPr b="0" lang="en-US" sz="1200" spc="-1" strike="noStrike">
              <a:solidFill>
                <a:srgbClr val="000000"/>
              </a:solidFill>
              <a:latin typeface="Times New Roman"/>
            </a:endParaRPr>
          </a:p>
        </p:txBody>
      </p:sp>
      <p:sp>
        <p:nvSpPr>
          <p:cNvPr id="657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E21E4D77-DEB8-4C10-82B9-09FDF5A2ED42}" type="slidenum">
              <a:t>286</a:t>
            </a:fld>
          </a:p>
        </p:txBody>
      </p:sp>
    </p:spTree>
  </p:cSld>
  <mc:AlternateContent>
    <mc:Choice Requires="p14">
      <p:transition spd="slow" p14:dur="2000"/>
    </mc:Choice>
    <mc:Fallback>
      <p:transition spd="slow"/>
    </mc:Fallback>
  </mc:AlternateContent>
</p:sld>
</file>

<file path=ppt/slides/slide2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571"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6572"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6573"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6574" name=""/>
          <p:cNvSpPr/>
          <p:nvPr/>
        </p:nvSpPr>
        <p:spPr>
          <a:xfrm>
            <a:off x="4727520" y="630360"/>
            <a:ext cx="350208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75" name=""/>
          <p:cNvSpPr/>
          <p:nvPr/>
        </p:nvSpPr>
        <p:spPr>
          <a:xfrm>
            <a:off x="4795920" y="683640"/>
            <a:ext cx="33544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sp>
        <p:nvSpPr>
          <p:cNvPr id="6576" name=""/>
          <p:cNvSpPr/>
          <p:nvPr/>
        </p:nvSpPr>
        <p:spPr>
          <a:xfrm>
            <a:off x="601560" y="2325600"/>
            <a:ext cx="3500640" cy="23576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cxnSp>
        <p:nvCxnSpPr>
          <p:cNvPr id="6577" name=""/>
          <p:cNvCxnSpPr>
            <a:stCxn id="6576" idx="3"/>
            <a:endCxn id="6574" idx="1"/>
          </p:cNvCxnSpPr>
          <p:nvPr/>
        </p:nvCxnSpPr>
        <p:spPr>
          <a:xfrm flipV="1">
            <a:off x="4101840" y="1316880"/>
            <a:ext cx="626040" cy="2188440"/>
          </a:xfrm>
          <a:prstGeom prst="bentConnector3">
            <a:avLst>
              <a:gd name="adj1" fmla="val 50000"/>
            </a:avLst>
          </a:prstGeom>
          <a:ln w="19080">
            <a:solidFill>
              <a:srgbClr val="000000"/>
            </a:solidFill>
            <a:miter/>
          </a:ln>
        </p:spPr>
      </p:cxnSp>
      <p:cxnSp>
        <p:nvCxnSpPr>
          <p:cNvPr id="6578" name=""/>
          <p:cNvCxnSpPr>
            <a:stCxn id="6576" idx="3"/>
            <a:endCxn id="6579" idx="1"/>
          </p:cNvCxnSpPr>
          <p:nvPr/>
        </p:nvCxnSpPr>
        <p:spPr>
          <a:xfrm flipV="1">
            <a:off x="4101840" y="2769840"/>
            <a:ext cx="626040" cy="735840"/>
          </a:xfrm>
          <a:prstGeom prst="bentConnector3">
            <a:avLst>
              <a:gd name="adj1" fmla="val 50000"/>
            </a:avLst>
          </a:prstGeom>
          <a:ln w="19080">
            <a:solidFill>
              <a:srgbClr val="000000"/>
            </a:solidFill>
            <a:miter/>
          </a:ln>
        </p:spPr>
      </p:cxnSp>
      <p:cxnSp>
        <p:nvCxnSpPr>
          <p:cNvPr id="6580" name=""/>
          <p:cNvCxnSpPr>
            <a:stCxn id="6576" idx="3"/>
            <a:endCxn id="6581" idx="1"/>
          </p:cNvCxnSpPr>
          <p:nvPr/>
        </p:nvCxnSpPr>
        <p:spPr>
          <a:xfrm>
            <a:off x="4101840" y="3504960"/>
            <a:ext cx="626040" cy="717840"/>
          </a:xfrm>
          <a:prstGeom prst="bentConnector3">
            <a:avLst>
              <a:gd name="adj1" fmla="val 50000"/>
            </a:avLst>
          </a:prstGeom>
          <a:ln w="19080">
            <a:solidFill>
              <a:srgbClr val="000000"/>
            </a:solidFill>
            <a:miter/>
          </a:ln>
        </p:spPr>
      </p:cxnSp>
      <p:sp>
        <p:nvSpPr>
          <p:cNvPr id="6579" name=""/>
          <p:cNvSpPr/>
          <p:nvPr/>
        </p:nvSpPr>
        <p:spPr>
          <a:xfrm>
            <a:off x="4727520" y="2082960"/>
            <a:ext cx="350208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82" name=""/>
          <p:cNvSpPr/>
          <p:nvPr/>
        </p:nvSpPr>
        <p:spPr>
          <a:xfrm>
            <a:off x="4795920" y="2136240"/>
            <a:ext cx="33544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sp>
        <p:nvSpPr>
          <p:cNvPr id="6581" name=""/>
          <p:cNvSpPr/>
          <p:nvPr/>
        </p:nvSpPr>
        <p:spPr>
          <a:xfrm>
            <a:off x="4727520" y="3535200"/>
            <a:ext cx="3502080" cy="1373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83" name=""/>
          <p:cNvSpPr/>
          <p:nvPr/>
        </p:nvSpPr>
        <p:spPr>
          <a:xfrm>
            <a:off x="4795920" y="3588840"/>
            <a:ext cx="33544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sp>
        <p:nvSpPr>
          <p:cNvPr id="6584" name=""/>
          <p:cNvSpPr/>
          <p:nvPr/>
        </p:nvSpPr>
        <p:spPr>
          <a:xfrm>
            <a:off x="4727520" y="4987800"/>
            <a:ext cx="3502080" cy="1373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585" name=""/>
          <p:cNvSpPr/>
          <p:nvPr/>
        </p:nvSpPr>
        <p:spPr>
          <a:xfrm>
            <a:off x="4795920" y="5041440"/>
            <a:ext cx="33544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cxnSp>
        <p:nvCxnSpPr>
          <p:cNvPr id="6586" name=""/>
          <p:cNvCxnSpPr>
            <a:stCxn id="6576" idx="3"/>
            <a:endCxn id="6584" idx="1"/>
          </p:cNvCxnSpPr>
          <p:nvPr/>
        </p:nvCxnSpPr>
        <p:spPr>
          <a:xfrm>
            <a:off x="4101840" y="3505320"/>
            <a:ext cx="626040" cy="2170800"/>
          </a:xfrm>
          <a:prstGeom prst="bentConnector3">
            <a:avLst>
              <a:gd name="adj1" fmla="val 50000"/>
            </a:avLst>
          </a:prstGeom>
          <a:ln w="19080">
            <a:solidFill>
              <a:srgbClr val="000000"/>
            </a:solidFill>
            <a:miter/>
          </a:ln>
        </p:spPr>
      </p:cxnSp>
      <p:grpSp>
        <p:nvGrpSpPr>
          <p:cNvPr id="6587" name=""/>
          <p:cNvGrpSpPr/>
          <p:nvPr/>
        </p:nvGrpSpPr>
        <p:grpSpPr>
          <a:xfrm>
            <a:off x="4829040" y="793800"/>
            <a:ext cx="3370320" cy="1095840"/>
            <a:chOff x="4829040" y="793800"/>
            <a:chExt cx="3370320" cy="1095840"/>
          </a:xfrm>
        </p:grpSpPr>
        <p:graphicFrame>
          <p:nvGraphicFramePr>
            <p:cNvPr id="6588" name=""/>
            <p:cNvGraphicFramePr/>
            <p:nvPr/>
          </p:nvGraphicFramePr>
          <p:xfrm>
            <a:off x="4829040" y="793800"/>
            <a:ext cx="3370320" cy="985680"/>
          </p:xfrm>
          <a:graphic>
            <a:graphicData uri="http://schemas.openxmlformats.org/presentationml/2006/ole">
              <p:oleObj r:id="rId1" spid="">
                <p:embed/>
              </p:oleObj>
            </a:graphicData>
          </a:graphic>
        </p:graphicFrame>
        <p:sp>
          <p:nvSpPr>
            <p:cNvPr id="6589" name=""/>
            <p:cNvSpPr/>
            <p:nvPr/>
          </p:nvSpPr>
          <p:spPr>
            <a:xfrm>
              <a:off x="4898880" y="1736640"/>
              <a:ext cx="3495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590" name=""/>
            <p:cNvSpPr/>
            <p:nvPr/>
          </p:nvSpPr>
          <p:spPr>
            <a:xfrm>
              <a:off x="5311800" y="17366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591" name=""/>
            <p:cNvSpPr/>
            <p:nvPr/>
          </p:nvSpPr>
          <p:spPr>
            <a:xfrm>
              <a:off x="5722920" y="17366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592" name=""/>
            <p:cNvSpPr/>
            <p:nvPr/>
          </p:nvSpPr>
          <p:spPr>
            <a:xfrm>
              <a:off x="6134040" y="17366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593" name=""/>
            <p:cNvSpPr/>
            <p:nvPr/>
          </p:nvSpPr>
          <p:spPr>
            <a:xfrm>
              <a:off x="6543720" y="17366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594" name=""/>
            <p:cNvSpPr/>
            <p:nvPr/>
          </p:nvSpPr>
          <p:spPr>
            <a:xfrm>
              <a:off x="6956280" y="17366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595" name=""/>
            <p:cNvSpPr/>
            <p:nvPr/>
          </p:nvSpPr>
          <p:spPr>
            <a:xfrm>
              <a:off x="7367760" y="173664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596" name=""/>
            <p:cNvSpPr/>
            <p:nvPr/>
          </p:nvSpPr>
          <p:spPr>
            <a:xfrm>
              <a:off x="7778880" y="17366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grpSp>
        <p:nvGrpSpPr>
          <p:cNvPr id="6597" name=""/>
          <p:cNvGrpSpPr/>
          <p:nvPr/>
        </p:nvGrpSpPr>
        <p:grpSpPr>
          <a:xfrm>
            <a:off x="4829040" y="2244600"/>
            <a:ext cx="3370320" cy="1095840"/>
            <a:chOff x="4829040" y="2244600"/>
            <a:chExt cx="3370320" cy="1095840"/>
          </a:xfrm>
        </p:grpSpPr>
        <p:graphicFrame>
          <p:nvGraphicFramePr>
            <p:cNvPr id="6598" name=""/>
            <p:cNvGraphicFramePr/>
            <p:nvPr/>
          </p:nvGraphicFramePr>
          <p:xfrm>
            <a:off x="4829040" y="2244600"/>
            <a:ext cx="3370320" cy="985680"/>
          </p:xfrm>
          <a:graphic>
            <a:graphicData uri="http://schemas.openxmlformats.org/presentationml/2006/ole">
              <p:oleObj r:id="rId2" spid="">
                <p:embed/>
              </p:oleObj>
            </a:graphicData>
          </a:graphic>
        </p:graphicFrame>
        <p:sp>
          <p:nvSpPr>
            <p:cNvPr id="6599" name=""/>
            <p:cNvSpPr/>
            <p:nvPr/>
          </p:nvSpPr>
          <p:spPr>
            <a:xfrm>
              <a:off x="4898880" y="3187440"/>
              <a:ext cx="3495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00" name=""/>
            <p:cNvSpPr/>
            <p:nvPr/>
          </p:nvSpPr>
          <p:spPr>
            <a:xfrm>
              <a:off x="5311800" y="31874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01" name=""/>
            <p:cNvSpPr/>
            <p:nvPr/>
          </p:nvSpPr>
          <p:spPr>
            <a:xfrm>
              <a:off x="5722920" y="31874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02" name=""/>
            <p:cNvSpPr/>
            <p:nvPr/>
          </p:nvSpPr>
          <p:spPr>
            <a:xfrm>
              <a:off x="6134040" y="31874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03" name=""/>
            <p:cNvSpPr/>
            <p:nvPr/>
          </p:nvSpPr>
          <p:spPr>
            <a:xfrm>
              <a:off x="6543720" y="31874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04" name=""/>
            <p:cNvSpPr/>
            <p:nvPr/>
          </p:nvSpPr>
          <p:spPr>
            <a:xfrm>
              <a:off x="6956280" y="31874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05" name=""/>
            <p:cNvSpPr/>
            <p:nvPr/>
          </p:nvSpPr>
          <p:spPr>
            <a:xfrm>
              <a:off x="7367760" y="318744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06" name=""/>
            <p:cNvSpPr/>
            <p:nvPr/>
          </p:nvSpPr>
          <p:spPr>
            <a:xfrm>
              <a:off x="7778880" y="31874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grpSp>
        <p:nvGrpSpPr>
          <p:cNvPr id="6607" name=""/>
          <p:cNvGrpSpPr/>
          <p:nvPr/>
        </p:nvGrpSpPr>
        <p:grpSpPr>
          <a:xfrm>
            <a:off x="4829040" y="3697200"/>
            <a:ext cx="3370320" cy="1095840"/>
            <a:chOff x="4829040" y="3697200"/>
            <a:chExt cx="3370320" cy="1095840"/>
          </a:xfrm>
        </p:grpSpPr>
        <p:graphicFrame>
          <p:nvGraphicFramePr>
            <p:cNvPr id="6608" name=""/>
            <p:cNvGraphicFramePr/>
            <p:nvPr/>
          </p:nvGraphicFramePr>
          <p:xfrm>
            <a:off x="4829040" y="3697200"/>
            <a:ext cx="3370320" cy="985680"/>
          </p:xfrm>
          <a:graphic>
            <a:graphicData uri="http://schemas.openxmlformats.org/presentationml/2006/ole">
              <p:oleObj r:id="rId3" spid="">
                <p:embed/>
              </p:oleObj>
            </a:graphicData>
          </a:graphic>
        </p:graphicFrame>
        <p:sp>
          <p:nvSpPr>
            <p:cNvPr id="6609" name=""/>
            <p:cNvSpPr/>
            <p:nvPr/>
          </p:nvSpPr>
          <p:spPr>
            <a:xfrm>
              <a:off x="4898880" y="4640040"/>
              <a:ext cx="3495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10" name=""/>
            <p:cNvSpPr/>
            <p:nvPr/>
          </p:nvSpPr>
          <p:spPr>
            <a:xfrm>
              <a:off x="5311800" y="46400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11" name=""/>
            <p:cNvSpPr/>
            <p:nvPr/>
          </p:nvSpPr>
          <p:spPr>
            <a:xfrm>
              <a:off x="5722920" y="46400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12" name=""/>
            <p:cNvSpPr/>
            <p:nvPr/>
          </p:nvSpPr>
          <p:spPr>
            <a:xfrm>
              <a:off x="6134040" y="46400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13" name=""/>
            <p:cNvSpPr/>
            <p:nvPr/>
          </p:nvSpPr>
          <p:spPr>
            <a:xfrm>
              <a:off x="6543720" y="46400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14" name=""/>
            <p:cNvSpPr/>
            <p:nvPr/>
          </p:nvSpPr>
          <p:spPr>
            <a:xfrm>
              <a:off x="6956280" y="46400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15" name=""/>
            <p:cNvSpPr/>
            <p:nvPr/>
          </p:nvSpPr>
          <p:spPr>
            <a:xfrm>
              <a:off x="7367760" y="464004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16" name=""/>
            <p:cNvSpPr/>
            <p:nvPr/>
          </p:nvSpPr>
          <p:spPr>
            <a:xfrm>
              <a:off x="7778880" y="46400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grpSp>
        <p:nvGrpSpPr>
          <p:cNvPr id="6617" name=""/>
          <p:cNvGrpSpPr/>
          <p:nvPr/>
        </p:nvGrpSpPr>
        <p:grpSpPr>
          <a:xfrm>
            <a:off x="4829040" y="5149800"/>
            <a:ext cx="3370320" cy="1095840"/>
            <a:chOff x="4829040" y="5149800"/>
            <a:chExt cx="3370320" cy="1095840"/>
          </a:xfrm>
        </p:grpSpPr>
        <p:graphicFrame>
          <p:nvGraphicFramePr>
            <p:cNvPr id="6618" name=""/>
            <p:cNvGraphicFramePr/>
            <p:nvPr/>
          </p:nvGraphicFramePr>
          <p:xfrm>
            <a:off x="4829040" y="5149800"/>
            <a:ext cx="3370320" cy="985680"/>
          </p:xfrm>
          <a:graphic>
            <a:graphicData uri="http://schemas.openxmlformats.org/presentationml/2006/ole">
              <p:oleObj r:id="rId4" spid="">
                <p:embed/>
              </p:oleObj>
            </a:graphicData>
          </a:graphic>
        </p:graphicFrame>
        <p:sp>
          <p:nvSpPr>
            <p:cNvPr id="6619" name=""/>
            <p:cNvSpPr/>
            <p:nvPr/>
          </p:nvSpPr>
          <p:spPr>
            <a:xfrm>
              <a:off x="4898880" y="6092640"/>
              <a:ext cx="3495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20" name=""/>
            <p:cNvSpPr/>
            <p:nvPr/>
          </p:nvSpPr>
          <p:spPr>
            <a:xfrm>
              <a:off x="5311800" y="60926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21" name=""/>
            <p:cNvSpPr/>
            <p:nvPr/>
          </p:nvSpPr>
          <p:spPr>
            <a:xfrm>
              <a:off x="5722920" y="60926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22" name=""/>
            <p:cNvSpPr/>
            <p:nvPr/>
          </p:nvSpPr>
          <p:spPr>
            <a:xfrm>
              <a:off x="6134040" y="60926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23" name=""/>
            <p:cNvSpPr/>
            <p:nvPr/>
          </p:nvSpPr>
          <p:spPr>
            <a:xfrm>
              <a:off x="6543720" y="60926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24" name=""/>
            <p:cNvSpPr/>
            <p:nvPr/>
          </p:nvSpPr>
          <p:spPr>
            <a:xfrm>
              <a:off x="6956280" y="60926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25" name=""/>
            <p:cNvSpPr/>
            <p:nvPr/>
          </p:nvSpPr>
          <p:spPr>
            <a:xfrm>
              <a:off x="7367760" y="609264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26" name=""/>
            <p:cNvSpPr/>
            <p:nvPr/>
          </p:nvSpPr>
          <p:spPr>
            <a:xfrm>
              <a:off x="7778880" y="60926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graphicFrame>
        <p:nvGraphicFramePr>
          <p:cNvPr id="6627" name=""/>
          <p:cNvGraphicFramePr/>
          <p:nvPr/>
        </p:nvGraphicFramePr>
        <p:xfrm>
          <a:off x="654120" y="2658960"/>
          <a:ext cx="3371760" cy="1673280"/>
        </p:xfrm>
        <a:graphic>
          <a:graphicData uri="http://schemas.openxmlformats.org/presentationml/2006/ole">
            <p:oleObj r:id="rId5" spid="">
              <p:embed/>
            </p:oleObj>
          </a:graphicData>
        </a:graphic>
      </p:graphicFrame>
      <p:sp>
        <p:nvSpPr>
          <p:cNvPr id="6628" name=""/>
          <p:cNvSpPr/>
          <p:nvPr/>
        </p:nvSpPr>
        <p:spPr>
          <a:xfrm>
            <a:off x="720720" y="430056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29" name=""/>
          <p:cNvSpPr/>
          <p:nvPr/>
        </p:nvSpPr>
        <p:spPr>
          <a:xfrm>
            <a:off x="1133640" y="430056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30" name=""/>
          <p:cNvSpPr/>
          <p:nvPr/>
        </p:nvSpPr>
        <p:spPr>
          <a:xfrm>
            <a:off x="1544760" y="430056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31" name=""/>
          <p:cNvSpPr/>
          <p:nvPr/>
        </p:nvSpPr>
        <p:spPr>
          <a:xfrm>
            <a:off x="1955880" y="430056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32" name=""/>
          <p:cNvSpPr/>
          <p:nvPr/>
        </p:nvSpPr>
        <p:spPr>
          <a:xfrm>
            <a:off x="2365200" y="4300560"/>
            <a:ext cx="3495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33" name=""/>
          <p:cNvSpPr/>
          <p:nvPr/>
        </p:nvSpPr>
        <p:spPr>
          <a:xfrm>
            <a:off x="2778120" y="430056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34" name=""/>
          <p:cNvSpPr/>
          <p:nvPr/>
        </p:nvSpPr>
        <p:spPr>
          <a:xfrm>
            <a:off x="3189240" y="430056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35" name=""/>
          <p:cNvSpPr/>
          <p:nvPr/>
        </p:nvSpPr>
        <p:spPr>
          <a:xfrm>
            <a:off x="3600360" y="4300560"/>
            <a:ext cx="346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36" name=""/>
          <p:cNvSpPr/>
          <p:nvPr/>
        </p:nvSpPr>
        <p:spPr>
          <a:xfrm>
            <a:off x="692280" y="2421720"/>
            <a:ext cx="3305160" cy="3056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sp>
        <p:nvSpPr>
          <p:cNvPr id="3" name="PlaceHolder 2"/>
          <p:cNvSpPr>
            <a:spLocks noGrp="1"/>
          </p:cNvSpPr>
          <p:nvPr>
            <p:ph type="sldNum" idx="2"/>
          </p:nvPr>
        </p:nvSpPr>
        <p:spPr/>
        <p:txBody>
          <a:bodyPr/>
          <a:p>
            <a:fld id="{276F9874-33DF-4E34-8A03-D6E697E87BBC}" type="slidenum">
              <a:t>287</a:t>
            </a:fld>
          </a:p>
        </p:txBody>
      </p:sp>
    </p:spTree>
  </p:cSld>
  <mc:AlternateContent>
    <mc:Choice Requires="p14">
      <p:transition spd="slow" p14:dur="2000"/>
    </mc:Choice>
    <mc:Fallback>
      <p:transition spd="slow"/>
    </mc:Fallback>
  </mc:AlternateContent>
</p:sld>
</file>

<file path=ppt/slides/slide2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37"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663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6639"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cxnSp>
        <p:nvCxnSpPr>
          <p:cNvPr id="6640" name=""/>
          <p:cNvCxnSpPr>
            <a:stCxn id="6641" idx="3"/>
            <a:endCxn id="6642" idx="1"/>
          </p:cNvCxnSpPr>
          <p:nvPr/>
        </p:nvCxnSpPr>
        <p:spPr>
          <a:xfrm flipV="1">
            <a:off x="5795640" y="1013760"/>
            <a:ext cx="299160" cy="975240"/>
          </a:xfrm>
          <a:prstGeom prst="bentConnector3">
            <a:avLst>
              <a:gd name="adj1" fmla="val 50000"/>
            </a:avLst>
          </a:prstGeom>
          <a:ln w="19080">
            <a:solidFill>
              <a:srgbClr val="000000"/>
            </a:solidFill>
            <a:miter/>
          </a:ln>
        </p:spPr>
      </p:cxnSp>
      <p:cxnSp>
        <p:nvCxnSpPr>
          <p:cNvPr id="6643" name=""/>
          <p:cNvCxnSpPr>
            <a:stCxn id="6641" idx="3"/>
            <a:endCxn id="6644" idx="1"/>
          </p:cNvCxnSpPr>
          <p:nvPr/>
        </p:nvCxnSpPr>
        <p:spPr>
          <a:xfrm>
            <a:off x="5795640" y="1988640"/>
            <a:ext cx="299160" cy="2520"/>
          </a:xfrm>
          <a:prstGeom prst="bentConnector3">
            <a:avLst>
              <a:gd name="adj1" fmla="val 50000"/>
            </a:avLst>
          </a:prstGeom>
          <a:ln w="19080">
            <a:solidFill>
              <a:srgbClr val="000000"/>
            </a:solidFill>
            <a:miter/>
          </a:ln>
        </p:spPr>
      </p:cxnSp>
      <p:cxnSp>
        <p:nvCxnSpPr>
          <p:cNvPr id="6645" name=""/>
          <p:cNvCxnSpPr>
            <a:stCxn id="6641" idx="3"/>
            <a:endCxn id="6646" idx="1"/>
          </p:cNvCxnSpPr>
          <p:nvPr/>
        </p:nvCxnSpPr>
        <p:spPr>
          <a:xfrm>
            <a:off x="5795640" y="1988640"/>
            <a:ext cx="299160" cy="978840"/>
          </a:xfrm>
          <a:prstGeom prst="bentConnector3">
            <a:avLst>
              <a:gd name="adj1" fmla="val 50000"/>
            </a:avLst>
          </a:prstGeom>
          <a:ln w="19080">
            <a:solidFill>
              <a:srgbClr val="000000"/>
            </a:solidFill>
            <a:miter/>
          </a:ln>
        </p:spPr>
      </p:cxnSp>
      <p:grpSp>
        <p:nvGrpSpPr>
          <p:cNvPr id="6647" name=""/>
          <p:cNvGrpSpPr/>
          <p:nvPr/>
        </p:nvGrpSpPr>
        <p:grpSpPr>
          <a:xfrm>
            <a:off x="6094440" y="507960"/>
            <a:ext cx="2636640" cy="973080"/>
            <a:chOff x="6094440" y="507960"/>
            <a:chExt cx="2636640" cy="973080"/>
          </a:xfrm>
        </p:grpSpPr>
        <p:sp>
          <p:nvSpPr>
            <p:cNvPr id="6642" name=""/>
            <p:cNvSpPr/>
            <p:nvPr/>
          </p:nvSpPr>
          <p:spPr>
            <a:xfrm>
              <a:off x="6094440" y="547920"/>
              <a:ext cx="2636640" cy="933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648" name=""/>
            <p:cNvSpPr/>
            <p:nvPr/>
          </p:nvSpPr>
          <p:spPr>
            <a:xfrm>
              <a:off x="6145200" y="586800"/>
              <a:ext cx="252252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6649" name=""/>
            <p:cNvGraphicFramePr/>
            <p:nvPr/>
          </p:nvGraphicFramePr>
          <p:xfrm>
            <a:off x="6134040" y="507960"/>
            <a:ext cx="2543040" cy="914400"/>
          </p:xfrm>
          <a:graphic>
            <a:graphicData uri="http://schemas.openxmlformats.org/presentationml/2006/ole">
              <p:oleObj r:id="rId1" spid="">
                <p:embed/>
              </p:oleObj>
            </a:graphicData>
          </a:graphic>
        </p:graphicFrame>
        <p:sp>
          <p:nvSpPr>
            <p:cNvPr id="6650" name=""/>
            <p:cNvSpPr/>
            <p:nvPr/>
          </p:nvSpPr>
          <p:spPr>
            <a:xfrm>
              <a:off x="6216480" y="125892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51" name=""/>
            <p:cNvSpPr/>
            <p:nvPr/>
          </p:nvSpPr>
          <p:spPr>
            <a:xfrm>
              <a:off x="6624720" y="125892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52" name=""/>
            <p:cNvSpPr/>
            <p:nvPr/>
          </p:nvSpPr>
          <p:spPr>
            <a:xfrm>
              <a:off x="7030800" y="125892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53" name=""/>
            <p:cNvSpPr/>
            <p:nvPr/>
          </p:nvSpPr>
          <p:spPr>
            <a:xfrm>
              <a:off x="7437240" y="1258920"/>
              <a:ext cx="346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54" name=""/>
            <p:cNvSpPr/>
            <p:nvPr/>
          </p:nvSpPr>
          <p:spPr>
            <a:xfrm>
              <a:off x="7842240" y="125892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55" name=""/>
            <p:cNvSpPr/>
            <p:nvPr/>
          </p:nvSpPr>
          <p:spPr>
            <a:xfrm>
              <a:off x="8250120" y="125892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grpSp>
        <p:nvGrpSpPr>
          <p:cNvPr id="6656" name=""/>
          <p:cNvGrpSpPr/>
          <p:nvPr/>
        </p:nvGrpSpPr>
        <p:grpSpPr>
          <a:xfrm>
            <a:off x="6094440" y="1484280"/>
            <a:ext cx="2636640" cy="973080"/>
            <a:chOff x="6094440" y="1484280"/>
            <a:chExt cx="2636640" cy="973080"/>
          </a:xfrm>
        </p:grpSpPr>
        <p:sp>
          <p:nvSpPr>
            <p:cNvPr id="6644" name=""/>
            <p:cNvSpPr/>
            <p:nvPr/>
          </p:nvSpPr>
          <p:spPr>
            <a:xfrm>
              <a:off x="6094440" y="1524240"/>
              <a:ext cx="2636640" cy="933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657" name=""/>
            <p:cNvSpPr/>
            <p:nvPr/>
          </p:nvSpPr>
          <p:spPr>
            <a:xfrm>
              <a:off x="6145200" y="1563120"/>
              <a:ext cx="252252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6658" name=""/>
            <p:cNvGraphicFramePr/>
            <p:nvPr/>
          </p:nvGraphicFramePr>
          <p:xfrm>
            <a:off x="6134040" y="1484280"/>
            <a:ext cx="2543040" cy="914400"/>
          </p:xfrm>
          <a:graphic>
            <a:graphicData uri="http://schemas.openxmlformats.org/presentationml/2006/ole">
              <p:oleObj r:id="rId2" spid="">
                <p:embed/>
              </p:oleObj>
            </a:graphicData>
          </a:graphic>
        </p:graphicFrame>
        <p:sp>
          <p:nvSpPr>
            <p:cNvPr id="6659" name=""/>
            <p:cNvSpPr/>
            <p:nvPr/>
          </p:nvSpPr>
          <p:spPr>
            <a:xfrm>
              <a:off x="6216480" y="22352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60" name=""/>
            <p:cNvSpPr/>
            <p:nvPr/>
          </p:nvSpPr>
          <p:spPr>
            <a:xfrm>
              <a:off x="6624720" y="223524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61" name=""/>
            <p:cNvSpPr/>
            <p:nvPr/>
          </p:nvSpPr>
          <p:spPr>
            <a:xfrm>
              <a:off x="7030800" y="22352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62" name=""/>
            <p:cNvSpPr/>
            <p:nvPr/>
          </p:nvSpPr>
          <p:spPr>
            <a:xfrm>
              <a:off x="7437240" y="2235240"/>
              <a:ext cx="346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63" name=""/>
            <p:cNvSpPr/>
            <p:nvPr/>
          </p:nvSpPr>
          <p:spPr>
            <a:xfrm>
              <a:off x="7842240" y="22352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64" name=""/>
            <p:cNvSpPr/>
            <p:nvPr/>
          </p:nvSpPr>
          <p:spPr>
            <a:xfrm>
              <a:off x="8250120" y="22352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grpSp>
        <p:nvGrpSpPr>
          <p:cNvPr id="6665" name=""/>
          <p:cNvGrpSpPr/>
          <p:nvPr/>
        </p:nvGrpSpPr>
        <p:grpSpPr>
          <a:xfrm>
            <a:off x="6094440" y="2460600"/>
            <a:ext cx="2636640" cy="973080"/>
            <a:chOff x="6094440" y="2460600"/>
            <a:chExt cx="2636640" cy="973080"/>
          </a:xfrm>
        </p:grpSpPr>
        <p:sp>
          <p:nvSpPr>
            <p:cNvPr id="6646" name=""/>
            <p:cNvSpPr/>
            <p:nvPr/>
          </p:nvSpPr>
          <p:spPr>
            <a:xfrm>
              <a:off x="6094440" y="2500560"/>
              <a:ext cx="2636640" cy="933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666" name=""/>
            <p:cNvSpPr/>
            <p:nvPr/>
          </p:nvSpPr>
          <p:spPr>
            <a:xfrm>
              <a:off x="6145200" y="2539440"/>
              <a:ext cx="252252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6667" name=""/>
            <p:cNvGraphicFramePr/>
            <p:nvPr/>
          </p:nvGraphicFramePr>
          <p:xfrm>
            <a:off x="6134040" y="2460600"/>
            <a:ext cx="2543040" cy="914400"/>
          </p:xfrm>
          <a:graphic>
            <a:graphicData uri="http://schemas.openxmlformats.org/presentationml/2006/ole">
              <p:oleObj r:id="rId3" spid="">
                <p:embed/>
              </p:oleObj>
            </a:graphicData>
          </a:graphic>
        </p:graphicFrame>
        <p:sp>
          <p:nvSpPr>
            <p:cNvPr id="6668" name=""/>
            <p:cNvSpPr/>
            <p:nvPr/>
          </p:nvSpPr>
          <p:spPr>
            <a:xfrm>
              <a:off x="6216480" y="321156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69" name=""/>
            <p:cNvSpPr/>
            <p:nvPr/>
          </p:nvSpPr>
          <p:spPr>
            <a:xfrm>
              <a:off x="6624720" y="321156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70" name=""/>
            <p:cNvSpPr/>
            <p:nvPr/>
          </p:nvSpPr>
          <p:spPr>
            <a:xfrm>
              <a:off x="7030800" y="321156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71" name=""/>
            <p:cNvSpPr/>
            <p:nvPr/>
          </p:nvSpPr>
          <p:spPr>
            <a:xfrm>
              <a:off x="7437240" y="3211560"/>
              <a:ext cx="346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72" name=""/>
            <p:cNvSpPr/>
            <p:nvPr/>
          </p:nvSpPr>
          <p:spPr>
            <a:xfrm>
              <a:off x="7842240" y="321156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73" name=""/>
            <p:cNvSpPr/>
            <p:nvPr/>
          </p:nvSpPr>
          <p:spPr>
            <a:xfrm>
              <a:off x="8250120" y="321156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sp>
        <p:nvSpPr>
          <p:cNvPr id="6641" name=""/>
          <p:cNvSpPr/>
          <p:nvPr/>
        </p:nvSpPr>
        <p:spPr>
          <a:xfrm>
            <a:off x="3159000" y="1247760"/>
            <a:ext cx="2637000" cy="1481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674" name=""/>
          <p:cNvSpPr/>
          <p:nvPr/>
        </p:nvSpPr>
        <p:spPr>
          <a:xfrm>
            <a:off x="3209760" y="1287000"/>
            <a:ext cx="25228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6675" name=""/>
          <p:cNvGraphicFramePr/>
          <p:nvPr/>
        </p:nvGraphicFramePr>
        <p:xfrm>
          <a:off x="3195720" y="1278000"/>
          <a:ext cx="2543040" cy="1314360"/>
        </p:xfrm>
        <a:graphic>
          <a:graphicData uri="http://schemas.openxmlformats.org/presentationml/2006/ole">
            <p:oleObj r:id="rId4" spid="">
              <p:embed/>
            </p:oleObj>
          </a:graphicData>
        </a:graphic>
      </p:graphicFrame>
      <p:sp>
        <p:nvSpPr>
          <p:cNvPr id="6676" name=""/>
          <p:cNvSpPr/>
          <p:nvPr/>
        </p:nvSpPr>
        <p:spPr>
          <a:xfrm>
            <a:off x="3281400" y="24512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77" name=""/>
          <p:cNvSpPr/>
          <p:nvPr/>
        </p:nvSpPr>
        <p:spPr>
          <a:xfrm>
            <a:off x="3689280" y="24512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78" name=""/>
          <p:cNvSpPr/>
          <p:nvPr/>
        </p:nvSpPr>
        <p:spPr>
          <a:xfrm>
            <a:off x="4095720" y="24512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79" name=""/>
          <p:cNvSpPr/>
          <p:nvPr/>
        </p:nvSpPr>
        <p:spPr>
          <a:xfrm>
            <a:off x="4502160" y="24512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80" name=""/>
          <p:cNvSpPr/>
          <p:nvPr/>
        </p:nvSpPr>
        <p:spPr>
          <a:xfrm>
            <a:off x="4906800" y="2451240"/>
            <a:ext cx="3495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81" name=""/>
          <p:cNvSpPr/>
          <p:nvPr/>
        </p:nvSpPr>
        <p:spPr>
          <a:xfrm>
            <a:off x="5315040" y="245124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82" name=""/>
          <p:cNvSpPr/>
          <p:nvPr/>
        </p:nvSpPr>
        <p:spPr>
          <a:xfrm>
            <a:off x="128520" y="2325600"/>
            <a:ext cx="2637000" cy="22971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683" name=""/>
          <p:cNvSpPr/>
          <p:nvPr/>
        </p:nvSpPr>
        <p:spPr>
          <a:xfrm>
            <a:off x="179280" y="2364840"/>
            <a:ext cx="252252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6684" name=""/>
          <p:cNvGraphicFramePr/>
          <p:nvPr/>
        </p:nvGraphicFramePr>
        <p:xfrm>
          <a:off x="169920" y="2440080"/>
          <a:ext cx="2541600" cy="1993680"/>
        </p:xfrm>
        <a:graphic>
          <a:graphicData uri="http://schemas.openxmlformats.org/presentationml/2006/ole">
            <p:oleObj r:id="rId5" spid="">
              <p:embed/>
            </p:oleObj>
          </a:graphicData>
        </a:graphic>
      </p:graphicFrame>
      <p:sp>
        <p:nvSpPr>
          <p:cNvPr id="6685" name=""/>
          <p:cNvSpPr/>
          <p:nvPr/>
        </p:nvSpPr>
        <p:spPr>
          <a:xfrm>
            <a:off x="250920" y="425916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86" name=""/>
          <p:cNvSpPr/>
          <p:nvPr/>
        </p:nvSpPr>
        <p:spPr>
          <a:xfrm>
            <a:off x="658800" y="425916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87" name=""/>
          <p:cNvSpPr/>
          <p:nvPr/>
        </p:nvSpPr>
        <p:spPr>
          <a:xfrm>
            <a:off x="1065240" y="425916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88" name=""/>
          <p:cNvSpPr/>
          <p:nvPr/>
        </p:nvSpPr>
        <p:spPr>
          <a:xfrm>
            <a:off x="1471680" y="425916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89" name=""/>
          <p:cNvSpPr/>
          <p:nvPr/>
        </p:nvSpPr>
        <p:spPr>
          <a:xfrm>
            <a:off x="1876320" y="425916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690" name=""/>
          <p:cNvSpPr/>
          <p:nvPr/>
        </p:nvSpPr>
        <p:spPr>
          <a:xfrm>
            <a:off x="2284560" y="425916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cxnSp>
        <p:nvCxnSpPr>
          <p:cNvPr id="6691" name=""/>
          <p:cNvCxnSpPr>
            <a:stCxn id="6692" idx="3"/>
            <a:endCxn id="6693" idx="1"/>
          </p:cNvCxnSpPr>
          <p:nvPr/>
        </p:nvCxnSpPr>
        <p:spPr>
          <a:xfrm flipV="1">
            <a:off x="5795640" y="3985560"/>
            <a:ext cx="299160" cy="975240"/>
          </a:xfrm>
          <a:prstGeom prst="bentConnector3">
            <a:avLst>
              <a:gd name="adj1" fmla="val 50000"/>
            </a:avLst>
          </a:prstGeom>
          <a:ln w="19080">
            <a:solidFill>
              <a:srgbClr val="000000"/>
            </a:solidFill>
            <a:miter/>
          </a:ln>
        </p:spPr>
      </p:cxnSp>
      <p:cxnSp>
        <p:nvCxnSpPr>
          <p:cNvPr id="6694" name=""/>
          <p:cNvCxnSpPr>
            <a:stCxn id="6692" idx="3"/>
            <a:endCxn id="6695" idx="1"/>
          </p:cNvCxnSpPr>
          <p:nvPr/>
        </p:nvCxnSpPr>
        <p:spPr>
          <a:xfrm>
            <a:off x="5795640" y="4960440"/>
            <a:ext cx="299160" cy="2520"/>
          </a:xfrm>
          <a:prstGeom prst="bentConnector3">
            <a:avLst>
              <a:gd name="adj1" fmla="val 50000"/>
            </a:avLst>
          </a:prstGeom>
          <a:ln w="19080">
            <a:solidFill>
              <a:srgbClr val="000000"/>
            </a:solidFill>
            <a:miter/>
          </a:ln>
        </p:spPr>
      </p:cxnSp>
      <p:cxnSp>
        <p:nvCxnSpPr>
          <p:cNvPr id="6696" name=""/>
          <p:cNvCxnSpPr>
            <a:stCxn id="6692" idx="3"/>
            <a:endCxn id="6697" idx="1"/>
          </p:cNvCxnSpPr>
          <p:nvPr/>
        </p:nvCxnSpPr>
        <p:spPr>
          <a:xfrm>
            <a:off x="5795640" y="4960440"/>
            <a:ext cx="299160" cy="978840"/>
          </a:xfrm>
          <a:prstGeom prst="bentConnector3">
            <a:avLst>
              <a:gd name="adj1" fmla="val 50000"/>
            </a:avLst>
          </a:prstGeom>
          <a:ln w="19080">
            <a:solidFill>
              <a:srgbClr val="000000"/>
            </a:solidFill>
            <a:miter/>
          </a:ln>
        </p:spPr>
      </p:cxnSp>
      <p:grpSp>
        <p:nvGrpSpPr>
          <p:cNvPr id="6698" name=""/>
          <p:cNvGrpSpPr/>
          <p:nvPr/>
        </p:nvGrpSpPr>
        <p:grpSpPr>
          <a:xfrm>
            <a:off x="6094440" y="3479760"/>
            <a:ext cx="2636640" cy="973080"/>
            <a:chOff x="6094440" y="3479760"/>
            <a:chExt cx="2636640" cy="973080"/>
          </a:xfrm>
        </p:grpSpPr>
        <p:sp>
          <p:nvSpPr>
            <p:cNvPr id="6693" name=""/>
            <p:cNvSpPr/>
            <p:nvPr/>
          </p:nvSpPr>
          <p:spPr>
            <a:xfrm>
              <a:off x="6094440" y="3519720"/>
              <a:ext cx="2636640" cy="933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699" name=""/>
            <p:cNvSpPr/>
            <p:nvPr/>
          </p:nvSpPr>
          <p:spPr>
            <a:xfrm>
              <a:off x="6145200" y="3558600"/>
              <a:ext cx="252252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6700" name=""/>
            <p:cNvGraphicFramePr/>
            <p:nvPr/>
          </p:nvGraphicFramePr>
          <p:xfrm>
            <a:off x="6134040" y="3479760"/>
            <a:ext cx="2543040" cy="914400"/>
          </p:xfrm>
          <a:graphic>
            <a:graphicData uri="http://schemas.openxmlformats.org/presentationml/2006/ole">
              <p:oleObj r:id="rId6" spid="">
                <p:embed/>
              </p:oleObj>
            </a:graphicData>
          </a:graphic>
        </p:graphicFrame>
        <p:sp>
          <p:nvSpPr>
            <p:cNvPr id="6701" name=""/>
            <p:cNvSpPr/>
            <p:nvPr/>
          </p:nvSpPr>
          <p:spPr>
            <a:xfrm>
              <a:off x="6216480" y="423072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02" name=""/>
            <p:cNvSpPr/>
            <p:nvPr/>
          </p:nvSpPr>
          <p:spPr>
            <a:xfrm>
              <a:off x="6624720" y="423072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03" name=""/>
            <p:cNvSpPr/>
            <p:nvPr/>
          </p:nvSpPr>
          <p:spPr>
            <a:xfrm>
              <a:off x="7030800" y="423072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04" name=""/>
            <p:cNvSpPr/>
            <p:nvPr/>
          </p:nvSpPr>
          <p:spPr>
            <a:xfrm>
              <a:off x="7437240" y="4230720"/>
              <a:ext cx="346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05" name=""/>
            <p:cNvSpPr/>
            <p:nvPr/>
          </p:nvSpPr>
          <p:spPr>
            <a:xfrm>
              <a:off x="7842240" y="423072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06" name=""/>
            <p:cNvSpPr/>
            <p:nvPr/>
          </p:nvSpPr>
          <p:spPr>
            <a:xfrm>
              <a:off x="8250120" y="423072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grpSp>
        <p:nvGrpSpPr>
          <p:cNvPr id="6707" name=""/>
          <p:cNvGrpSpPr/>
          <p:nvPr/>
        </p:nvGrpSpPr>
        <p:grpSpPr>
          <a:xfrm>
            <a:off x="6094440" y="4456080"/>
            <a:ext cx="2636640" cy="973080"/>
            <a:chOff x="6094440" y="4456080"/>
            <a:chExt cx="2636640" cy="973080"/>
          </a:xfrm>
        </p:grpSpPr>
        <p:sp>
          <p:nvSpPr>
            <p:cNvPr id="6695" name=""/>
            <p:cNvSpPr/>
            <p:nvPr/>
          </p:nvSpPr>
          <p:spPr>
            <a:xfrm>
              <a:off x="6094440" y="4496040"/>
              <a:ext cx="2636640" cy="933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08" name=""/>
            <p:cNvSpPr/>
            <p:nvPr/>
          </p:nvSpPr>
          <p:spPr>
            <a:xfrm>
              <a:off x="6145200" y="4534920"/>
              <a:ext cx="252252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6709" name=""/>
            <p:cNvGraphicFramePr/>
            <p:nvPr/>
          </p:nvGraphicFramePr>
          <p:xfrm>
            <a:off x="6134040" y="4456080"/>
            <a:ext cx="2543040" cy="914400"/>
          </p:xfrm>
          <a:graphic>
            <a:graphicData uri="http://schemas.openxmlformats.org/presentationml/2006/ole">
              <p:oleObj r:id="rId7" spid="">
                <p:embed/>
              </p:oleObj>
            </a:graphicData>
          </a:graphic>
        </p:graphicFrame>
        <p:sp>
          <p:nvSpPr>
            <p:cNvPr id="6710" name=""/>
            <p:cNvSpPr/>
            <p:nvPr/>
          </p:nvSpPr>
          <p:spPr>
            <a:xfrm>
              <a:off x="6216480" y="52070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11" name=""/>
            <p:cNvSpPr/>
            <p:nvPr/>
          </p:nvSpPr>
          <p:spPr>
            <a:xfrm>
              <a:off x="6624720" y="520704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12" name=""/>
            <p:cNvSpPr/>
            <p:nvPr/>
          </p:nvSpPr>
          <p:spPr>
            <a:xfrm>
              <a:off x="7030800" y="52070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13" name=""/>
            <p:cNvSpPr/>
            <p:nvPr/>
          </p:nvSpPr>
          <p:spPr>
            <a:xfrm>
              <a:off x="7437240" y="5207040"/>
              <a:ext cx="346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14" name=""/>
            <p:cNvSpPr/>
            <p:nvPr/>
          </p:nvSpPr>
          <p:spPr>
            <a:xfrm>
              <a:off x="7842240" y="52070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15" name=""/>
            <p:cNvSpPr/>
            <p:nvPr/>
          </p:nvSpPr>
          <p:spPr>
            <a:xfrm>
              <a:off x="8250120" y="52070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grpSp>
        <p:nvGrpSpPr>
          <p:cNvPr id="6716" name=""/>
          <p:cNvGrpSpPr/>
          <p:nvPr/>
        </p:nvGrpSpPr>
        <p:grpSpPr>
          <a:xfrm>
            <a:off x="6094440" y="5432400"/>
            <a:ext cx="2636640" cy="973080"/>
            <a:chOff x="6094440" y="5432400"/>
            <a:chExt cx="2636640" cy="973080"/>
          </a:xfrm>
        </p:grpSpPr>
        <p:sp>
          <p:nvSpPr>
            <p:cNvPr id="6697" name=""/>
            <p:cNvSpPr/>
            <p:nvPr/>
          </p:nvSpPr>
          <p:spPr>
            <a:xfrm>
              <a:off x="6094440" y="5472360"/>
              <a:ext cx="2636640" cy="9331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17" name=""/>
            <p:cNvSpPr/>
            <p:nvPr/>
          </p:nvSpPr>
          <p:spPr>
            <a:xfrm>
              <a:off x="6145200" y="5511240"/>
              <a:ext cx="252252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6718" name=""/>
            <p:cNvGraphicFramePr/>
            <p:nvPr/>
          </p:nvGraphicFramePr>
          <p:xfrm>
            <a:off x="6134040" y="5432400"/>
            <a:ext cx="2543040" cy="914400"/>
          </p:xfrm>
          <a:graphic>
            <a:graphicData uri="http://schemas.openxmlformats.org/presentationml/2006/ole">
              <p:oleObj r:id="rId8" spid="">
                <p:embed/>
              </p:oleObj>
            </a:graphicData>
          </a:graphic>
        </p:graphicFrame>
        <p:sp>
          <p:nvSpPr>
            <p:cNvPr id="6719" name=""/>
            <p:cNvSpPr/>
            <p:nvPr/>
          </p:nvSpPr>
          <p:spPr>
            <a:xfrm>
              <a:off x="6216480" y="618336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20" name=""/>
            <p:cNvSpPr/>
            <p:nvPr/>
          </p:nvSpPr>
          <p:spPr>
            <a:xfrm>
              <a:off x="6624720" y="618336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21" name=""/>
            <p:cNvSpPr/>
            <p:nvPr/>
          </p:nvSpPr>
          <p:spPr>
            <a:xfrm>
              <a:off x="7030800" y="618336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22" name=""/>
            <p:cNvSpPr/>
            <p:nvPr/>
          </p:nvSpPr>
          <p:spPr>
            <a:xfrm>
              <a:off x="7437240" y="6183360"/>
              <a:ext cx="346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23" name=""/>
            <p:cNvSpPr/>
            <p:nvPr/>
          </p:nvSpPr>
          <p:spPr>
            <a:xfrm>
              <a:off x="7842240" y="618336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24" name=""/>
            <p:cNvSpPr/>
            <p:nvPr/>
          </p:nvSpPr>
          <p:spPr>
            <a:xfrm>
              <a:off x="8250120" y="618336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sp>
        <p:nvSpPr>
          <p:cNvPr id="6692" name=""/>
          <p:cNvSpPr/>
          <p:nvPr/>
        </p:nvSpPr>
        <p:spPr>
          <a:xfrm>
            <a:off x="3159000" y="4219560"/>
            <a:ext cx="2637000" cy="1481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25" name=""/>
          <p:cNvSpPr/>
          <p:nvPr/>
        </p:nvSpPr>
        <p:spPr>
          <a:xfrm>
            <a:off x="3209760" y="4258800"/>
            <a:ext cx="25228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6726" name=""/>
          <p:cNvGraphicFramePr/>
          <p:nvPr/>
        </p:nvGraphicFramePr>
        <p:xfrm>
          <a:off x="3195720" y="4249800"/>
          <a:ext cx="2543040" cy="1314360"/>
        </p:xfrm>
        <a:graphic>
          <a:graphicData uri="http://schemas.openxmlformats.org/presentationml/2006/ole">
            <p:oleObj r:id="rId9" spid="">
              <p:embed/>
            </p:oleObj>
          </a:graphicData>
        </a:graphic>
      </p:graphicFrame>
      <p:sp>
        <p:nvSpPr>
          <p:cNvPr id="6727" name=""/>
          <p:cNvSpPr/>
          <p:nvPr/>
        </p:nvSpPr>
        <p:spPr>
          <a:xfrm>
            <a:off x="3281400" y="5423040"/>
            <a:ext cx="3492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28" name=""/>
          <p:cNvSpPr/>
          <p:nvPr/>
        </p:nvSpPr>
        <p:spPr>
          <a:xfrm>
            <a:off x="3689280" y="54230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29" name=""/>
          <p:cNvSpPr/>
          <p:nvPr/>
        </p:nvSpPr>
        <p:spPr>
          <a:xfrm>
            <a:off x="4095720" y="5423040"/>
            <a:ext cx="3477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30" name=""/>
          <p:cNvSpPr/>
          <p:nvPr/>
        </p:nvSpPr>
        <p:spPr>
          <a:xfrm>
            <a:off x="4502160" y="5423040"/>
            <a:ext cx="3459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31" name=""/>
          <p:cNvSpPr/>
          <p:nvPr/>
        </p:nvSpPr>
        <p:spPr>
          <a:xfrm>
            <a:off x="4906800" y="5423040"/>
            <a:ext cx="3495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732" name=""/>
          <p:cNvSpPr/>
          <p:nvPr/>
        </p:nvSpPr>
        <p:spPr>
          <a:xfrm>
            <a:off x="5315040" y="5423040"/>
            <a:ext cx="3474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cxnSp>
        <p:nvCxnSpPr>
          <p:cNvPr id="6733" name=""/>
          <p:cNvCxnSpPr>
            <a:stCxn id="6682" idx="3"/>
            <a:endCxn id="6641" idx="1"/>
          </p:cNvCxnSpPr>
          <p:nvPr/>
        </p:nvCxnSpPr>
        <p:spPr>
          <a:xfrm flipV="1">
            <a:off x="2765160" y="1988640"/>
            <a:ext cx="394200" cy="1486800"/>
          </a:xfrm>
          <a:prstGeom prst="bentConnector3">
            <a:avLst>
              <a:gd name="adj1" fmla="val 50000"/>
            </a:avLst>
          </a:prstGeom>
          <a:ln w="19080">
            <a:solidFill>
              <a:srgbClr val="000000"/>
            </a:solidFill>
            <a:miter/>
          </a:ln>
        </p:spPr>
      </p:cxnSp>
      <p:cxnSp>
        <p:nvCxnSpPr>
          <p:cNvPr id="6734" name=""/>
          <p:cNvCxnSpPr>
            <a:stCxn id="6682" idx="3"/>
            <a:endCxn id="6692" idx="1"/>
          </p:cNvCxnSpPr>
          <p:nvPr/>
        </p:nvCxnSpPr>
        <p:spPr>
          <a:xfrm>
            <a:off x="2765160" y="3474720"/>
            <a:ext cx="394200" cy="1486440"/>
          </a:xfrm>
          <a:prstGeom prst="bentConnector3">
            <a:avLst>
              <a:gd name="adj1" fmla="val 50000"/>
            </a:avLst>
          </a:prstGeom>
          <a:ln w="19080">
            <a:solidFill>
              <a:srgbClr val="000000"/>
            </a:solidFill>
            <a:miter/>
          </a:ln>
        </p:spPr>
      </p:cxnSp>
      <p:sp>
        <p:nvSpPr>
          <p:cNvPr id="3" name="PlaceHolder 2"/>
          <p:cNvSpPr>
            <a:spLocks noGrp="1"/>
          </p:cNvSpPr>
          <p:nvPr>
            <p:ph type="sldNum" idx="2"/>
          </p:nvPr>
        </p:nvSpPr>
        <p:spPr/>
        <p:txBody>
          <a:bodyPr/>
          <a:p>
            <a:fld id="{34D8D4B1-DCB2-46C6-BD43-B287E9069BC2}" type="slidenum">
              <a:t>288</a:t>
            </a:fld>
          </a:p>
        </p:txBody>
      </p:sp>
    </p:spTree>
  </p:cSld>
  <mc:AlternateContent>
    <mc:Choice Requires="p14">
      <p:transition spd="slow" p14:dur="2000"/>
    </mc:Choice>
    <mc:Fallback>
      <p:transition spd="slow"/>
    </mc:Fallback>
  </mc:AlternateContent>
</p:sld>
</file>

<file path=ppt/slides/slide2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735" name=""/>
          <p:cNvSpPr/>
          <p:nvPr/>
        </p:nvSpPr>
        <p:spPr>
          <a:xfrm>
            <a:off x="169920" y="435600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36" name=""/>
          <p:cNvSpPr/>
          <p:nvPr/>
        </p:nvSpPr>
        <p:spPr>
          <a:xfrm>
            <a:off x="5500800" y="350532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37" name=""/>
          <p:cNvSpPr/>
          <p:nvPr/>
        </p:nvSpPr>
        <p:spPr>
          <a:xfrm>
            <a:off x="7264440" y="252900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38" name=""/>
          <p:cNvSpPr/>
          <p:nvPr/>
        </p:nvSpPr>
        <p:spPr>
          <a:xfrm>
            <a:off x="3736800" y="4457880"/>
            <a:ext cx="1462320" cy="8982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39" name=""/>
          <p:cNvSpPr/>
          <p:nvPr/>
        </p:nvSpPr>
        <p:spPr>
          <a:xfrm>
            <a:off x="5500800" y="4457880"/>
            <a:ext cx="1461960" cy="8982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0" name=""/>
          <p:cNvSpPr/>
          <p:nvPr/>
        </p:nvSpPr>
        <p:spPr>
          <a:xfrm>
            <a:off x="7264440" y="3481560"/>
            <a:ext cx="1461960" cy="8982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1" name=""/>
          <p:cNvSpPr/>
          <p:nvPr/>
        </p:nvSpPr>
        <p:spPr>
          <a:xfrm>
            <a:off x="5500800" y="541008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2" name=""/>
          <p:cNvSpPr/>
          <p:nvPr/>
        </p:nvSpPr>
        <p:spPr>
          <a:xfrm>
            <a:off x="7264440" y="443376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3" name=""/>
          <p:cNvSpPr/>
          <p:nvPr/>
        </p:nvSpPr>
        <p:spPr>
          <a:xfrm>
            <a:off x="5500800" y="64764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4" name=""/>
          <p:cNvSpPr/>
          <p:nvPr/>
        </p:nvSpPr>
        <p:spPr>
          <a:xfrm>
            <a:off x="1973160" y="2790720"/>
            <a:ext cx="146232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5" name=""/>
          <p:cNvSpPr/>
          <p:nvPr/>
        </p:nvSpPr>
        <p:spPr>
          <a:xfrm>
            <a:off x="3736800" y="1600200"/>
            <a:ext cx="146232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6" name=""/>
          <p:cNvSpPr/>
          <p:nvPr/>
        </p:nvSpPr>
        <p:spPr>
          <a:xfrm>
            <a:off x="5500800" y="160020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7" name=""/>
          <p:cNvSpPr/>
          <p:nvPr/>
        </p:nvSpPr>
        <p:spPr>
          <a:xfrm>
            <a:off x="169920" y="340344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8" name=""/>
          <p:cNvSpPr/>
          <p:nvPr/>
        </p:nvSpPr>
        <p:spPr>
          <a:xfrm>
            <a:off x="1973160" y="4005360"/>
            <a:ext cx="146232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49" name=""/>
          <p:cNvSpPr/>
          <p:nvPr/>
        </p:nvSpPr>
        <p:spPr>
          <a:xfrm>
            <a:off x="5500800" y="255276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50" name=""/>
          <p:cNvSpPr/>
          <p:nvPr/>
        </p:nvSpPr>
        <p:spPr>
          <a:xfrm>
            <a:off x="7264440" y="1576440"/>
            <a:ext cx="1461960" cy="898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751" name=""/>
          <p:cNvSpPr/>
          <p:nvPr/>
        </p:nvSpPr>
        <p:spPr>
          <a:xfrm>
            <a:off x="7265880" y="5372280"/>
            <a:ext cx="1462320" cy="8982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aphicFrame>
        <p:nvGraphicFramePr>
          <p:cNvPr id="6752" name=""/>
          <p:cNvGraphicFramePr/>
          <p:nvPr/>
        </p:nvGraphicFramePr>
        <p:xfrm>
          <a:off x="-101520" y="3944880"/>
          <a:ext cx="1824120" cy="1392120"/>
        </p:xfrm>
        <a:graphic>
          <a:graphicData uri="http://schemas.openxmlformats.org/presentationml/2006/ole">
            <p:oleObj r:id="rId1" spid="">
              <p:embed/>
            </p:oleObj>
          </a:graphicData>
        </a:graphic>
      </p:graphicFrame>
      <p:graphicFrame>
        <p:nvGraphicFramePr>
          <p:cNvPr id="6753" name=""/>
          <p:cNvGraphicFramePr/>
          <p:nvPr/>
        </p:nvGraphicFramePr>
        <p:xfrm>
          <a:off x="5229360" y="3133800"/>
          <a:ext cx="1823760" cy="1392120"/>
        </p:xfrm>
        <a:graphic>
          <a:graphicData uri="http://schemas.openxmlformats.org/presentationml/2006/ole">
            <p:oleObj r:id="rId2" spid="">
              <p:embed/>
            </p:oleObj>
          </a:graphicData>
        </a:graphic>
      </p:graphicFrame>
      <p:graphicFrame>
        <p:nvGraphicFramePr>
          <p:cNvPr id="6754" name=""/>
          <p:cNvGraphicFramePr/>
          <p:nvPr/>
        </p:nvGraphicFramePr>
        <p:xfrm>
          <a:off x="6993000" y="2141640"/>
          <a:ext cx="1824120" cy="1392120"/>
        </p:xfrm>
        <a:graphic>
          <a:graphicData uri="http://schemas.openxmlformats.org/presentationml/2006/ole">
            <p:oleObj r:id="rId3" spid="">
              <p:embed/>
            </p:oleObj>
          </a:graphicData>
        </a:graphic>
      </p:graphicFrame>
      <p:graphicFrame>
        <p:nvGraphicFramePr>
          <p:cNvPr id="6755" name=""/>
          <p:cNvGraphicFramePr/>
          <p:nvPr/>
        </p:nvGraphicFramePr>
        <p:xfrm>
          <a:off x="3465360" y="4070520"/>
          <a:ext cx="1824120" cy="1392120"/>
        </p:xfrm>
        <a:graphic>
          <a:graphicData uri="http://schemas.openxmlformats.org/presentationml/2006/ole">
            <p:oleObj r:id="rId4" spid="">
              <p:embed/>
            </p:oleObj>
          </a:graphicData>
        </a:graphic>
      </p:graphicFrame>
      <p:graphicFrame>
        <p:nvGraphicFramePr>
          <p:cNvPr id="6756" name=""/>
          <p:cNvGraphicFramePr/>
          <p:nvPr/>
        </p:nvGraphicFramePr>
        <p:xfrm>
          <a:off x="5229360" y="4070520"/>
          <a:ext cx="1823760" cy="1392120"/>
        </p:xfrm>
        <a:graphic>
          <a:graphicData uri="http://schemas.openxmlformats.org/presentationml/2006/ole">
            <p:oleObj r:id="rId5" spid="">
              <p:embed/>
            </p:oleObj>
          </a:graphicData>
        </a:graphic>
      </p:graphicFrame>
      <p:graphicFrame>
        <p:nvGraphicFramePr>
          <p:cNvPr id="6757" name=""/>
          <p:cNvGraphicFramePr/>
          <p:nvPr/>
        </p:nvGraphicFramePr>
        <p:xfrm>
          <a:off x="6993000" y="3110040"/>
          <a:ext cx="1824120" cy="1392120"/>
        </p:xfrm>
        <a:graphic>
          <a:graphicData uri="http://schemas.openxmlformats.org/presentationml/2006/ole">
            <p:oleObj r:id="rId6" spid="">
              <p:embed/>
            </p:oleObj>
          </a:graphicData>
        </a:graphic>
      </p:graphicFrame>
      <p:graphicFrame>
        <p:nvGraphicFramePr>
          <p:cNvPr id="6758" name=""/>
          <p:cNvGraphicFramePr/>
          <p:nvPr/>
        </p:nvGraphicFramePr>
        <p:xfrm>
          <a:off x="5245200" y="5046840"/>
          <a:ext cx="1823760" cy="1392120"/>
        </p:xfrm>
        <a:graphic>
          <a:graphicData uri="http://schemas.openxmlformats.org/presentationml/2006/ole">
            <p:oleObj r:id="rId7" spid="">
              <p:embed/>
            </p:oleObj>
          </a:graphicData>
        </a:graphic>
      </p:graphicFrame>
      <p:graphicFrame>
        <p:nvGraphicFramePr>
          <p:cNvPr id="6759" name=""/>
          <p:cNvGraphicFramePr/>
          <p:nvPr/>
        </p:nvGraphicFramePr>
        <p:xfrm>
          <a:off x="6993000" y="3990960"/>
          <a:ext cx="1824120" cy="1392120"/>
        </p:xfrm>
        <a:graphic>
          <a:graphicData uri="http://schemas.openxmlformats.org/presentationml/2006/ole">
            <p:oleObj r:id="rId8" spid="">
              <p:embed/>
            </p:oleObj>
          </a:graphicData>
        </a:graphic>
      </p:graphicFrame>
      <p:graphicFrame>
        <p:nvGraphicFramePr>
          <p:cNvPr id="6760" name=""/>
          <p:cNvGraphicFramePr/>
          <p:nvPr/>
        </p:nvGraphicFramePr>
        <p:xfrm>
          <a:off x="5229360" y="282600"/>
          <a:ext cx="1823760" cy="1392120"/>
        </p:xfrm>
        <a:graphic>
          <a:graphicData uri="http://schemas.openxmlformats.org/presentationml/2006/ole">
            <p:oleObj r:id="rId9" spid="">
              <p:embed/>
            </p:oleObj>
          </a:graphicData>
        </a:graphic>
      </p:graphicFrame>
      <p:graphicFrame>
        <p:nvGraphicFramePr>
          <p:cNvPr id="6761" name=""/>
          <p:cNvGraphicFramePr/>
          <p:nvPr/>
        </p:nvGraphicFramePr>
        <p:xfrm>
          <a:off x="1701720" y="2379600"/>
          <a:ext cx="1824120" cy="1392480"/>
        </p:xfrm>
        <a:graphic>
          <a:graphicData uri="http://schemas.openxmlformats.org/presentationml/2006/ole">
            <p:oleObj r:id="rId10" spid="">
              <p:embed/>
            </p:oleObj>
          </a:graphicData>
        </a:graphic>
      </p:graphicFrame>
      <p:graphicFrame>
        <p:nvGraphicFramePr>
          <p:cNvPr id="6762" name=""/>
          <p:cNvGraphicFramePr/>
          <p:nvPr/>
        </p:nvGraphicFramePr>
        <p:xfrm>
          <a:off x="3465360" y="1220760"/>
          <a:ext cx="1824120" cy="1392120"/>
        </p:xfrm>
        <a:graphic>
          <a:graphicData uri="http://schemas.openxmlformats.org/presentationml/2006/ole">
            <p:oleObj r:id="rId11" spid="">
              <p:embed/>
            </p:oleObj>
          </a:graphicData>
        </a:graphic>
      </p:graphicFrame>
      <p:graphicFrame>
        <p:nvGraphicFramePr>
          <p:cNvPr id="6763" name=""/>
          <p:cNvGraphicFramePr/>
          <p:nvPr/>
        </p:nvGraphicFramePr>
        <p:xfrm>
          <a:off x="5229360" y="1220760"/>
          <a:ext cx="1823760" cy="1392120"/>
        </p:xfrm>
        <a:graphic>
          <a:graphicData uri="http://schemas.openxmlformats.org/presentationml/2006/ole">
            <p:oleObj r:id="rId12" spid="">
              <p:embed/>
            </p:oleObj>
          </a:graphicData>
        </a:graphic>
      </p:graphicFrame>
      <p:graphicFrame>
        <p:nvGraphicFramePr>
          <p:cNvPr id="6764" name=""/>
          <p:cNvGraphicFramePr/>
          <p:nvPr/>
        </p:nvGraphicFramePr>
        <p:xfrm>
          <a:off x="-101520" y="2992320"/>
          <a:ext cx="1824120" cy="1392480"/>
        </p:xfrm>
        <a:graphic>
          <a:graphicData uri="http://schemas.openxmlformats.org/presentationml/2006/ole">
            <p:oleObj r:id="rId13" spid="">
              <p:embed/>
            </p:oleObj>
          </a:graphicData>
        </a:graphic>
      </p:graphicFrame>
      <p:graphicFrame>
        <p:nvGraphicFramePr>
          <p:cNvPr id="6765" name=""/>
          <p:cNvGraphicFramePr/>
          <p:nvPr/>
        </p:nvGraphicFramePr>
        <p:xfrm>
          <a:off x="1701720" y="3594240"/>
          <a:ext cx="1824120" cy="1392120"/>
        </p:xfrm>
        <a:graphic>
          <a:graphicData uri="http://schemas.openxmlformats.org/presentationml/2006/ole">
            <p:oleObj r:id="rId14" spid="">
              <p:embed/>
            </p:oleObj>
          </a:graphicData>
        </a:graphic>
      </p:graphicFrame>
      <p:graphicFrame>
        <p:nvGraphicFramePr>
          <p:cNvPr id="6766" name=""/>
          <p:cNvGraphicFramePr/>
          <p:nvPr/>
        </p:nvGraphicFramePr>
        <p:xfrm>
          <a:off x="5229360" y="2165400"/>
          <a:ext cx="1823760" cy="1392120"/>
        </p:xfrm>
        <a:graphic>
          <a:graphicData uri="http://schemas.openxmlformats.org/presentationml/2006/ole">
            <p:oleObj r:id="rId15" spid="">
              <p:embed/>
            </p:oleObj>
          </a:graphicData>
        </a:graphic>
      </p:graphicFrame>
      <p:graphicFrame>
        <p:nvGraphicFramePr>
          <p:cNvPr id="6767" name=""/>
          <p:cNvGraphicFramePr/>
          <p:nvPr/>
        </p:nvGraphicFramePr>
        <p:xfrm>
          <a:off x="6993000" y="1197000"/>
          <a:ext cx="1824120" cy="1392120"/>
        </p:xfrm>
        <a:graphic>
          <a:graphicData uri="http://schemas.openxmlformats.org/presentationml/2006/ole">
            <p:oleObj r:id="rId16" spid="">
              <p:embed/>
            </p:oleObj>
          </a:graphicData>
        </a:graphic>
      </p:graphicFrame>
      <p:graphicFrame>
        <p:nvGraphicFramePr>
          <p:cNvPr id="6768" name=""/>
          <p:cNvGraphicFramePr/>
          <p:nvPr/>
        </p:nvGraphicFramePr>
        <p:xfrm>
          <a:off x="6994440" y="5046840"/>
          <a:ext cx="1824120" cy="1392120"/>
        </p:xfrm>
        <a:graphic>
          <a:graphicData uri="http://schemas.openxmlformats.org/presentationml/2006/ole">
            <p:oleObj r:id="rId17" spid="">
              <p:embed/>
            </p:oleObj>
          </a:graphicData>
        </a:graphic>
      </p:graphicFrame>
      <p:sp>
        <p:nvSpPr>
          <p:cNvPr id="6769"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ROIC TREE ANALYSIS</a:t>
            </a:r>
            <a:endParaRPr b="1" lang="en-US" sz="1900" spc="-1" strike="noStrike">
              <a:solidFill>
                <a:srgbClr val="000000"/>
              </a:solidFill>
              <a:latin typeface="Arial"/>
            </a:endParaRPr>
          </a:p>
        </p:txBody>
      </p:sp>
      <p:sp>
        <p:nvSpPr>
          <p:cNvPr id="677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Percent </a:t>
            </a:r>
            <a:endParaRPr b="0" lang="en-US" sz="1600" spc="-1" strike="noStrike">
              <a:solidFill>
                <a:srgbClr val="000000"/>
              </a:solidFill>
              <a:latin typeface="Times New Roman"/>
            </a:endParaRPr>
          </a:p>
        </p:txBody>
      </p:sp>
      <p:sp>
        <p:nvSpPr>
          <p:cNvPr id="6771" name=""/>
          <p:cNvSpPr/>
          <p:nvPr/>
        </p:nvSpPr>
        <p:spPr>
          <a:xfrm>
            <a:off x="225360" y="440388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72" name=""/>
          <p:cNvSpPr/>
          <p:nvPr/>
        </p:nvSpPr>
        <p:spPr>
          <a:xfrm>
            <a:off x="5556240" y="355284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73" name=""/>
          <p:cNvSpPr/>
          <p:nvPr/>
        </p:nvSpPr>
        <p:spPr>
          <a:xfrm>
            <a:off x="7319880" y="257652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74" name=""/>
          <p:cNvSpPr/>
          <p:nvPr/>
        </p:nvSpPr>
        <p:spPr>
          <a:xfrm>
            <a:off x="3792600" y="450540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75" name=""/>
          <p:cNvSpPr/>
          <p:nvPr/>
        </p:nvSpPr>
        <p:spPr>
          <a:xfrm>
            <a:off x="5556240" y="450540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76" name=""/>
          <p:cNvSpPr/>
          <p:nvPr/>
        </p:nvSpPr>
        <p:spPr>
          <a:xfrm>
            <a:off x="7319880" y="352908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77" name=""/>
          <p:cNvSpPr/>
          <p:nvPr/>
        </p:nvSpPr>
        <p:spPr>
          <a:xfrm>
            <a:off x="5556240" y="545796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78" name=""/>
          <p:cNvSpPr/>
          <p:nvPr/>
        </p:nvSpPr>
        <p:spPr>
          <a:xfrm>
            <a:off x="7319880" y="448164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79" name=""/>
          <p:cNvSpPr/>
          <p:nvPr/>
        </p:nvSpPr>
        <p:spPr>
          <a:xfrm>
            <a:off x="5556240" y="69516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80" name=""/>
          <p:cNvSpPr/>
          <p:nvPr/>
        </p:nvSpPr>
        <p:spPr>
          <a:xfrm>
            <a:off x="2028960" y="283860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81" name=""/>
          <p:cNvSpPr/>
          <p:nvPr/>
        </p:nvSpPr>
        <p:spPr>
          <a:xfrm>
            <a:off x="3792600" y="164772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82" name=""/>
          <p:cNvSpPr/>
          <p:nvPr/>
        </p:nvSpPr>
        <p:spPr>
          <a:xfrm>
            <a:off x="5556240" y="164772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83" name=""/>
          <p:cNvSpPr/>
          <p:nvPr/>
        </p:nvSpPr>
        <p:spPr>
          <a:xfrm>
            <a:off x="225360" y="345132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84" name=""/>
          <p:cNvSpPr/>
          <p:nvPr/>
        </p:nvSpPr>
        <p:spPr>
          <a:xfrm>
            <a:off x="2028960" y="405288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85" name=""/>
          <p:cNvSpPr/>
          <p:nvPr/>
        </p:nvSpPr>
        <p:spPr>
          <a:xfrm>
            <a:off x="5556240" y="260028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86" name=""/>
          <p:cNvSpPr/>
          <p:nvPr/>
        </p:nvSpPr>
        <p:spPr>
          <a:xfrm>
            <a:off x="7319880" y="162396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sp>
        <p:nvSpPr>
          <p:cNvPr id="6787" name=""/>
          <p:cNvSpPr/>
          <p:nvPr/>
        </p:nvSpPr>
        <p:spPr>
          <a:xfrm>
            <a:off x="7321680" y="5419800"/>
            <a:ext cx="1387440" cy="1069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700" spc="-1" strike="noStrike">
                <a:solidFill>
                  <a:srgbClr val="000000"/>
                </a:solidFill>
                <a:latin typeface="Arial"/>
                <a:ea typeface="Gulim"/>
              </a:rPr>
              <a:t>Title </a:t>
            </a:r>
            <a:endParaRPr b="0" lang="en-US" sz="700" spc="-1" strike="noStrike">
              <a:solidFill>
                <a:srgbClr val="000000"/>
              </a:solidFill>
              <a:latin typeface="Times New Roman"/>
            </a:endParaRPr>
          </a:p>
        </p:txBody>
      </p:sp>
      <p:cxnSp>
        <p:nvCxnSpPr>
          <p:cNvPr id="6788" name=""/>
          <p:cNvCxnSpPr>
            <a:stCxn id="6739" idx="3"/>
            <a:endCxn id="6750" idx="1"/>
          </p:cNvCxnSpPr>
          <p:nvPr/>
        </p:nvCxnSpPr>
        <p:spPr>
          <a:xfrm flipV="1">
            <a:off x="6962760" y="2025000"/>
            <a:ext cx="302400" cy="2881800"/>
          </a:xfrm>
          <a:prstGeom prst="bentConnector3">
            <a:avLst>
              <a:gd name="adj1" fmla="val 49940"/>
            </a:avLst>
          </a:prstGeom>
          <a:ln w="19080">
            <a:solidFill>
              <a:srgbClr val="000000"/>
            </a:solidFill>
            <a:miter/>
          </a:ln>
        </p:spPr>
      </p:cxnSp>
      <p:cxnSp>
        <p:nvCxnSpPr>
          <p:cNvPr id="6789" name=""/>
          <p:cNvCxnSpPr>
            <a:stCxn id="6739" idx="3"/>
            <a:endCxn id="6737" idx="1"/>
          </p:cNvCxnSpPr>
          <p:nvPr/>
        </p:nvCxnSpPr>
        <p:spPr>
          <a:xfrm flipV="1">
            <a:off x="6962760" y="2977560"/>
            <a:ext cx="302400" cy="1929240"/>
          </a:xfrm>
          <a:prstGeom prst="bentConnector3">
            <a:avLst>
              <a:gd name="adj1" fmla="val 49940"/>
            </a:avLst>
          </a:prstGeom>
          <a:ln w="19080">
            <a:solidFill>
              <a:srgbClr val="000000"/>
            </a:solidFill>
            <a:miter/>
          </a:ln>
        </p:spPr>
      </p:cxnSp>
      <p:cxnSp>
        <p:nvCxnSpPr>
          <p:cNvPr id="6790" name=""/>
          <p:cNvCxnSpPr>
            <a:stCxn id="6739" idx="3"/>
            <a:endCxn id="6740" idx="1"/>
          </p:cNvCxnSpPr>
          <p:nvPr/>
        </p:nvCxnSpPr>
        <p:spPr>
          <a:xfrm flipV="1">
            <a:off x="6962760" y="3930120"/>
            <a:ext cx="302400" cy="977040"/>
          </a:xfrm>
          <a:prstGeom prst="bentConnector3">
            <a:avLst>
              <a:gd name="adj1" fmla="val 49940"/>
            </a:avLst>
          </a:prstGeom>
          <a:ln w="19080">
            <a:solidFill>
              <a:srgbClr val="000000"/>
            </a:solidFill>
            <a:miter/>
          </a:ln>
        </p:spPr>
      </p:cxnSp>
      <p:cxnSp>
        <p:nvCxnSpPr>
          <p:cNvPr id="6791" name=""/>
          <p:cNvCxnSpPr>
            <a:stCxn id="6739" idx="3"/>
            <a:endCxn id="6742" idx="1"/>
          </p:cNvCxnSpPr>
          <p:nvPr/>
        </p:nvCxnSpPr>
        <p:spPr>
          <a:xfrm flipV="1">
            <a:off x="6962760" y="4882680"/>
            <a:ext cx="302400" cy="24480"/>
          </a:xfrm>
          <a:prstGeom prst="bentConnector3">
            <a:avLst>
              <a:gd name="adj1" fmla="val 49940"/>
            </a:avLst>
          </a:prstGeom>
          <a:ln w="19080">
            <a:solidFill>
              <a:srgbClr val="000000"/>
            </a:solidFill>
            <a:miter/>
          </a:ln>
        </p:spPr>
      </p:cxnSp>
      <p:cxnSp>
        <p:nvCxnSpPr>
          <p:cNvPr id="6792" name=""/>
          <p:cNvCxnSpPr>
            <a:stCxn id="6739" idx="3"/>
            <a:endCxn id="6751" idx="1"/>
          </p:cNvCxnSpPr>
          <p:nvPr/>
        </p:nvCxnSpPr>
        <p:spPr>
          <a:xfrm>
            <a:off x="6962760" y="4906800"/>
            <a:ext cx="303840" cy="915120"/>
          </a:xfrm>
          <a:prstGeom prst="bentConnector3">
            <a:avLst>
              <a:gd name="adj1" fmla="val 49703"/>
            </a:avLst>
          </a:prstGeom>
          <a:ln w="19080">
            <a:solidFill>
              <a:srgbClr val="000000"/>
            </a:solidFill>
            <a:miter/>
          </a:ln>
        </p:spPr>
      </p:cxnSp>
      <p:cxnSp>
        <p:nvCxnSpPr>
          <p:cNvPr id="6793" name=""/>
          <p:cNvCxnSpPr>
            <a:stCxn id="6745" idx="3"/>
            <a:endCxn id="6743" idx="1"/>
          </p:cNvCxnSpPr>
          <p:nvPr/>
        </p:nvCxnSpPr>
        <p:spPr>
          <a:xfrm flipV="1">
            <a:off x="5199120" y="1096560"/>
            <a:ext cx="302400" cy="953280"/>
          </a:xfrm>
          <a:prstGeom prst="bentConnector3">
            <a:avLst>
              <a:gd name="adj1" fmla="val 49940"/>
            </a:avLst>
          </a:prstGeom>
          <a:ln w="19080">
            <a:solidFill>
              <a:srgbClr val="000000"/>
            </a:solidFill>
            <a:miter/>
          </a:ln>
        </p:spPr>
      </p:cxnSp>
      <p:cxnSp>
        <p:nvCxnSpPr>
          <p:cNvPr id="6794" name=""/>
          <p:cNvCxnSpPr>
            <a:stCxn id="6745" idx="3"/>
            <a:endCxn id="6749" idx="1"/>
          </p:cNvCxnSpPr>
          <p:nvPr/>
        </p:nvCxnSpPr>
        <p:spPr>
          <a:xfrm>
            <a:off x="5199120" y="2049480"/>
            <a:ext cx="302400" cy="953280"/>
          </a:xfrm>
          <a:prstGeom prst="bentConnector3">
            <a:avLst>
              <a:gd name="adj1" fmla="val 49940"/>
            </a:avLst>
          </a:prstGeom>
          <a:ln w="19080">
            <a:solidFill>
              <a:srgbClr val="000000"/>
            </a:solidFill>
            <a:miter/>
          </a:ln>
        </p:spPr>
      </p:cxnSp>
      <p:cxnSp>
        <p:nvCxnSpPr>
          <p:cNvPr id="6795" name=""/>
          <p:cNvCxnSpPr>
            <a:stCxn id="6745" idx="3"/>
            <a:endCxn id="6746" idx="1"/>
          </p:cNvCxnSpPr>
          <p:nvPr/>
        </p:nvCxnSpPr>
        <p:spPr>
          <a:xfrm>
            <a:off x="5199120" y="2049120"/>
            <a:ext cx="302400" cy="1080"/>
          </a:xfrm>
          <a:prstGeom prst="bentConnector2">
            <a:avLst/>
          </a:prstGeom>
          <a:ln w="19080">
            <a:solidFill>
              <a:srgbClr val="000000"/>
            </a:solidFill>
            <a:miter/>
          </a:ln>
        </p:spPr>
      </p:cxnSp>
      <p:cxnSp>
        <p:nvCxnSpPr>
          <p:cNvPr id="6796" name=""/>
          <p:cNvCxnSpPr>
            <a:stCxn id="6738" idx="3"/>
            <a:endCxn id="6736" idx="1"/>
          </p:cNvCxnSpPr>
          <p:nvPr/>
        </p:nvCxnSpPr>
        <p:spPr>
          <a:xfrm flipV="1">
            <a:off x="5199120" y="3953880"/>
            <a:ext cx="302400" cy="952920"/>
          </a:xfrm>
          <a:prstGeom prst="bentConnector3">
            <a:avLst>
              <a:gd name="adj1" fmla="val 49940"/>
            </a:avLst>
          </a:prstGeom>
          <a:ln w="19080">
            <a:solidFill>
              <a:srgbClr val="000000"/>
            </a:solidFill>
            <a:miter/>
          </a:ln>
        </p:spPr>
      </p:cxnSp>
      <p:cxnSp>
        <p:nvCxnSpPr>
          <p:cNvPr id="6797" name=""/>
          <p:cNvCxnSpPr>
            <a:stCxn id="6738" idx="3"/>
            <a:endCxn id="6739" idx="1"/>
          </p:cNvCxnSpPr>
          <p:nvPr/>
        </p:nvCxnSpPr>
        <p:spPr>
          <a:xfrm>
            <a:off x="5199120" y="4906440"/>
            <a:ext cx="302400" cy="1080"/>
          </a:xfrm>
          <a:prstGeom prst="bentConnector2">
            <a:avLst/>
          </a:prstGeom>
          <a:ln w="19080">
            <a:solidFill>
              <a:srgbClr val="000000"/>
            </a:solidFill>
            <a:miter/>
          </a:ln>
        </p:spPr>
      </p:cxnSp>
      <p:cxnSp>
        <p:nvCxnSpPr>
          <p:cNvPr id="6798" name=""/>
          <p:cNvCxnSpPr>
            <a:stCxn id="6738" idx="3"/>
            <a:endCxn id="6741" idx="1"/>
          </p:cNvCxnSpPr>
          <p:nvPr/>
        </p:nvCxnSpPr>
        <p:spPr>
          <a:xfrm>
            <a:off x="5199120" y="4906800"/>
            <a:ext cx="302400" cy="953280"/>
          </a:xfrm>
          <a:prstGeom prst="bentConnector3">
            <a:avLst>
              <a:gd name="adj1" fmla="val 49940"/>
            </a:avLst>
          </a:prstGeom>
          <a:ln w="19080">
            <a:solidFill>
              <a:srgbClr val="000000"/>
            </a:solidFill>
            <a:miter/>
          </a:ln>
        </p:spPr>
      </p:cxnSp>
      <p:cxnSp>
        <p:nvCxnSpPr>
          <p:cNvPr id="6799" name=""/>
          <p:cNvCxnSpPr>
            <a:stCxn id="6744" idx="3"/>
            <a:endCxn id="6745" idx="1"/>
          </p:cNvCxnSpPr>
          <p:nvPr/>
        </p:nvCxnSpPr>
        <p:spPr>
          <a:xfrm flipV="1">
            <a:off x="3435120" y="2048760"/>
            <a:ext cx="302040" cy="1191240"/>
          </a:xfrm>
          <a:prstGeom prst="bentConnector3">
            <a:avLst>
              <a:gd name="adj1" fmla="val 50000"/>
            </a:avLst>
          </a:prstGeom>
          <a:ln w="19080">
            <a:solidFill>
              <a:srgbClr val="000000"/>
            </a:solidFill>
            <a:miter/>
          </a:ln>
        </p:spPr>
      </p:cxnSp>
      <p:cxnSp>
        <p:nvCxnSpPr>
          <p:cNvPr id="6800" name=""/>
          <p:cNvCxnSpPr>
            <a:stCxn id="6744" idx="3"/>
            <a:endCxn id="6738" idx="1"/>
          </p:cNvCxnSpPr>
          <p:nvPr/>
        </p:nvCxnSpPr>
        <p:spPr>
          <a:xfrm>
            <a:off x="3435120" y="3240000"/>
            <a:ext cx="302040" cy="1667520"/>
          </a:xfrm>
          <a:prstGeom prst="bentConnector3">
            <a:avLst>
              <a:gd name="adj1" fmla="val 50000"/>
            </a:avLst>
          </a:prstGeom>
          <a:ln w="19080">
            <a:solidFill>
              <a:srgbClr val="000000"/>
            </a:solidFill>
            <a:miter/>
          </a:ln>
        </p:spPr>
      </p:cxnSp>
      <p:cxnSp>
        <p:nvCxnSpPr>
          <p:cNvPr id="6801" name=""/>
          <p:cNvCxnSpPr>
            <a:stCxn id="6747" idx="3"/>
            <a:endCxn id="6744" idx="1"/>
          </p:cNvCxnSpPr>
          <p:nvPr/>
        </p:nvCxnSpPr>
        <p:spPr>
          <a:xfrm flipV="1">
            <a:off x="1631880" y="3239640"/>
            <a:ext cx="342000" cy="613440"/>
          </a:xfrm>
          <a:prstGeom prst="bentConnector3">
            <a:avLst>
              <a:gd name="adj1" fmla="val 49736"/>
            </a:avLst>
          </a:prstGeom>
          <a:ln w="19080">
            <a:solidFill>
              <a:srgbClr val="000000"/>
            </a:solidFill>
            <a:miter/>
          </a:ln>
        </p:spPr>
      </p:cxnSp>
      <p:cxnSp>
        <p:nvCxnSpPr>
          <p:cNvPr id="6802" name=""/>
          <p:cNvCxnSpPr>
            <a:stCxn id="6747" idx="3"/>
            <a:endCxn id="6748" idx="1"/>
          </p:cNvCxnSpPr>
          <p:nvPr/>
        </p:nvCxnSpPr>
        <p:spPr>
          <a:xfrm>
            <a:off x="1631880" y="3852720"/>
            <a:ext cx="342000" cy="602640"/>
          </a:xfrm>
          <a:prstGeom prst="bentConnector3">
            <a:avLst>
              <a:gd name="adj1" fmla="val 49736"/>
            </a:avLst>
          </a:prstGeom>
          <a:ln w="19080">
            <a:solidFill>
              <a:srgbClr val="000000"/>
            </a:solidFill>
            <a:miter/>
          </a:ln>
        </p:spPr>
      </p:cxnSp>
      <p:sp>
        <p:nvSpPr>
          <p:cNvPr id="3" name="PlaceHolder 2"/>
          <p:cNvSpPr>
            <a:spLocks noGrp="1"/>
          </p:cNvSpPr>
          <p:nvPr>
            <p:ph type="sldNum" idx="2"/>
          </p:nvPr>
        </p:nvSpPr>
        <p:spPr/>
        <p:txBody>
          <a:bodyPr/>
          <a:p>
            <a:fld id="{BD753FA4-DAF8-4FAF-99C5-E816DB85DB69}" type="slidenum">
              <a:t>289</a:t>
            </a:fld>
          </a:p>
        </p:txBody>
      </p:sp>
    </p:spTree>
  </p:cSld>
  <mc:AlternateContent>
    <mc:Choice Requires="p14">
      <p:transition spd="slow" p14:dur="2000"/>
    </mc:Choice>
    <mc:Fallback>
      <p:transition spd="slow"/>
    </mc:Fallback>
  </mc:AlternateContent>
</p:sld>
</file>

<file path=ppt/slides/slide2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03"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80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6805" name=""/>
          <p:cNvGrpSpPr/>
          <p:nvPr/>
        </p:nvGrpSpPr>
        <p:grpSpPr>
          <a:xfrm>
            <a:off x="507960" y="1419840"/>
            <a:ext cx="3693960" cy="4195440"/>
            <a:chOff x="507960" y="1419840"/>
            <a:chExt cx="3693960" cy="4195440"/>
          </a:xfrm>
        </p:grpSpPr>
        <p:sp>
          <p:nvSpPr>
            <p:cNvPr id="6806" name=""/>
            <p:cNvSpPr/>
            <p:nvPr/>
          </p:nvSpPr>
          <p:spPr>
            <a:xfrm>
              <a:off x="573120" y="1419840"/>
              <a:ext cx="355896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807" name=""/>
            <p:cNvSpPr/>
            <p:nvPr/>
          </p:nvSpPr>
          <p:spPr>
            <a:xfrm>
              <a:off x="573120" y="1695600"/>
              <a:ext cx="355752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aphicFrame>
          <p:nvGraphicFramePr>
            <p:cNvPr id="6808" name=""/>
            <p:cNvGraphicFramePr/>
            <p:nvPr/>
          </p:nvGraphicFramePr>
          <p:xfrm>
            <a:off x="1165320" y="2106720"/>
            <a:ext cx="3036600" cy="3100320"/>
          </p:xfrm>
          <a:graphic>
            <a:graphicData uri="http://schemas.openxmlformats.org/presentationml/2006/ole">
              <p:oleObj r:id="rId1" spid="">
                <p:embed/>
              </p:oleObj>
            </a:graphicData>
          </a:graphic>
        </p:graphicFrame>
        <p:sp>
          <p:nvSpPr>
            <p:cNvPr id="6809" name=""/>
            <p:cNvSpPr/>
            <p:nvPr/>
          </p:nvSpPr>
          <p:spPr>
            <a:xfrm>
              <a:off x="573120" y="4540320"/>
              <a:ext cx="7192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Series</a:t>
              </a:r>
              <a:endParaRPr b="0" lang="en-US" sz="1400" spc="-1" strike="noStrike">
                <a:solidFill>
                  <a:srgbClr val="000000"/>
                </a:solidFill>
                <a:latin typeface="Times New Roman"/>
              </a:endParaRPr>
            </a:p>
          </p:txBody>
        </p:sp>
        <p:sp>
          <p:nvSpPr>
            <p:cNvPr id="6810" name=""/>
            <p:cNvSpPr/>
            <p:nvPr/>
          </p:nvSpPr>
          <p:spPr>
            <a:xfrm>
              <a:off x="573120" y="3632400"/>
              <a:ext cx="7192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Series</a:t>
              </a:r>
              <a:endParaRPr b="0" lang="en-US" sz="1400" spc="-1" strike="noStrike">
                <a:solidFill>
                  <a:srgbClr val="000000"/>
                </a:solidFill>
                <a:latin typeface="Times New Roman"/>
              </a:endParaRPr>
            </a:p>
          </p:txBody>
        </p:sp>
        <p:sp>
          <p:nvSpPr>
            <p:cNvPr id="6811" name=""/>
            <p:cNvSpPr/>
            <p:nvPr/>
          </p:nvSpPr>
          <p:spPr>
            <a:xfrm>
              <a:off x="573120" y="2921040"/>
              <a:ext cx="7192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Series</a:t>
              </a:r>
              <a:endParaRPr b="0" lang="en-US" sz="1400" spc="-1" strike="noStrike">
                <a:solidFill>
                  <a:srgbClr val="000000"/>
                </a:solidFill>
                <a:latin typeface="Times New Roman"/>
              </a:endParaRPr>
            </a:p>
          </p:txBody>
        </p:sp>
        <p:sp>
          <p:nvSpPr>
            <p:cNvPr id="6812" name=""/>
            <p:cNvSpPr/>
            <p:nvPr/>
          </p:nvSpPr>
          <p:spPr>
            <a:xfrm>
              <a:off x="573120" y="2327400"/>
              <a:ext cx="7192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Series</a:t>
              </a:r>
              <a:endParaRPr b="0" lang="en-US" sz="1400" spc="-1" strike="noStrike">
                <a:solidFill>
                  <a:srgbClr val="000000"/>
                </a:solidFill>
                <a:latin typeface="Times New Roman"/>
              </a:endParaRPr>
            </a:p>
          </p:txBody>
        </p:sp>
        <p:sp>
          <p:nvSpPr>
            <p:cNvPr id="6813" name=""/>
            <p:cNvSpPr/>
            <p:nvPr/>
          </p:nvSpPr>
          <p:spPr>
            <a:xfrm>
              <a:off x="507960" y="1879560"/>
              <a:ext cx="719280" cy="21384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100%=</a:t>
              </a:r>
              <a:endParaRPr b="0" lang="en-US" sz="1400" spc="-1" strike="noStrike">
                <a:solidFill>
                  <a:srgbClr val="000000"/>
                </a:solidFill>
                <a:latin typeface="Times New Roman"/>
              </a:endParaRPr>
            </a:p>
          </p:txBody>
        </p:sp>
        <p:grpSp>
          <p:nvGrpSpPr>
            <p:cNvPr id="6814" name=""/>
            <p:cNvGrpSpPr/>
            <p:nvPr/>
          </p:nvGrpSpPr>
          <p:grpSpPr>
            <a:xfrm>
              <a:off x="1284840" y="1879560"/>
              <a:ext cx="2829240" cy="3735720"/>
              <a:chOff x="1284840" y="1879560"/>
              <a:chExt cx="2829240" cy="3735720"/>
            </a:xfrm>
          </p:grpSpPr>
          <p:grpSp>
            <p:nvGrpSpPr>
              <p:cNvPr id="6815" name=""/>
              <p:cNvGrpSpPr/>
              <p:nvPr/>
            </p:nvGrpSpPr>
            <p:grpSpPr>
              <a:xfrm>
                <a:off x="1284840" y="5187960"/>
                <a:ext cx="2829240" cy="427320"/>
                <a:chOff x="1284840" y="5187960"/>
                <a:chExt cx="2829240" cy="427320"/>
              </a:xfrm>
            </p:grpSpPr>
            <p:sp>
              <p:nvSpPr>
                <p:cNvPr id="6816" name=""/>
                <p:cNvSpPr/>
                <p:nvPr/>
              </p:nvSpPr>
              <p:spPr>
                <a:xfrm>
                  <a:off x="128484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817" name=""/>
                <p:cNvSpPr/>
                <p:nvPr/>
              </p:nvSpPr>
              <p:spPr>
                <a:xfrm>
                  <a:off x="187236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818" name=""/>
                <p:cNvSpPr/>
                <p:nvPr/>
              </p:nvSpPr>
              <p:spPr>
                <a:xfrm>
                  <a:off x="247356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819" name=""/>
                <p:cNvSpPr/>
                <p:nvPr/>
              </p:nvSpPr>
              <p:spPr>
                <a:xfrm>
                  <a:off x="305136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820" name=""/>
                <p:cNvSpPr/>
                <p:nvPr/>
              </p:nvSpPr>
              <p:spPr>
                <a:xfrm>
                  <a:off x="364536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grpSp>
          <p:sp>
            <p:nvSpPr>
              <p:cNvPr id="6821" name=""/>
              <p:cNvSpPr/>
              <p:nvPr/>
            </p:nvSpPr>
            <p:spPr>
              <a:xfrm>
                <a:off x="1289520" y="1879560"/>
                <a:ext cx="46800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sp>
            <p:nvSpPr>
              <p:cNvPr id="6822" name=""/>
              <p:cNvSpPr/>
              <p:nvPr/>
            </p:nvSpPr>
            <p:spPr>
              <a:xfrm>
                <a:off x="1872360" y="1879560"/>
                <a:ext cx="4683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sp>
            <p:nvSpPr>
              <p:cNvPr id="6823" name=""/>
              <p:cNvSpPr/>
              <p:nvPr/>
            </p:nvSpPr>
            <p:spPr>
              <a:xfrm>
                <a:off x="3037680" y="1879560"/>
                <a:ext cx="4683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sp>
            <p:nvSpPr>
              <p:cNvPr id="6824" name=""/>
              <p:cNvSpPr/>
              <p:nvPr/>
            </p:nvSpPr>
            <p:spPr>
              <a:xfrm>
                <a:off x="3620520" y="1879560"/>
                <a:ext cx="4683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sp>
            <p:nvSpPr>
              <p:cNvPr id="6825" name=""/>
              <p:cNvSpPr/>
              <p:nvPr/>
            </p:nvSpPr>
            <p:spPr>
              <a:xfrm>
                <a:off x="2455200" y="1879560"/>
                <a:ext cx="4683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grpSp>
      </p:grpSp>
      <p:grpSp>
        <p:nvGrpSpPr>
          <p:cNvPr id="6826" name=""/>
          <p:cNvGrpSpPr/>
          <p:nvPr/>
        </p:nvGrpSpPr>
        <p:grpSpPr>
          <a:xfrm>
            <a:off x="4676760" y="1419840"/>
            <a:ext cx="3693600" cy="4195440"/>
            <a:chOff x="4676760" y="1419840"/>
            <a:chExt cx="3693600" cy="4195440"/>
          </a:xfrm>
        </p:grpSpPr>
        <p:sp>
          <p:nvSpPr>
            <p:cNvPr id="6827" name=""/>
            <p:cNvSpPr/>
            <p:nvPr/>
          </p:nvSpPr>
          <p:spPr>
            <a:xfrm>
              <a:off x="4741920" y="1419840"/>
              <a:ext cx="3558600" cy="2138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Text</a:t>
              </a:r>
              <a:endParaRPr b="0" lang="en-US" sz="1400" spc="-1" strike="noStrike">
                <a:solidFill>
                  <a:srgbClr val="000000"/>
                </a:solidFill>
                <a:latin typeface="Times New Roman"/>
              </a:endParaRPr>
            </a:p>
          </p:txBody>
        </p:sp>
        <p:sp>
          <p:nvSpPr>
            <p:cNvPr id="6828" name=""/>
            <p:cNvSpPr/>
            <p:nvPr/>
          </p:nvSpPr>
          <p:spPr>
            <a:xfrm>
              <a:off x="4741920" y="1695600"/>
              <a:ext cx="355716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aphicFrame>
          <p:nvGraphicFramePr>
            <p:cNvPr id="6829" name=""/>
            <p:cNvGraphicFramePr/>
            <p:nvPr/>
          </p:nvGraphicFramePr>
          <p:xfrm>
            <a:off x="5334120" y="2106720"/>
            <a:ext cx="3036240" cy="3100320"/>
          </p:xfrm>
          <a:graphic>
            <a:graphicData uri="http://schemas.openxmlformats.org/presentationml/2006/ole">
              <p:oleObj r:id="rId2" spid="">
                <p:embed/>
              </p:oleObj>
            </a:graphicData>
          </a:graphic>
        </p:graphicFrame>
        <p:sp>
          <p:nvSpPr>
            <p:cNvPr id="6830" name=""/>
            <p:cNvSpPr/>
            <p:nvPr/>
          </p:nvSpPr>
          <p:spPr>
            <a:xfrm>
              <a:off x="4741920" y="4540320"/>
              <a:ext cx="7192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Series</a:t>
              </a:r>
              <a:endParaRPr b="0" lang="en-US" sz="1400" spc="-1" strike="noStrike">
                <a:solidFill>
                  <a:srgbClr val="000000"/>
                </a:solidFill>
                <a:latin typeface="Times New Roman"/>
              </a:endParaRPr>
            </a:p>
          </p:txBody>
        </p:sp>
        <p:sp>
          <p:nvSpPr>
            <p:cNvPr id="6831" name=""/>
            <p:cNvSpPr/>
            <p:nvPr/>
          </p:nvSpPr>
          <p:spPr>
            <a:xfrm>
              <a:off x="4741920" y="3632400"/>
              <a:ext cx="7192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Series</a:t>
              </a:r>
              <a:endParaRPr b="0" lang="en-US" sz="1400" spc="-1" strike="noStrike">
                <a:solidFill>
                  <a:srgbClr val="000000"/>
                </a:solidFill>
                <a:latin typeface="Times New Roman"/>
              </a:endParaRPr>
            </a:p>
          </p:txBody>
        </p:sp>
        <p:sp>
          <p:nvSpPr>
            <p:cNvPr id="6832" name=""/>
            <p:cNvSpPr/>
            <p:nvPr/>
          </p:nvSpPr>
          <p:spPr>
            <a:xfrm>
              <a:off x="4741920" y="2921040"/>
              <a:ext cx="7192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Series</a:t>
              </a:r>
              <a:endParaRPr b="0" lang="en-US" sz="1400" spc="-1" strike="noStrike">
                <a:solidFill>
                  <a:srgbClr val="000000"/>
                </a:solidFill>
                <a:latin typeface="Times New Roman"/>
              </a:endParaRPr>
            </a:p>
          </p:txBody>
        </p:sp>
        <p:sp>
          <p:nvSpPr>
            <p:cNvPr id="6833" name=""/>
            <p:cNvSpPr/>
            <p:nvPr/>
          </p:nvSpPr>
          <p:spPr>
            <a:xfrm>
              <a:off x="4741920" y="2327400"/>
              <a:ext cx="71928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Series</a:t>
              </a:r>
              <a:endParaRPr b="0" lang="en-US" sz="1400" spc="-1" strike="noStrike">
                <a:solidFill>
                  <a:srgbClr val="000000"/>
                </a:solidFill>
                <a:latin typeface="Times New Roman"/>
              </a:endParaRPr>
            </a:p>
          </p:txBody>
        </p:sp>
        <p:sp>
          <p:nvSpPr>
            <p:cNvPr id="6834" name=""/>
            <p:cNvSpPr/>
            <p:nvPr/>
          </p:nvSpPr>
          <p:spPr>
            <a:xfrm>
              <a:off x="4676760" y="1879560"/>
              <a:ext cx="719280" cy="21384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100%=</a:t>
              </a:r>
              <a:endParaRPr b="0" lang="en-US" sz="1400" spc="-1" strike="noStrike">
                <a:solidFill>
                  <a:srgbClr val="000000"/>
                </a:solidFill>
                <a:latin typeface="Times New Roman"/>
              </a:endParaRPr>
            </a:p>
          </p:txBody>
        </p:sp>
        <p:grpSp>
          <p:nvGrpSpPr>
            <p:cNvPr id="6835" name=""/>
            <p:cNvGrpSpPr/>
            <p:nvPr/>
          </p:nvGrpSpPr>
          <p:grpSpPr>
            <a:xfrm>
              <a:off x="5453280" y="1879560"/>
              <a:ext cx="2829240" cy="3735720"/>
              <a:chOff x="5453280" y="1879560"/>
              <a:chExt cx="2829240" cy="3735720"/>
            </a:xfrm>
          </p:grpSpPr>
          <p:grpSp>
            <p:nvGrpSpPr>
              <p:cNvPr id="6836" name=""/>
              <p:cNvGrpSpPr/>
              <p:nvPr/>
            </p:nvGrpSpPr>
            <p:grpSpPr>
              <a:xfrm>
                <a:off x="5453280" y="5187960"/>
                <a:ext cx="2829240" cy="427320"/>
                <a:chOff x="5453280" y="5187960"/>
                <a:chExt cx="2829240" cy="427320"/>
              </a:xfrm>
            </p:grpSpPr>
            <p:sp>
              <p:nvSpPr>
                <p:cNvPr id="6837" name=""/>
                <p:cNvSpPr/>
                <p:nvPr/>
              </p:nvSpPr>
              <p:spPr>
                <a:xfrm>
                  <a:off x="545328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6838" name=""/>
                <p:cNvSpPr/>
                <p:nvPr/>
              </p:nvSpPr>
              <p:spPr>
                <a:xfrm>
                  <a:off x="604080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6839" name=""/>
                <p:cNvSpPr/>
                <p:nvPr/>
              </p:nvSpPr>
              <p:spPr>
                <a:xfrm>
                  <a:off x="664200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6840" name=""/>
                <p:cNvSpPr/>
                <p:nvPr/>
              </p:nvSpPr>
              <p:spPr>
                <a:xfrm>
                  <a:off x="721980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6841" name=""/>
                <p:cNvSpPr/>
                <p:nvPr/>
              </p:nvSpPr>
              <p:spPr>
                <a:xfrm>
                  <a:off x="7813800" y="5187960"/>
                  <a:ext cx="468720" cy="42732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grpSp>
          <p:sp>
            <p:nvSpPr>
              <p:cNvPr id="6842" name=""/>
              <p:cNvSpPr/>
              <p:nvPr/>
            </p:nvSpPr>
            <p:spPr>
              <a:xfrm>
                <a:off x="5457960" y="1879560"/>
                <a:ext cx="46800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sp>
            <p:nvSpPr>
              <p:cNvPr id="6843" name=""/>
              <p:cNvSpPr/>
              <p:nvPr/>
            </p:nvSpPr>
            <p:spPr>
              <a:xfrm>
                <a:off x="6040800" y="1879560"/>
                <a:ext cx="4683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sp>
            <p:nvSpPr>
              <p:cNvPr id="6844" name=""/>
              <p:cNvSpPr/>
              <p:nvPr/>
            </p:nvSpPr>
            <p:spPr>
              <a:xfrm>
                <a:off x="7206120" y="1879560"/>
                <a:ext cx="4683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sp>
            <p:nvSpPr>
              <p:cNvPr id="6845" name=""/>
              <p:cNvSpPr/>
              <p:nvPr/>
            </p:nvSpPr>
            <p:spPr>
              <a:xfrm>
                <a:off x="7788960" y="1879560"/>
                <a:ext cx="4683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sp>
            <p:nvSpPr>
              <p:cNvPr id="6846" name=""/>
              <p:cNvSpPr/>
              <p:nvPr/>
            </p:nvSpPr>
            <p:spPr>
              <a:xfrm>
                <a:off x="6623640" y="1879560"/>
                <a:ext cx="4683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000</a:t>
                </a:r>
                <a:endParaRPr b="0" lang="en-US" sz="1400" spc="-1" strike="noStrike">
                  <a:solidFill>
                    <a:srgbClr val="000000"/>
                  </a:solidFill>
                  <a:latin typeface="Times New Roman"/>
                </a:endParaRPr>
              </a:p>
            </p:txBody>
          </p:sp>
        </p:grpSp>
      </p:grpSp>
      <p:sp>
        <p:nvSpPr>
          <p:cNvPr id="6847"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7F9E42AF-9D6B-4EE8-8BF6-9FA11B864003}" type="slidenum">
              <a:t>290</a:t>
            </a:fld>
          </a:p>
        </p:txBody>
      </p:sp>
    </p:spTree>
  </p:cSld>
  <mc:AlternateContent>
    <mc:Choice Requires="p14">
      <p:transition spd="slow" p14:dur="2000"/>
    </mc:Choice>
    <mc:Fallback>
      <p:transition spd="slow"/>
    </mc:Fallback>
  </mc:AlternateContent>
</p:sld>
</file>

<file path=ppt/slides/slide2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848"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849"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685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graphicFrame>
        <p:nvGraphicFramePr>
          <p:cNvPr id="6851" name=""/>
          <p:cNvGraphicFramePr/>
          <p:nvPr/>
        </p:nvGraphicFramePr>
        <p:xfrm>
          <a:off x="689040" y="2163600"/>
          <a:ext cx="2035080" cy="2719440"/>
        </p:xfrm>
        <a:graphic>
          <a:graphicData uri="http://schemas.openxmlformats.org/presentationml/2006/ole">
            <p:oleObj r:id="rId1" spid="">
              <p:embed/>
            </p:oleObj>
          </a:graphicData>
        </a:graphic>
      </p:graphicFrame>
      <p:sp>
        <p:nvSpPr>
          <p:cNvPr id="6852" name=""/>
          <p:cNvSpPr/>
          <p:nvPr/>
        </p:nvSpPr>
        <p:spPr>
          <a:xfrm>
            <a:off x="144360" y="430992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53" name=""/>
          <p:cNvSpPr/>
          <p:nvPr/>
        </p:nvSpPr>
        <p:spPr>
          <a:xfrm>
            <a:off x="144360" y="355284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54" name=""/>
          <p:cNvSpPr/>
          <p:nvPr/>
        </p:nvSpPr>
        <p:spPr>
          <a:xfrm>
            <a:off x="144360" y="288936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55" name=""/>
          <p:cNvSpPr/>
          <p:nvPr/>
        </p:nvSpPr>
        <p:spPr>
          <a:xfrm>
            <a:off x="144360" y="238284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56" name=""/>
          <p:cNvSpPr/>
          <p:nvPr/>
        </p:nvSpPr>
        <p:spPr>
          <a:xfrm>
            <a:off x="281160" y="1935000"/>
            <a:ext cx="469800" cy="15300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100%=</a:t>
            </a:r>
            <a:endParaRPr b="0" lang="en-US" sz="1000" spc="-1" strike="noStrike">
              <a:solidFill>
                <a:srgbClr val="000000"/>
              </a:solidFill>
              <a:latin typeface="Times New Roman"/>
            </a:endParaRPr>
          </a:p>
        </p:txBody>
      </p:sp>
      <p:sp>
        <p:nvSpPr>
          <p:cNvPr id="6857" name=""/>
          <p:cNvSpPr/>
          <p:nvPr/>
        </p:nvSpPr>
        <p:spPr>
          <a:xfrm>
            <a:off x="776160" y="4846680"/>
            <a:ext cx="31140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1</a:t>
            </a:r>
            <a:endParaRPr b="0" lang="en-US" sz="1000" spc="-1" strike="noStrike">
              <a:solidFill>
                <a:srgbClr val="000000"/>
              </a:solidFill>
              <a:latin typeface="Times New Roman"/>
            </a:endParaRPr>
          </a:p>
        </p:txBody>
      </p:sp>
      <p:sp>
        <p:nvSpPr>
          <p:cNvPr id="6858" name=""/>
          <p:cNvSpPr/>
          <p:nvPr/>
        </p:nvSpPr>
        <p:spPr>
          <a:xfrm>
            <a:off x="1166760" y="4846680"/>
            <a:ext cx="31104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2</a:t>
            </a:r>
            <a:endParaRPr b="0" lang="en-US" sz="1000" spc="-1" strike="noStrike">
              <a:solidFill>
                <a:srgbClr val="000000"/>
              </a:solidFill>
              <a:latin typeface="Times New Roman"/>
            </a:endParaRPr>
          </a:p>
        </p:txBody>
      </p:sp>
      <p:sp>
        <p:nvSpPr>
          <p:cNvPr id="6859" name=""/>
          <p:cNvSpPr/>
          <p:nvPr/>
        </p:nvSpPr>
        <p:spPr>
          <a:xfrm>
            <a:off x="1563840" y="4846680"/>
            <a:ext cx="31104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3</a:t>
            </a:r>
            <a:endParaRPr b="0" lang="en-US" sz="1000" spc="-1" strike="noStrike">
              <a:solidFill>
                <a:srgbClr val="000000"/>
              </a:solidFill>
              <a:latin typeface="Times New Roman"/>
            </a:endParaRPr>
          </a:p>
        </p:txBody>
      </p:sp>
      <p:sp>
        <p:nvSpPr>
          <p:cNvPr id="6860" name=""/>
          <p:cNvSpPr/>
          <p:nvPr/>
        </p:nvSpPr>
        <p:spPr>
          <a:xfrm>
            <a:off x="1947960" y="4846680"/>
            <a:ext cx="31104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4</a:t>
            </a:r>
            <a:endParaRPr b="0" lang="en-US" sz="1000" spc="-1" strike="noStrike">
              <a:solidFill>
                <a:srgbClr val="000000"/>
              </a:solidFill>
              <a:latin typeface="Times New Roman"/>
            </a:endParaRPr>
          </a:p>
        </p:txBody>
      </p:sp>
      <p:sp>
        <p:nvSpPr>
          <p:cNvPr id="6861" name=""/>
          <p:cNvSpPr/>
          <p:nvPr/>
        </p:nvSpPr>
        <p:spPr>
          <a:xfrm>
            <a:off x="2341440" y="4846680"/>
            <a:ext cx="31140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5</a:t>
            </a:r>
            <a:endParaRPr b="0" lang="en-US" sz="1000" spc="-1" strike="noStrike">
              <a:solidFill>
                <a:srgbClr val="000000"/>
              </a:solidFill>
              <a:latin typeface="Times New Roman"/>
            </a:endParaRPr>
          </a:p>
        </p:txBody>
      </p:sp>
      <p:sp>
        <p:nvSpPr>
          <p:cNvPr id="6862" name=""/>
          <p:cNvSpPr/>
          <p:nvPr/>
        </p:nvSpPr>
        <p:spPr>
          <a:xfrm>
            <a:off x="779400" y="1935000"/>
            <a:ext cx="31104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63" name=""/>
          <p:cNvSpPr/>
          <p:nvPr/>
        </p:nvSpPr>
        <p:spPr>
          <a:xfrm>
            <a:off x="1166760" y="1935000"/>
            <a:ext cx="31104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64" name=""/>
          <p:cNvSpPr/>
          <p:nvPr/>
        </p:nvSpPr>
        <p:spPr>
          <a:xfrm>
            <a:off x="1938240" y="1935000"/>
            <a:ext cx="3096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65" name=""/>
          <p:cNvSpPr/>
          <p:nvPr/>
        </p:nvSpPr>
        <p:spPr>
          <a:xfrm>
            <a:off x="2325600" y="1935000"/>
            <a:ext cx="3096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66" name=""/>
          <p:cNvSpPr/>
          <p:nvPr/>
        </p:nvSpPr>
        <p:spPr>
          <a:xfrm>
            <a:off x="1550880" y="1935000"/>
            <a:ext cx="3096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67" name=""/>
          <p:cNvSpPr/>
          <p:nvPr/>
        </p:nvSpPr>
        <p:spPr>
          <a:xfrm>
            <a:off x="144360" y="1548720"/>
            <a:ext cx="26560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6868" name=""/>
          <p:cNvSpPr/>
          <p:nvPr/>
        </p:nvSpPr>
        <p:spPr>
          <a:xfrm>
            <a:off x="144360" y="1763640"/>
            <a:ext cx="265428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graphicFrame>
        <p:nvGraphicFramePr>
          <p:cNvPr id="6869" name=""/>
          <p:cNvGraphicFramePr/>
          <p:nvPr/>
        </p:nvGraphicFramePr>
        <p:xfrm>
          <a:off x="3648240" y="2163600"/>
          <a:ext cx="2035080" cy="2719440"/>
        </p:xfrm>
        <a:graphic>
          <a:graphicData uri="http://schemas.openxmlformats.org/presentationml/2006/ole">
            <p:oleObj r:id="rId2" spid="">
              <p:embed/>
            </p:oleObj>
          </a:graphicData>
        </a:graphic>
      </p:graphicFrame>
      <p:sp>
        <p:nvSpPr>
          <p:cNvPr id="6870" name=""/>
          <p:cNvSpPr/>
          <p:nvPr/>
        </p:nvSpPr>
        <p:spPr>
          <a:xfrm>
            <a:off x="3103560" y="430992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71" name=""/>
          <p:cNvSpPr/>
          <p:nvPr/>
        </p:nvSpPr>
        <p:spPr>
          <a:xfrm>
            <a:off x="3103560" y="355284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72" name=""/>
          <p:cNvSpPr/>
          <p:nvPr/>
        </p:nvSpPr>
        <p:spPr>
          <a:xfrm>
            <a:off x="3103560" y="288936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73" name=""/>
          <p:cNvSpPr/>
          <p:nvPr/>
        </p:nvSpPr>
        <p:spPr>
          <a:xfrm>
            <a:off x="3103560" y="238284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74" name=""/>
          <p:cNvSpPr/>
          <p:nvPr/>
        </p:nvSpPr>
        <p:spPr>
          <a:xfrm>
            <a:off x="3240000" y="1935000"/>
            <a:ext cx="470160" cy="15300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100%=</a:t>
            </a:r>
            <a:endParaRPr b="0" lang="en-US" sz="1000" spc="-1" strike="noStrike">
              <a:solidFill>
                <a:srgbClr val="000000"/>
              </a:solidFill>
              <a:latin typeface="Times New Roman"/>
            </a:endParaRPr>
          </a:p>
        </p:txBody>
      </p:sp>
      <p:sp>
        <p:nvSpPr>
          <p:cNvPr id="6875" name=""/>
          <p:cNvSpPr/>
          <p:nvPr/>
        </p:nvSpPr>
        <p:spPr>
          <a:xfrm>
            <a:off x="3735360" y="4846680"/>
            <a:ext cx="31104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1</a:t>
            </a:r>
            <a:endParaRPr b="0" lang="en-US" sz="1000" spc="-1" strike="noStrike">
              <a:solidFill>
                <a:srgbClr val="000000"/>
              </a:solidFill>
              <a:latin typeface="Times New Roman"/>
            </a:endParaRPr>
          </a:p>
        </p:txBody>
      </p:sp>
      <p:sp>
        <p:nvSpPr>
          <p:cNvPr id="6876" name=""/>
          <p:cNvSpPr/>
          <p:nvPr/>
        </p:nvSpPr>
        <p:spPr>
          <a:xfrm>
            <a:off x="4125960" y="4846680"/>
            <a:ext cx="31104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2</a:t>
            </a:r>
            <a:endParaRPr b="0" lang="en-US" sz="1000" spc="-1" strike="noStrike">
              <a:solidFill>
                <a:srgbClr val="000000"/>
              </a:solidFill>
              <a:latin typeface="Times New Roman"/>
            </a:endParaRPr>
          </a:p>
        </p:txBody>
      </p:sp>
      <p:sp>
        <p:nvSpPr>
          <p:cNvPr id="6877" name=""/>
          <p:cNvSpPr/>
          <p:nvPr/>
        </p:nvSpPr>
        <p:spPr>
          <a:xfrm>
            <a:off x="4522680" y="4846680"/>
            <a:ext cx="31140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3</a:t>
            </a:r>
            <a:endParaRPr b="0" lang="en-US" sz="1000" spc="-1" strike="noStrike">
              <a:solidFill>
                <a:srgbClr val="000000"/>
              </a:solidFill>
              <a:latin typeface="Times New Roman"/>
            </a:endParaRPr>
          </a:p>
        </p:txBody>
      </p:sp>
      <p:sp>
        <p:nvSpPr>
          <p:cNvPr id="6878" name=""/>
          <p:cNvSpPr/>
          <p:nvPr/>
        </p:nvSpPr>
        <p:spPr>
          <a:xfrm>
            <a:off x="4905360" y="4846680"/>
            <a:ext cx="31104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4</a:t>
            </a:r>
            <a:endParaRPr b="0" lang="en-US" sz="1000" spc="-1" strike="noStrike">
              <a:solidFill>
                <a:srgbClr val="000000"/>
              </a:solidFill>
              <a:latin typeface="Times New Roman"/>
            </a:endParaRPr>
          </a:p>
        </p:txBody>
      </p:sp>
      <p:sp>
        <p:nvSpPr>
          <p:cNvPr id="6879" name=""/>
          <p:cNvSpPr/>
          <p:nvPr/>
        </p:nvSpPr>
        <p:spPr>
          <a:xfrm>
            <a:off x="5299200" y="4846680"/>
            <a:ext cx="31104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5</a:t>
            </a:r>
            <a:endParaRPr b="0" lang="en-US" sz="1000" spc="-1" strike="noStrike">
              <a:solidFill>
                <a:srgbClr val="000000"/>
              </a:solidFill>
              <a:latin typeface="Times New Roman"/>
            </a:endParaRPr>
          </a:p>
        </p:txBody>
      </p:sp>
      <p:sp>
        <p:nvSpPr>
          <p:cNvPr id="6880" name=""/>
          <p:cNvSpPr/>
          <p:nvPr/>
        </p:nvSpPr>
        <p:spPr>
          <a:xfrm>
            <a:off x="3738600" y="1935000"/>
            <a:ext cx="31104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81" name=""/>
          <p:cNvSpPr/>
          <p:nvPr/>
        </p:nvSpPr>
        <p:spPr>
          <a:xfrm>
            <a:off x="4125960" y="1935000"/>
            <a:ext cx="31104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82" name=""/>
          <p:cNvSpPr/>
          <p:nvPr/>
        </p:nvSpPr>
        <p:spPr>
          <a:xfrm>
            <a:off x="4897440" y="1935000"/>
            <a:ext cx="3096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83" name=""/>
          <p:cNvSpPr/>
          <p:nvPr/>
        </p:nvSpPr>
        <p:spPr>
          <a:xfrm>
            <a:off x="5284800" y="1935000"/>
            <a:ext cx="3096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84" name=""/>
          <p:cNvSpPr/>
          <p:nvPr/>
        </p:nvSpPr>
        <p:spPr>
          <a:xfrm>
            <a:off x="4510080" y="1935000"/>
            <a:ext cx="3096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85" name=""/>
          <p:cNvSpPr/>
          <p:nvPr/>
        </p:nvSpPr>
        <p:spPr>
          <a:xfrm>
            <a:off x="3103560" y="1548720"/>
            <a:ext cx="265572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6886" name=""/>
          <p:cNvSpPr/>
          <p:nvPr/>
        </p:nvSpPr>
        <p:spPr>
          <a:xfrm>
            <a:off x="3103560" y="1763640"/>
            <a:ext cx="265284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graphicFrame>
        <p:nvGraphicFramePr>
          <p:cNvPr id="6887" name=""/>
          <p:cNvGraphicFramePr/>
          <p:nvPr/>
        </p:nvGraphicFramePr>
        <p:xfrm>
          <a:off x="6608880" y="2163600"/>
          <a:ext cx="2035080" cy="2719440"/>
        </p:xfrm>
        <a:graphic>
          <a:graphicData uri="http://schemas.openxmlformats.org/presentationml/2006/ole">
            <p:oleObj r:id="rId3" spid="">
              <p:embed/>
            </p:oleObj>
          </a:graphicData>
        </a:graphic>
      </p:graphicFrame>
      <p:sp>
        <p:nvSpPr>
          <p:cNvPr id="6888" name=""/>
          <p:cNvSpPr/>
          <p:nvPr/>
        </p:nvSpPr>
        <p:spPr>
          <a:xfrm>
            <a:off x="6064200" y="430992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89" name=""/>
          <p:cNvSpPr/>
          <p:nvPr/>
        </p:nvSpPr>
        <p:spPr>
          <a:xfrm>
            <a:off x="6064200" y="355284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90" name=""/>
          <p:cNvSpPr/>
          <p:nvPr/>
        </p:nvSpPr>
        <p:spPr>
          <a:xfrm>
            <a:off x="6064200" y="288936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91" name=""/>
          <p:cNvSpPr/>
          <p:nvPr/>
        </p:nvSpPr>
        <p:spPr>
          <a:xfrm>
            <a:off x="6064200" y="2382840"/>
            <a:ext cx="719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892" name=""/>
          <p:cNvSpPr/>
          <p:nvPr/>
        </p:nvSpPr>
        <p:spPr>
          <a:xfrm>
            <a:off x="6200640" y="1935000"/>
            <a:ext cx="470160" cy="15300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100%=</a:t>
            </a:r>
            <a:endParaRPr b="0" lang="en-US" sz="1000" spc="-1" strike="noStrike">
              <a:solidFill>
                <a:srgbClr val="000000"/>
              </a:solidFill>
              <a:latin typeface="Times New Roman"/>
            </a:endParaRPr>
          </a:p>
        </p:txBody>
      </p:sp>
      <p:sp>
        <p:nvSpPr>
          <p:cNvPr id="6893" name=""/>
          <p:cNvSpPr/>
          <p:nvPr/>
        </p:nvSpPr>
        <p:spPr>
          <a:xfrm>
            <a:off x="6696000" y="4846680"/>
            <a:ext cx="31140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1</a:t>
            </a:r>
            <a:endParaRPr b="0" lang="en-US" sz="1000" spc="-1" strike="noStrike">
              <a:solidFill>
                <a:srgbClr val="000000"/>
              </a:solidFill>
              <a:latin typeface="Times New Roman"/>
            </a:endParaRPr>
          </a:p>
        </p:txBody>
      </p:sp>
      <p:sp>
        <p:nvSpPr>
          <p:cNvPr id="6894" name=""/>
          <p:cNvSpPr/>
          <p:nvPr/>
        </p:nvSpPr>
        <p:spPr>
          <a:xfrm>
            <a:off x="7083360" y="4846680"/>
            <a:ext cx="31104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2</a:t>
            </a:r>
            <a:endParaRPr b="0" lang="en-US" sz="1000" spc="-1" strike="noStrike">
              <a:solidFill>
                <a:srgbClr val="000000"/>
              </a:solidFill>
              <a:latin typeface="Times New Roman"/>
            </a:endParaRPr>
          </a:p>
        </p:txBody>
      </p:sp>
      <p:sp>
        <p:nvSpPr>
          <p:cNvPr id="6895" name=""/>
          <p:cNvSpPr/>
          <p:nvPr/>
        </p:nvSpPr>
        <p:spPr>
          <a:xfrm>
            <a:off x="7483320" y="4846680"/>
            <a:ext cx="31140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3</a:t>
            </a:r>
            <a:endParaRPr b="0" lang="en-US" sz="1000" spc="-1" strike="noStrike">
              <a:solidFill>
                <a:srgbClr val="000000"/>
              </a:solidFill>
              <a:latin typeface="Times New Roman"/>
            </a:endParaRPr>
          </a:p>
        </p:txBody>
      </p:sp>
      <p:sp>
        <p:nvSpPr>
          <p:cNvPr id="6896" name=""/>
          <p:cNvSpPr/>
          <p:nvPr/>
        </p:nvSpPr>
        <p:spPr>
          <a:xfrm>
            <a:off x="7867800" y="4846680"/>
            <a:ext cx="30780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4</a:t>
            </a:r>
            <a:endParaRPr b="0" lang="en-US" sz="1000" spc="-1" strike="noStrike">
              <a:solidFill>
                <a:srgbClr val="000000"/>
              </a:solidFill>
              <a:latin typeface="Times New Roman"/>
            </a:endParaRPr>
          </a:p>
        </p:txBody>
      </p:sp>
      <p:sp>
        <p:nvSpPr>
          <p:cNvPr id="6897" name=""/>
          <p:cNvSpPr/>
          <p:nvPr/>
        </p:nvSpPr>
        <p:spPr>
          <a:xfrm>
            <a:off x="8258040" y="4846680"/>
            <a:ext cx="31140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Label 5</a:t>
            </a:r>
            <a:endParaRPr b="0" lang="en-US" sz="1000" spc="-1" strike="noStrike">
              <a:solidFill>
                <a:srgbClr val="000000"/>
              </a:solidFill>
              <a:latin typeface="Times New Roman"/>
            </a:endParaRPr>
          </a:p>
        </p:txBody>
      </p:sp>
      <p:sp>
        <p:nvSpPr>
          <p:cNvPr id="6898" name=""/>
          <p:cNvSpPr/>
          <p:nvPr/>
        </p:nvSpPr>
        <p:spPr>
          <a:xfrm>
            <a:off x="6699240" y="1935000"/>
            <a:ext cx="31104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899" name=""/>
          <p:cNvSpPr/>
          <p:nvPr/>
        </p:nvSpPr>
        <p:spPr>
          <a:xfrm>
            <a:off x="7083360" y="1935000"/>
            <a:ext cx="31104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00" name=""/>
          <p:cNvSpPr/>
          <p:nvPr/>
        </p:nvSpPr>
        <p:spPr>
          <a:xfrm>
            <a:off x="7858080" y="1935000"/>
            <a:ext cx="3096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01" name=""/>
          <p:cNvSpPr/>
          <p:nvPr/>
        </p:nvSpPr>
        <p:spPr>
          <a:xfrm>
            <a:off x="8245440" y="1935000"/>
            <a:ext cx="3096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02" name=""/>
          <p:cNvSpPr/>
          <p:nvPr/>
        </p:nvSpPr>
        <p:spPr>
          <a:xfrm>
            <a:off x="7470720" y="1935000"/>
            <a:ext cx="3096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03" name=""/>
          <p:cNvSpPr/>
          <p:nvPr/>
        </p:nvSpPr>
        <p:spPr>
          <a:xfrm>
            <a:off x="6064200" y="1548720"/>
            <a:ext cx="26560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Text</a:t>
            </a:r>
            <a:endParaRPr b="0" lang="en-US" sz="1000" spc="-1" strike="noStrike">
              <a:solidFill>
                <a:srgbClr val="000000"/>
              </a:solidFill>
              <a:latin typeface="Times New Roman"/>
            </a:endParaRPr>
          </a:p>
        </p:txBody>
      </p:sp>
      <p:sp>
        <p:nvSpPr>
          <p:cNvPr id="6904" name=""/>
          <p:cNvSpPr/>
          <p:nvPr/>
        </p:nvSpPr>
        <p:spPr>
          <a:xfrm>
            <a:off x="6064200" y="1763640"/>
            <a:ext cx="265428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D43ABC9C-D660-4211-B81C-44384ED38C31}" type="slidenum">
              <a:t>291</a:t>
            </a:fld>
          </a:p>
        </p:txBody>
      </p:sp>
    </p:spTree>
  </p:cSld>
  <mc:AlternateContent>
    <mc:Choice Requires="p14">
      <p:transition spd="slow" p14:dur="2000"/>
    </mc:Choice>
    <mc:Fallback>
      <p:transition spd="slow"/>
    </mc:Fallback>
  </mc:AlternateContent>
</p:sld>
</file>

<file path=ppt/slides/slide2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05"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EXHIBIT TITLE</a:t>
            </a:r>
            <a:endParaRPr b="1" lang="en-US" sz="1900" spc="-1" strike="noStrike">
              <a:solidFill>
                <a:srgbClr val="000000"/>
              </a:solidFill>
              <a:latin typeface="Arial"/>
            </a:endParaRPr>
          </a:p>
        </p:txBody>
      </p:sp>
      <p:sp>
        <p:nvSpPr>
          <p:cNvPr id="6906"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6907" name=""/>
          <p:cNvSpPr/>
          <p:nvPr/>
        </p:nvSpPr>
        <p:spPr>
          <a:xfrm>
            <a:off x="216000" y="819000"/>
            <a:ext cx="412884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908" name=""/>
          <p:cNvSpPr/>
          <p:nvPr/>
        </p:nvSpPr>
        <p:spPr>
          <a:xfrm>
            <a:off x="216000" y="819000"/>
            <a:ext cx="4128840" cy="4096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909" name=""/>
          <p:cNvSpPr/>
          <p:nvPr/>
        </p:nvSpPr>
        <p:spPr>
          <a:xfrm>
            <a:off x="328680" y="871560"/>
            <a:ext cx="383220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ffffff"/>
                </a:solidFill>
                <a:latin typeface="Arial"/>
                <a:ea typeface="Gulim"/>
              </a:rPr>
              <a:t>Title</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ffffff"/>
                </a:solidFill>
                <a:latin typeface="Arial"/>
                <a:ea typeface="Gulim"/>
              </a:rPr>
              <a:t>Measure</a:t>
            </a:r>
            <a:r>
              <a:rPr b="1" lang="en-US" sz="1000" spc="-1" strike="noStrike">
                <a:solidFill>
                  <a:srgbClr val="ffffff"/>
                </a:solidFill>
                <a:latin typeface="Arial"/>
                <a:ea typeface="Gulim"/>
              </a:rPr>
              <a:t> </a:t>
            </a:r>
            <a:endParaRPr b="0" lang="en-US" sz="1000" spc="-1" strike="noStrike">
              <a:solidFill>
                <a:srgbClr val="000000"/>
              </a:solidFill>
              <a:latin typeface="Times New Roman"/>
            </a:endParaRPr>
          </a:p>
        </p:txBody>
      </p:sp>
      <p:graphicFrame>
        <p:nvGraphicFramePr>
          <p:cNvPr id="6910" name=""/>
          <p:cNvGraphicFramePr/>
          <p:nvPr/>
        </p:nvGraphicFramePr>
        <p:xfrm>
          <a:off x="853920" y="1523880"/>
          <a:ext cx="3410280" cy="1543320"/>
        </p:xfrm>
        <a:graphic>
          <a:graphicData uri="http://schemas.openxmlformats.org/presentationml/2006/ole">
            <p:oleObj r:id="rId1" spid="">
              <p:embed/>
            </p:oleObj>
          </a:graphicData>
        </a:graphic>
      </p:graphicFrame>
      <p:sp>
        <p:nvSpPr>
          <p:cNvPr id="6911" name=""/>
          <p:cNvSpPr/>
          <p:nvPr/>
        </p:nvSpPr>
        <p:spPr>
          <a:xfrm>
            <a:off x="285840" y="2668680"/>
            <a:ext cx="6109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12" name=""/>
          <p:cNvSpPr/>
          <p:nvPr/>
        </p:nvSpPr>
        <p:spPr>
          <a:xfrm>
            <a:off x="285840" y="2260440"/>
            <a:ext cx="6109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13" name=""/>
          <p:cNvSpPr/>
          <p:nvPr/>
        </p:nvSpPr>
        <p:spPr>
          <a:xfrm>
            <a:off x="285840" y="1928880"/>
            <a:ext cx="6109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14" name=""/>
          <p:cNvSpPr/>
          <p:nvPr/>
        </p:nvSpPr>
        <p:spPr>
          <a:xfrm>
            <a:off x="285840" y="1655640"/>
            <a:ext cx="6109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15" name=""/>
          <p:cNvSpPr/>
          <p:nvPr/>
        </p:nvSpPr>
        <p:spPr>
          <a:xfrm>
            <a:off x="438120" y="1386000"/>
            <a:ext cx="469800" cy="15300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100%=</a:t>
            </a:r>
            <a:endParaRPr b="0" lang="en-US" sz="1000" spc="-1" strike="noStrike">
              <a:solidFill>
                <a:srgbClr val="000000"/>
              </a:solidFill>
              <a:latin typeface="Times New Roman"/>
            </a:endParaRPr>
          </a:p>
        </p:txBody>
      </p:sp>
      <p:grpSp>
        <p:nvGrpSpPr>
          <p:cNvPr id="6916" name=""/>
          <p:cNvGrpSpPr/>
          <p:nvPr/>
        </p:nvGrpSpPr>
        <p:grpSpPr>
          <a:xfrm>
            <a:off x="938160" y="1386000"/>
            <a:ext cx="3303360" cy="1805760"/>
            <a:chOff x="938160" y="1386000"/>
            <a:chExt cx="3303360" cy="1805760"/>
          </a:xfrm>
        </p:grpSpPr>
        <p:sp>
          <p:nvSpPr>
            <p:cNvPr id="6917" name=""/>
            <p:cNvSpPr/>
            <p:nvPr/>
          </p:nvSpPr>
          <p:spPr>
            <a:xfrm>
              <a:off x="971640" y="303876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18" name=""/>
            <p:cNvSpPr/>
            <p:nvPr/>
          </p:nvSpPr>
          <p:spPr>
            <a:xfrm>
              <a:off x="938160" y="1386000"/>
              <a:ext cx="364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19" name=""/>
            <p:cNvSpPr/>
            <p:nvPr/>
          </p:nvSpPr>
          <p:spPr>
            <a:xfrm>
              <a:off x="1350360" y="1386000"/>
              <a:ext cx="364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20" name=""/>
            <p:cNvSpPr/>
            <p:nvPr/>
          </p:nvSpPr>
          <p:spPr>
            <a:xfrm>
              <a:off x="2177640" y="1386000"/>
              <a:ext cx="3618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21" name=""/>
            <p:cNvSpPr/>
            <p:nvPr/>
          </p:nvSpPr>
          <p:spPr>
            <a:xfrm>
              <a:off x="2589480" y="138600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22" name=""/>
            <p:cNvSpPr/>
            <p:nvPr/>
          </p:nvSpPr>
          <p:spPr>
            <a:xfrm>
              <a:off x="1765080" y="1386000"/>
              <a:ext cx="3618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23" name=""/>
            <p:cNvSpPr/>
            <p:nvPr/>
          </p:nvSpPr>
          <p:spPr>
            <a:xfrm>
              <a:off x="3002040" y="138600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24" name=""/>
            <p:cNvSpPr/>
            <p:nvPr/>
          </p:nvSpPr>
          <p:spPr>
            <a:xfrm>
              <a:off x="3414600" y="138600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25" name=""/>
            <p:cNvSpPr/>
            <p:nvPr/>
          </p:nvSpPr>
          <p:spPr>
            <a:xfrm>
              <a:off x="3827160" y="138600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26" name=""/>
            <p:cNvSpPr/>
            <p:nvPr/>
          </p:nvSpPr>
          <p:spPr>
            <a:xfrm>
              <a:off x="1386000" y="303876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27" name=""/>
            <p:cNvSpPr/>
            <p:nvPr/>
          </p:nvSpPr>
          <p:spPr>
            <a:xfrm>
              <a:off x="1800000" y="303876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28" name=""/>
            <p:cNvSpPr/>
            <p:nvPr/>
          </p:nvSpPr>
          <p:spPr>
            <a:xfrm>
              <a:off x="2216160" y="303876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29" name=""/>
            <p:cNvSpPr/>
            <p:nvPr/>
          </p:nvSpPr>
          <p:spPr>
            <a:xfrm>
              <a:off x="2630880" y="303876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30" name=""/>
            <p:cNvSpPr/>
            <p:nvPr/>
          </p:nvSpPr>
          <p:spPr>
            <a:xfrm>
              <a:off x="3046680" y="303876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31" name=""/>
            <p:cNvSpPr/>
            <p:nvPr/>
          </p:nvSpPr>
          <p:spPr>
            <a:xfrm>
              <a:off x="3461400" y="303876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32" name=""/>
            <p:cNvSpPr/>
            <p:nvPr/>
          </p:nvSpPr>
          <p:spPr>
            <a:xfrm>
              <a:off x="3877200" y="303876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sp>
        <p:nvSpPr>
          <p:cNvPr id="6933" name=""/>
          <p:cNvSpPr/>
          <p:nvPr/>
        </p:nvSpPr>
        <p:spPr>
          <a:xfrm>
            <a:off x="4522680" y="819000"/>
            <a:ext cx="412920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934" name=""/>
          <p:cNvSpPr/>
          <p:nvPr/>
        </p:nvSpPr>
        <p:spPr>
          <a:xfrm>
            <a:off x="4522680" y="819000"/>
            <a:ext cx="4129200" cy="4096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935" name=""/>
          <p:cNvSpPr/>
          <p:nvPr/>
        </p:nvSpPr>
        <p:spPr>
          <a:xfrm>
            <a:off x="4632480" y="871560"/>
            <a:ext cx="383508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ffffff"/>
                </a:solidFill>
                <a:latin typeface="Arial"/>
                <a:ea typeface="Gulim"/>
              </a:rPr>
              <a:t>Title</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ffffff"/>
                </a:solidFill>
                <a:latin typeface="Arial"/>
                <a:ea typeface="Gulim"/>
              </a:rPr>
              <a:t>Measure</a:t>
            </a:r>
            <a:r>
              <a:rPr b="1" lang="en-US" sz="1000" spc="-1" strike="noStrike">
                <a:solidFill>
                  <a:srgbClr val="ffffff"/>
                </a:solidFill>
                <a:latin typeface="Arial"/>
                <a:ea typeface="Gulim"/>
              </a:rPr>
              <a:t> </a:t>
            </a:r>
            <a:endParaRPr b="0" lang="en-US" sz="1000" spc="-1" strike="noStrike">
              <a:solidFill>
                <a:srgbClr val="000000"/>
              </a:solidFill>
              <a:latin typeface="Times New Roman"/>
            </a:endParaRPr>
          </a:p>
        </p:txBody>
      </p:sp>
      <p:graphicFrame>
        <p:nvGraphicFramePr>
          <p:cNvPr id="6936" name=""/>
          <p:cNvGraphicFramePr/>
          <p:nvPr/>
        </p:nvGraphicFramePr>
        <p:xfrm>
          <a:off x="5159520" y="1523880"/>
          <a:ext cx="3409920" cy="1543320"/>
        </p:xfrm>
        <a:graphic>
          <a:graphicData uri="http://schemas.openxmlformats.org/presentationml/2006/ole">
            <p:oleObj r:id="rId2" spid="">
              <p:embed/>
            </p:oleObj>
          </a:graphicData>
        </a:graphic>
      </p:graphicFrame>
      <p:sp>
        <p:nvSpPr>
          <p:cNvPr id="6937" name=""/>
          <p:cNvSpPr/>
          <p:nvPr/>
        </p:nvSpPr>
        <p:spPr>
          <a:xfrm>
            <a:off x="4592520" y="2668680"/>
            <a:ext cx="611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38" name=""/>
          <p:cNvSpPr/>
          <p:nvPr/>
        </p:nvSpPr>
        <p:spPr>
          <a:xfrm>
            <a:off x="4592520" y="2260440"/>
            <a:ext cx="611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39" name=""/>
          <p:cNvSpPr/>
          <p:nvPr/>
        </p:nvSpPr>
        <p:spPr>
          <a:xfrm>
            <a:off x="4592520" y="1928880"/>
            <a:ext cx="611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40" name=""/>
          <p:cNvSpPr/>
          <p:nvPr/>
        </p:nvSpPr>
        <p:spPr>
          <a:xfrm>
            <a:off x="4592520" y="1655640"/>
            <a:ext cx="611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41" name=""/>
          <p:cNvSpPr/>
          <p:nvPr/>
        </p:nvSpPr>
        <p:spPr>
          <a:xfrm>
            <a:off x="4745160" y="1386000"/>
            <a:ext cx="469800" cy="15300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100%=</a:t>
            </a:r>
            <a:endParaRPr b="0" lang="en-US" sz="1000" spc="-1" strike="noStrike">
              <a:solidFill>
                <a:srgbClr val="000000"/>
              </a:solidFill>
              <a:latin typeface="Times New Roman"/>
            </a:endParaRPr>
          </a:p>
        </p:txBody>
      </p:sp>
      <p:grpSp>
        <p:nvGrpSpPr>
          <p:cNvPr id="6942" name=""/>
          <p:cNvGrpSpPr/>
          <p:nvPr/>
        </p:nvGrpSpPr>
        <p:grpSpPr>
          <a:xfrm>
            <a:off x="5241960" y="1386000"/>
            <a:ext cx="3306240" cy="1805760"/>
            <a:chOff x="5241960" y="1386000"/>
            <a:chExt cx="3306240" cy="1805760"/>
          </a:xfrm>
        </p:grpSpPr>
        <p:sp>
          <p:nvSpPr>
            <p:cNvPr id="6943" name=""/>
            <p:cNvSpPr/>
            <p:nvPr/>
          </p:nvSpPr>
          <p:spPr>
            <a:xfrm>
              <a:off x="5275440" y="303876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44" name=""/>
            <p:cNvSpPr/>
            <p:nvPr/>
          </p:nvSpPr>
          <p:spPr>
            <a:xfrm>
              <a:off x="5241960" y="1386000"/>
              <a:ext cx="36468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45" name=""/>
            <p:cNvSpPr/>
            <p:nvPr/>
          </p:nvSpPr>
          <p:spPr>
            <a:xfrm>
              <a:off x="5654520" y="1386000"/>
              <a:ext cx="36468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46" name=""/>
            <p:cNvSpPr/>
            <p:nvPr/>
          </p:nvSpPr>
          <p:spPr>
            <a:xfrm>
              <a:off x="6482520" y="138600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47" name=""/>
            <p:cNvSpPr/>
            <p:nvPr/>
          </p:nvSpPr>
          <p:spPr>
            <a:xfrm>
              <a:off x="6894720" y="1386000"/>
              <a:ext cx="3625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48" name=""/>
            <p:cNvSpPr/>
            <p:nvPr/>
          </p:nvSpPr>
          <p:spPr>
            <a:xfrm>
              <a:off x="6069600" y="138600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49" name=""/>
            <p:cNvSpPr/>
            <p:nvPr/>
          </p:nvSpPr>
          <p:spPr>
            <a:xfrm>
              <a:off x="7307640" y="1386000"/>
              <a:ext cx="3625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50" name=""/>
            <p:cNvSpPr/>
            <p:nvPr/>
          </p:nvSpPr>
          <p:spPr>
            <a:xfrm>
              <a:off x="7720560" y="1386000"/>
              <a:ext cx="3625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51" name=""/>
            <p:cNvSpPr/>
            <p:nvPr/>
          </p:nvSpPr>
          <p:spPr>
            <a:xfrm>
              <a:off x="8133480" y="1386000"/>
              <a:ext cx="3625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52" name=""/>
            <p:cNvSpPr/>
            <p:nvPr/>
          </p:nvSpPr>
          <p:spPr>
            <a:xfrm>
              <a:off x="5690160" y="303876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53" name=""/>
            <p:cNvSpPr/>
            <p:nvPr/>
          </p:nvSpPr>
          <p:spPr>
            <a:xfrm>
              <a:off x="6104520" y="3038760"/>
              <a:ext cx="3646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54" name=""/>
            <p:cNvSpPr/>
            <p:nvPr/>
          </p:nvSpPr>
          <p:spPr>
            <a:xfrm>
              <a:off x="6521040" y="303876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55" name=""/>
            <p:cNvSpPr/>
            <p:nvPr/>
          </p:nvSpPr>
          <p:spPr>
            <a:xfrm>
              <a:off x="6936120" y="303876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56" name=""/>
            <p:cNvSpPr/>
            <p:nvPr/>
          </p:nvSpPr>
          <p:spPr>
            <a:xfrm>
              <a:off x="7352280" y="3038760"/>
              <a:ext cx="3646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57" name=""/>
            <p:cNvSpPr/>
            <p:nvPr/>
          </p:nvSpPr>
          <p:spPr>
            <a:xfrm>
              <a:off x="7767360" y="303876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58" name=""/>
            <p:cNvSpPr/>
            <p:nvPr/>
          </p:nvSpPr>
          <p:spPr>
            <a:xfrm>
              <a:off x="8183520" y="3038760"/>
              <a:ext cx="3646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sp>
        <p:nvSpPr>
          <p:cNvPr id="6959" name=""/>
          <p:cNvSpPr/>
          <p:nvPr/>
        </p:nvSpPr>
        <p:spPr>
          <a:xfrm>
            <a:off x="216000" y="3568680"/>
            <a:ext cx="412884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960" name=""/>
          <p:cNvSpPr/>
          <p:nvPr/>
        </p:nvSpPr>
        <p:spPr>
          <a:xfrm>
            <a:off x="216000" y="3568680"/>
            <a:ext cx="4128840" cy="4096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961" name=""/>
          <p:cNvSpPr/>
          <p:nvPr/>
        </p:nvSpPr>
        <p:spPr>
          <a:xfrm>
            <a:off x="328680" y="3621240"/>
            <a:ext cx="383220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ffffff"/>
                </a:solidFill>
                <a:latin typeface="Arial"/>
                <a:ea typeface="Gulim"/>
              </a:rPr>
              <a:t>Title</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ffffff"/>
                </a:solidFill>
                <a:latin typeface="Arial"/>
                <a:ea typeface="Gulim"/>
              </a:rPr>
              <a:t>Measure</a:t>
            </a:r>
            <a:r>
              <a:rPr b="1" lang="en-US" sz="1000" spc="-1" strike="noStrike">
                <a:solidFill>
                  <a:srgbClr val="ffffff"/>
                </a:solidFill>
                <a:latin typeface="Arial"/>
                <a:ea typeface="Gulim"/>
              </a:rPr>
              <a:t> </a:t>
            </a:r>
            <a:endParaRPr b="0" lang="en-US" sz="1000" spc="-1" strike="noStrike">
              <a:solidFill>
                <a:srgbClr val="000000"/>
              </a:solidFill>
              <a:latin typeface="Times New Roman"/>
            </a:endParaRPr>
          </a:p>
        </p:txBody>
      </p:sp>
      <p:graphicFrame>
        <p:nvGraphicFramePr>
          <p:cNvPr id="6962" name=""/>
          <p:cNvGraphicFramePr/>
          <p:nvPr/>
        </p:nvGraphicFramePr>
        <p:xfrm>
          <a:off x="853920" y="4273560"/>
          <a:ext cx="3410280" cy="1542960"/>
        </p:xfrm>
        <a:graphic>
          <a:graphicData uri="http://schemas.openxmlformats.org/presentationml/2006/ole">
            <p:oleObj r:id="rId3" spid="">
              <p:embed/>
            </p:oleObj>
          </a:graphicData>
        </a:graphic>
      </p:graphicFrame>
      <p:sp>
        <p:nvSpPr>
          <p:cNvPr id="6963" name=""/>
          <p:cNvSpPr/>
          <p:nvPr/>
        </p:nvSpPr>
        <p:spPr>
          <a:xfrm>
            <a:off x="285840" y="5418000"/>
            <a:ext cx="6109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64" name=""/>
          <p:cNvSpPr/>
          <p:nvPr/>
        </p:nvSpPr>
        <p:spPr>
          <a:xfrm>
            <a:off x="285840" y="5010120"/>
            <a:ext cx="6109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65" name=""/>
          <p:cNvSpPr/>
          <p:nvPr/>
        </p:nvSpPr>
        <p:spPr>
          <a:xfrm>
            <a:off x="285840" y="4678200"/>
            <a:ext cx="6109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66" name=""/>
          <p:cNvSpPr/>
          <p:nvPr/>
        </p:nvSpPr>
        <p:spPr>
          <a:xfrm>
            <a:off x="285840" y="4405320"/>
            <a:ext cx="6109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67" name=""/>
          <p:cNvSpPr/>
          <p:nvPr/>
        </p:nvSpPr>
        <p:spPr>
          <a:xfrm>
            <a:off x="438120" y="4135320"/>
            <a:ext cx="469800" cy="15300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100%=</a:t>
            </a:r>
            <a:endParaRPr b="0" lang="en-US" sz="1000" spc="-1" strike="noStrike">
              <a:solidFill>
                <a:srgbClr val="000000"/>
              </a:solidFill>
              <a:latin typeface="Times New Roman"/>
            </a:endParaRPr>
          </a:p>
        </p:txBody>
      </p:sp>
      <p:grpSp>
        <p:nvGrpSpPr>
          <p:cNvPr id="6968" name=""/>
          <p:cNvGrpSpPr/>
          <p:nvPr/>
        </p:nvGrpSpPr>
        <p:grpSpPr>
          <a:xfrm>
            <a:off x="938160" y="4135320"/>
            <a:ext cx="3303360" cy="1805760"/>
            <a:chOff x="938160" y="4135320"/>
            <a:chExt cx="3303360" cy="1805760"/>
          </a:xfrm>
        </p:grpSpPr>
        <p:sp>
          <p:nvSpPr>
            <p:cNvPr id="6969" name=""/>
            <p:cNvSpPr/>
            <p:nvPr/>
          </p:nvSpPr>
          <p:spPr>
            <a:xfrm>
              <a:off x="971640" y="578808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70" name=""/>
            <p:cNvSpPr/>
            <p:nvPr/>
          </p:nvSpPr>
          <p:spPr>
            <a:xfrm>
              <a:off x="938160" y="4135320"/>
              <a:ext cx="364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71" name=""/>
            <p:cNvSpPr/>
            <p:nvPr/>
          </p:nvSpPr>
          <p:spPr>
            <a:xfrm>
              <a:off x="1350360" y="4135320"/>
              <a:ext cx="3643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72" name=""/>
            <p:cNvSpPr/>
            <p:nvPr/>
          </p:nvSpPr>
          <p:spPr>
            <a:xfrm>
              <a:off x="2177640" y="4135320"/>
              <a:ext cx="3618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73" name=""/>
            <p:cNvSpPr/>
            <p:nvPr/>
          </p:nvSpPr>
          <p:spPr>
            <a:xfrm>
              <a:off x="2589480" y="413532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74" name=""/>
            <p:cNvSpPr/>
            <p:nvPr/>
          </p:nvSpPr>
          <p:spPr>
            <a:xfrm>
              <a:off x="1765080" y="4135320"/>
              <a:ext cx="36180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75" name=""/>
            <p:cNvSpPr/>
            <p:nvPr/>
          </p:nvSpPr>
          <p:spPr>
            <a:xfrm>
              <a:off x="3002040" y="413532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76" name=""/>
            <p:cNvSpPr/>
            <p:nvPr/>
          </p:nvSpPr>
          <p:spPr>
            <a:xfrm>
              <a:off x="3414600" y="413532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77" name=""/>
            <p:cNvSpPr/>
            <p:nvPr/>
          </p:nvSpPr>
          <p:spPr>
            <a:xfrm>
              <a:off x="3827160" y="413532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78" name=""/>
            <p:cNvSpPr/>
            <p:nvPr/>
          </p:nvSpPr>
          <p:spPr>
            <a:xfrm>
              <a:off x="1386000" y="578808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79" name=""/>
            <p:cNvSpPr/>
            <p:nvPr/>
          </p:nvSpPr>
          <p:spPr>
            <a:xfrm>
              <a:off x="1800000" y="578808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80" name=""/>
            <p:cNvSpPr/>
            <p:nvPr/>
          </p:nvSpPr>
          <p:spPr>
            <a:xfrm>
              <a:off x="2216160" y="578808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81" name=""/>
            <p:cNvSpPr/>
            <p:nvPr/>
          </p:nvSpPr>
          <p:spPr>
            <a:xfrm>
              <a:off x="2630880" y="578808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82" name=""/>
            <p:cNvSpPr/>
            <p:nvPr/>
          </p:nvSpPr>
          <p:spPr>
            <a:xfrm>
              <a:off x="3046680" y="578808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83" name=""/>
            <p:cNvSpPr/>
            <p:nvPr/>
          </p:nvSpPr>
          <p:spPr>
            <a:xfrm>
              <a:off x="3461400" y="5788080"/>
              <a:ext cx="36396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84" name=""/>
            <p:cNvSpPr/>
            <p:nvPr/>
          </p:nvSpPr>
          <p:spPr>
            <a:xfrm>
              <a:off x="3877200" y="578808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sp>
        <p:nvSpPr>
          <p:cNvPr id="6985" name=""/>
          <p:cNvSpPr/>
          <p:nvPr/>
        </p:nvSpPr>
        <p:spPr>
          <a:xfrm>
            <a:off x="4522680" y="3568680"/>
            <a:ext cx="4129200" cy="25574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986" name=""/>
          <p:cNvSpPr/>
          <p:nvPr/>
        </p:nvSpPr>
        <p:spPr>
          <a:xfrm>
            <a:off x="4522680" y="3568680"/>
            <a:ext cx="4129200" cy="40968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6987" name=""/>
          <p:cNvSpPr/>
          <p:nvPr/>
        </p:nvSpPr>
        <p:spPr>
          <a:xfrm>
            <a:off x="4632480" y="3621240"/>
            <a:ext cx="3835080" cy="3056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ffffff"/>
                </a:solidFill>
                <a:latin typeface="Arial"/>
                <a:ea typeface="Gulim"/>
              </a:rPr>
              <a:t>Title</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ffffff"/>
                </a:solidFill>
                <a:latin typeface="Arial"/>
                <a:ea typeface="Gulim"/>
              </a:rPr>
              <a:t>Measure</a:t>
            </a:r>
            <a:r>
              <a:rPr b="1" lang="en-US" sz="1000" spc="-1" strike="noStrike">
                <a:solidFill>
                  <a:srgbClr val="ffffff"/>
                </a:solidFill>
                <a:latin typeface="Arial"/>
                <a:ea typeface="Gulim"/>
              </a:rPr>
              <a:t> </a:t>
            </a:r>
            <a:endParaRPr b="0" lang="en-US" sz="1000" spc="-1" strike="noStrike">
              <a:solidFill>
                <a:srgbClr val="000000"/>
              </a:solidFill>
              <a:latin typeface="Times New Roman"/>
            </a:endParaRPr>
          </a:p>
        </p:txBody>
      </p:sp>
      <p:graphicFrame>
        <p:nvGraphicFramePr>
          <p:cNvPr id="6988" name=""/>
          <p:cNvGraphicFramePr/>
          <p:nvPr/>
        </p:nvGraphicFramePr>
        <p:xfrm>
          <a:off x="5159520" y="4273560"/>
          <a:ext cx="3409920" cy="1542960"/>
        </p:xfrm>
        <a:graphic>
          <a:graphicData uri="http://schemas.openxmlformats.org/presentationml/2006/ole">
            <p:oleObj r:id="rId4" spid="">
              <p:embed/>
            </p:oleObj>
          </a:graphicData>
        </a:graphic>
      </p:graphicFrame>
      <p:sp>
        <p:nvSpPr>
          <p:cNvPr id="6989" name=""/>
          <p:cNvSpPr/>
          <p:nvPr/>
        </p:nvSpPr>
        <p:spPr>
          <a:xfrm>
            <a:off x="4592520" y="5418000"/>
            <a:ext cx="611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90" name=""/>
          <p:cNvSpPr/>
          <p:nvPr/>
        </p:nvSpPr>
        <p:spPr>
          <a:xfrm>
            <a:off x="4592520" y="5010120"/>
            <a:ext cx="611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91" name=""/>
          <p:cNvSpPr/>
          <p:nvPr/>
        </p:nvSpPr>
        <p:spPr>
          <a:xfrm>
            <a:off x="4592520" y="4678200"/>
            <a:ext cx="611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92" name=""/>
          <p:cNvSpPr/>
          <p:nvPr/>
        </p:nvSpPr>
        <p:spPr>
          <a:xfrm>
            <a:off x="4592520" y="4405320"/>
            <a:ext cx="6112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Series</a:t>
            </a:r>
            <a:endParaRPr b="0" lang="en-US" sz="1000" spc="-1" strike="noStrike">
              <a:solidFill>
                <a:srgbClr val="000000"/>
              </a:solidFill>
              <a:latin typeface="Times New Roman"/>
            </a:endParaRPr>
          </a:p>
        </p:txBody>
      </p:sp>
      <p:sp>
        <p:nvSpPr>
          <p:cNvPr id="6993" name=""/>
          <p:cNvSpPr/>
          <p:nvPr/>
        </p:nvSpPr>
        <p:spPr>
          <a:xfrm>
            <a:off x="4745160" y="4135320"/>
            <a:ext cx="469800" cy="153000"/>
          </a:xfrm>
          <a:prstGeom prst="rect">
            <a:avLst/>
          </a:prstGeom>
          <a:noFill/>
          <a:ln w="0">
            <a:noFill/>
          </a:ln>
        </p:spPr>
        <p:style>
          <a:lnRef idx="0"/>
          <a:fillRef idx="0"/>
          <a:effectRef idx="0"/>
          <a:fontRef idx="minor"/>
        </p:style>
        <p:txBody>
          <a:bodyPr lIns="0" rIns="0" tIns="0" bIns="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100%=</a:t>
            </a:r>
            <a:endParaRPr b="0" lang="en-US" sz="1000" spc="-1" strike="noStrike">
              <a:solidFill>
                <a:srgbClr val="000000"/>
              </a:solidFill>
              <a:latin typeface="Times New Roman"/>
            </a:endParaRPr>
          </a:p>
        </p:txBody>
      </p:sp>
      <p:grpSp>
        <p:nvGrpSpPr>
          <p:cNvPr id="6994" name=""/>
          <p:cNvGrpSpPr/>
          <p:nvPr/>
        </p:nvGrpSpPr>
        <p:grpSpPr>
          <a:xfrm>
            <a:off x="5241960" y="4135320"/>
            <a:ext cx="3306240" cy="1805760"/>
            <a:chOff x="5241960" y="4135320"/>
            <a:chExt cx="3306240" cy="1805760"/>
          </a:xfrm>
        </p:grpSpPr>
        <p:sp>
          <p:nvSpPr>
            <p:cNvPr id="6995" name=""/>
            <p:cNvSpPr/>
            <p:nvPr/>
          </p:nvSpPr>
          <p:spPr>
            <a:xfrm>
              <a:off x="5275440" y="578808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6996" name=""/>
            <p:cNvSpPr/>
            <p:nvPr/>
          </p:nvSpPr>
          <p:spPr>
            <a:xfrm>
              <a:off x="5241960" y="4135320"/>
              <a:ext cx="36468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97" name=""/>
            <p:cNvSpPr/>
            <p:nvPr/>
          </p:nvSpPr>
          <p:spPr>
            <a:xfrm>
              <a:off x="5654520" y="4135320"/>
              <a:ext cx="36468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98" name=""/>
            <p:cNvSpPr/>
            <p:nvPr/>
          </p:nvSpPr>
          <p:spPr>
            <a:xfrm>
              <a:off x="6482520" y="413532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6999" name=""/>
            <p:cNvSpPr/>
            <p:nvPr/>
          </p:nvSpPr>
          <p:spPr>
            <a:xfrm>
              <a:off x="6894720" y="4135320"/>
              <a:ext cx="3625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7000" name=""/>
            <p:cNvSpPr/>
            <p:nvPr/>
          </p:nvSpPr>
          <p:spPr>
            <a:xfrm>
              <a:off x="6069600" y="4135320"/>
              <a:ext cx="36216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7001" name=""/>
            <p:cNvSpPr/>
            <p:nvPr/>
          </p:nvSpPr>
          <p:spPr>
            <a:xfrm>
              <a:off x="7307640" y="4135320"/>
              <a:ext cx="3625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7002" name=""/>
            <p:cNvSpPr/>
            <p:nvPr/>
          </p:nvSpPr>
          <p:spPr>
            <a:xfrm>
              <a:off x="7720560" y="4135320"/>
              <a:ext cx="3625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7003" name=""/>
            <p:cNvSpPr/>
            <p:nvPr/>
          </p:nvSpPr>
          <p:spPr>
            <a:xfrm>
              <a:off x="8133480" y="4135320"/>
              <a:ext cx="362520" cy="15300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000" spc="-1" strike="noStrike">
                  <a:solidFill>
                    <a:srgbClr val="000000"/>
                  </a:solidFill>
                  <a:latin typeface="Arial"/>
                  <a:ea typeface="宋体"/>
                </a:rPr>
                <a:t>000</a:t>
              </a:r>
              <a:endParaRPr b="0" lang="en-US" sz="1000" spc="-1" strike="noStrike">
                <a:solidFill>
                  <a:srgbClr val="000000"/>
                </a:solidFill>
                <a:latin typeface="Times New Roman"/>
              </a:endParaRPr>
            </a:p>
          </p:txBody>
        </p:sp>
        <p:sp>
          <p:nvSpPr>
            <p:cNvPr id="7004" name=""/>
            <p:cNvSpPr/>
            <p:nvPr/>
          </p:nvSpPr>
          <p:spPr>
            <a:xfrm>
              <a:off x="5690160" y="578808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7005" name=""/>
            <p:cNvSpPr/>
            <p:nvPr/>
          </p:nvSpPr>
          <p:spPr>
            <a:xfrm>
              <a:off x="6104520" y="5788080"/>
              <a:ext cx="3646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7006" name=""/>
            <p:cNvSpPr/>
            <p:nvPr/>
          </p:nvSpPr>
          <p:spPr>
            <a:xfrm>
              <a:off x="6521040" y="578808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7007" name=""/>
            <p:cNvSpPr/>
            <p:nvPr/>
          </p:nvSpPr>
          <p:spPr>
            <a:xfrm>
              <a:off x="6936120" y="578808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7008" name=""/>
            <p:cNvSpPr/>
            <p:nvPr/>
          </p:nvSpPr>
          <p:spPr>
            <a:xfrm>
              <a:off x="7352280" y="5788080"/>
              <a:ext cx="3646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7009" name=""/>
            <p:cNvSpPr/>
            <p:nvPr/>
          </p:nvSpPr>
          <p:spPr>
            <a:xfrm>
              <a:off x="7767360" y="5788080"/>
              <a:ext cx="36432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sp>
          <p:nvSpPr>
            <p:cNvPr id="7010" name=""/>
            <p:cNvSpPr/>
            <p:nvPr/>
          </p:nvSpPr>
          <p:spPr>
            <a:xfrm>
              <a:off x="8183520" y="5788080"/>
              <a:ext cx="364680" cy="153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000" spc="-1" strike="noStrike">
                  <a:solidFill>
                    <a:srgbClr val="000000"/>
                  </a:solidFill>
                  <a:latin typeface="Arial"/>
                  <a:ea typeface="宋体"/>
                </a:rPr>
                <a:t>Text</a:t>
              </a:r>
              <a:endParaRPr b="0" lang="en-US" sz="1000" spc="-1" strike="noStrike">
                <a:solidFill>
                  <a:srgbClr val="000000"/>
                </a:solidFill>
                <a:latin typeface="Times New Roman"/>
              </a:endParaRPr>
            </a:p>
          </p:txBody>
        </p:sp>
      </p:grpSp>
      <p:sp>
        <p:nvSpPr>
          <p:cNvPr id="7011"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3" name="PlaceHolder 2"/>
          <p:cNvSpPr>
            <a:spLocks noGrp="1"/>
          </p:cNvSpPr>
          <p:nvPr>
            <p:ph type="sldNum" idx="2"/>
          </p:nvPr>
        </p:nvSpPr>
        <p:spPr/>
        <p:txBody>
          <a:bodyPr/>
          <a:p>
            <a:fld id="{1B7924B5-BF90-4616-A15E-81E96A975C8C}" type="slidenum">
              <a:t>292</a:t>
            </a:fld>
          </a:p>
        </p:txBody>
      </p:sp>
    </p:spTree>
  </p:cSld>
  <mc:AlternateContent>
    <mc:Choice Requires="p14">
      <p:transition spd="slow" p14:dur="2000"/>
    </mc:Choice>
    <mc:Fallback>
      <p:transition spd="slow"/>
    </mc:Fallback>
  </mc:AlternateContent>
</p:sld>
</file>

<file path=ppt/slides/slide2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12"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7013"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014"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pSp>
        <p:nvGrpSpPr>
          <p:cNvPr id="7015" name=""/>
          <p:cNvGrpSpPr/>
          <p:nvPr/>
        </p:nvGrpSpPr>
        <p:grpSpPr>
          <a:xfrm>
            <a:off x="411120" y="1396800"/>
            <a:ext cx="3828600" cy="490680"/>
            <a:chOff x="411120" y="1396800"/>
            <a:chExt cx="3828600" cy="490680"/>
          </a:xfrm>
        </p:grpSpPr>
        <p:sp>
          <p:nvSpPr>
            <p:cNvPr id="7016" name=""/>
            <p:cNvSpPr/>
            <p:nvPr/>
          </p:nvSpPr>
          <p:spPr>
            <a:xfrm>
              <a:off x="411120" y="1396800"/>
              <a:ext cx="3828600" cy="4273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Measure</a:t>
              </a:r>
              <a:endParaRPr b="0" lang="en-US" sz="1400" spc="-1" strike="noStrike">
                <a:solidFill>
                  <a:srgbClr val="000000"/>
                </a:solidFill>
                <a:latin typeface="Times New Roman"/>
              </a:endParaRPr>
            </a:p>
          </p:txBody>
        </p:sp>
        <p:sp>
          <p:nvSpPr>
            <p:cNvPr id="7017" name=""/>
            <p:cNvSpPr/>
            <p:nvPr/>
          </p:nvSpPr>
          <p:spPr>
            <a:xfrm>
              <a:off x="411120" y="1886040"/>
              <a:ext cx="382680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pSp>
      <p:graphicFrame>
        <p:nvGraphicFramePr>
          <p:cNvPr id="7018" name=""/>
          <p:cNvGraphicFramePr/>
          <p:nvPr/>
        </p:nvGraphicFramePr>
        <p:xfrm>
          <a:off x="600120" y="2405160"/>
          <a:ext cx="3403440" cy="2719440"/>
        </p:xfrm>
        <a:graphic>
          <a:graphicData uri="http://schemas.openxmlformats.org/presentationml/2006/ole">
            <p:oleObj r:id="rId1" spid="">
              <p:embed/>
            </p:oleObj>
          </a:graphicData>
        </a:graphic>
      </p:graphicFrame>
      <p:sp>
        <p:nvSpPr>
          <p:cNvPr id="7019" name=""/>
          <p:cNvSpPr/>
          <p:nvPr/>
        </p:nvSpPr>
        <p:spPr>
          <a:xfrm>
            <a:off x="1585800" y="479124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7020" name=""/>
          <p:cNvSpPr/>
          <p:nvPr/>
        </p:nvSpPr>
        <p:spPr>
          <a:xfrm>
            <a:off x="519120" y="378612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7021" name=""/>
          <p:cNvSpPr/>
          <p:nvPr/>
        </p:nvSpPr>
        <p:spPr>
          <a:xfrm>
            <a:off x="690480" y="297036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7022" name=""/>
          <p:cNvSpPr/>
          <p:nvPr/>
        </p:nvSpPr>
        <p:spPr>
          <a:xfrm>
            <a:off x="1739880" y="254304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7023" name=""/>
          <p:cNvSpPr/>
          <p:nvPr/>
        </p:nvSpPr>
        <p:spPr>
          <a:xfrm>
            <a:off x="3332160" y="34354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7024" name=""/>
          <p:cNvSpPr/>
          <p:nvPr/>
        </p:nvSpPr>
        <p:spPr>
          <a:xfrm>
            <a:off x="1465200" y="2075040"/>
            <a:ext cx="16509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100% = </a:t>
            </a:r>
            <a:r>
              <a:rPr b="0" lang="en-US" sz="1400" spc="-1" strike="noStrike">
                <a:solidFill>
                  <a:srgbClr val="000000"/>
                </a:solidFill>
                <a:latin typeface="Arial"/>
                <a:ea typeface="宋体"/>
              </a:rPr>
              <a:t>xxxx</a:t>
            </a:r>
            <a:endParaRPr b="0" lang="en-US" sz="1400" spc="-1" strike="noStrike">
              <a:solidFill>
                <a:srgbClr val="000000"/>
              </a:solidFill>
              <a:latin typeface="Times New Roman"/>
            </a:endParaRPr>
          </a:p>
        </p:txBody>
      </p:sp>
      <p:grpSp>
        <p:nvGrpSpPr>
          <p:cNvPr id="7025" name=""/>
          <p:cNvGrpSpPr/>
          <p:nvPr/>
        </p:nvGrpSpPr>
        <p:grpSpPr>
          <a:xfrm>
            <a:off x="4600440" y="1396800"/>
            <a:ext cx="3831840" cy="490680"/>
            <a:chOff x="4600440" y="1396800"/>
            <a:chExt cx="3831840" cy="490680"/>
          </a:xfrm>
        </p:grpSpPr>
        <p:sp>
          <p:nvSpPr>
            <p:cNvPr id="7026" name=""/>
            <p:cNvSpPr/>
            <p:nvPr/>
          </p:nvSpPr>
          <p:spPr>
            <a:xfrm>
              <a:off x="4600440" y="1396800"/>
              <a:ext cx="3831840" cy="4273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Measure</a:t>
              </a:r>
              <a:endParaRPr b="0" lang="en-US" sz="1400" spc="-1" strike="noStrike">
                <a:solidFill>
                  <a:srgbClr val="000000"/>
                </a:solidFill>
                <a:latin typeface="Times New Roman"/>
              </a:endParaRPr>
            </a:p>
          </p:txBody>
        </p:sp>
        <p:sp>
          <p:nvSpPr>
            <p:cNvPr id="7027" name=""/>
            <p:cNvSpPr/>
            <p:nvPr/>
          </p:nvSpPr>
          <p:spPr>
            <a:xfrm>
              <a:off x="4600440" y="1886040"/>
              <a:ext cx="383004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pSp>
      <p:graphicFrame>
        <p:nvGraphicFramePr>
          <p:cNvPr id="7028" name=""/>
          <p:cNvGraphicFramePr/>
          <p:nvPr/>
        </p:nvGraphicFramePr>
        <p:xfrm>
          <a:off x="4791240" y="2405160"/>
          <a:ext cx="3403440" cy="2719440"/>
        </p:xfrm>
        <a:graphic>
          <a:graphicData uri="http://schemas.openxmlformats.org/presentationml/2006/ole">
            <p:oleObj r:id="rId2" spid="">
              <p:embed/>
            </p:oleObj>
          </a:graphicData>
        </a:graphic>
      </p:graphicFrame>
      <p:sp>
        <p:nvSpPr>
          <p:cNvPr id="7029" name=""/>
          <p:cNvSpPr/>
          <p:nvPr/>
        </p:nvSpPr>
        <p:spPr>
          <a:xfrm>
            <a:off x="5778360" y="479124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7030" name=""/>
          <p:cNvSpPr/>
          <p:nvPr/>
        </p:nvSpPr>
        <p:spPr>
          <a:xfrm>
            <a:off x="4708440" y="378612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7031" name=""/>
          <p:cNvSpPr/>
          <p:nvPr/>
        </p:nvSpPr>
        <p:spPr>
          <a:xfrm>
            <a:off x="4879800" y="297036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7032" name=""/>
          <p:cNvSpPr/>
          <p:nvPr/>
        </p:nvSpPr>
        <p:spPr>
          <a:xfrm>
            <a:off x="5932440" y="254304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7033" name=""/>
          <p:cNvSpPr/>
          <p:nvPr/>
        </p:nvSpPr>
        <p:spPr>
          <a:xfrm>
            <a:off x="7524720" y="34354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7034" name=""/>
          <p:cNvSpPr/>
          <p:nvPr/>
        </p:nvSpPr>
        <p:spPr>
          <a:xfrm>
            <a:off x="5654520" y="2075040"/>
            <a:ext cx="165132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100% = </a:t>
            </a:r>
            <a:r>
              <a:rPr b="0" lang="en-US" sz="1400" spc="-1" strike="noStrike">
                <a:solidFill>
                  <a:srgbClr val="000000"/>
                </a:solidFill>
                <a:latin typeface="Arial"/>
                <a:ea typeface="宋体"/>
              </a:rPr>
              <a:t>xxxx</a:t>
            </a:r>
            <a:endParaRPr b="0" lang="en-US" sz="1400" spc="-1" strike="noStrike">
              <a:solidFill>
                <a:srgbClr val="000000"/>
              </a:solidFill>
              <a:latin typeface="Times New Roman"/>
            </a:endParaRPr>
          </a:p>
        </p:txBody>
      </p:sp>
      <p:sp>
        <p:nvSpPr>
          <p:cNvPr id="3" name="PlaceHolder 2"/>
          <p:cNvSpPr>
            <a:spLocks noGrp="1"/>
          </p:cNvSpPr>
          <p:nvPr>
            <p:ph type="sldNum" idx="2"/>
          </p:nvPr>
        </p:nvSpPr>
        <p:spPr/>
        <p:txBody>
          <a:bodyPr/>
          <a:p>
            <a:fld id="{F5223406-24A9-4E18-89BD-DFBAB64CA980}" type="slidenum">
              <a:t>293</a:t>
            </a:fld>
          </a:p>
        </p:txBody>
      </p:sp>
    </p:spTree>
  </p:cSld>
  <mc:AlternateContent>
    <mc:Choice Requires="p14">
      <p:transition spd="slow" p14:dur="2000"/>
    </mc:Choice>
    <mc:Fallback>
      <p:transition spd="slow"/>
    </mc:Fallback>
  </mc:AlternateContent>
</p:sld>
</file>

<file path=ppt/slides/slide2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35"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703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037"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graphicFrame>
        <p:nvGraphicFramePr>
          <p:cNvPr id="7038" name=""/>
          <p:cNvGraphicFramePr/>
          <p:nvPr/>
        </p:nvGraphicFramePr>
        <p:xfrm>
          <a:off x="173160" y="2655720"/>
          <a:ext cx="2652480" cy="2357640"/>
        </p:xfrm>
        <a:graphic>
          <a:graphicData uri="http://schemas.openxmlformats.org/presentationml/2006/ole">
            <p:oleObj r:id="rId1" spid="">
              <p:embed/>
            </p:oleObj>
          </a:graphicData>
        </a:graphic>
      </p:graphicFrame>
      <p:sp>
        <p:nvSpPr>
          <p:cNvPr id="7039" name=""/>
          <p:cNvSpPr/>
          <p:nvPr/>
        </p:nvSpPr>
        <p:spPr>
          <a:xfrm>
            <a:off x="1003320" y="461016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7040" name=""/>
          <p:cNvSpPr/>
          <p:nvPr/>
        </p:nvSpPr>
        <p:spPr>
          <a:xfrm>
            <a:off x="157320" y="38386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7041" name=""/>
          <p:cNvSpPr/>
          <p:nvPr/>
        </p:nvSpPr>
        <p:spPr>
          <a:xfrm>
            <a:off x="157320" y="327960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7042" name=""/>
          <p:cNvSpPr/>
          <p:nvPr/>
        </p:nvSpPr>
        <p:spPr>
          <a:xfrm>
            <a:off x="1123920" y="28432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7043" name=""/>
          <p:cNvSpPr/>
          <p:nvPr/>
        </p:nvSpPr>
        <p:spPr>
          <a:xfrm>
            <a:off x="2292480" y="36370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7044" name=""/>
          <p:cNvSpPr/>
          <p:nvPr/>
        </p:nvSpPr>
        <p:spPr>
          <a:xfrm>
            <a:off x="684360" y="2325600"/>
            <a:ext cx="16509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100% = </a:t>
            </a:r>
            <a:r>
              <a:rPr b="0" lang="en-US" sz="1400" spc="-1" strike="noStrike">
                <a:solidFill>
                  <a:srgbClr val="000000"/>
                </a:solidFill>
                <a:latin typeface="Arial"/>
                <a:ea typeface="宋体"/>
              </a:rPr>
              <a:t>xxxx</a:t>
            </a:r>
            <a:endParaRPr b="0" lang="en-US" sz="1400" spc="-1" strike="noStrike">
              <a:solidFill>
                <a:srgbClr val="000000"/>
              </a:solidFill>
              <a:latin typeface="Times New Roman"/>
            </a:endParaRPr>
          </a:p>
        </p:txBody>
      </p:sp>
      <p:sp>
        <p:nvSpPr>
          <p:cNvPr id="7045" name=""/>
          <p:cNvSpPr/>
          <p:nvPr/>
        </p:nvSpPr>
        <p:spPr>
          <a:xfrm>
            <a:off x="136440" y="1647720"/>
            <a:ext cx="2746440" cy="4273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Measure</a:t>
            </a:r>
            <a:endParaRPr b="0" lang="en-US" sz="1400" spc="-1" strike="noStrike">
              <a:solidFill>
                <a:srgbClr val="000000"/>
              </a:solidFill>
              <a:latin typeface="Times New Roman"/>
            </a:endParaRPr>
          </a:p>
        </p:txBody>
      </p:sp>
      <p:sp>
        <p:nvSpPr>
          <p:cNvPr id="7046" name=""/>
          <p:cNvSpPr/>
          <p:nvPr/>
        </p:nvSpPr>
        <p:spPr>
          <a:xfrm>
            <a:off x="136440" y="2136600"/>
            <a:ext cx="274500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graphicFrame>
        <p:nvGraphicFramePr>
          <p:cNvPr id="7047" name=""/>
          <p:cNvGraphicFramePr/>
          <p:nvPr/>
        </p:nvGraphicFramePr>
        <p:xfrm>
          <a:off x="3095640" y="2655720"/>
          <a:ext cx="2652840" cy="2357640"/>
        </p:xfrm>
        <a:graphic>
          <a:graphicData uri="http://schemas.openxmlformats.org/presentationml/2006/ole">
            <p:oleObj r:id="rId2" spid="">
              <p:embed/>
            </p:oleObj>
          </a:graphicData>
        </a:graphic>
      </p:graphicFrame>
      <p:sp>
        <p:nvSpPr>
          <p:cNvPr id="7048" name=""/>
          <p:cNvSpPr/>
          <p:nvPr/>
        </p:nvSpPr>
        <p:spPr>
          <a:xfrm>
            <a:off x="3925800" y="461016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7049" name=""/>
          <p:cNvSpPr/>
          <p:nvPr/>
        </p:nvSpPr>
        <p:spPr>
          <a:xfrm>
            <a:off x="3079800" y="38386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7050" name=""/>
          <p:cNvSpPr/>
          <p:nvPr/>
        </p:nvSpPr>
        <p:spPr>
          <a:xfrm>
            <a:off x="3079800" y="327960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7051" name=""/>
          <p:cNvSpPr/>
          <p:nvPr/>
        </p:nvSpPr>
        <p:spPr>
          <a:xfrm>
            <a:off x="4046400" y="28432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7052" name=""/>
          <p:cNvSpPr/>
          <p:nvPr/>
        </p:nvSpPr>
        <p:spPr>
          <a:xfrm>
            <a:off x="5214960" y="36370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7053" name=""/>
          <p:cNvSpPr/>
          <p:nvPr/>
        </p:nvSpPr>
        <p:spPr>
          <a:xfrm>
            <a:off x="3606840" y="2325600"/>
            <a:ext cx="16509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100% = </a:t>
            </a:r>
            <a:r>
              <a:rPr b="0" lang="en-US" sz="1400" spc="-1" strike="noStrike">
                <a:solidFill>
                  <a:srgbClr val="000000"/>
                </a:solidFill>
                <a:latin typeface="Arial"/>
                <a:ea typeface="宋体"/>
              </a:rPr>
              <a:t>xxxx</a:t>
            </a:r>
            <a:endParaRPr b="0" lang="en-US" sz="1400" spc="-1" strike="noStrike">
              <a:solidFill>
                <a:srgbClr val="000000"/>
              </a:solidFill>
              <a:latin typeface="Times New Roman"/>
            </a:endParaRPr>
          </a:p>
        </p:txBody>
      </p:sp>
      <p:sp>
        <p:nvSpPr>
          <p:cNvPr id="7054" name=""/>
          <p:cNvSpPr/>
          <p:nvPr/>
        </p:nvSpPr>
        <p:spPr>
          <a:xfrm>
            <a:off x="3059280" y="1647720"/>
            <a:ext cx="2746080" cy="4273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Measure</a:t>
            </a:r>
            <a:endParaRPr b="0" lang="en-US" sz="1400" spc="-1" strike="noStrike">
              <a:solidFill>
                <a:srgbClr val="000000"/>
              </a:solidFill>
              <a:latin typeface="Times New Roman"/>
            </a:endParaRPr>
          </a:p>
        </p:txBody>
      </p:sp>
      <p:sp>
        <p:nvSpPr>
          <p:cNvPr id="7055" name=""/>
          <p:cNvSpPr/>
          <p:nvPr/>
        </p:nvSpPr>
        <p:spPr>
          <a:xfrm>
            <a:off x="3059280" y="2136600"/>
            <a:ext cx="274464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graphicFrame>
        <p:nvGraphicFramePr>
          <p:cNvPr id="7056" name=""/>
          <p:cNvGraphicFramePr/>
          <p:nvPr/>
        </p:nvGraphicFramePr>
        <p:xfrm>
          <a:off x="6016680" y="2655720"/>
          <a:ext cx="2652480" cy="2357640"/>
        </p:xfrm>
        <a:graphic>
          <a:graphicData uri="http://schemas.openxmlformats.org/presentationml/2006/ole">
            <p:oleObj r:id="rId3" spid="">
              <p:embed/>
            </p:oleObj>
          </a:graphicData>
        </a:graphic>
      </p:graphicFrame>
      <p:sp>
        <p:nvSpPr>
          <p:cNvPr id="7057" name=""/>
          <p:cNvSpPr/>
          <p:nvPr/>
        </p:nvSpPr>
        <p:spPr>
          <a:xfrm>
            <a:off x="6846840" y="461016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1</a:t>
            </a:r>
            <a:endParaRPr b="0" lang="en-US" sz="1400" spc="-1" strike="noStrike">
              <a:solidFill>
                <a:srgbClr val="000000"/>
              </a:solidFill>
              <a:latin typeface="Times New Roman"/>
            </a:endParaRPr>
          </a:p>
        </p:txBody>
      </p:sp>
      <p:sp>
        <p:nvSpPr>
          <p:cNvPr id="7058" name=""/>
          <p:cNvSpPr/>
          <p:nvPr/>
        </p:nvSpPr>
        <p:spPr>
          <a:xfrm>
            <a:off x="6000840" y="38386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2</a:t>
            </a:r>
            <a:endParaRPr b="0" lang="en-US" sz="1400" spc="-1" strike="noStrike">
              <a:solidFill>
                <a:srgbClr val="000000"/>
              </a:solidFill>
              <a:latin typeface="Times New Roman"/>
            </a:endParaRPr>
          </a:p>
        </p:txBody>
      </p:sp>
      <p:sp>
        <p:nvSpPr>
          <p:cNvPr id="7059" name=""/>
          <p:cNvSpPr/>
          <p:nvPr/>
        </p:nvSpPr>
        <p:spPr>
          <a:xfrm>
            <a:off x="6000840" y="327960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3</a:t>
            </a:r>
            <a:endParaRPr b="0" lang="en-US" sz="1400" spc="-1" strike="noStrike">
              <a:solidFill>
                <a:srgbClr val="000000"/>
              </a:solidFill>
              <a:latin typeface="Times New Roman"/>
            </a:endParaRPr>
          </a:p>
        </p:txBody>
      </p:sp>
      <p:sp>
        <p:nvSpPr>
          <p:cNvPr id="7060" name=""/>
          <p:cNvSpPr/>
          <p:nvPr/>
        </p:nvSpPr>
        <p:spPr>
          <a:xfrm>
            <a:off x="6967440" y="28432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4</a:t>
            </a:r>
            <a:endParaRPr b="0" lang="en-US" sz="1400" spc="-1" strike="noStrike">
              <a:solidFill>
                <a:srgbClr val="000000"/>
              </a:solidFill>
              <a:latin typeface="Times New Roman"/>
            </a:endParaRPr>
          </a:p>
        </p:txBody>
      </p:sp>
      <p:sp>
        <p:nvSpPr>
          <p:cNvPr id="7061" name=""/>
          <p:cNvSpPr/>
          <p:nvPr/>
        </p:nvSpPr>
        <p:spPr>
          <a:xfrm>
            <a:off x="8136000" y="3637080"/>
            <a:ext cx="844560" cy="2138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a:solidFill>
                  <a:srgbClr val="000000"/>
                </a:solidFill>
                <a:latin typeface="Arial"/>
                <a:ea typeface="宋体"/>
              </a:rPr>
              <a:t>Label 5</a:t>
            </a:r>
            <a:endParaRPr b="0" lang="en-US" sz="1400" spc="-1" strike="noStrike">
              <a:solidFill>
                <a:srgbClr val="000000"/>
              </a:solidFill>
              <a:latin typeface="Times New Roman"/>
            </a:endParaRPr>
          </a:p>
        </p:txBody>
      </p:sp>
      <p:sp>
        <p:nvSpPr>
          <p:cNvPr id="7062" name=""/>
          <p:cNvSpPr/>
          <p:nvPr/>
        </p:nvSpPr>
        <p:spPr>
          <a:xfrm>
            <a:off x="6527880" y="2325600"/>
            <a:ext cx="1650960" cy="2138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400" spc="-1" strike="noStrike">
                <a:solidFill>
                  <a:srgbClr val="000000"/>
                </a:solidFill>
                <a:latin typeface="Arial"/>
                <a:ea typeface="宋体"/>
              </a:rPr>
              <a:t>100% = </a:t>
            </a:r>
            <a:r>
              <a:rPr b="0" lang="en-US" sz="1400" spc="-1" strike="noStrike">
                <a:solidFill>
                  <a:srgbClr val="000000"/>
                </a:solidFill>
                <a:latin typeface="Arial"/>
                <a:ea typeface="宋体"/>
              </a:rPr>
              <a:t>xxxx</a:t>
            </a:r>
            <a:endParaRPr b="0" lang="en-US" sz="1400" spc="-1" strike="noStrike">
              <a:solidFill>
                <a:srgbClr val="000000"/>
              </a:solidFill>
              <a:latin typeface="Times New Roman"/>
            </a:endParaRPr>
          </a:p>
        </p:txBody>
      </p:sp>
      <p:sp>
        <p:nvSpPr>
          <p:cNvPr id="7063" name=""/>
          <p:cNvSpPr/>
          <p:nvPr/>
        </p:nvSpPr>
        <p:spPr>
          <a:xfrm>
            <a:off x="5979960" y="1647720"/>
            <a:ext cx="2746440" cy="4273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400" spc="-1" strike="noStrike">
                <a:solidFill>
                  <a:srgbClr val="000000"/>
                </a:solidFill>
                <a:latin typeface="Arial"/>
                <a:ea typeface="Gulim"/>
              </a:rPr>
              <a:t>Title</a:t>
            </a:r>
            <a:endParaRPr b="0" lang="en-US" sz="14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400" spc="-1" strike="noStrike">
                <a:solidFill>
                  <a:srgbClr val="000000"/>
                </a:solidFill>
                <a:latin typeface="Arial"/>
                <a:ea typeface="Gulim"/>
              </a:rPr>
              <a:t>Measure</a:t>
            </a:r>
            <a:endParaRPr b="0" lang="en-US" sz="1400" spc="-1" strike="noStrike">
              <a:solidFill>
                <a:srgbClr val="000000"/>
              </a:solidFill>
              <a:latin typeface="Times New Roman"/>
            </a:endParaRPr>
          </a:p>
        </p:txBody>
      </p:sp>
      <p:sp>
        <p:nvSpPr>
          <p:cNvPr id="7064" name=""/>
          <p:cNvSpPr/>
          <p:nvPr/>
        </p:nvSpPr>
        <p:spPr>
          <a:xfrm>
            <a:off x="5979960" y="2136600"/>
            <a:ext cx="274500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B5861291-809B-43E2-A427-3E116AF4EE36}" type="slidenum">
              <a:t>294</a:t>
            </a:fld>
          </a:p>
        </p:txBody>
      </p:sp>
    </p:spTree>
  </p:cSld>
  <mc:AlternateContent>
    <mc:Choice Requires="p14">
      <p:transition spd="slow" p14:dur="2000"/>
    </mc:Choice>
    <mc:Fallback>
      <p:transition spd="slow"/>
    </mc:Fallback>
  </mc:AlternateContent>
</p:sld>
</file>

<file path=ppt/slides/slide2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65"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7066"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067"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7068" name=""/>
          <p:cNvSpPr/>
          <p:nvPr/>
        </p:nvSpPr>
        <p:spPr>
          <a:xfrm>
            <a:off x="552600" y="958680"/>
            <a:ext cx="3770280" cy="25228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069" name=""/>
          <p:cNvSpPr/>
          <p:nvPr/>
        </p:nvSpPr>
        <p:spPr>
          <a:xfrm>
            <a:off x="552600" y="958680"/>
            <a:ext cx="3770280" cy="46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aphicFrame>
        <p:nvGraphicFramePr>
          <p:cNvPr id="7070" name=""/>
          <p:cNvGraphicFramePr/>
          <p:nvPr/>
        </p:nvGraphicFramePr>
        <p:xfrm>
          <a:off x="1233360" y="1638360"/>
          <a:ext cx="2346480" cy="1928880"/>
        </p:xfrm>
        <a:graphic>
          <a:graphicData uri="http://schemas.openxmlformats.org/presentationml/2006/ole">
            <p:oleObj r:id="rId1" spid="">
              <p:embed/>
            </p:oleObj>
          </a:graphicData>
        </a:graphic>
      </p:graphicFrame>
      <p:sp>
        <p:nvSpPr>
          <p:cNvPr id="7071" name=""/>
          <p:cNvSpPr/>
          <p:nvPr/>
        </p:nvSpPr>
        <p:spPr>
          <a:xfrm>
            <a:off x="1811160" y="323208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7072" name=""/>
          <p:cNvSpPr/>
          <p:nvPr/>
        </p:nvSpPr>
        <p:spPr>
          <a:xfrm>
            <a:off x="1065240" y="259380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7073" name=""/>
          <p:cNvSpPr/>
          <p:nvPr/>
        </p:nvSpPr>
        <p:spPr>
          <a:xfrm>
            <a:off x="1173240" y="210024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7074" name=""/>
          <p:cNvSpPr/>
          <p:nvPr/>
        </p:nvSpPr>
        <p:spPr>
          <a:xfrm>
            <a:off x="1906560" y="174780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7075" name=""/>
          <p:cNvSpPr/>
          <p:nvPr/>
        </p:nvSpPr>
        <p:spPr>
          <a:xfrm>
            <a:off x="3116160" y="242424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sp>
        <p:nvSpPr>
          <p:cNvPr id="7076" name=""/>
          <p:cNvSpPr/>
          <p:nvPr/>
        </p:nvSpPr>
        <p:spPr>
          <a:xfrm>
            <a:off x="1611360" y="1501920"/>
            <a:ext cx="1650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200" spc="-1" strike="noStrike">
                <a:solidFill>
                  <a:srgbClr val="000000"/>
                </a:solidFill>
                <a:latin typeface="Arial"/>
                <a:ea typeface="宋体"/>
              </a:rPr>
              <a:t>100% = </a:t>
            </a:r>
            <a:r>
              <a:rPr b="0" lang="en-US" sz="1200" spc="-1" strike="noStrike">
                <a:solidFill>
                  <a:srgbClr val="000000"/>
                </a:solidFill>
                <a:latin typeface="Arial"/>
                <a:ea typeface="宋体"/>
              </a:rPr>
              <a:t>xxxx</a:t>
            </a:r>
            <a:endParaRPr b="0" lang="en-US" sz="1200" spc="-1" strike="noStrike">
              <a:solidFill>
                <a:srgbClr val="000000"/>
              </a:solidFill>
              <a:latin typeface="Times New Roman"/>
            </a:endParaRPr>
          </a:p>
        </p:txBody>
      </p:sp>
      <p:sp>
        <p:nvSpPr>
          <p:cNvPr id="7077" name=""/>
          <p:cNvSpPr/>
          <p:nvPr/>
        </p:nvSpPr>
        <p:spPr>
          <a:xfrm>
            <a:off x="646200" y="1005480"/>
            <a:ext cx="360828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Measure</a:t>
            </a:r>
            <a:endParaRPr b="0" lang="en-US" sz="1200" spc="-1" strike="noStrike">
              <a:solidFill>
                <a:srgbClr val="000000"/>
              </a:solidFill>
              <a:latin typeface="Times New Roman"/>
            </a:endParaRPr>
          </a:p>
        </p:txBody>
      </p:sp>
      <p:sp>
        <p:nvSpPr>
          <p:cNvPr id="7078" name=""/>
          <p:cNvSpPr/>
          <p:nvPr/>
        </p:nvSpPr>
        <p:spPr>
          <a:xfrm>
            <a:off x="4456080" y="958680"/>
            <a:ext cx="3767040" cy="25228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079" name=""/>
          <p:cNvSpPr/>
          <p:nvPr/>
        </p:nvSpPr>
        <p:spPr>
          <a:xfrm>
            <a:off x="4456080" y="958680"/>
            <a:ext cx="3767040" cy="46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aphicFrame>
        <p:nvGraphicFramePr>
          <p:cNvPr id="7080" name=""/>
          <p:cNvGraphicFramePr/>
          <p:nvPr/>
        </p:nvGraphicFramePr>
        <p:xfrm>
          <a:off x="5137200" y="1638360"/>
          <a:ext cx="2346120" cy="1928880"/>
        </p:xfrm>
        <a:graphic>
          <a:graphicData uri="http://schemas.openxmlformats.org/presentationml/2006/ole">
            <p:oleObj r:id="rId2" spid="">
              <p:embed/>
            </p:oleObj>
          </a:graphicData>
        </a:graphic>
      </p:graphicFrame>
      <p:sp>
        <p:nvSpPr>
          <p:cNvPr id="7081" name=""/>
          <p:cNvSpPr/>
          <p:nvPr/>
        </p:nvSpPr>
        <p:spPr>
          <a:xfrm>
            <a:off x="5711760" y="323208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7082" name=""/>
          <p:cNvSpPr/>
          <p:nvPr/>
        </p:nvSpPr>
        <p:spPr>
          <a:xfrm>
            <a:off x="4967280" y="259380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7083" name=""/>
          <p:cNvSpPr/>
          <p:nvPr/>
        </p:nvSpPr>
        <p:spPr>
          <a:xfrm>
            <a:off x="5075280" y="210024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7084" name=""/>
          <p:cNvSpPr/>
          <p:nvPr/>
        </p:nvSpPr>
        <p:spPr>
          <a:xfrm>
            <a:off x="5807160" y="174780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7085" name=""/>
          <p:cNvSpPr/>
          <p:nvPr/>
        </p:nvSpPr>
        <p:spPr>
          <a:xfrm>
            <a:off x="7018200" y="242424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sp>
        <p:nvSpPr>
          <p:cNvPr id="7086" name=""/>
          <p:cNvSpPr/>
          <p:nvPr/>
        </p:nvSpPr>
        <p:spPr>
          <a:xfrm>
            <a:off x="5513400" y="1501920"/>
            <a:ext cx="1650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200" spc="-1" strike="noStrike">
                <a:solidFill>
                  <a:srgbClr val="000000"/>
                </a:solidFill>
                <a:latin typeface="Arial"/>
                <a:ea typeface="宋体"/>
              </a:rPr>
              <a:t>100% = </a:t>
            </a:r>
            <a:r>
              <a:rPr b="0" lang="en-US" sz="1200" spc="-1" strike="noStrike">
                <a:solidFill>
                  <a:srgbClr val="000000"/>
                </a:solidFill>
                <a:latin typeface="Arial"/>
                <a:ea typeface="宋体"/>
              </a:rPr>
              <a:t>xxxx</a:t>
            </a:r>
            <a:endParaRPr b="0" lang="en-US" sz="1200" spc="-1" strike="noStrike">
              <a:solidFill>
                <a:srgbClr val="000000"/>
              </a:solidFill>
              <a:latin typeface="Times New Roman"/>
            </a:endParaRPr>
          </a:p>
        </p:txBody>
      </p:sp>
      <p:sp>
        <p:nvSpPr>
          <p:cNvPr id="7087" name=""/>
          <p:cNvSpPr/>
          <p:nvPr/>
        </p:nvSpPr>
        <p:spPr>
          <a:xfrm>
            <a:off x="4546440" y="1005480"/>
            <a:ext cx="361008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Measure</a:t>
            </a:r>
            <a:endParaRPr b="0" lang="en-US" sz="1200" spc="-1" strike="noStrike">
              <a:solidFill>
                <a:srgbClr val="000000"/>
              </a:solidFill>
              <a:latin typeface="Times New Roman"/>
            </a:endParaRPr>
          </a:p>
        </p:txBody>
      </p:sp>
      <p:sp>
        <p:nvSpPr>
          <p:cNvPr id="7088" name=""/>
          <p:cNvSpPr/>
          <p:nvPr/>
        </p:nvSpPr>
        <p:spPr>
          <a:xfrm>
            <a:off x="552600" y="3619440"/>
            <a:ext cx="3770280" cy="2522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089" name=""/>
          <p:cNvSpPr/>
          <p:nvPr/>
        </p:nvSpPr>
        <p:spPr>
          <a:xfrm>
            <a:off x="552600" y="3619440"/>
            <a:ext cx="3770280" cy="46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aphicFrame>
        <p:nvGraphicFramePr>
          <p:cNvPr id="7090" name=""/>
          <p:cNvGraphicFramePr/>
          <p:nvPr/>
        </p:nvGraphicFramePr>
        <p:xfrm>
          <a:off x="1233360" y="4299120"/>
          <a:ext cx="2346480" cy="1928520"/>
        </p:xfrm>
        <a:graphic>
          <a:graphicData uri="http://schemas.openxmlformats.org/presentationml/2006/ole">
            <p:oleObj r:id="rId3" spid="">
              <p:embed/>
            </p:oleObj>
          </a:graphicData>
        </a:graphic>
      </p:graphicFrame>
      <p:sp>
        <p:nvSpPr>
          <p:cNvPr id="7091" name=""/>
          <p:cNvSpPr/>
          <p:nvPr/>
        </p:nvSpPr>
        <p:spPr>
          <a:xfrm>
            <a:off x="1811160" y="589284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7092" name=""/>
          <p:cNvSpPr/>
          <p:nvPr/>
        </p:nvSpPr>
        <p:spPr>
          <a:xfrm>
            <a:off x="1065240" y="525456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7093" name=""/>
          <p:cNvSpPr/>
          <p:nvPr/>
        </p:nvSpPr>
        <p:spPr>
          <a:xfrm>
            <a:off x="1173240" y="476100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7094" name=""/>
          <p:cNvSpPr/>
          <p:nvPr/>
        </p:nvSpPr>
        <p:spPr>
          <a:xfrm>
            <a:off x="1906560" y="440856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7095" name=""/>
          <p:cNvSpPr/>
          <p:nvPr/>
        </p:nvSpPr>
        <p:spPr>
          <a:xfrm>
            <a:off x="3116160" y="508464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sp>
        <p:nvSpPr>
          <p:cNvPr id="7096" name=""/>
          <p:cNvSpPr/>
          <p:nvPr/>
        </p:nvSpPr>
        <p:spPr>
          <a:xfrm>
            <a:off x="1611360" y="4162320"/>
            <a:ext cx="1650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200" spc="-1" strike="noStrike">
                <a:solidFill>
                  <a:srgbClr val="000000"/>
                </a:solidFill>
                <a:latin typeface="Arial"/>
                <a:ea typeface="宋体"/>
              </a:rPr>
              <a:t>100% = </a:t>
            </a:r>
            <a:r>
              <a:rPr b="0" lang="en-US" sz="1200" spc="-1" strike="noStrike">
                <a:solidFill>
                  <a:srgbClr val="000000"/>
                </a:solidFill>
                <a:latin typeface="Arial"/>
                <a:ea typeface="宋体"/>
              </a:rPr>
              <a:t>xxxx</a:t>
            </a:r>
            <a:endParaRPr b="0" lang="en-US" sz="1200" spc="-1" strike="noStrike">
              <a:solidFill>
                <a:srgbClr val="000000"/>
              </a:solidFill>
              <a:latin typeface="Times New Roman"/>
            </a:endParaRPr>
          </a:p>
        </p:txBody>
      </p:sp>
      <p:sp>
        <p:nvSpPr>
          <p:cNvPr id="7097" name=""/>
          <p:cNvSpPr/>
          <p:nvPr/>
        </p:nvSpPr>
        <p:spPr>
          <a:xfrm>
            <a:off x="646200" y="3666240"/>
            <a:ext cx="360828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Measure</a:t>
            </a:r>
            <a:endParaRPr b="0" lang="en-US" sz="1200" spc="-1" strike="noStrike">
              <a:solidFill>
                <a:srgbClr val="000000"/>
              </a:solidFill>
              <a:latin typeface="Times New Roman"/>
            </a:endParaRPr>
          </a:p>
        </p:txBody>
      </p:sp>
      <p:sp>
        <p:nvSpPr>
          <p:cNvPr id="7098" name=""/>
          <p:cNvSpPr/>
          <p:nvPr/>
        </p:nvSpPr>
        <p:spPr>
          <a:xfrm>
            <a:off x="4456080" y="3619440"/>
            <a:ext cx="3767040" cy="2522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099" name=""/>
          <p:cNvSpPr/>
          <p:nvPr/>
        </p:nvSpPr>
        <p:spPr>
          <a:xfrm>
            <a:off x="4456080" y="3619440"/>
            <a:ext cx="3767040" cy="4604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aphicFrame>
        <p:nvGraphicFramePr>
          <p:cNvPr id="7100" name=""/>
          <p:cNvGraphicFramePr/>
          <p:nvPr/>
        </p:nvGraphicFramePr>
        <p:xfrm>
          <a:off x="5137200" y="4299120"/>
          <a:ext cx="2346120" cy="1928520"/>
        </p:xfrm>
        <a:graphic>
          <a:graphicData uri="http://schemas.openxmlformats.org/presentationml/2006/ole">
            <p:oleObj r:id="rId4" spid="">
              <p:embed/>
            </p:oleObj>
          </a:graphicData>
        </a:graphic>
      </p:graphicFrame>
      <p:sp>
        <p:nvSpPr>
          <p:cNvPr id="7101" name=""/>
          <p:cNvSpPr/>
          <p:nvPr/>
        </p:nvSpPr>
        <p:spPr>
          <a:xfrm>
            <a:off x="5711760" y="589284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1</a:t>
            </a:r>
            <a:endParaRPr b="0" lang="en-US" sz="1200" spc="-1" strike="noStrike">
              <a:solidFill>
                <a:srgbClr val="000000"/>
              </a:solidFill>
              <a:latin typeface="Times New Roman"/>
            </a:endParaRPr>
          </a:p>
        </p:txBody>
      </p:sp>
      <p:sp>
        <p:nvSpPr>
          <p:cNvPr id="7102" name=""/>
          <p:cNvSpPr/>
          <p:nvPr/>
        </p:nvSpPr>
        <p:spPr>
          <a:xfrm>
            <a:off x="4967280" y="525456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2</a:t>
            </a:r>
            <a:endParaRPr b="0" lang="en-US" sz="1200" spc="-1" strike="noStrike">
              <a:solidFill>
                <a:srgbClr val="000000"/>
              </a:solidFill>
              <a:latin typeface="Times New Roman"/>
            </a:endParaRPr>
          </a:p>
        </p:txBody>
      </p:sp>
      <p:sp>
        <p:nvSpPr>
          <p:cNvPr id="7103" name=""/>
          <p:cNvSpPr/>
          <p:nvPr/>
        </p:nvSpPr>
        <p:spPr>
          <a:xfrm>
            <a:off x="5075280" y="476100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3</a:t>
            </a:r>
            <a:endParaRPr b="0" lang="en-US" sz="1200" spc="-1" strike="noStrike">
              <a:solidFill>
                <a:srgbClr val="000000"/>
              </a:solidFill>
              <a:latin typeface="Times New Roman"/>
            </a:endParaRPr>
          </a:p>
        </p:txBody>
      </p:sp>
      <p:sp>
        <p:nvSpPr>
          <p:cNvPr id="7104" name=""/>
          <p:cNvSpPr/>
          <p:nvPr/>
        </p:nvSpPr>
        <p:spPr>
          <a:xfrm>
            <a:off x="5807160" y="440856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4</a:t>
            </a:r>
            <a:endParaRPr b="0" lang="en-US" sz="1200" spc="-1" strike="noStrike">
              <a:solidFill>
                <a:srgbClr val="000000"/>
              </a:solidFill>
              <a:latin typeface="Times New Roman"/>
            </a:endParaRPr>
          </a:p>
        </p:txBody>
      </p:sp>
      <p:sp>
        <p:nvSpPr>
          <p:cNvPr id="7105" name=""/>
          <p:cNvSpPr/>
          <p:nvPr/>
        </p:nvSpPr>
        <p:spPr>
          <a:xfrm>
            <a:off x="7018200" y="5084640"/>
            <a:ext cx="844560" cy="18324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ea typeface="宋体"/>
              </a:rPr>
              <a:t>Label 5</a:t>
            </a:r>
            <a:endParaRPr b="0" lang="en-US" sz="1200" spc="-1" strike="noStrike">
              <a:solidFill>
                <a:srgbClr val="000000"/>
              </a:solidFill>
              <a:latin typeface="Times New Roman"/>
            </a:endParaRPr>
          </a:p>
        </p:txBody>
      </p:sp>
      <p:sp>
        <p:nvSpPr>
          <p:cNvPr id="7106" name=""/>
          <p:cNvSpPr/>
          <p:nvPr/>
        </p:nvSpPr>
        <p:spPr>
          <a:xfrm>
            <a:off x="5513400" y="4162320"/>
            <a:ext cx="1650960" cy="18324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zh-CN" sz="1200" spc="-1" strike="noStrike">
                <a:solidFill>
                  <a:srgbClr val="000000"/>
                </a:solidFill>
                <a:latin typeface="Arial"/>
                <a:ea typeface="宋体"/>
              </a:rPr>
              <a:t>100% = </a:t>
            </a:r>
            <a:r>
              <a:rPr b="0" lang="en-US" sz="1200" spc="-1" strike="noStrike">
                <a:solidFill>
                  <a:srgbClr val="000000"/>
                </a:solidFill>
                <a:latin typeface="Arial"/>
                <a:ea typeface="宋体"/>
              </a:rPr>
              <a:t>xxxx</a:t>
            </a:r>
            <a:endParaRPr b="0" lang="en-US" sz="1200" spc="-1" strike="noStrike">
              <a:solidFill>
                <a:srgbClr val="000000"/>
              </a:solidFill>
              <a:latin typeface="Times New Roman"/>
            </a:endParaRPr>
          </a:p>
        </p:txBody>
      </p:sp>
      <p:sp>
        <p:nvSpPr>
          <p:cNvPr id="7107" name=""/>
          <p:cNvSpPr/>
          <p:nvPr/>
        </p:nvSpPr>
        <p:spPr>
          <a:xfrm>
            <a:off x="4546440" y="3666240"/>
            <a:ext cx="361008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Measure</a:t>
            </a:r>
            <a:endParaRPr b="0" lang="en-US" sz="1200" spc="-1" strike="noStrike">
              <a:solidFill>
                <a:srgbClr val="000000"/>
              </a:solidFill>
              <a:latin typeface="Times New Roman"/>
            </a:endParaRPr>
          </a:p>
        </p:txBody>
      </p:sp>
      <p:sp>
        <p:nvSpPr>
          <p:cNvPr id="3" name="PlaceHolder 2"/>
          <p:cNvSpPr>
            <a:spLocks noGrp="1"/>
          </p:cNvSpPr>
          <p:nvPr>
            <p:ph type="sldNum" idx="2"/>
          </p:nvPr>
        </p:nvSpPr>
        <p:spPr/>
        <p:txBody>
          <a:bodyPr/>
          <a:p>
            <a:fld id="{F77E024F-BB5B-4B0B-9A9F-F4408DD15721}" type="slidenum">
              <a:t>295</a:t>
            </a:fld>
          </a:p>
        </p:txBody>
      </p:sp>
    </p:spTree>
  </p:cSld>
  <mc:AlternateContent>
    <mc:Choice Requires="p14">
      <p:transition spd="slow" p14:dur="2000"/>
    </mc:Choice>
    <mc:Fallback>
      <p:transition spd="slow"/>
    </mc:Fallback>
  </mc:AlternateContent>
</p:sld>
</file>

<file path=ppt/slides/slide2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08"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710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110" name="McK Footnote"/>
          <p:cNvSpPr/>
          <p:nvPr/>
        </p:nvSpPr>
        <p:spPr>
          <a:xfrm>
            <a:off x="125280" y="6290280"/>
            <a:ext cx="8167680" cy="40428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200" spc="-1" strike="noStrike">
                <a:solidFill>
                  <a:srgbClr val="000000"/>
                </a:solidFill>
                <a:latin typeface="Arial"/>
                <a:ea typeface="宋体"/>
              </a:rPr>
              <a:t>	</a:t>
            </a:r>
            <a:r>
              <a:rPr b="0" lang="zh-CN" sz="1200" spc="-1" strike="noStrike">
                <a:solidFill>
                  <a:srgbClr val="000000"/>
                </a:solidFill>
                <a:latin typeface="Arial"/>
                <a:ea typeface="宋体"/>
              </a:rPr>
              <a:t>*</a:t>
            </a:r>
            <a:r>
              <a:rPr b="0" lang="zh-CN" sz="1200" spc="-1" strike="noStrike">
                <a:solidFill>
                  <a:srgbClr val="000000"/>
                </a:solidFill>
                <a:latin typeface="Arial"/>
                <a:ea typeface="宋体"/>
              </a:rPr>
              <a:t>	</a:t>
            </a:r>
            <a:r>
              <a:rPr b="0" lang="en-US" sz="1200" spc="-1" strike="noStrike">
                <a:solidFill>
                  <a:srgbClr val="000000"/>
                </a:solidFill>
                <a:latin typeface="Arial"/>
                <a:ea typeface="宋体"/>
              </a:rPr>
              <a:t>Footnote</a:t>
            </a:r>
            <a:endParaRPr b="0" lang="en-US" sz="1200" spc="-1" strike="noStrike">
              <a:solidFill>
                <a:srgbClr val="000000"/>
              </a:solidFill>
              <a:latin typeface="Times New Roman"/>
            </a:endParaRPr>
          </a:p>
          <a:p>
            <a:pPr marL="574560" indent="-574560">
              <a:lnSpc>
                <a:spcPct val="100000"/>
              </a:lnSpc>
              <a:spcBef>
                <a:spcPts val="300"/>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宋体"/>
              </a:rPr>
              <a:t>Source:</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	</a:t>
            </a:r>
            <a:r>
              <a:rPr b="0" lang="en-US" sz="1200" spc="-1" strike="noStrike">
                <a:solidFill>
                  <a:srgbClr val="000000"/>
                </a:solidFill>
                <a:latin typeface="Arial"/>
                <a:ea typeface="宋体"/>
              </a:rPr>
              <a:t>Source</a:t>
            </a:r>
            <a:endParaRPr b="0" lang="en-US" sz="1200" spc="-1" strike="noStrike">
              <a:solidFill>
                <a:srgbClr val="000000"/>
              </a:solidFill>
              <a:latin typeface="Times New Roman"/>
            </a:endParaRPr>
          </a:p>
        </p:txBody>
      </p:sp>
      <p:sp>
        <p:nvSpPr>
          <p:cNvPr id="7111" name=""/>
          <p:cNvSpPr/>
          <p:nvPr/>
        </p:nvSpPr>
        <p:spPr>
          <a:xfrm>
            <a:off x="449280" y="1455480"/>
            <a:ext cx="3830760" cy="4878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Measure</a:t>
            </a:r>
            <a:endParaRPr b="0" lang="en-US" sz="1600" spc="-1" strike="noStrike">
              <a:solidFill>
                <a:srgbClr val="000000"/>
              </a:solidFill>
              <a:latin typeface="Times New Roman"/>
            </a:endParaRPr>
          </a:p>
        </p:txBody>
      </p:sp>
      <p:sp>
        <p:nvSpPr>
          <p:cNvPr id="7112" name=""/>
          <p:cNvSpPr/>
          <p:nvPr/>
        </p:nvSpPr>
        <p:spPr>
          <a:xfrm>
            <a:off x="449280" y="2004840"/>
            <a:ext cx="382896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graphicFrame>
        <p:nvGraphicFramePr>
          <p:cNvPr id="7113" name=""/>
          <p:cNvGraphicFramePr/>
          <p:nvPr/>
        </p:nvGraphicFramePr>
        <p:xfrm>
          <a:off x="360360" y="2166840"/>
          <a:ext cx="4070520" cy="3603600"/>
        </p:xfrm>
        <a:graphic>
          <a:graphicData uri="http://schemas.openxmlformats.org/presentationml/2006/ole">
            <p:oleObj r:id="rId1" spid="">
              <p:embed/>
            </p:oleObj>
          </a:graphicData>
        </a:graphic>
      </p:graphicFrame>
      <p:sp>
        <p:nvSpPr>
          <p:cNvPr id="7114" name=""/>
          <p:cNvSpPr/>
          <p:nvPr/>
        </p:nvSpPr>
        <p:spPr>
          <a:xfrm>
            <a:off x="4549680" y="1455480"/>
            <a:ext cx="3829320" cy="4878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Gulim"/>
              </a:rPr>
              <a:t>Title</a:t>
            </a:r>
            <a:endParaRPr b="0" lang="en-US" sz="16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Gulim"/>
              </a:rPr>
              <a:t>Measure</a:t>
            </a:r>
            <a:endParaRPr b="0" lang="en-US" sz="1600" spc="-1" strike="noStrike">
              <a:solidFill>
                <a:srgbClr val="000000"/>
              </a:solidFill>
              <a:latin typeface="Times New Roman"/>
            </a:endParaRPr>
          </a:p>
        </p:txBody>
      </p:sp>
      <p:sp>
        <p:nvSpPr>
          <p:cNvPr id="7115" name=""/>
          <p:cNvSpPr/>
          <p:nvPr/>
        </p:nvSpPr>
        <p:spPr>
          <a:xfrm>
            <a:off x="4549680" y="2004840"/>
            <a:ext cx="3829320" cy="1800"/>
          </a:xfrm>
          <a:prstGeom prst="line">
            <a:avLst/>
          </a:prstGeom>
          <a:ln w="9360">
            <a:solidFill>
              <a:srgbClr val="000000"/>
            </a:solidFill>
            <a:miter/>
          </a:ln>
        </p:spPr>
        <p:style>
          <a:lnRef idx="0"/>
          <a:fillRef idx="0"/>
          <a:effectRef idx="0"/>
          <a:fontRef idx="minor"/>
        </p:style>
        <p:txBody>
          <a:bodyPr lIns="90000" rIns="90000" tIns="-45000" bIns="-45000" anchor="ctr">
            <a:noAutofit/>
          </a:bodyPr>
          <a:p>
            <a:endParaRPr b="0" lang="en-US" sz="2400" spc="-1" strike="noStrike">
              <a:solidFill>
                <a:srgbClr val="000000"/>
              </a:solidFill>
              <a:latin typeface="Times New Roman"/>
            </a:endParaRPr>
          </a:p>
        </p:txBody>
      </p:sp>
      <p:graphicFrame>
        <p:nvGraphicFramePr>
          <p:cNvPr id="7116" name=""/>
          <p:cNvGraphicFramePr/>
          <p:nvPr/>
        </p:nvGraphicFramePr>
        <p:xfrm>
          <a:off x="4424400" y="2166840"/>
          <a:ext cx="4070160" cy="3603600"/>
        </p:xfrm>
        <a:graphic>
          <a:graphicData uri="http://schemas.openxmlformats.org/presentationml/2006/ole">
            <p:oleObj r:id="rId2" spid="">
              <p:embed/>
            </p:oleObj>
          </a:graphicData>
        </a:graphic>
      </p:graphicFrame>
      <p:sp>
        <p:nvSpPr>
          <p:cNvPr id="3" name="PlaceHolder 2"/>
          <p:cNvSpPr>
            <a:spLocks noGrp="1"/>
          </p:cNvSpPr>
          <p:nvPr>
            <p:ph type="sldNum" idx="2"/>
          </p:nvPr>
        </p:nvSpPr>
        <p:spPr/>
        <p:txBody>
          <a:bodyPr/>
          <a:p>
            <a:fld id="{A889841E-1387-4002-9F5B-1EE9C6A4766A}" type="slidenum">
              <a:t>296</a:t>
            </a:fld>
          </a:p>
        </p:txBody>
      </p:sp>
    </p:spTree>
  </p:cSld>
  <mc:AlternateContent>
    <mc:Choice Requires="p14">
      <p:transition spd="slow" p14:dur="2000"/>
    </mc:Choice>
    <mc:Fallback>
      <p:transition spd="slow"/>
    </mc:Fallback>
  </mc:AlternateContent>
</p:sld>
</file>

<file path=ppt/slides/slide2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17"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7118"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119"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graphicFrame>
        <p:nvGraphicFramePr>
          <p:cNvPr id="7120" name=""/>
          <p:cNvGraphicFramePr/>
          <p:nvPr/>
        </p:nvGraphicFramePr>
        <p:xfrm>
          <a:off x="22320" y="2114640"/>
          <a:ext cx="2981160" cy="3246480"/>
        </p:xfrm>
        <a:graphic>
          <a:graphicData uri="http://schemas.openxmlformats.org/presentationml/2006/ole">
            <p:oleObj r:id="rId1" spid="">
              <p:embed/>
            </p:oleObj>
          </a:graphicData>
        </a:graphic>
      </p:graphicFrame>
      <p:sp>
        <p:nvSpPr>
          <p:cNvPr id="7121" name=""/>
          <p:cNvSpPr/>
          <p:nvPr/>
        </p:nvSpPr>
        <p:spPr>
          <a:xfrm>
            <a:off x="131760" y="1600920"/>
            <a:ext cx="274644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Measure</a:t>
            </a:r>
            <a:endParaRPr b="0" lang="en-US" sz="1200" spc="-1" strike="noStrike">
              <a:solidFill>
                <a:srgbClr val="000000"/>
              </a:solidFill>
              <a:latin typeface="Times New Roman"/>
            </a:endParaRPr>
          </a:p>
        </p:txBody>
      </p:sp>
      <p:sp>
        <p:nvSpPr>
          <p:cNvPr id="7122" name=""/>
          <p:cNvSpPr/>
          <p:nvPr/>
        </p:nvSpPr>
        <p:spPr>
          <a:xfrm>
            <a:off x="131760" y="2028960"/>
            <a:ext cx="274464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aphicFrame>
        <p:nvGraphicFramePr>
          <p:cNvPr id="7123" name=""/>
          <p:cNvGraphicFramePr/>
          <p:nvPr/>
        </p:nvGraphicFramePr>
        <p:xfrm>
          <a:off x="2946240" y="2114640"/>
          <a:ext cx="2979720" cy="3246480"/>
        </p:xfrm>
        <a:graphic>
          <a:graphicData uri="http://schemas.openxmlformats.org/presentationml/2006/ole">
            <p:oleObj r:id="rId2" spid="">
              <p:embed/>
            </p:oleObj>
          </a:graphicData>
        </a:graphic>
      </p:graphicFrame>
      <p:sp>
        <p:nvSpPr>
          <p:cNvPr id="7124" name=""/>
          <p:cNvSpPr/>
          <p:nvPr/>
        </p:nvSpPr>
        <p:spPr>
          <a:xfrm>
            <a:off x="3054240" y="1600920"/>
            <a:ext cx="274644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Measure</a:t>
            </a:r>
            <a:endParaRPr b="0" lang="en-US" sz="1200" spc="-1" strike="noStrike">
              <a:solidFill>
                <a:srgbClr val="000000"/>
              </a:solidFill>
              <a:latin typeface="Times New Roman"/>
            </a:endParaRPr>
          </a:p>
        </p:txBody>
      </p:sp>
      <p:sp>
        <p:nvSpPr>
          <p:cNvPr id="7125" name=""/>
          <p:cNvSpPr/>
          <p:nvPr/>
        </p:nvSpPr>
        <p:spPr>
          <a:xfrm>
            <a:off x="3054240" y="2028960"/>
            <a:ext cx="274500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graphicFrame>
        <p:nvGraphicFramePr>
          <p:cNvPr id="7126" name=""/>
          <p:cNvGraphicFramePr/>
          <p:nvPr/>
        </p:nvGraphicFramePr>
        <p:xfrm>
          <a:off x="5869080" y="2114640"/>
          <a:ext cx="2981160" cy="3246480"/>
        </p:xfrm>
        <a:graphic>
          <a:graphicData uri="http://schemas.openxmlformats.org/presentationml/2006/ole">
            <p:oleObj r:id="rId3" spid="">
              <p:embed/>
            </p:oleObj>
          </a:graphicData>
        </a:graphic>
      </p:graphicFrame>
      <p:sp>
        <p:nvSpPr>
          <p:cNvPr id="7127" name=""/>
          <p:cNvSpPr/>
          <p:nvPr/>
        </p:nvSpPr>
        <p:spPr>
          <a:xfrm>
            <a:off x="5977080" y="1600920"/>
            <a:ext cx="274464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Measure</a:t>
            </a:r>
            <a:endParaRPr b="0" lang="en-US" sz="1200" spc="-1" strike="noStrike">
              <a:solidFill>
                <a:srgbClr val="000000"/>
              </a:solidFill>
              <a:latin typeface="Times New Roman"/>
            </a:endParaRPr>
          </a:p>
        </p:txBody>
      </p:sp>
      <p:sp>
        <p:nvSpPr>
          <p:cNvPr id="7128" name=""/>
          <p:cNvSpPr/>
          <p:nvPr/>
        </p:nvSpPr>
        <p:spPr>
          <a:xfrm>
            <a:off x="5977080" y="2028960"/>
            <a:ext cx="2744640" cy="1440"/>
          </a:xfrm>
          <a:prstGeom prst="line">
            <a:avLst/>
          </a:prstGeom>
          <a:ln w="9360">
            <a:solidFill>
              <a:srgbClr val="000000"/>
            </a:solidFill>
            <a:miter/>
          </a:ln>
        </p:spPr>
        <p:style>
          <a:lnRef idx="0"/>
          <a:fillRef idx="0"/>
          <a:effectRef idx="0"/>
          <a:fontRef idx="minor"/>
        </p:style>
        <p:txBody>
          <a:bodyPr lIns="90000" rIns="90000" tIns="-45360" bIns="-45360" anchor="ctr">
            <a:noAutofit/>
          </a:bodyPr>
          <a:p>
            <a:endParaRPr b="0" lang="en-US" sz="2400" spc="-1" strike="noStrike">
              <a:solidFill>
                <a:srgbClr val="000000"/>
              </a:solidFill>
              <a:latin typeface="Times New Roman"/>
            </a:endParaRPr>
          </a:p>
        </p:txBody>
      </p:sp>
      <p:sp>
        <p:nvSpPr>
          <p:cNvPr id="3" name="PlaceHolder 2"/>
          <p:cNvSpPr>
            <a:spLocks noGrp="1"/>
          </p:cNvSpPr>
          <p:nvPr>
            <p:ph type="sldNum" idx="2"/>
          </p:nvPr>
        </p:nvSpPr>
        <p:spPr/>
        <p:txBody>
          <a:bodyPr/>
          <a:p>
            <a:fld id="{3B8ABDD6-A0ED-46A1-BCCA-2DB4A109B68B}" type="slidenum">
              <a:t>297</a:t>
            </a:fld>
          </a:p>
        </p:txBody>
      </p:sp>
    </p:spTree>
  </p:cSld>
  <mc:AlternateContent>
    <mc:Choice Requires="p14">
      <p:transition spd="slow" p14:dur="2000"/>
    </mc:Choice>
    <mc:Fallback>
      <p:transition spd="slow"/>
    </mc:Fallback>
  </mc:AlternateContent>
</p:sld>
</file>

<file path=ppt/slides/slide2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29"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7130"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131"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7132" name=""/>
          <p:cNvSpPr/>
          <p:nvPr/>
        </p:nvSpPr>
        <p:spPr>
          <a:xfrm>
            <a:off x="552600" y="950760"/>
            <a:ext cx="3770280" cy="2522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33" name=""/>
          <p:cNvSpPr/>
          <p:nvPr/>
        </p:nvSpPr>
        <p:spPr>
          <a:xfrm>
            <a:off x="552600" y="950760"/>
            <a:ext cx="3770280" cy="4604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34" name=""/>
          <p:cNvSpPr/>
          <p:nvPr/>
        </p:nvSpPr>
        <p:spPr>
          <a:xfrm>
            <a:off x="646200" y="997560"/>
            <a:ext cx="360828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endParaRPr b="0" lang="en-US" sz="1200" spc="-1" strike="noStrike">
              <a:solidFill>
                <a:srgbClr val="000000"/>
              </a:solidFill>
              <a:latin typeface="Times New Roman"/>
            </a:endParaRPr>
          </a:p>
        </p:txBody>
      </p:sp>
      <p:graphicFrame>
        <p:nvGraphicFramePr>
          <p:cNvPr id="7135" name=""/>
          <p:cNvGraphicFramePr/>
          <p:nvPr/>
        </p:nvGraphicFramePr>
        <p:xfrm>
          <a:off x="511200" y="1359000"/>
          <a:ext cx="3879720" cy="2154240"/>
        </p:xfrm>
        <a:graphic>
          <a:graphicData uri="http://schemas.openxmlformats.org/presentationml/2006/ole">
            <p:oleObj r:id="rId1" spid="">
              <p:embed/>
            </p:oleObj>
          </a:graphicData>
        </a:graphic>
      </p:graphicFrame>
      <p:sp>
        <p:nvSpPr>
          <p:cNvPr id="7136" name=""/>
          <p:cNvSpPr/>
          <p:nvPr/>
        </p:nvSpPr>
        <p:spPr>
          <a:xfrm>
            <a:off x="4537080" y="950760"/>
            <a:ext cx="3768840" cy="2522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37" name=""/>
          <p:cNvSpPr/>
          <p:nvPr/>
        </p:nvSpPr>
        <p:spPr>
          <a:xfrm>
            <a:off x="4537080" y="950760"/>
            <a:ext cx="3768840" cy="4604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38" name=""/>
          <p:cNvSpPr/>
          <p:nvPr/>
        </p:nvSpPr>
        <p:spPr>
          <a:xfrm>
            <a:off x="4629240" y="997560"/>
            <a:ext cx="360972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endParaRPr b="0" lang="en-US" sz="1200" spc="-1" strike="noStrike">
              <a:solidFill>
                <a:srgbClr val="000000"/>
              </a:solidFill>
              <a:latin typeface="Times New Roman"/>
            </a:endParaRPr>
          </a:p>
        </p:txBody>
      </p:sp>
      <p:graphicFrame>
        <p:nvGraphicFramePr>
          <p:cNvPr id="7139" name=""/>
          <p:cNvGraphicFramePr/>
          <p:nvPr/>
        </p:nvGraphicFramePr>
        <p:xfrm>
          <a:off x="4495680" y="1359000"/>
          <a:ext cx="3880080" cy="2154240"/>
        </p:xfrm>
        <a:graphic>
          <a:graphicData uri="http://schemas.openxmlformats.org/presentationml/2006/ole">
            <p:oleObj r:id="rId2" spid="">
              <p:embed/>
            </p:oleObj>
          </a:graphicData>
        </a:graphic>
      </p:graphicFrame>
      <p:sp>
        <p:nvSpPr>
          <p:cNvPr id="7140" name=""/>
          <p:cNvSpPr/>
          <p:nvPr/>
        </p:nvSpPr>
        <p:spPr>
          <a:xfrm>
            <a:off x="552600" y="3598920"/>
            <a:ext cx="3770280" cy="2522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41" name=""/>
          <p:cNvSpPr/>
          <p:nvPr/>
        </p:nvSpPr>
        <p:spPr>
          <a:xfrm>
            <a:off x="552600" y="3598920"/>
            <a:ext cx="3770280" cy="4604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42" name=""/>
          <p:cNvSpPr/>
          <p:nvPr/>
        </p:nvSpPr>
        <p:spPr>
          <a:xfrm>
            <a:off x="646200" y="3645360"/>
            <a:ext cx="360828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endParaRPr b="0" lang="en-US" sz="1200" spc="-1" strike="noStrike">
              <a:solidFill>
                <a:srgbClr val="000000"/>
              </a:solidFill>
              <a:latin typeface="Times New Roman"/>
            </a:endParaRPr>
          </a:p>
        </p:txBody>
      </p:sp>
      <p:graphicFrame>
        <p:nvGraphicFramePr>
          <p:cNvPr id="7143" name=""/>
          <p:cNvGraphicFramePr/>
          <p:nvPr/>
        </p:nvGraphicFramePr>
        <p:xfrm>
          <a:off x="511200" y="4006800"/>
          <a:ext cx="3879720" cy="2154240"/>
        </p:xfrm>
        <a:graphic>
          <a:graphicData uri="http://schemas.openxmlformats.org/presentationml/2006/ole">
            <p:oleObj r:id="rId3" spid="">
              <p:embed/>
            </p:oleObj>
          </a:graphicData>
        </a:graphic>
      </p:graphicFrame>
      <p:sp>
        <p:nvSpPr>
          <p:cNvPr id="7144" name=""/>
          <p:cNvSpPr/>
          <p:nvPr/>
        </p:nvSpPr>
        <p:spPr>
          <a:xfrm>
            <a:off x="4537080" y="3598920"/>
            <a:ext cx="3768840" cy="25225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45" name=""/>
          <p:cNvSpPr/>
          <p:nvPr/>
        </p:nvSpPr>
        <p:spPr>
          <a:xfrm>
            <a:off x="4537080" y="3598920"/>
            <a:ext cx="3768840" cy="460440"/>
          </a:xfrm>
          <a:prstGeom prst="rect">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46" name=""/>
          <p:cNvSpPr/>
          <p:nvPr/>
        </p:nvSpPr>
        <p:spPr>
          <a:xfrm>
            <a:off x="4629240" y="3645360"/>
            <a:ext cx="360972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ffffff"/>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ffffff"/>
                </a:solidFill>
                <a:latin typeface="Arial"/>
                <a:ea typeface="Gulim"/>
              </a:rPr>
              <a:t>Measure</a:t>
            </a:r>
            <a:endParaRPr b="0" lang="en-US" sz="1200" spc="-1" strike="noStrike">
              <a:solidFill>
                <a:srgbClr val="000000"/>
              </a:solidFill>
              <a:latin typeface="Times New Roman"/>
            </a:endParaRPr>
          </a:p>
        </p:txBody>
      </p:sp>
      <p:graphicFrame>
        <p:nvGraphicFramePr>
          <p:cNvPr id="7147" name=""/>
          <p:cNvGraphicFramePr/>
          <p:nvPr/>
        </p:nvGraphicFramePr>
        <p:xfrm>
          <a:off x="4495680" y="4006800"/>
          <a:ext cx="3880080" cy="2154240"/>
        </p:xfrm>
        <a:graphic>
          <a:graphicData uri="http://schemas.openxmlformats.org/presentationml/2006/ole">
            <p:oleObj r:id="rId4" spid="">
              <p:embed/>
            </p:oleObj>
          </a:graphicData>
        </a:graphic>
      </p:graphicFrame>
      <p:sp>
        <p:nvSpPr>
          <p:cNvPr id="3" name="PlaceHolder 2"/>
          <p:cNvSpPr>
            <a:spLocks noGrp="1"/>
          </p:cNvSpPr>
          <p:nvPr>
            <p:ph type="sldNum" idx="2"/>
          </p:nvPr>
        </p:nvSpPr>
        <p:spPr/>
        <p:txBody>
          <a:bodyPr/>
          <a:p>
            <a:fld id="{93E8130D-4BA4-4369-B6E8-F0C62CAB4932}" type="slidenum">
              <a:t>298</a:t>
            </a:fld>
          </a:p>
        </p:txBody>
      </p:sp>
    </p:spTree>
  </p:cSld>
  <mc:AlternateContent>
    <mc:Choice Requires="p14">
      <p:transition spd="slow" p14:dur="2000"/>
    </mc:Choice>
    <mc:Fallback>
      <p:transition spd="slow"/>
    </mc:Fallback>
  </mc:AlternateContent>
</p:sld>
</file>

<file path=ppt/slides/slide2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48"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7149"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150"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7151" name=""/>
          <p:cNvSpPr/>
          <p:nvPr/>
        </p:nvSpPr>
        <p:spPr>
          <a:xfrm>
            <a:off x="735120" y="1014480"/>
            <a:ext cx="4189320" cy="25066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52" name=""/>
          <p:cNvSpPr/>
          <p:nvPr/>
        </p:nvSpPr>
        <p:spPr>
          <a:xfrm>
            <a:off x="735120" y="1014480"/>
            <a:ext cx="4189320" cy="4665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53" name=""/>
          <p:cNvSpPr/>
          <p:nvPr/>
        </p:nvSpPr>
        <p:spPr>
          <a:xfrm>
            <a:off x="846000" y="1067400"/>
            <a:ext cx="399420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Measure</a:t>
            </a:r>
            <a:endParaRPr b="0" lang="en-US" sz="1200" spc="-1" strike="noStrike">
              <a:solidFill>
                <a:srgbClr val="000000"/>
              </a:solidFill>
              <a:latin typeface="Times New Roman"/>
            </a:endParaRPr>
          </a:p>
        </p:txBody>
      </p:sp>
      <p:graphicFrame>
        <p:nvGraphicFramePr>
          <p:cNvPr id="7154" name=""/>
          <p:cNvGraphicFramePr/>
          <p:nvPr/>
        </p:nvGraphicFramePr>
        <p:xfrm>
          <a:off x="717480" y="1454040"/>
          <a:ext cx="4181400" cy="2105280"/>
        </p:xfrm>
        <a:graphic>
          <a:graphicData uri="http://schemas.openxmlformats.org/presentationml/2006/ole">
            <p:oleObj r:id="rId1" spid="">
              <p:embed/>
            </p:oleObj>
          </a:graphicData>
        </a:graphic>
      </p:graphicFrame>
      <p:sp>
        <p:nvSpPr>
          <p:cNvPr id="7155" name=""/>
          <p:cNvSpPr/>
          <p:nvPr/>
        </p:nvSpPr>
        <p:spPr>
          <a:xfrm rot="5400000">
            <a:off x="4028040" y="3355200"/>
            <a:ext cx="2970360" cy="390240"/>
          </a:xfrm>
          <a:prstGeom prst="triangle">
            <a:avLst>
              <a:gd name="adj" fmla="val 50000"/>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156" name=""/>
          <p:cNvGrpSpPr/>
          <p:nvPr/>
        </p:nvGrpSpPr>
        <p:grpSpPr>
          <a:xfrm>
            <a:off x="6035760" y="2589120"/>
            <a:ext cx="1980720" cy="1922040"/>
            <a:chOff x="6035760" y="2589120"/>
            <a:chExt cx="1980720" cy="1922040"/>
          </a:xfrm>
        </p:grpSpPr>
        <p:sp>
          <p:nvSpPr>
            <p:cNvPr id="7157" name=""/>
            <p:cNvSpPr/>
            <p:nvPr/>
          </p:nvSpPr>
          <p:spPr>
            <a:xfrm>
              <a:off x="6035760" y="2589120"/>
              <a:ext cx="1980720" cy="192204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58" name=""/>
            <p:cNvSpPr/>
            <p:nvPr/>
          </p:nvSpPr>
          <p:spPr>
            <a:xfrm>
              <a:off x="6117840" y="2669400"/>
              <a:ext cx="1815480" cy="176148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Text</a:t>
              </a:r>
              <a:endParaRPr b="0" lang="en-US" sz="1200" spc="-1" strike="noStrike">
                <a:solidFill>
                  <a:srgbClr val="000000"/>
                </a:solidFill>
                <a:latin typeface="Times New Roman"/>
              </a:endParaRPr>
            </a:p>
          </p:txBody>
        </p:sp>
      </p:grpSp>
      <p:sp>
        <p:nvSpPr>
          <p:cNvPr id="7159" name=""/>
          <p:cNvSpPr/>
          <p:nvPr/>
        </p:nvSpPr>
        <p:spPr>
          <a:xfrm>
            <a:off x="735120" y="3670200"/>
            <a:ext cx="4189320" cy="25066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60" name=""/>
          <p:cNvSpPr/>
          <p:nvPr/>
        </p:nvSpPr>
        <p:spPr>
          <a:xfrm>
            <a:off x="735120" y="3670200"/>
            <a:ext cx="4189320" cy="46692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61" name=""/>
          <p:cNvSpPr/>
          <p:nvPr/>
        </p:nvSpPr>
        <p:spPr>
          <a:xfrm>
            <a:off x="846000" y="3723120"/>
            <a:ext cx="3994200" cy="36612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200" spc="-1" strike="noStrike">
                <a:solidFill>
                  <a:srgbClr val="000000"/>
                </a:solidFill>
                <a:latin typeface="Arial"/>
                <a:ea typeface="Gulim"/>
              </a:rPr>
              <a:t>Title</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Measure</a:t>
            </a:r>
            <a:endParaRPr b="0" lang="en-US" sz="1200" spc="-1" strike="noStrike">
              <a:solidFill>
                <a:srgbClr val="000000"/>
              </a:solidFill>
              <a:latin typeface="Times New Roman"/>
            </a:endParaRPr>
          </a:p>
        </p:txBody>
      </p:sp>
      <p:graphicFrame>
        <p:nvGraphicFramePr>
          <p:cNvPr id="7162" name=""/>
          <p:cNvGraphicFramePr/>
          <p:nvPr/>
        </p:nvGraphicFramePr>
        <p:xfrm>
          <a:off x="717480" y="4110120"/>
          <a:ext cx="4181400" cy="2104920"/>
        </p:xfrm>
        <a:graphic>
          <a:graphicData uri="http://schemas.openxmlformats.org/presentationml/2006/ole">
            <p:oleObj r:id="rId2" spid="">
              <p:embed/>
            </p:oleObj>
          </a:graphicData>
        </a:graphic>
      </p:graphicFrame>
      <p:sp>
        <p:nvSpPr>
          <p:cNvPr id="3" name="PlaceHolder 2"/>
          <p:cNvSpPr>
            <a:spLocks noGrp="1"/>
          </p:cNvSpPr>
          <p:nvPr>
            <p:ph type="sldNum" idx="2"/>
          </p:nvPr>
        </p:nvSpPr>
        <p:spPr/>
        <p:txBody>
          <a:bodyPr/>
          <a:p>
            <a:fld id="{47B9A3DA-094D-47B5-B99B-F1944AE53052}" type="slidenum">
              <a:t>299</a:t>
            </a:fld>
          </a:p>
        </p:txBody>
      </p:sp>
    </p:spTree>
  </p:cSld>
  <mc:AlternateContent>
    <mc:Choice Requires="p14">
      <p:transition spd="slow" p14:dur="2000"/>
    </mc:Choice>
    <mc:Fallback>
      <p:transition spd="slow"/>
    </mc:Fallback>
  </mc:AlternateContent>
</p:sld>
</file>

<file path=ppt/slides/slide3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63"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7164"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165"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grpSp>
        <p:nvGrpSpPr>
          <p:cNvPr id="7166" name=""/>
          <p:cNvGrpSpPr/>
          <p:nvPr/>
        </p:nvGrpSpPr>
        <p:grpSpPr>
          <a:xfrm>
            <a:off x="4680000" y="826920"/>
            <a:ext cx="3575160" cy="1802160"/>
            <a:chOff x="4680000" y="826920"/>
            <a:chExt cx="3575160" cy="1802160"/>
          </a:xfrm>
        </p:grpSpPr>
        <p:sp>
          <p:nvSpPr>
            <p:cNvPr id="7167" name=""/>
            <p:cNvSpPr/>
            <p:nvPr/>
          </p:nvSpPr>
          <p:spPr>
            <a:xfrm>
              <a:off x="4689360" y="826920"/>
              <a:ext cx="3502080" cy="17082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68" name=""/>
            <p:cNvSpPr/>
            <p:nvPr/>
          </p:nvSpPr>
          <p:spPr>
            <a:xfrm>
              <a:off x="4781520" y="878760"/>
              <a:ext cx="3354480" cy="3056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7169" name=""/>
            <p:cNvGraphicFramePr/>
            <p:nvPr/>
          </p:nvGraphicFramePr>
          <p:xfrm>
            <a:off x="4680000" y="1087560"/>
            <a:ext cx="3575160" cy="1541520"/>
          </p:xfrm>
          <a:graphic>
            <a:graphicData uri="http://schemas.openxmlformats.org/presentationml/2006/ole">
              <p:oleObj r:id="rId1" spid="">
                <p:embed/>
              </p:oleObj>
            </a:graphicData>
          </a:graphic>
        </p:graphicFrame>
      </p:grpSp>
      <p:grpSp>
        <p:nvGrpSpPr>
          <p:cNvPr id="7170" name=""/>
          <p:cNvGrpSpPr/>
          <p:nvPr/>
        </p:nvGrpSpPr>
        <p:grpSpPr>
          <a:xfrm>
            <a:off x="4680000" y="2649600"/>
            <a:ext cx="3575160" cy="1801440"/>
            <a:chOff x="4680000" y="2649600"/>
            <a:chExt cx="3575160" cy="1801440"/>
          </a:xfrm>
        </p:grpSpPr>
        <p:sp>
          <p:nvSpPr>
            <p:cNvPr id="7171" name=""/>
            <p:cNvSpPr/>
            <p:nvPr/>
          </p:nvSpPr>
          <p:spPr>
            <a:xfrm>
              <a:off x="4689360" y="2649600"/>
              <a:ext cx="3502080" cy="17078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72" name=""/>
            <p:cNvSpPr/>
            <p:nvPr/>
          </p:nvSpPr>
          <p:spPr>
            <a:xfrm>
              <a:off x="4781520" y="2700720"/>
              <a:ext cx="3354480" cy="3056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7173" name=""/>
            <p:cNvGraphicFramePr/>
            <p:nvPr/>
          </p:nvGraphicFramePr>
          <p:xfrm>
            <a:off x="4680000" y="2909880"/>
            <a:ext cx="3575160" cy="1541160"/>
          </p:xfrm>
          <a:graphic>
            <a:graphicData uri="http://schemas.openxmlformats.org/presentationml/2006/ole">
              <p:oleObj r:id="rId2" spid="">
                <p:embed/>
              </p:oleObj>
            </a:graphicData>
          </a:graphic>
        </p:graphicFrame>
      </p:grpSp>
      <p:grpSp>
        <p:nvGrpSpPr>
          <p:cNvPr id="7174" name=""/>
          <p:cNvGrpSpPr/>
          <p:nvPr/>
        </p:nvGrpSpPr>
        <p:grpSpPr>
          <a:xfrm>
            <a:off x="4680000" y="4473720"/>
            <a:ext cx="3575160" cy="1801440"/>
            <a:chOff x="4680000" y="4473720"/>
            <a:chExt cx="3575160" cy="1801440"/>
          </a:xfrm>
        </p:grpSpPr>
        <p:sp>
          <p:nvSpPr>
            <p:cNvPr id="7175" name=""/>
            <p:cNvSpPr/>
            <p:nvPr/>
          </p:nvSpPr>
          <p:spPr>
            <a:xfrm>
              <a:off x="4689360" y="4473720"/>
              <a:ext cx="3502080" cy="17078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76" name=""/>
            <p:cNvSpPr/>
            <p:nvPr/>
          </p:nvSpPr>
          <p:spPr>
            <a:xfrm>
              <a:off x="4781520" y="4524840"/>
              <a:ext cx="3354480" cy="3056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7177" name=""/>
            <p:cNvGraphicFramePr/>
            <p:nvPr/>
          </p:nvGraphicFramePr>
          <p:xfrm>
            <a:off x="4680000" y="4734000"/>
            <a:ext cx="3575160" cy="1541160"/>
          </p:xfrm>
          <a:graphic>
            <a:graphicData uri="http://schemas.openxmlformats.org/presentationml/2006/ole">
              <p:oleObj r:id="rId3" spid="">
                <p:embed/>
              </p:oleObj>
            </a:graphicData>
          </a:graphic>
        </p:graphicFrame>
      </p:grpSp>
      <p:sp>
        <p:nvSpPr>
          <p:cNvPr id="7178" name=""/>
          <p:cNvSpPr/>
          <p:nvPr/>
        </p:nvSpPr>
        <p:spPr>
          <a:xfrm>
            <a:off x="563400" y="2324160"/>
            <a:ext cx="3500640" cy="23572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79" name=""/>
          <p:cNvSpPr/>
          <p:nvPr/>
        </p:nvSpPr>
        <p:spPr>
          <a:xfrm>
            <a:off x="654120" y="2375640"/>
            <a:ext cx="3354480" cy="3056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7180" name=""/>
          <p:cNvGraphicFramePr/>
          <p:nvPr/>
        </p:nvGraphicFramePr>
        <p:xfrm>
          <a:off x="549360" y="2673360"/>
          <a:ext cx="3576600" cy="2050920"/>
        </p:xfrm>
        <a:graphic>
          <a:graphicData uri="http://schemas.openxmlformats.org/presentationml/2006/ole">
            <p:oleObj r:id="rId4" spid="">
              <p:embed/>
            </p:oleObj>
          </a:graphicData>
        </a:graphic>
      </p:graphicFrame>
      <p:cxnSp>
        <p:nvCxnSpPr>
          <p:cNvPr id="7181" name=""/>
          <p:cNvCxnSpPr>
            <a:stCxn id="7178" idx="3"/>
            <a:endCxn id="7167" idx="1"/>
          </p:cNvCxnSpPr>
          <p:nvPr/>
        </p:nvCxnSpPr>
        <p:spPr>
          <a:xfrm flipV="1">
            <a:off x="4063680" y="1680840"/>
            <a:ext cx="626040" cy="1823040"/>
          </a:xfrm>
          <a:prstGeom prst="bentConnector3">
            <a:avLst>
              <a:gd name="adj1" fmla="val 50000"/>
            </a:avLst>
          </a:prstGeom>
          <a:ln w="19080">
            <a:solidFill>
              <a:srgbClr val="000000"/>
            </a:solidFill>
            <a:miter/>
          </a:ln>
        </p:spPr>
      </p:cxnSp>
      <p:cxnSp>
        <p:nvCxnSpPr>
          <p:cNvPr id="7182" name=""/>
          <p:cNvCxnSpPr>
            <a:stCxn id="7178" idx="3"/>
            <a:endCxn id="7171" idx="1"/>
          </p:cNvCxnSpPr>
          <p:nvPr/>
        </p:nvCxnSpPr>
        <p:spPr>
          <a:xfrm>
            <a:off x="4063680" y="3503160"/>
            <a:ext cx="626040" cy="1080"/>
          </a:xfrm>
          <a:prstGeom prst="bentConnector2">
            <a:avLst/>
          </a:prstGeom>
          <a:ln w="19080">
            <a:solidFill>
              <a:srgbClr val="000000"/>
            </a:solidFill>
            <a:miter/>
          </a:ln>
        </p:spPr>
      </p:cxnSp>
      <p:cxnSp>
        <p:nvCxnSpPr>
          <p:cNvPr id="7183" name=""/>
          <p:cNvCxnSpPr>
            <a:stCxn id="7178" idx="3"/>
            <a:endCxn id="7175" idx="1"/>
          </p:cNvCxnSpPr>
          <p:nvPr/>
        </p:nvCxnSpPr>
        <p:spPr>
          <a:xfrm>
            <a:off x="4063680" y="3503160"/>
            <a:ext cx="626040" cy="1824840"/>
          </a:xfrm>
          <a:prstGeom prst="bentConnector3">
            <a:avLst>
              <a:gd name="adj1" fmla="val 50000"/>
            </a:avLst>
          </a:prstGeom>
          <a:ln w="19080">
            <a:solidFill>
              <a:srgbClr val="000000"/>
            </a:solidFill>
            <a:miter/>
          </a:ln>
        </p:spPr>
      </p:cxnSp>
      <p:sp>
        <p:nvSpPr>
          <p:cNvPr id="3" name="PlaceHolder 2"/>
          <p:cNvSpPr>
            <a:spLocks noGrp="1"/>
          </p:cNvSpPr>
          <p:nvPr>
            <p:ph type="sldNum" idx="2"/>
          </p:nvPr>
        </p:nvSpPr>
        <p:spPr/>
        <p:txBody>
          <a:bodyPr/>
          <a:p>
            <a:fld id="{0092CA36-8851-474F-8A2E-B75A884E091A}" type="slidenum">
              <a:t>300</a:t>
            </a:fld>
          </a:p>
        </p:txBody>
      </p:sp>
    </p:spTree>
  </p:cSld>
  <mc:AlternateContent>
    <mc:Choice Requires="p14">
      <p:transition spd="slow" p14:dur="2000"/>
    </mc:Choice>
    <mc:Fallback>
      <p:transition spd="slow"/>
    </mc:Fallback>
  </mc:AlternateContent>
</p:sld>
</file>

<file path=ppt/slides/slide3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184" name="PlaceHolder 1"/>
          <p:cNvSpPr>
            <a:spLocks noGrp="1"/>
          </p:cNvSpPr>
          <p:nvPr>
            <p:ph type="title"/>
          </p:nvPr>
        </p:nvSpPr>
        <p:spPr>
          <a:xfrm>
            <a:off x="119160" y="229680"/>
            <a:ext cx="8618400" cy="36612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endParaRPr b="1" lang="en-US" sz="1900" spc="-1" strike="noStrike">
              <a:solidFill>
                <a:srgbClr val="000000"/>
              </a:solidFill>
              <a:latin typeface="Arial"/>
            </a:endParaRPr>
          </a:p>
        </p:txBody>
      </p:sp>
      <p:sp>
        <p:nvSpPr>
          <p:cNvPr id="7185" name="McK Measure"/>
          <p:cNvSpPr/>
          <p:nvPr/>
        </p:nvSpPr>
        <p:spPr>
          <a:xfrm>
            <a:off x="122400" y="531720"/>
            <a:ext cx="8618400" cy="24408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600" spc="-1" strike="noStrike">
                <a:solidFill>
                  <a:srgbClr val="000000"/>
                </a:solidFill>
                <a:latin typeface="Arial"/>
                <a:ea typeface="宋体"/>
              </a:rPr>
              <a:t>Unit of measure</a:t>
            </a:r>
            <a:endParaRPr b="0" lang="en-US" sz="1600" spc="-1" strike="noStrike">
              <a:solidFill>
                <a:srgbClr val="000000"/>
              </a:solidFill>
              <a:latin typeface="Times New Roman"/>
            </a:endParaRPr>
          </a:p>
        </p:txBody>
      </p:sp>
      <p:sp>
        <p:nvSpPr>
          <p:cNvPr id="7186" name="McK Footnote"/>
          <p:cNvSpPr/>
          <p:nvPr/>
        </p:nvSpPr>
        <p:spPr>
          <a:xfrm>
            <a:off x="125280" y="6357240"/>
            <a:ext cx="8167680" cy="337320"/>
          </a:xfrm>
          <a:prstGeom prst="rect">
            <a:avLst/>
          </a:prstGeom>
          <a:noFill/>
          <a:ln w="0">
            <a:noFill/>
          </a:ln>
        </p:spPr>
        <p:style>
          <a:lnRef idx="0"/>
          <a:fillRef idx="0"/>
          <a:effectRef idx="0"/>
          <a:fontRef idx="minor"/>
        </p:style>
        <p:txBody>
          <a:bodyPr lIns="0" rIns="0" tIns="0" bIns="0" anchor="b">
            <a:spAutoFit/>
          </a:bodyPr>
          <a:p>
            <a:pPr marL="574560" indent="-574560">
              <a:lnSpc>
                <a:spcPct val="100000"/>
              </a:lnSpc>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zh-CN" sz="1000" spc="-1" strike="noStrike">
                <a:solidFill>
                  <a:srgbClr val="000000"/>
                </a:solidFill>
                <a:latin typeface="Arial"/>
                <a:ea typeface="宋体"/>
              </a:rPr>
              <a:t>	</a:t>
            </a:r>
            <a:r>
              <a:rPr b="0" lang="zh-CN" sz="1000" spc="-1" strike="noStrike">
                <a:solidFill>
                  <a:srgbClr val="000000"/>
                </a:solidFill>
                <a:latin typeface="Arial"/>
                <a:ea typeface="宋体"/>
              </a:rPr>
              <a:t>*</a:t>
            </a:r>
            <a:r>
              <a:rPr b="0" lang="zh-CN" sz="1000" spc="-1" strike="noStrike">
                <a:solidFill>
                  <a:srgbClr val="000000"/>
                </a:solidFill>
                <a:latin typeface="Arial"/>
                <a:ea typeface="宋体"/>
              </a:rPr>
              <a:t>	</a:t>
            </a:r>
            <a:r>
              <a:rPr b="0" lang="en-US" sz="1000" spc="-1" strike="noStrike">
                <a:solidFill>
                  <a:srgbClr val="000000"/>
                </a:solidFill>
                <a:latin typeface="Arial"/>
                <a:ea typeface="宋体"/>
              </a:rPr>
              <a:t>Footnote</a:t>
            </a:r>
            <a:endParaRPr b="0" lang="en-US" sz="1000" spc="-1" strike="noStrike">
              <a:solidFill>
                <a:srgbClr val="000000"/>
              </a:solidFill>
              <a:latin typeface="Times New Roman"/>
            </a:endParaRPr>
          </a:p>
          <a:p>
            <a:pPr marL="574560" indent="-574560">
              <a:lnSpc>
                <a:spcPct val="100000"/>
              </a:lnSpc>
              <a:spcBef>
                <a:spcPts val="249"/>
              </a:spcBef>
              <a:tabLst>
                <a:tab algn="l" pos="0"/>
                <a:tab algn="r" pos="53352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r>
              <a:rPr b="0" lang="en-US" sz="1000" spc="-1" strike="noStrike">
                <a:solidFill>
                  <a:srgbClr val="000000"/>
                </a:solidFill>
                <a:latin typeface="Arial"/>
                <a:ea typeface="宋体"/>
              </a:rPr>
              <a:t>	</a:t>
            </a:r>
            <a:r>
              <a:rPr b="0" lang="en-US" sz="1000" spc="-1" strike="noStrike">
                <a:solidFill>
                  <a:srgbClr val="000000"/>
                </a:solidFill>
                <a:latin typeface="Arial"/>
                <a:ea typeface="宋体"/>
              </a:rPr>
              <a:t>Source</a:t>
            </a:r>
            <a:endParaRPr b="0" lang="en-US" sz="1000" spc="-1" strike="noStrike">
              <a:solidFill>
                <a:srgbClr val="000000"/>
              </a:solidFill>
              <a:latin typeface="Times New Roman"/>
            </a:endParaRPr>
          </a:p>
        </p:txBody>
      </p:sp>
      <p:sp>
        <p:nvSpPr>
          <p:cNvPr id="7187" name=""/>
          <p:cNvSpPr/>
          <p:nvPr/>
        </p:nvSpPr>
        <p:spPr>
          <a:xfrm>
            <a:off x="4727520" y="630360"/>
            <a:ext cx="350208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88" name=""/>
          <p:cNvSpPr/>
          <p:nvPr/>
        </p:nvSpPr>
        <p:spPr>
          <a:xfrm>
            <a:off x="4795920" y="683640"/>
            <a:ext cx="33544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7189" name=""/>
          <p:cNvGraphicFramePr/>
          <p:nvPr/>
        </p:nvGraphicFramePr>
        <p:xfrm>
          <a:off x="4716360" y="750960"/>
          <a:ext cx="3571920" cy="1371600"/>
        </p:xfrm>
        <a:graphic>
          <a:graphicData uri="http://schemas.openxmlformats.org/presentationml/2006/ole">
            <p:oleObj r:id="rId1" spid="">
              <p:embed/>
            </p:oleObj>
          </a:graphicData>
        </a:graphic>
      </p:graphicFrame>
      <p:sp>
        <p:nvSpPr>
          <p:cNvPr id="7190" name=""/>
          <p:cNvSpPr/>
          <p:nvPr/>
        </p:nvSpPr>
        <p:spPr>
          <a:xfrm>
            <a:off x="601560" y="2325600"/>
            <a:ext cx="3500640" cy="23576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91" name=""/>
          <p:cNvSpPr/>
          <p:nvPr/>
        </p:nvSpPr>
        <p:spPr>
          <a:xfrm>
            <a:off x="692280" y="2377080"/>
            <a:ext cx="3354120" cy="30564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a:t>
            </a:r>
            <a:endParaRPr b="0" lang="en-US" sz="10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7192" name=""/>
          <p:cNvGraphicFramePr/>
          <p:nvPr/>
        </p:nvGraphicFramePr>
        <p:xfrm>
          <a:off x="587520" y="2674800"/>
          <a:ext cx="3576600" cy="2051280"/>
        </p:xfrm>
        <a:graphic>
          <a:graphicData uri="http://schemas.openxmlformats.org/presentationml/2006/ole">
            <p:oleObj r:id="rId2" spid="">
              <p:embed/>
            </p:oleObj>
          </a:graphicData>
        </a:graphic>
      </p:graphicFrame>
      <p:cxnSp>
        <p:nvCxnSpPr>
          <p:cNvPr id="7193" name=""/>
          <p:cNvCxnSpPr>
            <a:stCxn id="7190" idx="3"/>
            <a:endCxn id="7187" idx="1"/>
          </p:cNvCxnSpPr>
          <p:nvPr/>
        </p:nvCxnSpPr>
        <p:spPr>
          <a:xfrm flipV="1">
            <a:off x="4101840" y="1316880"/>
            <a:ext cx="626040" cy="2188440"/>
          </a:xfrm>
          <a:prstGeom prst="bentConnector3">
            <a:avLst>
              <a:gd name="adj1" fmla="val 50000"/>
            </a:avLst>
          </a:prstGeom>
          <a:ln w="19080">
            <a:solidFill>
              <a:srgbClr val="000000"/>
            </a:solidFill>
            <a:miter/>
          </a:ln>
        </p:spPr>
      </p:cxnSp>
      <p:cxnSp>
        <p:nvCxnSpPr>
          <p:cNvPr id="7194" name=""/>
          <p:cNvCxnSpPr>
            <a:stCxn id="7190" idx="3"/>
            <a:endCxn id="7195" idx="1"/>
          </p:cNvCxnSpPr>
          <p:nvPr/>
        </p:nvCxnSpPr>
        <p:spPr>
          <a:xfrm flipV="1">
            <a:off x="4101840" y="2769840"/>
            <a:ext cx="626040" cy="735840"/>
          </a:xfrm>
          <a:prstGeom prst="bentConnector3">
            <a:avLst>
              <a:gd name="adj1" fmla="val 50000"/>
            </a:avLst>
          </a:prstGeom>
          <a:ln w="19080">
            <a:solidFill>
              <a:srgbClr val="000000"/>
            </a:solidFill>
            <a:miter/>
          </a:ln>
        </p:spPr>
      </p:cxnSp>
      <p:cxnSp>
        <p:nvCxnSpPr>
          <p:cNvPr id="7196" name=""/>
          <p:cNvCxnSpPr>
            <a:stCxn id="7190" idx="3"/>
            <a:endCxn id="7197" idx="1"/>
          </p:cNvCxnSpPr>
          <p:nvPr/>
        </p:nvCxnSpPr>
        <p:spPr>
          <a:xfrm>
            <a:off x="4101840" y="3504960"/>
            <a:ext cx="626040" cy="717840"/>
          </a:xfrm>
          <a:prstGeom prst="bentConnector3">
            <a:avLst>
              <a:gd name="adj1" fmla="val 50000"/>
            </a:avLst>
          </a:prstGeom>
          <a:ln w="19080">
            <a:solidFill>
              <a:srgbClr val="000000"/>
            </a:solidFill>
            <a:miter/>
          </a:ln>
        </p:spPr>
      </p:cxnSp>
      <p:sp>
        <p:nvSpPr>
          <p:cNvPr id="7195" name=""/>
          <p:cNvSpPr/>
          <p:nvPr/>
        </p:nvSpPr>
        <p:spPr>
          <a:xfrm>
            <a:off x="4727520" y="2082960"/>
            <a:ext cx="3502080" cy="13730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198" name=""/>
          <p:cNvSpPr/>
          <p:nvPr/>
        </p:nvSpPr>
        <p:spPr>
          <a:xfrm>
            <a:off x="4795920" y="2136240"/>
            <a:ext cx="33544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7199" name=""/>
          <p:cNvGraphicFramePr/>
          <p:nvPr/>
        </p:nvGraphicFramePr>
        <p:xfrm>
          <a:off x="4714920" y="2203560"/>
          <a:ext cx="3571920" cy="1371600"/>
        </p:xfrm>
        <a:graphic>
          <a:graphicData uri="http://schemas.openxmlformats.org/presentationml/2006/ole">
            <p:oleObj r:id="rId3" spid="">
              <p:embed/>
            </p:oleObj>
          </a:graphicData>
        </a:graphic>
      </p:graphicFrame>
      <p:sp>
        <p:nvSpPr>
          <p:cNvPr id="7197" name=""/>
          <p:cNvSpPr/>
          <p:nvPr/>
        </p:nvSpPr>
        <p:spPr>
          <a:xfrm>
            <a:off x="4727520" y="3535200"/>
            <a:ext cx="3502080" cy="1373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00" name=""/>
          <p:cNvSpPr/>
          <p:nvPr/>
        </p:nvSpPr>
        <p:spPr>
          <a:xfrm>
            <a:off x="4795920" y="3588840"/>
            <a:ext cx="33544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7201" name=""/>
          <p:cNvGraphicFramePr/>
          <p:nvPr/>
        </p:nvGraphicFramePr>
        <p:xfrm>
          <a:off x="4716360" y="3656160"/>
          <a:ext cx="3571920" cy="1371600"/>
        </p:xfrm>
        <a:graphic>
          <a:graphicData uri="http://schemas.openxmlformats.org/presentationml/2006/ole">
            <p:oleObj r:id="rId4" spid="">
              <p:embed/>
            </p:oleObj>
          </a:graphicData>
        </a:graphic>
      </p:graphicFrame>
      <p:sp>
        <p:nvSpPr>
          <p:cNvPr id="7202" name=""/>
          <p:cNvSpPr/>
          <p:nvPr/>
        </p:nvSpPr>
        <p:spPr>
          <a:xfrm>
            <a:off x="4727520" y="4987800"/>
            <a:ext cx="3502080" cy="1373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03" name=""/>
          <p:cNvSpPr/>
          <p:nvPr/>
        </p:nvSpPr>
        <p:spPr>
          <a:xfrm>
            <a:off x="4795920" y="5041440"/>
            <a:ext cx="3354480" cy="153000"/>
          </a:xfrm>
          <a:prstGeom prst="rect">
            <a:avLst/>
          </a:prstGeom>
          <a:noFill/>
          <a:ln w="0">
            <a:noFill/>
          </a:ln>
        </p:spPr>
        <p:style>
          <a:lnRef idx="0"/>
          <a:fillRef idx="0"/>
          <a:effectRef idx="0"/>
          <a:fontRef idx="minor"/>
        </p:style>
        <p:txBody>
          <a:bodyPr lIns="3960" rIns="3960" tIns="0" bIns="0" anchor="b">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000" spc="-1" strike="noStrike">
                <a:solidFill>
                  <a:srgbClr val="000000"/>
                </a:solidFill>
                <a:latin typeface="Arial"/>
                <a:ea typeface="Gulim"/>
              </a:rPr>
              <a:t>Title </a:t>
            </a:r>
            <a:r>
              <a:rPr b="0" lang="en-US" sz="1000" spc="-1" strike="noStrike">
                <a:solidFill>
                  <a:srgbClr val="000000"/>
                </a:solidFill>
                <a:latin typeface="Arial"/>
                <a:ea typeface="Gulim"/>
              </a:rPr>
              <a:t>(Measure)</a:t>
            </a:r>
            <a:endParaRPr b="0" lang="en-US" sz="1000" spc="-1" strike="noStrike">
              <a:solidFill>
                <a:srgbClr val="000000"/>
              </a:solidFill>
              <a:latin typeface="Times New Roman"/>
            </a:endParaRPr>
          </a:p>
        </p:txBody>
      </p:sp>
      <p:graphicFrame>
        <p:nvGraphicFramePr>
          <p:cNvPr id="7204" name=""/>
          <p:cNvGraphicFramePr/>
          <p:nvPr/>
        </p:nvGraphicFramePr>
        <p:xfrm>
          <a:off x="4716360" y="5108400"/>
          <a:ext cx="3571920" cy="1371600"/>
        </p:xfrm>
        <a:graphic>
          <a:graphicData uri="http://schemas.openxmlformats.org/presentationml/2006/ole">
            <p:oleObj r:id="rId5" spid="">
              <p:embed/>
            </p:oleObj>
          </a:graphicData>
        </a:graphic>
      </p:graphicFrame>
      <p:cxnSp>
        <p:nvCxnSpPr>
          <p:cNvPr id="7205" name=""/>
          <p:cNvCxnSpPr>
            <a:stCxn id="7190" idx="3"/>
            <a:endCxn id="7202" idx="1"/>
          </p:cNvCxnSpPr>
          <p:nvPr/>
        </p:nvCxnSpPr>
        <p:spPr>
          <a:xfrm>
            <a:off x="4101840" y="3505320"/>
            <a:ext cx="626040" cy="2170800"/>
          </a:xfrm>
          <a:prstGeom prst="bentConnector3">
            <a:avLst>
              <a:gd name="adj1" fmla="val 50000"/>
            </a:avLst>
          </a:prstGeom>
          <a:ln w="19080">
            <a:solidFill>
              <a:srgbClr val="000000"/>
            </a:solidFill>
            <a:miter/>
          </a:ln>
        </p:spPr>
      </p:cxnSp>
      <p:sp>
        <p:nvSpPr>
          <p:cNvPr id="3" name="PlaceHolder 2"/>
          <p:cNvSpPr>
            <a:spLocks noGrp="1"/>
          </p:cNvSpPr>
          <p:nvPr>
            <p:ph type="sldNum" idx="2"/>
          </p:nvPr>
        </p:nvSpPr>
        <p:spPr/>
        <p:txBody>
          <a:bodyPr/>
          <a:p>
            <a:fld id="{26D820CA-732E-4C1A-857A-46AF7192B6D8}" type="slidenum">
              <a:t>301</a:t>
            </a:fld>
          </a:p>
        </p:txBody>
      </p:sp>
    </p:spTree>
  </p:cSld>
  <mc:AlternateContent>
    <mc:Choice Requires="p14">
      <p:transition spd="slow" p14:dur="2000"/>
    </mc:Choice>
    <mc:Fallback>
      <p:transition spd="slow"/>
    </mc:Fallback>
  </mc:AlternateContent>
</p:sld>
</file>

<file path=ppt/slides/slide3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206"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STICKER AND OTHERS </a:t>
            </a:r>
            <a:endParaRPr b="1" lang="en-US" sz="1900" spc="-1" strike="noStrike">
              <a:solidFill>
                <a:srgbClr val="000000"/>
              </a:solidFill>
              <a:latin typeface="Arial"/>
            </a:endParaRPr>
          </a:p>
        </p:txBody>
      </p:sp>
      <p:grpSp>
        <p:nvGrpSpPr>
          <p:cNvPr id="7207" name=""/>
          <p:cNvGrpSpPr/>
          <p:nvPr/>
        </p:nvGrpSpPr>
        <p:grpSpPr>
          <a:xfrm>
            <a:off x="8308800" y="4722840"/>
            <a:ext cx="104760" cy="384120"/>
            <a:chOff x="8308800" y="4722840"/>
            <a:chExt cx="104760" cy="384120"/>
          </a:xfrm>
        </p:grpSpPr>
        <p:sp>
          <p:nvSpPr>
            <p:cNvPr id="7208" name=""/>
            <p:cNvSpPr/>
            <p:nvPr/>
          </p:nvSpPr>
          <p:spPr>
            <a:xfrm flipH="1">
              <a:off x="8312040" y="4722840"/>
              <a:ext cx="93600" cy="371520"/>
            </a:xfrm>
            <a:custGeom>
              <a:avLst/>
              <a:gdLst/>
              <a:ahLst/>
              <a:rect l="l" t="t" r="r" b="b"/>
              <a:pathLst>
                <a:path w="183" h="119">
                  <a:moveTo>
                    <a:pt x="135" y="0"/>
                  </a:moveTo>
                  <a:lnTo>
                    <a:pt x="0" y="105"/>
                  </a:lnTo>
                  <a:lnTo>
                    <a:pt x="37" y="119"/>
                  </a:lnTo>
                  <a:lnTo>
                    <a:pt x="183" y="17"/>
                  </a:lnTo>
                  <a:lnTo>
                    <a:pt x="135" y="0"/>
                  </a:lnTo>
                  <a:close/>
                </a:path>
              </a:pathLst>
            </a:custGeom>
            <a:solidFill>
              <a:srgbClr val="ffffff"/>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7209" name=""/>
            <p:cNvSpPr/>
            <p:nvPr/>
          </p:nvSpPr>
          <p:spPr>
            <a:xfrm>
              <a:off x="8335800" y="4764240"/>
              <a:ext cx="77760" cy="3427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7210" name=""/>
            <p:cNvSpPr/>
            <p:nvPr/>
          </p:nvSpPr>
          <p:spPr>
            <a:xfrm>
              <a:off x="8308800" y="4764240"/>
              <a:ext cx="77760" cy="3427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grpSp>
        <p:nvGrpSpPr>
          <p:cNvPr id="7211" name=""/>
          <p:cNvGrpSpPr/>
          <p:nvPr/>
        </p:nvGrpSpPr>
        <p:grpSpPr>
          <a:xfrm>
            <a:off x="8470440" y="4722840"/>
            <a:ext cx="104760" cy="384120"/>
            <a:chOff x="8470440" y="4722840"/>
            <a:chExt cx="104760" cy="384120"/>
          </a:xfrm>
        </p:grpSpPr>
        <p:sp>
          <p:nvSpPr>
            <p:cNvPr id="7212" name=""/>
            <p:cNvSpPr/>
            <p:nvPr/>
          </p:nvSpPr>
          <p:spPr>
            <a:xfrm>
              <a:off x="8478360" y="4722840"/>
              <a:ext cx="93600" cy="371520"/>
            </a:xfrm>
            <a:custGeom>
              <a:avLst/>
              <a:gdLst/>
              <a:ahLst/>
              <a:rect l="l" t="t" r="r" b="b"/>
              <a:pathLst>
                <a:path w="183" h="119">
                  <a:moveTo>
                    <a:pt x="135" y="0"/>
                  </a:moveTo>
                  <a:lnTo>
                    <a:pt x="0" y="105"/>
                  </a:lnTo>
                  <a:lnTo>
                    <a:pt x="37" y="119"/>
                  </a:lnTo>
                  <a:lnTo>
                    <a:pt x="183" y="17"/>
                  </a:lnTo>
                  <a:lnTo>
                    <a:pt x="135" y="0"/>
                  </a:lnTo>
                  <a:close/>
                </a:path>
              </a:pathLst>
            </a:custGeom>
            <a:solidFill>
              <a:srgbClr val="ffffff"/>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7213" name=""/>
            <p:cNvSpPr/>
            <p:nvPr/>
          </p:nvSpPr>
          <p:spPr>
            <a:xfrm flipH="1">
              <a:off x="8470440" y="4764240"/>
              <a:ext cx="77760" cy="3427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sp>
          <p:nvSpPr>
            <p:cNvPr id="7214" name=""/>
            <p:cNvSpPr/>
            <p:nvPr/>
          </p:nvSpPr>
          <p:spPr>
            <a:xfrm flipH="1">
              <a:off x="8497440" y="4764240"/>
              <a:ext cx="77760" cy="342720"/>
            </a:xfrm>
            <a:prstGeom prst="line">
              <a:avLst/>
            </a:prstGeom>
            <a:ln w="9360">
              <a:solidFill>
                <a:srgbClr val="000000"/>
              </a:solidFill>
              <a:miter/>
            </a:ln>
          </p:spPr>
          <p:style>
            <a:lnRef idx="0"/>
            <a:fillRef idx="0"/>
            <a:effectRef idx="0"/>
            <a:fontRef idx="minor"/>
          </p:style>
          <p:txBody>
            <a:bodyPr lIns="90000" rIns="90000" tIns="46800" bIns="46800" anchor="ctr">
              <a:noAutofit/>
            </a:bodyPr>
            <a:p>
              <a:endParaRPr b="0" lang="en-US" sz="2400" spc="-1" strike="noStrike">
                <a:solidFill>
                  <a:srgbClr val="000000"/>
                </a:solidFill>
                <a:latin typeface="Times New Roman"/>
              </a:endParaRPr>
            </a:p>
          </p:txBody>
        </p:sp>
      </p:grpSp>
      <p:grpSp>
        <p:nvGrpSpPr>
          <p:cNvPr id="7215" name=""/>
          <p:cNvGrpSpPr/>
          <p:nvPr/>
        </p:nvGrpSpPr>
        <p:grpSpPr>
          <a:xfrm>
            <a:off x="7801200" y="4785840"/>
            <a:ext cx="384120" cy="104760"/>
            <a:chOff x="7801200" y="4785840"/>
            <a:chExt cx="384120" cy="104760"/>
          </a:xfrm>
        </p:grpSpPr>
        <p:sp>
          <p:nvSpPr>
            <p:cNvPr id="7216" name=""/>
            <p:cNvSpPr/>
            <p:nvPr/>
          </p:nvSpPr>
          <p:spPr>
            <a:xfrm rot="5400000">
              <a:off x="7952760" y="4654800"/>
              <a:ext cx="93600" cy="371520"/>
            </a:xfrm>
            <a:custGeom>
              <a:avLst/>
              <a:gdLst/>
              <a:ahLst/>
              <a:rect l="l" t="t" r="r" b="b"/>
              <a:pathLst>
                <a:path w="183" h="119">
                  <a:moveTo>
                    <a:pt x="135" y="0"/>
                  </a:moveTo>
                  <a:lnTo>
                    <a:pt x="0" y="105"/>
                  </a:lnTo>
                  <a:lnTo>
                    <a:pt x="37" y="119"/>
                  </a:lnTo>
                  <a:lnTo>
                    <a:pt x="183" y="17"/>
                  </a:lnTo>
                  <a:lnTo>
                    <a:pt x="135" y="0"/>
                  </a:lnTo>
                  <a:close/>
                </a:path>
              </a:pathLst>
            </a:custGeom>
            <a:solidFill>
              <a:srgbClr val="ffffff"/>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7217" name=""/>
            <p:cNvSpPr/>
            <p:nvPr/>
          </p:nvSpPr>
          <p:spPr>
            <a:xfrm flipH="1" flipV="1">
              <a:off x="7801200" y="4785840"/>
              <a:ext cx="342720" cy="77760"/>
            </a:xfrm>
            <a:prstGeom prst="line">
              <a:avLst/>
            </a:prstGeom>
            <a:ln w="9360">
              <a:solidFill>
                <a:srgbClr val="000000"/>
              </a:solidFill>
              <a:miter/>
            </a:ln>
          </p:spPr>
          <p:style>
            <a:lnRef idx="0"/>
            <a:fillRef idx="0"/>
            <a:effectRef idx="0"/>
            <a:fontRef idx="minor"/>
          </p:style>
          <p:txBody>
            <a:bodyPr lIns="90000" rIns="90000" tIns="30960" bIns="30960" anchor="ctr">
              <a:noAutofit/>
            </a:bodyPr>
            <a:p>
              <a:endParaRPr b="0" lang="en-US" sz="2400" spc="-1" strike="noStrike">
                <a:solidFill>
                  <a:srgbClr val="000000"/>
                </a:solidFill>
                <a:latin typeface="Times New Roman"/>
              </a:endParaRPr>
            </a:p>
          </p:txBody>
        </p:sp>
        <p:sp>
          <p:nvSpPr>
            <p:cNvPr id="7218" name=""/>
            <p:cNvSpPr/>
            <p:nvPr/>
          </p:nvSpPr>
          <p:spPr>
            <a:xfrm flipH="1" flipV="1">
              <a:off x="7801200" y="4812840"/>
              <a:ext cx="342720" cy="77760"/>
            </a:xfrm>
            <a:prstGeom prst="line">
              <a:avLst/>
            </a:prstGeom>
            <a:ln w="9360">
              <a:solidFill>
                <a:srgbClr val="000000"/>
              </a:solidFill>
              <a:miter/>
            </a:ln>
          </p:spPr>
          <p:style>
            <a:lnRef idx="0"/>
            <a:fillRef idx="0"/>
            <a:effectRef idx="0"/>
            <a:fontRef idx="minor"/>
          </p:style>
          <p:txBody>
            <a:bodyPr lIns="90000" rIns="90000" tIns="30960" bIns="30960" anchor="ctr">
              <a:noAutofit/>
            </a:bodyPr>
            <a:p>
              <a:endParaRPr b="0" lang="en-US" sz="2400" spc="-1" strike="noStrike">
                <a:solidFill>
                  <a:srgbClr val="000000"/>
                </a:solidFill>
                <a:latin typeface="Times New Roman"/>
              </a:endParaRPr>
            </a:p>
          </p:txBody>
        </p:sp>
      </p:grpSp>
      <p:grpSp>
        <p:nvGrpSpPr>
          <p:cNvPr id="7219" name=""/>
          <p:cNvGrpSpPr/>
          <p:nvPr/>
        </p:nvGrpSpPr>
        <p:grpSpPr>
          <a:xfrm>
            <a:off x="7801200" y="4968720"/>
            <a:ext cx="384120" cy="104760"/>
            <a:chOff x="7801200" y="4968720"/>
            <a:chExt cx="384120" cy="104760"/>
          </a:xfrm>
        </p:grpSpPr>
        <p:sp>
          <p:nvSpPr>
            <p:cNvPr id="7220" name=""/>
            <p:cNvSpPr/>
            <p:nvPr/>
          </p:nvSpPr>
          <p:spPr>
            <a:xfrm flipV="1" rot="16200000">
              <a:off x="7952760" y="4833000"/>
              <a:ext cx="93600" cy="371520"/>
            </a:xfrm>
            <a:custGeom>
              <a:avLst/>
              <a:gdLst/>
              <a:ahLst/>
              <a:rect l="l" t="t" r="r" b="b"/>
              <a:pathLst>
                <a:path w="183" h="119">
                  <a:moveTo>
                    <a:pt x="135" y="0"/>
                  </a:moveTo>
                  <a:lnTo>
                    <a:pt x="0" y="105"/>
                  </a:lnTo>
                  <a:lnTo>
                    <a:pt x="37" y="119"/>
                  </a:lnTo>
                  <a:lnTo>
                    <a:pt x="183" y="17"/>
                  </a:lnTo>
                  <a:lnTo>
                    <a:pt x="135" y="0"/>
                  </a:lnTo>
                  <a:close/>
                </a:path>
              </a:pathLst>
            </a:custGeom>
            <a:solidFill>
              <a:srgbClr val="ffffff"/>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7221" name=""/>
            <p:cNvSpPr/>
            <p:nvPr/>
          </p:nvSpPr>
          <p:spPr>
            <a:xfrm flipH="1">
              <a:off x="7801200" y="4995720"/>
              <a:ext cx="342720" cy="77760"/>
            </a:xfrm>
            <a:prstGeom prst="line">
              <a:avLst/>
            </a:prstGeom>
            <a:ln w="9360">
              <a:solidFill>
                <a:srgbClr val="000000"/>
              </a:solidFill>
              <a:miter/>
            </a:ln>
          </p:spPr>
          <p:style>
            <a:lnRef idx="0"/>
            <a:fillRef idx="0"/>
            <a:effectRef idx="0"/>
            <a:fontRef idx="minor"/>
          </p:style>
          <p:txBody>
            <a:bodyPr lIns="90000" rIns="90000" tIns="30960" bIns="30960" anchor="ctr">
              <a:noAutofit/>
            </a:bodyPr>
            <a:p>
              <a:endParaRPr b="0" lang="en-US" sz="2400" spc="-1" strike="noStrike">
                <a:solidFill>
                  <a:srgbClr val="000000"/>
                </a:solidFill>
                <a:latin typeface="Times New Roman"/>
              </a:endParaRPr>
            </a:p>
          </p:txBody>
        </p:sp>
        <p:sp>
          <p:nvSpPr>
            <p:cNvPr id="7222" name=""/>
            <p:cNvSpPr/>
            <p:nvPr/>
          </p:nvSpPr>
          <p:spPr>
            <a:xfrm flipH="1">
              <a:off x="7801200" y="4968720"/>
              <a:ext cx="342720" cy="77760"/>
            </a:xfrm>
            <a:prstGeom prst="line">
              <a:avLst/>
            </a:prstGeom>
            <a:ln w="9360">
              <a:solidFill>
                <a:srgbClr val="000000"/>
              </a:solidFill>
              <a:miter/>
            </a:ln>
          </p:spPr>
          <p:style>
            <a:lnRef idx="0"/>
            <a:fillRef idx="0"/>
            <a:effectRef idx="0"/>
            <a:fontRef idx="minor"/>
          </p:style>
          <p:txBody>
            <a:bodyPr lIns="90000" rIns="90000" tIns="30960" bIns="30960" anchor="ctr">
              <a:noAutofit/>
            </a:bodyPr>
            <a:p>
              <a:endParaRPr b="0" lang="en-US" sz="2400" spc="-1" strike="noStrike">
                <a:solidFill>
                  <a:srgbClr val="000000"/>
                </a:solidFill>
                <a:latin typeface="Times New Roman"/>
              </a:endParaRPr>
            </a:p>
          </p:txBody>
        </p:sp>
      </p:grpSp>
      <p:sp>
        <p:nvSpPr>
          <p:cNvPr id="7223" name=""/>
          <p:cNvSpPr/>
          <p:nvPr/>
        </p:nvSpPr>
        <p:spPr>
          <a:xfrm>
            <a:off x="274680" y="4964040"/>
            <a:ext cx="1311120" cy="8971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224" name=""/>
          <p:cNvGrpSpPr/>
          <p:nvPr/>
        </p:nvGrpSpPr>
        <p:grpSpPr>
          <a:xfrm>
            <a:off x="804960" y="4722840"/>
            <a:ext cx="284040" cy="429840"/>
            <a:chOff x="804960" y="4722840"/>
            <a:chExt cx="284040" cy="429840"/>
          </a:xfrm>
        </p:grpSpPr>
        <p:sp>
          <p:nvSpPr>
            <p:cNvPr id="7225" name=""/>
            <p:cNvSpPr/>
            <p:nvPr/>
          </p:nvSpPr>
          <p:spPr>
            <a:xfrm>
              <a:off x="848520" y="4722840"/>
              <a:ext cx="191520" cy="17676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26" name=""/>
            <p:cNvSpPr/>
            <p:nvPr/>
          </p:nvSpPr>
          <p:spPr>
            <a:xfrm>
              <a:off x="804960" y="4973400"/>
              <a:ext cx="284040" cy="17928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227" name=""/>
            <p:cNvGrpSpPr/>
            <p:nvPr/>
          </p:nvGrpSpPr>
          <p:grpSpPr>
            <a:xfrm>
              <a:off x="805680" y="4899600"/>
              <a:ext cx="282240" cy="147240"/>
              <a:chOff x="805680" y="4899600"/>
              <a:chExt cx="282240" cy="147240"/>
            </a:xfrm>
          </p:grpSpPr>
          <p:sp>
            <p:nvSpPr>
              <p:cNvPr id="7228" name=""/>
              <p:cNvSpPr/>
              <p:nvPr/>
            </p:nvSpPr>
            <p:spPr>
              <a:xfrm>
                <a:off x="861120" y="4899600"/>
                <a:ext cx="22680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29" name=""/>
              <p:cNvSpPr/>
              <p:nvPr/>
            </p:nvSpPr>
            <p:spPr>
              <a:xfrm flipH="1">
                <a:off x="805680" y="4899600"/>
                <a:ext cx="22608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230" name=""/>
            <p:cNvSpPr/>
            <p:nvPr/>
          </p:nvSpPr>
          <p:spPr>
            <a:xfrm>
              <a:off x="919440" y="4899600"/>
              <a:ext cx="55800" cy="61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231" name=""/>
            <p:cNvSpPr/>
            <p:nvPr/>
          </p:nvSpPr>
          <p:spPr>
            <a:xfrm flipV="1">
              <a:off x="892440" y="4937760"/>
              <a:ext cx="104040" cy="150840"/>
            </a:xfrm>
            <a:prstGeom prst="triangle">
              <a:avLst>
                <a:gd name="adj" fmla="val 50000"/>
              </a:avLst>
            </a:prstGeom>
            <a:solidFill>
              <a:srgbClr val="ffffff"/>
            </a:solidFill>
            <a:ln w="9360">
              <a:solidFill>
                <a:srgbClr val="00000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232" name=""/>
          <p:cNvGrpSpPr/>
          <p:nvPr/>
        </p:nvGrpSpPr>
        <p:grpSpPr>
          <a:xfrm>
            <a:off x="1380960" y="5073480"/>
            <a:ext cx="284400" cy="430200"/>
            <a:chOff x="1380960" y="5073480"/>
            <a:chExt cx="284400" cy="430200"/>
          </a:xfrm>
        </p:grpSpPr>
        <p:sp>
          <p:nvSpPr>
            <p:cNvPr id="7233" name=""/>
            <p:cNvSpPr/>
            <p:nvPr/>
          </p:nvSpPr>
          <p:spPr>
            <a:xfrm>
              <a:off x="1424520" y="5073480"/>
              <a:ext cx="191880" cy="17676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34" name=""/>
            <p:cNvSpPr/>
            <p:nvPr/>
          </p:nvSpPr>
          <p:spPr>
            <a:xfrm>
              <a:off x="1380960" y="5324400"/>
              <a:ext cx="284400" cy="17928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235" name=""/>
            <p:cNvGrpSpPr/>
            <p:nvPr/>
          </p:nvGrpSpPr>
          <p:grpSpPr>
            <a:xfrm>
              <a:off x="1381680" y="5250240"/>
              <a:ext cx="282600" cy="147240"/>
              <a:chOff x="1381680" y="5250240"/>
              <a:chExt cx="282600" cy="147240"/>
            </a:xfrm>
          </p:grpSpPr>
          <p:sp>
            <p:nvSpPr>
              <p:cNvPr id="7236" name=""/>
              <p:cNvSpPr/>
              <p:nvPr/>
            </p:nvSpPr>
            <p:spPr>
              <a:xfrm>
                <a:off x="1437480" y="5250240"/>
                <a:ext cx="22680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37" name=""/>
              <p:cNvSpPr/>
              <p:nvPr/>
            </p:nvSpPr>
            <p:spPr>
              <a:xfrm flipH="1">
                <a:off x="1381680" y="5250240"/>
                <a:ext cx="22608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238" name=""/>
            <p:cNvSpPr/>
            <p:nvPr/>
          </p:nvSpPr>
          <p:spPr>
            <a:xfrm>
              <a:off x="1495440" y="5250240"/>
              <a:ext cx="55800" cy="61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239" name=""/>
            <p:cNvSpPr/>
            <p:nvPr/>
          </p:nvSpPr>
          <p:spPr>
            <a:xfrm flipV="1">
              <a:off x="1468440" y="5288400"/>
              <a:ext cx="104040" cy="150840"/>
            </a:xfrm>
            <a:prstGeom prst="triangle">
              <a:avLst>
                <a:gd name="adj" fmla="val 50000"/>
              </a:avLst>
            </a:prstGeom>
            <a:solidFill>
              <a:srgbClr val="ffffff"/>
            </a:solidFill>
            <a:ln w="9360">
              <a:solidFill>
                <a:srgbClr val="00000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240" name=""/>
          <p:cNvGrpSpPr/>
          <p:nvPr/>
        </p:nvGrpSpPr>
        <p:grpSpPr>
          <a:xfrm>
            <a:off x="168120" y="5073480"/>
            <a:ext cx="285840" cy="430200"/>
            <a:chOff x="168120" y="5073480"/>
            <a:chExt cx="285840" cy="430200"/>
          </a:xfrm>
        </p:grpSpPr>
        <p:sp>
          <p:nvSpPr>
            <p:cNvPr id="7241" name=""/>
            <p:cNvSpPr/>
            <p:nvPr/>
          </p:nvSpPr>
          <p:spPr>
            <a:xfrm>
              <a:off x="212040" y="5073480"/>
              <a:ext cx="192960" cy="17676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42" name=""/>
            <p:cNvSpPr/>
            <p:nvPr/>
          </p:nvSpPr>
          <p:spPr>
            <a:xfrm>
              <a:off x="168120" y="5324400"/>
              <a:ext cx="285840" cy="17928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243" name=""/>
            <p:cNvGrpSpPr/>
            <p:nvPr/>
          </p:nvGrpSpPr>
          <p:grpSpPr>
            <a:xfrm>
              <a:off x="169200" y="5250240"/>
              <a:ext cx="284040" cy="147240"/>
              <a:chOff x="169200" y="5250240"/>
              <a:chExt cx="284040" cy="147240"/>
            </a:xfrm>
          </p:grpSpPr>
          <p:sp>
            <p:nvSpPr>
              <p:cNvPr id="7244" name=""/>
              <p:cNvSpPr/>
              <p:nvPr/>
            </p:nvSpPr>
            <p:spPr>
              <a:xfrm>
                <a:off x="225000" y="5250240"/>
                <a:ext cx="22824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45" name=""/>
              <p:cNvSpPr/>
              <p:nvPr/>
            </p:nvSpPr>
            <p:spPr>
              <a:xfrm flipH="1">
                <a:off x="169200" y="5250240"/>
                <a:ext cx="22752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246" name=""/>
            <p:cNvSpPr/>
            <p:nvPr/>
          </p:nvSpPr>
          <p:spPr>
            <a:xfrm>
              <a:off x="283320" y="5250240"/>
              <a:ext cx="56160" cy="61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247" name=""/>
            <p:cNvSpPr/>
            <p:nvPr/>
          </p:nvSpPr>
          <p:spPr>
            <a:xfrm flipV="1">
              <a:off x="255960" y="5288400"/>
              <a:ext cx="104760" cy="150840"/>
            </a:xfrm>
            <a:prstGeom prst="triangle">
              <a:avLst>
                <a:gd name="adj" fmla="val 50000"/>
              </a:avLst>
            </a:prstGeom>
            <a:solidFill>
              <a:srgbClr val="ffffff"/>
            </a:solidFill>
            <a:ln w="9360">
              <a:solidFill>
                <a:srgbClr val="00000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248" name=""/>
          <p:cNvGrpSpPr/>
          <p:nvPr/>
        </p:nvGrpSpPr>
        <p:grpSpPr>
          <a:xfrm>
            <a:off x="519120" y="5549760"/>
            <a:ext cx="284040" cy="429840"/>
            <a:chOff x="519120" y="5549760"/>
            <a:chExt cx="284040" cy="429840"/>
          </a:xfrm>
        </p:grpSpPr>
        <p:sp>
          <p:nvSpPr>
            <p:cNvPr id="7249" name=""/>
            <p:cNvSpPr/>
            <p:nvPr/>
          </p:nvSpPr>
          <p:spPr>
            <a:xfrm>
              <a:off x="562680" y="5549760"/>
              <a:ext cx="191520" cy="17676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50" name=""/>
            <p:cNvSpPr/>
            <p:nvPr/>
          </p:nvSpPr>
          <p:spPr>
            <a:xfrm>
              <a:off x="519120" y="5800320"/>
              <a:ext cx="284040" cy="17928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251" name=""/>
            <p:cNvGrpSpPr/>
            <p:nvPr/>
          </p:nvGrpSpPr>
          <p:grpSpPr>
            <a:xfrm>
              <a:off x="519840" y="5726520"/>
              <a:ext cx="282240" cy="147240"/>
              <a:chOff x="519840" y="5726520"/>
              <a:chExt cx="282240" cy="147240"/>
            </a:xfrm>
          </p:grpSpPr>
          <p:sp>
            <p:nvSpPr>
              <p:cNvPr id="7252" name=""/>
              <p:cNvSpPr/>
              <p:nvPr/>
            </p:nvSpPr>
            <p:spPr>
              <a:xfrm>
                <a:off x="575280" y="5726520"/>
                <a:ext cx="22680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53" name=""/>
              <p:cNvSpPr/>
              <p:nvPr/>
            </p:nvSpPr>
            <p:spPr>
              <a:xfrm flipH="1">
                <a:off x="519840" y="5726520"/>
                <a:ext cx="22608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254" name=""/>
            <p:cNvSpPr/>
            <p:nvPr/>
          </p:nvSpPr>
          <p:spPr>
            <a:xfrm>
              <a:off x="633600" y="5726520"/>
              <a:ext cx="55800" cy="61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255" name=""/>
            <p:cNvSpPr/>
            <p:nvPr/>
          </p:nvSpPr>
          <p:spPr>
            <a:xfrm flipV="1">
              <a:off x="606600" y="5764680"/>
              <a:ext cx="104040" cy="150840"/>
            </a:xfrm>
            <a:prstGeom prst="triangle">
              <a:avLst>
                <a:gd name="adj" fmla="val 50000"/>
              </a:avLst>
            </a:prstGeom>
            <a:solidFill>
              <a:srgbClr val="ffffff"/>
            </a:solidFill>
            <a:ln w="9360">
              <a:solidFill>
                <a:srgbClr val="00000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256" name=""/>
          <p:cNvGrpSpPr/>
          <p:nvPr/>
        </p:nvGrpSpPr>
        <p:grpSpPr>
          <a:xfrm>
            <a:off x="1042920" y="5549760"/>
            <a:ext cx="285840" cy="431640"/>
            <a:chOff x="1042920" y="5549760"/>
            <a:chExt cx="285840" cy="431640"/>
          </a:xfrm>
        </p:grpSpPr>
        <p:sp>
          <p:nvSpPr>
            <p:cNvPr id="7257" name=""/>
            <p:cNvSpPr/>
            <p:nvPr/>
          </p:nvSpPr>
          <p:spPr>
            <a:xfrm>
              <a:off x="1086840" y="5549760"/>
              <a:ext cx="192960" cy="17748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58" name=""/>
            <p:cNvSpPr/>
            <p:nvPr/>
          </p:nvSpPr>
          <p:spPr>
            <a:xfrm>
              <a:off x="1042920" y="5801400"/>
              <a:ext cx="285840" cy="18000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259" name=""/>
            <p:cNvGrpSpPr/>
            <p:nvPr/>
          </p:nvGrpSpPr>
          <p:grpSpPr>
            <a:xfrm>
              <a:off x="1044000" y="5727240"/>
              <a:ext cx="284040" cy="147960"/>
              <a:chOff x="1044000" y="5727240"/>
              <a:chExt cx="284040" cy="147960"/>
            </a:xfrm>
          </p:grpSpPr>
          <p:sp>
            <p:nvSpPr>
              <p:cNvPr id="7260" name=""/>
              <p:cNvSpPr/>
              <p:nvPr/>
            </p:nvSpPr>
            <p:spPr>
              <a:xfrm>
                <a:off x="1099800" y="5727240"/>
                <a:ext cx="22824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61" name=""/>
              <p:cNvSpPr/>
              <p:nvPr/>
            </p:nvSpPr>
            <p:spPr>
              <a:xfrm flipH="1">
                <a:off x="1044000" y="5727240"/>
                <a:ext cx="22752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262" name=""/>
            <p:cNvSpPr/>
            <p:nvPr/>
          </p:nvSpPr>
          <p:spPr>
            <a:xfrm>
              <a:off x="1158120" y="5727240"/>
              <a:ext cx="56160" cy="6228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15480" bIns="15480" anchor="ctr">
              <a:noAutofit/>
            </a:bodyPr>
            <a:p>
              <a:endParaRPr b="0" lang="en-US" sz="2400" spc="-1" strike="noStrike">
                <a:solidFill>
                  <a:srgbClr val="000000"/>
                </a:solidFill>
                <a:latin typeface="Times New Roman"/>
              </a:endParaRPr>
            </a:p>
          </p:txBody>
        </p:sp>
        <p:sp>
          <p:nvSpPr>
            <p:cNvPr id="7263" name=""/>
            <p:cNvSpPr/>
            <p:nvPr/>
          </p:nvSpPr>
          <p:spPr>
            <a:xfrm flipV="1">
              <a:off x="1130760" y="5766120"/>
              <a:ext cx="104760" cy="151200"/>
            </a:xfrm>
            <a:prstGeom prst="triangle">
              <a:avLst>
                <a:gd name="adj" fmla="val 50000"/>
              </a:avLst>
            </a:prstGeom>
            <a:solidFill>
              <a:srgbClr val="ffffff"/>
            </a:solidFill>
            <a:ln w="9360">
              <a:solidFill>
                <a:srgbClr val="00000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sp>
        <p:nvSpPr>
          <p:cNvPr id="7264" name=""/>
          <p:cNvSpPr/>
          <p:nvPr/>
        </p:nvSpPr>
        <p:spPr>
          <a:xfrm>
            <a:off x="2149560" y="4994280"/>
            <a:ext cx="1309680" cy="8967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265" name=""/>
          <p:cNvGrpSpPr/>
          <p:nvPr/>
        </p:nvGrpSpPr>
        <p:grpSpPr>
          <a:xfrm>
            <a:off x="2043000" y="5103720"/>
            <a:ext cx="282240" cy="429480"/>
            <a:chOff x="2043000" y="5103720"/>
            <a:chExt cx="282240" cy="429480"/>
          </a:xfrm>
        </p:grpSpPr>
        <p:sp>
          <p:nvSpPr>
            <p:cNvPr id="7266" name=""/>
            <p:cNvSpPr/>
            <p:nvPr/>
          </p:nvSpPr>
          <p:spPr>
            <a:xfrm>
              <a:off x="2086920" y="5103720"/>
              <a:ext cx="191880" cy="176400"/>
            </a:xfrm>
            <a:prstGeom prst="ellipse">
              <a:avLst/>
            </a:prstGeom>
            <a:solidFill>
              <a:srgbClr val="909090"/>
            </a:solidFill>
            <a:ln w="1260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67" name=""/>
            <p:cNvSpPr/>
            <p:nvPr/>
          </p:nvSpPr>
          <p:spPr>
            <a:xfrm>
              <a:off x="2043000" y="5354280"/>
              <a:ext cx="282240" cy="178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68" name=""/>
            <p:cNvSpPr/>
            <p:nvPr/>
          </p:nvSpPr>
          <p:spPr>
            <a:xfrm>
              <a:off x="2099160" y="5280120"/>
              <a:ext cx="22536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69" name=""/>
            <p:cNvSpPr/>
            <p:nvPr/>
          </p:nvSpPr>
          <p:spPr>
            <a:xfrm flipH="1">
              <a:off x="2044800" y="5280120"/>
              <a:ext cx="22536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70" name=""/>
            <p:cNvSpPr/>
            <p:nvPr/>
          </p:nvSpPr>
          <p:spPr>
            <a:xfrm>
              <a:off x="2156040" y="5280120"/>
              <a:ext cx="55440" cy="6264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15840" bIns="15840" anchor="ctr">
              <a:noAutofit/>
            </a:bodyPr>
            <a:p>
              <a:endParaRPr b="0" lang="en-US" sz="2400" spc="-1" strike="noStrike">
                <a:solidFill>
                  <a:srgbClr val="000000"/>
                </a:solidFill>
                <a:latin typeface="Times New Roman"/>
              </a:endParaRPr>
            </a:p>
          </p:txBody>
        </p:sp>
        <p:sp>
          <p:nvSpPr>
            <p:cNvPr id="7271" name=""/>
            <p:cNvSpPr/>
            <p:nvPr/>
          </p:nvSpPr>
          <p:spPr>
            <a:xfrm flipV="1">
              <a:off x="2130480" y="5319720"/>
              <a:ext cx="104400" cy="151200"/>
            </a:xfrm>
            <a:prstGeom prst="triangle">
              <a:avLst>
                <a:gd name="adj" fmla="val 50000"/>
              </a:avLst>
            </a:prstGeom>
            <a:solidFill>
              <a:srgbClr val="ffffff"/>
            </a:solidFill>
            <a:ln w="9360">
              <a:solidFill>
                <a:srgbClr val="90909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272" name=""/>
          <p:cNvGrpSpPr/>
          <p:nvPr/>
        </p:nvGrpSpPr>
        <p:grpSpPr>
          <a:xfrm>
            <a:off x="2409840" y="5560920"/>
            <a:ext cx="283680" cy="429480"/>
            <a:chOff x="2409840" y="5560920"/>
            <a:chExt cx="283680" cy="429480"/>
          </a:xfrm>
        </p:grpSpPr>
        <p:sp>
          <p:nvSpPr>
            <p:cNvPr id="7273" name=""/>
            <p:cNvSpPr/>
            <p:nvPr/>
          </p:nvSpPr>
          <p:spPr>
            <a:xfrm>
              <a:off x="2453400" y="5560920"/>
              <a:ext cx="192960" cy="176400"/>
            </a:xfrm>
            <a:prstGeom prst="ellipse">
              <a:avLst/>
            </a:prstGeom>
            <a:solidFill>
              <a:srgbClr val="909090"/>
            </a:solidFill>
            <a:ln w="1260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74" name=""/>
            <p:cNvSpPr/>
            <p:nvPr/>
          </p:nvSpPr>
          <p:spPr>
            <a:xfrm>
              <a:off x="2409840" y="5811480"/>
              <a:ext cx="283680" cy="178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75" name=""/>
            <p:cNvSpPr/>
            <p:nvPr/>
          </p:nvSpPr>
          <p:spPr>
            <a:xfrm>
              <a:off x="2464920" y="5737320"/>
              <a:ext cx="22824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76" name=""/>
            <p:cNvSpPr/>
            <p:nvPr/>
          </p:nvSpPr>
          <p:spPr>
            <a:xfrm flipH="1">
              <a:off x="2411640" y="5737320"/>
              <a:ext cx="22680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77" name=""/>
            <p:cNvSpPr/>
            <p:nvPr/>
          </p:nvSpPr>
          <p:spPr>
            <a:xfrm>
              <a:off x="2523600" y="5737320"/>
              <a:ext cx="55080" cy="6264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15840" bIns="15840" anchor="ctr">
              <a:noAutofit/>
            </a:bodyPr>
            <a:p>
              <a:endParaRPr b="0" lang="en-US" sz="2400" spc="-1" strike="noStrike">
                <a:solidFill>
                  <a:srgbClr val="000000"/>
                </a:solidFill>
                <a:latin typeface="Times New Roman"/>
              </a:endParaRPr>
            </a:p>
          </p:txBody>
        </p:sp>
        <p:sp>
          <p:nvSpPr>
            <p:cNvPr id="7278" name=""/>
            <p:cNvSpPr/>
            <p:nvPr/>
          </p:nvSpPr>
          <p:spPr>
            <a:xfrm flipV="1">
              <a:off x="2497680" y="5776920"/>
              <a:ext cx="104760" cy="150480"/>
            </a:xfrm>
            <a:prstGeom prst="triangle">
              <a:avLst>
                <a:gd name="adj" fmla="val 50000"/>
              </a:avLst>
            </a:prstGeom>
            <a:solidFill>
              <a:srgbClr val="ffffff"/>
            </a:solidFill>
            <a:ln w="9360">
              <a:solidFill>
                <a:srgbClr val="90909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279" name=""/>
          <p:cNvGrpSpPr/>
          <p:nvPr/>
        </p:nvGrpSpPr>
        <p:grpSpPr>
          <a:xfrm>
            <a:off x="2957400" y="5560920"/>
            <a:ext cx="285480" cy="429480"/>
            <a:chOff x="2957400" y="5560920"/>
            <a:chExt cx="285480" cy="429480"/>
          </a:xfrm>
        </p:grpSpPr>
        <p:sp>
          <p:nvSpPr>
            <p:cNvPr id="7280" name=""/>
            <p:cNvSpPr/>
            <p:nvPr/>
          </p:nvSpPr>
          <p:spPr>
            <a:xfrm>
              <a:off x="3001320" y="5560920"/>
              <a:ext cx="192240" cy="176400"/>
            </a:xfrm>
            <a:prstGeom prst="ellipse">
              <a:avLst/>
            </a:prstGeom>
            <a:solidFill>
              <a:srgbClr val="909090"/>
            </a:solidFill>
            <a:ln w="1260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81" name=""/>
            <p:cNvSpPr/>
            <p:nvPr/>
          </p:nvSpPr>
          <p:spPr>
            <a:xfrm>
              <a:off x="2957400" y="5811480"/>
              <a:ext cx="285480" cy="178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82" name=""/>
            <p:cNvSpPr/>
            <p:nvPr/>
          </p:nvSpPr>
          <p:spPr>
            <a:xfrm>
              <a:off x="3016080" y="5737320"/>
              <a:ext cx="22608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83" name=""/>
            <p:cNvSpPr/>
            <p:nvPr/>
          </p:nvSpPr>
          <p:spPr>
            <a:xfrm flipH="1">
              <a:off x="2959920" y="5737320"/>
              <a:ext cx="22608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84" name=""/>
            <p:cNvSpPr/>
            <p:nvPr/>
          </p:nvSpPr>
          <p:spPr>
            <a:xfrm>
              <a:off x="3073320" y="5737320"/>
              <a:ext cx="52920" cy="6264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15840" bIns="15840" anchor="ctr">
              <a:noAutofit/>
            </a:bodyPr>
            <a:p>
              <a:endParaRPr b="0" lang="en-US" sz="2400" spc="-1" strike="noStrike">
                <a:solidFill>
                  <a:srgbClr val="000000"/>
                </a:solidFill>
                <a:latin typeface="Times New Roman"/>
              </a:endParaRPr>
            </a:p>
          </p:txBody>
        </p:sp>
        <p:sp>
          <p:nvSpPr>
            <p:cNvPr id="7285" name=""/>
            <p:cNvSpPr/>
            <p:nvPr/>
          </p:nvSpPr>
          <p:spPr>
            <a:xfrm flipV="1">
              <a:off x="3045600" y="5776920"/>
              <a:ext cx="104040" cy="150480"/>
            </a:xfrm>
            <a:prstGeom prst="triangle">
              <a:avLst>
                <a:gd name="adj" fmla="val 50000"/>
              </a:avLst>
            </a:prstGeom>
            <a:solidFill>
              <a:srgbClr val="ffffff"/>
            </a:solidFill>
            <a:ln w="9360">
              <a:solidFill>
                <a:srgbClr val="90909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286" name=""/>
          <p:cNvGrpSpPr/>
          <p:nvPr/>
        </p:nvGrpSpPr>
        <p:grpSpPr>
          <a:xfrm>
            <a:off x="2670120" y="4708440"/>
            <a:ext cx="285480" cy="429840"/>
            <a:chOff x="2670120" y="4708440"/>
            <a:chExt cx="285480" cy="429840"/>
          </a:xfrm>
        </p:grpSpPr>
        <p:sp>
          <p:nvSpPr>
            <p:cNvPr id="7287" name=""/>
            <p:cNvSpPr/>
            <p:nvPr/>
          </p:nvSpPr>
          <p:spPr>
            <a:xfrm>
              <a:off x="2714040" y="4708440"/>
              <a:ext cx="192240" cy="176400"/>
            </a:xfrm>
            <a:prstGeom prst="ellipse">
              <a:avLst/>
            </a:prstGeom>
            <a:solidFill>
              <a:srgbClr val="909090"/>
            </a:solidFill>
            <a:ln w="1260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88" name=""/>
            <p:cNvSpPr/>
            <p:nvPr/>
          </p:nvSpPr>
          <p:spPr>
            <a:xfrm>
              <a:off x="2670120" y="4959720"/>
              <a:ext cx="285480" cy="17856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89" name=""/>
            <p:cNvSpPr/>
            <p:nvPr/>
          </p:nvSpPr>
          <p:spPr>
            <a:xfrm>
              <a:off x="2728800" y="4884840"/>
              <a:ext cx="226080" cy="14832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90" name=""/>
            <p:cNvSpPr/>
            <p:nvPr/>
          </p:nvSpPr>
          <p:spPr>
            <a:xfrm flipH="1">
              <a:off x="2672640" y="4884840"/>
              <a:ext cx="226080" cy="14832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91" name=""/>
            <p:cNvSpPr/>
            <p:nvPr/>
          </p:nvSpPr>
          <p:spPr>
            <a:xfrm>
              <a:off x="2786040" y="4884840"/>
              <a:ext cx="52920" cy="6300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16200" bIns="16200" anchor="ctr">
              <a:noAutofit/>
            </a:bodyPr>
            <a:p>
              <a:endParaRPr b="0" lang="en-US" sz="2400" spc="-1" strike="noStrike">
                <a:solidFill>
                  <a:srgbClr val="000000"/>
                </a:solidFill>
                <a:latin typeface="Times New Roman"/>
              </a:endParaRPr>
            </a:p>
          </p:txBody>
        </p:sp>
        <p:sp>
          <p:nvSpPr>
            <p:cNvPr id="7292" name=""/>
            <p:cNvSpPr/>
            <p:nvPr/>
          </p:nvSpPr>
          <p:spPr>
            <a:xfrm flipV="1">
              <a:off x="2758320" y="4924440"/>
              <a:ext cx="104040" cy="151200"/>
            </a:xfrm>
            <a:prstGeom prst="triangle">
              <a:avLst>
                <a:gd name="adj" fmla="val 50000"/>
              </a:avLst>
            </a:prstGeom>
            <a:solidFill>
              <a:srgbClr val="ffffff"/>
            </a:solidFill>
            <a:ln w="9360">
              <a:solidFill>
                <a:srgbClr val="90909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293" name=""/>
          <p:cNvGrpSpPr/>
          <p:nvPr/>
        </p:nvGrpSpPr>
        <p:grpSpPr>
          <a:xfrm>
            <a:off x="3300480" y="5103720"/>
            <a:ext cx="282240" cy="429480"/>
            <a:chOff x="3300480" y="5103720"/>
            <a:chExt cx="282240" cy="429480"/>
          </a:xfrm>
        </p:grpSpPr>
        <p:sp>
          <p:nvSpPr>
            <p:cNvPr id="7294" name=""/>
            <p:cNvSpPr/>
            <p:nvPr/>
          </p:nvSpPr>
          <p:spPr>
            <a:xfrm>
              <a:off x="3344400" y="5103720"/>
              <a:ext cx="191880" cy="176400"/>
            </a:xfrm>
            <a:prstGeom prst="ellipse">
              <a:avLst/>
            </a:prstGeom>
            <a:solidFill>
              <a:srgbClr val="909090"/>
            </a:solidFill>
            <a:ln w="1260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95" name=""/>
            <p:cNvSpPr/>
            <p:nvPr/>
          </p:nvSpPr>
          <p:spPr>
            <a:xfrm>
              <a:off x="3300480" y="5354280"/>
              <a:ext cx="282240" cy="178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96" name=""/>
            <p:cNvSpPr/>
            <p:nvPr/>
          </p:nvSpPr>
          <p:spPr>
            <a:xfrm>
              <a:off x="3356640" y="5280120"/>
              <a:ext cx="22536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97" name=""/>
            <p:cNvSpPr/>
            <p:nvPr/>
          </p:nvSpPr>
          <p:spPr>
            <a:xfrm flipH="1">
              <a:off x="3303000" y="5280120"/>
              <a:ext cx="22536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298" name=""/>
            <p:cNvSpPr/>
            <p:nvPr/>
          </p:nvSpPr>
          <p:spPr>
            <a:xfrm>
              <a:off x="3414240" y="5280120"/>
              <a:ext cx="55080" cy="6264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15840" bIns="15840" anchor="ctr">
              <a:noAutofit/>
            </a:bodyPr>
            <a:p>
              <a:endParaRPr b="0" lang="en-US" sz="2400" spc="-1" strike="noStrike">
                <a:solidFill>
                  <a:srgbClr val="000000"/>
                </a:solidFill>
                <a:latin typeface="Times New Roman"/>
              </a:endParaRPr>
            </a:p>
          </p:txBody>
        </p:sp>
        <p:sp>
          <p:nvSpPr>
            <p:cNvPr id="7299" name=""/>
            <p:cNvSpPr/>
            <p:nvPr/>
          </p:nvSpPr>
          <p:spPr>
            <a:xfrm flipV="1">
              <a:off x="3388320" y="5319720"/>
              <a:ext cx="103680" cy="151200"/>
            </a:xfrm>
            <a:prstGeom prst="triangle">
              <a:avLst>
                <a:gd name="adj" fmla="val 50000"/>
              </a:avLst>
            </a:prstGeom>
            <a:solidFill>
              <a:srgbClr val="ffffff"/>
            </a:solidFill>
            <a:ln w="9360">
              <a:solidFill>
                <a:srgbClr val="90909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sp>
        <p:nvSpPr>
          <p:cNvPr id="7300" name=""/>
          <p:cNvSpPr/>
          <p:nvPr/>
        </p:nvSpPr>
        <p:spPr>
          <a:xfrm>
            <a:off x="4071960" y="4994280"/>
            <a:ext cx="1308240" cy="8967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301" name=""/>
          <p:cNvGrpSpPr/>
          <p:nvPr/>
        </p:nvGrpSpPr>
        <p:grpSpPr>
          <a:xfrm>
            <a:off x="3965400" y="5103720"/>
            <a:ext cx="282240" cy="426240"/>
            <a:chOff x="3965400" y="5103720"/>
            <a:chExt cx="282240" cy="426240"/>
          </a:xfrm>
        </p:grpSpPr>
        <p:sp>
          <p:nvSpPr>
            <p:cNvPr id="7302" name=""/>
            <p:cNvSpPr/>
            <p:nvPr/>
          </p:nvSpPr>
          <p:spPr>
            <a:xfrm>
              <a:off x="4008600" y="5103720"/>
              <a:ext cx="191160" cy="1753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03" name=""/>
            <p:cNvSpPr/>
            <p:nvPr/>
          </p:nvSpPr>
          <p:spPr>
            <a:xfrm>
              <a:off x="3965400" y="5353200"/>
              <a:ext cx="282240" cy="17676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304" name=""/>
            <p:cNvGrpSpPr/>
            <p:nvPr/>
          </p:nvGrpSpPr>
          <p:grpSpPr>
            <a:xfrm>
              <a:off x="3966840" y="5279040"/>
              <a:ext cx="280080" cy="147960"/>
              <a:chOff x="3966840" y="5279040"/>
              <a:chExt cx="280080" cy="147960"/>
            </a:xfrm>
          </p:grpSpPr>
          <p:sp>
            <p:nvSpPr>
              <p:cNvPr id="7305" name=""/>
              <p:cNvSpPr/>
              <p:nvPr/>
            </p:nvSpPr>
            <p:spPr>
              <a:xfrm>
                <a:off x="4022280" y="5279040"/>
                <a:ext cx="22464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06" name=""/>
              <p:cNvSpPr/>
              <p:nvPr/>
            </p:nvSpPr>
            <p:spPr>
              <a:xfrm flipH="1">
                <a:off x="3966840" y="5279040"/>
                <a:ext cx="22464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307" name=""/>
            <p:cNvSpPr/>
            <p:nvPr/>
          </p:nvSpPr>
          <p:spPr>
            <a:xfrm>
              <a:off x="4078800" y="5267520"/>
              <a:ext cx="54720" cy="6156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ffffff"/>
              </a:solidFill>
              <a:round/>
            </a:ln>
          </p:spPr>
          <p:style>
            <a:lnRef idx="0"/>
            <a:fillRef idx="0"/>
            <a:effectRef idx="0"/>
            <a:fontRef idx="minor"/>
          </p:style>
          <p:txBody>
            <a:bodyPr wrap="none" lIns="90000" rIns="90000" tIns="14760" bIns="14760" anchor="ctr">
              <a:noAutofit/>
            </a:bodyPr>
            <a:p>
              <a:endParaRPr b="0" lang="en-US" sz="2400" spc="-1" strike="noStrike">
                <a:solidFill>
                  <a:srgbClr val="000000"/>
                </a:solidFill>
                <a:latin typeface="Times New Roman"/>
              </a:endParaRPr>
            </a:p>
          </p:txBody>
        </p:sp>
        <p:sp>
          <p:nvSpPr>
            <p:cNvPr id="7308" name=""/>
            <p:cNvSpPr/>
            <p:nvPr/>
          </p:nvSpPr>
          <p:spPr>
            <a:xfrm>
              <a:off x="3976560" y="5353200"/>
              <a:ext cx="88920" cy="87480"/>
            </a:xfrm>
            <a:prstGeom prst="rect">
              <a:avLst/>
            </a:prstGeom>
            <a:solidFill>
              <a:srgbClr val="ffffff"/>
            </a:solidFill>
            <a:ln w="9360">
              <a:solidFill>
                <a:srgbClr val="ffffff"/>
              </a:solidFill>
              <a:miter/>
            </a:ln>
          </p:spPr>
          <p:style>
            <a:lnRef idx="0"/>
            <a:fillRef idx="0"/>
            <a:effectRef idx="0"/>
            <a:fontRef idx="minor"/>
          </p:style>
          <p:txBody>
            <a:bodyPr wrap="none" lIns="90000" rIns="90000" tIns="40680" bIns="40680" anchor="ctr">
              <a:noAutofit/>
            </a:bodyPr>
            <a:p>
              <a:endParaRPr b="0" lang="en-US" sz="2400" spc="-1" strike="noStrike">
                <a:solidFill>
                  <a:srgbClr val="000000"/>
                </a:solidFill>
                <a:latin typeface="Times New Roman"/>
              </a:endParaRPr>
            </a:p>
          </p:txBody>
        </p:sp>
        <p:sp>
          <p:nvSpPr>
            <p:cNvPr id="7309" name=""/>
            <p:cNvSpPr/>
            <p:nvPr/>
          </p:nvSpPr>
          <p:spPr>
            <a:xfrm>
              <a:off x="4139280" y="5345640"/>
              <a:ext cx="89280" cy="87840"/>
            </a:xfrm>
            <a:prstGeom prst="rect">
              <a:avLst/>
            </a:prstGeom>
            <a:solidFill>
              <a:srgbClr val="ffffff"/>
            </a:solidFill>
            <a:ln w="9360">
              <a:solidFill>
                <a:srgbClr val="ffffff"/>
              </a:solidFill>
              <a:miter/>
            </a:ln>
          </p:spPr>
          <p:style>
            <a:lnRef idx="0"/>
            <a:fillRef idx="0"/>
            <a:effectRef idx="0"/>
            <a:fontRef idx="minor"/>
          </p:style>
          <p:txBody>
            <a:bodyPr wrap="none" lIns="90000" rIns="90000" tIns="41040" bIns="41040" anchor="ctr">
              <a:noAutofit/>
            </a:bodyPr>
            <a:p>
              <a:endParaRPr b="0" lang="en-US" sz="2400" spc="-1" strike="noStrike">
                <a:solidFill>
                  <a:srgbClr val="000000"/>
                </a:solidFill>
                <a:latin typeface="Times New Roman"/>
              </a:endParaRPr>
            </a:p>
          </p:txBody>
        </p:sp>
        <p:sp>
          <p:nvSpPr>
            <p:cNvPr id="7310" name=""/>
            <p:cNvSpPr/>
            <p:nvPr/>
          </p:nvSpPr>
          <p:spPr>
            <a:xfrm flipV="1">
              <a:off x="4052520" y="5316120"/>
              <a:ext cx="104040" cy="149040"/>
            </a:xfrm>
            <a:prstGeom prst="triangle">
              <a:avLst>
                <a:gd name="adj" fmla="val 50000"/>
              </a:avLst>
            </a:prstGeom>
            <a:solidFill>
              <a:srgbClr val="000000"/>
            </a:solidFill>
            <a:ln w="9360">
              <a:solidFill>
                <a:srgbClr val="000000"/>
              </a:solidFill>
              <a:miter/>
            </a:ln>
          </p:spPr>
          <p:style>
            <a:lnRef idx="0"/>
            <a:fillRef idx="0"/>
            <a:effectRef idx="0"/>
            <a:fontRef idx="minor"/>
          </p:style>
          <p:txBody>
            <a:bodyPr wrap="none" lIns="90000" rIns="90000" tIns="2880" bIns="2880" anchor="ctr">
              <a:noAutofit/>
            </a:bodyPr>
            <a:p>
              <a:endParaRPr b="0" lang="en-US" sz="2400" spc="-1" strike="noStrike">
                <a:solidFill>
                  <a:srgbClr val="000000"/>
                </a:solidFill>
                <a:latin typeface="Times New Roman"/>
              </a:endParaRPr>
            </a:p>
          </p:txBody>
        </p:sp>
      </p:grpSp>
      <p:grpSp>
        <p:nvGrpSpPr>
          <p:cNvPr id="7311" name=""/>
          <p:cNvGrpSpPr/>
          <p:nvPr/>
        </p:nvGrpSpPr>
        <p:grpSpPr>
          <a:xfrm>
            <a:off x="4606920" y="4732200"/>
            <a:ext cx="282240" cy="429840"/>
            <a:chOff x="4606920" y="4732200"/>
            <a:chExt cx="282240" cy="429840"/>
          </a:xfrm>
        </p:grpSpPr>
        <p:sp>
          <p:nvSpPr>
            <p:cNvPr id="7312" name=""/>
            <p:cNvSpPr/>
            <p:nvPr/>
          </p:nvSpPr>
          <p:spPr>
            <a:xfrm>
              <a:off x="4650120" y="4732200"/>
              <a:ext cx="191160" cy="1764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13" name=""/>
            <p:cNvSpPr/>
            <p:nvPr/>
          </p:nvSpPr>
          <p:spPr>
            <a:xfrm>
              <a:off x="4606920" y="4983840"/>
              <a:ext cx="282240" cy="17820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314" name=""/>
            <p:cNvGrpSpPr/>
            <p:nvPr/>
          </p:nvGrpSpPr>
          <p:grpSpPr>
            <a:xfrm>
              <a:off x="4608360" y="4908600"/>
              <a:ext cx="280080" cy="149400"/>
              <a:chOff x="4608360" y="4908600"/>
              <a:chExt cx="280080" cy="149400"/>
            </a:xfrm>
          </p:grpSpPr>
          <p:sp>
            <p:nvSpPr>
              <p:cNvPr id="7315" name=""/>
              <p:cNvSpPr/>
              <p:nvPr/>
            </p:nvSpPr>
            <p:spPr>
              <a:xfrm>
                <a:off x="4663800" y="4908600"/>
                <a:ext cx="224640" cy="1494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16" name=""/>
              <p:cNvSpPr/>
              <p:nvPr/>
            </p:nvSpPr>
            <p:spPr>
              <a:xfrm flipH="1">
                <a:off x="4608360" y="4908600"/>
                <a:ext cx="224640" cy="1494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317" name=""/>
            <p:cNvSpPr/>
            <p:nvPr/>
          </p:nvSpPr>
          <p:spPr>
            <a:xfrm>
              <a:off x="4720320" y="4897080"/>
              <a:ext cx="54720" cy="61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ffffff"/>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318" name=""/>
            <p:cNvSpPr/>
            <p:nvPr/>
          </p:nvSpPr>
          <p:spPr>
            <a:xfrm>
              <a:off x="4618080" y="4983840"/>
              <a:ext cx="88920" cy="87840"/>
            </a:xfrm>
            <a:prstGeom prst="rect">
              <a:avLst/>
            </a:prstGeom>
            <a:solidFill>
              <a:srgbClr val="ffffff"/>
            </a:solidFill>
            <a:ln w="9360">
              <a:solidFill>
                <a:srgbClr val="ffffff"/>
              </a:solidFill>
              <a:miter/>
            </a:ln>
          </p:spPr>
          <p:style>
            <a:lnRef idx="0"/>
            <a:fillRef idx="0"/>
            <a:effectRef idx="0"/>
            <a:fontRef idx="minor"/>
          </p:style>
          <p:txBody>
            <a:bodyPr wrap="none" lIns="90000" rIns="90000" tIns="41040" bIns="41040" anchor="ctr">
              <a:noAutofit/>
            </a:bodyPr>
            <a:p>
              <a:endParaRPr b="0" lang="en-US" sz="2400" spc="-1" strike="noStrike">
                <a:solidFill>
                  <a:srgbClr val="000000"/>
                </a:solidFill>
                <a:latin typeface="Times New Roman"/>
              </a:endParaRPr>
            </a:p>
          </p:txBody>
        </p:sp>
        <p:sp>
          <p:nvSpPr>
            <p:cNvPr id="7319" name=""/>
            <p:cNvSpPr/>
            <p:nvPr/>
          </p:nvSpPr>
          <p:spPr>
            <a:xfrm>
              <a:off x="4780800" y="4975920"/>
              <a:ext cx="89280" cy="88560"/>
            </a:xfrm>
            <a:prstGeom prst="rect">
              <a:avLst/>
            </a:prstGeom>
            <a:solidFill>
              <a:srgbClr val="ffffff"/>
            </a:solidFill>
            <a:ln w="9360">
              <a:solidFill>
                <a:srgbClr val="ffffff"/>
              </a:solidFill>
              <a:miter/>
            </a:ln>
          </p:spPr>
          <p:style>
            <a:lnRef idx="0"/>
            <a:fillRef idx="0"/>
            <a:effectRef idx="0"/>
            <a:fontRef idx="minor"/>
          </p:style>
          <p:txBody>
            <a:bodyPr wrap="none" lIns="90000" rIns="90000" tIns="41760" bIns="41760" anchor="ctr">
              <a:noAutofit/>
            </a:bodyPr>
            <a:p>
              <a:endParaRPr b="0" lang="en-US" sz="2400" spc="-1" strike="noStrike">
                <a:solidFill>
                  <a:srgbClr val="000000"/>
                </a:solidFill>
                <a:latin typeface="Times New Roman"/>
              </a:endParaRPr>
            </a:p>
          </p:txBody>
        </p:sp>
        <p:sp>
          <p:nvSpPr>
            <p:cNvPr id="7320" name=""/>
            <p:cNvSpPr/>
            <p:nvPr/>
          </p:nvSpPr>
          <p:spPr>
            <a:xfrm flipV="1">
              <a:off x="4694040" y="4945680"/>
              <a:ext cx="104040" cy="150120"/>
            </a:xfrm>
            <a:prstGeom prst="triangle">
              <a:avLst>
                <a:gd name="adj" fmla="val 50000"/>
              </a:avLst>
            </a:prstGeom>
            <a:solidFill>
              <a:srgbClr val="000000"/>
            </a:solidFill>
            <a:ln w="9360">
              <a:solidFill>
                <a:srgbClr val="000000"/>
              </a:solidFill>
              <a:miter/>
            </a:ln>
          </p:spPr>
          <p:style>
            <a:lnRef idx="0"/>
            <a:fillRef idx="0"/>
            <a:effectRef idx="0"/>
            <a:fontRef idx="minor"/>
          </p:style>
          <p:txBody>
            <a:bodyPr wrap="none" lIns="90000" rIns="90000" tIns="3240" bIns="3240" anchor="ctr">
              <a:noAutofit/>
            </a:bodyPr>
            <a:p>
              <a:endParaRPr b="0" lang="en-US" sz="2400" spc="-1" strike="noStrike">
                <a:solidFill>
                  <a:srgbClr val="000000"/>
                </a:solidFill>
                <a:latin typeface="Times New Roman"/>
              </a:endParaRPr>
            </a:p>
          </p:txBody>
        </p:sp>
      </p:grpSp>
      <p:grpSp>
        <p:nvGrpSpPr>
          <p:cNvPr id="7321" name=""/>
          <p:cNvGrpSpPr/>
          <p:nvPr/>
        </p:nvGrpSpPr>
        <p:grpSpPr>
          <a:xfrm>
            <a:off x="5248440" y="5103720"/>
            <a:ext cx="281880" cy="426240"/>
            <a:chOff x="5248440" y="5103720"/>
            <a:chExt cx="281880" cy="426240"/>
          </a:xfrm>
        </p:grpSpPr>
        <p:sp>
          <p:nvSpPr>
            <p:cNvPr id="7322" name=""/>
            <p:cNvSpPr/>
            <p:nvPr/>
          </p:nvSpPr>
          <p:spPr>
            <a:xfrm>
              <a:off x="5291640" y="5103720"/>
              <a:ext cx="190800" cy="1753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23" name=""/>
            <p:cNvSpPr/>
            <p:nvPr/>
          </p:nvSpPr>
          <p:spPr>
            <a:xfrm>
              <a:off x="5248440" y="5353200"/>
              <a:ext cx="281880" cy="17676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324" name=""/>
            <p:cNvGrpSpPr/>
            <p:nvPr/>
          </p:nvGrpSpPr>
          <p:grpSpPr>
            <a:xfrm>
              <a:off x="5249880" y="5279040"/>
              <a:ext cx="279720" cy="147960"/>
              <a:chOff x="5249880" y="5279040"/>
              <a:chExt cx="279720" cy="147960"/>
            </a:xfrm>
          </p:grpSpPr>
          <p:sp>
            <p:nvSpPr>
              <p:cNvPr id="7325" name=""/>
              <p:cNvSpPr/>
              <p:nvPr/>
            </p:nvSpPr>
            <p:spPr>
              <a:xfrm>
                <a:off x="5304960" y="5279040"/>
                <a:ext cx="22464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26" name=""/>
              <p:cNvSpPr/>
              <p:nvPr/>
            </p:nvSpPr>
            <p:spPr>
              <a:xfrm flipH="1">
                <a:off x="5249880" y="5279040"/>
                <a:ext cx="223920" cy="14796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327" name=""/>
            <p:cNvSpPr/>
            <p:nvPr/>
          </p:nvSpPr>
          <p:spPr>
            <a:xfrm>
              <a:off x="5361480" y="5267520"/>
              <a:ext cx="54720" cy="6156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ffffff"/>
              </a:solidFill>
              <a:round/>
            </a:ln>
          </p:spPr>
          <p:style>
            <a:lnRef idx="0"/>
            <a:fillRef idx="0"/>
            <a:effectRef idx="0"/>
            <a:fontRef idx="minor"/>
          </p:style>
          <p:txBody>
            <a:bodyPr wrap="none" lIns="90000" rIns="90000" tIns="14760" bIns="14760" anchor="ctr">
              <a:noAutofit/>
            </a:bodyPr>
            <a:p>
              <a:endParaRPr b="0" lang="en-US" sz="2400" spc="-1" strike="noStrike">
                <a:solidFill>
                  <a:srgbClr val="000000"/>
                </a:solidFill>
                <a:latin typeface="Times New Roman"/>
              </a:endParaRPr>
            </a:p>
          </p:txBody>
        </p:sp>
        <p:sp>
          <p:nvSpPr>
            <p:cNvPr id="7328" name=""/>
            <p:cNvSpPr/>
            <p:nvPr/>
          </p:nvSpPr>
          <p:spPr>
            <a:xfrm>
              <a:off x="5259600" y="5353200"/>
              <a:ext cx="88560" cy="87480"/>
            </a:xfrm>
            <a:prstGeom prst="rect">
              <a:avLst/>
            </a:prstGeom>
            <a:solidFill>
              <a:srgbClr val="ffffff"/>
            </a:solidFill>
            <a:ln w="9360">
              <a:solidFill>
                <a:srgbClr val="ffffff"/>
              </a:solidFill>
              <a:miter/>
            </a:ln>
          </p:spPr>
          <p:style>
            <a:lnRef idx="0"/>
            <a:fillRef idx="0"/>
            <a:effectRef idx="0"/>
            <a:fontRef idx="minor"/>
          </p:style>
          <p:txBody>
            <a:bodyPr wrap="none" lIns="90000" rIns="90000" tIns="40680" bIns="40680" anchor="ctr">
              <a:noAutofit/>
            </a:bodyPr>
            <a:p>
              <a:endParaRPr b="0" lang="en-US" sz="2400" spc="-1" strike="noStrike">
                <a:solidFill>
                  <a:srgbClr val="000000"/>
                </a:solidFill>
                <a:latin typeface="Times New Roman"/>
              </a:endParaRPr>
            </a:p>
          </p:txBody>
        </p:sp>
        <p:sp>
          <p:nvSpPr>
            <p:cNvPr id="7329" name=""/>
            <p:cNvSpPr/>
            <p:nvPr/>
          </p:nvSpPr>
          <p:spPr>
            <a:xfrm>
              <a:off x="5422320" y="5345640"/>
              <a:ext cx="89280" cy="87840"/>
            </a:xfrm>
            <a:prstGeom prst="rect">
              <a:avLst/>
            </a:prstGeom>
            <a:solidFill>
              <a:srgbClr val="ffffff"/>
            </a:solidFill>
            <a:ln w="9360">
              <a:solidFill>
                <a:srgbClr val="ffffff"/>
              </a:solidFill>
              <a:miter/>
            </a:ln>
          </p:spPr>
          <p:style>
            <a:lnRef idx="0"/>
            <a:fillRef idx="0"/>
            <a:effectRef idx="0"/>
            <a:fontRef idx="minor"/>
          </p:style>
          <p:txBody>
            <a:bodyPr wrap="none" lIns="90000" rIns="90000" tIns="41040" bIns="41040" anchor="ctr">
              <a:noAutofit/>
            </a:bodyPr>
            <a:p>
              <a:endParaRPr b="0" lang="en-US" sz="2400" spc="-1" strike="noStrike">
                <a:solidFill>
                  <a:srgbClr val="000000"/>
                </a:solidFill>
                <a:latin typeface="Times New Roman"/>
              </a:endParaRPr>
            </a:p>
          </p:txBody>
        </p:sp>
        <p:sp>
          <p:nvSpPr>
            <p:cNvPr id="7330" name=""/>
            <p:cNvSpPr/>
            <p:nvPr/>
          </p:nvSpPr>
          <p:spPr>
            <a:xfrm flipV="1">
              <a:off x="5335560" y="5316120"/>
              <a:ext cx="103680" cy="149040"/>
            </a:xfrm>
            <a:prstGeom prst="triangle">
              <a:avLst>
                <a:gd name="adj" fmla="val 50000"/>
              </a:avLst>
            </a:prstGeom>
            <a:solidFill>
              <a:srgbClr val="000000"/>
            </a:solidFill>
            <a:ln w="9360">
              <a:solidFill>
                <a:srgbClr val="000000"/>
              </a:solidFill>
              <a:miter/>
            </a:ln>
          </p:spPr>
          <p:style>
            <a:lnRef idx="0"/>
            <a:fillRef idx="0"/>
            <a:effectRef idx="0"/>
            <a:fontRef idx="minor"/>
          </p:style>
          <p:txBody>
            <a:bodyPr wrap="none" lIns="90000" rIns="90000" tIns="2880" bIns="2880" anchor="ctr">
              <a:noAutofit/>
            </a:bodyPr>
            <a:p>
              <a:endParaRPr b="0" lang="en-US" sz="2400" spc="-1" strike="noStrike">
                <a:solidFill>
                  <a:srgbClr val="000000"/>
                </a:solidFill>
                <a:latin typeface="Times New Roman"/>
              </a:endParaRPr>
            </a:p>
          </p:txBody>
        </p:sp>
      </p:grpSp>
      <p:grpSp>
        <p:nvGrpSpPr>
          <p:cNvPr id="7331" name=""/>
          <p:cNvGrpSpPr/>
          <p:nvPr/>
        </p:nvGrpSpPr>
        <p:grpSpPr>
          <a:xfrm>
            <a:off x="4286160" y="5540400"/>
            <a:ext cx="282240" cy="429840"/>
            <a:chOff x="4286160" y="5540400"/>
            <a:chExt cx="282240" cy="429840"/>
          </a:xfrm>
        </p:grpSpPr>
        <p:sp>
          <p:nvSpPr>
            <p:cNvPr id="7332" name=""/>
            <p:cNvSpPr/>
            <p:nvPr/>
          </p:nvSpPr>
          <p:spPr>
            <a:xfrm>
              <a:off x="4329360" y="5540400"/>
              <a:ext cx="191160" cy="1764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33" name=""/>
            <p:cNvSpPr/>
            <p:nvPr/>
          </p:nvSpPr>
          <p:spPr>
            <a:xfrm>
              <a:off x="4286160" y="5792040"/>
              <a:ext cx="282240" cy="17820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334" name=""/>
            <p:cNvGrpSpPr/>
            <p:nvPr/>
          </p:nvGrpSpPr>
          <p:grpSpPr>
            <a:xfrm>
              <a:off x="4287600" y="5716800"/>
              <a:ext cx="280080" cy="149400"/>
              <a:chOff x="4287600" y="5716800"/>
              <a:chExt cx="280080" cy="149400"/>
            </a:xfrm>
          </p:grpSpPr>
          <p:sp>
            <p:nvSpPr>
              <p:cNvPr id="7335" name=""/>
              <p:cNvSpPr/>
              <p:nvPr/>
            </p:nvSpPr>
            <p:spPr>
              <a:xfrm>
                <a:off x="4343040" y="5716800"/>
                <a:ext cx="224640" cy="1494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36" name=""/>
              <p:cNvSpPr/>
              <p:nvPr/>
            </p:nvSpPr>
            <p:spPr>
              <a:xfrm flipH="1">
                <a:off x="4287600" y="5716800"/>
                <a:ext cx="224640" cy="1494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337" name=""/>
            <p:cNvSpPr/>
            <p:nvPr/>
          </p:nvSpPr>
          <p:spPr>
            <a:xfrm>
              <a:off x="4399560" y="5705280"/>
              <a:ext cx="54720" cy="61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ffffff"/>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338" name=""/>
            <p:cNvSpPr/>
            <p:nvPr/>
          </p:nvSpPr>
          <p:spPr>
            <a:xfrm>
              <a:off x="4297320" y="5792040"/>
              <a:ext cx="88920" cy="87840"/>
            </a:xfrm>
            <a:prstGeom prst="rect">
              <a:avLst/>
            </a:prstGeom>
            <a:solidFill>
              <a:srgbClr val="ffffff"/>
            </a:solidFill>
            <a:ln w="9360">
              <a:solidFill>
                <a:srgbClr val="ffffff"/>
              </a:solidFill>
              <a:miter/>
            </a:ln>
          </p:spPr>
          <p:style>
            <a:lnRef idx="0"/>
            <a:fillRef idx="0"/>
            <a:effectRef idx="0"/>
            <a:fontRef idx="minor"/>
          </p:style>
          <p:txBody>
            <a:bodyPr wrap="none" lIns="90000" rIns="90000" tIns="41040" bIns="41040" anchor="ctr">
              <a:noAutofit/>
            </a:bodyPr>
            <a:p>
              <a:endParaRPr b="0" lang="en-US" sz="2400" spc="-1" strike="noStrike">
                <a:solidFill>
                  <a:srgbClr val="000000"/>
                </a:solidFill>
                <a:latin typeface="Times New Roman"/>
              </a:endParaRPr>
            </a:p>
          </p:txBody>
        </p:sp>
        <p:sp>
          <p:nvSpPr>
            <p:cNvPr id="7339" name=""/>
            <p:cNvSpPr/>
            <p:nvPr/>
          </p:nvSpPr>
          <p:spPr>
            <a:xfrm>
              <a:off x="4460040" y="5784120"/>
              <a:ext cx="89280" cy="88560"/>
            </a:xfrm>
            <a:prstGeom prst="rect">
              <a:avLst/>
            </a:prstGeom>
            <a:solidFill>
              <a:srgbClr val="ffffff"/>
            </a:solidFill>
            <a:ln w="9360">
              <a:solidFill>
                <a:srgbClr val="ffffff"/>
              </a:solidFill>
              <a:miter/>
            </a:ln>
          </p:spPr>
          <p:style>
            <a:lnRef idx="0"/>
            <a:fillRef idx="0"/>
            <a:effectRef idx="0"/>
            <a:fontRef idx="minor"/>
          </p:style>
          <p:txBody>
            <a:bodyPr wrap="none" lIns="90000" rIns="90000" tIns="41760" bIns="41760" anchor="ctr">
              <a:noAutofit/>
            </a:bodyPr>
            <a:p>
              <a:endParaRPr b="0" lang="en-US" sz="2400" spc="-1" strike="noStrike">
                <a:solidFill>
                  <a:srgbClr val="000000"/>
                </a:solidFill>
                <a:latin typeface="Times New Roman"/>
              </a:endParaRPr>
            </a:p>
          </p:txBody>
        </p:sp>
        <p:sp>
          <p:nvSpPr>
            <p:cNvPr id="7340" name=""/>
            <p:cNvSpPr/>
            <p:nvPr/>
          </p:nvSpPr>
          <p:spPr>
            <a:xfrm flipV="1">
              <a:off x="4373280" y="5753880"/>
              <a:ext cx="104040" cy="150120"/>
            </a:xfrm>
            <a:prstGeom prst="triangle">
              <a:avLst>
                <a:gd name="adj" fmla="val 50000"/>
              </a:avLst>
            </a:prstGeom>
            <a:solidFill>
              <a:srgbClr val="000000"/>
            </a:solidFill>
            <a:ln w="9360">
              <a:solidFill>
                <a:srgbClr val="000000"/>
              </a:solidFill>
              <a:miter/>
            </a:ln>
          </p:spPr>
          <p:style>
            <a:lnRef idx="0"/>
            <a:fillRef idx="0"/>
            <a:effectRef idx="0"/>
            <a:fontRef idx="minor"/>
          </p:style>
          <p:txBody>
            <a:bodyPr wrap="none" lIns="90000" rIns="90000" tIns="3240" bIns="3240" anchor="ctr">
              <a:noAutofit/>
            </a:bodyPr>
            <a:p>
              <a:endParaRPr b="0" lang="en-US" sz="2400" spc="-1" strike="noStrike">
                <a:solidFill>
                  <a:srgbClr val="000000"/>
                </a:solidFill>
                <a:latin typeface="Times New Roman"/>
              </a:endParaRPr>
            </a:p>
          </p:txBody>
        </p:sp>
      </p:grpSp>
      <p:grpSp>
        <p:nvGrpSpPr>
          <p:cNvPr id="7341" name=""/>
          <p:cNvGrpSpPr/>
          <p:nvPr/>
        </p:nvGrpSpPr>
        <p:grpSpPr>
          <a:xfrm>
            <a:off x="4927680" y="5540400"/>
            <a:ext cx="282240" cy="429840"/>
            <a:chOff x="4927680" y="5540400"/>
            <a:chExt cx="282240" cy="429840"/>
          </a:xfrm>
        </p:grpSpPr>
        <p:sp>
          <p:nvSpPr>
            <p:cNvPr id="7342" name=""/>
            <p:cNvSpPr/>
            <p:nvPr/>
          </p:nvSpPr>
          <p:spPr>
            <a:xfrm>
              <a:off x="4970880" y="5540400"/>
              <a:ext cx="191160" cy="1764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43" name=""/>
            <p:cNvSpPr/>
            <p:nvPr/>
          </p:nvSpPr>
          <p:spPr>
            <a:xfrm>
              <a:off x="4927680" y="5792040"/>
              <a:ext cx="282240" cy="17820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344" name=""/>
            <p:cNvGrpSpPr/>
            <p:nvPr/>
          </p:nvGrpSpPr>
          <p:grpSpPr>
            <a:xfrm>
              <a:off x="4929120" y="5716800"/>
              <a:ext cx="280080" cy="149400"/>
              <a:chOff x="4929120" y="5716800"/>
              <a:chExt cx="280080" cy="149400"/>
            </a:xfrm>
          </p:grpSpPr>
          <p:sp>
            <p:nvSpPr>
              <p:cNvPr id="7345" name=""/>
              <p:cNvSpPr/>
              <p:nvPr/>
            </p:nvSpPr>
            <p:spPr>
              <a:xfrm>
                <a:off x="4984560" y="5716800"/>
                <a:ext cx="224640" cy="1494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46" name=""/>
              <p:cNvSpPr/>
              <p:nvPr/>
            </p:nvSpPr>
            <p:spPr>
              <a:xfrm flipH="1">
                <a:off x="4929120" y="5716800"/>
                <a:ext cx="224640" cy="1494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347" name=""/>
            <p:cNvSpPr/>
            <p:nvPr/>
          </p:nvSpPr>
          <p:spPr>
            <a:xfrm>
              <a:off x="5041080" y="5705280"/>
              <a:ext cx="54720" cy="61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ffffff"/>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348" name=""/>
            <p:cNvSpPr/>
            <p:nvPr/>
          </p:nvSpPr>
          <p:spPr>
            <a:xfrm>
              <a:off x="4938840" y="5792040"/>
              <a:ext cx="88920" cy="87840"/>
            </a:xfrm>
            <a:prstGeom prst="rect">
              <a:avLst/>
            </a:prstGeom>
            <a:solidFill>
              <a:srgbClr val="ffffff"/>
            </a:solidFill>
            <a:ln w="9360">
              <a:solidFill>
                <a:srgbClr val="ffffff"/>
              </a:solidFill>
              <a:miter/>
            </a:ln>
          </p:spPr>
          <p:style>
            <a:lnRef idx="0"/>
            <a:fillRef idx="0"/>
            <a:effectRef idx="0"/>
            <a:fontRef idx="minor"/>
          </p:style>
          <p:txBody>
            <a:bodyPr wrap="none" lIns="90000" rIns="90000" tIns="41040" bIns="41040" anchor="ctr">
              <a:noAutofit/>
            </a:bodyPr>
            <a:p>
              <a:endParaRPr b="0" lang="en-US" sz="2400" spc="-1" strike="noStrike">
                <a:solidFill>
                  <a:srgbClr val="000000"/>
                </a:solidFill>
                <a:latin typeface="Times New Roman"/>
              </a:endParaRPr>
            </a:p>
          </p:txBody>
        </p:sp>
        <p:sp>
          <p:nvSpPr>
            <p:cNvPr id="7349" name=""/>
            <p:cNvSpPr/>
            <p:nvPr/>
          </p:nvSpPr>
          <p:spPr>
            <a:xfrm>
              <a:off x="5101560" y="5784120"/>
              <a:ext cx="89280" cy="88560"/>
            </a:xfrm>
            <a:prstGeom prst="rect">
              <a:avLst/>
            </a:prstGeom>
            <a:solidFill>
              <a:srgbClr val="ffffff"/>
            </a:solidFill>
            <a:ln w="9360">
              <a:solidFill>
                <a:srgbClr val="ffffff"/>
              </a:solidFill>
              <a:miter/>
            </a:ln>
          </p:spPr>
          <p:style>
            <a:lnRef idx="0"/>
            <a:fillRef idx="0"/>
            <a:effectRef idx="0"/>
            <a:fontRef idx="minor"/>
          </p:style>
          <p:txBody>
            <a:bodyPr wrap="none" lIns="90000" rIns="90000" tIns="41760" bIns="41760" anchor="ctr">
              <a:noAutofit/>
            </a:bodyPr>
            <a:p>
              <a:endParaRPr b="0" lang="en-US" sz="2400" spc="-1" strike="noStrike">
                <a:solidFill>
                  <a:srgbClr val="000000"/>
                </a:solidFill>
                <a:latin typeface="Times New Roman"/>
              </a:endParaRPr>
            </a:p>
          </p:txBody>
        </p:sp>
        <p:sp>
          <p:nvSpPr>
            <p:cNvPr id="7350" name=""/>
            <p:cNvSpPr/>
            <p:nvPr/>
          </p:nvSpPr>
          <p:spPr>
            <a:xfrm flipV="1">
              <a:off x="5014800" y="5753880"/>
              <a:ext cx="104040" cy="150120"/>
            </a:xfrm>
            <a:prstGeom prst="triangle">
              <a:avLst>
                <a:gd name="adj" fmla="val 50000"/>
              </a:avLst>
            </a:prstGeom>
            <a:solidFill>
              <a:srgbClr val="000000"/>
            </a:solidFill>
            <a:ln w="9360">
              <a:solidFill>
                <a:srgbClr val="000000"/>
              </a:solidFill>
              <a:miter/>
            </a:ln>
          </p:spPr>
          <p:style>
            <a:lnRef idx="0"/>
            <a:fillRef idx="0"/>
            <a:effectRef idx="0"/>
            <a:fontRef idx="minor"/>
          </p:style>
          <p:txBody>
            <a:bodyPr wrap="none" lIns="90000" rIns="90000" tIns="3240" bIns="3240" anchor="ctr">
              <a:noAutofit/>
            </a:bodyPr>
            <a:p>
              <a:endParaRPr b="0" lang="en-US" sz="2400" spc="-1" strike="noStrike">
                <a:solidFill>
                  <a:srgbClr val="000000"/>
                </a:solidFill>
                <a:latin typeface="Times New Roman"/>
              </a:endParaRPr>
            </a:p>
          </p:txBody>
        </p:sp>
      </p:grpSp>
      <p:grpSp>
        <p:nvGrpSpPr>
          <p:cNvPr id="7351" name=""/>
          <p:cNvGrpSpPr/>
          <p:nvPr/>
        </p:nvGrpSpPr>
        <p:grpSpPr>
          <a:xfrm>
            <a:off x="7964640" y="5349960"/>
            <a:ext cx="676080" cy="322200"/>
            <a:chOff x="7964640" y="5349960"/>
            <a:chExt cx="676080" cy="322200"/>
          </a:xfrm>
        </p:grpSpPr>
        <p:sp>
          <p:nvSpPr>
            <p:cNvPr id="7352" name=""/>
            <p:cNvSpPr/>
            <p:nvPr/>
          </p:nvSpPr>
          <p:spPr>
            <a:xfrm>
              <a:off x="7964640" y="5424480"/>
              <a:ext cx="39600" cy="222120"/>
            </a:xfrm>
            <a:custGeom>
              <a:avLst/>
              <a:gdLst>
                <a:gd name="textAreaLeft" fmla="*/ 0 w 39600"/>
                <a:gd name="textAreaRight" fmla="*/ 39960 w 39600"/>
                <a:gd name="textAreaTop" fmla="*/ 0 h 222120"/>
                <a:gd name="textAreaBottom" fmla="*/ 222480 h 222120"/>
              </a:gdLst>
              <a:ahLst/>
              <a:rect l="textAreaLeft" t="textAreaTop" r="textAreaRight" b="textAreaBottom"/>
              <a:pathLst>
                <a:path w="21600" h="120259">
                  <a:moveTo>
                    <a:pt x="0" y="0"/>
                  </a:moveTo>
                  <a:arcTo wR="0" hR="0" stAng="16200000" swAng="-5400000"/>
                  <a:lnTo>
                    <a:pt x="0" y="120259"/>
                  </a:lnTo>
                  <a:arcTo wR="0" hR="0" stAng="10800000" swAng="-5400000"/>
                  <a:lnTo>
                    <a:pt x="21600" y="120259"/>
                  </a:lnTo>
                  <a:arcTo wR="0" hR="0" stAng="16200000" swAng="-5400000"/>
                  <a:lnTo>
                    <a:pt x="21600" y="0"/>
                  </a:lnTo>
                  <a:arcTo wR="0" hR="0" stAng="10800000" swAng="-5400000"/>
                  <a:close/>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53" name=""/>
            <p:cNvSpPr/>
            <p:nvPr/>
          </p:nvSpPr>
          <p:spPr>
            <a:xfrm>
              <a:off x="8045280" y="5349960"/>
              <a:ext cx="595440" cy="311040"/>
            </a:xfrm>
            <a:custGeom>
              <a:avLst/>
              <a:gdLst/>
              <a:ahLst/>
              <a:rect l="l" t="t" r="r" b="b"/>
              <a:pathLst>
                <a:path w="353" h="201">
                  <a:moveTo>
                    <a:pt x="0" y="48"/>
                  </a:moveTo>
                  <a:lnTo>
                    <a:pt x="0" y="176"/>
                  </a:lnTo>
                  <a:lnTo>
                    <a:pt x="56" y="200"/>
                  </a:lnTo>
                  <a:lnTo>
                    <a:pt x="216" y="200"/>
                  </a:lnTo>
                  <a:lnTo>
                    <a:pt x="216" y="72"/>
                  </a:lnTo>
                  <a:lnTo>
                    <a:pt x="208" y="56"/>
                  </a:lnTo>
                  <a:lnTo>
                    <a:pt x="344" y="56"/>
                  </a:lnTo>
                  <a:lnTo>
                    <a:pt x="352" y="48"/>
                  </a:lnTo>
                  <a:lnTo>
                    <a:pt x="352" y="24"/>
                  </a:lnTo>
                  <a:lnTo>
                    <a:pt x="344" y="16"/>
                  </a:lnTo>
                  <a:lnTo>
                    <a:pt x="104" y="0"/>
                  </a:lnTo>
                  <a:lnTo>
                    <a:pt x="16" y="40"/>
                  </a:lnTo>
                  <a:lnTo>
                    <a:pt x="0" y="48"/>
                  </a:lnTo>
                  <a:close/>
                </a:path>
              </a:pathLst>
            </a:custGeom>
            <a:solidFill>
              <a:srgbClr val="ffffff"/>
            </a:solidFill>
            <a:ln w="936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54" name=""/>
            <p:cNvSpPr/>
            <p:nvPr/>
          </p:nvSpPr>
          <p:spPr>
            <a:xfrm>
              <a:off x="8288280" y="5559480"/>
              <a:ext cx="176400" cy="52200"/>
            </a:xfrm>
            <a:custGeom>
              <a:avLst/>
              <a:gdLst/>
              <a:ahLst/>
              <a:rect l="l" t="t" r="r" b="b"/>
              <a:pathLst>
                <a:path w="105" h="33">
                  <a:moveTo>
                    <a:pt x="24" y="0"/>
                  </a:moveTo>
                  <a:lnTo>
                    <a:pt x="96" y="0"/>
                  </a:lnTo>
                  <a:lnTo>
                    <a:pt x="104" y="8"/>
                  </a:lnTo>
                  <a:lnTo>
                    <a:pt x="104" y="24"/>
                  </a:lnTo>
                  <a:lnTo>
                    <a:pt x="96" y="32"/>
                  </a:lnTo>
                  <a:lnTo>
                    <a:pt x="80" y="32"/>
                  </a:lnTo>
                  <a:lnTo>
                    <a:pt x="0" y="32"/>
                  </a:lnTo>
                  <a:lnTo>
                    <a:pt x="0" y="24"/>
                  </a:lnTo>
                  <a:lnTo>
                    <a:pt x="0" y="8"/>
                  </a:lnTo>
                  <a:lnTo>
                    <a:pt x="0" y="0"/>
                  </a:lnTo>
                  <a:lnTo>
                    <a:pt x="24" y="0"/>
                  </a:lnTo>
                  <a:close/>
                </a:path>
              </a:pathLst>
            </a:custGeom>
            <a:solidFill>
              <a:srgbClr val="ffffff"/>
            </a:solidFill>
            <a:ln w="9360">
              <a:solidFill>
                <a:srgbClr val="000000"/>
              </a:solidFill>
              <a:round/>
            </a:ln>
          </p:spPr>
          <p:style>
            <a:lnRef idx="0"/>
            <a:fillRef idx="0"/>
            <a:effectRef idx="0"/>
            <a:fontRef idx="minor"/>
          </p:style>
          <p:txBody>
            <a:bodyPr wrap="none" lIns="90000" rIns="90000" tIns="5400" bIns="5400" anchor="ctr">
              <a:noAutofit/>
            </a:bodyPr>
            <a:p>
              <a:endParaRPr b="0" lang="en-US" sz="2400" spc="-1" strike="noStrike">
                <a:solidFill>
                  <a:srgbClr val="000000"/>
                </a:solidFill>
                <a:latin typeface="Times New Roman"/>
              </a:endParaRPr>
            </a:p>
          </p:txBody>
        </p:sp>
        <p:sp>
          <p:nvSpPr>
            <p:cNvPr id="7355" name=""/>
            <p:cNvSpPr/>
            <p:nvPr/>
          </p:nvSpPr>
          <p:spPr>
            <a:xfrm>
              <a:off x="8288280" y="5610240"/>
              <a:ext cx="149400" cy="61920"/>
            </a:xfrm>
            <a:custGeom>
              <a:avLst/>
              <a:gdLst/>
              <a:ahLst/>
              <a:rect l="l" t="t" r="r" b="b"/>
              <a:pathLst>
                <a:path w="89" h="41">
                  <a:moveTo>
                    <a:pt x="80" y="0"/>
                  </a:moveTo>
                  <a:lnTo>
                    <a:pt x="8" y="0"/>
                  </a:lnTo>
                  <a:lnTo>
                    <a:pt x="0" y="16"/>
                  </a:lnTo>
                  <a:lnTo>
                    <a:pt x="0" y="32"/>
                  </a:lnTo>
                  <a:lnTo>
                    <a:pt x="16" y="40"/>
                  </a:lnTo>
                  <a:lnTo>
                    <a:pt x="80" y="40"/>
                  </a:lnTo>
                  <a:lnTo>
                    <a:pt x="88" y="32"/>
                  </a:lnTo>
                  <a:lnTo>
                    <a:pt x="88" y="16"/>
                  </a:lnTo>
                  <a:lnTo>
                    <a:pt x="80" y="0"/>
                  </a:lnTo>
                  <a:close/>
                </a:path>
              </a:pathLst>
            </a:custGeom>
            <a:solidFill>
              <a:srgbClr val="ffffff"/>
            </a:solidFill>
            <a:ln w="9360">
              <a:solidFill>
                <a:srgbClr val="000000"/>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356" name=""/>
            <p:cNvSpPr/>
            <p:nvPr/>
          </p:nvSpPr>
          <p:spPr>
            <a:xfrm>
              <a:off x="8288280" y="5486400"/>
              <a:ext cx="190440" cy="74520"/>
            </a:xfrm>
            <a:custGeom>
              <a:avLst/>
              <a:gdLst/>
              <a:ahLst/>
              <a:rect l="l" t="t" r="r" b="b"/>
              <a:pathLst>
                <a:path w="113" h="49">
                  <a:moveTo>
                    <a:pt x="0" y="0"/>
                  </a:moveTo>
                  <a:lnTo>
                    <a:pt x="96" y="0"/>
                  </a:lnTo>
                  <a:lnTo>
                    <a:pt x="112" y="8"/>
                  </a:lnTo>
                  <a:lnTo>
                    <a:pt x="112" y="32"/>
                  </a:lnTo>
                  <a:lnTo>
                    <a:pt x="96" y="48"/>
                  </a:lnTo>
                  <a:lnTo>
                    <a:pt x="0" y="48"/>
                  </a:lnTo>
                  <a:lnTo>
                    <a:pt x="0" y="32"/>
                  </a:lnTo>
                  <a:lnTo>
                    <a:pt x="0" y="8"/>
                  </a:lnTo>
                  <a:lnTo>
                    <a:pt x="0" y="0"/>
                  </a:lnTo>
                  <a:close/>
                </a:path>
              </a:pathLst>
            </a:custGeom>
            <a:solidFill>
              <a:srgbClr val="ffffff"/>
            </a:solidFill>
            <a:ln w="9360">
              <a:solidFill>
                <a:srgbClr val="000000"/>
              </a:solidFill>
              <a:round/>
            </a:ln>
          </p:spPr>
          <p:style>
            <a:lnRef idx="0"/>
            <a:fillRef idx="0"/>
            <a:effectRef idx="0"/>
            <a:fontRef idx="minor"/>
          </p:style>
          <p:txBody>
            <a:bodyPr wrap="none" lIns="90000" rIns="90000" tIns="27720" bIns="27720" anchor="ctr">
              <a:noAutofit/>
            </a:bodyPr>
            <a:p>
              <a:endParaRPr b="0" lang="en-US" sz="2400" spc="-1" strike="noStrike">
                <a:solidFill>
                  <a:srgbClr val="000000"/>
                </a:solidFill>
                <a:latin typeface="Times New Roman"/>
              </a:endParaRPr>
            </a:p>
          </p:txBody>
        </p:sp>
        <p:sp>
          <p:nvSpPr>
            <p:cNvPr id="7357" name=""/>
            <p:cNvSpPr/>
            <p:nvPr/>
          </p:nvSpPr>
          <p:spPr>
            <a:xfrm>
              <a:off x="8045280" y="5349960"/>
              <a:ext cx="406440" cy="187200"/>
            </a:xfrm>
            <a:custGeom>
              <a:avLst/>
              <a:gdLst/>
              <a:ahLst/>
              <a:rect l="l" t="t" r="r" b="b"/>
              <a:pathLst>
                <a:path w="241" h="121">
                  <a:moveTo>
                    <a:pt x="96" y="0"/>
                  </a:moveTo>
                  <a:lnTo>
                    <a:pt x="160" y="0"/>
                  </a:lnTo>
                  <a:lnTo>
                    <a:pt x="240" y="56"/>
                  </a:lnTo>
                  <a:lnTo>
                    <a:pt x="224" y="88"/>
                  </a:lnTo>
                  <a:lnTo>
                    <a:pt x="200" y="88"/>
                  </a:lnTo>
                  <a:lnTo>
                    <a:pt x="176" y="88"/>
                  </a:lnTo>
                  <a:lnTo>
                    <a:pt x="160" y="72"/>
                  </a:lnTo>
                  <a:lnTo>
                    <a:pt x="152" y="64"/>
                  </a:lnTo>
                  <a:lnTo>
                    <a:pt x="120" y="64"/>
                  </a:lnTo>
                  <a:lnTo>
                    <a:pt x="104" y="96"/>
                  </a:lnTo>
                  <a:lnTo>
                    <a:pt x="64" y="120"/>
                  </a:lnTo>
                  <a:lnTo>
                    <a:pt x="0" y="120"/>
                  </a:lnTo>
                  <a:lnTo>
                    <a:pt x="0" y="48"/>
                  </a:lnTo>
                  <a:lnTo>
                    <a:pt x="96" y="0"/>
                  </a:lnTo>
                  <a:close/>
                </a:path>
              </a:pathLst>
            </a:custGeom>
            <a:solidFill>
              <a:srgbClr val="ffffff"/>
            </a:solidFill>
            <a:ln w="936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aphicFrame>
        <p:nvGraphicFramePr>
          <p:cNvPr id="7358" name=""/>
          <p:cNvGraphicFramePr/>
          <p:nvPr/>
        </p:nvGraphicFramePr>
        <p:xfrm>
          <a:off x="7964640" y="5856120"/>
          <a:ext cx="676080" cy="322560"/>
        </p:xfrm>
        <a:graphic>
          <a:graphicData uri="http://schemas.openxmlformats.org/presentationml/2006/ole">
            <p:oleObj r:id="rId1" spid="">
              <p:embed/>
            </p:oleObj>
          </a:graphicData>
        </a:graphic>
      </p:graphicFrame>
      <p:grpSp>
        <p:nvGrpSpPr>
          <p:cNvPr id="7359" name=""/>
          <p:cNvGrpSpPr/>
          <p:nvPr/>
        </p:nvGrpSpPr>
        <p:grpSpPr>
          <a:xfrm>
            <a:off x="6897600" y="906480"/>
            <a:ext cx="366840" cy="366840"/>
            <a:chOff x="6897600" y="906480"/>
            <a:chExt cx="366840" cy="366840"/>
          </a:xfrm>
        </p:grpSpPr>
        <p:sp>
          <p:nvSpPr>
            <p:cNvPr id="7360" name=""/>
            <p:cNvSpPr/>
            <p:nvPr/>
          </p:nvSpPr>
          <p:spPr>
            <a:xfrm>
              <a:off x="6897600" y="906480"/>
              <a:ext cx="366840" cy="36684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361" name=""/>
            <p:cNvGrpSpPr/>
            <p:nvPr/>
          </p:nvGrpSpPr>
          <p:grpSpPr>
            <a:xfrm>
              <a:off x="6970680" y="1032840"/>
              <a:ext cx="219960" cy="113760"/>
              <a:chOff x="6970680" y="1032840"/>
              <a:chExt cx="219960" cy="113760"/>
            </a:xfrm>
          </p:grpSpPr>
          <p:sp>
            <p:nvSpPr>
              <p:cNvPr id="7362" name=""/>
              <p:cNvSpPr/>
              <p:nvPr/>
            </p:nvSpPr>
            <p:spPr>
              <a:xfrm>
                <a:off x="6970680" y="1032840"/>
                <a:ext cx="219960" cy="32400"/>
              </a:xfrm>
              <a:prstGeom prst="rect">
                <a:avLst/>
              </a:prstGeom>
              <a:solidFill>
                <a:srgbClr val="ffffff"/>
              </a:solidFill>
              <a:ln w="9360">
                <a:solidFill>
                  <a:srgbClr val="ffffff"/>
                </a:solidFill>
                <a:miter/>
              </a:ln>
            </p:spPr>
            <p:style>
              <a:lnRef idx="0"/>
              <a:fillRef idx="0"/>
              <a:effectRef idx="0"/>
              <a:fontRef idx="minor"/>
            </p:style>
            <p:txBody>
              <a:bodyPr wrap="none" lIns="90000" rIns="90000" tIns="-14400" bIns="-14400" anchor="ctr">
                <a:noAutofit/>
              </a:bodyPr>
              <a:p>
                <a:endParaRPr b="0" lang="en-US" sz="2400" spc="-1" strike="noStrike">
                  <a:solidFill>
                    <a:srgbClr val="000000"/>
                  </a:solidFill>
                  <a:latin typeface="Times New Roman"/>
                </a:endParaRPr>
              </a:p>
            </p:txBody>
          </p:sp>
          <p:sp>
            <p:nvSpPr>
              <p:cNvPr id="7363" name=""/>
              <p:cNvSpPr/>
              <p:nvPr/>
            </p:nvSpPr>
            <p:spPr>
              <a:xfrm>
                <a:off x="6970680" y="1114200"/>
                <a:ext cx="219960" cy="32400"/>
              </a:xfrm>
              <a:prstGeom prst="rect">
                <a:avLst/>
              </a:prstGeom>
              <a:solidFill>
                <a:srgbClr val="ffffff"/>
              </a:solidFill>
              <a:ln w="9360">
                <a:solidFill>
                  <a:srgbClr val="ffffff"/>
                </a:solidFill>
                <a:miter/>
              </a:ln>
            </p:spPr>
            <p:style>
              <a:lnRef idx="0"/>
              <a:fillRef idx="0"/>
              <a:effectRef idx="0"/>
              <a:fontRef idx="minor"/>
            </p:style>
            <p:txBody>
              <a:bodyPr wrap="none" lIns="90000" rIns="90000" tIns="-14400" bIns="-14400" anchor="ctr">
                <a:noAutofit/>
              </a:bodyPr>
              <a:p>
                <a:endParaRPr b="0" lang="en-US" sz="2400" spc="-1" strike="noStrike">
                  <a:solidFill>
                    <a:srgbClr val="000000"/>
                  </a:solidFill>
                  <a:latin typeface="Times New Roman"/>
                </a:endParaRPr>
              </a:p>
            </p:txBody>
          </p:sp>
        </p:grpSp>
      </p:grpSp>
      <p:grpSp>
        <p:nvGrpSpPr>
          <p:cNvPr id="7364" name=""/>
          <p:cNvGrpSpPr/>
          <p:nvPr/>
        </p:nvGrpSpPr>
        <p:grpSpPr>
          <a:xfrm>
            <a:off x="6897600" y="1495440"/>
            <a:ext cx="365040" cy="366840"/>
            <a:chOff x="6897600" y="1495440"/>
            <a:chExt cx="365040" cy="366840"/>
          </a:xfrm>
        </p:grpSpPr>
        <p:sp>
          <p:nvSpPr>
            <p:cNvPr id="7365" name=""/>
            <p:cNvSpPr/>
            <p:nvPr/>
          </p:nvSpPr>
          <p:spPr>
            <a:xfrm>
              <a:off x="6897600" y="1495440"/>
              <a:ext cx="365040" cy="36684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66" name=""/>
            <p:cNvSpPr/>
            <p:nvPr/>
          </p:nvSpPr>
          <p:spPr>
            <a:xfrm>
              <a:off x="6970320" y="1662480"/>
              <a:ext cx="218880" cy="32400"/>
            </a:xfrm>
            <a:prstGeom prst="rect">
              <a:avLst/>
            </a:prstGeom>
            <a:solidFill>
              <a:srgbClr val="ffffff"/>
            </a:solidFill>
            <a:ln w="9360">
              <a:solidFill>
                <a:srgbClr val="ffffff"/>
              </a:solidFill>
              <a:miter/>
            </a:ln>
          </p:spPr>
          <p:style>
            <a:lnRef idx="0"/>
            <a:fillRef idx="0"/>
            <a:effectRef idx="0"/>
            <a:fontRef idx="minor"/>
          </p:style>
          <p:txBody>
            <a:bodyPr wrap="none" lIns="90000" rIns="90000" tIns="-14400" bIns="-14400" anchor="ctr">
              <a:noAutofit/>
            </a:bodyPr>
            <a:p>
              <a:endParaRPr b="0" lang="en-US" sz="2400" spc="-1" strike="noStrike">
                <a:solidFill>
                  <a:srgbClr val="000000"/>
                </a:solidFill>
                <a:latin typeface="Times New Roman"/>
              </a:endParaRPr>
            </a:p>
          </p:txBody>
        </p:sp>
        <p:sp>
          <p:nvSpPr>
            <p:cNvPr id="7367" name=""/>
            <p:cNvSpPr/>
            <p:nvPr/>
          </p:nvSpPr>
          <p:spPr>
            <a:xfrm rot="16200000">
              <a:off x="6969960" y="1661760"/>
              <a:ext cx="219960" cy="32400"/>
            </a:xfrm>
            <a:prstGeom prst="rect">
              <a:avLst/>
            </a:prstGeom>
            <a:solidFill>
              <a:srgbClr val="ffffff"/>
            </a:solidFill>
            <a:ln w="9360">
              <a:solidFill>
                <a:srgbClr val="ffffff"/>
              </a:solidFill>
              <a:miter/>
            </a:ln>
          </p:spPr>
          <p:style>
            <a:lnRef idx="0"/>
            <a:fillRef idx="0"/>
            <a:effectRef idx="0"/>
            <a:fontRef idx="minor"/>
          </p:style>
          <p:txBody>
            <a:bodyPr wrap="none" lIns="90000" rIns="90000" tIns="-14400" bIns="-14400" anchor="ctr">
              <a:noAutofit/>
            </a:bodyPr>
            <a:p>
              <a:endParaRPr b="0" lang="en-US" sz="2400" spc="-1" strike="noStrike">
                <a:solidFill>
                  <a:srgbClr val="000000"/>
                </a:solidFill>
                <a:latin typeface="Times New Roman"/>
              </a:endParaRPr>
            </a:p>
          </p:txBody>
        </p:sp>
      </p:grpSp>
      <p:grpSp>
        <p:nvGrpSpPr>
          <p:cNvPr id="7368" name=""/>
          <p:cNvGrpSpPr/>
          <p:nvPr/>
        </p:nvGrpSpPr>
        <p:grpSpPr>
          <a:xfrm>
            <a:off x="6897600" y="2082960"/>
            <a:ext cx="365040" cy="366480"/>
            <a:chOff x="6897600" y="2082960"/>
            <a:chExt cx="365040" cy="366480"/>
          </a:xfrm>
        </p:grpSpPr>
        <p:sp>
          <p:nvSpPr>
            <p:cNvPr id="7369" name=""/>
            <p:cNvSpPr/>
            <p:nvPr/>
          </p:nvSpPr>
          <p:spPr>
            <a:xfrm>
              <a:off x="6897600" y="2082960"/>
              <a:ext cx="365040" cy="36648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70" name=""/>
            <p:cNvSpPr/>
            <p:nvPr/>
          </p:nvSpPr>
          <p:spPr>
            <a:xfrm rot="2700000">
              <a:off x="6969960" y="2249640"/>
              <a:ext cx="219960" cy="32400"/>
            </a:xfrm>
            <a:prstGeom prst="rect">
              <a:avLst/>
            </a:prstGeom>
            <a:solidFill>
              <a:srgbClr val="ffffff"/>
            </a:solidFill>
            <a:ln w="9360">
              <a:solidFill>
                <a:srgbClr val="ffffff"/>
              </a:solidFill>
              <a:miter/>
            </a:ln>
          </p:spPr>
          <p:style>
            <a:lnRef idx="0"/>
            <a:fillRef idx="0"/>
            <a:effectRef idx="0"/>
            <a:fontRef idx="minor"/>
          </p:style>
          <p:txBody>
            <a:bodyPr wrap="none" lIns="90000" rIns="90000" tIns="-14400" bIns="-14400" anchor="ctr">
              <a:noAutofit/>
            </a:bodyPr>
            <a:p>
              <a:endParaRPr b="0" lang="en-US" sz="2400" spc="-1" strike="noStrike">
                <a:solidFill>
                  <a:srgbClr val="000000"/>
                </a:solidFill>
                <a:latin typeface="Times New Roman"/>
              </a:endParaRPr>
            </a:p>
          </p:txBody>
        </p:sp>
        <p:sp>
          <p:nvSpPr>
            <p:cNvPr id="7371" name=""/>
            <p:cNvSpPr/>
            <p:nvPr/>
          </p:nvSpPr>
          <p:spPr>
            <a:xfrm rot="18900000">
              <a:off x="6970320" y="2249280"/>
              <a:ext cx="218880" cy="32400"/>
            </a:xfrm>
            <a:prstGeom prst="rect">
              <a:avLst/>
            </a:prstGeom>
            <a:solidFill>
              <a:srgbClr val="ffffff"/>
            </a:solidFill>
            <a:ln w="9360">
              <a:solidFill>
                <a:srgbClr val="ffffff"/>
              </a:solidFill>
              <a:miter/>
            </a:ln>
          </p:spPr>
          <p:style>
            <a:lnRef idx="0"/>
            <a:fillRef idx="0"/>
            <a:effectRef idx="0"/>
            <a:fontRef idx="minor"/>
          </p:style>
          <p:txBody>
            <a:bodyPr wrap="none" lIns="90000" rIns="90000" tIns="-14400" bIns="-14400" anchor="ctr">
              <a:noAutofit/>
            </a:bodyPr>
            <a:p>
              <a:endParaRPr b="0" lang="en-US" sz="2400" spc="-1" strike="noStrike">
                <a:solidFill>
                  <a:srgbClr val="000000"/>
                </a:solidFill>
                <a:latin typeface="Times New Roman"/>
              </a:endParaRPr>
            </a:p>
          </p:txBody>
        </p:sp>
      </p:grpSp>
      <p:grpSp>
        <p:nvGrpSpPr>
          <p:cNvPr id="7372" name=""/>
          <p:cNvGrpSpPr/>
          <p:nvPr/>
        </p:nvGrpSpPr>
        <p:grpSpPr>
          <a:xfrm>
            <a:off x="6897600" y="317520"/>
            <a:ext cx="366480" cy="367920"/>
            <a:chOff x="6897600" y="317520"/>
            <a:chExt cx="366480" cy="367920"/>
          </a:xfrm>
        </p:grpSpPr>
        <p:sp>
          <p:nvSpPr>
            <p:cNvPr id="7373" name=""/>
            <p:cNvSpPr/>
            <p:nvPr/>
          </p:nvSpPr>
          <p:spPr>
            <a:xfrm>
              <a:off x="6897600" y="317520"/>
              <a:ext cx="366480" cy="36792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74" name=""/>
            <p:cNvSpPr/>
            <p:nvPr/>
          </p:nvSpPr>
          <p:spPr>
            <a:xfrm>
              <a:off x="6970320" y="484920"/>
              <a:ext cx="220680" cy="32760"/>
            </a:xfrm>
            <a:prstGeom prst="rect">
              <a:avLst/>
            </a:prstGeom>
            <a:solidFill>
              <a:srgbClr val="ffffff"/>
            </a:solidFill>
            <a:ln w="9360">
              <a:solidFill>
                <a:srgbClr val="ffffff"/>
              </a:solidFill>
              <a:miter/>
            </a:ln>
          </p:spPr>
          <p:style>
            <a:lnRef idx="0"/>
            <a:fillRef idx="0"/>
            <a:effectRef idx="0"/>
            <a:fontRef idx="minor"/>
          </p:style>
          <p:txBody>
            <a:bodyPr wrap="none" lIns="90000" rIns="90000" tIns="-14040" bIns="-14040" anchor="ctr">
              <a:noAutofit/>
            </a:bodyPr>
            <a:p>
              <a:endParaRPr b="0" lang="en-US" sz="2400" spc="-1" strike="noStrike">
                <a:solidFill>
                  <a:srgbClr val="000000"/>
                </a:solidFill>
                <a:latin typeface="Times New Roman"/>
              </a:endParaRPr>
            </a:p>
          </p:txBody>
        </p:sp>
      </p:grpSp>
      <p:grpSp>
        <p:nvGrpSpPr>
          <p:cNvPr id="7375" name=""/>
          <p:cNvGrpSpPr/>
          <p:nvPr/>
        </p:nvGrpSpPr>
        <p:grpSpPr>
          <a:xfrm>
            <a:off x="6897600" y="2670120"/>
            <a:ext cx="364680" cy="366480"/>
            <a:chOff x="6897600" y="2670120"/>
            <a:chExt cx="364680" cy="366480"/>
          </a:xfrm>
        </p:grpSpPr>
        <p:sp>
          <p:nvSpPr>
            <p:cNvPr id="7376" name=""/>
            <p:cNvSpPr/>
            <p:nvPr/>
          </p:nvSpPr>
          <p:spPr>
            <a:xfrm>
              <a:off x="6897600" y="2670120"/>
              <a:ext cx="364680" cy="366480"/>
            </a:xfrm>
            <a:prstGeom prst="ellipse">
              <a:avLst/>
            </a:prstGeom>
            <a:solidFill>
              <a:srgbClr val="000000"/>
            </a:solidFill>
            <a:ln w="9360">
              <a:solidFill>
                <a:srgbClr val="000000"/>
              </a:solidFill>
              <a:miter/>
            </a:ln>
          </p:spPr>
          <p:style>
            <a:lnRef idx="0"/>
            <a:fillRef idx="0"/>
            <a:effectRef idx="0"/>
            <a:fontRef idx="minor"/>
          </p:style>
          <p:txBody>
            <a:bodyPr lIns="0" rIns="0" tIns="0" bIns="0" anchor="ctr">
              <a:spAutoFit/>
            </a:bodyPr>
            <a:p>
              <a:endParaRPr b="0" lang="en-US" sz="2400" spc="-1" strike="noStrike">
                <a:solidFill>
                  <a:srgbClr val="000000"/>
                </a:solidFill>
                <a:latin typeface="Times New Roman"/>
              </a:endParaRPr>
            </a:p>
          </p:txBody>
        </p:sp>
        <p:grpSp>
          <p:nvGrpSpPr>
            <p:cNvPr id="7377" name=""/>
            <p:cNvGrpSpPr/>
            <p:nvPr/>
          </p:nvGrpSpPr>
          <p:grpSpPr>
            <a:xfrm>
              <a:off x="6955560" y="2714760"/>
              <a:ext cx="248400" cy="273960"/>
              <a:chOff x="6955560" y="2714760"/>
              <a:chExt cx="248400" cy="273960"/>
            </a:xfrm>
          </p:grpSpPr>
          <p:sp>
            <p:nvSpPr>
              <p:cNvPr id="7378" name=""/>
              <p:cNvSpPr/>
              <p:nvPr/>
            </p:nvSpPr>
            <p:spPr>
              <a:xfrm>
                <a:off x="6955560" y="2850840"/>
                <a:ext cx="248400" cy="0"/>
              </a:xfrm>
              <a:prstGeom prst="line">
                <a:avLst/>
              </a:prstGeom>
              <a:ln w="28440">
                <a:solidFill>
                  <a:srgbClr val="ffffff"/>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7379" name=""/>
              <p:cNvSpPr/>
              <p:nvPr/>
            </p:nvSpPr>
            <p:spPr>
              <a:xfrm>
                <a:off x="7043400" y="2714760"/>
                <a:ext cx="72720" cy="795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9720" bIns="9720" anchor="ctr">
                <a:noAutofit/>
              </a:bodyPr>
              <a:p>
                <a:endParaRPr b="0" lang="en-US" sz="2400" spc="-1" strike="noStrike">
                  <a:solidFill>
                    <a:srgbClr val="000000"/>
                  </a:solidFill>
                  <a:latin typeface="Times New Roman"/>
                </a:endParaRPr>
              </a:p>
            </p:txBody>
          </p:sp>
          <p:sp>
            <p:nvSpPr>
              <p:cNvPr id="7380" name=""/>
              <p:cNvSpPr/>
              <p:nvPr/>
            </p:nvSpPr>
            <p:spPr>
              <a:xfrm>
                <a:off x="7043400" y="2909160"/>
                <a:ext cx="72720" cy="795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9720" bIns="9720" anchor="ctr">
                <a:noAutofit/>
              </a:bodyPr>
              <a:p>
                <a:endParaRPr b="0" lang="en-US" sz="2400" spc="-1" strike="noStrike">
                  <a:solidFill>
                    <a:srgbClr val="000000"/>
                  </a:solidFill>
                  <a:latin typeface="Times New Roman"/>
                </a:endParaRPr>
              </a:p>
            </p:txBody>
          </p:sp>
        </p:grpSp>
      </p:grpSp>
      <p:grpSp>
        <p:nvGrpSpPr>
          <p:cNvPr id="7381" name=""/>
          <p:cNvGrpSpPr/>
          <p:nvPr/>
        </p:nvGrpSpPr>
        <p:grpSpPr>
          <a:xfrm>
            <a:off x="7451640" y="938160"/>
            <a:ext cx="262080" cy="262080"/>
            <a:chOff x="7451640" y="938160"/>
            <a:chExt cx="262080" cy="262080"/>
          </a:xfrm>
        </p:grpSpPr>
        <p:sp>
          <p:nvSpPr>
            <p:cNvPr id="7382" name=""/>
            <p:cNvSpPr/>
            <p:nvPr/>
          </p:nvSpPr>
          <p:spPr>
            <a:xfrm>
              <a:off x="7451640" y="938160"/>
              <a:ext cx="262080" cy="26208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383" name=""/>
            <p:cNvGrpSpPr/>
            <p:nvPr/>
          </p:nvGrpSpPr>
          <p:grpSpPr>
            <a:xfrm>
              <a:off x="7503840" y="1028160"/>
              <a:ext cx="157320" cy="81000"/>
              <a:chOff x="7503840" y="1028160"/>
              <a:chExt cx="157320" cy="81000"/>
            </a:xfrm>
          </p:grpSpPr>
          <p:sp>
            <p:nvSpPr>
              <p:cNvPr id="7384" name=""/>
              <p:cNvSpPr/>
              <p:nvPr/>
            </p:nvSpPr>
            <p:spPr>
              <a:xfrm>
                <a:off x="7503840" y="1028160"/>
                <a:ext cx="157320" cy="23040"/>
              </a:xfrm>
              <a:prstGeom prst="rect">
                <a:avLst/>
              </a:prstGeom>
              <a:solidFill>
                <a:srgbClr val="ffffff"/>
              </a:solidFill>
              <a:ln w="9360">
                <a:solidFill>
                  <a:srgbClr val="ffffff"/>
                </a:solidFill>
                <a:miter/>
              </a:ln>
            </p:spPr>
            <p:style>
              <a:lnRef idx="0"/>
              <a:fillRef idx="0"/>
              <a:effectRef idx="0"/>
              <a:fontRef idx="minor"/>
            </p:style>
            <p:txBody>
              <a:bodyPr wrap="none" lIns="90000" rIns="90000" tIns="-23760" bIns="-23760" anchor="ctr">
                <a:noAutofit/>
              </a:bodyPr>
              <a:p>
                <a:endParaRPr b="0" lang="en-US" sz="2400" spc="-1" strike="noStrike">
                  <a:solidFill>
                    <a:srgbClr val="000000"/>
                  </a:solidFill>
                  <a:latin typeface="Times New Roman"/>
                </a:endParaRPr>
              </a:p>
            </p:txBody>
          </p:sp>
          <p:sp>
            <p:nvSpPr>
              <p:cNvPr id="7385" name=""/>
              <p:cNvSpPr/>
              <p:nvPr/>
            </p:nvSpPr>
            <p:spPr>
              <a:xfrm>
                <a:off x="7503840" y="1086120"/>
                <a:ext cx="157320" cy="23040"/>
              </a:xfrm>
              <a:prstGeom prst="rect">
                <a:avLst/>
              </a:prstGeom>
              <a:solidFill>
                <a:srgbClr val="ffffff"/>
              </a:solidFill>
              <a:ln w="9360">
                <a:solidFill>
                  <a:srgbClr val="ffffff"/>
                </a:solidFill>
                <a:miter/>
              </a:ln>
            </p:spPr>
            <p:style>
              <a:lnRef idx="0"/>
              <a:fillRef idx="0"/>
              <a:effectRef idx="0"/>
              <a:fontRef idx="minor"/>
            </p:style>
            <p:txBody>
              <a:bodyPr wrap="none" lIns="90000" rIns="90000" tIns="-23760" bIns="-23760" anchor="ctr">
                <a:noAutofit/>
              </a:bodyPr>
              <a:p>
                <a:endParaRPr b="0" lang="en-US" sz="2400" spc="-1" strike="noStrike">
                  <a:solidFill>
                    <a:srgbClr val="000000"/>
                  </a:solidFill>
                  <a:latin typeface="Times New Roman"/>
                </a:endParaRPr>
              </a:p>
            </p:txBody>
          </p:sp>
        </p:grpSp>
      </p:grpSp>
      <p:grpSp>
        <p:nvGrpSpPr>
          <p:cNvPr id="7386" name=""/>
          <p:cNvGrpSpPr/>
          <p:nvPr/>
        </p:nvGrpSpPr>
        <p:grpSpPr>
          <a:xfrm>
            <a:off x="7451640" y="1558800"/>
            <a:ext cx="262080" cy="262080"/>
            <a:chOff x="7451640" y="1558800"/>
            <a:chExt cx="262080" cy="262080"/>
          </a:xfrm>
        </p:grpSpPr>
        <p:sp>
          <p:nvSpPr>
            <p:cNvPr id="7387" name=""/>
            <p:cNvSpPr/>
            <p:nvPr/>
          </p:nvSpPr>
          <p:spPr>
            <a:xfrm>
              <a:off x="7451640" y="1558800"/>
              <a:ext cx="262080" cy="26208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88" name=""/>
            <p:cNvSpPr/>
            <p:nvPr/>
          </p:nvSpPr>
          <p:spPr>
            <a:xfrm>
              <a:off x="7503840" y="1677960"/>
              <a:ext cx="157320" cy="23400"/>
            </a:xfrm>
            <a:prstGeom prst="rect">
              <a:avLst/>
            </a:prstGeom>
            <a:solidFill>
              <a:srgbClr val="ffffff"/>
            </a:solidFill>
            <a:ln w="9360">
              <a:solidFill>
                <a:srgbClr val="ffffff"/>
              </a:solidFill>
              <a:miter/>
            </a:ln>
          </p:spPr>
          <p:style>
            <a:lnRef idx="0"/>
            <a:fillRef idx="0"/>
            <a:effectRef idx="0"/>
            <a:fontRef idx="minor"/>
          </p:style>
          <p:txBody>
            <a:bodyPr wrap="none" lIns="90000" rIns="90000" tIns="-23400" bIns="-23400" anchor="ctr">
              <a:noAutofit/>
            </a:bodyPr>
            <a:p>
              <a:endParaRPr b="0" lang="en-US" sz="2400" spc="-1" strike="noStrike">
                <a:solidFill>
                  <a:srgbClr val="000000"/>
                </a:solidFill>
                <a:latin typeface="Times New Roman"/>
              </a:endParaRPr>
            </a:p>
          </p:txBody>
        </p:sp>
        <p:sp>
          <p:nvSpPr>
            <p:cNvPr id="7389" name=""/>
            <p:cNvSpPr/>
            <p:nvPr/>
          </p:nvSpPr>
          <p:spPr>
            <a:xfrm rot="16200000">
              <a:off x="7503840" y="1677600"/>
              <a:ext cx="157320" cy="23400"/>
            </a:xfrm>
            <a:prstGeom prst="rect">
              <a:avLst/>
            </a:prstGeom>
            <a:solidFill>
              <a:srgbClr val="ffffff"/>
            </a:solidFill>
            <a:ln w="9360">
              <a:solidFill>
                <a:srgbClr val="ffffff"/>
              </a:solidFill>
              <a:miter/>
            </a:ln>
          </p:spPr>
          <p:style>
            <a:lnRef idx="0"/>
            <a:fillRef idx="0"/>
            <a:effectRef idx="0"/>
            <a:fontRef idx="minor"/>
          </p:style>
          <p:txBody>
            <a:bodyPr wrap="none" lIns="90000" rIns="90000" tIns="-23400" bIns="-23400" anchor="ctr">
              <a:noAutofit/>
            </a:bodyPr>
            <a:p>
              <a:endParaRPr b="0" lang="en-US" sz="2400" spc="-1" strike="noStrike">
                <a:solidFill>
                  <a:srgbClr val="000000"/>
                </a:solidFill>
                <a:latin typeface="Times New Roman"/>
              </a:endParaRPr>
            </a:p>
          </p:txBody>
        </p:sp>
      </p:grpSp>
      <p:grpSp>
        <p:nvGrpSpPr>
          <p:cNvPr id="7390" name=""/>
          <p:cNvGrpSpPr/>
          <p:nvPr/>
        </p:nvGrpSpPr>
        <p:grpSpPr>
          <a:xfrm>
            <a:off x="7451640" y="2179800"/>
            <a:ext cx="262080" cy="261720"/>
            <a:chOff x="7451640" y="2179800"/>
            <a:chExt cx="262080" cy="261720"/>
          </a:xfrm>
        </p:grpSpPr>
        <p:sp>
          <p:nvSpPr>
            <p:cNvPr id="7391" name=""/>
            <p:cNvSpPr/>
            <p:nvPr/>
          </p:nvSpPr>
          <p:spPr>
            <a:xfrm>
              <a:off x="7451640" y="2179800"/>
              <a:ext cx="262080" cy="26172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92" name=""/>
            <p:cNvSpPr/>
            <p:nvPr/>
          </p:nvSpPr>
          <p:spPr>
            <a:xfrm rot="2700000">
              <a:off x="7503480" y="2298600"/>
              <a:ext cx="156960" cy="23400"/>
            </a:xfrm>
            <a:prstGeom prst="rect">
              <a:avLst/>
            </a:prstGeom>
            <a:solidFill>
              <a:srgbClr val="ffffff"/>
            </a:solidFill>
            <a:ln w="9360">
              <a:solidFill>
                <a:srgbClr val="ffffff"/>
              </a:solidFill>
              <a:miter/>
            </a:ln>
          </p:spPr>
          <p:style>
            <a:lnRef idx="0"/>
            <a:fillRef idx="0"/>
            <a:effectRef idx="0"/>
            <a:fontRef idx="minor"/>
          </p:style>
          <p:txBody>
            <a:bodyPr wrap="none" lIns="90000" rIns="90000" tIns="-23400" bIns="-23400" anchor="ctr">
              <a:noAutofit/>
            </a:bodyPr>
            <a:p>
              <a:endParaRPr b="0" lang="en-US" sz="2400" spc="-1" strike="noStrike">
                <a:solidFill>
                  <a:srgbClr val="000000"/>
                </a:solidFill>
                <a:latin typeface="Times New Roman"/>
              </a:endParaRPr>
            </a:p>
          </p:txBody>
        </p:sp>
        <p:sp>
          <p:nvSpPr>
            <p:cNvPr id="7393" name=""/>
            <p:cNvSpPr/>
            <p:nvPr/>
          </p:nvSpPr>
          <p:spPr>
            <a:xfrm rot="18900000">
              <a:off x="7503480" y="2298960"/>
              <a:ext cx="157320" cy="23040"/>
            </a:xfrm>
            <a:prstGeom prst="rect">
              <a:avLst/>
            </a:prstGeom>
            <a:solidFill>
              <a:srgbClr val="ffffff"/>
            </a:solidFill>
            <a:ln w="9360">
              <a:solidFill>
                <a:srgbClr val="ffffff"/>
              </a:solidFill>
              <a:miter/>
            </a:ln>
          </p:spPr>
          <p:style>
            <a:lnRef idx="0"/>
            <a:fillRef idx="0"/>
            <a:effectRef idx="0"/>
            <a:fontRef idx="minor"/>
          </p:style>
          <p:txBody>
            <a:bodyPr wrap="none" lIns="90000" rIns="90000" tIns="-23760" bIns="-23760" anchor="ctr">
              <a:noAutofit/>
            </a:bodyPr>
            <a:p>
              <a:endParaRPr b="0" lang="en-US" sz="2400" spc="-1" strike="noStrike">
                <a:solidFill>
                  <a:srgbClr val="000000"/>
                </a:solidFill>
                <a:latin typeface="Times New Roman"/>
              </a:endParaRPr>
            </a:p>
          </p:txBody>
        </p:sp>
      </p:grpSp>
      <p:grpSp>
        <p:nvGrpSpPr>
          <p:cNvPr id="7394" name=""/>
          <p:cNvGrpSpPr/>
          <p:nvPr/>
        </p:nvGrpSpPr>
        <p:grpSpPr>
          <a:xfrm>
            <a:off x="7451640" y="317520"/>
            <a:ext cx="262080" cy="263520"/>
            <a:chOff x="7451640" y="317520"/>
            <a:chExt cx="262080" cy="263520"/>
          </a:xfrm>
        </p:grpSpPr>
        <p:sp>
          <p:nvSpPr>
            <p:cNvPr id="7395" name=""/>
            <p:cNvSpPr/>
            <p:nvPr/>
          </p:nvSpPr>
          <p:spPr>
            <a:xfrm>
              <a:off x="7451640" y="317520"/>
              <a:ext cx="262080" cy="26352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396" name=""/>
            <p:cNvSpPr/>
            <p:nvPr/>
          </p:nvSpPr>
          <p:spPr>
            <a:xfrm>
              <a:off x="7503480" y="437400"/>
              <a:ext cx="157680" cy="23400"/>
            </a:xfrm>
            <a:prstGeom prst="rect">
              <a:avLst/>
            </a:prstGeom>
            <a:solidFill>
              <a:srgbClr val="ffffff"/>
            </a:solidFill>
            <a:ln w="9360">
              <a:solidFill>
                <a:srgbClr val="ffffff"/>
              </a:solidFill>
              <a:miter/>
            </a:ln>
          </p:spPr>
          <p:style>
            <a:lnRef idx="0"/>
            <a:fillRef idx="0"/>
            <a:effectRef idx="0"/>
            <a:fontRef idx="minor"/>
          </p:style>
          <p:txBody>
            <a:bodyPr wrap="none" lIns="90000" rIns="90000" tIns="-23400" bIns="-23400" anchor="ctr">
              <a:noAutofit/>
            </a:bodyPr>
            <a:p>
              <a:endParaRPr b="0" lang="en-US" sz="2400" spc="-1" strike="noStrike">
                <a:solidFill>
                  <a:srgbClr val="000000"/>
                </a:solidFill>
                <a:latin typeface="Times New Roman"/>
              </a:endParaRPr>
            </a:p>
          </p:txBody>
        </p:sp>
      </p:grpSp>
      <p:grpSp>
        <p:nvGrpSpPr>
          <p:cNvPr id="7397" name=""/>
          <p:cNvGrpSpPr/>
          <p:nvPr/>
        </p:nvGrpSpPr>
        <p:grpSpPr>
          <a:xfrm>
            <a:off x="7472520" y="2670120"/>
            <a:ext cx="261720" cy="261720"/>
            <a:chOff x="7472520" y="2670120"/>
            <a:chExt cx="261720" cy="261720"/>
          </a:xfrm>
        </p:grpSpPr>
        <p:sp>
          <p:nvSpPr>
            <p:cNvPr id="7398" name=""/>
            <p:cNvSpPr/>
            <p:nvPr/>
          </p:nvSpPr>
          <p:spPr>
            <a:xfrm>
              <a:off x="7472520" y="2670120"/>
              <a:ext cx="261720" cy="261720"/>
            </a:xfrm>
            <a:prstGeom prst="ellipse">
              <a:avLst/>
            </a:prstGeom>
            <a:solidFill>
              <a:srgbClr val="000000"/>
            </a:solidFill>
            <a:ln w="9360">
              <a:solidFill>
                <a:srgbClr val="000000"/>
              </a:solidFill>
              <a:miter/>
            </a:ln>
          </p:spPr>
          <p:style>
            <a:lnRef idx="0"/>
            <a:fillRef idx="0"/>
            <a:effectRef idx="0"/>
            <a:fontRef idx="minor"/>
          </p:style>
          <p:txBody>
            <a:bodyPr lIns="0" rIns="0" tIns="0" bIns="0" anchor="ctr">
              <a:spAutoFit/>
            </a:bodyPr>
            <a:p>
              <a:endParaRPr b="0" lang="en-US" sz="2400" spc="-1" strike="noStrike">
                <a:solidFill>
                  <a:srgbClr val="000000"/>
                </a:solidFill>
                <a:latin typeface="Times New Roman"/>
              </a:endParaRPr>
            </a:p>
          </p:txBody>
        </p:sp>
        <p:grpSp>
          <p:nvGrpSpPr>
            <p:cNvPr id="7399" name=""/>
            <p:cNvGrpSpPr/>
            <p:nvPr/>
          </p:nvGrpSpPr>
          <p:grpSpPr>
            <a:xfrm>
              <a:off x="7513920" y="2701800"/>
              <a:ext cx="178560" cy="195840"/>
              <a:chOff x="7513920" y="2701800"/>
              <a:chExt cx="178560" cy="195840"/>
            </a:xfrm>
          </p:grpSpPr>
          <p:sp>
            <p:nvSpPr>
              <p:cNvPr id="7400" name=""/>
              <p:cNvSpPr/>
              <p:nvPr/>
            </p:nvSpPr>
            <p:spPr>
              <a:xfrm>
                <a:off x="7513920" y="2799000"/>
                <a:ext cx="178560" cy="0"/>
              </a:xfrm>
              <a:prstGeom prst="line">
                <a:avLst/>
              </a:prstGeom>
              <a:ln w="28440">
                <a:solidFill>
                  <a:srgbClr val="ffffff"/>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7401" name=""/>
              <p:cNvSpPr/>
              <p:nvPr/>
            </p:nvSpPr>
            <p:spPr>
              <a:xfrm>
                <a:off x="7576920" y="2701800"/>
                <a:ext cx="52200" cy="568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6480" bIns="-6480" anchor="ctr">
                <a:noAutofit/>
              </a:bodyPr>
              <a:p>
                <a:endParaRPr b="0" lang="en-US" sz="2400" spc="-1" strike="noStrike">
                  <a:solidFill>
                    <a:srgbClr val="000000"/>
                  </a:solidFill>
                  <a:latin typeface="Times New Roman"/>
                </a:endParaRPr>
              </a:p>
            </p:txBody>
          </p:sp>
          <p:sp>
            <p:nvSpPr>
              <p:cNvPr id="7402" name=""/>
              <p:cNvSpPr/>
              <p:nvPr/>
            </p:nvSpPr>
            <p:spPr>
              <a:xfrm>
                <a:off x="7576920" y="2840760"/>
                <a:ext cx="52200" cy="568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6480" bIns="-6480" anchor="ctr">
                <a:noAutofit/>
              </a:bodyPr>
              <a:p>
                <a:endParaRPr b="0" lang="en-US" sz="2400" spc="-1" strike="noStrike">
                  <a:solidFill>
                    <a:srgbClr val="000000"/>
                  </a:solidFill>
                  <a:latin typeface="Times New Roman"/>
                </a:endParaRPr>
              </a:p>
            </p:txBody>
          </p:sp>
        </p:grpSp>
      </p:grpSp>
      <p:grpSp>
        <p:nvGrpSpPr>
          <p:cNvPr id="7403" name=""/>
          <p:cNvGrpSpPr/>
          <p:nvPr/>
        </p:nvGrpSpPr>
        <p:grpSpPr>
          <a:xfrm>
            <a:off x="7975440" y="865080"/>
            <a:ext cx="368280" cy="367920"/>
            <a:chOff x="7975440" y="865080"/>
            <a:chExt cx="368280" cy="367920"/>
          </a:xfrm>
        </p:grpSpPr>
        <p:sp>
          <p:nvSpPr>
            <p:cNvPr id="7404" name=""/>
            <p:cNvSpPr/>
            <p:nvPr/>
          </p:nvSpPr>
          <p:spPr>
            <a:xfrm>
              <a:off x="7975440" y="865080"/>
              <a:ext cx="368280" cy="3679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405" name=""/>
            <p:cNvGrpSpPr/>
            <p:nvPr/>
          </p:nvGrpSpPr>
          <p:grpSpPr>
            <a:xfrm>
              <a:off x="8048880" y="992160"/>
              <a:ext cx="221400" cy="113400"/>
              <a:chOff x="8048880" y="992160"/>
              <a:chExt cx="221400" cy="113400"/>
            </a:xfrm>
          </p:grpSpPr>
          <p:sp>
            <p:nvSpPr>
              <p:cNvPr id="7406" name=""/>
              <p:cNvSpPr/>
              <p:nvPr/>
            </p:nvSpPr>
            <p:spPr>
              <a:xfrm>
                <a:off x="8048880" y="992160"/>
                <a:ext cx="221400" cy="32400"/>
              </a:xfrm>
              <a:prstGeom prst="rect">
                <a:avLst/>
              </a:prstGeom>
              <a:solidFill>
                <a:srgbClr val="000000"/>
              </a:solidFill>
              <a:ln w="9360">
                <a:solidFill>
                  <a:srgbClr val="000000"/>
                </a:solidFill>
                <a:miter/>
              </a:ln>
            </p:spPr>
            <p:style>
              <a:lnRef idx="0"/>
              <a:fillRef idx="0"/>
              <a:effectRef idx="0"/>
              <a:fontRef idx="minor"/>
            </p:style>
            <p:txBody>
              <a:bodyPr wrap="none" lIns="90000" rIns="90000" tIns="-14400" bIns="-14400" anchor="ctr">
                <a:noAutofit/>
              </a:bodyPr>
              <a:p>
                <a:endParaRPr b="0" lang="en-US" sz="2400" spc="-1" strike="noStrike">
                  <a:solidFill>
                    <a:srgbClr val="000000"/>
                  </a:solidFill>
                  <a:latin typeface="Times New Roman"/>
                </a:endParaRPr>
              </a:p>
            </p:txBody>
          </p:sp>
          <p:sp>
            <p:nvSpPr>
              <p:cNvPr id="7407" name=""/>
              <p:cNvSpPr/>
              <p:nvPr/>
            </p:nvSpPr>
            <p:spPr>
              <a:xfrm>
                <a:off x="8048880" y="1073160"/>
                <a:ext cx="221400" cy="32400"/>
              </a:xfrm>
              <a:prstGeom prst="rect">
                <a:avLst/>
              </a:prstGeom>
              <a:solidFill>
                <a:srgbClr val="000000"/>
              </a:solidFill>
              <a:ln w="9360">
                <a:solidFill>
                  <a:srgbClr val="000000"/>
                </a:solidFill>
                <a:miter/>
              </a:ln>
            </p:spPr>
            <p:style>
              <a:lnRef idx="0"/>
              <a:fillRef idx="0"/>
              <a:effectRef idx="0"/>
              <a:fontRef idx="minor"/>
            </p:style>
            <p:txBody>
              <a:bodyPr wrap="none" lIns="90000" rIns="90000" tIns="-14400" bIns="-14400" anchor="ctr">
                <a:noAutofit/>
              </a:bodyPr>
              <a:p>
                <a:endParaRPr b="0" lang="en-US" sz="2400" spc="-1" strike="noStrike">
                  <a:solidFill>
                    <a:srgbClr val="000000"/>
                  </a:solidFill>
                  <a:latin typeface="Times New Roman"/>
                </a:endParaRPr>
              </a:p>
            </p:txBody>
          </p:sp>
        </p:grpSp>
      </p:grpSp>
      <p:grpSp>
        <p:nvGrpSpPr>
          <p:cNvPr id="7408" name=""/>
          <p:cNvGrpSpPr/>
          <p:nvPr/>
        </p:nvGrpSpPr>
        <p:grpSpPr>
          <a:xfrm>
            <a:off x="7975440" y="1455840"/>
            <a:ext cx="366480" cy="364680"/>
            <a:chOff x="7975440" y="1455840"/>
            <a:chExt cx="366480" cy="364680"/>
          </a:xfrm>
        </p:grpSpPr>
        <p:sp>
          <p:nvSpPr>
            <p:cNvPr id="7409" name=""/>
            <p:cNvSpPr/>
            <p:nvPr/>
          </p:nvSpPr>
          <p:spPr>
            <a:xfrm>
              <a:off x="7975440" y="1455840"/>
              <a:ext cx="366480" cy="3646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10" name=""/>
            <p:cNvSpPr/>
            <p:nvPr/>
          </p:nvSpPr>
          <p:spPr>
            <a:xfrm>
              <a:off x="8048880" y="1622880"/>
              <a:ext cx="219960" cy="30240"/>
            </a:xfrm>
            <a:prstGeom prst="rect">
              <a:avLst/>
            </a:prstGeom>
            <a:solidFill>
              <a:srgbClr val="000000"/>
            </a:solidFill>
            <a:ln w="9360">
              <a:solidFill>
                <a:srgbClr val="000000"/>
              </a:solidFill>
              <a:miter/>
            </a:ln>
          </p:spPr>
          <p:style>
            <a:lnRef idx="0"/>
            <a:fillRef idx="0"/>
            <a:effectRef idx="0"/>
            <a:fontRef idx="minor"/>
          </p:style>
          <p:txBody>
            <a:bodyPr wrap="none" lIns="90000" rIns="90000" tIns="-16560" bIns="-16560" anchor="ctr">
              <a:noAutofit/>
            </a:bodyPr>
            <a:p>
              <a:endParaRPr b="0" lang="en-US" sz="2400" spc="-1" strike="noStrike">
                <a:solidFill>
                  <a:srgbClr val="000000"/>
                </a:solidFill>
                <a:latin typeface="Times New Roman"/>
              </a:endParaRPr>
            </a:p>
          </p:txBody>
        </p:sp>
        <p:sp>
          <p:nvSpPr>
            <p:cNvPr id="7411" name=""/>
            <p:cNvSpPr/>
            <p:nvPr/>
          </p:nvSpPr>
          <p:spPr>
            <a:xfrm rot="16200000">
              <a:off x="8049240" y="1622880"/>
              <a:ext cx="218880" cy="30960"/>
            </a:xfrm>
            <a:prstGeom prst="rect">
              <a:avLst/>
            </a:prstGeom>
            <a:solidFill>
              <a:srgbClr val="000000"/>
            </a:solidFill>
            <a:ln w="9360">
              <a:solidFill>
                <a:srgbClr val="000000"/>
              </a:solidFill>
              <a:miter/>
            </a:ln>
          </p:spPr>
          <p:style>
            <a:lnRef idx="0"/>
            <a:fillRef idx="0"/>
            <a:effectRef idx="0"/>
            <a:fontRef idx="minor"/>
          </p:style>
          <p:txBody>
            <a:bodyPr wrap="none" lIns="90000" rIns="90000" tIns="-15840" bIns="-15840" anchor="ctr">
              <a:noAutofit/>
            </a:bodyPr>
            <a:p>
              <a:endParaRPr b="0" lang="en-US" sz="2400" spc="-1" strike="noStrike">
                <a:solidFill>
                  <a:srgbClr val="000000"/>
                </a:solidFill>
                <a:latin typeface="Times New Roman"/>
              </a:endParaRPr>
            </a:p>
          </p:txBody>
        </p:sp>
      </p:grpSp>
      <p:grpSp>
        <p:nvGrpSpPr>
          <p:cNvPr id="7412" name=""/>
          <p:cNvGrpSpPr/>
          <p:nvPr/>
        </p:nvGrpSpPr>
        <p:grpSpPr>
          <a:xfrm>
            <a:off x="7975440" y="2043000"/>
            <a:ext cx="366480" cy="365040"/>
            <a:chOff x="7975440" y="2043000"/>
            <a:chExt cx="366480" cy="365040"/>
          </a:xfrm>
        </p:grpSpPr>
        <p:sp>
          <p:nvSpPr>
            <p:cNvPr id="7413" name=""/>
            <p:cNvSpPr/>
            <p:nvPr/>
          </p:nvSpPr>
          <p:spPr>
            <a:xfrm>
              <a:off x="7975440" y="2043000"/>
              <a:ext cx="366480" cy="36504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14" name=""/>
            <p:cNvSpPr/>
            <p:nvPr/>
          </p:nvSpPr>
          <p:spPr>
            <a:xfrm rot="2700000">
              <a:off x="8049240" y="2209680"/>
              <a:ext cx="218520" cy="30960"/>
            </a:xfrm>
            <a:prstGeom prst="rect">
              <a:avLst/>
            </a:prstGeom>
            <a:solidFill>
              <a:srgbClr val="000000"/>
            </a:solidFill>
            <a:ln w="9360">
              <a:solidFill>
                <a:srgbClr val="000000"/>
              </a:solidFill>
              <a:miter/>
            </a:ln>
          </p:spPr>
          <p:style>
            <a:lnRef idx="0"/>
            <a:fillRef idx="0"/>
            <a:effectRef idx="0"/>
            <a:fontRef idx="minor"/>
          </p:style>
          <p:txBody>
            <a:bodyPr wrap="none" lIns="90000" rIns="90000" tIns="-15840" bIns="-15840" anchor="ctr">
              <a:noAutofit/>
            </a:bodyPr>
            <a:p>
              <a:endParaRPr b="0" lang="en-US" sz="2400" spc="-1" strike="noStrike">
                <a:solidFill>
                  <a:srgbClr val="000000"/>
                </a:solidFill>
                <a:latin typeface="Times New Roman"/>
              </a:endParaRPr>
            </a:p>
          </p:txBody>
        </p:sp>
        <p:sp>
          <p:nvSpPr>
            <p:cNvPr id="7415" name=""/>
            <p:cNvSpPr/>
            <p:nvPr/>
          </p:nvSpPr>
          <p:spPr>
            <a:xfrm rot="18900000">
              <a:off x="8048880" y="2210040"/>
              <a:ext cx="219960" cy="30240"/>
            </a:xfrm>
            <a:prstGeom prst="rect">
              <a:avLst/>
            </a:prstGeom>
            <a:solidFill>
              <a:srgbClr val="000000"/>
            </a:solidFill>
            <a:ln w="9360">
              <a:solidFill>
                <a:srgbClr val="000000"/>
              </a:solidFill>
              <a:miter/>
            </a:ln>
          </p:spPr>
          <p:style>
            <a:lnRef idx="0"/>
            <a:fillRef idx="0"/>
            <a:effectRef idx="0"/>
            <a:fontRef idx="minor"/>
          </p:style>
          <p:txBody>
            <a:bodyPr wrap="none" lIns="90000" rIns="90000" tIns="-16560" bIns="-16560" anchor="ctr">
              <a:noAutofit/>
            </a:bodyPr>
            <a:p>
              <a:endParaRPr b="0" lang="en-US" sz="2400" spc="-1" strike="noStrike">
                <a:solidFill>
                  <a:srgbClr val="000000"/>
                </a:solidFill>
                <a:latin typeface="Times New Roman"/>
              </a:endParaRPr>
            </a:p>
          </p:txBody>
        </p:sp>
      </p:grpSp>
      <p:grpSp>
        <p:nvGrpSpPr>
          <p:cNvPr id="7416" name=""/>
          <p:cNvGrpSpPr/>
          <p:nvPr/>
        </p:nvGrpSpPr>
        <p:grpSpPr>
          <a:xfrm>
            <a:off x="7975440" y="277920"/>
            <a:ext cx="368280" cy="367920"/>
            <a:chOff x="7975440" y="277920"/>
            <a:chExt cx="368280" cy="367920"/>
          </a:xfrm>
        </p:grpSpPr>
        <p:sp>
          <p:nvSpPr>
            <p:cNvPr id="7417" name=""/>
            <p:cNvSpPr/>
            <p:nvPr/>
          </p:nvSpPr>
          <p:spPr>
            <a:xfrm>
              <a:off x="7975440" y="277920"/>
              <a:ext cx="368280" cy="3679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18" name=""/>
            <p:cNvSpPr/>
            <p:nvPr/>
          </p:nvSpPr>
          <p:spPr>
            <a:xfrm>
              <a:off x="8048880" y="445320"/>
              <a:ext cx="221400" cy="32400"/>
            </a:xfrm>
            <a:prstGeom prst="rect">
              <a:avLst/>
            </a:prstGeom>
            <a:solidFill>
              <a:srgbClr val="000000"/>
            </a:solidFill>
            <a:ln w="9360">
              <a:solidFill>
                <a:srgbClr val="000000"/>
              </a:solidFill>
              <a:miter/>
            </a:ln>
          </p:spPr>
          <p:style>
            <a:lnRef idx="0"/>
            <a:fillRef idx="0"/>
            <a:effectRef idx="0"/>
            <a:fontRef idx="minor"/>
          </p:style>
          <p:txBody>
            <a:bodyPr wrap="none" lIns="90000" rIns="90000" tIns="-14400" bIns="-14400" anchor="ctr">
              <a:noAutofit/>
            </a:bodyPr>
            <a:p>
              <a:endParaRPr b="0" lang="en-US" sz="2400" spc="-1" strike="noStrike">
                <a:solidFill>
                  <a:srgbClr val="000000"/>
                </a:solidFill>
                <a:latin typeface="Times New Roman"/>
              </a:endParaRPr>
            </a:p>
          </p:txBody>
        </p:sp>
      </p:grpSp>
      <p:grpSp>
        <p:nvGrpSpPr>
          <p:cNvPr id="7419" name=""/>
          <p:cNvGrpSpPr/>
          <p:nvPr/>
        </p:nvGrpSpPr>
        <p:grpSpPr>
          <a:xfrm>
            <a:off x="7975440" y="2630520"/>
            <a:ext cx="366480" cy="366480"/>
            <a:chOff x="7975440" y="2630520"/>
            <a:chExt cx="366480" cy="366480"/>
          </a:xfrm>
        </p:grpSpPr>
        <p:sp>
          <p:nvSpPr>
            <p:cNvPr id="7420" name=""/>
            <p:cNvSpPr/>
            <p:nvPr/>
          </p:nvSpPr>
          <p:spPr>
            <a:xfrm>
              <a:off x="7975440" y="2630520"/>
              <a:ext cx="366480" cy="366480"/>
            </a:xfrm>
            <a:prstGeom prst="ellipse">
              <a:avLst/>
            </a:prstGeom>
            <a:solidFill>
              <a:srgbClr val="ffffff"/>
            </a:solidFill>
            <a:ln w="9360">
              <a:solidFill>
                <a:srgbClr val="000000"/>
              </a:solidFill>
              <a:miter/>
            </a:ln>
          </p:spPr>
          <p:style>
            <a:lnRef idx="0"/>
            <a:fillRef idx="0"/>
            <a:effectRef idx="0"/>
            <a:fontRef idx="minor"/>
          </p:style>
          <p:txBody>
            <a:bodyPr lIns="0" rIns="0" tIns="0" bIns="0" anchor="ctr">
              <a:spAutoFit/>
            </a:bodyPr>
            <a:p>
              <a:endParaRPr b="0" lang="en-US" sz="2400" spc="-1" strike="noStrike">
                <a:solidFill>
                  <a:srgbClr val="000000"/>
                </a:solidFill>
                <a:latin typeface="Times New Roman"/>
              </a:endParaRPr>
            </a:p>
          </p:txBody>
        </p:sp>
        <p:grpSp>
          <p:nvGrpSpPr>
            <p:cNvPr id="7421" name=""/>
            <p:cNvGrpSpPr/>
            <p:nvPr/>
          </p:nvGrpSpPr>
          <p:grpSpPr>
            <a:xfrm>
              <a:off x="8033400" y="2674800"/>
              <a:ext cx="249840" cy="275040"/>
              <a:chOff x="8033400" y="2674800"/>
              <a:chExt cx="249840" cy="275040"/>
            </a:xfrm>
          </p:grpSpPr>
          <p:sp>
            <p:nvSpPr>
              <p:cNvPr id="7422" name=""/>
              <p:cNvSpPr/>
              <p:nvPr/>
            </p:nvSpPr>
            <p:spPr>
              <a:xfrm>
                <a:off x="8033400" y="2811240"/>
                <a:ext cx="249840" cy="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7423" name=""/>
              <p:cNvSpPr/>
              <p:nvPr/>
            </p:nvSpPr>
            <p:spPr>
              <a:xfrm>
                <a:off x="8121960" y="2674800"/>
                <a:ext cx="73080" cy="79920"/>
              </a:xfrm>
              <a:prstGeom prst="ellipse">
                <a:avLst/>
              </a:prstGeom>
              <a:solidFill>
                <a:srgbClr val="000000"/>
              </a:solidFill>
              <a:ln w="9360">
                <a:solidFill>
                  <a:srgbClr val="000000"/>
                </a:solidFill>
                <a:miter/>
              </a:ln>
            </p:spPr>
            <p:style>
              <a:lnRef idx="0"/>
              <a:fillRef idx="0"/>
              <a:effectRef idx="0"/>
              <a:fontRef idx="minor"/>
            </p:style>
            <p:txBody>
              <a:bodyPr wrap="none" lIns="90000" rIns="90000" tIns="10080" bIns="10080" anchor="ctr">
                <a:noAutofit/>
              </a:bodyPr>
              <a:p>
                <a:endParaRPr b="0" lang="en-US" sz="2400" spc="-1" strike="noStrike">
                  <a:solidFill>
                    <a:srgbClr val="000000"/>
                  </a:solidFill>
                  <a:latin typeface="Times New Roman"/>
                </a:endParaRPr>
              </a:p>
            </p:txBody>
          </p:sp>
          <p:sp>
            <p:nvSpPr>
              <p:cNvPr id="7424" name=""/>
              <p:cNvSpPr/>
              <p:nvPr/>
            </p:nvSpPr>
            <p:spPr>
              <a:xfrm>
                <a:off x="8121960" y="2869920"/>
                <a:ext cx="73080" cy="79920"/>
              </a:xfrm>
              <a:prstGeom prst="ellipse">
                <a:avLst/>
              </a:prstGeom>
              <a:solidFill>
                <a:srgbClr val="000000"/>
              </a:solidFill>
              <a:ln w="9360">
                <a:solidFill>
                  <a:srgbClr val="000000"/>
                </a:solidFill>
                <a:miter/>
              </a:ln>
            </p:spPr>
            <p:style>
              <a:lnRef idx="0"/>
              <a:fillRef idx="0"/>
              <a:effectRef idx="0"/>
              <a:fontRef idx="minor"/>
            </p:style>
            <p:txBody>
              <a:bodyPr wrap="none" lIns="90000" rIns="90000" tIns="10080" bIns="10080" anchor="ctr">
                <a:noAutofit/>
              </a:bodyPr>
              <a:p>
                <a:endParaRPr b="0" lang="en-US" sz="2400" spc="-1" strike="noStrike">
                  <a:solidFill>
                    <a:srgbClr val="000000"/>
                  </a:solidFill>
                  <a:latin typeface="Times New Roman"/>
                </a:endParaRPr>
              </a:p>
            </p:txBody>
          </p:sp>
        </p:grpSp>
      </p:grpSp>
      <p:grpSp>
        <p:nvGrpSpPr>
          <p:cNvPr id="7425" name=""/>
          <p:cNvGrpSpPr/>
          <p:nvPr/>
        </p:nvGrpSpPr>
        <p:grpSpPr>
          <a:xfrm>
            <a:off x="8469360" y="879480"/>
            <a:ext cx="261720" cy="262080"/>
            <a:chOff x="8469360" y="879480"/>
            <a:chExt cx="261720" cy="262080"/>
          </a:xfrm>
        </p:grpSpPr>
        <p:sp>
          <p:nvSpPr>
            <p:cNvPr id="7426" name=""/>
            <p:cNvSpPr/>
            <p:nvPr/>
          </p:nvSpPr>
          <p:spPr>
            <a:xfrm>
              <a:off x="8469360" y="879480"/>
              <a:ext cx="261720" cy="2620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427" name=""/>
            <p:cNvGrpSpPr/>
            <p:nvPr/>
          </p:nvGrpSpPr>
          <p:grpSpPr>
            <a:xfrm>
              <a:off x="8521200" y="969840"/>
              <a:ext cx="157320" cy="81000"/>
              <a:chOff x="8521200" y="969840"/>
              <a:chExt cx="157320" cy="81000"/>
            </a:xfrm>
          </p:grpSpPr>
          <p:sp>
            <p:nvSpPr>
              <p:cNvPr id="7428" name=""/>
              <p:cNvSpPr/>
              <p:nvPr/>
            </p:nvSpPr>
            <p:spPr>
              <a:xfrm>
                <a:off x="8521200" y="969840"/>
                <a:ext cx="157320" cy="23040"/>
              </a:xfrm>
              <a:prstGeom prst="rect">
                <a:avLst/>
              </a:prstGeom>
              <a:solidFill>
                <a:srgbClr val="000000"/>
              </a:solidFill>
              <a:ln w="9360">
                <a:solidFill>
                  <a:srgbClr val="000000"/>
                </a:solidFill>
                <a:miter/>
              </a:ln>
            </p:spPr>
            <p:style>
              <a:lnRef idx="0"/>
              <a:fillRef idx="0"/>
              <a:effectRef idx="0"/>
              <a:fontRef idx="minor"/>
            </p:style>
            <p:txBody>
              <a:bodyPr wrap="none" lIns="90000" rIns="90000" tIns="-23760" bIns="-23760" anchor="ctr">
                <a:noAutofit/>
              </a:bodyPr>
              <a:p>
                <a:endParaRPr b="0" lang="en-US" sz="2400" spc="-1" strike="noStrike">
                  <a:solidFill>
                    <a:srgbClr val="000000"/>
                  </a:solidFill>
                  <a:latin typeface="Times New Roman"/>
                </a:endParaRPr>
              </a:p>
            </p:txBody>
          </p:sp>
          <p:sp>
            <p:nvSpPr>
              <p:cNvPr id="7429" name=""/>
              <p:cNvSpPr/>
              <p:nvPr/>
            </p:nvSpPr>
            <p:spPr>
              <a:xfrm>
                <a:off x="8521200" y="1027800"/>
                <a:ext cx="157320" cy="23040"/>
              </a:xfrm>
              <a:prstGeom prst="rect">
                <a:avLst/>
              </a:prstGeom>
              <a:solidFill>
                <a:srgbClr val="000000"/>
              </a:solidFill>
              <a:ln w="9360">
                <a:solidFill>
                  <a:srgbClr val="000000"/>
                </a:solidFill>
                <a:miter/>
              </a:ln>
            </p:spPr>
            <p:style>
              <a:lnRef idx="0"/>
              <a:fillRef idx="0"/>
              <a:effectRef idx="0"/>
              <a:fontRef idx="minor"/>
            </p:style>
            <p:txBody>
              <a:bodyPr wrap="none" lIns="90000" rIns="90000" tIns="-23760" bIns="-23760" anchor="ctr">
                <a:noAutofit/>
              </a:bodyPr>
              <a:p>
                <a:endParaRPr b="0" lang="en-US" sz="2400" spc="-1" strike="noStrike">
                  <a:solidFill>
                    <a:srgbClr val="000000"/>
                  </a:solidFill>
                  <a:latin typeface="Times New Roman"/>
                </a:endParaRPr>
              </a:p>
            </p:txBody>
          </p:sp>
        </p:grpSp>
      </p:grpSp>
      <p:grpSp>
        <p:nvGrpSpPr>
          <p:cNvPr id="7430" name=""/>
          <p:cNvGrpSpPr/>
          <p:nvPr/>
        </p:nvGrpSpPr>
        <p:grpSpPr>
          <a:xfrm>
            <a:off x="8469360" y="1468440"/>
            <a:ext cx="261720" cy="262080"/>
            <a:chOff x="8469360" y="1468440"/>
            <a:chExt cx="261720" cy="262080"/>
          </a:xfrm>
        </p:grpSpPr>
        <p:sp>
          <p:nvSpPr>
            <p:cNvPr id="7431" name=""/>
            <p:cNvSpPr/>
            <p:nvPr/>
          </p:nvSpPr>
          <p:spPr>
            <a:xfrm>
              <a:off x="8469360" y="1468440"/>
              <a:ext cx="261720" cy="2620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32" name=""/>
            <p:cNvSpPr/>
            <p:nvPr/>
          </p:nvSpPr>
          <p:spPr>
            <a:xfrm>
              <a:off x="8521560" y="1588320"/>
              <a:ext cx="156960" cy="21600"/>
            </a:xfrm>
            <a:prstGeom prst="rect">
              <a:avLst/>
            </a:prstGeom>
            <a:solidFill>
              <a:srgbClr val="000000"/>
            </a:solidFill>
            <a:ln w="9360">
              <a:solidFill>
                <a:srgbClr val="000000"/>
              </a:solidFill>
              <a:miter/>
            </a:ln>
          </p:spPr>
          <p:style>
            <a:lnRef idx="0"/>
            <a:fillRef idx="0"/>
            <a:effectRef idx="0"/>
            <a:fontRef idx="minor"/>
          </p:style>
          <p:txBody>
            <a:bodyPr wrap="none" lIns="90000" rIns="90000" tIns="-25200" bIns="-25200" anchor="ctr">
              <a:noAutofit/>
            </a:bodyPr>
            <a:p>
              <a:endParaRPr b="0" lang="en-US" sz="2400" spc="-1" strike="noStrike">
                <a:solidFill>
                  <a:srgbClr val="000000"/>
                </a:solidFill>
                <a:latin typeface="Times New Roman"/>
              </a:endParaRPr>
            </a:p>
          </p:txBody>
        </p:sp>
        <p:sp>
          <p:nvSpPr>
            <p:cNvPr id="7433" name=""/>
            <p:cNvSpPr/>
            <p:nvPr/>
          </p:nvSpPr>
          <p:spPr>
            <a:xfrm rot="16200000">
              <a:off x="8521560" y="1587960"/>
              <a:ext cx="157320" cy="21960"/>
            </a:xfrm>
            <a:prstGeom prst="rect">
              <a:avLst/>
            </a:prstGeom>
            <a:solidFill>
              <a:srgbClr val="000000"/>
            </a:solidFill>
            <a:ln w="9360">
              <a:solidFill>
                <a:srgbClr val="000000"/>
              </a:solidFill>
              <a:miter/>
            </a:ln>
          </p:spPr>
          <p:style>
            <a:lnRef idx="0"/>
            <a:fillRef idx="0"/>
            <a:effectRef idx="0"/>
            <a:fontRef idx="minor"/>
          </p:style>
          <p:txBody>
            <a:bodyPr wrap="none" lIns="90000" rIns="90000" tIns="-24840" bIns="-24840" anchor="ctr">
              <a:noAutofit/>
            </a:bodyPr>
            <a:p>
              <a:endParaRPr b="0" lang="en-US" sz="2400" spc="-1" strike="noStrike">
                <a:solidFill>
                  <a:srgbClr val="000000"/>
                </a:solidFill>
                <a:latin typeface="Times New Roman"/>
              </a:endParaRPr>
            </a:p>
          </p:txBody>
        </p:sp>
      </p:grpSp>
      <p:grpSp>
        <p:nvGrpSpPr>
          <p:cNvPr id="7434" name=""/>
          <p:cNvGrpSpPr/>
          <p:nvPr/>
        </p:nvGrpSpPr>
        <p:grpSpPr>
          <a:xfrm>
            <a:off x="8469360" y="2055960"/>
            <a:ext cx="261720" cy="261720"/>
            <a:chOff x="8469360" y="2055960"/>
            <a:chExt cx="261720" cy="261720"/>
          </a:xfrm>
        </p:grpSpPr>
        <p:sp>
          <p:nvSpPr>
            <p:cNvPr id="7435" name=""/>
            <p:cNvSpPr/>
            <p:nvPr/>
          </p:nvSpPr>
          <p:spPr>
            <a:xfrm>
              <a:off x="8469360" y="2055960"/>
              <a:ext cx="261720" cy="2617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36" name=""/>
            <p:cNvSpPr/>
            <p:nvPr/>
          </p:nvSpPr>
          <p:spPr>
            <a:xfrm rot="2700000">
              <a:off x="8521560" y="2175120"/>
              <a:ext cx="156600" cy="21960"/>
            </a:xfrm>
            <a:prstGeom prst="rect">
              <a:avLst/>
            </a:prstGeom>
            <a:solidFill>
              <a:srgbClr val="000000"/>
            </a:solidFill>
            <a:ln w="9360">
              <a:solidFill>
                <a:srgbClr val="000000"/>
              </a:solidFill>
              <a:miter/>
            </a:ln>
          </p:spPr>
          <p:style>
            <a:lnRef idx="0"/>
            <a:fillRef idx="0"/>
            <a:effectRef idx="0"/>
            <a:fontRef idx="minor"/>
          </p:style>
          <p:txBody>
            <a:bodyPr wrap="none" lIns="90000" rIns="90000" tIns="-24840" bIns="-24840" anchor="ctr">
              <a:noAutofit/>
            </a:bodyPr>
            <a:p>
              <a:endParaRPr b="0" lang="en-US" sz="2400" spc="-1" strike="noStrike">
                <a:solidFill>
                  <a:srgbClr val="000000"/>
                </a:solidFill>
                <a:latin typeface="Times New Roman"/>
              </a:endParaRPr>
            </a:p>
          </p:txBody>
        </p:sp>
        <p:sp>
          <p:nvSpPr>
            <p:cNvPr id="7437" name=""/>
            <p:cNvSpPr/>
            <p:nvPr/>
          </p:nvSpPr>
          <p:spPr>
            <a:xfrm rot="18900000">
              <a:off x="8521560" y="2175840"/>
              <a:ext cx="156960" cy="21600"/>
            </a:xfrm>
            <a:prstGeom prst="rect">
              <a:avLst/>
            </a:prstGeom>
            <a:solidFill>
              <a:srgbClr val="000000"/>
            </a:solidFill>
            <a:ln w="9360">
              <a:solidFill>
                <a:srgbClr val="000000"/>
              </a:solidFill>
              <a:miter/>
            </a:ln>
          </p:spPr>
          <p:style>
            <a:lnRef idx="0"/>
            <a:fillRef idx="0"/>
            <a:effectRef idx="0"/>
            <a:fontRef idx="minor"/>
          </p:style>
          <p:txBody>
            <a:bodyPr wrap="none" lIns="90000" rIns="90000" tIns="-25200" bIns="-25200" anchor="ctr">
              <a:noAutofit/>
            </a:bodyPr>
            <a:p>
              <a:endParaRPr b="0" lang="en-US" sz="2400" spc="-1" strike="noStrike">
                <a:solidFill>
                  <a:srgbClr val="000000"/>
                </a:solidFill>
                <a:latin typeface="Times New Roman"/>
              </a:endParaRPr>
            </a:p>
          </p:txBody>
        </p:sp>
      </p:grpSp>
      <p:grpSp>
        <p:nvGrpSpPr>
          <p:cNvPr id="7438" name=""/>
          <p:cNvGrpSpPr/>
          <p:nvPr/>
        </p:nvGrpSpPr>
        <p:grpSpPr>
          <a:xfrm>
            <a:off x="8469360" y="290520"/>
            <a:ext cx="261720" cy="263520"/>
            <a:chOff x="8469360" y="290520"/>
            <a:chExt cx="261720" cy="263520"/>
          </a:xfrm>
        </p:grpSpPr>
        <p:sp>
          <p:nvSpPr>
            <p:cNvPr id="7439" name=""/>
            <p:cNvSpPr/>
            <p:nvPr/>
          </p:nvSpPr>
          <p:spPr>
            <a:xfrm>
              <a:off x="8469360" y="290520"/>
              <a:ext cx="261720" cy="2635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40" name=""/>
            <p:cNvSpPr/>
            <p:nvPr/>
          </p:nvSpPr>
          <p:spPr>
            <a:xfrm>
              <a:off x="8521200" y="410400"/>
              <a:ext cx="157320" cy="23400"/>
            </a:xfrm>
            <a:prstGeom prst="rect">
              <a:avLst/>
            </a:prstGeom>
            <a:solidFill>
              <a:srgbClr val="000000"/>
            </a:solidFill>
            <a:ln w="9360">
              <a:solidFill>
                <a:srgbClr val="000000"/>
              </a:solidFill>
              <a:miter/>
            </a:ln>
          </p:spPr>
          <p:style>
            <a:lnRef idx="0"/>
            <a:fillRef idx="0"/>
            <a:effectRef idx="0"/>
            <a:fontRef idx="minor"/>
          </p:style>
          <p:txBody>
            <a:bodyPr wrap="none" lIns="90000" rIns="90000" tIns="-23400" bIns="-23400" anchor="ctr">
              <a:noAutofit/>
            </a:bodyPr>
            <a:p>
              <a:endParaRPr b="0" lang="en-US" sz="2400" spc="-1" strike="noStrike">
                <a:solidFill>
                  <a:srgbClr val="000000"/>
                </a:solidFill>
                <a:latin typeface="Times New Roman"/>
              </a:endParaRPr>
            </a:p>
          </p:txBody>
        </p:sp>
      </p:grpSp>
      <p:grpSp>
        <p:nvGrpSpPr>
          <p:cNvPr id="7441" name=""/>
          <p:cNvGrpSpPr/>
          <p:nvPr/>
        </p:nvGrpSpPr>
        <p:grpSpPr>
          <a:xfrm>
            <a:off x="8469360" y="2643120"/>
            <a:ext cx="261720" cy="261720"/>
            <a:chOff x="8469360" y="2643120"/>
            <a:chExt cx="261720" cy="261720"/>
          </a:xfrm>
        </p:grpSpPr>
        <p:sp>
          <p:nvSpPr>
            <p:cNvPr id="7442" name=""/>
            <p:cNvSpPr/>
            <p:nvPr/>
          </p:nvSpPr>
          <p:spPr>
            <a:xfrm>
              <a:off x="8469360" y="2643120"/>
              <a:ext cx="261720" cy="261720"/>
            </a:xfrm>
            <a:prstGeom prst="ellipse">
              <a:avLst/>
            </a:prstGeom>
            <a:solidFill>
              <a:srgbClr val="ffffff"/>
            </a:solidFill>
            <a:ln w="9360">
              <a:solidFill>
                <a:srgbClr val="000000"/>
              </a:solidFill>
              <a:miter/>
            </a:ln>
          </p:spPr>
          <p:style>
            <a:lnRef idx="0"/>
            <a:fillRef idx="0"/>
            <a:effectRef idx="0"/>
            <a:fontRef idx="minor"/>
          </p:style>
          <p:txBody>
            <a:bodyPr lIns="0" rIns="0" tIns="0" bIns="0" anchor="ctr">
              <a:spAutoFit/>
            </a:bodyPr>
            <a:p>
              <a:endParaRPr b="0" lang="en-US" sz="2400" spc="-1" strike="noStrike">
                <a:solidFill>
                  <a:srgbClr val="000000"/>
                </a:solidFill>
                <a:latin typeface="Times New Roman"/>
              </a:endParaRPr>
            </a:p>
          </p:txBody>
        </p:sp>
        <p:grpSp>
          <p:nvGrpSpPr>
            <p:cNvPr id="7443" name=""/>
            <p:cNvGrpSpPr/>
            <p:nvPr/>
          </p:nvGrpSpPr>
          <p:grpSpPr>
            <a:xfrm>
              <a:off x="8510760" y="2674440"/>
              <a:ext cx="178560" cy="196200"/>
              <a:chOff x="8510760" y="2674440"/>
              <a:chExt cx="178560" cy="196200"/>
            </a:xfrm>
          </p:grpSpPr>
          <p:sp>
            <p:nvSpPr>
              <p:cNvPr id="7444" name=""/>
              <p:cNvSpPr/>
              <p:nvPr/>
            </p:nvSpPr>
            <p:spPr>
              <a:xfrm>
                <a:off x="8510760" y="2771640"/>
                <a:ext cx="178560" cy="0"/>
              </a:xfrm>
              <a:prstGeom prst="line">
                <a:avLst/>
              </a:prstGeom>
              <a:ln w="28440">
                <a:solidFill>
                  <a:srgbClr val="000000"/>
                </a:solidFill>
                <a:miter/>
              </a:ln>
            </p:spPr>
            <p:style>
              <a:lnRef idx="0"/>
              <a:fillRef idx="0"/>
              <a:effectRef idx="0"/>
              <a:fontRef idx="minor"/>
            </p:style>
            <p:txBody>
              <a:bodyPr lIns="0" rIns="0" tIns="0" bIns="0" anchor="ctr">
                <a:noAutofit/>
              </a:bodyPr>
              <a:p>
                <a:endParaRPr b="0" lang="en-US" sz="2400" spc="-1" strike="noStrike">
                  <a:solidFill>
                    <a:srgbClr val="000000"/>
                  </a:solidFill>
                  <a:latin typeface="Times New Roman"/>
                </a:endParaRPr>
              </a:p>
            </p:txBody>
          </p:sp>
          <p:sp>
            <p:nvSpPr>
              <p:cNvPr id="7445" name=""/>
              <p:cNvSpPr/>
              <p:nvPr/>
            </p:nvSpPr>
            <p:spPr>
              <a:xfrm>
                <a:off x="8573760" y="2674440"/>
                <a:ext cx="52200" cy="56880"/>
              </a:xfrm>
              <a:prstGeom prst="ellipse">
                <a:avLst/>
              </a:prstGeom>
              <a:solidFill>
                <a:srgbClr val="000000"/>
              </a:solidFill>
              <a:ln w="9360">
                <a:solidFill>
                  <a:srgbClr val="000000"/>
                </a:solidFill>
                <a:miter/>
              </a:ln>
            </p:spPr>
            <p:style>
              <a:lnRef idx="0"/>
              <a:fillRef idx="0"/>
              <a:effectRef idx="0"/>
              <a:fontRef idx="minor"/>
            </p:style>
            <p:txBody>
              <a:bodyPr wrap="none" lIns="90000" rIns="90000" tIns="-6480" bIns="-6480" anchor="ctr">
                <a:noAutofit/>
              </a:bodyPr>
              <a:p>
                <a:endParaRPr b="0" lang="en-US" sz="2400" spc="-1" strike="noStrike">
                  <a:solidFill>
                    <a:srgbClr val="000000"/>
                  </a:solidFill>
                  <a:latin typeface="Times New Roman"/>
                </a:endParaRPr>
              </a:p>
            </p:txBody>
          </p:sp>
          <p:sp>
            <p:nvSpPr>
              <p:cNvPr id="7446" name=""/>
              <p:cNvSpPr/>
              <p:nvPr/>
            </p:nvSpPr>
            <p:spPr>
              <a:xfrm>
                <a:off x="8573760" y="2813760"/>
                <a:ext cx="52200" cy="56880"/>
              </a:xfrm>
              <a:prstGeom prst="ellipse">
                <a:avLst/>
              </a:prstGeom>
              <a:solidFill>
                <a:srgbClr val="000000"/>
              </a:solidFill>
              <a:ln w="9360">
                <a:solidFill>
                  <a:srgbClr val="000000"/>
                </a:solidFill>
                <a:miter/>
              </a:ln>
            </p:spPr>
            <p:style>
              <a:lnRef idx="0"/>
              <a:fillRef idx="0"/>
              <a:effectRef idx="0"/>
              <a:fontRef idx="minor"/>
            </p:style>
            <p:txBody>
              <a:bodyPr wrap="none" lIns="90000" rIns="90000" tIns="-6480" bIns="-6480" anchor="ctr">
                <a:noAutofit/>
              </a:bodyPr>
              <a:p>
                <a:endParaRPr b="0" lang="en-US" sz="2400" spc="-1" strike="noStrike">
                  <a:solidFill>
                    <a:srgbClr val="000000"/>
                  </a:solidFill>
                  <a:latin typeface="Times New Roman"/>
                </a:endParaRPr>
              </a:p>
            </p:txBody>
          </p:sp>
        </p:grpSp>
      </p:grpSp>
      <p:grpSp>
        <p:nvGrpSpPr>
          <p:cNvPr id="7447" name=""/>
          <p:cNvGrpSpPr/>
          <p:nvPr/>
        </p:nvGrpSpPr>
        <p:grpSpPr>
          <a:xfrm>
            <a:off x="6234120" y="573120"/>
            <a:ext cx="425160" cy="409320"/>
            <a:chOff x="6234120" y="573120"/>
            <a:chExt cx="425160" cy="409320"/>
          </a:xfrm>
        </p:grpSpPr>
        <p:sp>
          <p:nvSpPr>
            <p:cNvPr id="7448" name=""/>
            <p:cNvSpPr/>
            <p:nvPr/>
          </p:nvSpPr>
          <p:spPr>
            <a:xfrm>
              <a:off x="6234120" y="573120"/>
              <a:ext cx="425160" cy="409320"/>
            </a:xfrm>
            <a:prstGeom prst="ellipse">
              <a:avLst/>
            </a:prstGeom>
            <a:solidFill>
              <a:srgbClr val="000000"/>
            </a:solidFill>
            <a:ln w="12600">
              <a:solidFill>
                <a:srgbClr val="ffffff"/>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449" name=""/>
            <p:cNvGrpSpPr/>
            <p:nvPr/>
          </p:nvGrpSpPr>
          <p:grpSpPr>
            <a:xfrm>
              <a:off x="6355800" y="699840"/>
              <a:ext cx="180360" cy="30960"/>
              <a:chOff x="6355800" y="699840"/>
              <a:chExt cx="180360" cy="30960"/>
            </a:xfrm>
          </p:grpSpPr>
          <p:sp>
            <p:nvSpPr>
              <p:cNvPr id="7450" name=""/>
              <p:cNvSpPr/>
              <p:nvPr/>
            </p:nvSpPr>
            <p:spPr>
              <a:xfrm>
                <a:off x="6355800" y="699840"/>
                <a:ext cx="32760" cy="3096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24480" bIns="-24480" anchor="ctr">
                <a:noAutofit/>
              </a:bodyPr>
              <a:p>
                <a:endParaRPr b="0" lang="en-US" sz="2400" spc="-1" strike="noStrike">
                  <a:solidFill>
                    <a:srgbClr val="000000"/>
                  </a:solidFill>
                  <a:latin typeface="Times New Roman"/>
                </a:endParaRPr>
              </a:p>
            </p:txBody>
          </p:sp>
          <p:sp>
            <p:nvSpPr>
              <p:cNvPr id="7451" name=""/>
              <p:cNvSpPr/>
              <p:nvPr/>
            </p:nvSpPr>
            <p:spPr>
              <a:xfrm>
                <a:off x="6504120" y="699840"/>
                <a:ext cx="32040" cy="3096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24480" bIns="-24480" anchor="ctr">
                <a:noAutofit/>
              </a:bodyPr>
              <a:p>
                <a:endParaRPr b="0" lang="en-US" sz="2400" spc="-1" strike="noStrike">
                  <a:solidFill>
                    <a:srgbClr val="000000"/>
                  </a:solidFill>
                  <a:latin typeface="Times New Roman"/>
                </a:endParaRPr>
              </a:p>
            </p:txBody>
          </p:sp>
        </p:grpSp>
        <p:sp>
          <p:nvSpPr>
            <p:cNvPr id="7452" name=""/>
            <p:cNvSpPr/>
            <p:nvPr/>
          </p:nvSpPr>
          <p:spPr>
            <a:xfrm>
              <a:off x="6347160" y="810000"/>
              <a:ext cx="195840" cy="70200"/>
            </a:xfrm>
            <a:custGeom>
              <a:avLst/>
              <a:gdLst/>
              <a:ahLst/>
              <a:rect l="l" t="t" r="r" b="b"/>
              <a:pathLst>
                <a:path w="66" h="25">
                  <a:moveTo>
                    <a:pt x="0" y="2"/>
                  </a:moveTo>
                  <a:cubicBezTo>
                    <a:pt x="6" y="6"/>
                    <a:pt x="23" y="25"/>
                    <a:pt x="34" y="25"/>
                  </a:cubicBezTo>
                  <a:cubicBezTo>
                    <a:pt x="45" y="25"/>
                    <a:pt x="59" y="5"/>
                    <a:pt x="66" y="0"/>
                  </a:cubicBezTo>
                </a:path>
              </a:pathLst>
            </a:custGeom>
            <a:noFill/>
            <a:ln w="12600">
              <a:solidFill>
                <a:srgbClr val="ffffff"/>
              </a:solidFill>
              <a:round/>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grpSp>
      <p:grpSp>
        <p:nvGrpSpPr>
          <p:cNvPr id="7453" name=""/>
          <p:cNvGrpSpPr/>
          <p:nvPr/>
        </p:nvGrpSpPr>
        <p:grpSpPr>
          <a:xfrm>
            <a:off x="6234120" y="1208160"/>
            <a:ext cx="425160" cy="410760"/>
            <a:chOff x="6234120" y="1208160"/>
            <a:chExt cx="425160" cy="410760"/>
          </a:xfrm>
        </p:grpSpPr>
        <p:sp>
          <p:nvSpPr>
            <p:cNvPr id="7454" name=""/>
            <p:cNvSpPr/>
            <p:nvPr/>
          </p:nvSpPr>
          <p:spPr>
            <a:xfrm>
              <a:off x="6234120" y="1208160"/>
              <a:ext cx="425160" cy="410760"/>
            </a:xfrm>
            <a:prstGeom prst="ellipse">
              <a:avLst/>
            </a:prstGeom>
            <a:solidFill>
              <a:srgbClr val="000000"/>
            </a:solidFill>
            <a:ln w="12600">
              <a:solidFill>
                <a:srgbClr val="ffffff"/>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455" name=""/>
            <p:cNvGrpSpPr/>
            <p:nvPr/>
          </p:nvGrpSpPr>
          <p:grpSpPr>
            <a:xfrm>
              <a:off x="6355800" y="1335240"/>
              <a:ext cx="180360" cy="30960"/>
              <a:chOff x="6355800" y="1335240"/>
              <a:chExt cx="180360" cy="30960"/>
            </a:xfrm>
          </p:grpSpPr>
          <p:sp>
            <p:nvSpPr>
              <p:cNvPr id="7456" name=""/>
              <p:cNvSpPr/>
              <p:nvPr/>
            </p:nvSpPr>
            <p:spPr>
              <a:xfrm>
                <a:off x="6355800" y="1335240"/>
                <a:ext cx="32760" cy="3096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24480" bIns="-24480" anchor="ctr">
                <a:noAutofit/>
              </a:bodyPr>
              <a:p>
                <a:endParaRPr b="0" lang="en-US" sz="2400" spc="-1" strike="noStrike">
                  <a:solidFill>
                    <a:srgbClr val="000000"/>
                  </a:solidFill>
                  <a:latin typeface="Times New Roman"/>
                </a:endParaRPr>
              </a:p>
            </p:txBody>
          </p:sp>
          <p:sp>
            <p:nvSpPr>
              <p:cNvPr id="7457" name=""/>
              <p:cNvSpPr/>
              <p:nvPr/>
            </p:nvSpPr>
            <p:spPr>
              <a:xfrm>
                <a:off x="6504120" y="1335240"/>
                <a:ext cx="32040" cy="30960"/>
              </a:xfrm>
              <a:prstGeom prst="ellipse">
                <a:avLst/>
              </a:prstGeom>
              <a:solidFill>
                <a:srgbClr val="ffffff"/>
              </a:solidFill>
              <a:ln w="12600">
                <a:solidFill>
                  <a:srgbClr val="ffffff"/>
                </a:solidFill>
                <a:miter/>
              </a:ln>
            </p:spPr>
            <p:style>
              <a:lnRef idx="0"/>
              <a:fillRef idx="0"/>
              <a:effectRef idx="0"/>
              <a:fontRef idx="minor"/>
            </p:style>
            <p:txBody>
              <a:bodyPr wrap="none" lIns="90000" rIns="90000" tIns="-24480" bIns="-24480" anchor="ctr">
                <a:noAutofit/>
              </a:bodyPr>
              <a:p>
                <a:endParaRPr b="0" lang="en-US" sz="2400" spc="-1" strike="noStrike">
                  <a:solidFill>
                    <a:srgbClr val="000000"/>
                  </a:solidFill>
                  <a:latin typeface="Times New Roman"/>
                </a:endParaRPr>
              </a:p>
            </p:txBody>
          </p:sp>
        </p:grpSp>
        <p:sp>
          <p:nvSpPr>
            <p:cNvPr id="7458" name=""/>
            <p:cNvSpPr/>
            <p:nvPr/>
          </p:nvSpPr>
          <p:spPr>
            <a:xfrm flipV="1">
              <a:off x="6349680" y="1445040"/>
              <a:ext cx="195840" cy="79560"/>
            </a:xfrm>
            <a:custGeom>
              <a:avLst/>
              <a:gdLst/>
              <a:ahLst/>
              <a:rect l="l" t="t" r="r" b="b"/>
              <a:pathLst>
                <a:path w="83" h="23">
                  <a:moveTo>
                    <a:pt x="0" y="2"/>
                  </a:moveTo>
                  <a:cubicBezTo>
                    <a:pt x="14" y="12"/>
                    <a:pt x="28" y="23"/>
                    <a:pt x="42" y="23"/>
                  </a:cubicBezTo>
                  <a:cubicBezTo>
                    <a:pt x="56" y="23"/>
                    <a:pt x="75" y="5"/>
                    <a:pt x="83" y="0"/>
                  </a:cubicBezTo>
                </a:path>
              </a:pathLst>
            </a:custGeom>
            <a:noFill/>
            <a:ln w="12600">
              <a:solidFill>
                <a:srgbClr val="ffffff"/>
              </a:solidFill>
              <a:round/>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grpSp>
      <p:grpSp>
        <p:nvGrpSpPr>
          <p:cNvPr id="7459" name=""/>
          <p:cNvGrpSpPr/>
          <p:nvPr/>
        </p:nvGrpSpPr>
        <p:grpSpPr>
          <a:xfrm>
            <a:off x="112680" y="4168800"/>
            <a:ext cx="284040" cy="429840"/>
            <a:chOff x="112680" y="4168800"/>
            <a:chExt cx="284040" cy="429840"/>
          </a:xfrm>
        </p:grpSpPr>
        <p:sp>
          <p:nvSpPr>
            <p:cNvPr id="7460" name=""/>
            <p:cNvSpPr/>
            <p:nvPr/>
          </p:nvSpPr>
          <p:spPr>
            <a:xfrm>
              <a:off x="156240" y="4168800"/>
              <a:ext cx="191520" cy="176760"/>
            </a:xfrm>
            <a:prstGeom prst="ellipse">
              <a:avLst/>
            </a:prstGeom>
            <a:solidFill>
              <a:srgbClr val="000000"/>
            </a:solidFill>
            <a:ln w="1260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61" name=""/>
            <p:cNvSpPr/>
            <p:nvPr/>
          </p:nvSpPr>
          <p:spPr>
            <a:xfrm>
              <a:off x="112680" y="4419360"/>
              <a:ext cx="284040" cy="17928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462" name=""/>
            <p:cNvGrpSpPr/>
            <p:nvPr/>
          </p:nvGrpSpPr>
          <p:grpSpPr>
            <a:xfrm>
              <a:off x="113400" y="4345560"/>
              <a:ext cx="282240" cy="147240"/>
              <a:chOff x="113400" y="4345560"/>
              <a:chExt cx="282240" cy="147240"/>
            </a:xfrm>
          </p:grpSpPr>
          <p:sp>
            <p:nvSpPr>
              <p:cNvPr id="7463" name=""/>
              <p:cNvSpPr/>
              <p:nvPr/>
            </p:nvSpPr>
            <p:spPr>
              <a:xfrm>
                <a:off x="168840" y="4345560"/>
                <a:ext cx="22680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64" name=""/>
              <p:cNvSpPr/>
              <p:nvPr/>
            </p:nvSpPr>
            <p:spPr>
              <a:xfrm flipH="1">
                <a:off x="113400" y="4345560"/>
                <a:ext cx="226080" cy="1472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465" name=""/>
            <p:cNvSpPr/>
            <p:nvPr/>
          </p:nvSpPr>
          <p:spPr>
            <a:xfrm>
              <a:off x="227160" y="4345560"/>
              <a:ext cx="55800" cy="61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000000"/>
            </a:solidFill>
            <a:ln w="12600">
              <a:solidFill>
                <a:srgbClr val="000000"/>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466" name=""/>
            <p:cNvSpPr/>
            <p:nvPr/>
          </p:nvSpPr>
          <p:spPr>
            <a:xfrm flipV="1">
              <a:off x="200160" y="4383720"/>
              <a:ext cx="104040" cy="150840"/>
            </a:xfrm>
            <a:prstGeom prst="triangle">
              <a:avLst>
                <a:gd name="adj" fmla="val 50000"/>
              </a:avLst>
            </a:prstGeom>
            <a:solidFill>
              <a:srgbClr val="ffffff"/>
            </a:solidFill>
            <a:ln w="9360">
              <a:solidFill>
                <a:srgbClr val="00000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467" name=""/>
          <p:cNvGrpSpPr/>
          <p:nvPr/>
        </p:nvGrpSpPr>
        <p:grpSpPr>
          <a:xfrm>
            <a:off x="582480" y="4168800"/>
            <a:ext cx="285480" cy="429840"/>
            <a:chOff x="582480" y="4168800"/>
            <a:chExt cx="285480" cy="429840"/>
          </a:xfrm>
        </p:grpSpPr>
        <p:sp>
          <p:nvSpPr>
            <p:cNvPr id="7468" name=""/>
            <p:cNvSpPr/>
            <p:nvPr/>
          </p:nvSpPr>
          <p:spPr>
            <a:xfrm>
              <a:off x="626400" y="4168800"/>
              <a:ext cx="192240" cy="176400"/>
            </a:xfrm>
            <a:prstGeom prst="ellipse">
              <a:avLst/>
            </a:prstGeom>
            <a:solidFill>
              <a:srgbClr val="909090"/>
            </a:solidFill>
            <a:ln w="1260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69" name=""/>
            <p:cNvSpPr/>
            <p:nvPr/>
          </p:nvSpPr>
          <p:spPr>
            <a:xfrm>
              <a:off x="582480" y="4420080"/>
              <a:ext cx="285480" cy="17856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70" name=""/>
            <p:cNvSpPr/>
            <p:nvPr/>
          </p:nvSpPr>
          <p:spPr>
            <a:xfrm>
              <a:off x="641160" y="4345200"/>
              <a:ext cx="226080" cy="14832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71" name=""/>
            <p:cNvSpPr/>
            <p:nvPr/>
          </p:nvSpPr>
          <p:spPr>
            <a:xfrm flipH="1">
              <a:off x="585000" y="4345200"/>
              <a:ext cx="226080" cy="14832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909090"/>
            </a:solidFill>
            <a:ln w="9360">
              <a:solidFill>
                <a:srgbClr val="90909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72" name=""/>
            <p:cNvSpPr/>
            <p:nvPr/>
          </p:nvSpPr>
          <p:spPr>
            <a:xfrm>
              <a:off x="698400" y="4345200"/>
              <a:ext cx="52920" cy="6300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909090"/>
            </a:solidFill>
            <a:ln w="12600">
              <a:solidFill>
                <a:srgbClr val="909090"/>
              </a:solidFill>
              <a:round/>
            </a:ln>
          </p:spPr>
          <p:style>
            <a:lnRef idx="0"/>
            <a:fillRef idx="0"/>
            <a:effectRef idx="0"/>
            <a:fontRef idx="minor"/>
          </p:style>
          <p:txBody>
            <a:bodyPr wrap="none" lIns="90000" rIns="90000" tIns="16200" bIns="16200" anchor="ctr">
              <a:noAutofit/>
            </a:bodyPr>
            <a:p>
              <a:endParaRPr b="0" lang="en-US" sz="2400" spc="-1" strike="noStrike">
                <a:solidFill>
                  <a:srgbClr val="000000"/>
                </a:solidFill>
                <a:latin typeface="Times New Roman"/>
              </a:endParaRPr>
            </a:p>
          </p:txBody>
        </p:sp>
        <p:sp>
          <p:nvSpPr>
            <p:cNvPr id="7473" name=""/>
            <p:cNvSpPr/>
            <p:nvPr/>
          </p:nvSpPr>
          <p:spPr>
            <a:xfrm flipV="1">
              <a:off x="670680" y="4384800"/>
              <a:ext cx="104040" cy="151200"/>
            </a:xfrm>
            <a:prstGeom prst="triangle">
              <a:avLst>
                <a:gd name="adj" fmla="val 50000"/>
              </a:avLst>
            </a:prstGeom>
            <a:solidFill>
              <a:srgbClr val="ffffff"/>
            </a:solidFill>
            <a:ln w="9360">
              <a:solidFill>
                <a:srgbClr val="909090"/>
              </a:solidFill>
              <a:miter/>
            </a:ln>
          </p:spPr>
          <p:style>
            <a:lnRef idx="0"/>
            <a:fillRef idx="0"/>
            <a:effectRef idx="0"/>
            <a:fontRef idx="minor"/>
          </p:style>
          <p:txBody>
            <a:bodyPr wrap="none" lIns="90000" rIns="90000" tIns="3600" bIns="3600" anchor="ctr">
              <a:noAutofit/>
            </a:bodyPr>
            <a:p>
              <a:endParaRPr b="0" lang="en-US" sz="2400" spc="-1" strike="noStrike">
                <a:solidFill>
                  <a:srgbClr val="000000"/>
                </a:solidFill>
                <a:latin typeface="Times New Roman"/>
              </a:endParaRPr>
            </a:p>
          </p:txBody>
        </p:sp>
      </p:grpSp>
      <p:grpSp>
        <p:nvGrpSpPr>
          <p:cNvPr id="7474" name=""/>
          <p:cNvGrpSpPr/>
          <p:nvPr/>
        </p:nvGrpSpPr>
        <p:grpSpPr>
          <a:xfrm>
            <a:off x="1055520" y="4168800"/>
            <a:ext cx="282240" cy="429840"/>
            <a:chOff x="1055520" y="4168800"/>
            <a:chExt cx="282240" cy="429840"/>
          </a:xfrm>
        </p:grpSpPr>
        <p:sp>
          <p:nvSpPr>
            <p:cNvPr id="7475" name=""/>
            <p:cNvSpPr/>
            <p:nvPr/>
          </p:nvSpPr>
          <p:spPr>
            <a:xfrm>
              <a:off x="1098720" y="4168800"/>
              <a:ext cx="191160" cy="1764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76" name=""/>
            <p:cNvSpPr/>
            <p:nvPr/>
          </p:nvSpPr>
          <p:spPr>
            <a:xfrm>
              <a:off x="1055520" y="4420440"/>
              <a:ext cx="282240" cy="17820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000000"/>
              </a:solidFill>
              <a:round/>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7477" name=""/>
            <p:cNvGrpSpPr/>
            <p:nvPr/>
          </p:nvGrpSpPr>
          <p:grpSpPr>
            <a:xfrm>
              <a:off x="1056960" y="4345200"/>
              <a:ext cx="280080" cy="149400"/>
              <a:chOff x="1056960" y="4345200"/>
              <a:chExt cx="280080" cy="149400"/>
            </a:xfrm>
          </p:grpSpPr>
          <p:sp>
            <p:nvSpPr>
              <p:cNvPr id="7478" name=""/>
              <p:cNvSpPr/>
              <p:nvPr/>
            </p:nvSpPr>
            <p:spPr>
              <a:xfrm>
                <a:off x="1112400" y="4345200"/>
                <a:ext cx="224640" cy="1494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7479" name=""/>
              <p:cNvSpPr/>
              <p:nvPr/>
            </p:nvSpPr>
            <p:spPr>
              <a:xfrm flipH="1">
                <a:off x="1056960" y="4345200"/>
                <a:ext cx="224640" cy="1494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7480" name=""/>
            <p:cNvSpPr/>
            <p:nvPr/>
          </p:nvSpPr>
          <p:spPr>
            <a:xfrm>
              <a:off x="1168920" y="4333680"/>
              <a:ext cx="54720" cy="61920"/>
            </a:xfrm>
            <a:custGeom>
              <a:avLst/>
              <a:gdLst/>
              <a:ahLst/>
              <a:rect l="l" t="t" r="r" b="b"/>
              <a:pathLst>
                <a:path w="249" h="201">
                  <a:moveTo>
                    <a:pt x="0" y="200"/>
                  </a:moveTo>
                  <a:lnTo>
                    <a:pt x="0" y="200"/>
                  </a:lnTo>
                  <a:lnTo>
                    <a:pt x="0" y="0"/>
                  </a:lnTo>
                  <a:lnTo>
                    <a:pt x="248" y="0"/>
                  </a:lnTo>
                  <a:lnTo>
                    <a:pt x="248" y="200"/>
                  </a:lnTo>
                  <a:lnTo>
                    <a:pt x="248" y="200"/>
                  </a:lnTo>
                  <a:lnTo>
                    <a:pt x="0" y="200"/>
                  </a:lnTo>
                  <a:close/>
                </a:path>
              </a:pathLst>
            </a:custGeom>
            <a:solidFill>
              <a:srgbClr val="ffffff"/>
            </a:solidFill>
            <a:ln w="9360">
              <a:solidFill>
                <a:srgbClr val="ffffff"/>
              </a:solidFill>
              <a:round/>
            </a:ln>
          </p:spPr>
          <p:style>
            <a:lnRef idx="0"/>
            <a:fillRef idx="0"/>
            <a:effectRef idx="0"/>
            <a:fontRef idx="minor"/>
          </p:style>
          <p:txBody>
            <a:bodyPr wrap="none" lIns="90000" rIns="90000" tIns="15120" bIns="15120" anchor="ctr">
              <a:noAutofit/>
            </a:bodyPr>
            <a:p>
              <a:endParaRPr b="0" lang="en-US" sz="2400" spc="-1" strike="noStrike">
                <a:solidFill>
                  <a:srgbClr val="000000"/>
                </a:solidFill>
                <a:latin typeface="Times New Roman"/>
              </a:endParaRPr>
            </a:p>
          </p:txBody>
        </p:sp>
        <p:sp>
          <p:nvSpPr>
            <p:cNvPr id="7481" name=""/>
            <p:cNvSpPr/>
            <p:nvPr/>
          </p:nvSpPr>
          <p:spPr>
            <a:xfrm>
              <a:off x="1066680" y="4420440"/>
              <a:ext cx="88920" cy="87840"/>
            </a:xfrm>
            <a:prstGeom prst="rect">
              <a:avLst/>
            </a:prstGeom>
            <a:solidFill>
              <a:srgbClr val="ffffff"/>
            </a:solidFill>
            <a:ln w="9360">
              <a:solidFill>
                <a:srgbClr val="ffffff"/>
              </a:solidFill>
              <a:miter/>
            </a:ln>
          </p:spPr>
          <p:style>
            <a:lnRef idx="0"/>
            <a:fillRef idx="0"/>
            <a:effectRef idx="0"/>
            <a:fontRef idx="minor"/>
          </p:style>
          <p:txBody>
            <a:bodyPr wrap="none" lIns="90000" rIns="90000" tIns="41040" bIns="41040" anchor="ctr">
              <a:noAutofit/>
            </a:bodyPr>
            <a:p>
              <a:endParaRPr b="0" lang="en-US" sz="2400" spc="-1" strike="noStrike">
                <a:solidFill>
                  <a:srgbClr val="000000"/>
                </a:solidFill>
                <a:latin typeface="Times New Roman"/>
              </a:endParaRPr>
            </a:p>
          </p:txBody>
        </p:sp>
        <p:sp>
          <p:nvSpPr>
            <p:cNvPr id="7482" name=""/>
            <p:cNvSpPr/>
            <p:nvPr/>
          </p:nvSpPr>
          <p:spPr>
            <a:xfrm>
              <a:off x="1229400" y="4412520"/>
              <a:ext cx="89280" cy="88560"/>
            </a:xfrm>
            <a:prstGeom prst="rect">
              <a:avLst/>
            </a:prstGeom>
            <a:solidFill>
              <a:srgbClr val="ffffff"/>
            </a:solidFill>
            <a:ln w="9360">
              <a:solidFill>
                <a:srgbClr val="ffffff"/>
              </a:solidFill>
              <a:miter/>
            </a:ln>
          </p:spPr>
          <p:style>
            <a:lnRef idx="0"/>
            <a:fillRef idx="0"/>
            <a:effectRef idx="0"/>
            <a:fontRef idx="minor"/>
          </p:style>
          <p:txBody>
            <a:bodyPr wrap="none" lIns="90000" rIns="90000" tIns="41760" bIns="41760" anchor="ctr">
              <a:noAutofit/>
            </a:bodyPr>
            <a:p>
              <a:endParaRPr b="0" lang="en-US" sz="2400" spc="-1" strike="noStrike">
                <a:solidFill>
                  <a:srgbClr val="000000"/>
                </a:solidFill>
                <a:latin typeface="Times New Roman"/>
              </a:endParaRPr>
            </a:p>
          </p:txBody>
        </p:sp>
        <p:sp>
          <p:nvSpPr>
            <p:cNvPr id="7483" name=""/>
            <p:cNvSpPr/>
            <p:nvPr/>
          </p:nvSpPr>
          <p:spPr>
            <a:xfrm flipV="1">
              <a:off x="1142640" y="4382280"/>
              <a:ext cx="104040" cy="150120"/>
            </a:xfrm>
            <a:prstGeom prst="triangle">
              <a:avLst>
                <a:gd name="adj" fmla="val 50000"/>
              </a:avLst>
            </a:prstGeom>
            <a:solidFill>
              <a:srgbClr val="000000"/>
            </a:solidFill>
            <a:ln w="9360">
              <a:solidFill>
                <a:srgbClr val="000000"/>
              </a:solidFill>
              <a:miter/>
            </a:ln>
          </p:spPr>
          <p:style>
            <a:lnRef idx="0"/>
            <a:fillRef idx="0"/>
            <a:effectRef idx="0"/>
            <a:fontRef idx="minor"/>
          </p:style>
          <p:txBody>
            <a:bodyPr wrap="none" lIns="90000" rIns="90000" tIns="3240" bIns="3240" anchor="ctr">
              <a:noAutofit/>
            </a:bodyPr>
            <a:p>
              <a:endParaRPr b="0" lang="en-US" sz="2400" spc="-1" strike="noStrike">
                <a:solidFill>
                  <a:srgbClr val="000000"/>
                </a:solidFill>
                <a:latin typeface="Times New Roman"/>
              </a:endParaRPr>
            </a:p>
          </p:txBody>
        </p:sp>
      </p:grpSp>
      <p:sp>
        <p:nvSpPr>
          <p:cNvPr id="7484" name=""/>
          <p:cNvSpPr/>
          <p:nvPr/>
        </p:nvSpPr>
        <p:spPr>
          <a:xfrm>
            <a:off x="4705200" y="3303720"/>
            <a:ext cx="436680" cy="382320"/>
          </a:xfrm>
          <a:custGeom>
            <a:avLst/>
            <a:gdLst/>
            <a:ahLst/>
            <a:rect l="l" t="t" r="r" b="b"/>
            <a:pathLst>
              <a:path w="648" h="618">
                <a:moveTo>
                  <a:pt x="0" y="374"/>
                </a:moveTo>
                <a:lnTo>
                  <a:pt x="88" y="320"/>
                </a:lnTo>
                <a:lnTo>
                  <a:pt x="122" y="340"/>
                </a:lnTo>
                <a:lnTo>
                  <a:pt x="184" y="452"/>
                </a:lnTo>
                <a:lnTo>
                  <a:pt x="278" y="316"/>
                </a:lnTo>
                <a:lnTo>
                  <a:pt x="434" y="148"/>
                </a:lnTo>
                <a:lnTo>
                  <a:pt x="534" y="60"/>
                </a:lnTo>
                <a:lnTo>
                  <a:pt x="632" y="0"/>
                </a:lnTo>
                <a:lnTo>
                  <a:pt x="648" y="26"/>
                </a:lnTo>
                <a:lnTo>
                  <a:pt x="566" y="98"/>
                </a:lnTo>
                <a:lnTo>
                  <a:pt x="448" y="230"/>
                </a:lnTo>
                <a:lnTo>
                  <a:pt x="346" y="360"/>
                </a:lnTo>
                <a:lnTo>
                  <a:pt x="234" y="554"/>
                </a:lnTo>
                <a:lnTo>
                  <a:pt x="144" y="618"/>
                </a:lnTo>
                <a:lnTo>
                  <a:pt x="82" y="466"/>
                </a:lnTo>
                <a:lnTo>
                  <a:pt x="42" y="404"/>
                </a:lnTo>
                <a:lnTo>
                  <a:pt x="0" y="374"/>
                </a:lnTo>
                <a:close/>
              </a:path>
            </a:pathLst>
          </a:custGeom>
          <a:solidFill>
            <a:srgbClr val="000000"/>
          </a:solidFill>
          <a:ln w="9360">
            <a:solidFill>
              <a:srgbClr val="00000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7485" name=""/>
          <p:cNvSpPr/>
          <p:nvPr/>
        </p:nvSpPr>
        <p:spPr>
          <a:xfrm>
            <a:off x="3913200" y="3298680"/>
            <a:ext cx="382680" cy="387360"/>
          </a:xfrm>
          <a:custGeom>
            <a:avLst/>
            <a:gdLst/>
            <a:ahLst/>
            <a:rect l="l" t="t" r="r" b="b"/>
            <a:pathLst>
              <a:path w="336" h="340">
                <a:moveTo>
                  <a:pt x="51" y="74"/>
                </a:moveTo>
                <a:lnTo>
                  <a:pt x="75" y="37"/>
                </a:lnTo>
                <a:lnTo>
                  <a:pt x="111" y="0"/>
                </a:lnTo>
                <a:lnTo>
                  <a:pt x="113" y="33"/>
                </a:lnTo>
                <a:lnTo>
                  <a:pt x="127" y="66"/>
                </a:lnTo>
                <a:lnTo>
                  <a:pt x="159" y="126"/>
                </a:lnTo>
                <a:lnTo>
                  <a:pt x="185" y="97"/>
                </a:lnTo>
                <a:lnTo>
                  <a:pt x="212" y="67"/>
                </a:lnTo>
                <a:lnTo>
                  <a:pt x="250" y="40"/>
                </a:lnTo>
                <a:lnTo>
                  <a:pt x="281" y="37"/>
                </a:lnTo>
                <a:lnTo>
                  <a:pt x="311" y="56"/>
                </a:lnTo>
                <a:lnTo>
                  <a:pt x="325" y="94"/>
                </a:lnTo>
                <a:lnTo>
                  <a:pt x="305" y="99"/>
                </a:lnTo>
                <a:lnTo>
                  <a:pt x="288" y="104"/>
                </a:lnTo>
                <a:lnTo>
                  <a:pt x="212" y="185"/>
                </a:lnTo>
                <a:lnTo>
                  <a:pt x="257" y="224"/>
                </a:lnTo>
                <a:lnTo>
                  <a:pt x="296" y="245"/>
                </a:lnTo>
                <a:lnTo>
                  <a:pt x="336" y="250"/>
                </a:lnTo>
                <a:lnTo>
                  <a:pt x="325" y="275"/>
                </a:lnTo>
                <a:lnTo>
                  <a:pt x="296" y="310"/>
                </a:lnTo>
                <a:lnTo>
                  <a:pt x="267" y="319"/>
                </a:lnTo>
                <a:lnTo>
                  <a:pt x="224" y="297"/>
                </a:lnTo>
                <a:lnTo>
                  <a:pt x="167" y="247"/>
                </a:lnTo>
                <a:lnTo>
                  <a:pt x="135" y="293"/>
                </a:lnTo>
                <a:lnTo>
                  <a:pt x="101" y="330"/>
                </a:lnTo>
                <a:lnTo>
                  <a:pt x="74" y="340"/>
                </a:lnTo>
                <a:lnTo>
                  <a:pt x="33" y="318"/>
                </a:lnTo>
                <a:lnTo>
                  <a:pt x="0" y="274"/>
                </a:lnTo>
                <a:lnTo>
                  <a:pt x="35" y="270"/>
                </a:lnTo>
                <a:lnTo>
                  <a:pt x="67" y="247"/>
                </a:lnTo>
                <a:lnTo>
                  <a:pt x="112" y="188"/>
                </a:lnTo>
                <a:lnTo>
                  <a:pt x="69" y="127"/>
                </a:lnTo>
                <a:lnTo>
                  <a:pt x="57" y="99"/>
                </a:lnTo>
                <a:lnTo>
                  <a:pt x="51" y="74"/>
                </a:lnTo>
                <a:close/>
              </a:path>
            </a:pathLst>
          </a:custGeom>
          <a:solidFill>
            <a:srgbClr val="000000"/>
          </a:solidFill>
          <a:ln w="9360">
            <a:solidFill>
              <a:srgbClr val="00000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7486" name=""/>
          <p:cNvGrpSpPr/>
          <p:nvPr/>
        </p:nvGrpSpPr>
        <p:grpSpPr>
          <a:xfrm>
            <a:off x="3157560" y="3209760"/>
            <a:ext cx="353880" cy="492120"/>
            <a:chOff x="3157560" y="3209760"/>
            <a:chExt cx="353880" cy="492120"/>
          </a:xfrm>
        </p:grpSpPr>
        <p:sp>
          <p:nvSpPr>
            <p:cNvPr id="7487" name=""/>
            <p:cNvSpPr/>
            <p:nvPr/>
          </p:nvSpPr>
          <p:spPr>
            <a:xfrm>
              <a:off x="3157560" y="3209760"/>
              <a:ext cx="353880" cy="378000"/>
            </a:xfrm>
            <a:custGeom>
              <a:avLst/>
              <a:gdLst/>
              <a:ahLst/>
              <a:rect l="l" t="t" r="r" b="b"/>
              <a:pathLst>
                <a:path w="2185" h="2715">
                  <a:moveTo>
                    <a:pt x="0" y="1340"/>
                  </a:moveTo>
                  <a:lnTo>
                    <a:pt x="643" y="1340"/>
                  </a:lnTo>
                  <a:lnTo>
                    <a:pt x="643" y="1044"/>
                  </a:lnTo>
                  <a:lnTo>
                    <a:pt x="644" y="1007"/>
                  </a:lnTo>
                  <a:lnTo>
                    <a:pt x="648" y="970"/>
                  </a:lnTo>
                  <a:lnTo>
                    <a:pt x="655" y="937"/>
                  </a:lnTo>
                  <a:lnTo>
                    <a:pt x="666" y="903"/>
                  </a:lnTo>
                  <a:lnTo>
                    <a:pt x="677" y="874"/>
                  </a:lnTo>
                  <a:lnTo>
                    <a:pt x="692" y="845"/>
                  </a:lnTo>
                  <a:lnTo>
                    <a:pt x="708" y="818"/>
                  </a:lnTo>
                  <a:lnTo>
                    <a:pt x="728" y="793"/>
                  </a:lnTo>
                  <a:lnTo>
                    <a:pt x="748" y="769"/>
                  </a:lnTo>
                  <a:lnTo>
                    <a:pt x="771" y="748"/>
                  </a:lnTo>
                  <a:lnTo>
                    <a:pt x="794" y="728"/>
                  </a:lnTo>
                  <a:lnTo>
                    <a:pt x="819" y="711"/>
                  </a:lnTo>
                  <a:lnTo>
                    <a:pt x="847" y="695"/>
                  </a:lnTo>
                  <a:lnTo>
                    <a:pt x="874" y="681"/>
                  </a:lnTo>
                  <a:lnTo>
                    <a:pt x="903" y="670"/>
                  </a:lnTo>
                  <a:lnTo>
                    <a:pt x="933" y="660"/>
                  </a:lnTo>
                  <a:lnTo>
                    <a:pt x="963" y="652"/>
                  </a:lnTo>
                  <a:lnTo>
                    <a:pt x="994" y="648"/>
                  </a:lnTo>
                  <a:lnTo>
                    <a:pt x="1025" y="644"/>
                  </a:lnTo>
                  <a:lnTo>
                    <a:pt x="1057" y="643"/>
                  </a:lnTo>
                  <a:lnTo>
                    <a:pt x="1090" y="644"/>
                  </a:lnTo>
                  <a:lnTo>
                    <a:pt x="1122" y="648"/>
                  </a:lnTo>
                  <a:lnTo>
                    <a:pt x="1154" y="653"/>
                  </a:lnTo>
                  <a:lnTo>
                    <a:pt x="1186" y="662"/>
                  </a:lnTo>
                  <a:lnTo>
                    <a:pt x="1218" y="672"/>
                  </a:lnTo>
                  <a:lnTo>
                    <a:pt x="1249" y="683"/>
                  </a:lnTo>
                  <a:lnTo>
                    <a:pt x="1279" y="700"/>
                  </a:lnTo>
                  <a:lnTo>
                    <a:pt x="1309" y="717"/>
                  </a:lnTo>
                  <a:lnTo>
                    <a:pt x="1337" y="736"/>
                  </a:lnTo>
                  <a:lnTo>
                    <a:pt x="1365" y="758"/>
                  </a:lnTo>
                  <a:lnTo>
                    <a:pt x="1392" y="784"/>
                  </a:lnTo>
                  <a:lnTo>
                    <a:pt x="1417" y="811"/>
                  </a:lnTo>
                  <a:lnTo>
                    <a:pt x="1435" y="833"/>
                  </a:lnTo>
                  <a:lnTo>
                    <a:pt x="1451" y="855"/>
                  </a:lnTo>
                  <a:lnTo>
                    <a:pt x="1466" y="878"/>
                  </a:lnTo>
                  <a:lnTo>
                    <a:pt x="1480" y="900"/>
                  </a:lnTo>
                  <a:lnTo>
                    <a:pt x="1491" y="922"/>
                  </a:lnTo>
                  <a:lnTo>
                    <a:pt x="1501" y="944"/>
                  </a:lnTo>
                  <a:lnTo>
                    <a:pt x="1507" y="966"/>
                  </a:lnTo>
                  <a:lnTo>
                    <a:pt x="1514" y="989"/>
                  </a:lnTo>
                  <a:lnTo>
                    <a:pt x="1516" y="1012"/>
                  </a:lnTo>
                  <a:lnTo>
                    <a:pt x="1518" y="1035"/>
                  </a:lnTo>
                  <a:lnTo>
                    <a:pt x="1517" y="1058"/>
                  </a:lnTo>
                  <a:lnTo>
                    <a:pt x="1514" y="1082"/>
                  </a:lnTo>
                  <a:lnTo>
                    <a:pt x="1509" y="1105"/>
                  </a:lnTo>
                  <a:lnTo>
                    <a:pt x="1502" y="1130"/>
                  </a:lnTo>
                  <a:lnTo>
                    <a:pt x="1493" y="1155"/>
                  </a:lnTo>
                  <a:lnTo>
                    <a:pt x="1481" y="1180"/>
                  </a:lnTo>
                  <a:lnTo>
                    <a:pt x="1469" y="1205"/>
                  </a:lnTo>
                  <a:lnTo>
                    <a:pt x="1454" y="1232"/>
                  </a:lnTo>
                  <a:lnTo>
                    <a:pt x="1435" y="1260"/>
                  </a:lnTo>
                  <a:lnTo>
                    <a:pt x="1415" y="1287"/>
                  </a:lnTo>
                  <a:lnTo>
                    <a:pt x="1394" y="1315"/>
                  </a:lnTo>
                  <a:lnTo>
                    <a:pt x="1369" y="1344"/>
                  </a:lnTo>
                  <a:lnTo>
                    <a:pt x="1342" y="1374"/>
                  </a:lnTo>
                  <a:lnTo>
                    <a:pt x="1312" y="1404"/>
                  </a:lnTo>
                  <a:lnTo>
                    <a:pt x="1281" y="1435"/>
                  </a:lnTo>
                  <a:lnTo>
                    <a:pt x="1248" y="1467"/>
                  </a:lnTo>
                  <a:lnTo>
                    <a:pt x="1212" y="1500"/>
                  </a:lnTo>
                  <a:lnTo>
                    <a:pt x="1173" y="1534"/>
                  </a:lnTo>
                  <a:lnTo>
                    <a:pt x="1131" y="1568"/>
                  </a:lnTo>
                  <a:lnTo>
                    <a:pt x="1087" y="1604"/>
                  </a:lnTo>
                  <a:lnTo>
                    <a:pt x="1042" y="1641"/>
                  </a:lnTo>
                  <a:lnTo>
                    <a:pt x="994" y="1679"/>
                  </a:lnTo>
                  <a:lnTo>
                    <a:pt x="966" y="1711"/>
                  </a:lnTo>
                  <a:lnTo>
                    <a:pt x="942" y="1741"/>
                  </a:lnTo>
                  <a:lnTo>
                    <a:pt x="918" y="1772"/>
                  </a:lnTo>
                  <a:lnTo>
                    <a:pt x="894" y="1803"/>
                  </a:lnTo>
                  <a:lnTo>
                    <a:pt x="873" y="1834"/>
                  </a:lnTo>
                  <a:lnTo>
                    <a:pt x="851" y="1864"/>
                  </a:lnTo>
                  <a:lnTo>
                    <a:pt x="832" y="1896"/>
                  </a:lnTo>
                  <a:lnTo>
                    <a:pt x="813" y="1924"/>
                  </a:lnTo>
                  <a:lnTo>
                    <a:pt x="795" y="1955"/>
                  </a:lnTo>
                  <a:lnTo>
                    <a:pt x="779" y="1985"/>
                  </a:lnTo>
                  <a:lnTo>
                    <a:pt x="761" y="2017"/>
                  </a:lnTo>
                  <a:lnTo>
                    <a:pt x="748" y="2048"/>
                  </a:lnTo>
                  <a:lnTo>
                    <a:pt x="734" y="2078"/>
                  </a:lnTo>
                  <a:lnTo>
                    <a:pt x="721" y="2109"/>
                  </a:lnTo>
                  <a:lnTo>
                    <a:pt x="708" y="2140"/>
                  </a:lnTo>
                  <a:lnTo>
                    <a:pt x="698" y="2171"/>
                  </a:lnTo>
                  <a:lnTo>
                    <a:pt x="686" y="2202"/>
                  </a:lnTo>
                  <a:lnTo>
                    <a:pt x="677" y="2233"/>
                  </a:lnTo>
                  <a:lnTo>
                    <a:pt x="669" y="2265"/>
                  </a:lnTo>
                  <a:lnTo>
                    <a:pt x="661" y="2298"/>
                  </a:lnTo>
                  <a:lnTo>
                    <a:pt x="654" y="2330"/>
                  </a:lnTo>
                  <a:lnTo>
                    <a:pt x="647" y="2362"/>
                  </a:lnTo>
                  <a:lnTo>
                    <a:pt x="642" y="2397"/>
                  </a:lnTo>
                  <a:lnTo>
                    <a:pt x="637" y="2429"/>
                  </a:lnTo>
                  <a:lnTo>
                    <a:pt x="633" y="2464"/>
                  </a:lnTo>
                  <a:lnTo>
                    <a:pt x="629" y="2498"/>
                  </a:lnTo>
                  <a:lnTo>
                    <a:pt x="627" y="2533"/>
                  </a:lnTo>
                  <a:lnTo>
                    <a:pt x="623" y="2567"/>
                  </a:lnTo>
                  <a:lnTo>
                    <a:pt x="622" y="2604"/>
                  </a:lnTo>
                  <a:lnTo>
                    <a:pt x="621" y="2640"/>
                  </a:lnTo>
                  <a:lnTo>
                    <a:pt x="620" y="2677"/>
                  </a:lnTo>
                  <a:lnTo>
                    <a:pt x="620" y="2715"/>
                  </a:lnTo>
                  <a:lnTo>
                    <a:pt x="1280" y="2715"/>
                  </a:lnTo>
                  <a:lnTo>
                    <a:pt x="1280" y="2692"/>
                  </a:lnTo>
                  <a:lnTo>
                    <a:pt x="1279" y="2670"/>
                  </a:lnTo>
                  <a:lnTo>
                    <a:pt x="1279" y="2648"/>
                  </a:lnTo>
                  <a:lnTo>
                    <a:pt x="1279" y="2626"/>
                  </a:lnTo>
                  <a:lnTo>
                    <a:pt x="1280" y="2604"/>
                  </a:lnTo>
                  <a:lnTo>
                    <a:pt x="1281" y="2582"/>
                  </a:lnTo>
                  <a:lnTo>
                    <a:pt x="1282" y="2562"/>
                  </a:lnTo>
                  <a:lnTo>
                    <a:pt x="1284" y="2541"/>
                  </a:lnTo>
                  <a:lnTo>
                    <a:pt x="1287" y="2520"/>
                  </a:lnTo>
                  <a:lnTo>
                    <a:pt x="1291" y="2499"/>
                  </a:lnTo>
                  <a:lnTo>
                    <a:pt x="1295" y="2480"/>
                  </a:lnTo>
                  <a:lnTo>
                    <a:pt x="1299" y="2460"/>
                  </a:lnTo>
                  <a:lnTo>
                    <a:pt x="1304" y="2441"/>
                  </a:lnTo>
                  <a:lnTo>
                    <a:pt x="1310" y="2421"/>
                  </a:lnTo>
                  <a:lnTo>
                    <a:pt x="1316" y="2401"/>
                  </a:lnTo>
                  <a:lnTo>
                    <a:pt x="1322" y="2383"/>
                  </a:lnTo>
                  <a:lnTo>
                    <a:pt x="1329" y="2365"/>
                  </a:lnTo>
                  <a:lnTo>
                    <a:pt x="1339" y="2345"/>
                  </a:lnTo>
                  <a:lnTo>
                    <a:pt x="1347" y="2328"/>
                  </a:lnTo>
                  <a:lnTo>
                    <a:pt x="1357" y="2309"/>
                  </a:lnTo>
                  <a:lnTo>
                    <a:pt x="1367" y="2292"/>
                  </a:lnTo>
                  <a:lnTo>
                    <a:pt x="1379" y="2275"/>
                  </a:lnTo>
                  <a:lnTo>
                    <a:pt x="1390" y="2257"/>
                  </a:lnTo>
                  <a:lnTo>
                    <a:pt x="1403" y="2240"/>
                  </a:lnTo>
                  <a:lnTo>
                    <a:pt x="1417" y="2224"/>
                  </a:lnTo>
                  <a:lnTo>
                    <a:pt x="1431" y="2208"/>
                  </a:lnTo>
                  <a:lnTo>
                    <a:pt x="1446" y="2193"/>
                  </a:lnTo>
                  <a:lnTo>
                    <a:pt x="1462" y="2177"/>
                  </a:lnTo>
                  <a:lnTo>
                    <a:pt x="1479" y="2161"/>
                  </a:lnTo>
                  <a:lnTo>
                    <a:pt x="1496" y="2146"/>
                  </a:lnTo>
                  <a:lnTo>
                    <a:pt x="1516" y="2131"/>
                  </a:lnTo>
                  <a:lnTo>
                    <a:pt x="1536" y="2117"/>
                  </a:lnTo>
                  <a:lnTo>
                    <a:pt x="1563" y="2097"/>
                  </a:lnTo>
                  <a:lnTo>
                    <a:pt x="1591" y="2078"/>
                  </a:lnTo>
                  <a:lnTo>
                    <a:pt x="1619" y="2057"/>
                  </a:lnTo>
                  <a:lnTo>
                    <a:pt x="1647" y="2035"/>
                  </a:lnTo>
                  <a:lnTo>
                    <a:pt x="1676" y="2012"/>
                  </a:lnTo>
                  <a:lnTo>
                    <a:pt x="1704" y="1989"/>
                  </a:lnTo>
                  <a:lnTo>
                    <a:pt x="1731" y="1964"/>
                  </a:lnTo>
                  <a:lnTo>
                    <a:pt x="1760" y="1939"/>
                  </a:lnTo>
                  <a:lnTo>
                    <a:pt x="1788" y="1914"/>
                  </a:lnTo>
                  <a:lnTo>
                    <a:pt x="1816" y="1887"/>
                  </a:lnTo>
                  <a:lnTo>
                    <a:pt x="1843" y="1861"/>
                  </a:lnTo>
                  <a:lnTo>
                    <a:pt x="1870" y="1832"/>
                  </a:lnTo>
                  <a:lnTo>
                    <a:pt x="1896" y="1802"/>
                  </a:lnTo>
                  <a:lnTo>
                    <a:pt x="1922" y="1772"/>
                  </a:lnTo>
                  <a:lnTo>
                    <a:pt x="1946" y="1742"/>
                  </a:lnTo>
                  <a:lnTo>
                    <a:pt x="1970" y="1711"/>
                  </a:lnTo>
                  <a:lnTo>
                    <a:pt x="1993" y="1679"/>
                  </a:lnTo>
                  <a:lnTo>
                    <a:pt x="2016" y="1647"/>
                  </a:lnTo>
                  <a:lnTo>
                    <a:pt x="2037" y="1612"/>
                  </a:lnTo>
                  <a:lnTo>
                    <a:pt x="2057" y="1578"/>
                  </a:lnTo>
                  <a:lnTo>
                    <a:pt x="2076" y="1544"/>
                  </a:lnTo>
                  <a:lnTo>
                    <a:pt x="2093" y="1507"/>
                  </a:lnTo>
                  <a:lnTo>
                    <a:pt x="2110" y="1472"/>
                  </a:lnTo>
                  <a:lnTo>
                    <a:pt x="2125" y="1435"/>
                  </a:lnTo>
                  <a:lnTo>
                    <a:pt x="2138" y="1398"/>
                  </a:lnTo>
                  <a:lnTo>
                    <a:pt x="2151" y="1360"/>
                  </a:lnTo>
                  <a:lnTo>
                    <a:pt x="2161" y="1321"/>
                  </a:lnTo>
                  <a:lnTo>
                    <a:pt x="2170" y="1281"/>
                  </a:lnTo>
                  <a:lnTo>
                    <a:pt x="2177" y="1242"/>
                  </a:lnTo>
                  <a:lnTo>
                    <a:pt x="2182" y="1201"/>
                  </a:lnTo>
                  <a:lnTo>
                    <a:pt x="2185" y="1160"/>
                  </a:lnTo>
                  <a:lnTo>
                    <a:pt x="2185" y="1118"/>
                  </a:lnTo>
                  <a:lnTo>
                    <a:pt x="2184" y="1053"/>
                  </a:lnTo>
                  <a:lnTo>
                    <a:pt x="2181" y="990"/>
                  </a:lnTo>
                  <a:lnTo>
                    <a:pt x="2174" y="929"/>
                  </a:lnTo>
                  <a:lnTo>
                    <a:pt x="2163" y="869"/>
                  </a:lnTo>
                  <a:lnTo>
                    <a:pt x="2151" y="811"/>
                  </a:lnTo>
                  <a:lnTo>
                    <a:pt x="2136" y="756"/>
                  </a:lnTo>
                  <a:lnTo>
                    <a:pt x="2119" y="703"/>
                  </a:lnTo>
                  <a:lnTo>
                    <a:pt x="2100" y="651"/>
                  </a:lnTo>
                  <a:lnTo>
                    <a:pt x="2078" y="600"/>
                  </a:lnTo>
                  <a:lnTo>
                    <a:pt x="2054" y="553"/>
                  </a:lnTo>
                  <a:lnTo>
                    <a:pt x="2028" y="507"/>
                  </a:lnTo>
                  <a:lnTo>
                    <a:pt x="2000" y="463"/>
                  </a:lnTo>
                  <a:lnTo>
                    <a:pt x="1970" y="422"/>
                  </a:lnTo>
                  <a:lnTo>
                    <a:pt x="1939" y="382"/>
                  </a:lnTo>
                  <a:lnTo>
                    <a:pt x="1905" y="344"/>
                  </a:lnTo>
                  <a:lnTo>
                    <a:pt x="1871" y="308"/>
                  </a:lnTo>
                  <a:lnTo>
                    <a:pt x="1835" y="273"/>
                  </a:lnTo>
                  <a:lnTo>
                    <a:pt x="1798" y="242"/>
                  </a:lnTo>
                  <a:lnTo>
                    <a:pt x="1760" y="212"/>
                  </a:lnTo>
                  <a:lnTo>
                    <a:pt x="1721" y="183"/>
                  </a:lnTo>
                  <a:lnTo>
                    <a:pt x="1681" y="158"/>
                  </a:lnTo>
                  <a:lnTo>
                    <a:pt x="1639" y="134"/>
                  </a:lnTo>
                  <a:lnTo>
                    <a:pt x="1597" y="112"/>
                  </a:lnTo>
                  <a:lnTo>
                    <a:pt x="1554" y="91"/>
                  </a:lnTo>
                  <a:lnTo>
                    <a:pt x="1511" y="74"/>
                  </a:lnTo>
                  <a:lnTo>
                    <a:pt x="1468" y="58"/>
                  </a:lnTo>
                  <a:lnTo>
                    <a:pt x="1424" y="44"/>
                  </a:lnTo>
                  <a:lnTo>
                    <a:pt x="1379" y="31"/>
                  </a:lnTo>
                  <a:lnTo>
                    <a:pt x="1335" y="22"/>
                  </a:lnTo>
                  <a:lnTo>
                    <a:pt x="1290" y="14"/>
                  </a:lnTo>
                  <a:lnTo>
                    <a:pt x="1246" y="8"/>
                  </a:lnTo>
                  <a:lnTo>
                    <a:pt x="1201" y="5"/>
                  </a:lnTo>
                  <a:lnTo>
                    <a:pt x="1138" y="1"/>
                  </a:lnTo>
                  <a:lnTo>
                    <a:pt x="1075" y="0"/>
                  </a:lnTo>
                  <a:lnTo>
                    <a:pt x="1013" y="1"/>
                  </a:lnTo>
                  <a:lnTo>
                    <a:pt x="954" y="5"/>
                  </a:lnTo>
                  <a:lnTo>
                    <a:pt x="894" y="11"/>
                  </a:lnTo>
                  <a:lnTo>
                    <a:pt x="836" y="19"/>
                  </a:lnTo>
                  <a:lnTo>
                    <a:pt x="780" y="29"/>
                  </a:lnTo>
                  <a:lnTo>
                    <a:pt x="724" y="42"/>
                  </a:lnTo>
                  <a:lnTo>
                    <a:pt x="671" y="55"/>
                  </a:lnTo>
                  <a:lnTo>
                    <a:pt x="619" y="72"/>
                  </a:lnTo>
                  <a:lnTo>
                    <a:pt x="569" y="91"/>
                  </a:lnTo>
                  <a:lnTo>
                    <a:pt x="519" y="112"/>
                  </a:lnTo>
                  <a:lnTo>
                    <a:pt x="473" y="136"/>
                  </a:lnTo>
                  <a:lnTo>
                    <a:pt x="428" y="160"/>
                  </a:lnTo>
                  <a:lnTo>
                    <a:pt x="385" y="187"/>
                  </a:lnTo>
                  <a:lnTo>
                    <a:pt x="343" y="217"/>
                  </a:lnTo>
                  <a:lnTo>
                    <a:pt x="304" y="248"/>
                  </a:lnTo>
                  <a:lnTo>
                    <a:pt x="267" y="281"/>
                  </a:lnTo>
                  <a:lnTo>
                    <a:pt x="231" y="316"/>
                  </a:lnTo>
                  <a:lnTo>
                    <a:pt x="199" y="354"/>
                  </a:lnTo>
                  <a:lnTo>
                    <a:pt x="168" y="393"/>
                  </a:lnTo>
                  <a:lnTo>
                    <a:pt x="140" y="433"/>
                  </a:lnTo>
                  <a:lnTo>
                    <a:pt x="114" y="476"/>
                  </a:lnTo>
                  <a:lnTo>
                    <a:pt x="91" y="521"/>
                  </a:lnTo>
                  <a:lnTo>
                    <a:pt x="70" y="567"/>
                  </a:lnTo>
                  <a:lnTo>
                    <a:pt x="52" y="615"/>
                  </a:lnTo>
                  <a:lnTo>
                    <a:pt x="37" y="665"/>
                  </a:lnTo>
                  <a:lnTo>
                    <a:pt x="23" y="717"/>
                  </a:lnTo>
                  <a:lnTo>
                    <a:pt x="13" y="770"/>
                  </a:lnTo>
                  <a:lnTo>
                    <a:pt x="6" y="825"/>
                  </a:lnTo>
                  <a:lnTo>
                    <a:pt x="1" y="883"/>
                  </a:lnTo>
                  <a:lnTo>
                    <a:pt x="0" y="940"/>
                  </a:lnTo>
                  <a:lnTo>
                    <a:pt x="0" y="1340"/>
                  </a:lnTo>
                  <a:close/>
                </a:path>
              </a:pathLst>
            </a:custGeom>
            <a:solidFill>
              <a:srgbClr val="000000"/>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488" name=""/>
            <p:cNvSpPr/>
            <p:nvPr/>
          </p:nvSpPr>
          <p:spPr>
            <a:xfrm>
              <a:off x="3255840" y="3608640"/>
              <a:ext cx="112320" cy="93240"/>
            </a:xfrm>
            <a:prstGeom prst="rect">
              <a:avLst/>
            </a:prstGeom>
            <a:solidFill>
              <a:srgbClr val="000000"/>
            </a:solidFill>
            <a:ln w="9360">
              <a:solidFill>
                <a:srgbClr val="000000"/>
              </a:solidFill>
              <a:miter/>
            </a:ln>
          </p:spPr>
          <p:style>
            <a:lnRef idx="0"/>
            <a:fillRef idx="0"/>
            <a:effectRef idx="0"/>
            <a:fontRef idx="minor"/>
          </p:style>
          <p:txBody>
            <a:bodyPr lIns="90000" rIns="90000" tIns="46440" bIns="46440" anchor="t">
              <a:noAutofit/>
            </a:bodyPr>
            <a:p>
              <a:endParaRPr b="0" lang="en-US" sz="2400" spc="-1" strike="noStrike">
                <a:solidFill>
                  <a:srgbClr val="000000"/>
                </a:solidFill>
                <a:latin typeface="Times New Roman"/>
              </a:endParaRPr>
            </a:p>
          </p:txBody>
        </p:sp>
      </p:grpSp>
      <p:grpSp>
        <p:nvGrpSpPr>
          <p:cNvPr id="7489" name=""/>
          <p:cNvGrpSpPr/>
          <p:nvPr/>
        </p:nvGrpSpPr>
        <p:grpSpPr>
          <a:xfrm>
            <a:off x="5565600" y="3311640"/>
            <a:ext cx="449280" cy="384120"/>
            <a:chOff x="5565600" y="3311640"/>
            <a:chExt cx="449280" cy="384120"/>
          </a:xfrm>
        </p:grpSpPr>
        <p:sp>
          <p:nvSpPr>
            <p:cNvPr id="7490" name=""/>
            <p:cNvSpPr/>
            <p:nvPr/>
          </p:nvSpPr>
          <p:spPr>
            <a:xfrm>
              <a:off x="5570640" y="3311640"/>
              <a:ext cx="438120" cy="384120"/>
            </a:xfrm>
            <a:custGeom>
              <a:avLst/>
              <a:gdLst/>
              <a:ahLst/>
              <a:rect l="l" t="t" r="r" b="b"/>
              <a:pathLst>
                <a:path w="648" h="618">
                  <a:moveTo>
                    <a:pt x="0" y="374"/>
                  </a:moveTo>
                  <a:lnTo>
                    <a:pt x="88" y="320"/>
                  </a:lnTo>
                  <a:lnTo>
                    <a:pt x="122" y="340"/>
                  </a:lnTo>
                  <a:lnTo>
                    <a:pt x="184" y="452"/>
                  </a:lnTo>
                  <a:lnTo>
                    <a:pt x="278" y="316"/>
                  </a:lnTo>
                  <a:lnTo>
                    <a:pt x="434" y="148"/>
                  </a:lnTo>
                  <a:lnTo>
                    <a:pt x="534" y="60"/>
                  </a:lnTo>
                  <a:lnTo>
                    <a:pt x="632" y="0"/>
                  </a:lnTo>
                  <a:lnTo>
                    <a:pt x="648" y="26"/>
                  </a:lnTo>
                  <a:lnTo>
                    <a:pt x="566" y="98"/>
                  </a:lnTo>
                  <a:lnTo>
                    <a:pt x="448" y="230"/>
                  </a:lnTo>
                  <a:lnTo>
                    <a:pt x="346" y="360"/>
                  </a:lnTo>
                  <a:lnTo>
                    <a:pt x="234" y="554"/>
                  </a:lnTo>
                  <a:lnTo>
                    <a:pt x="144" y="618"/>
                  </a:lnTo>
                  <a:lnTo>
                    <a:pt x="82" y="466"/>
                  </a:lnTo>
                  <a:lnTo>
                    <a:pt x="42" y="404"/>
                  </a:lnTo>
                  <a:lnTo>
                    <a:pt x="0" y="374"/>
                  </a:lnTo>
                  <a:close/>
                </a:path>
              </a:pathLst>
            </a:custGeom>
            <a:solidFill>
              <a:srgbClr val="000000"/>
            </a:solidFill>
            <a:ln w="9360">
              <a:solidFill>
                <a:srgbClr val="000000"/>
              </a:solidFill>
              <a:roun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7491" name=""/>
            <p:cNvSpPr/>
            <p:nvPr/>
          </p:nvSpPr>
          <p:spPr>
            <a:xfrm>
              <a:off x="5565600" y="335160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492" name=""/>
            <p:cNvSpPr/>
            <p:nvPr/>
          </p:nvSpPr>
          <p:spPr>
            <a:xfrm>
              <a:off x="5565600" y="340056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493" name=""/>
            <p:cNvSpPr/>
            <p:nvPr/>
          </p:nvSpPr>
          <p:spPr>
            <a:xfrm>
              <a:off x="5565600" y="344952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494" name=""/>
            <p:cNvSpPr/>
            <p:nvPr/>
          </p:nvSpPr>
          <p:spPr>
            <a:xfrm>
              <a:off x="5565600" y="349884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495" name=""/>
            <p:cNvSpPr/>
            <p:nvPr/>
          </p:nvSpPr>
          <p:spPr>
            <a:xfrm>
              <a:off x="5565600" y="354780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496" name=""/>
            <p:cNvSpPr/>
            <p:nvPr/>
          </p:nvSpPr>
          <p:spPr>
            <a:xfrm>
              <a:off x="5565600" y="359676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497" name=""/>
            <p:cNvSpPr/>
            <p:nvPr/>
          </p:nvSpPr>
          <p:spPr>
            <a:xfrm>
              <a:off x="5565600" y="364608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nvGrpSpPr>
          <p:cNvPr id="7498" name=""/>
          <p:cNvGrpSpPr/>
          <p:nvPr/>
        </p:nvGrpSpPr>
        <p:grpSpPr>
          <a:xfrm>
            <a:off x="2762280" y="3233880"/>
            <a:ext cx="125280" cy="495000"/>
            <a:chOff x="2762280" y="3233880"/>
            <a:chExt cx="125280" cy="495000"/>
          </a:xfrm>
        </p:grpSpPr>
        <p:sp>
          <p:nvSpPr>
            <p:cNvPr id="7499" name=""/>
            <p:cNvSpPr/>
            <p:nvPr/>
          </p:nvSpPr>
          <p:spPr>
            <a:xfrm>
              <a:off x="2782440" y="3632760"/>
              <a:ext cx="85320" cy="96120"/>
            </a:xfrm>
            <a:prstGeom prst="rect">
              <a:avLst/>
            </a:prstGeom>
            <a:solidFill>
              <a:srgbClr val="00000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00" name=""/>
            <p:cNvSpPr/>
            <p:nvPr/>
          </p:nvSpPr>
          <p:spPr>
            <a:xfrm>
              <a:off x="2762280" y="3233880"/>
              <a:ext cx="125280" cy="374040"/>
            </a:xfrm>
            <a:custGeom>
              <a:avLst/>
              <a:gdLst/>
              <a:ahLst/>
              <a:rect l="l" t="t" r="r" b="b"/>
              <a:pathLst>
                <a:path w="465" h="1196">
                  <a:moveTo>
                    <a:pt x="387" y="1196"/>
                  </a:moveTo>
                  <a:lnTo>
                    <a:pt x="83" y="1196"/>
                  </a:lnTo>
                  <a:lnTo>
                    <a:pt x="0" y="0"/>
                  </a:lnTo>
                  <a:lnTo>
                    <a:pt x="465" y="0"/>
                  </a:lnTo>
                  <a:lnTo>
                    <a:pt x="387" y="1196"/>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7501" name=""/>
          <p:cNvSpPr/>
          <p:nvPr/>
        </p:nvSpPr>
        <p:spPr>
          <a:xfrm>
            <a:off x="4705200" y="3949560"/>
            <a:ext cx="436680" cy="382680"/>
          </a:xfrm>
          <a:custGeom>
            <a:avLst/>
            <a:gdLst/>
            <a:ahLst/>
            <a:rect l="l" t="t" r="r" b="b"/>
            <a:pathLst>
              <a:path w="648" h="618">
                <a:moveTo>
                  <a:pt x="0" y="374"/>
                </a:moveTo>
                <a:lnTo>
                  <a:pt x="88" y="320"/>
                </a:lnTo>
                <a:lnTo>
                  <a:pt x="122" y="340"/>
                </a:lnTo>
                <a:lnTo>
                  <a:pt x="184" y="452"/>
                </a:lnTo>
                <a:lnTo>
                  <a:pt x="278" y="316"/>
                </a:lnTo>
                <a:lnTo>
                  <a:pt x="434" y="148"/>
                </a:lnTo>
                <a:lnTo>
                  <a:pt x="534" y="60"/>
                </a:lnTo>
                <a:lnTo>
                  <a:pt x="632" y="0"/>
                </a:lnTo>
                <a:lnTo>
                  <a:pt x="648" y="26"/>
                </a:lnTo>
                <a:lnTo>
                  <a:pt x="566" y="98"/>
                </a:lnTo>
                <a:lnTo>
                  <a:pt x="448" y="230"/>
                </a:lnTo>
                <a:lnTo>
                  <a:pt x="346" y="360"/>
                </a:lnTo>
                <a:lnTo>
                  <a:pt x="234" y="554"/>
                </a:lnTo>
                <a:lnTo>
                  <a:pt x="144" y="618"/>
                </a:lnTo>
                <a:lnTo>
                  <a:pt x="82" y="466"/>
                </a:lnTo>
                <a:lnTo>
                  <a:pt x="42" y="404"/>
                </a:lnTo>
                <a:lnTo>
                  <a:pt x="0" y="374"/>
                </a:lnTo>
                <a:close/>
              </a:path>
            </a:pathLst>
          </a:custGeom>
          <a:solidFill>
            <a:srgbClr val="000000">
              <a:alpha val="50000"/>
            </a:srgbClr>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7502" name=""/>
          <p:cNvSpPr/>
          <p:nvPr/>
        </p:nvSpPr>
        <p:spPr>
          <a:xfrm>
            <a:off x="3913200" y="3946680"/>
            <a:ext cx="382680" cy="387360"/>
          </a:xfrm>
          <a:custGeom>
            <a:avLst/>
            <a:gdLst/>
            <a:ahLst/>
            <a:rect l="l" t="t" r="r" b="b"/>
            <a:pathLst>
              <a:path w="336" h="340">
                <a:moveTo>
                  <a:pt x="51" y="74"/>
                </a:moveTo>
                <a:lnTo>
                  <a:pt x="75" y="37"/>
                </a:lnTo>
                <a:lnTo>
                  <a:pt x="111" y="0"/>
                </a:lnTo>
                <a:lnTo>
                  <a:pt x="113" y="33"/>
                </a:lnTo>
                <a:lnTo>
                  <a:pt x="127" y="66"/>
                </a:lnTo>
                <a:lnTo>
                  <a:pt x="159" y="126"/>
                </a:lnTo>
                <a:lnTo>
                  <a:pt x="185" y="97"/>
                </a:lnTo>
                <a:lnTo>
                  <a:pt x="212" y="67"/>
                </a:lnTo>
                <a:lnTo>
                  <a:pt x="250" y="40"/>
                </a:lnTo>
                <a:lnTo>
                  <a:pt x="281" y="37"/>
                </a:lnTo>
                <a:lnTo>
                  <a:pt x="311" y="56"/>
                </a:lnTo>
                <a:lnTo>
                  <a:pt x="325" y="94"/>
                </a:lnTo>
                <a:lnTo>
                  <a:pt x="305" y="99"/>
                </a:lnTo>
                <a:lnTo>
                  <a:pt x="288" y="104"/>
                </a:lnTo>
                <a:lnTo>
                  <a:pt x="212" y="185"/>
                </a:lnTo>
                <a:lnTo>
                  <a:pt x="257" y="224"/>
                </a:lnTo>
                <a:lnTo>
                  <a:pt x="296" y="245"/>
                </a:lnTo>
                <a:lnTo>
                  <a:pt x="336" y="250"/>
                </a:lnTo>
                <a:lnTo>
                  <a:pt x="325" y="275"/>
                </a:lnTo>
                <a:lnTo>
                  <a:pt x="296" y="310"/>
                </a:lnTo>
                <a:lnTo>
                  <a:pt x="267" y="319"/>
                </a:lnTo>
                <a:lnTo>
                  <a:pt x="224" y="297"/>
                </a:lnTo>
                <a:lnTo>
                  <a:pt x="167" y="247"/>
                </a:lnTo>
                <a:lnTo>
                  <a:pt x="135" y="293"/>
                </a:lnTo>
                <a:lnTo>
                  <a:pt x="101" y="330"/>
                </a:lnTo>
                <a:lnTo>
                  <a:pt x="74" y="340"/>
                </a:lnTo>
                <a:lnTo>
                  <a:pt x="33" y="318"/>
                </a:lnTo>
                <a:lnTo>
                  <a:pt x="0" y="274"/>
                </a:lnTo>
                <a:lnTo>
                  <a:pt x="35" y="270"/>
                </a:lnTo>
                <a:lnTo>
                  <a:pt x="67" y="247"/>
                </a:lnTo>
                <a:lnTo>
                  <a:pt x="112" y="188"/>
                </a:lnTo>
                <a:lnTo>
                  <a:pt x="69" y="127"/>
                </a:lnTo>
                <a:lnTo>
                  <a:pt x="57" y="99"/>
                </a:lnTo>
                <a:lnTo>
                  <a:pt x="51" y="74"/>
                </a:lnTo>
                <a:close/>
              </a:path>
            </a:pathLst>
          </a:custGeom>
          <a:solidFill>
            <a:srgbClr val="000000">
              <a:alpha val="50000"/>
            </a:srgbClr>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7503" name=""/>
          <p:cNvGrpSpPr/>
          <p:nvPr/>
        </p:nvGrpSpPr>
        <p:grpSpPr>
          <a:xfrm>
            <a:off x="3157560" y="3857760"/>
            <a:ext cx="353880" cy="492120"/>
            <a:chOff x="3157560" y="3857760"/>
            <a:chExt cx="353880" cy="492120"/>
          </a:xfrm>
        </p:grpSpPr>
        <p:sp>
          <p:nvSpPr>
            <p:cNvPr id="7504" name=""/>
            <p:cNvSpPr/>
            <p:nvPr/>
          </p:nvSpPr>
          <p:spPr>
            <a:xfrm>
              <a:off x="3157560" y="3857760"/>
              <a:ext cx="353880" cy="378000"/>
            </a:xfrm>
            <a:custGeom>
              <a:avLst/>
              <a:gdLst/>
              <a:ahLst/>
              <a:rect l="l" t="t" r="r" b="b"/>
              <a:pathLst>
                <a:path w="2185" h="2715">
                  <a:moveTo>
                    <a:pt x="0" y="1340"/>
                  </a:moveTo>
                  <a:lnTo>
                    <a:pt x="643" y="1340"/>
                  </a:lnTo>
                  <a:lnTo>
                    <a:pt x="643" y="1044"/>
                  </a:lnTo>
                  <a:lnTo>
                    <a:pt x="644" y="1007"/>
                  </a:lnTo>
                  <a:lnTo>
                    <a:pt x="648" y="970"/>
                  </a:lnTo>
                  <a:lnTo>
                    <a:pt x="655" y="937"/>
                  </a:lnTo>
                  <a:lnTo>
                    <a:pt x="666" y="903"/>
                  </a:lnTo>
                  <a:lnTo>
                    <a:pt x="677" y="874"/>
                  </a:lnTo>
                  <a:lnTo>
                    <a:pt x="692" y="845"/>
                  </a:lnTo>
                  <a:lnTo>
                    <a:pt x="708" y="818"/>
                  </a:lnTo>
                  <a:lnTo>
                    <a:pt x="728" y="793"/>
                  </a:lnTo>
                  <a:lnTo>
                    <a:pt x="748" y="769"/>
                  </a:lnTo>
                  <a:lnTo>
                    <a:pt x="771" y="748"/>
                  </a:lnTo>
                  <a:lnTo>
                    <a:pt x="794" y="728"/>
                  </a:lnTo>
                  <a:lnTo>
                    <a:pt x="819" y="711"/>
                  </a:lnTo>
                  <a:lnTo>
                    <a:pt x="847" y="695"/>
                  </a:lnTo>
                  <a:lnTo>
                    <a:pt x="874" y="681"/>
                  </a:lnTo>
                  <a:lnTo>
                    <a:pt x="903" y="670"/>
                  </a:lnTo>
                  <a:lnTo>
                    <a:pt x="933" y="660"/>
                  </a:lnTo>
                  <a:lnTo>
                    <a:pt x="963" y="652"/>
                  </a:lnTo>
                  <a:lnTo>
                    <a:pt x="994" y="648"/>
                  </a:lnTo>
                  <a:lnTo>
                    <a:pt x="1025" y="644"/>
                  </a:lnTo>
                  <a:lnTo>
                    <a:pt x="1057" y="643"/>
                  </a:lnTo>
                  <a:lnTo>
                    <a:pt x="1090" y="644"/>
                  </a:lnTo>
                  <a:lnTo>
                    <a:pt x="1122" y="648"/>
                  </a:lnTo>
                  <a:lnTo>
                    <a:pt x="1154" y="653"/>
                  </a:lnTo>
                  <a:lnTo>
                    <a:pt x="1186" y="662"/>
                  </a:lnTo>
                  <a:lnTo>
                    <a:pt x="1218" y="672"/>
                  </a:lnTo>
                  <a:lnTo>
                    <a:pt x="1249" y="683"/>
                  </a:lnTo>
                  <a:lnTo>
                    <a:pt x="1279" y="700"/>
                  </a:lnTo>
                  <a:lnTo>
                    <a:pt x="1309" y="717"/>
                  </a:lnTo>
                  <a:lnTo>
                    <a:pt x="1337" y="736"/>
                  </a:lnTo>
                  <a:lnTo>
                    <a:pt x="1365" y="758"/>
                  </a:lnTo>
                  <a:lnTo>
                    <a:pt x="1392" y="784"/>
                  </a:lnTo>
                  <a:lnTo>
                    <a:pt x="1417" y="811"/>
                  </a:lnTo>
                  <a:lnTo>
                    <a:pt x="1435" y="833"/>
                  </a:lnTo>
                  <a:lnTo>
                    <a:pt x="1451" y="855"/>
                  </a:lnTo>
                  <a:lnTo>
                    <a:pt x="1466" y="878"/>
                  </a:lnTo>
                  <a:lnTo>
                    <a:pt x="1480" y="900"/>
                  </a:lnTo>
                  <a:lnTo>
                    <a:pt x="1491" y="922"/>
                  </a:lnTo>
                  <a:lnTo>
                    <a:pt x="1501" y="944"/>
                  </a:lnTo>
                  <a:lnTo>
                    <a:pt x="1507" y="966"/>
                  </a:lnTo>
                  <a:lnTo>
                    <a:pt x="1514" y="989"/>
                  </a:lnTo>
                  <a:lnTo>
                    <a:pt x="1516" y="1012"/>
                  </a:lnTo>
                  <a:lnTo>
                    <a:pt x="1518" y="1035"/>
                  </a:lnTo>
                  <a:lnTo>
                    <a:pt x="1517" y="1058"/>
                  </a:lnTo>
                  <a:lnTo>
                    <a:pt x="1514" y="1082"/>
                  </a:lnTo>
                  <a:lnTo>
                    <a:pt x="1509" y="1105"/>
                  </a:lnTo>
                  <a:lnTo>
                    <a:pt x="1502" y="1130"/>
                  </a:lnTo>
                  <a:lnTo>
                    <a:pt x="1493" y="1155"/>
                  </a:lnTo>
                  <a:lnTo>
                    <a:pt x="1481" y="1180"/>
                  </a:lnTo>
                  <a:lnTo>
                    <a:pt x="1469" y="1205"/>
                  </a:lnTo>
                  <a:lnTo>
                    <a:pt x="1454" y="1232"/>
                  </a:lnTo>
                  <a:lnTo>
                    <a:pt x="1435" y="1260"/>
                  </a:lnTo>
                  <a:lnTo>
                    <a:pt x="1415" y="1287"/>
                  </a:lnTo>
                  <a:lnTo>
                    <a:pt x="1394" y="1315"/>
                  </a:lnTo>
                  <a:lnTo>
                    <a:pt x="1369" y="1344"/>
                  </a:lnTo>
                  <a:lnTo>
                    <a:pt x="1342" y="1374"/>
                  </a:lnTo>
                  <a:lnTo>
                    <a:pt x="1312" y="1404"/>
                  </a:lnTo>
                  <a:lnTo>
                    <a:pt x="1281" y="1435"/>
                  </a:lnTo>
                  <a:lnTo>
                    <a:pt x="1248" y="1467"/>
                  </a:lnTo>
                  <a:lnTo>
                    <a:pt x="1212" y="1500"/>
                  </a:lnTo>
                  <a:lnTo>
                    <a:pt x="1173" y="1534"/>
                  </a:lnTo>
                  <a:lnTo>
                    <a:pt x="1131" y="1568"/>
                  </a:lnTo>
                  <a:lnTo>
                    <a:pt x="1087" y="1604"/>
                  </a:lnTo>
                  <a:lnTo>
                    <a:pt x="1042" y="1641"/>
                  </a:lnTo>
                  <a:lnTo>
                    <a:pt x="994" y="1679"/>
                  </a:lnTo>
                  <a:lnTo>
                    <a:pt x="966" y="1711"/>
                  </a:lnTo>
                  <a:lnTo>
                    <a:pt x="942" y="1741"/>
                  </a:lnTo>
                  <a:lnTo>
                    <a:pt x="918" y="1772"/>
                  </a:lnTo>
                  <a:lnTo>
                    <a:pt x="894" y="1803"/>
                  </a:lnTo>
                  <a:lnTo>
                    <a:pt x="873" y="1834"/>
                  </a:lnTo>
                  <a:lnTo>
                    <a:pt x="851" y="1864"/>
                  </a:lnTo>
                  <a:lnTo>
                    <a:pt x="832" y="1896"/>
                  </a:lnTo>
                  <a:lnTo>
                    <a:pt x="813" y="1924"/>
                  </a:lnTo>
                  <a:lnTo>
                    <a:pt x="795" y="1955"/>
                  </a:lnTo>
                  <a:lnTo>
                    <a:pt x="779" y="1985"/>
                  </a:lnTo>
                  <a:lnTo>
                    <a:pt x="761" y="2017"/>
                  </a:lnTo>
                  <a:lnTo>
                    <a:pt x="748" y="2048"/>
                  </a:lnTo>
                  <a:lnTo>
                    <a:pt x="734" y="2078"/>
                  </a:lnTo>
                  <a:lnTo>
                    <a:pt x="721" y="2109"/>
                  </a:lnTo>
                  <a:lnTo>
                    <a:pt x="708" y="2140"/>
                  </a:lnTo>
                  <a:lnTo>
                    <a:pt x="698" y="2171"/>
                  </a:lnTo>
                  <a:lnTo>
                    <a:pt x="686" y="2202"/>
                  </a:lnTo>
                  <a:lnTo>
                    <a:pt x="677" y="2233"/>
                  </a:lnTo>
                  <a:lnTo>
                    <a:pt x="669" y="2265"/>
                  </a:lnTo>
                  <a:lnTo>
                    <a:pt x="661" y="2298"/>
                  </a:lnTo>
                  <a:lnTo>
                    <a:pt x="654" y="2330"/>
                  </a:lnTo>
                  <a:lnTo>
                    <a:pt x="647" y="2362"/>
                  </a:lnTo>
                  <a:lnTo>
                    <a:pt x="642" y="2397"/>
                  </a:lnTo>
                  <a:lnTo>
                    <a:pt x="637" y="2429"/>
                  </a:lnTo>
                  <a:lnTo>
                    <a:pt x="633" y="2464"/>
                  </a:lnTo>
                  <a:lnTo>
                    <a:pt x="629" y="2498"/>
                  </a:lnTo>
                  <a:lnTo>
                    <a:pt x="627" y="2533"/>
                  </a:lnTo>
                  <a:lnTo>
                    <a:pt x="623" y="2567"/>
                  </a:lnTo>
                  <a:lnTo>
                    <a:pt x="622" y="2604"/>
                  </a:lnTo>
                  <a:lnTo>
                    <a:pt x="621" y="2640"/>
                  </a:lnTo>
                  <a:lnTo>
                    <a:pt x="620" y="2677"/>
                  </a:lnTo>
                  <a:lnTo>
                    <a:pt x="620" y="2715"/>
                  </a:lnTo>
                  <a:lnTo>
                    <a:pt x="1280" y="2715"/>
                  </a:lnTo>
                  <a:lnTo>
                    <a:pt x="1280" y="2692"/>
                  </a:lnTo>
                  <a:lnTo>
                    <a:pt x="1279" y="2670"/>
                  </a:lnTo>
                  <a:lnTo>
                    <a:pt x="1279" y="2648"/>
                  </a:lnTo>
                  <a:lnTo>
                    <a:pt x="1279" y="2626"/>
                  </a:lnTo>
                  <a:lnTo>
                    <a:pt x="1280" y="2604"/>
                  </a:lnTo>
                  <a:lnTo>
                    <a:pt x="1281" y="2582"/>
                  </a:lnTo>
                  <a:lnTo>
                    <a:pt x="1282" y="2562"/>
                  </a:lnTo>
                  <a:lnTo>
                    <a:pt x="1284" y="2541"/>
                  </a:lnTo>
                  <a:lnTo>
                    <a:pt x="1287" y="2520"/>
                  </a:lnTo>
                  <a:lnTo>
                    <a:pt x="1291" y="2499"/>
                  </a:lnTo>
                  <a:lnTo>
                    <a:pt x="1295" y="2480"/>
                  </a:lnTo>
                  <a:lnTo>
                    <a:pt x="1299" y="2460"/>
                  </a:lnTo>
                  <a:lnTo>
                    <a:pt x="1304" y="2441"/>
                  </a:lnTo>
                  <a:lnTo>
                    <a:pt x="1310" y="2421"/>
                  </a:lnTo>
                  <a:lnTo>
                    <a:pt x="1316" y="2401"/>
                  </a:lnTo>
                  <a:lnTo>
                    <a:pt x="1322" y="2383"/>
                  </a:lnTo>
                  <a:lnTo>
                    <a:pt x="1329" y="2365"/>
                  </a:lnTo>
                  <a:lnTo>
                    <a:pt x="1339" y="2345"/>
                  </a:lnTo>
                  <a:lnTo>
                    <a:pt x="1347" y="2328"/>
                  </a:lnTo>
                  <a:lnTo>
                    <a:pt x="1357" y="2309"/>
                  </a:lnTo>
                  <a:lnTo>
                    <a:pt x="1367" y="2292"/>
                  </a:lnTo>
                  <a:lnTo>
                    <a:pt x="1379" y="2275"/>
                  </a:lnTo>
                  <a:lnTo>
                    <a:pt x="1390" y="2257"/>
                  </a:lnTo>
                  <a:lnTo>
                    <a:pt x="1403" y="2240"/>
                  </a:lnTo>
                  <a:lnTo>
                    <a:pt x="1417" y="2224"/>
                  </a:lnTo>
                  <a:lnTo>
                    <a:pt x="1431" y="2208"/>
                  </a:lnTo>
                  <a:lnTo>
                    <a:pt x="1446" y="2193"/>
                  </a:lnTo>
                  <a:lnTo>
                    <a:pt x="1462" y="2177"/>
                  </a:lnTo>
                  <a:lnTo>
                    <a:pt x="1479" y="2161"/>
                  </a:lnTo>
                  <a:lnTo>
                    <a:pt x="1496" y="2146"/>
                  </a:lnTo>
                  <a:lnTo>
                    <a:pt x="1516" y="2131"/>
                  </a:lnTo>
                  <a:lnTo>
                    <a:pt x="1536" y="2117"/>
                  </a:lnTo>
                  <a:lnTo>
                    <a:pt x="1563" y="2097"/>
                  </a:lnTo>
                  <a:lnTo>
                    <a:pt x="1591" y="2078"/>
                  </a:lnTo>
                  <a:lnTo>
                    <a:pt x="1619" y="2057"/>
                  </a:lnTo>
                  <a:lnTo>
                    <a:pt x="1647" y="2035"/>
                  </a:lnTo>
                  <a:lnTo>
                    <a:pt x="1676" y="2012"/>
                  </a:lnTo>
                  <a:lnTo>
                    <a:pt x="1704" y="1989"/>
                  </a:lnTo>
                  <a:lnTo>
                    <a:pt x="1731" y="1964"/>
                  </a:lnTo>
                  <a:lnTo>
                    <a:pt x="1760" y="1939"/>
                  </a:lnTo>
                  <a:lnTo>
                    <a:pt x="1788" y="1914"/>
                  </a:lnTo>
                  <a:lnTo>
                    <a:pt x="1816" y="1887"/>
                  </a:lnTo>
                  <a:lnTo>
                    <a:pt x="1843" y="1861"/>
                  </a:lnTo>
                  <a:lnTo>
                    <a:pt x="1870" y="1832"/>
                  </a:lnTo>
                  <a:lnTo>
                    <a:pt x="1896" y="1802"/>
                  </a:lnTo>
                  <a:lnTo>
                    <a:pt x="1922" y="1772"/>
                  </a:lnTo>
                  <a:lnTo>
                    <a:pt x="1946" y="1742"/>
                  </a:lnTo>
                  <a:lnTo>
                    <a:pt x="1970" y="1711"/>
                  </a:lnTo>
                  <a:lnTo>
                    <a:pt x="1993" y="1679"/>
                  </a:lnTo>
                  <a:lnTo>
                    <a:pt x="2016" y="1647"/>
                  </a:lnTo>
                  <a:lnTo>
                    <a:pt x="2037" y="1612"/>
                  </a:lnTo>
                  <a:lnTo>
                    <a:pt x="2057" y="1578"/>
                  </a:lnTo>
                  <a:lnTo>
                    <a:pt x="2076" y="1544"/>
                  </a:lnTo>
                  <a:lnTo>
                    <a:pt x="2093" y="1507"/>
                  </a:lnTo>
                  <a:lnTo>
                    <a:pt x="2110" y="1472"/>
                  </a:lnTo>
                  <a:lnTo>
                    <a:pt x="2125" y="1435"/>
                  </a:lnTo>
                  <a:lnTo>
                    <a:pt x="2138" y="1398"/>
                  </a:lnTo>
                  <a:lnTo>
                    <a:pt x="2151" y="1360"/>
                  </a:lnTo>
                  <a:lnTo>
                    <a:pt x="2161" y="1321"/>
                  </a:lnTo>
                  <a:lnTo>
                    <a:pt x="2170" y="1281"/>
                  </a:lnTo>
                  <a:lnTo>
                    <a:pt x="2177" y="1242"/>
                  </a:lnTo>
                  <a:lnTo>
                    <a:pt x="2182" y="1201"/>
                  </a:lnTo>
                  <a:lnTo>
                    <a:pt x="2185" y="1160"/>
                  </a:lnTo>
                  <a:lnTo>
                    <a:pt x="2185" y="1118"/>
                  </a:lnTo>
                  <a:lnTo>
                    <a:pt x="2184" y="1053"/>
                  </a:lnTo>
                  <a:lnTo>
                    <a:pt x="2181" y="990"/>
                  </a:lnTo>
                  <a:lnTo>
                    <a:pt x="2174" y="929"/>
                  </a:lnTo>
                  <a:lnTo>
                    <a:pt x="2163" y="869"/>
                  </a:lnTo>
                  <a:lnTo>
                    <a:pt x="2151" y="811"/>
                  </a:lnTo>
                  <a:lnTo>
                    <a:pt x="2136" y="756"/>
                  </a:lnTo>
                  <a:lnTo>
                    <a:pt x="2119" y="703"/>
                  </a:lnTo>
                  <a:lnTo>
                    <a:pt x="2100" y="651"/>
                  </a:lnTo>
                  <a:lnTo>
                    <a:pt x="2078" y="600"/>
                  </a:lnTo>
                  <a:lnTo>
                    <a:pt x="2054" y="553"/>
                  </a:lnTo>
                  <a:lnTo>
                    <a:pt x="2028" y="507"/>
                  </a:lnTo>
                  <a:lnTo>
                    <a:pt x="2000" y="463"/>
                  </a:lnTo>
                  <a:lnTo>
                    <a:pt x="1970" y="422"/>
                  </a:lnTo>
                  <a:lnTo>
                    <a:pt x="1939" y="382"/>
                  </a:lnTo>
                  <a:lnTo>
                    <a:pt x="1905" y="344"/>
                  </a:lnTo>
                  <a:lnTo>
                    <a:pt x="1871" y="308"/>
                  </a:lnTo>
                  <a:lnTo>
                    <a:pt x="1835" y="273"/>
                  </a:lnTo>
                  <a:lnTo>
                    <a:pt x="1798" y="242"/>
                  </a:lnTo>
                  <a:lnTo>
                    <a:pt x="1760" y="212"/>
                  </a:lnTo>
                  <a:lnTo>
                    <a:pt x="1721" y="183"/>
                  </a:lnTo>
                  <a:lnTo>
                    <a:pt x="1681" y="158"/>
                  </a:lnTo>
                  <a:lnTo>
                    <a:pt x="1639" y="134"/>
                  </a:lnTo>
                  <a:lnTo>
                    <a:pt x="1597" y="112"/>
                  </a:lnTo>
                  <a:lnTo>
                    <a:pt x="1554" y="91"/>
                  </a:lnTo>
                  <a:lnTo>
                    <a:pt x="1511" y="74"/>
                  </a:lnTo>
                  <a:lnTo>
                    <a:pt x="1468" y="58"/>
                  </a:lnTo>
                  <a:lnTo>
                    <a:pt x="1424" y="44"/>
                  </a:lnTo>
                  <a:lnTo>
                    <a:pt x="1379" y="31"/>
                  </a:lnTo>
                  <a:lnTo>
                    <a:pt x="1335" y="22"/>
                  </a:lnTo>
                  <a:lnTo>
                    <a:pt x="1290" y="14"/>
                  </a:lnTo>
                  <a:lnTo>
                    <a:pt x="1246" y="8"/>
                  </a:lnTo>
                  <a:lnTo>
                    <a:pt x="1201" y="5"/>
                  </a:lnTo>
                  <a:lnTo>
                    <a:pt x="1138" y="1"/>
                  </a:lnTo>
                  <a:lnTo>
                    <a:pt x="1075" y="0"/>
                  </a:lnTo>
                  <a:lnTo>
                    <a:pt x="1013" y="1"/>
                  </a:lnTo>
                  <a:lnTo>
                    <a:pt x="954" y="5"/>
                  </a:lnTo>
                  <a:lnTo>
                    <a:pt x="894" y="11"/>
                  </a:lnTo>
                  <a:lnTo>
                    <a:pt x="836" y="19"/>
                  </a:lnTo>
                  <a:lnTo>
                    <a:pt x="780" y="29"/>
                  </a:lnTo>
                  <a:lnTo>
                    <a:pt x="724" y="42"/>
                  </a:lnTo>
                  <a:lnTo>
                    <a:pt x="671" y="55"/>
                  </a:lnTo>
                  <a:lnTo>
                    <a:pt x="619" y="72"/>
                  </a:lnTo>
                  <a:lnTo>
                    <a:pt x="569" y="91"/>
                  </a:lnTo>
                  <a:lnTo>
                    <a:pt x="519" y="112"/>
                  </a:lnTo>
                  <a:lnTo>
                    <a:pt x="473" y="136"/>
                  </a:lnTo>
                  <a:lnTo>
                    <a:pt x="428" y="160"/>
                  </a:lnTo>
                  <a:lnTo>
                    <a:pt x="385" y="187"/>
                  </a:lnTo>
                  <a:lnTo>
                    <a:pt x="343" y="217"/>
                  </a:lnTo>
                  <a:lnTo>
                    <a:pt x="304" y="248"/>
                  </a:lnTo>
                  <a:lnTo>
                    <a:pt x="267" y="281"/>
                  </a:lnTo>
                  <a:lnTo>
                    <a:pt x="231" y="316"/>
                  </a:lnTo>
                  <a:lnTo>
                    <a:pt x="199" y="354"/>
                  </a:lnTo>
                  <a:lnTo>
                    <a:pt x="168" y="393"/>
                  </a:lnTo>
                  <a:lnTo>
                    <a:pt x="140" y="433"/>
                  </a:lnTo>
                  <a:lnTo>
                    <a:pt x="114" y="476"/>
                  </a:lnTo>
                  <a:lnTo>
                    <a:pt x="91" y="521"/>
                  </a:lnTo>
                  <a:lnTo>
                    <a:pt x="70" y="567"/>
                  </a:lnTo>
                  <a:lnTo>
                    <a:pt x="52" y="615"/>
                  </a:lnTo>
                  <a:lnTo>
                    <a:pt x="37" y="665"/>
                  </a:lnTo>
                  <a:lnTo>
                    <a:pt x="23" y="717"/>
                  </a:lnTo>
                  <a:lnTo>
                    <a:pt x="13" y="770"/>
                  </a:lnTo>
                  <a:lnTo>
                    <a:pt x="6" y="825"/>
                  </a:lnTo>
                  <a:lnTo>
                    <a:pt x="1" y="883"/>
                  </a:lnTo>
                  <a:lnTo>
                    <a:pt x="0" y="940"/>
                  </a:lnTo>
                  <a:lnTo>
                    <a:pt x="0" y="1340"/>
                  </a:lnTo>
                  <a:close/>
                </a:path>
              </a:pathLst>
            </a:custGeom>
            <a:solidFill>
              <a:srgbClr val="000000">
                <a:alpha val="50000"/>
              </a:srgbClr>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05" name=""/>
            <p:cNvSpPr/>
            <p:nvPr/>
          </p:nvSpPr>
          <p:spPr>
            <a:xfrm>
              <a:off x="3255840" y="4256640"/>
              <a:ext cx="112320" cy="93240"/>
            </a:xfrm>
            <a:prstGeom prst="rect">
              <a:avLst/>
            </a:prstGeom>
            <a:solidFill>
              <a:srgbClr val="000000">
                <a:alpha val="50000"/>
              </a:srgbClr>
            </a:solidFill>
            <a:ln w="0">
              <a:noFill/>
            </a:ln>
          </p:spPr>
          <p:style>
            <a:lnRef idx="0"/>
            <a:fillRef idx="0"/>
            <a:effectRef idx="0"/>
            <a:fontRef idx="minor"/>
          </p:style>
          <p:txBody>
            <a:bodyPr lIns="90000" rIns="90000" tIns="46440" bIns="46440" anchor="t">
              <a:noAutofit/>
            </a:bodyPr>
            <a:p>
              <a:endParaRPr b="0" lang="en-US" sz="2400" spc="-1" strike="noStrike">
                <a:solidFill>
                  <a:srgbClr val="000000"/>
                </a:solidFill>
                <a:latin typeface="Times New Roman"/>
              </a:endParaRPr>
            </a:p>
          </p:txBody>
        </p:sp>
      </p:grpSp>
      <p:grpSp>
        <p:nvGrpSpPr>
          <p:cNvPr id="7506" name=""/>
          <p:cNvGrpSpPr/>
          <p:nvPr/>
        </p:nvGrpSpPr>
        <p:grpSpPr>
          <a:xfrm>
            <a:off x="5565600" y="3959280"/>
            <a:ext cx="449280" cy="382680"/>
            <a:chOff x="5565600" y="3959280"/>
            <a:chExt cx="449280" cy="382680"/>
          </a:xfrm>
        </p:grpSpPr>
        <p:sp>
          <p:nvSpPr>
            <p:cNvPr id="7507" name=""/>
            <p:cNvSpPr/>
            <p:nvPr/>
          </p:nvSpPr>
          <p:spPr>
            <a:xfrm>
              <a:off x="5570640" y="3959280"/>
              <a:ext cx="438120" cy="382680"/>
            </a:xfrm>
            <a:custGeom>
              <a:avLst/>
              <a:gdLst/>
              <a:ahLst/>
              <a:rect l="l" t="t" r="r" b="b"/>
              <a:pathLst>
                <a:path w="648" h="618">
                  <a:moveTo>
                    <a:pt x="0" y="374"/>
                  </a:moveTo>
                  <a:lnTo>
                    <a:pt x="88" y="320"/>
                  </a:lnTo>
                  <a:lnTo>
                    <a:pt x="122" y="340"/>
                  </a:lnTo>
                  <a:lnTo>
                    <a:pt x="184" y="452"/>
                  </a:lnTo>
                  <a:lnTo>
                    <a:pt x="278" y="316"/>
                  </a:lnTo>
                  <a:lnTo>
                    <a:pt x="434" y="148"/>
                  </a:lnTo>
                  <a:lnTo>
                    <a:pt x="534" y="60"/>
                  </a:lnTo>
                  <a:lnTo>
                    <a:pt x="632" y="0"/>
                  </a:lnTo>
                  <a:lnTo>
                    <a:pt x="648" y="26"/>
                  </a:lnTo>
                  <a:lnTo>
                    <a:pt x="566" y="98"/>
                  </a:lnTo>
                  <a:lnTo>
                    <a:pt x="448" y="230"/>
                  </a:lnTo>
                  <a:lnTo>
                    <a:pt x="346" y="360"/>
                  </a:lnTo>
                  <a:lnTo>
                    <a:pt x="234" y="554"/>
                  </a:lnTo>
                  <a:lnTo>
                    <a:pt x="144" y="618"/>
                  </a:lnTo>
                  <a:lnTo>
                    <a:pt x="82" y="466"/>
                  </a:lnTo>
                  <a:lnTo>
                    <a:pt x="42" y="404"/>
                  </a:lnTo>
                  <a:lnTo>
                    <a:pt x="0" y="374"/>
                  </a:lnTo>
                  <a:close/>
                </a:path>
              </a:pathLst>
            </a:custGeom>
            <a:solidFill>
              <a:srgbClr val="000000">
                <a:alpha val="50000"/>
              </a:srgbClr>
            </a:solidFill>
            <a:ln w="0">
              <a:noFill/>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7508" name=""/>
            <p:cNvSpPr/>
            <p:nvPr/>
          </p:nvSpPr>
          <p:spPr>
            <a:xfrm>
              <a:off x="5565600" y="399888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09" name=""/>
            <p:cNvSpPr/>
            <p:nvPr/>
          </p:nvSpPr>
          <p:spPr>
            <a:xfrm>
              <a:off x="5565600" y="404784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10" name=""/>
            <p:cNvSpPr/>
            <p:nvPr/>
          </p:nvSpPr>
          <p:spPr>
            <a:xfrm>
              <a:off x="5565600" y="409680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11" name=""/>
            <p:cNvSpPr/>
            <p:nvPr/>
          </p:nvSpPr>
          <p:spPr>
            <a:xfrm>
              <a:off x="5565600" y="414576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12" name=""/>
            <p:cNvSpPr/>
            <p:nvPr/>
          </p:nvSpPr>
          <p:spPr>
            <a:xfrm>
              <a:off x="5565600" y="419472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13" name=""/>
            <p:cNvSpPr/>
            <p:nvPr/>
          </p:nvSpPr>
          <p:spPr>
            <a:xfrm>
              <a:off x="5565600" y="424332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14" name=""/>
            <p:cNvSpPr/>
            <p:nvPr/>
          </p:nvSpPr>
          <p:spPr>
            <a:xfrm>
              <a:off x="5565600" y="4292280"/>
              <a:ext cx="449280" cy="0"/>
            </a:xfrm>
            <a:prstGeom prst="line">
              <a:avLst/>
            </a:prstGeom>
            <a:ln w="19080">
              <a:solidFill>
                <a:srgbClr val="ffffff"/>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nvGrpSpPr>
          <p:cNvPr id="7515" name=""/>
          <p:cNvGrpSpPr/>
          <p:nvPr/>
        </p:nvGrpSpPr>
        <p:grpSpPr>
          <a:xfrm>
            <a:off x="2762280" y="3879720"/>
            <a:ext cx="125280" cy="497160"/>
            <a:chOff x="2762280" y="3879720"/>
            <a:chExt cx="125280" cy="497160"/>
          </a:xfrm>
        </p:grpSpPr>
        <p:sp>
          <p:nvSpPr>
            <p:cNvPr id="7516" name=""/>
            <p:cNvSpPr/>
            <p:nvPr/>
          </p:nvSpPr>
          <p:spPr>
            <a:xfrm>
              <a:off x="2782440" y="4280040"/>
              <a:ext cx="85320" cy="96840"/>
            </a:xfrm>
            <a:prstGeom prst="rect">
              <a:avLst/>
            </a:prstGeom>
            <a:solidFill>
              <a:srgbClr val="000000">
                <a:alpha val="50000"/>
              </a:srgbClr>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17" name=""/>
            <p:cNvSpPr/>
            <p:nvPr/>
          </p:nvSpPr>
          <p:spPr>
            <a:xfrm>
              <a:off x="2762280" y="3879720"/>
              <a:ext cx="125280" cy="375840"/>
            </a:xfrm>
            <a:custGeom>
              <a:avLst/>
              <a:gdLst/>
              <a:ahLst/>
              <a:rect l="l" t="t" r="r" b="b"/>
              <a:pathLst>
                <a:path w="465" h="1196">
                  <a:moveTo>
                    <a:pt x="387" y="1196"/>
                  </a:moveTo>
                  <a:lnTo>
                    <a:pt x="83" y="1196"/>
                  </a:lnTo>
                  <a:lnTo>
                    <a:pt x="0" y="0"/>
                  </a:lnTo>
                  <a:lnTo>
                    <a:pt x="465" y="0"/>
                  </a:lnTo>
                  <a:lnTo>
                    <a:pt x="387" y="1196"/>
                  </a:lnTo>
                  <a:close/>
                </a:path>
              </a:pathLst>
            </a:custGeom>
            <a:solidFill>
              <a:srgbClr val="000000">
                <a:alpha val="50000"/>
              </a:srgbClr>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nvGrpSpPr>
          <p:cNvPr id="7518" name=""/>
          <p:cNvGrpSpPr/>
          <p:nvPr/>
        </p:nvGrpSpPr>
        <p:grpSpPr>
          <a:xfrm>
            <a:off x="6189840" y="3927600"/>
            <a:ext cx="579240" cy="531360"/>
            <a:chOff x="6189840" y="3927600"/>
            <a:chExt cx="579240" cy="531360"/>
          </a:xfrm>
        </p:grpSpPr>
        <p:sp>
          <p:nvSpPr>
            <p:cNvPr id="7519" name=""/>
            <p:cNvSpPr/>
            <p:nvPr/>
          </p:nvSpPr>
          <p:spPr>
            <a:xfrm>
              <a:off x="6481440" y="4441320"/>
              <a:ext cx="2520" cy="1080"/>
            </a:xfrm>
            <a:custGeom>
              <a:avLst/>
              <a:gdLst/>
              <a:ahLst/>
              <a:rect l="l" t="t" r="r" b="b"/>
              <a:pathLst>
                <a:path w="4" h="2">
                  <a:moveTo>
                    <a:pt x="4" y="2"/>
                  </a:moveTo>
                  <a:lnTo>
                    <a:pt x="0" y="2"/>
                  </a:lnTo>
                  <a:lnTo>
                    <a:pt x="0" y="2"/>
                  </a:lnTo>
                  <a:lnTo>
                    <a:pt x="4" y="0"/>
                  </a:lnTo>
                  <a:lnTo>
                    <a:pt x="4" y="0"/>
                  </a:lnTo>
                  <a:lnTo>
                    <a:pt x="4" y="2"/>
                  </a:lnTo>
                  <a:lnTo>
                    <a:pt x="4" y="2"/>
                  </a:lnTo>
                  <a:close/>
                </a:path>
              </a:pathLst>
            </a:custGeom>
            <a:solidFill>
              <a:srgbClr val="909090">
                <a:alpha val="50000"/>
              </a:srgbClr>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20" name=""/>
            <p:cNvSpPr/>
            <p:nvPr/>
          </p:nvSpPr>
          <p:spPr>
            <a:xfrm>
              <a:off x="6449040" y="4442760"/>
              <a:ext cx="32040" cy="11520"/>
            </a:xfrm>
            <a:custGeom>
              <a:avLst/>
              <a:gdLst/>
              <a:ahLst/>
              <a:rect l="l" t="t" r="r" b="b"/>
              <a:pathLst>
                <a:path w="50" h="18">
                  <a:moveTo>
                    <a:pt x="0" y="14"/>
                  </a:moveTo>
                  <a:lnTo>
                    <a:pt x="0" y="14"/>
                  </a:lnTo>
                  <a:lnTo>
                    <a:pt x="24" y="4"/>
                  </a:lnTo>
                  <a:lnTo>
                    <a:pt x="38" y="2"/>
                  </a:lnTo>
                  <a:lnTo>
                    <a:pt x="50" y="0"/>
                  </a:lnTo>
                  <a:lnTo>
                    <a:pt x="50" y="0"/>
                  </a:lnTo>
                  <a:lnTo>
                    <a:pt x="38" y="6"/>
                  </a:lnTo>
                  <a:lnTo>
                    <a:pt x="24" y="14"/>
                  </a:lnTo>
                  <a:lnTo>
                    <a:pt x="16" y="18"/>
                  </a:lnTo>
                  <a:lnTo>
                    <a:pt x="10" y="18"/>
                  </a:lnTo>
                  <a:lnTo>
                    <a:pt x="4" y="18"/>
                  </a:lnTo>
                  <a:lnTo>
                    <a:pt x="0" y="14"/>
                  </a:lnTo>
                  <a:lnTo>
                    <a:pt x="0" y="14"/>
                  </a:lnTo>
                  <a:close/>
                </a:path>
              </a:pathLst>
            </a:custGeom>
            <a:solidFill>
              <a:srgbClr val="909090">
                <a:alpha val="50000"/>
              </a:srgbClr>
            </a:solidFill>
            <a:ln w="0">
              <a:noFill/>
            </a:ln>
          </p:spPr>
          <p:style>
            <a:lnRef idx="0"/>
            <a:fillRef idx="0"/>
            <a:effectRef idx="0"/>
            <a:fontRef idx="minor"/>
          </p:style>
          <p:txBody>
            <a:bodyPr lIns="90000" rIns="90000" tIns="-35280" bIns="-35280" anchor="t">
              <a:noAutofit/>
            </a:bodyPr>
            <a:p>
              <a:endParaRPr b="0" lang="en-US" sz="2400" spc="-1" strike="noStrike">
                <a:solidFill>
                  <a:srgbClr val="000000"/>
                </a:solidFill>
                <a:latin typeface="Times New Roman"/>
              </a:endParaRPr>
            </a:p>
          </p:txBody>
        </p:sp>
        <p:sp>
          <p:nvSpPr>
            <p:cNvPr id="7521" name=""/>
            <p:cNvSpPr/>
            <p:nvPr/>
          </p:nvSpPr>
          <p:spPr>
            <a:xfrm>
              <a:off x="6480000" y="4456800"/>
              <a:ext cx="12600" cy="2160"/>
            </a:xfrm>
            <a:custGeom>
              <a:avLst/>
              <a:gdLst/>
              <a:ahLst/>
              <a:rect l="l" t="t" r="r" b="b"/>
              <a:pathLst>
                <a:path w="20" h="4">
                  <a:moveTo>
                    <a:pt x="20" y="2"/>
                  </a:moveTo>
                  <a:lnTo>
                    <a:pt x="0" y="4"/>
                  </a:lnTo>
                  <a:lnTo>
                    <a:pt x="0" y="4"/>
                  </a:lnTo>
                  <a:lnTo>
                    <a:pt x="6" y="0"/>
                  </a:lnTo>
                  <a:lnTo>
                    <a:pt x="10" y="0"/>
                  </a:lnTo>
                  <a:lnTo>
                    <a:pt x="14" y="2"/>
                  </a:lnTo>
                  <a:lnTo>
                    <a:pt x="20" y="2"/>
                  </a:lnTo>
                  <a:lnTo>
                    <a:pt x="20" y="2"/>
                  </a:lnTo>
                  <a:close/>
                </a:path>
              </a:pathLst>
            </a:custGeom>
            <a:solidFill>
              <a:srgbClr val="909090">
                <a:alpha val="50000"/>
              </a:srgbClr>
            </a:solidFill>
            <a:ln w="0">
              <a:noFill/>
            </a:ln>
          </p:spPr>
          <p:style>
            <a:lnRef idx="0"/>
            <a:fillRef idx="0"/>
            <a:effectRef idx="0"/>
            <a:fontRef idx="minor"/>
          </p:style>
          <p:txBody>
            <a:bodyPr lIns="90000" rIns="90000" tIns="-44640" bIns="-44640" anchor="t">
              <a:noAutofit/>
            </a:bodyPr>
            <a:p>
              <a:endParaRPr b="0" lang="en-US" sz="2400" spc="-1" strike="noStrike">
                <a:solidFill>
                  <a:srgbClr val="000000"/>
                </a:solidFill>
                <a:latin typeface="Times New Roman"/>
              </a:endParaRPr>
            </a:p>
          </p:txBody>
        </p:sp>
        <p:sp>
          <p:nvSpPr>
            <p:cNvPr id="7522" name=""/>
            <p:cNvSpPr/>
            <p:nvPr/>
          </p:nvSpPr>
          <p:spPr>
            <a:xfrm>
              <a:off x="6483960" y="4446360"/>
              <a:ext cx="6120" cy="3600"/>
            </a:xfrm>
            <a:custGeom>
              <a:avLst/>
              <a:gdLst/>
              <a:ahLst/>
              <a:rect l="l" t="t" r="r" b="b"/>
              <a:pathLst>
                <a:path w="10" h="6">
                  <a:moveTo>
                    <a:pt x="0" y="6"/>
                  </a:moveTo>
                  <a:lnTo>
                    <a:pt x="0" y="0"/>
                  </a:lnTo>
                  <a:lnTo>
                    <a:pt x="10" y="2"/>
                  </a:lnTo>
                  <a:lnTo>
                    <a:pt x="0" y="6"/>
                  </a:lnTo>
                  <a:close/>
                </a:path>
              </a:pathLst>
            </a:custGeom>
            <a:solidFill>
              <a:srgbClr val="909090">
                <a:alpha val="50000"/>
              </a:srgbClr>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23" name=""/>
            <p:cNvSpPr/>
            <p:nvPr/>
          </p:nvSpPr>
          <p:spPr>
            <a:xfrm>
              <a:off x="6628320" y="4032000"/>
              <a:ext cx="1080" cy="6120"/>
            </a:xfrm>
            <a:custGeom>
              <a:avLst/>
              <a:gdLst/>
              <a:ahLst/>
              <a:rect l="l" t="t" r="r" b="b"/>
              <a:pathLst>
                <a:path w="2" h="10">
                  <a:moveTo>
                    <a:pt x="2" y="0"/>
                  </a:moveTo>
                  <a:lnTo>
                    <a:pt x="2" y="0"/>
                  </a:lnTo>
                  <a:lnTo>
                    <a:pt x="2" y="6"/>
                  </a:lnTo>
                  <a:lnTo>
                    <a:pt x="0" y="10"/>
                  </a:lnTo>
                  <a:lnTo>
                    <a:pt x="2" y="0"/>
                  </a:lnTo>
                  <a:close/>
                </a:path>
              </a:pathLst>
            </a:custGeom>
            <a:solidFill>
              <a:srgbClr val="909090">
                <a:alpha val="50000"/>
              </a:srgbClr>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7524" name=""/>
            <p:cNvSpPr/>
            <p:nvPr/>
          </p:nvSpPr>
          <p:spPr>
            <a:xfrm>
              <a:off x="6610320" y="4003560"/>
              <a:ext cx="5040" cy="2520"/>
            </a:xfrm>
            <a:custGeom>
              <a:avLst/>
              <a:gdLst/>
              <a:ahLst/>
              <a:rect l="l" t="t" r="r" b="b"/>
              <a:pathLst>
                <a:path w="8" h="4">
                  <a:moveTo>
                    <a:pt x="8" y="4"/>
                  </a:moveTo>
                  <a:lnTo>
                    <a:pt x="8" y="4"/>
                  </a:lnTo>
                  <a:lnTo>
                    <a:pt x="0" y="0"/>
                  </a:lnTo>
                  <a:lnTo>
                    <a:pt x="0" y="0"/>
                  </a:lnTo>
                  <a:lnTo>
                    <a:pt x="4" y="2"/>
                  </a:lnTo>
                  <a:lnTo>
                    <a:pt x="8" y="4"/>
                  </a:lnTo>
                  <a:lnTo>
                    <a:pt x="8" y="4"/>
                  </a:lnTo>
                  <a:close/>
                </a:path>
              </a:pathLst>
            </a:custGeom>
            <a:solidFill>
              <a:srgbClr val="909090">
                <a:alpha val="50000"/>
              </a:srgbClr>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7525" name=""/>
            <p:cNvSpPr/>
            <p:nvPr/>
          </p:nvSpPr>
          <p:spPr>
            <a:xfrm>
              <a:off x="6644160" y="4039560"/>
              <a:ext cx="3600" cy="1080"/>
            </a:xfrm>
            <a:custGeom>
              <a:avLst/>
              <a:gdLst/>
              <a:ahLst/>
              <a:rect l="l" t="t" r="r" b="b"/>
              <a:pathLst>
                <a:path w="6" h="2">
                  <a:moveTo>
                    <a:pt x="6" y="2"/>
                  </a:moveTo>
                  <a:lnTo>
                    <a:pt x="0" y="0"/>
                  </a:lnTo>
                  <a:lnTo>
                    <a:pt x="0" y="0"/>
                  </a:lnTo>
                  <a:lnTo>
                    <a:pt x="6" y="2"/>
                  </a:lnTo>
                  <a:lnTo>
                    <a:pt x="6" y="2"/>
                  </a:lnTo>
                  <a:close/>
                </a:path>
              </a:pathLst>
            </a:custGeom>
            <a:solidFill>
              <a:srgbClr val="909090">
                <a:alpha val="50000"/>
              </a:srgbClr>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26" name=""/>
            <p:cNvSpPr/>
            <p:nvPr/>
          </p:nvSpPr>
          <p:spPr>
            <a:xfrm>
              <a:off x="6671160" y="4273560"/>
              <a:ext cx="11520" cy="6120"/>
            </a:xfrm>
            <a:custGeom>
              <a:avLst/>
              <a:gdLst/>
              <a:ahLst/>
              <a:rect l="l" t="t" r="r" b="b"/>
              <a:pathLst>
                <a:path w="18" h="10">
                  <a:moveTo>
                    <a:pt x="18" y="2"/>
                  </a:moveTo>
                  <a:lnTo>
                    <a:pt x="18" y="2"/>
                  </a:lnTo>
                  <a:lnTo>
                    <a:pt x="0" y="10"/>
                  </a:lnTo>
                  <a:lnTo>
                    <a:pt x="0" y="10"/>
                  </a:lnTo>
                  <a:lnTo>
                    <a:pt x="2" y="2"/>
                  </a:lnTo>
                  <a:lnTo>
                    <a:pt x="8" y="0"/>
                  </a:lnTo>
                  <a:lnTo>
                    <a:pt x="18" y="2"/>
                  </a:lnTo>
                  <a:lnTo>
                    <a:pt x="18" y="2"/>
                  </a:lnTo>
                  <a:close/>
                </a:path>
              </a:pathLst>
            </a:custGeom>
            <a:solidFill>
              <a:srgbClr val="909090">
                <a:alpha val="50000"/>
              </a:srgbClr>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7527" name=""/>
            <p:cNvSpPr/>
            <p:nvPr/>
          </p:nvSpPr>
          <p:spPr>
            <a:xfrm>
              <a:off x="6489000" y="3940200"/>
              <a:ext cx="2520" cy="3600"/>
            </a:xfrm>
            <a:custGeom>
              <a:avLst/>
              <a:gdLst/>
              <a:ahLst/>
              <a:rect l="l" t="t" r="r" b="b"/>
              <a:pathLst>
                <a:path w="4" h="6">
                  <a:moveTo>
                    <a:pt x="4" y="0"/>
                  </a:moveTo>
                  <a:lnTo>
                    <a:pt x="2" y="6"/>
                  </a:lnTo>
                  <a:lnTo>
                    <a:pt x="2" y="6"/>
                  </a:lnTo>
                  <a:lnTo>
                    <a:pt x="0" y="4"/>
                  </a:lnTo>
                  <a:lnTo>
                    <a:pt x="2" y="2"/>
                  </a:lnTo>
                  <a:lnTo>
                    <a:pt x="4" y="0"/>
                  </a:lnTo>
                  <a:lnTo>
                    <a:pt x="4" y="0"/>
                  </a:lnTo>
                  <a:close/>
                </a:path>
              </a:pathLst>
            </a:custGeom>
            <a:solidFill>
              <a:srgbClr val="909090">
                <a:alpha val="50000"/>
              </a:srgbClr>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28" name=""/>
            <p:cNvSpPr/>
            <p:nvPr/>
          </p:nvSpPr>
          <p:spPr>
            <a:xfrm>
              <a:off x="6620760" y="3951720"/>
              <a:ext cx="3600" cy="3600"/>
            </a:xfrm>
            <a:custGeom>
              <a:avLst/>
              <a:gdLst/>
              <a:ahLst/>
              <a:rect l="l" t="t" r="r" b="b"/>
              <a:pathLst>
                <a:path w="6" h="6">
                  <a:moveTo>
                    <a:pt x="6" y="0"/>
                  </a:moveTo>
                  <a:lnTo>
                    <a:pt x="6" y="0"/>
                  </a:lnTo>
                  <a:lnTo>
                    <a:pt x="2" y="6"/>
                  </a:lnTo>
                  <a:lnTo>
                    <a:pt x="0" y="4"/>
                  </a:lnTo>
                  <a:lnTo>
                    <a:pt x="6" y="0"/>
                  </a:lnTo>
                  <a:close/>
                </a:path>
              </a:pathLst>
            </a:custGeom>
            <a:solidFill>
              <a:srgbClr val="909090">
                <a:alpha val="50000"/>
              </a:srgbClr>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29" name=""/>
            <p:cNvSpPr/>
            <p:nvPr/>
          </p:nvSpPr>
          <p:spPr>
            <a:xfrm>
              <a:off x="6663240" y="4044960"/>
              <a:ext cx="1080" cy="3600"/>
            </a:xfrm>
            <a:custGeom>
              <a:avLst/>
              <a:gdLst/>
              <a:ahLst/>
              <a:rect l="l" t="t" r="r" b="b"/>
              <a:pathLst>
                <a:path w="2" h="6">
                  <a:moveTo>
                    <a:pt x="0" y="0"/>
                  </a:moveTo>
                  <a:lnTo>
                    <a:pt x="2" y="0"/>
                  </a:lnTo>
                  <a:lnTo>
                    <a:pt x="2" y="6"/>
                  </a:lnTo>
                  <a:lnTo>
                    <a:pt x="2" y="6"/>
                  </a:lnTo>
                  <a:lnTo>
                    <a:pt x="0" y="4"/>
                  </a:lnTo>
                  <a:lnTo>
                    <a:pt x="0" y="0"/>
                  </a:lnTo>
                  <a:lnTo>
                    <a:pt x="0" y="0"/>
                  </a:lnTo>
                  <a:close/>
                </a:path>
              </a:pathLst>
            </a:custGeom>
            <a:solidFill>
              <a:srgbClr val="909090">
                <a:alpha val="50000"/>
              </a:srgbClr>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30" name=""/>
            <p:cNvSpPr/>
            <p:nvPr/>
          </p:nvSpPr>
          <p:spPr>
            <a:xfrm>
              <a:off x="6444000" y="3936240"/>
              <a:ext cx="6120" cy="6120"/>
            </a:xfrm>
            <a:custGeom>
              <a:avLst/>
              <a:gdLst/>
              <a:ahLst/>
              <a:rect l="l" t="t" r="r" b="b"/>
              <a:pathLst>
                <a:path w="10" h="10">
                  <a:moveTo>
                    <a:pt x="10" y="10"/>
                  </a:moveTo>
                  <a:lnTo>
                    <a:pt x="10" y="10"/>
                  </a:lnTo>
                  <a:lnTo>
                    <a:pt x="0" y="0"/>
                  </a:lnTo>
                  <a:lnTo>
                    <a:pt x="0" y="0"/>
                  </a:lnTo>
                  <a:lnTo>
                    <a:pt x="4" y="2"/>
                  </a:lnTo>
                  <a:lnTo>
                    <a:pt x="8" y="4"/>
                  </a:lnTo>
                  <a:lnTo>
                    <a:pt x="10" y="8"/>
                  </a:lnTo>
                  <a:lnTo>
                    <a:pt x="10" y="10"/>
                  </a:lnTo>
                  <a:lnTo>
                    <a:pt x="10" y="10"/>
                  </a:lnTo>
                  <a:close/>
                </a:path>
              </a:pathLst>
            </a:custGeom>
            <a:solidFill>
              <a:srgbClr val="909090">
                <a:alpha val="50000"/>
              </a:srgbClr>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7531" name=""/>
            <p:cNvSpPr/>
            <p:nvPr/>
          </p:nvSpPr>
          <p:spPr>
            <a:xfrm>
              <a:off x="6610320" y="4003560"/>
              <a:ext cx="720" cy="360"/>
            </a:xfrm>
            <a:prstGeom prst="rect">
              <a:avLst/>
            </a:prstGeom>
            <a:solidFill>
              <a:srgbClr val="909090">
                <a:alpha val="50000"/>
              </a:srgbClr>
            </a:solidFill>
            <a:ln w="0">
              <a:noFill/>
            </a:ln>
          </p:spPr>
          <p:style>
            <a:lnRef idx="0"/>
            <a:fillRef idx="0"/>
            <a:effectRef idx="0"/>
            <a:fontRef idx="minor"/>
          </p:style>
          <p:txBody>
            <a:bodyPr lIns="90000" rIns="90000" tIns="-46440" bIns="-46440" anchor="t">
              <a:noAutofit/>
            </a:bodyPr>
            <a:p>
              <a:endParaRPr b="0" lang="en-US" sz="2400" spc="-1" strike="noStrike">
                <a:solidFill>
                  <a:srgbClr val="000000"/>
                </a:solidFill>
                <a:latin typeface="Times New Roman"/>
              </a:endParaRPr>
            </a:p>
          </p:txBody>
        </p:sp>
        <p:sp>
          <p:nvSpPr>
            <p:cNvPr id="7532" name=""/>
            <p:cNvSpPr/>
            <p:nvPr/>
          </p:nvSpPr>
          <p:spPr>
            <a:xfrm>
              <a:off x="6660720" y="3967560"/>
              <a:ext cx="6120" cy="5040"/>
            </a:xfrm>
            <a:custGeom>
              <a:avLst/>
              <a:gdLst/>
              <a:ahLst/>
              <a:rect l="l" t="t" r="r" b="b"/>
              <a:pathLst>
                <a:path w="10" h="8">
                  <a:moveTo>
                    <a:pt x="10" y="8"/>
                  </a:moveTo>
                  <a:lnTo>
                    <a:pt x="10" y="8"/>
                  </a:lnTo>
                  <a:lnTo>
                    <a:pt x="0" y="0"/>
                  </a:lnTo>
                  <a:lnTo>
                    <a:pt x="0" y="0"/>
                  </a:lnTo>
                  <a:lnTo>
                    <a:pt x="6" y="4"/>
                  </a:lnTo>
                  <a:lnTo>
                    <a:pt x="10" y="8"/>
                  </a:lnTo>
                  <a:lnTo>
                    <a:pt x="10" y="8"/>
                  </a:lnTo>
                  <a:close/>
                </a:path>
              </a:pathLst>
            </a:custGeom>
            <a:solidFill>
              <a:srgbClr val="909090">
                <a:alpha val="50000"/>
              </a:srgbClr>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7533" name=""/>
            <p:cNvSpPr/>
            <p:nvPr/>
          </p:nvSpPr>
          <p:spPr>
            <a:xfrm>
              <a:off x="6682680" y="4273560"/>
              <a:ext cx="5040" cy="1080"/>
            </a:xfrm>
            <a:custGeom>
              <a:avLst/>
              <a:gdLst/>
              <a:ahLst/>
              <a:rect l="l" t="t" r="r" b="b"/>
              <a:pathLst>
                <a:path w="8" h="2">
                  <a:moveTo>
                    <a:pt x="0" y="2"/>
                  </a:moveTo>
                  <a:lnTo>
                    <a:pt x="8" y="0"/>
                  </a:lnTo>
                  <a:lnTo>
                    <a:pt x="8" y="0"/>
                  </a:lnTo>
                  <a:lnTo>
                    <a:pt x="4" y="2"/>
                  </a:lnTo>
                  <a:lnTo>
                    <a:pt x="0" y="2"/>
                  </a:lnTo>
                  <a:lnTo>
                    <a:pt x="0" y="2"/>
                  </a:lnTo>
                  <a:close/>
                </a:path>
              </a:pathLst>
            </a:custGeom>
            <a:solidFill>
              <a:srgbClr val="909090">
                <a:alpha val="50000"/>
              </a:srgbClr>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34" name=""/>
            <p:cNvSpPr/>
            <p:nvPr/>
          </p:nvSpPr>
          <p:spPr>
            <a:xfrm>
              <a:off x="6508440" y="4421880"/>
              <a:ext cx="7560" cy="2520"/>
            </a:xfrm>
            <a:custGeom>
              <a:avLst/>
              <a:gdLst/>
              <a:ahLst/>
              <a:rect l="l" t="t" r="r" b="b"/>
              <a:pathLst>
                <a:path w="12" h="4">
                  <a:moveTo>
                    <a:pt x="0" y="0"/>
                  </a:moveTo>
                  <a:lnTo>
                    <a:pt x="0" y="0"/>
                  </a:lnTo>
                  <a:lnTo>
                    <a:pt x="4" y="0"/>
                  </a:lnTo>
                  <a:lnTo>
                    <a:pt x="8" y="0"/>
                  </a:lnTo>
                  <a:lnTo>
                    <a:pt x="12" y="4"/>
                  </a:lnTo>
                  <a:lnTo>
                    <a:pt x="12" y="4"/>
                  </a:lnTo>
                  <a:lnTo>
                    <a:pt x="6" y="2"/>
                  </a:lnTo>
                  <a:lnTo>
                    <a:pt x="0" y="0"/>
                  </a:lnTo>
                  <a:lnTo>
                    <a:pt x="0" y="0"/>
                  </a:lnTo>
                  <a:close/>
                </a:path>
              </a:pathLst>
            </a:custGeom>
            <a:solidFill>
              <a:srgbClr val="909090">
                <a:alpha val="50000"/>
              </a:srgbClr>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7535" name=""/>
            <p:cNvSpPr/>
            <p:nvPr/>
          </p:nvSpPr>
          <p:spPr>
            <a:xfrm>
              <a:off x="6464520" y="4341960"/>
              <a:ext cx="1080" cy="360"/>
            </a:xfrm>
            <a:custGeom>
              <a:avLst/>
              <a:gdLst/>
              <a:ahLst/>
              <a:rect l="l" t="t" r="r" b="b"/>
              <a:pathLst>
                <a:path w="2" h="0">
                  <a:moveTo>
                    <a:pt x="0" y="0"/>
                  </a:moveTo>
                  <a:lnTo>
                    <a:pt x="2" y="0"/>
                  </a:lnTo>
                  <a:lnTo>
                    <a:pt x="0" y="0"/>
                  </a:lnTo>
                  <a:close/>
                </a:path>
              </a:pathLst>
            </a:custGeom>
            <a:solidFill>
              <a:srgbClr val="909090">
                <a:alpha val="50000"/>
              </a:srgbClr>
            </a:solidFill>
            <a:ln w="0">
              <a:noFill/>
            </a:ln>
          </p:spPr>
          <p:style>
            <a:lnRef idx="0"/>
            <a:fillRef idx="0"/>
            <a:effectRef idx="0"/>
            <a:fontRef idx="minor"/>
          </p:style>
          <p:txBody>
            <a:bodyPr lIns="90000" rIns="90000" tIns="-46440" bIns="-46440" anchor="t">
              <a:noAutofit/>
            </a:bodyPr>
            <a:p>
              <a:endParaRPr b="0" lang="en-US" sz="2400" spc="-1" strike="noStrike">
                <a:solidFill>
                  <a:srgbClr val="000000"/>
                </a:solidFill>
                <a:latin typeface="Times New Roman"/>
              </a:endParaRPr>
            </a:p>
          </p:txBody>
        </p:sp>
        <p:sp>
          <p:nvSpPr>
            <p:cNvPr id="7536" name=""/>
            <p:cNvSpPr/>
            <p:nvPr/>
          </p:nvSpPr>
          <p:spPr>
            <a:xfrm>
              <a:off x="6352200" y="4276080"/>
              <a:ext cx="1080" cy="3600"/>
            </a:xfrm>
            <a:custGeom>
              <a:avLst/>
              <a:gdLst/>
              <a:ahLst/>
              <a:rect l="l" t="t" r="r" b="b"/>
              <a:pathLst>
                <a:path w="2" h="6">
                  <a:moveTo>
                    <a:pt x="0" y="6"/>
                  </a:moveTo>
                  <a:lnTo>
                    <a:pt x="0" y="6"/>
                  </a:lnTo>
                  <a:lnTo>
                    <a:pt x="0" y="0"/>
                  </a:lnTo>
                  <a:lnTo>
                    <a:pt x="0" y="0"/>
                  </a:lnTo>
                  <a:lnTo>
                    <a:pt x="0" y="2"/>
                  </a:lnTo>
                  <a:lnTo>
                    <a:pt x="2" y="2"/>
                  </a:lnTo>
                  <a:lnTo>
                    <a:pt x="0" y="6"/>
                  </a:lnTo>
                  <a:lnTo>
                    <a:pt x="0" y="6"/>
                  </a:lnTo>
                  <a:close/>
                </a:path>
              </a:pathLst>
            </a:custGeom>
            <a:solidFill>
              <a:srgbClr val="909090">
                <a:alpha val="50000"/>
              </a:srgbClr>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37" name=""/>
            <p:cNvSpPr/>
            <p:nvPr/>
          </p:nvSpPr>
          <p:spPr>
            <a:xfrm>
              <a:off x="6189840" y="3927600"/>
              <a:ext cx="579240" cy="513720"/>
            </a:xfrm>
            <a:custGeom>
              <a:avLst/>
              <a:gdLst/>
              <a:ahLst/>
              <a:rect l="l" t="t" r="r" b="b"/>
              <a:pathLst>
                <a:path w="898" h="796">
                  <a:moveTo>
                    <a:pt x="30" y="440"/>
                  </a:moveTo>
                  <a:lnTo>
                    <a:pt x="30" y="440"/>
                  </a:lnTo>
                  <a:lnTo>
                    <a:pt x="34" y="446"/>
                  </a:lnTo>
                  <a:lnTo>
                    <a:pt x="38" y="452"/>
                  </a:lnTo>
                  <a:lnTo>
                    <a:pt x="40" y="466"/>
                  </a:lnTo>
                  <a:lnTo>
                    <a:pt x="40" y="480"/>
                  </a:lnTo>
                  <a:lnTo>
                    <a:pt x="44" y="494"/>
                  </a:lnTo>
                  <a:lnTo>
                    <a:pt x="46" y="486"/>
                  </a:lnTo>
                  <a:lnTo>
                    <a:pt x="48" y="502"/>
                  </a:lnTo>
                  <a:lnTo>
                    <a:pt x="56" y="498"/>
                  </a:lnTo>
                  <a:lnTo>
                    <a:pt x="56" y="498"/>
                  </a:lnTo>
                  <a:lnTo>
                    <a:pt x="60" y="508"/>
                  </a:lnTo>
                  <a:lnTo>
                    <a:pt x="66" y="516"/>
                  </a:lnTo>
                  <a:lnTo>
                    <a:pt x="76" y="532"/>
                  </a:lnTo>
                  <a:lnTo>
                    <a:pt x="84" y="548"/>
                  </a:lnTo>
                  <a:lnTo>
                    <a:pt x="86" y="554"/>
                  </a:lnTo>
                  <a:lnTo>
                    <a:pt x="84" y="560"/>
                  </a:lnTo>
                  <a:lnTo>
                    <a:pt x="94" y="548"/>
                  </a:lnTo>
                  <a:lnTo>
                    <a:pt x="94" y="548"/>
                  </a:lnTo>
                  <a:lnTo>
                    <a:pt x="102" y="578"/>
                  </a:lnTo>
                  <a:lnTo>
                    <a:pt x="100" y="558"/>
                  </a:lnTo>
                  <a:lnTo>
                    <a:pt x="100" y="558"/>
                  </a:lnTo>
                  <a:lnTo>
                    <a:pt x="116" y="578"/>
                  </a:lnTo>
                  <a:lnTo>
                    <a:pt x="130" y="598"/>
                  </a:lnTo>
                  <a:lnTo>
                    <a:pt x="142" y="616"/>
                  </a:lnTo>
                  <a:lnTo>
                    <a:pt x="150" y="624"/>
                  </a:lnTo>
                  <a:lnTo>
                    <a:pt x="152" y="618"/>
                  </a:lnTo>
                  <a:lnTo>
                    <a:pt x="152" y="618"/>
                  </a:lnTo>
                  <a:lnTo>
                    <a:pt x="154" y="620"/>
                  </a:lnTo>
                  <a:lnTo>
                    <a:pt x="156" y="622"/>
                  </a:lnTo>
                  <a:lnTo>
                    <a:pt x="160" y="630"/>
                  </a:lnTo>
                  <a:lnTo>
                    <a:pt x="162" y="622"/>
                  </a:lnTo>
                  <a:lnTo>
                    <a:pt x="162" y="622"/>
                  </a:lnTo>
                  <a:lnTo>
                    <a:pt x="174" y="630"/>
                  </a:lnTo>
                  <a:lnTo>
                    <a:pt x="184" y="638"/>
                  </a:lnTo>
                  <a:lnTo>
                    <a:pt x="204" y="648"/>
                  </a:lnTo>
                  <a:lnTo>
                    <a:pt x="226" y="658"/>
                  </a:lnTo>
                  <a:lnTo>
                    <a:pt x="238" y="666"/>
                  </a:lnTo>
                  <a:lnTo>
                    <a:pt x="250" y="676"/>
                  </a:lnTo>
                  <a:lnTo>
                    <a:pt x="250" y="676"/>
                  </a:lnTo>
                  <a:lnTo>
                    <a:pt x="254" y="678"/>
                  </a:lnTo>
                  <a:lnTo>
                    <a:pt x="252" y="674"/>
                  </a:lnTo>
                  <a:lnTo>
                    <a:pt x="248" y="670"/>
                  </a:lnTo>
                  <a:lnTo>
                    <a:pt x="248" y="668"/>
                  </a:lnTo>
                  <a:lnTo>
                    <a:pt x="248" y="666"/>
                  </a:lnTo>
                  <a:lnTo>
                    <a:pt x="248" y="666"/>
                  </a:lnTo>
                  <a:lnTo>
                    <a:pt x="254" y="668"/>
                  </a:lnTo>
                  <a:lnTo>
                    <a:pt x="262" y="672"/>
                  </a:lnTo>
                  <a:lnTo>
                    <a:pt x="266" y="678"/>
                  </a:lnTo>
                  <a:lnTo>
                    <a:pt x="270" y="682"/>
                  </a:lnTo>
                  <a:lnTo>
                    <a:pt x="270" y="682"/>
                  </a:lnTo>
                  <a:lnTo>
                    <a:pt x="270" y="678"/>
                  </a:lnTo>
                  <a:lnTo>
                    <a:pt x="268" y="674"/>
                  </a:lnTo>
                  <a:lnTo>
                    <a:pt x="264" y="668"/>
                  </a:lnTo>
                  <a:lnTo>
                    <a:pt x="264" y="666"/>
                  </a:lnTo>
                  <a:lnTo>
                    <a:pt x="264" y="664"/>
                  </a:lnTo>
                  <a:lnTo>
                    <a:pt x="266" y="662"/>
                  </a:lnTo>
                  <a:lnTo>
                    <a:pt x="272" y="662"/>
                  </a:lnTo>
                  <a:lnTo>
                    <a:pt x="272" y="662"/>
                  </a:lnTo>
                  <a:lnTo>
                    <a:pt x="274" y="664"/>
                  </a:lnTo>
                  <a:lnTo>
                    <a:pt x="274" y="664"/>
                  </a:lnTo>
                  <a:lnTo>
                    <a:pt x="276" y="660"/>
                  </a:lnTo>
                  <a:lnTo>
                    <a:pt x="276" y="658"/>
                  </a:lnTo>
                  <a:lnTo>
                    <a:pt x="278" y="656"/>
                  </a:lnTo>
                  <a:lnTo>
                    <a:pt x="280" y="656"/>
                  </a:lnTo>
                  <a:lnTo>
                    <a:pt x="286" y="658"/>
                  </a:lnTo>
                  <a:lnTo>
                    <a:pt x="284" y="676"/>
                  </a:lnTo>
                  <a:lnTo>
                    <a:pt x="284" y="676"/>
                  </a:lnTo>
                  <a:lnTo>
                    <a:pt x="290" y="676"/>
                  </a:lnTo>
                  <a:lnTo>
                    <a:pt x="294" y="674"/>
                  </a:lnTo>
                  <a:lnTo>
                    <a:pt x="298" y="672"/>
                  </a:lnTo>
                  <a:lnTo>
                    <a:pt x="306" y="674"/>
                  </a:lnTo>
                  <a:lnTo>
                    <a:pt x="306" y="674"/>
                  </a:lnTo>
                  <a:lnTo>
                    <a:pt x="308" y="678"/>
                  </a:lnTo>
                  <a:lnTo>
                    <a:pt x="308" y="682"/>
                  </a:lnTo>
                  <a:lnTo>
                    <a:pt x="300" y="686"/>
                  </a:lnTo>
                  <a:lnTo>
                    <a:pt x="296" y="686"/>
                  </a:lnTo>
                  <a:lnTo>
                    <a:pt x="296" y="688"/>
                  </a:lnTo>
                  <a:lnTo>
                    <a:pt x="298" y="692"/>
                  </a:lnTo>
                  <a:lnTo>
                    <a:pt x="304" y="696"/>
                  </a:lnTo>
                  <a:lnTo>
                    <a:pt x="304" y="696"/>
                  </a:lnTo>
                  <a:lnTo>
                    <a:pt x="310" y="696"/>
                  </a:lnTo>
                  <a:lnTo>
                    <a:pt x="318" y="696"/>
                  </a:lnTo>
                  <a:lnTo>
                    <a:pt x="334" y="690"/>
                  </a:lnTo>
                  <a:lnTo>
                    <a:pt x="344" y="686"/>
                  </a:lnTo>
                  <a:lnTo>
                    <a:pt x="352" y="684"/>
                  </a:lnTo>
                  <a:lnTo>
                    <a:pt x="362" y="686"/>
                  </a:lnTo>
                  <a:lnTo>
                    <a:pt x="370" y="690"/>
                  </a:lnTo>
                  <a:lnTo>
                    <a:pt x="370" y="690"/>
                  </a:lnTo>
                  <a:lnTo>
                    <a:pt x="378" y="688"/>
                  </a:lnTo>
                  <a:lnTo>
                    <a:pt x="382" y="684"/>
                  </a:lnTo>
                  <a:lnTo>
                    <a:pt x="382" y="682"/>
                  </a:lnTo>
                  <a:lnTo>
                    <a:pt x="382" y="678"/>
                  </a:lnTo>
                  <a:lnTo>
                    <a:pt x="382" y="674"/>
                  </a:lnTo>
                  <a:lnTo>
                    <a:pt x="382" y="672"/>
                  </a:lnTo>
                  <a:lnTo>
                    <a:pt x="388" y="672"/>
                  </a:lnTo>
                  <a:lnTo>
                    <a:pt x="396" y="674"/>
                  </a:lnTo>
                  <a:lnTo>
                    <a:pt x="380" y="660"/>
                  </a:lnTo>
                  <a:lnTo>
                    <a:pt x="380" y="660"/>
                  </a:lnTo>
                  <a:lnTo>
                    <a:pt x="382" y="656"/>
                  </a:lnTo>
                  <a:lnTo>
                    <a:pt x="386" y="654"/>
                  </a:lnTo>
                  <a:lnTo>
                    <a:pt x="390" y="652"/>
                  </a:lnTo>
                  <a:lnTo>
                    <a:pt x="396" y="654"/>
                  </a:lnTo>
                  <a:lnTo>
                    <a:pt x="396" y="654"/>
                  </a:lnTo>
                  <a:lnTo>
                    <a:pt x="402" y="666"/>
                  </a:lnTo>
                  <a:lnTo>
                    <a:pt x="408" y="670"/>
                  </a:lnTo>
                  <a:lnTo>
                    <a:pt x="412" y="674"/>
                  </a:lnTo>
                  <a:lnTo>
                    <a:pt x="412" y="674"/>
                  </a:lnTo>
                  <a:lnTo>
                    <a:pt x="406" y="668"/>
                  </a:lnTo>
                  <a:lnTo>
                    <a:pt x="406" y="664"/>
                  </a:lnTo>
                  <a:lnTo>
                    <a:pt x="408" y="660"/>
                  </a:lnTo>
                  <a:lnTo>
                    <a:pt x="414" y="658"/>
                  </a:lnTo>
                  <a:lnTo>
                    <a:pt x="420" y="654"/>
                  </a:lnTo>
                  <a:lnTo>
                    <a:pt x="422" y="650"/>
                  </a:lnTo>
                  <a:lnTo>
                    <a:pt x="422" y="646"/>
                  </a:lnTo>
                  <a:lnTo>
                    <a:pt x="418" y="640"/>
                  </a:lnTo>
                  <a:lnTo>
                    <a:pt x="426" y="642"/>
                  </a:lnTo>
                  <a:lnTo>
                    <a:pt x="426" y="642"/>
                  </a:lnTo>
                  <a:lnTo>
                    <a:pt x="426" y="640"/>
                  </a:lnTo>
                  <a:lnTo>
                    <a:pt x="426" y="638"/>
                  </a:lnTo>
                  <a:lnTo>
                    <a:pt x="438" y="638"/>
                  </a:lnTo>
                  <a:lnTo>
                    <a:pt x="438" y="638"/>
                  </a:lnTo>
                  <a:lnTo>
                    <a:pt x="426" y="632"/>
                  </a:lnTo>
                  <a:lnTo>
                    <a:pt x="422" y="628"/>
                  </a:lnTo>
                  <a:lnTo>
                    <a:pt x="422" y="626"/>
                  </a:lnTo>
                  <a:lnTo>
                    <a:pt x="422" y="622"/>
                  </a:lnTo>
                  <a:lnTo>
                    <a:pt x="424" y="620"/>
                  </a:lnTo>
                  <a:lnTo>
                    <a:pt x="442" y="620"/>
                  </a:lnTo>
                  <a:lnTo>
                    <a:pt x="442" y="620"/>
                  </a:lnTo>
                  <a:lnTo>
                    <a:pt x="442" y="614"/>
                  </a:lnTo>
                  <a:lnTo>
                    <a:pt x="442" y="608"/>
                  </a:lnTo>
                  <a:lnTo>
                    <a:pt x="444" y="604"/>
                  </a:lnTo>
                  <a:lnTo>
                    <a:pt x="446" y="600"/>
                  </a:lnTo>
                  <a:lnTo>
                    <a:pt x="446" y="600"/>
                  </a:lnTo>
                  <a:lnTo>
                    <a:pt x="424" y="586"/>
                  </a:lnTo>
                  <a:lnTo>
                    <a:pt x="404" y="574"/>
                  </a:lnTo>
                  <a:lnTo>
                    <a:pt x="404" y="574"/>
                  </a:lnTo>
                  <a:lnTo>
                    <a:pt x="406" y="582"/>
                  </a:lnTo>
                  <a:lnTo>
                    <a:pt x="408" y="586"/>
                  </a:lnTo>
                  <a:lnTo>
                    <a:pt x="406" y="588"/>
                  </a:lnTo>
                  <a:lnTo>
                    <a:pt x="406" y="588"/>
                  </a:lnTo>
                  <a:lnTo>
                    <a:pt x="402" y="588"/>
                  </a:lnTo>
                  <a:lnTo>
                    <a:pt x="400" y="588"/>
                  </a:lnTo>
                  <a:lnTo>
                    <a:pt x="396" y="584"/>
                  </a:lnTo>
                  <a:lnTo>
                    <a:pt x="392" y="580"/>
                  </a:lnTo>
                  <a:lnTo>
                    <a:pt x="390" y="580"/>
                  </a:lnTo>
                  <a:lnTo>
                    <a:pt x="386" y="580"/>
                  </a:lnTo>
                  <a:lnTo>
                    <a:pt x="388" y="588"/>
                  </a:lnTo>
                  <a:lnTo>
                    <a:pt x="388" y="588"/>
                  </a:lnTo>
                  <a:lnTo>
                    <a:pt x="388" y="586"/>
                  </a:lnTo>
                  <a:lnTo>
                    <a:pt x="390" y="584"/>
                  </a:lnTo>
                  <a:lnTo>
                    <a:pt x="390" y="584"/>
                  </a:lnTo>
                  <a:lnTo>
                    <a:pt x="392" y="584"/>
                  </a:lnTo>
                  <a:lnTo>
                    <a:pt x="394" y="584"/>
                  </a:lnTo>
                  <a:lnTo>
                    <a:pt x="394" y="590"/>
                  </a:lnTo>
                  <a:lnTo>
                    <a:pt x="394" y="590"/>
                  </a:lnTo>
                  <a:lnTo>
                    <a:pt x="392" y="592"/>
                  </a:lnTo>
                  <a:lnTo>
                    <a:pt x="388" y="594"/>
                  </a:lnTo>
                  <a:lnTo>
                    <a:pt x="382" y="592"/>
                  </a:lnTo>
                  <a:lnTo>
                    <a:pt x="378" y="588"/>
                  </a:lnTo>
                  <a:lnTo>
                    <a:pt x="376" y="582"/>
                  </a:lnTo>
                  <a:lnTo>
                    <a:pt x="376" y="582"/>
                  </a:lnTo>
                  <a:lnTo>
                    <a:pt x="372" y="580"/>
                  </a:lnTo>
                  <a:lnTo>
                    <a:pt x="368" y="582"/>
                  </a:lnTo>
                  <a:lnTo>
                    <a:pt x="366" y="584"/>
                  </a:lnTo>
                  <a:lnTo>
                    <a:pt x="366" y="588"/>
                  </a:lnTo>
                  <a:lnTo>
                    <a:pt x="364" y="594"/>
                  </a:lnTo>
                  <a:lnTo>
                    <a:pt x="364" y="596"/>
                  </a:lnTo>
                  <a:lnTo>
                    <a:pt x="364" y="598"/>
                  </a:lnTo>
                  <a:lnTo>
                    <a:pt x="364" y="598"/>
                  </a:lnTo>
                  <a:lnTo>
                    <a:pt x="362" y="592"/>
                  </a:lnTo>
                  <a:lnTo>
                    <a:pt x="358" y="588"/>
                  </a:lnTo>
                  <a:lnTo>
                    <a:pt x="350" y="584"/>
                  </a:lnTo>
                  <a:lnTo>
                    <a:pt x="340" y="582"/>
                  </a:lnTo>
                  <a:lnTo>
                    <a:pt x="334" y="580"/>
                  </a:lnTo>
                  <a:lnTo>
                    <a:pt x="332" y="576"/>
                  </a:lnTo>
                  <a:lnTo>
                    <a:pt x="334" y="588"/>
                  </a:lnTo>
                  <a:lnTo>
                    <a:pt x="334" y="588"/>
                  </a:lnTo>
                  <a:lnTo>
                    <a:pt x="328" y="588"/>
                  </a:lnTo>
                  <a:lnTo>
                    <a:pt x="322" y="588"/>
                  </a:lnTo>
                  <a:lnTo>
                    <a:pt x="318" y="586"/>
                  </a:lnTo>
                  <a:lnTo>
                    <a:pt x="316" y="584"/>
                  </a:lnTo>
                  <a:lnTo>
                    <a:pt x="310" y="578"/>
                  </a:lnTo>
                  <a:lnTo>
                    <a:pt x="306" y="572"/>
                  </a:lnTo>
                  <a:lnTo>
                    <a:pt x="304" y="580"/>
                  </a:lnTo>
                  <a:lnTo>
                    <a:pt x="304" y="580"/>
                  </a:lnTo>
                  <a:lnTo>
                    <a:pt x="300" y="578"/>
                  </a:lnTo>
                  <a:lnTo>
                    <a:pt x="294" y="576"/>
                  </a:lnTo>
                  <a:lnTo>
                    <a:pt x="282" y="576"/>
                  </a:lnTo>
                  <a:lnTo>
                    <a:pt x="278" y="574"/>
                  </a:lnTo>
                  <a:lnTo>
                    <a:pt x="274" y="572"/>
                  </a:lnTo>
                  <a:lnTo>
                    <a:pt x="272" y="566"/>
                  </a:lnTo>
                  <a:lnTo>
                    <a:pt x="274" y="556"/>
                  </a:lnTo>
                  <a:lnTo>
                    <a:pt x="272" y="562"/>
                  </a:lnTo>
                  <a:lnTo>
                    <a:pt x="272" y="562"/>
                  </a:lnTo>
                  <a:lnTo>
                    <a:pt x="266" y="560"/>
                  </a:lnTo>
                  <a:lnTo>
                    <a:pt x="258" y="556"/>
                  </a:lnTo>
                  <a:lnTo>
                    <a:pt x="254" y="552"/>
                  </a:lnTo>
                  <a:lnTo>
                    <a:pt x="252" y="550"/>
                  </a:lnTo>
                  <a:lnTo>
                    <a:pt x="252" y="546"/>
                  </a:lnTo>
                  <a:lnTo>
                    <a:pt x="252" y="546"/>
                  </a:lnTo>
                  <a:lnTo>
                    <a:pt x="246" y="548"/>
                  </a:lnTo>
                  <a:lnTo>
                    <a:pt x="242" y="550"/>
                  </a:lnTo>
                  <a:lnTo>
                    <a:pt x="242" y="550"/>
                  </a:lnTo>
                  <a:lnTo>
                    <a:pt x="242" y="542"/>
                  </a:lnTo>
                  <a:lnTo>
                    <a:pt x="240" y="540"/>
                  </a:lnTo>
                  <a:lnTo>
                    <a:pt x="226" y="534"/>
                  </a:lnTo>
                  <a:lnTo>
                    <a:pt x="226" y="534"/>
                  </a:lnTo>
                  <a:lnTo>
                    <a:pt x="226" y="538"/>
                  </a:lnTo>
                  <a:lnTo>
                    <a:pt x="224" y="544"/>
                  </a:lnTo>
                  <a:lnTo>
                    <a:pt x="220" y="552"/>
                  </a:lnTo>
                  <a:lnTo>
                    <a:pt x="222" y="558"/>
                  </a:lnTo>
                  <a:lnTo>
                    <a:pt x="222" y="558"/>
                  </a:lnTo>
                  <a:lnTo>
                    <a:pt x="214" y="556"/>
                  </a:lnTo>
                  <a:lnTo>
                    <a:pt x="210" y="554"/>
                  </a:lnTo>
                  <a:lnTo>
                    <a:pt x="210" y="550"/>
                  </a:lnTo>
                  <a:lnTo>
                    <a:pt x="210" y="544"/>
                  </a:lnTo>
                  <a:lnTo>
                    <a:pt x="212" y="534"/>
                  </a:lnTo>
                  <a:lnTo>
                    <a:pt x="212" y="528"/>
                  </a:lnTo>
                  <a:lnTo>
                    <a:pt x="210" y="524"/>
                  </a:lnTo>
                  <a:lnTo>
                    <a:pt x="210" y="524"/>
                  </a:lnTo>
                  <a:lnTo>
                    <a:pt x="206" y="524"/>
                  </a:lnTo>
                  <a:lnTo>
                    <a:pt x="206" y="526"/>
                  </a:lnTo>
                  <a:lnTo>
                    <a:pt x="206" y="530"/>
                  </a:lnTo>
                  <a:lnTo>
                    <a:pt x="208" y="536"/>
                  </a:lnTo>
                  <a:lnTo>
                    <a:pt x="208" y="542"/>
                  </a:lnTo>
                  <a:lnTo>
                    <a:pt x="208" y="542"/>
                  </a:lnTo>
                  <a:lnTo>
                    <a:pt x="202" y="534"/>
                  </a:lnTo>
                  <a:lnTo>
                    <a:pt x="194" y="530"/>
                  </a:lnTo>
                  <a:lnTo>
                    <a:pt x="176" y="522"/>
                  </a:lnTo>
                  <a:lnTo>
                    <a:pt x="168" y="518"/>
                  </a:lnTo>
                  <a:lnTo>
                    <a:pt x="162" y="514"/>
                  </a:lnTo>
                  <a:lnTo>
                    <a:pt x="160" y="506"/>
                  </a:lnTo>
                  <a:lnTo>
                    <a:pt x="164" y="496"/>
                  </a:lnTo>
                  <a:lnTo>
                    <a:pt x="176" y="500"/>
                  </a:lnTo>
                  <a:lnTo>
                    <a:pt x="176" y="500"/>
                  </a:lnTo>
                  <a:lnTo>
                    <a:pt x="174" y="488"/>
                  </a:lnTo>
                  <a:lnTo>
                    <a:pt x="174" y="486"/>
                  </a:lnTo>
                  <a:lnTo>
                    <a:pt x="172" y="488"/>
                  </a:lnTo>
                  <a:lnTo>
                    <a:pt x="172" y="488"/>
                  </a:lnTo>
                  <a:lnTo>
                    <a:pt x="174" y="488"/>
                  </a:lnTo>
                  <a:lnTo>
                    <a:pt x="174" y="490"/>
                  </a:lnTo>
                  <a:lnTo>
                    <a:pt x="172" y="494"/>
                  </a:lnTo>
                  <a:lnTo>
                    <a:pt x="172" y="494"/>
                  </a:lnTo>
                  <a:lnTo>
                    <a:pt x="162" y="488"/>
                  </a:lnTo>
                  <a:lnTo>
                    <a:pt x="158" y="480"/>
                  </a:lnTo>
                  <a:lnTo>
                    <a:pt x="156" y="472"/>
                  </a:lnTo>
                  <a:lnTo>
                    <a:pt x="156" y="462"/>
                  </a:lnTo>
                  <a:lnTo>
                    <a:pt x="156" y="444"/>
                  </a:lnTo>
                  <a:lnTo>
                    <a:pt x="154" y="436"/>
                  </a:lnTo>
                  <a:lnTo>
                    <a:pt x="150" y="428"/>
                  </a:lnTo>
                  <a:lnTo>
                    <a:pt x="150" y="428"/>
                  </a:lnTo>
                  <a:lnTo>
                    <a:pt x="146" y="434"/>
                  </a:lnTo>
                  <a:lnTo>
                    <a:pt x="142" y="438"/>
                  </a:lnTo>
                  <a:lnTo>
                    <a:pt x="142" y="438"/>
                  </a:lnTo>
                  <a:lnTo>
                    <a:pt x="140" y="434"/>
                  </a:lnTo>
                  <a:lnTo>
                    <a:pt x="140" y="430"/>
                  </a:lnTo>
                  <a:lnTo>
                    <a:pt x="146" y="422"/>
                  </a:lnTo>
                  <a:lnTo>
                    <a:pt x="150" y="418"/>
                  </a:lnTo>
                  <a:lnTo>
                    <a:pt x="152" y="412"/>
                  </a:lnTo>
                  <a:lnTo>
                    <a:pt x="150" y="408"/>
                  </a:lnTo>
                  <a:lnTo>
                    <a:pt x="146" y="402"/>
                  </a:lnTo>
                  <a:lnTo>
                    <a:pt x="142" y="408"/>
                  </a:lnTo>
                  <a:lnTo>
                    <a:pt x="142" y="408"/>
                  </a:lnTo>
                  <a:lnTo>
                    <a:pt x="140" y="404"/>
                  </a:lnTo>
                  <a:lnTo>
                    <a:pt x="140" y="400"/>
                  </a:lnTo>
                  <a:lnTo>
                    <a:pt x="144" y="398"/>
                  </a:lnTo>
                  <a:lnTo>
                    <a:pt x="146" y="396"/>
                  </a:lnTo>
                  <a:lnTo>
                    <a:pt x="146" y="396"/>
                  </a:lnTo>
                  <a:lnTo>
                    <a:pt x="138" y="396"/>
                  </a:lnTo>
                  <a:lnTo>
                    <a:pt x="134" y="394"/>
                  </a:lnTo>
                  <a:lnTo>
                    <a:pt x="130" y="386"/>
                  </a:lnTo>
                  <a:lnTo>
                    <a:pt x="128" y="380"/>
                  </a:lnTo>
                  <a:lnTo>
                    <a:pt x="126" y="370"/>
                  </a:lnTo>
                  <a:lnTo>
                    <a:pt x="122" y="362"/>
                  </a:lnTo>
                  <a:lnTo>
                    <a:pt x="116" y="354"/>
                  </a:lnTo>
                  <a:lnTo>
                    <a:pt x="108" y="348"/>
                  </a:lnTo>
                  <a:lnTo>
                    <a:pt x="108" y="348"/>
                  </a:lnTo>
                  <a:lnTo>
                    <a:pt x="118" y="338"/>
                  </a:lnTo>
                  <a:lnTo>
                    <a:pt x="124" y="326"/>
                  </a:lnTo>
                  <a:lnTo>
                    <a:pt x="130" y="316"/>
                  </a:lnTo>
                  <a:lnTo>
                    <a:pt x="130" y="310"/>
                  </a:lnTo>
                  <a:lnTo>
                    <a:pt x="130" y="306"/>
                  </a:lnTo>
                  <a:lnTo>
                    <a:pt x="130" y="306"/>
                  </a:lnTo>
                  <a:lnTo>
                    <a:pt x="126" y="302"/>
                  </a:lnTo>
                  <a:lnTo>
                    <a:pt x="122" y="300"/>
                  </a:lnTo>
                  <a:lnTo>
                    <a:pt x="118" y="302"/>
                  </a:lnTo>
                  <a:lnTo>
                    <a:pt x="114" y="302"/>
                  </a:lnTo>
                  <a:lnTo>
                    <a:pt x="108" y="306"/>
                  </a:lnTo>
                  <a:lnTo>
                    <a:pt x="104" y="306"/>
                  </a:lnTo>
                  <a:lnTo>
                    <a:pt x="98" y="306"/>
                  </a:lnTo>
                  <a:lnTo>
                    <a:pt x="98" y="306"/>
                  </a:lnTo>
                  <a:lnTo>
                    <a:pt x="102" y="298"/>
                  </a:lnTo>
                  <a:lnTo>
                    <a:pt x="108" y="294"/>
                  </a:lnTo>
                  <a:lnTo>
                    <a:pt x="114" y="288"/>
                  </a:lnTo>
                  <a:lnTo>
                    <a:pt x="116" y="278"/>
                  </a:lnTo>
                  <a:lnTo>
                    <a:pt x="116" y="278"/>
                  </a:lnTo>
                  <a:lnTo>
                    <a:pt x="120" y="282"/>
                  </a:lnTo>
                  <a:lnTo>
                    <a:pt x="124" y="286"/>
                  </a:lnTo>
                  <a:lnTo>
                    <a:pt x="132" y="296"/>
                  </a:lnTo>
                  <a:lnTo>
                    <a:pt x="134" y="298"/>
                  </a:lnTo>
                  <a:lnTo>
                    <a:pt x="138" y="300"/>
                  </a:lnTo>
                  <a:lnTo>
                    <a:pt x="144" y="298"/>
                  </a:lnTo>
                  <a:lnTo>
                    <a:pt x="148" y="294"/>
                  </a:lnTo>
                  <a:lnTo>
                    <a:pt x="144" y="288"/>
                  </a:lnTo>
                  <a:lnTo>
                    <a:pt x="144" y="288"/>
                  </a:lnTo>
                  <a:lnTo>
                    <a:pt x="144" y="292"/>
                  </a:lnTo>
                  <a:lnTo>
                    <a:pt x="144" y="294"/>
                  </a:lnTo>
                  <a:lnTo>
                    <a:pt x="142" y="296"/>
                  </a:lnTo>
                  <a:lnTo>
                    <a:pt x="142" y="296"/>
                  </a:lnTo>
                  <a:lnTo>
                    <a:pt x="136" y="298"/>
                  </a:lnTo>
                  <a:lnTo>
                    <a:pt x="134" y="294"/>
                  </a:lnTo>
                  <a:lnTo>
                    <a:pt x="134" y="290"/>
                  </a:lnTo>
                  <a:lnTo>
                    <a:pt x="132" y="286"/>
                  </a:lnTo>
                  <a:lnTo>
                    <a:pt x="132" y="286"/>
                  </a:lnTo>
                  <a:lnTo>
                    <a:pt x="140" y="276"/>
                  </a:lnTo>
                  <a:lnTo>
                    <a:pt x="148" y="264"/>
                  </a:lnTo>
                  <a:lnTo>
                    <a:pt x="148" y="264"/>
                  </a:lnTo>
                  <a:lnTo>
                    <a:pt x="152" y="268"/>
                  </a:lnTo>
                  <a:lnTo>
                    <a:pt x="154" y="270"/>
                  </a:lnTo>
                  <a:lnTo>
                    <a:pt x="154" y="276"/>
                  </a:lnTo>
                  <a:lnTo>
                    <a:pt x="154" y="282"/>
                  </a:lnTo>
                  <a:lnTo>
                    <a:pt x="154" y="284"/>
                  </a:lnTo>
                  <a:lnTo>
                    <a:pt x="154" y="284"/>
                  </a:lnTo>
                  <a:lnTo>
                    <a:pt x="156" y="270"/>
                  </a:lnTo>
                  <a:lnTo>
                    <a:pt x="160" y="252"/>
                  </a:lnTo>
                  <a:lnTo>
                    <a:pt x="164" y="244"/>
                  </a:lnTo>
                  <a:lnTo>
                    <a:pt x="168" y="236"/>
                  </a:lnTo>
                  <a:lnTo>
                    <a:pt x="174" y="230"/>
                  </a:lnTo>
                  <a:lnTo>
                    <a:pt x="182" y="226"/>
                  </a:lnTo>
                  <a:lnTo>
                    <a:pt x="176" y="224"/>
                  </a:lnTo>
                  <a:lnTo>
                    <a:pt x="176" y="224"/>
                  </a:lnTo>
                  <a:lnTo>
                    <a:pt x="184" y="220"/>
                  </a:lnTo>
                  <a:lnTo>
                    <a:pt x="188" y="216"/>
                  </a:lnTo>
                  <a:lnTo>
                    <a:pt x="188" y="210"/>
                  </a:lnTo>
                  <a:lnTo>
                    <a:pt x="188" y="206"/>
                  </a:lnTo>
                  <a:lnTo>
                    <a:pt x="188" y="202"/>
                  </a:lnTo>
                  <a:lnTo>
                    <a:pt x="190" y="198"/>
                  </a:lnTo>
                  <a:lnTo>
                    <a:pt x="194" y="198"/>
                  </a:lnTo>
                  <a:lnTo>
                    <a:pt x="204" y="198"/>
                  </a:lnTo>
                  <a:lnTo>
                    <a:pt x="204" y="198"/>
                  </a:lnTo>
                  <a:lnTo>
                    <a:pt x="206" y="196"/>
                  </a:lnTo>
                  <a:lnTo>
                    <a:pt x="206" y="192"/>
                  </a:lnTo>
                  <a:lnTo>
                    <a:pt x="202" y="188"/>
                  </a:lnTo>
                  <a:lnTo>
                    <a:pt x="200" y="186"/>
                  </a:lnTo>
                  <a:lnTo>
                    <a:pt x="200" y="184"/>
                  </a:lnTo>
                  <a:lnTo>
                    <a:pt x="202" y="180"/>
                  </a:lnTo>
                  <a:lnTo>
                    <a:pt x="206" y="178"/>
                  </a:lnTo>
                  <a:lnTo>
                    <a:pt x="206" y="178"/>
                  </a:lnTo>
                  <a:lnTo>
                    <a:pt x="210" y="176"/>
                  </a:lnTo>
                  <a:lnTo>
                    <a:pt x="210" y="178"/>
                  </a:lnTo>
                  <a:lnTo>
                    <a:pt x="212" y="182"/>
                  </a:lnTo>
                  <a:lnTo>
                    <a:pt x="212" y="182"/>
                  </a:lnTo>
                  <a:lnTo>
                    <a:pt x="218" y="180"/>
                  </a:lnTo>
                  <a:lnTo>
                    <a:pt x="222" y="178"/>
                  </a:lnTo>
                  <a:lnTo>
                    <a:pt x="224" y="172"/>
                  </a:lnTo>
                  <a:lnTo>
                    <a:pt x="224" y="170"/>
                  </a:lnTo>
                  <a:lnTo>
                    <a:pt x="226" y="168"/>
                  </a:lnTo>
                  <a:lnTo>
                    <a:pt x="230" y="168"/>
                  </a:lnTo>
                  <a:lnTo>
                    <a:pt x="238" y="168"/>
                  </a:lnTo>
                  <a:lnTo>
                    <a:pt x="228" y="156"/>
                  </a:lnTo>
                  <a:lnTo>
                    <a:pt x="228" y="156"/>
                  </a:lnTo>
                  <a:lnTo>
                    <a:pt x="238" y="156"/>
                  </a:lnTo>
                  <a:lnTo>
                    <a:pt x="248" y="158"/>
                  </a:lnTo>
                  <a:lnTo>
                    <a:pt x="270" y="162"/>
                  </a:lnTo>
                  <a:lnTo>
                    <a:pt x="290" y="164"/>
                  </a:lnTo>
                  <a:lnTo>
                    <a:pt x="298" y="162"/>
                  </a:lnTo>
                  <a:lnTo>
                    <a:pt x="306" y="158"/>
                  </a:lnTo>
                  <a:lnTo>
                    <a:pt x="306" y="158"/>
                  </a:lnTo>
                  <a:lnTo>
                    <a:pt x="304" y="156"/>
                  </a:lnTo>
                  <a:lnTo>
                    <a:pt x="302" y="154"/>
                  </a:lnTo>
                  <a:lnTo>
                    <a:pt x="294" y="152"/>
                  </a:lnTo>
                  <a:lnTo>
                    <a:pt x="288" y="150"/>
                  </a:lnTo>
                  <a:lnTo>
                    <a:pt x="282" y="146"/>
                  </a:lnTo>
                  <a:lnTo>
                    <a:pt x="282" y="146"/>
                  </a:lnTo>
                  <a:lnTo>
                    <a:pt x="294" y="148"/>
                  </a:lnTo>
                  <a:lnTo>
                    <a:pt x="306" y="148"/>
                  </a:lnTo>
                  <a:lnTo>
                    <a:pt x="320" y="146"/>
                  </a:lnTo>
                  <a:lnTo>
                    <a:pt x="332" y="142"/>
                  </a:lnTo>
                  <a:lnTo>
                    <a:pt x="356" y="134"/>
                  </a:lnTo>
                  <a:lnTo>
                    <a:pt x="368" y="132"/>
                  </a:lnTo>
                  <a:lnTo>
                    <a:pt x="380" y="132"/>
                  </a:lnTo>
                  <a:lnTo>
                    <a:pt x="380" y="132"/>
                  </a:lnTo>
                  <a:lnTo>
                    <a:pt x="378" y="136"/>
                  </a:lnTo>
                  <a:lnTo>
                    <a:pt x="380" y="140"/>
                  </a:lnTo>
                  <a:lnTo>
                    <a:pt x="384" y="148"/>
                  </a:lnTo>
                  <a:lnTo>
                    <a:pt x="386" y="152"/>
                  </a:lnTo>
                  <a:lnTo>
                    <a:pt x="388" y="156"/>
                  </a:lnTo>
                  <a:lnTo>
                    <a:pt x="386" y="160"/>
                  </a:lnTo>
                  <a:lnTo>
                    <a:pt x="382" y="164"/>
                  </a:lnTo>
                  <a:lnTo>
                    <a:pt x="382" y="164"/>
                  </a:lnTo>
                  <a:lnTo>
                    <a:pt x="380" y="160"/>
                  </a:lnTo>
                  <a:lnTo>
                    <a:pt x="376" y="158"/>
                  </a:lnTo>
                  <a:lnTo>
                    <a:pt x="374" y="158"/>
                  </a:lnTo>
                  <a:lnTo>
                    <a:pt x="372" y="158"/>
                  </a:lnTo>
                  <a:lnTo>
                    <a:pt x="366" y="162"/>
                  </a:lnTo>
                  <a:lnTo>
                    <a:pt x="360" y="164"/>
                  </a:lnTo>
                  <a:lnTo>
                    <a:pt x="360" y="164"/>
                  </a:lnTo>
                  <a:lnTo>
                    <a:pt x="364" y="168"/>
                  </a:lnTo>
                  <a:lnTo>
                    <a:pt x="368" y="170"/>
                  </a:lnTo>
                  <a:lnTo>
                    <a:pt x="374" y="172"/>
                  </a:lnTo>
                  <a:lnTo>
                    <a:pt x="378" y="170"/>
                  </a:lnTo>
                  <a:lnTo>
                    <a:pt x="388" y="168"/>
                  </a:lnTo>
                  <a:lnTo>
                    <a:pt x="398" y="162"/>
                  </a:lnTo>
                  <a:lnTo>
                    <a:pt x="406" y="156"/>
                  </a:lnTo>
                  <a:lnTo>
                    <a:pt x="414" y="154"/>
                  </a:lnTo>
                  <a:lnTo>
                    <a:pt x="418" y="152"/>
                  </a:lnTo>
                  <a:lnTo>
                    <a:pt x="422" y="154"/>
                  </a:lnTo>
                  <a:lnTo>
                    <a:pt x="424" y="156"/>
                  </a:lnTo>
                  <a:lnTo>
                    <a:pt x="426" y="160"/>
                  </a:lnTo>
                  <a:lnTo>
                    <a:pt x="428" y="148"/>
                  </a:lnTo>
                  <a:lnTo>
                    <a:pt x="428" y="148"/>
                  </a:lnTo>
                  <a:lnTo>
                    <a:pt x="432" y="150"/>
                  </a:lnTo>
                  <a:lnTo>
                    <a:pt x="436" y="154"/>
                  </a:lnTo>
                  <a:lnTo>
                    <a:pt x="440" y="158"/>
                  </a:lnTo>
                  <a:lnTo>
                    <a:pt x="438" y="160"/>
                  </a:lnTo>
                  <a:lnTo>
                    <a:pt x="438" y="162"/>
                  </a:lnTo>
                  <a:lnTo>
                    <a:pt x="438" y="162"/>
                  </a:lnTo>
                  <a:lnTo>
                    <a:pt x="464" y="148"/>
                  </a:lnTo>
                  <a:lnTo>
                    <a:pt x="464" y="148"/>
                  </a:lnTo>
                  <a:lnTo>
                    <a:pt x="454" y="142"/>
                  </a:lnTo>
                  <a:lnTo>
                    <a:pt x="442" y="136"/>
                  </a:lnTo>
                  <a:lnTo>
                    <a:pt x="436" y="134"/>
                  </a:lnTo>
                  <a:lnTo>
                    <a:pt x="430" y="134"/>
                  </a:lnTo>
                  <a:lnTo>
                    <a:pt x="426" y="136"/>
                  </a:lnTo>
                  <a:lnTo>
                    <a:pt x="424" y="138"/>
                  </a:lnTo>
                  <a:lnTo>
                    <a:pt x="424" y="138"/>
                  </a:lnTo>
                  <a:lnTo>
                    <a:pt x="420" y="136"/>
                  </a:lnTo>
                  <a:lnTo>
                    <a:pt x="420" y="132"/>
                  </a:lnTo>
                  <a:lnTo>
                    <a:pt x="424" y="128"/>
                  </a:lnTo>
                  <a:lnTo>
                    <a:pt x="426" y="124"/>
                  </a:lnTo>
                  <a:lnTo>
                    <a:pt x="426" y="120"/>
                  </a:lnTo>
                  <a:lnTo>
                    <a:pt x="424" y="116"/>
                  </a:lnTo>
                  <a:lnTo>
                    <a:pt x="424" y="116"/>
                  </a:lnTo>
                  <a:lnTo>
                    <a:pt x="430" y="120"/>
                  </a:lnTo>
                  <a:lnTo>
                    <a:pt x="436" y="120"/>
                  </a:lnTo>
                  <a:lnTo>
                    <a:pt x="438" y="120"/>
                  </a:lnTo>
                  <a:lnTo>
                    <a:pt x="440" y="116"/>
                  </a:lnTo>
                  <a:lnTo>
                    <a:pt x="446" y="110"/>
                  </a:lnTo>
                  <a:lnTo>
                    <a:pt x="450" y="106"/>
                  </a:lnTo>
                  <a:lnTo>
                    <a:pt x="456" y="106"/>
                  </a:lnTo>
                  <a:lnTo>
                    <a:pt x="456" y="106"/>
                  </a:lnTo>
                  <a:lnTo>
                    <a:pt x="454" y="112"/>
                  </a:lnTo>
                  <a:lnTo>
                    <a:pt x="456" y="118"/>
                  </a:lnTo>
                  <a:lnTo>
                    <a:pt x="460" y="120"/>
                  </a:lnTo>
                  <a:lnTo>
                    <a:pt x="466" y="124"/>
                  </a:lnTo>
                  <a:lnTo>
                    <a:pt x="474" y="130"/>
                  </a:lnTo>
                  <a:lnTo>
                    <a:pt x="478" y="132"/>
                  </a:lnTo>
                  <a:lnTo>
                    <a:pt x="480" y="134"/>
                  </a:lnTo>
                  <a:lnTo>
                    <a:pt x="480" y="134"/>
                  </a:lnTo>
                  <a:lnTo>
                    <a:pt x="486" y="134"/>
                  </a:lnTo>
                  <a:lnTo>
                    <a:pt x="494" y="134"/>
                  </a:lnTo>
                  <a:lnTo>
                    <a:pt x="500" y="138"/>
                  </a:lnTo>
                  <a:lnTo>
                    <a:pt x="506" y="142"/>
                  </a:lnTo>
                  <a:lnTo>
                    <a:pt x="506" y="142"/>
                  </a:lnTo>
                  <a:lnTo>
                    <a:pt x="518" y="140"/>
                  </a:lnTo>
                  <a:lnTo>
                    <a:pt x="532" y="136"/>
                  </a:lnTo>
                  <a:lnTo>
                    <a:pt x="546" y="132"/>
                  </a:lnTo>
                  <a:lnTo>
                    <a:pt x="554" y="132"/>
                  </a:lnTo>
                  <a:lnTo>
                    <a:pt x="560" y="134"/>
                  </a:lnTo>
                  <a:lnTo>
                    <a:pt x="560" y="134"/>
                  </a:lnTo>
                  <a:lnTo>
                    <a:pt x="550" y="124"/>
                  </a:lnTo>
                  <a:lnTo>
                    <a:pt x="546" y="118"/>
                  </a:lnTo>
                  <a:lnTo>
                    <a:pt x="544" y="110"/>
                  </a:lnTo>
                  <a:lnTo>
                    <a:pt x="544" y="110"/>
                  </a:lnTo>
                  <a:lnTo>
                    <a:pt x="550" y="114"/>
                  </a:lnTo>
                  <a:lnTo>
                    <a:pt x="558" y="114"/>
                  </a:lnTo>
                  <a:lnTo>
                    <a:pt x="562" y="112"/>
                  </a:lnTo>
                  <a:lnTo>
                    <a:pt x="564" y="104"/>
                  </a:lnTo>
                  <a:lnTo>
                    <a:pt x="564" y="104"/>
                  </a:lnTo>
                  <a:lnTo>
                    <a:pt x="554" y="98"/>
                  </a:lnTo>
                  <a:lnTo>
                    <a:pt x="548" y="98"/>
                  </a:lnTo>
                  <a:lnTo>
                    <a:pt x="546" y="102"/>
                  </a:lnTo>
                  <a:lnTo>
                    <a:pt x="544" y="108"/>
                  </a:lnTo>
                  <a:lnTo>
                    <a:pt x="542" y="114"/>
                  </a:lnTo>
                  <a:lnTo>
                    <a:pt x="540" y="120"/>
                  </a:lnTo>
                  <a:lnTo>
                    <a:pt x="536" y="120"/>
                  </a:lnTo>
                  <a:lnTo>
                    <a:pt x="534" y="122"/>
                  </a:lnTo>
                  <a:lnTo>
                    <a:pt x="526" y="118"/>
                  </a:lnTo>
                  <a:lnTo>
                    <a:pt x="526" y="118"/>
                  </a:lnTo>
                  <a:lnTo>
                    <a:pt x="518" y="110"/>
                  </a:lnTo>
                  <a:lnTo>
                    <a:pt x="512" y="104"/>
                  </a:lnTo>
                  <a:lnTo>
                    <a:pt x="504" y="102"/>
                  </a:lnTo>
                  <a:lnTo>
                    <a:pt x="492" y="98"/>
                  </a:lnTo>
                  <a:lnTo>
                    <a:pt x="492" y="98"/>
                  </a:lnTo>
                  <a:lnTo>
                    <a:pt x="496" y="94"/>
                  </a:lnTo>
                  <a:lnTo>
                    <a:pt x="496" y="88"/>
                  </a:lnTo>
                  <a:lnTo>
                    <a:pt x="498" y="76"/>
                  </a:lnTo>
                  <a:lnTo>
                    <a:pt x="498" y="76"/>
                  </a:lnTo>
                  <a:lnTo>
                    <a:pt x="506" y="84"/>
                  </a:lnTo>
                  <a:lnTo>
                    <a:pt x="516" y="88"/>
                  </a:lnTo>
                  <a:lnTo>
                    <a:pt x="524" y="90"/>
                  </a:lnTo>
                  <a:lnTo>
                    <a:pt x="534" y="90"/>
                  </a:lnTo>
                  <a:lnTo>
                    <a:pt x="554" y="88"/>
                  </a:lnTo>
                  <a:lnTo>
                    <a:pt x="564" y="88"/>
                  </a:lnTo>
                  <a:lnTo>
                    <a:pt x="574" y="92"/>
                  </a:lnTo>
                  <a:lnTo>
                    <a:pt x="574" y="92"/>
                  </a:lnTo>
                  <a:lnTo>
                    <a:pt x="578" y="96"/>
                  </a:lnTo>
                  <a:lnTo>
                    <a:pt x="580" y="100"/>
                  </a:lnTo>
                  <a:lnTo>
                    <a:pt x="582" y="110"/>
                  </a:lnTo>
                  <a:lnTo>
                    <a:pt x="584" y="116"/>
                  </a:lnTo>
                  <a:lnTo>
                    <a:pt x="586" y="120"/>
                  </a:lnTo>
                  <a:lnTo>
                    <a:pt x="590" y="124"/>
                  </a:lnTo>
                  <a:lnTo>
                    <a:pt x="598" y="126"/>
                  </a:lnTo>
                  <a:lnTo>
                    <a:pt x="578" y="134"/>
                  </a:lnTo>
                  <a:lnTo>
                    <a:pt x="578" y="134"/>
                  </a:lnTo>
                  <a:lnTo>
                    <a:pt x="584" y="132"/>
                  </a:lnTo>
                  <a:lnTo>
                    <a:pt x="588" y="132"/>
                  </a:lnTo>
                  <a:lnTo>
                    <a:pt x="590" y="134"/>
                  </a:lnTo>
                  <a:lnTo>
                    <a:pt x="590" y="136"/>
                  </a:lnTo>
                  <a:lnTo>
                    <a:pt x="592" y="142"/>
                  </a:lnTo>
                  <a:lnTo>
                    <a:pt x="594" y="146"/>
                  </a:lnTo>
                  <a:lnTo>
                    <a:pt x="598" y="148"/>
                  </a:lnTo>
                  <a:lnTo>
                    <a:pt x="592" y="138"/>
                  </a:lnTo>
                  <a:lnTo>
                    <a:pt x="592" y="138"/>
                  </a:lnTo>
                  <a:lnTo>
                    <a:pt x="600" y="136"/>
                  </a:lnTo>
                  <a:lnTo>
                    <a:pt x="604" y="138"/>
                  </a:lnTo>
                  <a:lnTo>
                    <a:pt x="608" y="142"/>
                  </a:lnTo>
                  <a:lnTo>
                    <a:pt x="610" y="146"/>
                  </a:lnTo>
                  <a:lnTo>
                    <a:pt x="604" y="130"/>
                  </a:lnTo>
                  <a:lnTo>
                    <a:pt x="604" y="130"/>
                  </a:lnTo>
                  <a:lnTo>
                    <a:pt x="610" y="130"/>
                  </a:lnTo>
                  <a:lnTo>
                    <a:pt x="614" y="130"/>
                  </a:lnTo>
                  <a:lnTo>
                    <a:pt x="618" y="132"/>
                  </a:lnTo>
                  <a:lnTo>
                    <a:pt x="620" y="138"/>
                  </a:lnTo>
                  <a:lnTo>
                    <a:pt x="620" y="138"/>
                  </a:lnTo>
                  <a:lnTo>
                    <a:pt x="622" y="128"/>
                  </a:lnTo>
                  <a:lnTo>
                    <a:pt x="622" y="128"/>
                  </a:lnTo>
                  <a:lnTo>
                    <a:pt x="626" y="132"/>
                  </a:lnTo>
                  <a:lnTo>
                    <a:pt x="632" y="134"/>
                  </a:lnTo>
                  <a:lnTo>
                    <a:pt x="632" y="134"/>
                  </a:lnTo>
                  <a:lnTo>
                    <a:pt x="628" y="132"/>
                  </a:lnTo>
                  <a:lnTo>
                    <a:pt x="626" y="130"/>
                  </a:lnTo>
                  <a:lnTo>
                    <a:pt x="626" y="128"/>
                  </a:lnTo>
                  <a:lnTo>
                    <a:pt x="626" y="128"/>
                  </a:lnTo>
                  <a:lnTo>
                    <a:pt x="634" y="130"/>
                  </a:lnTo>
                  <a:lnTo>
                    <a:pt x="638" y="130"/>
                  </a:lnTo>
                  <a:lnTo>
                    <a:pt x="642" y="126"/>
                  </a:lnTo>
                  <a:lnTo>
                    <a:pt x="642" y="124"/>
                  </a:lnTo>
                  <a:lnTo>
                    <a:pt x="644" y="118"/>
                  </a:lnTo>
                  <a:lnTo>
                    <a:pt x="648" y="118"/>
                  </a:lnTo>
                  <a:lnTo>
                    <a:pt x="652" y="118"/>
                  </a:lnTo>
                  <a:lnTo>
                    <a:pt x="652" y="118"/>
                  </a:lnTo>
                  <a:lnTo>
                    <a:pt x="652" y="116"/>
                  </a:lnTo>
                  <a:lnTo>
                    <a:pt x="654" y="114"/>
                  </a:lnTo>
                  <a:lnTo>
                    <a:pt x="662" y="112"/>
                  </a:lnTo>
                  <a:lnTo>
                    <a:pt x="662" y="112"/>
                  </a:lnTo>
                  <a:lnTo>
                    <a:pt x="660" y="120"/>
                  </a:lnTo>
                  <a:lnTo>
                    <a:pt x="662" y="126"/>
                  </a:lnTo>
                  <a:lnTo>
                    <a:pt x="666" y="132"/>
                  </a:lnTo>
                  <a:lnTo>
                    <a:pt x="670" y="140"/>
                  </a:lnTo>
                  <a:lnTo>
                    <a:pt x="678" y="150"/>
                  </a:lnTo>
                  <a:lnTo>
                    <a:pt x="682" y="156"/>
                  </a:lnTo>
                  <a:lnTo>
                    <a:pt x="682" y="162"/>
                  </a:lnTo>
                  <a:lnTo>
                    <a:pt x="682" y="162"/>
                  </a:lnTo>
                  <a:lnTo>
                    <a:pt x="682" y="162"/>
                  </a:lnTo>
                  <a:lnTo>
                    <a:pt x="688" y="170"/>
                  </a:lnTo>
                  <a:lnTo>
                    <a:pt x="694" y="180"/>
                  </a:lnTo>
                  <a:lnTo>
                    <a:pt x="694" y="180"/>
                  </a:lnTo>
                  <a:lnTo>
                    <a:pt x="694" y="176"/>
                  </a:lnTo>
                  <a:lnTo>
                    <a:pt x="696" y="174"/>
                  </a:lnTo>
                  <a:lnTo>
                    <a:pt x="700" y="174"/>
                  </a:lnTo>
                  <a:lnTo>
                    <a:pt x="704" y="174"/>
                  </a:lnTo>
                  <a:lnTo>
                    <a:pt x="704" y="172"/>
                  </a:lnTo>
                  <a:lnTo>
                    <a:pt x="704" y="172"/>
                  </a:lnTo>
                  <a:lnTo>
                    <a:pt x="706" y="172"/>
                  </a:lnTo>
                  <a:lnTo>
                    <a:pt x="708" y="168"/>
                  </a:lnTo>
                  <a:lnTo>
                    <a:pt x="712" y="162"/>
                  </a:lnTo>
                  <a:lnTo>
                    <a:pt x="714" y="158"/>
                  </a:lnTo>
                  <a:lnTo>
                    <a:pt x="716" y="158"/>
                  </a:lnTo>
                  <a:lnTo>
                    <a:pt x="720" y="158"/>
                  </a:lnTo>
                  <a:lnTo>
                    <a:pt x="724" y="162"/>
                  </a:lnTo>
                  <a:lnTo>
                    <a:pt x="724" y="162"/>
                  </a:lnTo>
                  <a:lnTo>
                    <a:pt x="728" y="174"/>
                  </a:lnTo>
                  <a:lnTo>
                    <a:pt x="728" y="174"/>
                  </a:lnTo>
                  <a:lnTo>
                    <a:pt x="728" y="172"/>
                  </a:lnTo>
                  <a:lnTo>
                    <a:pt x="732" y="170"/>
                  </a:lnTo>
                  <a:lnTo>
                    <a:pt x="736" y="182"/>
                  </a:lnTo>
                  <a:lnTo>
                    <a:pt x="736" y="182"/>
                  </a:lnTo>
                  <a:lnTo>
                    <a:pt x="744" y="182"/>
                  </a:lnTo>
                  <a:lnTo>
                    <a:pt x="750" y="184"/>
                  </a:lnTo>
                  <a:lnTo>
                    <a:pt x="752" y="190"/>
                  </a:lnTo>
                  <a:lnTo>
                    <a:pt x="754" y="196"/>
                  </a:lnTo>
                  <a:lnTo>
                    <a:pt x="756" y="210"/>
                  </a:lnTo>
                  <a:lnTo>
                    <a:pt x="760" y="216"/>
                  </a:lnTo>
                  <a:lnTo>
                    <a:pt x="764" y="220"/>
                  </a:lnTo>
                  <a:lnTo>
                    <a:pt x="764" y="220"/>
                  </a:lnTo>
                  <a:lnTo>
                    <a:pt x="762" y="216"/>
                  </a:lnTo>
                  <a:lnTo>
                    <a:pt x="760" y="212"/>
                  </a:lnTo>
                  <a:lnTo>
                    <a:pt x="760" y="210"/>
                  </a:lnTo>
                  <a:lnTo>
                    <a:pt x="764" y="208"/>
                  </a:lnTo>
                  <a:lnTo>
                    <a:pt x="764" y="208"/>
                  </a:lnTo>
                  <a:lnTo>
                    <a:pt x="768" y="208"/>
                  </a:lnTo>
                  <a:lnTo>
                    <a:pt x="768" y="212"/>
                  </a:lnTo>
                  <a:lnTo>
                    <a:pt x="768" y="218"/>
                  </a:lnTo>
                  <a:lnTo>
                    <a:pt x="770" y="216"/>
                  </a:lnTo>
                  <a:lnTo>
                    <a:pt x="770" y="216"/>
                  </a:lnTo>
                  <a:lnTo>
                    <a:pt x="772" y="236"/>
                  </a:lnTo>
                  <a:lnTo>
                    <a:pt x="774" y="254"/>
                  </a:lnTo>
                  <a:lnTo>
                    <a:pt x="774" y="254"/>
                  </a:lnTo>
                  <a:lnTo>
                    <a:pt x="776" y="252"/>
                  </a:lnTo>
                  <a:lnTo>
                    <a:pt x="776" y="248"/>
                  </a:lnTo>
                  <a:lnTo>
                    <a:pt x="776" y="240"/>
                  </a:lnTo>
                  <a:lnTo>
                    <a:pt x="778" y="236"/>
                  </a:lnTo>
                  <a:lnTo>
                    <a:pt x="780" y="234"/>
                  </a:lnTo>
                  <a:lnTo>
                    <a:pt x="784" y="234"/>
                  </a:lnTo>
                  <a:lnTo>
                    <a:pt x="784" y="234"/>
                  </a:lnTo>
                  <a:lnTo>
                    <a:pt x="788" y="234"/>
                  </a:lnTo>
                  <a:lnTo>
                    <a:pt x="790" y="236"/>
                  </a:lnTo>
                  <a:lnTo>
                    <a:pt x="792" y="242"/>
                  </a:lnTo>
                  <a:lnTo>
                    <a:pt x="792" y="256"/>
                  </a:lnTo>
                  <a:lnTo>
                    <a:pt x="792" y="256"/>
                  </a:lnTo>
                  <a:lnTo>
                    <a:pt x="788" y="254"/>
                  </a:lnTo>
                  <a:lnTo>
                    <a:pt x="782" y="254"/>
                  </a:lnTo>
                  <a:lnTo>
                    <a:pt x="780" y="254"/>
                  </a:lnTo>
                  <a:lnTo>
                    <a:pt x="778" y="260"/>
                  </a:lnTo>
                  <a:lnTo>
                    <a:pt x="778" y="260"/>
                  </a:lnTo>
                  <a:lnTo>
                    <a:pt x="786" y="264"/>
                  </a:lnTo>
                  <a:lnTo>
                    <a:pt x="790" y="264"/>
                  </a:lnTo>
                  <a:lnTo>
                    <a:pt x="792" y="264"/>
                  </a:lnTo>
                  <a:lnTo>
                    <a:pt x="794" y="262"/>
                  </a:lnTo>
                  <a:lnTo>
                    <a:pt x="794" y="262"/>
                  </a:lnTo>
                  <a:lnTo>
                    <a:pt x="792" y="286"/>
                  </a:lnTo>
                  <a:lnTo>
                    <a:pt x="790" y="298"/>
                  </a:lnTo>
                  <a:lnTo>
                    <a:pt x="786" y="308"/>
                  </a:lnTo>
                  <a:lnTo>
                    <a:pt x="786" y="308"/>
                  </a:lnTo>
                  <a:lnTo>
                    <a:pt x="788" y="308"/>
                  </a:lnTo>
                  <a:lnTo>
                    <a:pt x="790" y="306"/>
                  </a:lnTo>
                  <a:lnTo>
                    <a:pt x="790" y="302"/>
                  </a:lnTo>
                  <a:lnTo>
                    <a:pt x="788" y="302"/>
                  </a:lnTo>
                  <a:lnTo>
                    <a:pt x="788" y="302"/>
                  </a:lnTo>
                  <a:lnTo>
                    <a:pt x="790" y="300"/>
                  </a:lnTo>
                  <a:lnTo>
                    <a:pt x="792" y="298"/>
                  </a:lnTo>
                  <a:lnTo>
                    <a:pt x="796" y="296"/>
                  </a:lnTo>
                  <a:lnTo>
                    <a:pt x="798" y="294"/>
                  </a:lnTo>
                  <a:lnTo>
                    <a:pt x="798" y="292"/>
                  </a:lnTo>
                  <a:lnTo>
                    <a:pt x="794" y="284"/>
                  </a:lnTo>
                  <a:lnTo>
                    <a:pt x="794" y="284"/>
                  </a:lnTo>
                  <a:lnTo>
                    <a:pt x="800" y="284"/>
                  </a:lnTo>
                  <a:lnTo>
                    <a:pt x="804" y="284"/>
                  </a:lnTo>
                  <a:lnTo>
                    <a:pt x="806" y="288"/>
                  </a:lnTo>
                  <a:lnTo>
                    <a:pt x="808" y="294"/>
                  </a:lnTo>
                  <a:lnTo>
                    <a:pt x="808" y="306"/>
                  </a:lnTo>
                  <a:lnTo>
                    <a:pt x="810" y="316"/>
                  </a:lnTo>
                  <a:lnTo>
                    <a:pt x="810" y="316"/>
                  </a:lnTo>
                  <a:lnTo>
                    <a:pt x="820" y="292"/>
                  </a:lnTo>
                  <a:lnTo>
                    <a:pt x="820" y="292"/>
                  </a:lnTo>
                  <a:lnTo>
                    <a:pt x="826" y="298"/>
                  </a:lnTo>
                  <a:lnTo>
                    <a:pt x="832" y="306"/>
                  </a:lnTo>
                  <a:lnTo>
                    <a:pt x="836" y="312"/>
                  </a:lnTo>
                  <a:lnTo>
                    <a:pt x="838" y="320"/>
                  </a:lnTo>
                  <a:lnTo>
                    <a:pt x="840" y="336"/>
                  </a:lnTo>
                  <a:lnTo>
                    <a:pt x="838" y="354"/>
                  </a:lnTo>
                  <a:lnTo>
                    <a:pt x="836" y="370"/>
                  </a:lnTo>
                  <a:lnTo>
                    <a:pt x="830" y="386"/>
                  </a:lnTo>
                  <a:lnTo>
                    <a:pt x="822" y="416"/>
                  </a:lnTo>
                  <a:lnTo>
                    <a:pt x="822" y="416"/>
                  </a:lnTo>
                  <a:lnTo>
                    <a:pt x="820" y="408"/>
                  </a:lnTo>
                  <a:lnTo>
                    <a:pt x="820" y="402"/>
                  </a:lnTo>
                  <a:lnTo>
                    <a:pt x="818" y="398"/>
                  </a:lnTo>
                  <a:lnTo>
                    <a:pt x="816" y="396"/>
                  </a:lnTo>
                  <a:lnTo>
                    <a:pt x="808" y="396"/>
                  </a:lnTo>
                  <a:lnTo>
                    <a:pt x="808" y="396"/>
                  </a:lnTo>
                  <a:lnTo>
                    <a:pt x="802" y="406"/>
                  </a:lnTo>
                  <a:lnTo>
                    <a:pt x="800" y="414"/>
                  </a:lnTo>
                  <a:lnTo>
                    <a:pt x="794" y="432"/>
                  </a:lnTo>
                  <a:lnTo>
                    <a:pt x="794" y="430"/>
                  </a:lnTo>
                  <a:lnTo>
                    <a:pt x="794" y="430"/>
                  </a:lnTo>
                  <a:lnTo>
                    <a:pt x="796" y="436"/>
                  </a:lnTo>
                  <a:lnTo>
                    <a:pt x="794" y="440"/>
                  </a:lnTo>
                  <a:lnTo>
                    <a:pt x="790" y="448"/>
                  </a:lnTo>
                  <a:lnTo>
                    <a:pt x="788" y="456"/>
                  </a:lnTo>
                  <a:lnTo>
                    <a:pt x="788" y="460"/>
                  </a:lnTo>
                  <a:lnTo>
                    <a:pt x="790" y="464"/>
                  </a:lnTo>
                  <a:lnTo>
                    <a:pt x="790" y="464"/>
                  </a:lnTo>
                  <a:lnTo>
                    <a:pt x="794" y="464"/>
                  </a:lnTo>
                  <a:lnTo>
                    <a:pt x="796" y="462"/>
                  </a:lnTo>
                  <a:lnTo>
                    <a:pt x="796" y="456"/>
                  </a:lnTo>
                  <a:lnTo>
                    <a:pt x="796" y="454"/>
                  </a:lnTo>
                  <a:lnTo>
                    <a:pt x="798" y="452"/>
                  </a:lnTo>
                  <a:lnTo>
                    <a:pt x="800" y="452"/>
                  </a:lnTo>
                  <a:lnTo>
                    <a:pt x="806" y="452"/>
                  </a:lnTo>
                  <a:lnTo>
                    <a:pt x="806" y="452"/>
                  </a:lnTo>
                  <a:lnTo>
                    <a:pt x="794" y="478"/>
                  </a:lnTo>
                  <a:lnTo>
                    <a:pt x="794" y="478"/>
                  </a:lnTo>
                  <a:lnTo>
                    <a:pt x="798" y="476"/>
                  </a:lnTo>
                  <a:lnTo>
                    <a:pt x="802" y="472"/>
                  </a:lnTo>
                  <a:lnTo>
                    <a:pt x="806" y="462"/>
                  </a:lnTo>
                  <a:lnTo>
                    <a:pt x="808" y="452"/>
                  </a:lnTo>
                  <a:lnTo>
                    <a:pt x="812" y="442"/>
                  </a:lnTo>
                  <a:lnTo>
                    <a:pt x="812" y="442"/>
                  </a:lnTo>
                  <a:lnTo>
                    <a:pt x="812" y="442"/>
                  </a:lnTo>
                  <a:lnTo>
                    <a:pt x="810" y="442"/>
                  </a:lnTo>
                  <a:lnTo>
                    <a:pt x="806" y="446"/>
                  </a:lnTo>
                  <a:lnTo>
                    <a:pt x="802" y="450"/>
                  </a:lnTo>
                  <a:lnTo>
                    <a:pt x="798" y="452"/>
                  </a:lnTo>
                  <a:lnTo>
                    <a:pt x="794" y="450"/>
                  </a:lnTo>
                  <a:lnTo>
                    <a:pt x="794" y="450"/>
                  </a:lnTo>
                  <a:lnTo>
                    <a:pt x="800" y="436"/>
                  </a:lnTo>
                  <a:lnTo>
                    <a:pt x="810" y="426"/>
                  </a:lnTo>
                  <a:lnTo>
                    <a:pt x="820" y="420"/>
                  </a:lnTo>
                  <a:lnTo>
                    <a:pt x="834" y="412"/>
                  </a:lnTo>
                  <a:lnTo>
                    <a:pt x="834" y="412"/>
                  </a:lnTo>
                  <a:lnTo>
                    <a:pt x="838" y="412"/>
                  </a:lnTo>
                  <a:lnTo>
                    <a:pt x="840" y="412"/>
                  </a:lnTo>
                  <a:lnTo>
                    <a:pt x="842" y="414"/>
                  </a:lnTo>
                  <a:lnTo>
                    <a:pt x="844" y="418"/>
                  </a:lnTo>
                  <a:lnTo>
                    <a:pt x="844" y="426"/>
                  </a:lnTo>
                  <a:lnTo>
                    <a:pt x="842" y="432"/>
                  </a:lnTo>
                  <a:lnTo>
                    <a:pt x="842" y="432"/>
                  </a:lnTo>
                  <a:lnTo>
                    <a:pt x="828" y="444"/>
                  </a:lnTo>
                  <a:lnTo>
                    <a:pt x="814" y="458"/>
                  </a:lnTo>
                  <a:lnTo>
                    <a:pt x="806" y="474"/>
                  </a:lnTo>
                  <a:lnTo>
                    <a:pt x="802" y="484"/>
                  </a:lnTo>
                  <a:lnTo>
                    <a:pt x="800" y="494"/>
                  </a:lnTo>
                  <a:lnTo>
                    <a:pt x="800" y="494"/>
                  </a:lnTo>
                  <a:lnTo>
                    <a:pt x="806" y="514"/>
                  </a:lnTo>
                  <a:lnTo>
                    <a:pt x="806" y="514"/>
                  </a:lnTo>
                  <a:lnTo>
                    <a:pt x="800" y="516"/>
                  </a:lnTo>
                  <a:lnTo>
                    <a:pt x="792" y="514"/>
                  </a:lnTo>
                  <a:lnTo>
                    <a:pt x="780" y="514"/>
                  </a:lnTo>
                  <a:lnTo>
                    <a:pt x="774" y="514"/>
                  </a:lnTo>
                  <a:lnTo>
                    <a:pt x="770" y="514"/>
                  </a:lnTo>
                  <a:lnTo>
                    <a:pt x="764" y="518"/>
                  </a:lnTo>
                  <a:lnTo>
                    <a:pt x="760" y="524"/>
                  </a:lnTo>
                  <a:lnTo>
                    <a:pt x="772" y="524"/>
                  </a:lnTo>
                  <a:lnTo>
                    <a:pt x="772" y="524"/>
                  </a:lnTo>
                  <a:lnTo>
                    <a:pt x="772" y="532"/>
                  </a:lnTo>
                  <a:lnTo>
                    <a:pt x="772" y="536"/>
                  </a:lnTo>
                  <a:lnTo>
                    <a:pt x="772" y="536"/>
                  </a:lnTo>
                  <a:lnTo>
                    <a:pt x="808" y="520"/>
                  </a:lnTo>
                  <a:lnTo>
                    <a:pt x="808" y="520"/>
                  </a:lnTo>
                  <a:lnTo>
                    <a:pt x="810" y="528"/>
                  </a:lnTo>
                  <a:lnTo>
                    <a:pt x="808" y="536"/>
                  </a:lnTo>
                  <a:lnTo>
                    <a:pt x="802" y="542"/>
                  </a:lnTo>
                  <a:lnTo>
                    <a:pt x="794" y="546"/>
                  </a:lnTo>
                  <a:lnTo>
                    <a:pt x="776" y="556"/>
                  </a:lnTo>
                  <a:lnTo>
                    <a:pt x="768" y="560"/>
                  </a:lnTo>
                  <a:lnTo>
                    <a:pt x="762" y="564"/>
                  </a:lnTo>
                  <a:lnTo>
                    <a:pt x="762" y="564"/>
                  </a:lnTo>
                  <a:lnTo>
                    <a:pt x="764" y="564"/>
                  </a:lnTo>
                  <a:lnTo>
                    <a:pt x="768" y="562"/>
                  </a:lnTo>
                  <a:lnTo>
                    <a:pt x="770" y="562"/>
                  </a:lnTo>
                  <a:lnTo>
                    <a:pt x="774" y="562"/>
                  </a:lnTo>
                  <a:lnTo>
                    <a:pt x="774" y="562"/>
                  </a:lnTo>
                  <a:lnTo>
                    <a:pt x="768" y="572"/>
                  </a:lnTo>
                  <a:lnTo>
                    <a:pt x="760" y="580"/>
                  </a:lnTo>
                  <a:lnTo>
                    <a:pt x="750" y="586"/>
                  </a:lnTo>
                  <a:lnTo>
                    <a:pt x="738" y="592"/>
                  </a:lnTo>
                  <a:lnTo>
                    <a:pt x="718" y="602"/>
                  </a:lnTo>
                  <a:lnTo>
                    <a:pt x="700" y="610"/>
                  </a:lnTo>
                  <a:lnTo>
                    <a:pt x="700" y="610"/>
                  </a:lnTo>
                  <a:lnTo>
                    <a:pt x="700" y="614"/>
                  </a:lnTo>
                  <a:lnTo>
                    <a:pt x="702" y="616"/>
                  </a:lnTo>
                  <a:lnTo>
                    <a:pt x="710" y="612"/>
                  </a:lnTo>
                  <a:lnTo>
                    <a:pt x="718" y="610"/>
                  </a:lnTo>
                  <a:lnTo>
                    <a:pt x="722" y="612"/>
                  </a:lnTo>
                  <a:lnTo>
                    <a:pt x="724" y="614"/>
                  </a:lnTo>
                  <a:lnTo>
                    <a:pt x="724" y="614"/>
                  </a:lnTo>
                  <a:lnTo>
                    <a:pt x="720" y="618"/>
                  </a:lnTo>
                  <a:lnTo>
                    <a:pt x="716" y="620"/>
                  </a:lnTo>
                  <a:lnTo>
                    <a:pt x="712" y="628"/>
                  </a:lnTo>
                  <a:lnTo>
                    <a:pt x="706" y="632"/>
                  </a:lnTo>
                  <a:lnTo>
                    <a:pt x="702" y="632"/>
                  </a:lnTo>
                  <a:lnTo>
                    <a:pt x="698" y="632"/>
                  </a:lnTo>
                  <a:lnTo>
                    <a:pt x="698" y="632"/>
                  </a:lnTo>
                  <a:lnTo>
                    <a:pt x="702" y="634"/>
                  </a:lnTo>
                  <a:lnTo>
                    <a:pt x="702" y="638"/>
                  </a:lnTo>
                  <a:lnTo>
                    <a:pt x="700" y="642"/>
                  </a:lnTo>
                  <a:lnTo>
                    <a:pt x="698" y="644"/>
                  </a:lnTo>
                  <a:lnTo>
                    <a:pt x="696" y="646"/>
                  </a:lnTo>
                  <a:lnTo>
                    <a:pt x="696" y="648"/>
                  </a:lnTo>
                  <a:lnTo>
                    <a:pt x="708" y="648"/>
                  </a:lnTo>
                  <a:lnTo>
                    <a:pt x="708" y="648"/>
                  </a:lnTo>
                  <a:lnTo>
                    <a:pt x="696" y="662"/>
                  </a:lnTo>
                  <a:lnTo>
                    <a:pt x="682" y="672"/>
                  </a:lnTo>
                  <a:lnTo>
                    <a:pt x="666" y="682"/>
                  </a:lnTo>
                  <a:lnTo>
                    <a:pt x="650" y="692"/>
                  </a:lnTo>
                  <a:lnTo>
                    <a:pt x="616" y="706"/>
                  </a:lnTo>
                  <a:lnTo>
                    <a:pt x="580" y="718"/>
                  </a:lnTo>
                  <a:lnTo>
                    <a:pt x="580" y="718"/>
                  </a:lnTo>
                  <a:lnTo>
                    <a:pt x="586" y="724"/>
                  </a:lnTo>
                  <a:lnTo>
                    <a:pt x="588" y="730"/>
                  </a:lnTo>
                  <a:lnTo>
                    <a:pt x="588" y="730"/>
                  </a:lnTo>
                  <a:lnTo>
                    <a:pt x="600" y="724"/>
                  </a:lnTo>
                  <a:lnTo>
                    <a:pt x="612" y="718"/>
                  </a:lnTo>
                  <a:lnTo>
                    <a:pt x="626" y="716"/>
                  </a:lnTo>
                  <a:lnTo>
                    <a:pt x="632" y="716"/>
                  </a:lnTo>
                  <a:lnTo>
                    <a:pt x="638" y="718"/>
                  </a:lnTo>
                  <a:lnTo>
                    <a:pt x="638" y="718"/>
                  </a:lnTo>
                  <a:lnTo>
                    <a:pt x="636" y="722"/>
                  </a:lnTo>
                  <a:lnTo>
                    <a:pt x="632" y="724"/>
                  </a:lnTo>
                  <a:lnTo>
                    <a:pt x="624" y="726"/>
                  </a:lnTo>
                  <a:lnTo>
                    <a:pt x="614" y="726"/>
                  </a:lnTo>
                  <a:lnTo>
                    <a:pt x="612" y="726"/>
                  </a:lnTo>
                  <a:lnTo>
                    <a:pt x="612" y="728"/>
                  </a:lnTo>
                  <a:lnTo>
                    <a:pt x="612" y="728"/>
                  </a:lnTo>
                  <a:lnTo>
                    <a:pt x="616" y="728"/>
                  </a:lnTo>
                  <a:lnTo>
                    <a:pt x="622" y="726"/>
                  </a:lnTo>
                  <a:lnTo>
                    <a:pt x="628" y="726"/>
                  </a:lnTo>
                  <a:lnTo>
                    <a:pt x="632" y="730"/>
                  </a:lnTo>
                  <a:lnTo>
                    <a:pt x="632" y="730"/>
                  </a:lnTo>
                  <a:lnTo>
                    <a:pt x="630" y="734"/>
                  </a:lnTo>
                  <a:lnTo>
                    <a:pt x="626" y="738"/>
                  </a:lnTo>
                  <a:lnTo>
                    <a:pt x="622" y="740"/>
                  </a:lnTo>
                  <a:lnTo>
                    <a:pt x="618" y="740"/>
                  </a:lnTo>
                  <a:lnTo>
                    <a:pt x="610" y="740"/>
                  </a:lnTo>
                  <a:lnTo>
                    <a:pt x="602" y="742"/>
                  </a:lnTo>
                  <a:lnTo>
                    <a:pt x="604" y="736"/>
                  </a:lnTo>
                  <a:lnTo>
                    <a:pt x="604" y="736"/>
                  </a:lnTo>
                  <a:lnTo>
                    <a:pt x="594" y="736"/>
                  </a:lnTo>
                  <a:lnTo>
                    <a:pt x="586" y="734"/>
                  </a:lnTo>
                  <a:lnTo>
                    <a:pt x="574" y="730"/>
                  </a:lnTo>
                  <a:lnTo>
                    <a:pt x="570" y="730"/>
                  </a:lnTo>
                  <a:lnTo>
                    <a:pt x="564" y="730"/>
                  </a:lnTo>
                  <a:lnTo>
                    <a:pt x="558" y="732"/>
                  </a:lnTo>
                  <a:lnTo>
                    <a:pt x="550" y="738"/>
                  </a:lnTo>
                  <a:lnTo>
                    <a:pt x="550" y="738"/>
                  </a:lnTo>
                  <a:lnTo>
                    <a:pt x="548" y="744"/>
                  </a:lnTo>
                  <a:lnTo>
                    <a:pt x="552" y="748"/>
                  </a:lnTo>
                  <a:lnTo>
                    <a:pt x="556" y="750"/>
                  </a:lnTo>
                  <a:lnTo>
                    <a:pt x="562" y="756"/>
                  </a:lnTo>
                  <a:lnTo>
                    <a:pt x="562" y="756"/>
                  </a:lnTo>
                  <a:lnTo>
                    <a:pt x="558" y="758"/>
                  </a:lnTo>
                  <a:lnTo>
                    <a:pt x="554" y="760"/>
                  </a:lnTo>
                  <a:lnTo>
                    <a:pt x="544" y="766"/>
                  </a:lnTo>
                  <a:lnTo>
                    <a:pt x="540" y="770"/>
                  </a:lnTo>
                  <a:lnTo>
                    <a:pt x="534" y="772"/>
                  </a:lnTo>
                  <a:lnTo>
                    <a:pt x="530" y="772"/>
                  </a:lnTo>
                  <a:lnTo>
                    <a:pt x="524" y="770"/>
                  </a:lnTo>
                  <a:lnTo>
                    <a:pt x="540" y="760"/>
                  </a:lnTo>
                  <a:lnTo>
                    <a:pt x="540" y="760"/>
                  </a:lnTo>
                  <a:lnTo>
                    <a:pt x="522" y="766"/>
                  </a:lnTo>
                  <a:lnTo>
                    <a:pt x="514" y="768"/>
                  </a:lnTo>
                  <a:lnTo>
                    <a:pt x="506" y="770"/>
                  </a:lnTo>
                  <a:lnTo>
                    <a:pt x="506" y="770"/>
                  </a:lnTo>
                  <a:lnTo>
                    <a:pt x="508" y="772"/>
                  </a:lnTo>
                  <a:lnTo>
                    <a:pt x="512" y="774"/>
                  </a:lnTo>
                  <a:lnTo>
                    <a:pt x="512" y="774"/>
                  </a:lnTo>
                  <a:lnTo>
                    <a:pt x="496" y="778"/>
                  </a:lnTo>
                  <a:lnTo>
                    <a:pt x="488" y="778"/>
                  </a:lnTo>
                  <a:lnTo>
                    <a:pt x="480" y="776"/>
                  </a:lnTo>
                  <a:lnTo>
                    <a:pt x="484" y="790"/>
                  </a:lnTo>
                  <a:lnTo>
                    <a:pt x="484" y="790"/>
                  </a:lnTo>
                  <a:lnTo>
                    <a:pt x="488" y="784"/>
                  </a:lnTo>
                  <a:lnTo>
                    <a:pt x="496" y="778"/>
                  </a:lnTo>
                  <a:lnTo>
                    <a:pt x="504" y="776"/>
                  </a:lnTo>
                  <a:lnTo>
                    <a:pt x="508" y="776"/>
                  </a:lnTo>
                  <a:lnTo>
                    <a:pt x="510" y="778"/>
                  </a:lnTo>
                  <a:lnTo>
                    <a:pt x="510" y="778"/>
                  </a:lnTo>
                  <a:lnTo>
                    <a:pt x="510" y="782"/>
                  </a:lnTo>
                  <a:lnTo>
                    <a:pt x="510" y="786"/>
                  </a:lnTo>
                  <a:lnTo>
                    <a:pt x="502" y="790"/>
                  </a:lnTo>
                  <a:lnTo>
                    <a:pt x="486" y="796"/>
                  </a:lnTo>
                  <a:lnTo>
                    <a:pt x="486" y="796"/>
                  </a:lnTo>
                  <a:lnTo>
                    <a:pt x="498" y="794"/>
                  </a:lnTo>
                  <a:lnTo>
                    <a:pt x="508" y="792"/>
                  </a:lnTo>
                  <a:lnTo>
                    <a:pt x="526" y="792"/>
                  </a:lnTo>
                  <a:lnTo>
                    <a:pt x="532" y="792"/>
                  </a:lnTo>
                  <a:lnTo>
                    <a:pt x="540" y="790"/>
                  </a:lnTo>
                  <a:lnTo>
                    <a:pt x="548" y="788"/>
                  </a:lnTo>
                  <a:lnTo>
                    <a:pt x="556" y="780"/>
                  </a:lnTo>
                  <a:lnTo>
                    <a:pt x="550" y="778"/>
                  </a:lnTo>
                  <a:lnTo>
                    <a:pt x="550" y="778"/>
                  </a:lnTo>
                  <a:lnTo>
                    <a:pt x="554" y="772"/>
                  </a:lnTo>
                  <a:lnTo>
                    <a:pt x="560" y="768"/>
                  </a:lnTo>
                  <a:lnTo>
                    <a:pt x="576" y="764"/>
                  </a:lnTo>
                  <a:lnTo>
                    <a:pt x="590" y="760"/>
                  </a:lnTo>
                  <a:lnTo>
                    <a:pt x="598" y="758"/>
                  </a:lnTo>
                  <a:lnTo>
                    <a:pt x="604" y="756"/>
                  </a:lnTo>
                  <a:lnTo>
                    <a:pt x="604" y="756"/>
                  </a:lnTo>
                  <a:lnTo>
                    <a:pt x="602" y="760"/>
                  </a:lnTo>
                  <a:lnTo>
                    <a:pt x="602" y="762"/>
                  </a:lnTo>
                  <a:lnTo>
                    <a:pt x="604" y="766"/>
                  </a:lnTo>
                  <a:lnTo>
                    <a:pt x="606" y="766"/>
                  </a:lnTo>
                  <a:lnTo>
                    <a:pt x="606" y="766"/>
                  </a:lnTo>
                  <a:lnTo>
                    <a:pt x="616" y="756"/>
                  </a:lnTo>
                  <a:lnTo>
                    <a:pt x="628" y="746"/>
                  </a:lnTo>
                  <a:lnTo>
                    <a:pt x="652" y="728"/>
                  </a:lnTo>
                  <a:lnTo>
                    <a:pt x="676" y="710"/>
                  </a:lnTo>
                  <a:lnTo>
                    <a:pt x="688" y="700"/>
                  </a:lnTo>
                  <a:lnTo>
                    <a:pt x="700" y="688"/>
                  </a:lnTo>
                  <a:lnTo>
                    <a:pt x="720" y="690"/>
                  </a:lnTo>
                  <a:lnTo>
                    <a:pt x="714" y="682"/>
                  </a:lnTo>
                  <a:lnTo>
                    <a:pt x="714" y="682"/>
                  </a:lnTo>
                  <a:lnTo>
                    <a:pt x="718" y="676"/>
                  </a:lnTo>
                  <a:lnTo>
                    <a:pt x="722" y="674"/>
                  </a:lnTo>
                  <a:lnTo>
                    <a:pt x="724" y="676"/>
                  </a:lnTo>
                  <a:lnTo>
                    <a:pt x="728" y="678"/>
                  </a:lnTo>
                  <a:lnTo>
                    <a:pt x="732" y="682"/>
                  </a:lnTo>
                  <a:lnTo>
                    <a:pt x="734" y="682"/>
                  </a:lnTo>
                  <a:lnTo>
                    <a:pt x="738" y="678"/>
                  </a:lnTo>
                  <a:lnTo>
                    <a:pt x="738" y="678"/>
                  </a:lnTo>
                  <a:lnTo>
                    <a:pt x="734" y="682"/>
                  </a:lnTo>
                  <a:lnTo>
                    <a:pt x="730" y="680"/>
                  </a:lnTo>
                  <a:lnTo>
                    <a:pt x="730" y="680"/>
                  </a:lnTo>
                  <a:lnTo>
                    <a:pt x="738" y="676"/>
                  </a:lnTo>
                  <a:lnTo>
                    <a:pt x="744" y="674"/>
                  </a:lnTo>
                  <a:lnTo>
                    <a:pt x="744" y="670"/>
                  </a:lnTo>
                  <a:lnTo>
                    <a:pt x="744" y="666"/>
                  </a:lnTo>
                  <a:lnTo>
                    <a:pt x="744" y="660"/>
                  </a:lnTo>
                  <a:lnTo>
                    <a:pt x="744" y="658"/>
                  </a:lnTo>
                  <a:lnTo>
                    <a:pt x="748" y="654"/>
                  </a:lnTo>
                  <a:lnTo>
                    <a:pt x="748" y="654"/>
                  </a:lnTo>
                  <a:lnTo>
                    <a:pt x="742" y="654"/>
                  </a:lnTo>
                  <a:lnTo>
                    <a:pt x="738" y="656"/>
                  </a:lnTo>
                  <a:lnTo>
                    <a:pt x="730" y="660"/>
                  </a:lnTo>
                  <a:lnTo>
                    <a:pt x="726" y="660"/>
                  </a:lnTo>
                  <a:lnTo>
                    <a:pt x="724" y="662"/>
                  </a:lnTo>
                  <a:lnTo>
                    <a:pt x="720" y="660"/>
                  </a:lnTo>
                  <a:lnTo>
                    <a:pt x="718" y="656"/>
                  </a:lnTo>
                  <a:lnTo>
                    <a:pt x="718" y="656"/>
                  </a:lnTo>
                  <a:lnTo>
                    <a:pt x="728" y="652"/>
                  </a:lnTo>
                  <a:lnTo>
                    <a:pt x="738" y="646"/>
                  </a:lnTo>
                  <a:lnTo>
                    <a:pt x="756" y="632"/>
                  </a:lnTo>
                  <a:lnTo>
                    <a:pt x="764" y="628"/>
                  </a:lnTo>
                  <a:lnTo>
                    <a:pt x="774" y="624"/>
                  </a:lnTo>
                  <a:lnTo>
                    <a:pt x="782" y="624"/>
                  </a:lnTo>
                  <a:lnTo>
                    <a:pt x="790" y="628"/>
                  </a:lnTo>
                  <a:lnTo>
                    <a:pt x="790" y="628"/>
                  </a:lnTo>
                  <a:lnTo>
                    <a:pt x="800" y="612"/>
                  </a:lnTo>
                  <a:lnTo>
                    <a:pt x="812" y="594"/>
                  </a:lnTo>
                  <a:lnTo>
                    <a:pt x="838" y="562"/>
                  </a:lnTo>
                  <a:lnTo>
                    <a:pt x="862" y="530"/>
                  </a:lnTo>
                  <a:lnTo>
                    <a:pt x="872" y="514"/>
                  </a:lnTo>
                  <a:lnTo>
                    <a:pt x="880" y="498"/>
                  </a:lnTo>
                  <a:lnTo>
                    <a:pt x="880" y="498"/>
                  </a:lnTo>
                  <a:lnTo>
                    <a:pt x="878" y="494"/>
                  </a:lnTo>
                  <a:lnTo>
                    <a:pt x="876" y="496"/>
                  </a:lnTo>
                  <a:lnTo>
                    <a:pt x="874" y="496"/>
                  </a:lnTo>
                  <a:lnTo>
                    <a:pt x="872" y="496"/>
                  </a:lnTo>
                  <a:lnTo>
                    <a:pt x="872" y="496"/>
                  </a:lnTo>
                  <a:lnTo>
                    <a:pt x="880" y="490"/>
                  </a:lnTo>
                  <a:lnTo>
                    <a:pt x="884" y="482"/>
                  </a:lnTo>
                  <a:lnTo>
                    <a:pt x="886" y="472"/>
                  </a:lnTo>
                  <a:lnTo>
                    <a:pt x="886" y="462"/>
                  </a:lnTo>
                  <a:lnTo>
                    <a:pt x="888" y="446"/>
                  </a:lnTo>
                  <a:lnTo>
                    <a:pt x="890" y="442"/>
                  </a:lnTo>
                  <a:lnTo>
                    <a:pt x="890" y="440"/>
                  </a:lnTo>
                  <a:lnTo>
                    <a:pt x="892" y="440"/>
                  </a:lnTo>
                  <a:lnTo>
                    <a:pt x="892" y="440"/>
                  </a:lnTo>
                  <a:lnTo>
                    <a:pt x="890" y="434"/>
                  </a:lnTo>
                  <a:lnTo>
                    <a:pt x="886" y="430"/>
                  </a:lnTo>
                  <a:lnTo>
                    <a:pt x="878" y="424"/>
                  </a:lnTo>
                  <a:lnTo>
                    <a:pt x="878" y="424"/>
                  </a:lnTo>
                  <a:lnTo>
                    <a:pt x="884" y="416"/>
                  </a:lnTo>
                  <a:lnTo>
                    <a:pt x="888" y="406"/>
                  </a:lnTo>
                  <a:lnTo>
                    <a:pt x="894" y="386"/>
                  </a:lnTo>
                  <a:lnTo>
                    <a:pt x="890" y="396"/>
                  </a:lnTo>
                  <a:lnTo>
                    <a:pt x="888" y="396"/>
                  </a:lnTo>
                  <a:lnTo>
                    <a:pt x="894" y="380"/>
                  </a:lnTo>
                  <a:lnTo>
                    <a:pt x="896" y="382"/>
                  </a:lnTo>
                  <a:lnTo>
                    <a:pt x="896" y="382"/>
                  </a:lnTo>
                  <a:lnTo>
                    <a:pt x="898" y="354"/>
                  </a:lnTo>
                  <a:lnTo>
                    <a:pt x="898" y="326"/>
                  </a:lnTo>
                  <a:lnTo>
                    <a:pt x="896" y="298"/>
                  </a:lnTo>
                  <a:lnTo>
                    <a:pt x="898" y="270"/>
                  </a:lnTo>
                  <a:lnTo>
                    <a:pt x="898" y="270"/>
                  </a:lnTo>
                  <a:lnTo>
                    <a:pt x="896" y="276"/>
                  </a:lnTo>
                  <a:lnTo>
                    <a:pt x="894" y="280"/>
                  </a:lnTo>
                  <a:lnTo>
                    <a:pt x="892" y="280"/>
                  </a:lnTo>
                  <a:lnTo>
                    <a:pt x="888" y="280"/>
                  </a:lnTo>
                  <a:lnTo>
                    <a:pt x="882" y="276"/>
                  </a:lnTo>
                  <a:lnTo>
                    <a:pt x="880" y="278"/>
                  </a:lnTo>
                  <a:lnTo>
                    <a:pt x="878" y="280"/>
                  </a:lnTo>
                  <a:lnTo>
                    <a:pt x="878" y="280"/>
                  </a:lnTo>
                  <a:lnTo>
                    <a:pt x="884" y="270"/>
                  </a:lnTo>
                  <a:lnTo>
                    <a:pt x="886" y="260"/>
                  </a:lnTo>
                  <a:lnTo>
                    <a:pt x="886" y="250"/>
                  </a:lnTo>
                  <a:lnTo>
                    <a:pt x="886" y="238"/>
                  </a:lnTo>
                  <a:lnTo>
                    <a:pt x="882" y="226"/>
                  </a:lnTo>
                  <a:lnTo>
                    <a:pt x="878" y="214"/>
                  </a:lnTo>
                  <a:lnTo>
                    <a:pt x="872" y="202"/>
                  </a:lnTo>
                  <a:lnTo>
                    <a:pt x="866" y="190"/>
                  </a:lnTo>
                  <a:lnTo>
                    <a:pt x="866" y="190"/>
                  </a:lnTo>
                  <a:lnTo>
                    <a:pt x="860" y="192"/>
                  </a:lnTo>
                  <a:lnTo>
                    <a:pt x="858" y="194"/>
                  </a:lnTo>
                  <a:lnTo>
                    <a:pt x="856" y="198"/>
                  </a:lnTo>
                  <a:lnTo>
                    <a:pt x="854" y="176"/>
                  </a:lnTo>
                  <a:lnTo>
                    <a:pt x="850" y="182"/>
                  </a:lnTo>
                  <a:lnTo>
                    <a:pt x="850" y="182"/>
                  </a:lnTo>
                  <a:lnTo>
                    <a:pt x="844" y="170"/>
                  </a:lnTo>
                  <a:lnTo>
                    <a:pt x="838" y="158"/>
                  </a:lnTo>
                  <a:lnTo>
                    <a:pt x="826" y="134"/>
                  </a:lnTo>
                  <a:lnTo>
                    <a:pt x="820" y="122"/>
                  </a:lnTo>
                  <a:lnTo>
                    <a:pt x="812" y="112"/>
                  </a:lnTo>
                  <a:lnTo>
                    <a:pt x="806" y="106"/>
                  </a:lnTo>
                  <a:lnTo>
                    <a:pt x="796" y="100"/>
                  </a:lnTo>
                  <a:lnTo>
                    <a:pt x="796" y="100"/>
                  </a:lnTo>
                  <a:lnTo>
                    <a:pt x="800" y="108"/>
                  </a:lnTo>
                  <a:lnTo>
                    <a:pt x="802" y="114"/>
                  </a:lnTo>
                  <a:lnTo>
                    <a:pt x="800" y="118"/>
                  </a:lnTo>
                  <a:lnTo>
                    <a:pt x="798" y="122"/>
                  </a:lnTo>
                  <a:lnTo>
                    <a:pt x="798" y="122"/>
                  </a:lnTo>
                  <a:lnTo>
                    <a:pt x="784" y="108"/>
                  </a:lnTo>
                  <a:lnTo>
                    <a:pt x="770" y="96"/>
                  </a:lnTo>
                  <a:lnTo>
                    <a:pt x="740" y="70"/>
                  </a:lnTo>
                  <a:lnTo>
                    <a:pt x="740" y="70"/>
                  </a:lnTo>
                  <a:lnTo>
                    <a:pt x="740" y="72"/>
                  </a:lnTo>
                  <a:lnTo>
                    <a:pt x="740" y="74"/>
                  </a:lnTo>
                  <a:lnTo>
                    <a:pt x="740" y="74"/>
                  </a:lnTo>
                  <a:lnTo>
                    <a:pt x="734" y="72"/>
                  </a:lnTo>
                  <a:lnTo>
                    <a:pt x="730" y="68"/>
                  </a:lnTo>
                  <a:lnTo>
                    <a:pt x="720" y="60"/>
                  </a:lnTo>
                  <a:lnTo>
                    <a:pt x="714" y="68"/>
                  </a:lnTo>
                  <a:lnTo>
                    <a:pt x="714" y="68"/>
                  </a:lnTo>
                  <a:lnTo>
                    <a:pt x="706" y="62"/>
                  </a:lnTo>
                  <a:lnTo>
                    <a:pt x="694" y="58"/>
                  </a:lnTo>
                  <a:lnTo>
                    <a:pt x="682" y="52"/>
                  </a:lnTo>
                  <a:lnTo>
                    <a:pt x="670" y="44"/>
                  </a:lnTo>
                  <a:lnTo>
                    <a:pt x="670" y="44"/>
                  </a:lnTo>
                  <a:lnTo>
                    <a:pt x="666" y="46"/>
                  </a:lnTo>
                  <a:lnTo>
                    <a:pt x="660" y="44"/>
                  </a:lnTo>
                  <a:lnTo>
                    <a:pt x="646" y="38"/>
                  </a:lnTo>
                  <a:lnTo>
                    <a:pt x="628" y="30"/>
                  </a:lnTo>
                  <a:lnTo>
                    <a:pt x="620" y="28"/>
                  </a:lnTo>
                  <a:lnTo>
                    <a:pt x="612" y="26"/>
                  </a:lnTo>
                  <a:lnTo>
                    <a:pt x="612" y="26"/>
                  </a:lnTo>
                  <a:lnTo>
                    <a:pt x="610" y="26"/>
                  </a:lnTo>
                  <a:lnTo>
                    <a:pt x="612" y="28"/>
                  </a:lnTo>
                  <a:lnTo>
                    <a:pt x="614" y="32"/>
                  </a:lnTo>
                  <a:lnTo>
                    <a:pt x="616" y="34"/>
                  </a:lnTo>
                  <a:lnTo>
                    <a:pt x="614" y="36"/>
                  </a:lnTo>
                  <a:lnTo>
                    <a:pt x="612" y="38"/>
                  </a:lnTo>
                  <a:lnTo>
                    <a:pt x="606" y="38"/>
                  </a:lnTo>
                  <a:lnTo>
                    <a:pt x="606" y="38"/>
                  </a:lnTo>
                  <a:lnTo>
                    <a:pt x="606" y="32"/>
                  </a:lnTo>
                  <a:lnTo>
                    <a:pt x="602" y="28"/>
                  </a:lnTo>
                  <a:lnTo>
                    <a:pt x="598" y="26"/>
                  </a:lnTo>
                  <a:lnTo>
                    <a:pt x="594" y="24"/>
                  </a:lnTo>
                  <a:lnTo>
                    <a:pt x="588" y="24"/>
                  </a:lnTo>
                  <a:lnTo>
                    <a:pt x="584" y="22"/>
                  </a:lnTo>
                  <a:lnTo>
                    <a:pt x="582" y="18"/>
                  </a:lnTo>
                  <a:lnTo>
                    <a:pt x="580" y="10"/>
                  </a:lnTo>
                  <a:lnTo>
                    <a:pt x="580" y="10"/>
                  </a:lnTo>
                  <a:lnTo>
                    <a:pt x="562" y="18"/>
                  </a:lnTo>
                  <a:lnTo>
                    <a:pt x="558" y="6"/>
                  </a:lnTo>
                  <a:lnTo>
                    <a:pt x="558" y="6"/>
                  </a:lnTo>
                  <a:lnTo>
                    <a:pt x="552" y="12"/>
                  </a:lnTo>
                  <a:lnTo>
                    <a:pt x="548" y="14"/>
                  </a:lnTo>
                  <a:lnTo>
                    <a:pt x="542" y="14"/>
                  </a:lnTo>
                  <a:lnTo>
                    <a:pt x="538" y="10"/>
                  </a:lnTo>
                  <a:lnTo>
                    <a:pt x="526" y="4"/>
                  </a:lnTo>
                  <a:lnTo>
                    <a:pt x="520" y="2"/>
                  </a:lnTo>
                  <a:lnTo>
                    <a:pt x="512" y="4"/>
                  </a:lnTo>
                  <a:lnTo>
                    <a:pt x="512" y="4"/>
                  </a:lnTo>
                  <a:lnTo>
                    <a:pt x="514" y="8"/>
                  </a:lnTo>
                  <a:lnTo>
                    <a:pt x="514" y="10"/>
                  </a:lnTo>
                  <a:lnTo>
                    <a:pt x="514" y="10"/>
                  </a:lnTo>
                  <a:lnTo>
                    <a:pt x="502" y="6"/>
                  </a:lnTo>
                  <a:lnTo>
                    <a:pt x="500" y="6"/>
                  </a:lnTo>
                  <a:lnTo>
                    <a:pt x="498" y="4"/>
                  </a:lnTo>
                  <a:lnTo>
                    <a:pt x="500" y="2"/>
                  </a:lnTo>
                  <a:lnTo>
                    <a:pt x="504" y="0"/>
                  </a:lnTo>
                  <a:lnTo>
                    <a:pt x="504" y="0"/>
                  </a:lnTo>
                  <a:lnTo>
                    <a:pt x="474" y="2"/>
                  </a:lnTo>
                  <a:lnTo>
                    <a:pt x="468" y="2"/>
                  </a:lnTo>
                  <a:lnTo>
                    <a:pt x="466" y="4"/>
                  </a:lnTo>
                  <a:lnTo>
                    <a:pt x="466" y="6"/>
                  </a:lnTo>
                  <a:lnTo>
                    <a:pt x="470" y="10"/>
                  </a:lnTo>
                  <a:lnTo>
                    <a:pt x="470" y="10"/>
                  </a:lnTo>
                  <a:lnTo>
                    <a:pt x="470" y="8"/>
                  </a:lnTo>
                  <a:lnTo>
                    <a:pt x="472" y="8"/>
                  </a:lnTo>
                  <a:lnTo>
                    <a:pt x="478" y="6"/>
                  </a:lnTo>
                  <a:lnTo>
                    <a:pt x="492" y="10"/>
                  </a:lnTo>
                  <a:lnTo>
                    <a:pt x="492" y="10"/>
                  </a:lnTo>
                  <a:lnTo>
                    <a:pt x="492" y="14"/>
                  </a:lnTo>
                  <a:lnTo>
                    <a:pt x="490" y="16"/>
                  </a:lnTo>
                  <a:lnTo>
                    <a:pt x="482" y="20"/>
                  </a:lnTo>
                  <a:lnTo>
                    <a:pt x="476" y="24"/>
                  </a:lnTo>
                  <a:lnTo>
                    <a:pt x="474" y="26"/>
                  </a:lnTo>
                  <a:lnTo>
                    <a:pt x="472" y="30"/>
                  </a:lnTo>
                  <a:lnTo>
                    <a:pt x="472" y="30"/>
                  </a:lnTo>
                  <a:lnTo>
                    <a:pt x="466" y="26"/>
                  </a:lnTo>
                  <a:lnTo>
                    <a:pt x="464" y="34"/>
                  </a:lnTo>
                  <a:lnTo>
                    <a:pt x="464" y="34"/>
                  </a:lnTo>
                  <a:lnTo>
                    <a:pt x="456" y="30"/>
                  </a:lnTo>
                  <a:lnTo>
                    <a:pt x="448" y="30"/>
                  </a:lnTo>
                  <a:lnTo>
                    <a:pt x="432" y="30"/>
                  </a:lnTo>
                  <a:lnTo>
                    <a:pt x="418" y="30"/>
                  </a:lnTo>
                  <a:lnTo>
                    <a:pt x="410" y="28"/>
                  </a:lnTo>
                  <a:lnTo>
                    <a:pt x="404" y="24"/>
                  </a:lnTo>
                  <a:lnTo>
                    <a:pt x="404" y="24"/>
                  </a:lnTo>
                  <a:lnTo>
                    <a:pt x="404" y="26"/>
                  </a:lnTo>
                  <a:lnTo>
                    <a:pt x="402" y="28"/>
                  </a:lnTo>
                  <a:lnTo>
                    <a:pt x="398" y="30"/>
                  </a:lnTo>
                  <a:lnTo>
                    <a:pt x="394" y="32"/>
                  </a:lnTo>
                  <a:lnTo>
                    <a:pt x="390" y="18"/>
                  </a:lnTo>
                  <a:lnTo>
                    <a:pt x="368" y="24"/>
                  </a:lnTo>
                  <a:lnTo>
                    <a:pt x="382" y="40"/>
                  </a:lnTo>
                  <a:lnTo>
                    <a:pt x="382" y="40"/>
                  </a:lnTo>
                  <a:lnTo>
                    <a:pt x="374" y="42"/>
                  </a:lnTo>
                  <a:lnTo>
                    <a:pt x="366" y="44"/>
                  </a:lnTo>
                  <a:lnTo>
                    <a:pt x="348" y="40"/>
                  </a:lnTo>
                  <a:lnTo>
                    <a:pt x="332" y="36"/>
                  </a:lnTo>
                  <a:lnTo>
                    <a:pt x="324" y="34"/>
                  </a:lnTo>
                  <a:lnTo>
                    <a:pt x="316" y="34"/>
                  </a:lnTo>
                  <a:lnTo>
                    <a:pt x="316" y="34"/>
                  </a:lnTo>
                  <a:lnTo>
                    <a:pt x="316" y="42"/>
                  </a:lnTo>
                  <a:lnTo>
                    <a:pt x="310" y="44"/>
                  </a:lnTo>
                  <a:lnTo>
                    <a:pt x="304" y="46"/>
                  </a:lnTo>
                  <a:lnTo>
                    <a:pt x="296" y="48"/>
                  </a:lnTo>
                  <a:lnTo>
                    <a:pt x="286" y="48"/>
                  </a:lnTo>
                  <a:lnTo>
                    <a:pt x="278" y="50"/>
                  </a:lnTo>
                  <a:lnTo>
                    <a:pt x="270" y="54"/>
                  </a:lnTo>
                  <a:lnTo>
                    <a:pt x="266" y="62"/>
                  </a:lnTo>
                  <a:lnTo>
                    <a:pt x="282" y="62"/>
                  </a:lnTo>
                  <a:lnTo>
                    <a:pt x="282" y="62"/>
                  </a:lnTo>
                  <a:lnTo>
                    <a:pt x="272" y="66"/>
                  </a:lnTo>
                  <a:lnTo>
                    <a:pt x="262" y="68"/>
                  </a:lnTo>
                  <a:lnTo>
                    <a:pt x="248" y="76"/>
                  </a:lnTo>
                  <a:lnTo>
                    <a:pt x="234" y="84"/>
                  </a:lnTo>
                  <a:lnTo>
                    <a:pt x="224" y="88"/>
                  </a:lnTo>
                  <a:lnTo>
                    <a:pt x="212" y="90"/>
                  </a:lnTo>
                  <a:lnTo>
                    <a:pt x="212" y="90"/>
                  </a:lnTo>
                  <a:lnTo>
                    <a:pt x="228" y="80"/>
                  </a:lnTo>
                  <a:lnTo>
                    <a:pt x="240" y="72"/>
                  </a:lnTo>
                  <a:lnTo>
                    <a:pt x="252" y="62"/>
                  </a:lnTo>
                  <a:lnTo>
                    <a:pt x="272" y="46"/>
                  </a:lnTo>
                  <a:lnTo>
                    <a:pt x="272" y="46"/>
                  </a:lnTo>
                  <a:lnTo>
                    <a:pt x="258" y="52"/>
                  </a:lnTo>
                  <a:lnTo>
                    <a:pt x="244" y="56"/>
                  </a:lnTo>
                  <a:lnTo>
                    <a:pt x="218" y="64"/>
                  </a:lnTo>
                  <a:lnTo>
                    <a:pt x="204" y="68"/>
                  </a:lnTo>
                  <a:lnTo>
                    <a:pt x="190" y="72"/>
                  </a:lnTo>
                  <a:lnTo>
                    <a:pt x="178" y="80"/>
                  </a:lnTo>
                  <a:lnTo>
                    <a:pt x="166" y="90"/>
                  </a:lnTo>
                  <a:lnTo>
                    <a:pt x="166" y="90"/>
                  </a:lnTo>
                  <a:lnTo>
                    <a:pt x="174" y="94"/>
                  </a:lnTo>
                  <a:lnTo>
                    <a:pt x="176" y="96"/>
                  </a:lnTo>
                  <a:lnTo>
                    <a:pt x="174" y="102"/>
                  </a:lnTo>
                  <a:lnTo>
                    <a:pt x="174" y="102"/>
                  </a:lnTo>
                  <a:lnTo>
                    <a:pt x="170" y="100"/>
                  </a:lnTo>
                  <a:lnTo>
                    <a:pt x="164" y="102"/>
                  </a:lnTo>
                  <a:lnTo>
                    <a:pt x="152" y="108"/>
                  </a:lnTo>
                  <a:lnTo>
                    <a:pt x="144" y="112"/>
                  </a:lnTo>
                  <a:lnTo>
                    <a:pt x="140" y="112"/>
                  </a:lnTo>
                  <a:lnTo>
                    <a:pt x="140" y="108"/>
                  </a:lnTo>
                  <a:lnTo>
                    <a:pt x="140" y="108"/>
                  </a:lnTo>
                  <a:lnTo>
                    <a:pt x="134" y="116"/>
                  </a:lnTo>
                  <a:lnTo>
                    <a:pt x="134" y="124"/>
                  </a:lnTo>
                  <a:lnTo>
                    <a:pt x="134" y="132"/>
                  </a:lnTo>
                  <a:lnTo>
                    <a:pt x="130" y="136"/>
                  </a:lnTo>
                  <a:lnTo>
                    <a:pt x="130" y="136"/>
                  </a:lnTo>
                  <a:lnTo>
                    <a:pt x="108" y="146"/>
                  </a:lnTo>
                  <a:lnTo>
                    <a:pt x="86" y="156"/>
                  </a:lnTo>
                  <a:lnTo>
                    <a:pt x="88" y="156"/>
                  </a:lnTo>
                  <a:lnTo>
                    <a:pt x="88" y="156"/>
                  </a:lnTo>
                  <a:lnTo>
                    <a:pt x="74" y="184"/>
                  </a:lnTo>
                  <a:lnTo>
                    <a:pt x="60" y="210"/>
                  </a:lnTo>
                  <a:lnTo>
                    <a:pt x="42" y="234"/>
                  </a:lnTo>
                  <a:lnTo>
                    <a:pt x="26" y="260"/>
                  </a:lnTo>
                  <a:lnTo>
                    <a:pt x="26" y="260"/>
                  </a:lnTo>
                  <a:lnTo>
                    <a:pt x="12" y="288"/>
                  </a:lnTo>
                  <a:lnTo>
                    <a:pt x="8" y="302"/>
                  </a:lnTo>
                  <a:lnTo>
                    <a:pt x="4" y="318"/>
                  </a:lnTo>
                  <a:lnTo>
                    <a:pt x="0" y="334"/>
                  </a:lnTo>
                  <a:lnTo>
                    <a:pt x="0" y="348"/>
                  </a:lnTo>
                  <a:lnTo>
                    <a:pt x="0" y="364"/>
                  </a:lnTo>
                  <a:lnTo>
                    <a:pt x="4" y="380"/>
                  </a:lnTo>
                  <a:lnTo>
                    <a:pt x="10" y="378"/>
                  </a:lnTo>
                  <a:lnTo>
                    <a:pt x="4" y="400"/>
                  </a:lnTo>
                  <a:lnTo>
                    <a:pt x="4" y="400"/>
                  </a:lnTo>
                  <a:lnTo>
                    <a:pt x="4" y="396"/>
                  </a:lnTo>
                  <a:lnTo>
                    <a:pt x="6" y="394"/>
                  </a:lnTo>
                  <a:lnTo>
                    <a:pt x="8" y="394"/>
                  </a:lnTo>
                  <a:lnTo>
                    <a:pt x="10" y="396"/>
                  </a:lnTo>
                  <a:lnTo>
                    <a:pt x="16" y="402"/>
                  </a:lnTo>
                  <a:lnTo>
                    <a:pt x="18" y="404"/>
                  </a:lnTo>
                  <a:lnTo>
                    <a:pt x="20" y="406"/>
                  </a:lnTo>
                  <a:lnTo>
                    <a:pt x="20" y="406"/>
                  </a:lnTo>
                  <a:lnTo>
                    <a:pt x="18" y="432"/>
                  </a:lnTo>
                  <a:lnTo>
                    <a:pt x="18" y="458"/>
                  </a:lnTo>
                  <a:lnTo>
                    <a:pt x="18" y="458"/>
                  </a:lnTo>
                  <a:lnTo>
                    <a:pt x="24" y="456"/>
                  </a:lnTo>
                  <a:lnTo>
                    <a:pt x="30" y="452"/>
                  </a:lnTo>
                  <a:lnTo>
                    <a:pt x="32" y="446"/>
                  </a:lnTo>
                  <a:lnTo>
                    <a:pt x="32" y="444"/>
                  </a:lnTo>
                  <a:lnTo>
                    <a:pt x="30" y="440"/>
                  </a:lnTo>
                  <a:lnTo>
                    <a:pt x="30" y="440"/>
                  </a:lnTo>
                  <a:close/>
                  <a:moveTo>
                    <a:pt x="392" y="34"/>
                  </a:moveTo>
                  <a:lnTo>
                    <a:pt x="402" y="32"/>
                  </a:lnTo>
                  <a:lnTo>
                    <a:pt x="402" y="32"/>
                  </a:lnTo>
                  <a:lnTo>
                    <a:pt x="404" y="32"/>
                  </a:lnTo>
                  <a:lnTo>
                    <a:pt x="408" y="32"/>
                  </a:lnTo>
                  <a:lnTo>
                    <a:pt x="402" y="32"/>
                  </a:lnTo>
                  <a:lnTo>
                    <a:pt x="402" y="32"/>
                  </a:lnTo>
                  <a:lnTo>
                    <a:pt x="396" y="38"/>
                  </a:lnTo>
                  <a:lnTo>
                    <a:pt x="394" y="38"/>
                  </a:lnTo>
                  <a:lnTo>
                    <a:pt x="392" y="34"/>
                  </a:lnTo>
                  <a:lnTo>
                    <a:pt x="392" y="34"/>
                  </a:lnTo>
                  <a:close/>
                  <a:moveTo>
                    <a:pt x="794" y="606"/>
                  </a:moveTo>
                  <a:lnTo>
                    <a:pt x="804" y="594"/>
                  </a:lnTo>
                  <a:lnTo>
                    <a:pt x="804" y="594"/>
                  </a:lnTo>
                  <a:lnTo>
                    <a:pt x="798" y="600"/>
                  </a:lnTo>
                  <a:lnTo>
                    <a:pt x="798" y="604"/>
                  </a:lnTo>
                  <a:lnTo>
                    <a:pt x="800" y="604"/>
                  </a:lnTo>
                  <a:lnTo>
                    <a:pt x="800" y="604"/>
                  </a:lnTo>
                  <a:lnTo>
                    <a:pt x="796" y="608"/>
                  </a:lnTo>
                  <a:lnTo>
                    <a:pt x="794" y="608"/>
                  </a:lnTo>
                  <a:lnTo>
                    <a:pt x="794" y="606"/>
                  </a:lnTo>
                  <a:lnTo>
                    <a:pt x="794" y="606"/>
                  </a:lnTo>
                  <a:close/>
                  <a:moveTo>
                    <a:pt x="400" y="124"/>
                  </a:moveTo>
                  <a:lnTo>
                    <a:pt x="408" y="130"/>
                  </a:lnTo>
                  <a:lnTo>
                    <a:pt x="410" y="120"/>
                  </a:lnTo>
                  <a:lnTo>
                    <a:pt x="400" y="124"/>
                  </a:lnTo>
                  <a:close/>
                  <a:moveTo>
                    <a:pt x="288" y="156"/>
                  </a:moveTo>
                  <a:lnTo>
                    <a:pt x="302" y="156"/>
                  </a:lnTo>
                  <a:lnTo>
                    <a:pt x="302" y="154"/>
                  </a:lnTo>
                  <a:lnTo>
                    <a:pt x="288" y="154"/>
                  </a:lnTo>
                  <a:lnTo>
                    <a:pt x="288" y="156"/>
                  </a:lnTo>
                  <a:close/>
                  <a:moveTo>
                    <a:pt x="122" y="162"/>
                  </a:moveTo>
                  <a:lnTo>
                    <a:pt x="126" y="162"/>
                  </a:lnTo>
                  <a:lnTo>
                    <a:pt x="122" y="162"/>
                  </a:lnTo>
                  <a:lnTo>
                    <a:pt x="122" y="162"/>
                  </a:lnTo>
                  <a:lnTo>
                    <a:pt x="118" y="164"/>
                  </a:lnTo>
                  <a:lnTo>
                    <a:pt x="114" y="168"/>
                  </a:lnTo>
                  <a:lnTo>
                    <a:pt x="112" y="172"/>
                  </a:lnTo>
                  <a:lnTo>
                    <a:pt x="110" y="176"/>
                  </a:lnTo>
                  <a:lnTo>
                    <a:pt x="108" y="178"/>
                  </a:lnTo>
                  <a:lnTo>
                    <a:pt x="104" y="178"/>
                  </a:lnTo>
                  <a:lnTo>
                    <a:pt x="98" y="178"/>
                  </a:lnTo>
                  <a:lnTo>
                    <a:pt x="98" y="178"/>
                  </a:lnTo>
                  <a:lnTo>
                    <a:pt x="98" y="172"/>
                  </a:lnTo>
                  <a:lnTo>
                    <a:pt x="100" y="168"/>
                  </a:lnTo>
                  <a:lnTo>
                    <a:pt x="102" y="166"/>
                  </a:lnTo>
                  <a:lnTo>
                    <a:pt x="106" y="164"/>
                  </a:lnTo>
                  <a:lnTo>
                    <a:pt x="114" y="162"/>
                  </a:lnTo>
                  <a:lnTo>
                    <a:pt x="122" y="162"/>
                  </a:lnTo>
                  <a:lnTo>
                    <a:pt x="122" y="162"/>
                  </a:lnTo>
                  <a:close/>
                  <a:moveTo>
                    <a:pt x="374" y="56"/>
                  </a:moveTo>
                  <a:lnTo>
                    <a:pt x="374" y="56"/>
                  </a:lnTo>
                  <a:lnTo>
                    <a:pt x="374" y="54"/>
                  </a:lnTo>
                  <a:lnTo>
                    <a:pt x="372" y="52"/>
                  </a:lnTo>
                  <a:lnTo>
                    <a:pt x="364" y="50"/>
                  </a:lnTo>
                  <a:lnTo>
                    <a:pt x="358" y="48"/>
                  </a:lnTo>
                  <a:lnTo>
                    <a:pt x="352" y="44"/>
                  </a:lnTo>
                  <a:lnTo>
                    <a:pt x="352" y="44"/>
                  </a:lnTo>
                  <a:lnTo>
                    <a:pt x="350" y="46"/>
                  </a:lnTo>
                  <a:lnTo>
                    <a:pt x="350" y="48"/>
                  </a:lnTo>
                  <a:lnTo>
                    <a:pt x="352" y="52"/>
                  </a:lnTo>
                  <a:lnTo>
                    <a:pt x="360" y="58"/>
                  </a:lnTo>
                  <a:lnTo>
                    <a:pt x="360" y="58"/>
                  </a:lnTo>
                  <a:lnTo>
                    <a:pt x="356" y="60"/>
                  </a:lnTo>
                  <a:lnTo>
                    <a:pt x="350" y="60"/>
                  </a:lnTo>
                  <a:lnTo>
                    <a:pt x="350" y="60"/>
                  </a:lnTo>
                  <a:lnTo>
                    <a:pt x="352" y="64"/>
                  </a:lnTo>
                  <a:lnTo>
                    <a:pt x="354" y="66"/>
                  </a:lnTo>
                  <a:lnTo>
                    <a:pt x="356" y="64"/>
                  </a:lnTo>
                  <a:lnTo>
                    <a:pt x="358" y="62"/>
                  </a:lnTo>
                  <a:lnTo>
                    <a:pt x="366" y="56"/>
                  </a:lnTo>
                  <a:lnTo>
                    <a:pt x="370" y="56"/>
                  </a:lnTo>
                  <a:lnTo>
                    <a:pt x="374" y="56"/>
                  </a:lnTo>
                  <a:lnTo>
                    <a:pt x="374" y="56"/>
                  </a:lnTo>
                  <a:close/>
                  <a:moveTo>
                    <a:pt x="676" y="54"/>
                  </a:moveTo>
                  <a:lnTo>
                    <a:pt x="672" y="52"/>
                  </a:lnTo>
                  <a:lnTo>
                    <a:pt x="684" y="64"/>
                  </a:lnTo>
                  <a:lnTo>
                    <a:pt x="676" y="54"/>
                  </a:lnTo>
                  <a:close/>
                  <a:moveTo>
                    <a:pt x="732" y="86"/>
                  </a:moveTo>
                  <a:lnTo>
                    <a:pt x="732" y="86"/>
                  </a:lnTo>
                  <a:lnTo>
                    <a:pt x="734" y="90"/>
                  </a:lnTo>
                  <a:lnTo>
                    <a:pt x="736" y="94"/>
                  </a:lnTo>
                  <a:lnTo>
                    <a:pt x="742" y="102"/>
                  </a:lnTo>
                  <a:lnTo>
                    <a:pt x="760" y="118"/>
                  </a:lnTo>
                  <a:lnTo>
                    <a:pt x="760" y="118"/>
                  </a:lnTo>
                  <a:lnTo>
                    <a:pt x="762" y="114"/>
                  </a:lnTo>
                  <a:lnTo>
                    <a:pt x="764" y="110"/>
                  </a:lnTo>
                  <a:lnTo>
                    <a:pt x="762" y="102"/>
                  </a:lnTo>
                  <a:lnTo>
                    <a:pt x="758" y="94"/>
                  </a:lnTo>
                  <a:lnTo>
                    <a:pt x="748" y="86"/>
                  </a:lnTo>
                  <a:lnTo>
                    <a:pt x="748" y="86"/>
                  </a:lnTo>
                  <a:lnTo>
                    <a:pt x="744" y="80"/>
                  </a:lnTo>
                  <a:lnTo>
                    <a:pt x="742" y="80"/>
                  </a:lnTo>
                  <a:lnTo>
                    <a:pt x="738" y="80"/>
                  </a:lnTo>
                  <a:lnTo>
                    <a:pt x="738" y="82"/>
                  </a:lnTo>
                  <a:lnTo>
                    <a:pt x="734" y="86"/>
                  </a:lnTo>
                  <a:lnTo>
                    <a:pt x="734" y="88"/>
                  </a:lnTo>
                  <a:lnTo>
                    <a:pt x="732" y="86"/>
                  </a:lnTo>
                  <a:lnTo>
                    <a:pt x="732" y="86"/>
                  </a:lnTo>
                  <a:close/>
                  <a:moveTo>
                    <a:pt x="232" y="116"/>
                  </a:moveTo>
                  <a:lnTo>
                    <a:pt x="232" y="116"/>
                  </a:lnTo>
                  <a:lnTo>
                    <a:pt x="240" y="118"/>
                  </a:lnTo>
                  <a:lnTo>
                    <a:pt x="252" y="122"/>
                  </a:lnTo>
                  <a:lnTo>
                    <a:pt x="258" y="122"/>
                  </a:lnTo>
                  <a:lnTo>
                    <a:pt x="262" y="122"/>
                  </a:lnTo>
                  <a:lnTo>
                    <a:pt x="268" y="120"/>
                  </a:lnTo>
                  <a:lnTo>
                    <a:pt x="274" y="114"/>
                  </a:lnTo>
                  <a:lnTo>
                    <a:pt x="258" y="114"/>
                  </a:lnTo>
                  <a:lnTo>
                    <a:pt x="262" y="112"/>
                  </a:lnTo>
                  <a:lnTo>
                    <a:pt x="256" y="106"/>
                  </a:lnTo>
                  <a:lnTo>
                    <a:pt x="256" y="106"/>
                  </a:lnTo>
                  <a:lnTo>
                    <a:pt x="258" y="112"/>
                  </a:lnTo>
                  <a:lnTo>
                    <a:pt x="258" y="116"/>
                  </a:lnTo>
                  <a:lnTo>
                    <a:pt x="254" y="116"/>
                  </a:lnTo>
                  <a:lnTo>
                    <a:pt x="250" y="118"/>
                  </a:lnTo>
                  <a:lnTo>
                    <a:pt x="240" y="116"/>
                  </a:lnTo>
                  <a:lnTo>
                    <a:pt x="232" y="116"/>
                  </a:lnTo>
                  <a:lnTo>
                    <a:pt x="232" y="116"/>
                  </a:lnTo>
                  <a:close/>
                  <a:moveTo>
                    <a:pt x="828" y="180"/>
                  </a:moveTo>
                  <a:lnTo>
                    <a:pt x="828" y="180"/>
                  </a:lnTo>
                  <a:lnTo>
                    <a:pt x="828" y="206"/>
                  </a:lnTo>
                  <a:lnTo>
                    <a:pt x="826" y="216"/>
                  </a:lnTo>
                  <a:lnTo>
                    <a:pt x="826" y="220"/>
                  </a:lnTo>
                  <a:lnTo>
                    <a:pt x="822" y="222"/>
                  </a:lnTo>
                  <a:lnTo>
                    <a:pt x="822" y="222"/>
                  </a:lnTo>
                  <a:lnTo>
                    <a:pt x="828" y="218"/>
                  </a:lnTo>
                  <a:lnTo>
                    <a:pt x="830" y="216"/>
                  </a:lnTo>
                  <a:lnTo>
                    <a:pt x="834" y="206"/>
                  </a:lnTo>
                  <a:lnTo>
                    <a:pt x="834" y="196"/>
                  </a:lnTo>
                  <a:lnTo>
                    <a:pt x="832" y="190"/>
                  </a:lnTo>
                  <a:lnTo>
                    <a:pt x="832" y="190"/>
                  </a:lnTo>
                  <a:lnTo>
                    <a:pt x="828" y="186"/>
                  </a:lnTo>
                  <a:lnTo>
                    <a:pt x="828" y="180"/>
                  </a:lnTo>
                  <a:lnTo>
                    <a:pt x="828" y="180"/>
                  </a:lnTo>
                  <a:close/>
                  <a:moveTo>
                    <a:pt x="814" y="192"/>
                  </a:moveTo>
                  <a:lnTo>
                    <a:pt x="814" y="192"/>
                  </a:lnTo>
                  <a:lnTo>
                    <a:pt x="810" y="192"/>
                  </a:lnTo>
                  <a:lnTo>
                    <a:pt x="806" y="190"/>
                  </a:lnTo>
                  <a:lnTo>
                    <a:pt x="804" y="188"/>
                  </a:lnTo>
                  <a:lnTo>
                    <a:pt x="802" y="182"/>
                  </a:lnTo>
                  <a:lnTo>
                    <a:pt x="802" y="182"/>
                  </a:lnTo>
                  <a:lnTo>
                    <a:pt x="808" y="178"/>
                  </a:lnTo>
                  <a:lnTo>
                    <a:pt x="812" y="170"/>
                  </a:lnTo>
                  <a:lnTo>
                    <a:pt x="814" y="166"/>
                  </a:lnTo>
                  <a:lnTo>
                    <a:pt x="812" y="160"/>
                  </a:lnTo>
                  <a:lnTo>
                    <a:pt x="810" y="156"/>
                  </a:lnTo>
                  <a:lnTo>
                    <a:pt x="806" y="152"/>
                  </a:lnTo>
                  <a:lnTo>
                    <a:pt x="806" y="152"/>
                  </a:lnTo>
                  <a:lnTo>
                    <a:pt x="802" y="174"/>
                  </a:lnTo>
                  <a:lnTo>
                    <a:pt x="800" y="184"/>
                  </a:lnTo>
                  <a:lnTo>
                    <a:pt x="802" y="196"/>
                  </a:lnTo>
                  <a:lnTo>
                    <a:pt x="814" y="192"/>
                  </a:lnTo>
                  <a:close/>
                  <a:moveTo>
                    <a:pt x="826" y="156"/>
                  </a:moveTo>
                  <a:lnTo>
                    <a:pt x="820" y="150"/>
                  </a:lnTo>
                  <a:lnTo>
                    <a:pt x="820" y="150"/>
                  </a:lnTo>
                  <a:lnTo>
                    <a:pt x="810" y="148"/>
                  </a:lnTo>
                  <a:lnTo>
                    <a:pt x="804" y="148"/>
                  </a:lnTo>
                  <a:lnTo>
                    <a:pt x="800" y="148"/>
                  </a:lnTo>
                  <a:lnTo>
                    <a:pt x="798" y="146"/>
                  </a:lnTo>
                  <a:lnTo>
                    <a:pt x="798" y="142"/>
                  </a:lnTo>
                  <a:lnTo>
                    <a:pt x="798" y="134"/>
                  </a:lnTo>
                  <a:lnTo>
                    <a:pt x="798" y="134"/>
                  </a:lnTo>
                  <a:lnTo>
                    <a:pt x="810" y="142"/>
                  </a:lnTo>
                  <a:lnTo>
                    <a:pt x="820" y="150"/>
                  </a:lnTo>
                  <a:lnTo>
                    <a:pt x="820" y="150"/>
                  </a:lnTo>
                  <a:lnTo>
                    <a:pt x="822" y="152"/>
                  </a:lnTo>
                  <a:lnTo>
                    <a:pt x="826" y="156"/>
                  </a:lnTo>
                  <a:lnTo>
                    <a:pt x="826" y="156"/>
                  </a:lnTo>
                  <a:close/>
                  <a:moveTo>
                    <a:pt x="890" y="308"/>
                  </a:moveTo>
                  <a:lnTo>
                    <a:pt x="894" y="298"/>
                  </a:lnTo>
                  <a:lnTo>
                    <a:pt x="894" y="298"/>
                  </a:lnTo>
                  <a:lnTo>
                    <a:pt x="892" y="306"/>
                  </a:lnTo>
                  <a:lnTo>
                    <a:pt x="892" y="308"/>
                  </a:lnTo>
                  <a:lnTo>
                    <a:pt x="890" y="308"/>
                  </a:lnTo>
                  <a:lnTo>
                    <a:pt x="886" y="314"/>
                  </a:lnTo>
                  <a:lnTo>
                    <a:pt x="886" y="314"/>
                  </a:lnTo>
                  <a:lnTo>
                    <a:pt x="882" y="306"/>
                  </a:lnTo>
                  <a:lnTo>
                    <a:pt x="882" y="304"/>
                  </a:lnTo>
                  <a:lnTo>
                    <a:pt x="890" y="308"/>
                  </a:lnTo>
                  <a:lnTo>
                    <a:pt x="890" y="308"/>
                  </a:lnTo>
                  <a:close/>
                  <a:moveTo>
                    <a:pt x="834" y="170"/>
                  </a:moveTo>
                  <a:lnTo>
                    <a:pt x="834" y="170"/>
                  </a:lnTo>
                  <a:lnTo>
                    <a:pt x="840" y="180"/>
                  </a:lnTo>
                  <a:lnTo>
                    <a:pt x="844" y="192"/>
                  </a:lnTo>
                  <a:lnTo>
                    <a:pt x="844" y="192"/>
                  </a:lnTo>
                  <a:lnTo>
                    <a:pt x="836" y="180"/>
                  </a:lnTo>
                  <a:lnTo>
                    <a:pt x="832" y="174"/>
                  </a:lnTo>
                  <a:lnTo>
                    <a:pt x="832" y="172"/>
                  </a:lnTo>
                  <a:lnTo>
                    <a:pt x="834" y="170"/>
                  </a:lnTo>
                  <a:lnTo>
                    <a:pt x="834" y="170"/>
                  </a:lnTo>
                  <a:close/>
                  <a:moveTo>
                    <a:pt x="874" y="304"/>
                  </a:moveTo>
                  <a:lnTo>
                    <a:pt x="874" y="304"/>
                  </a:lnTo>
                  <a:lnTo>
                    <a:pt x="866" y="276"/>
                  </a:lnTo>
                  <a:lnTo>
                    <a:pt x="866" y="276"/>
                  </a:lnTo>
                  <a:lnTo>
                    <a:pt x="870" y="276"/>
                  </a:lnTo>
                  <a:lnTo>
                    <a:pt x="872" y="280"/>
                  </a:lnTo>
                  <a:lnTo>
                    <a:pt x="876" y="288"/>
                  </a:lnTo>
                  <a:lnTo>
                    <a:pt x="876" y="298"/>
                  </a:lnTo>
                  <a:lnTo>
                    <a:pt x="874" y="304"/>
                  </a:lnTo>
                  <a:lnTo>
                    <a:pt x="874" y="304"/>
                  </a:lnTo>
                  <a:close/>
                  <a:moveTo>
                    <a:pt x="672" y="700"/>
                  </a:moveTo>
                  <a:lnTo>
                    <a:pt x="670" y="688"/>
                  </a:lnTo>
                  <a:lnTo>
                    <a:pt x="660" y="696"/>
                  </a:lnTo>
                  <a:lnTo>
                    <a:pt x="672" y="700"/>
                  </a:lnTo>
                  <a:close/>
                  <a:moveTo>
                    <a:pt x="760" y="598"/>
                  </a:moveTo>
                  <a:lnTo>
                    <a:pt x="766" y="592"/>
                  </a:lnTo>
                  <a:lnTo>
                    <a:pt x="764" y="586"/>
                  </a:lnTo>
                  <a:lnTo>
                    <a:pt x="760" y="598"/>
                  </a:lnTo>
                  <a:close/>
                  <a:moveTo>
                    <a:pt x="832" y="468"/>
                  </a:moveTo>
                  <a:lnTo>
                    <a:pt x="832" y="468"/>
                  </a:lnTo>
                  <a:lnTo>
                    <a:pt x="836" y="470"/>
                  </a:lnTo>
                  <a:lnTo>
                    <a:pt x="840" y="470"/>
                  </a:lnTo>
                  <a:lnTo>
                    <a:pt x="840" y="470"/>
                  </a:lnTo>
                  <a:lnTo>
                    <a:pt x="842" y="468"/>
                  </a:lnTo>
                  <a:lnTo>
                    <a:pt x="846" y="466"/>
                  </a:lnTo>
                  <a:lnTo>
                    <a:pt x="846" y="466"/>
                  </a:lnTo>
                  <a:lnTo>
                    <a:pt x="844" y="468"/>
                  </a:lnTo>
                  <a:lnTo>
                    <a:pt x="840" y="470"/>
                  </a:lnTo>
                  <a:lnTo>
                    <a:pt x="840" y="470"/>
                  </a:lnTo>
                  <a:lnTo>
                    <a:pt x="836" y="478"/>
                  </a:lnTo>
                  <a:lnTo>
                    <a:pt x="834" y="482"/>
                  </a:lnTo>
                  <a:lnTo>
                    <a:pt x="836" y="488"/>
                  </a:lnTo>
                  <a:lnTo>
                    <a:pt x="836" y="488"/>
                  </a:lnTo>
                  <a:lnTo>
                    <a:pt x="840" y="486"/>
                  </a:lnTo>
                  <a:lnTo>
                    <a:pt x="842" y="482"/>
                  </a:lnTo>
                  <a:lnTo>
                    <a:pt x="846" y="478"/>
                  </a:lnTo>
                  <a:lnTo>
                    <a:pt x="848" y="476"/>
                  </a:lnTo>
                  <a:lnTo>
                    <a:pt x="848" y="476"/>
                  </a:lnTo>
                  <a:lnTo>
                    <a:pt x="848" y="482"/>
                  </a:lnTo>
                  <a:lnTo>
                    <a:pt x="846" y="488"/>
                  </a:lnTo>
                  <a:lnTo>
                    <a:pt x="836" y="498"/>
                  </a:lnTo>
                  <a:lnTo>
                    <a:pt x="832" y="502"/>
                  </a:lnTo>
                  <a:lnTo>
                    <a:pt x="830" y="506"/>
                  </a:lnTo>
                  <a:lnTo>
                    <a:pt x="834" y="510"/>
                  </a:lnTo>
                  <a:lnTo>
                    <a:pt x="844" y="514"/>
                  </a:lnTo>
                  <a:lnTo>
                    <a:pt x="844" y="514"/>
                  </a:lnTo>
                  <a:lnTo>
                    <a:pt x="830" y="522"/>
                  </a:lnTo>
                  <a:lnTo>
                    <a:pt x="822" y="524"/>
                  </a:lnTo>
                  <a:lnTo>
                    <a:pt x="820" y="522"/>
                  </a:lnTo>
                  <a:lnTo>
                    <a:pt x="818" y="520"/>
                  </a:lnTo>
                  <a:lnTo>
                    <a:pt x="818" y="520"/>
                  </a:lnTo>
                  <a:lnTo>
                    <a:pt x="824" y="508"/>
                  </a:lnTo>
                  <a:lnTo>
                    <a:pt x="830" y="494"/>
                  </a:lnTo>
                  <a:lnTo>
                    <a:pt x="832" y="480"/>
                  </a:lnTo>
                  <a:lnTo>
                    <a:pt x="832" y="468"/>
                  </a:lnTo>
                  <a:lnTo>
                    <a:pt x="832" y="468"/>
                  </a:lnTo>
                  <a:lnTo>
                    <a:pt x="830" y="466"/>
                  </a:lnTo>
                  <a:lnTo>
                    <a:pt x="830" y="462"/>
                  </a:lnTo>
                  <a:lnTo>
                    <a:pt x="830" y="462"/>
                  </a:lnTo>
                  <a:lnTo>
                    <a:pt x="832" y="468"/>
                  </a:lnTo>
                  <a:lnTo>
                    <a:pt x="832" y="468"/>
                  </a:lnTo>
                  <a:close/>
                  <a:moveTo>
                    <a:pt x="832" y="286"/>
                  </a:moveTo>
                  <a:lnTo>
                    <a:pt x="832" y="286"/>
                  </a:lnTo>
                  <a:lnTo>
                    <a:pt x="832" y="280"/>
                  </a:lnTo>
                  <a:lnTo>
                    <a:pt x="832" y="276"/>
                  </a:lnTo>
                  <a:lnTo>
                    <a:pt x="832" y="276"/>
                  </a:lnTo>
                  <a:lnTo>
                    <a:pt x="836" y="270"/>
                  </a:lnTo>
                  <a:lnTo>
                    <a:pt x="838" y="268"/>
                  </a:lnTo>
                  <a:lnTo>
                    <a:pt x="842" y="268"/>
                  </a:lnTo>
                  <a:lnTo>
                    <a:pt x="842" y="268"/>
                  </a:lnTo>
                  <a:lnTo>
                    <a:pt x="840" y="274"/>
                  </a:lnTo>
                  <a:lnTo>
                    <a:pt x="838" y="276"/>
                  </a:lnTo>
                  <a:lnTo>
                    <a:pt x="834" y="276"/>
                  </a:lnTo>
                  <a:lnTo>
                    <a:pt x="832" y="276"/>
                  </a:lnTo>
                  <a:lnTo>
                    <a:pt x="832" y="276"/>
                  </a:lnTo>
                  <a:lnTo>
                    <a:pt x="832" y="286"/>
                  </a:lnTo>
                  <a:lnTo>
                    <a:pt x="832" y="286"/>
                  </a:lnTo>
                  <a:close/>
                  <a:moveTo>
                    <a:pt x="816" y="290"/>
                  </a:moveTo>
                  <a:lnTo>
                    <a:pt x="816" y="290"/>
                  </a:lnTo>
                  <a:lnTo>
                    <a:pt x="822" y="264"/>
                  </a:lnTo>
                  <a:lnTo>
                    <a:pt x="818" y="274"/>
                  </a:lnTo>
                  <a:lnTo>
                    <a:pt x="818" y="256"/>
                  </a:lnTo>
                  <a:lnTo>
                    <a:pt x="818" y="256"/>
                  </a:lnTo>
                  <a:lnTo>
                    <a:pt x="814" y="262"/>
                  </a:lnTo>
                  <a:lnTo>
                    <a:pt x="810" y="272"/>
                  </a:lnTo>
                  <a:lnTo>
                    <a:pt x="810" y="282"/>
                  </a:lnTo>
                  <a:lnTo>
                    <a:pt x="812" y="286"/>
                  </a:lnTo>
                  <a:lnTo>
                    <a:pt x="816" y="290"/>
                  </a:lnTo>
                  <a:lnTo>
                    <a:pt x="816" y="290"/>
                  </a:lnTo>
                  <a:close/>
                  <a:moveTo>
                    <a:pt x="810" y="254"/>
                  </a:moveTo>
                  <a:lnTo>
                    <a:pt x="818" y="246"/>
                  </a:lnTo>
                  <a:lnTo>
                    <a:pt x="810" y="254"/>
                  </a:lnTo>
                  <a:lnTo>
                    <a:pt x="810" y="254"/>
                  </a:lnTo>
                  <a:lnTo>
                    <a:pt x="808" y="254"/>
                  </a:lnTo>
                  <a:lnTo>
                    <a:pt x="808" y="254"/>
                  </a:lnTo>
                  <a:lnTo>
                    <a:pt x="806" y="240"/>
                  </a:lnTo>
                  <a:lnTo>
                    <a:pt x="802" y="228"/>
                  </a:lnTo>
                  <a:lnTo>
                    <a:pt x="802" y="228"/>
                  </a:lnTo>
                  <a:lnTo>
                    <a:pt x="806" y="240"/>
                  </a:lnTo>
                  <a:lnTo>
                    <a:pt x="810" y="254"/>
                  </a:lnTo>
                  <a:lnTo>
                    <a:pt x="810" y="254"/>
                  </a:lnTo>
                  <a:close/>
                  <a:moveTo>
                    <a:pt x="600" y="84"/>
                  </a:moveTo>
                  <a:lnTo>
                    <a:pt x="600" y="84"/>
                  </a:lnTo>
                  <a:lnTo>
                    <a:pt x="596" y="94"/>
                  </a:lnTo>
                  <a:lnTo>
                    <a:pt x="598" y="100"/>
                  </a:lnTo>
                  <a:lnTo>
                    <a:pt x="600" y="106"/>
                  </a:lnTo>
                  <a:lnTo>
                    <a:pt x="606" y="108"/>
                  </a:lnTo>
                  <a:lnTo>
                    <a:pt x="616" y="116"/>
                  </a:lnTo>
                  <a:lnTo>
                    <a:pt x="622" y="120"/>
                  </a:lnTo>
                  <a:lnTo>
                    <a:pt x="624" y="124"/>
                  </a:lnTo>
                  <a:lnTo>
                    <a:pt x="624" y="124"/>
                  </a:lnTo>
                  <a:lnTo>
                    <a:pt x="626" y="116"/>
                  </a:lnTo>
                  <a:lnTo>
                    <a:pt x="630" y="108"/>
                  </a:lnTo>
                  <a:lnTo>
                    <a:pt x="628" y="104"/>
                  </a:lnTo>
                  <a:lnTo>
                    <a:pt x="626" y="102"/>
                  </a:lnTo>
                  <a:lnTo>
                    <a:pt x="620" y="98"/>
                  </a:lnTo>
                  <a:lnTo>
                    <a:pt x="612" y="96"/>
                  </a:lnTo>
                  <a:lnTo>
                    <a:pt x="612" y="96"/>
                  </a:lnTo>
                  <a:lnTo>
                    <a:pt x="620" y="96"/>
                  </a:lnTo>
                  <a:lnTo>
                    <a:pt x="626" y="96"/>
                  </a:lnTo>
                  <a:lnTo>
                    <a:pt x="628" y="100"/>
                  </a:lnTo>
                  <a:lnTo>
                    <a:pt x="630" y="102"/>
                  </a:lnTo>
                  <a:lnTo>
                    <a:pt x="632" y="104"/>
                  </a:lnTo>
                  <a:lnTo>
                    <a:pt x="634" y="104"/>
                  </a:lnTo>
                  <a:lnTo>
                    <a:pt x="642" y="96"/>
                  </a:lnTo>
                  <a:lnTo>
                    <a:pt x="642" y="96"/>
                  </a:lnTo>
                  <a:lnTo>
                    <a:pt x="634" y="94"/>
                  </a:lnTo>
                  <a:lnTo>
                    <a:pt x="626" y="90"/>
                  </a:lnTo>
                  <a:lnTo>
                    <a:pt x="616" y="84"/>
                  </a:lnTo>
                  <a:lnTo>
                    <a:pt x="630" y="86"/>
                  </a:lnTo>
                  <a:lnTo>
                    <a:pt x="630" y="86"/>
                  </a:lnTo>
                  <a:lnTo>
                    <a:pt x="628" y="80"/>
                  </a:lnTo>
                  <a:lnTo>
                    <a:pt x="624" y="78"/>
                  </a:lnTo>
                  <a:lnTo>
                    <a:pt x="620" y="78"/>
                  </a:lnTo>
                  <a:lnTo>
                    <a:pt x="616" y="80"/>
                  </a:lnTo>
                  <a:lnTo>
                    <a:pt x="606" y="84"/>
                  </a:lnTo>
                  <a:lnTo>
                    <a:pt x="602" y="86"/>
                  </a:lnTo>
                  <a:lnTo>
                    <a:pt x="600" y="84"/>
                  </a:lnTo>
                  <a:lnTo>
                    <a:pt x="600" y="84"/>
                  </a:lnTo>
                  <a:close/>
                  <a:moveTo>
                    <a:pt x="452" y="96"/>
                  </a:moveTo>
                  <a:lnTo>
                    <a:pt x="434" y="96"/>
                  </a:lnTo>
                  <a:lnTo>
                    <a:pt x="452" y="94"/>
                  </a:lnTo>
                  <a:lnTo>
                    <a:pt x="452" y="96"/>
                  </a:lnTo>
                  <a:close/>
                  <a:moveTo>
                    <a:pt x="106" y="310"/>
                  </a:moveTo>
                  <a:lnTo>
                    <a:pt x="106" y="310"/>
                  </a:lnTo>
                  <a:lnTo>
                    <a:pt x="108" y="312"/>
                  </a:lnTo>
                  <a:lnTo>
                    <a:pt x="110" y="314"/>
                  </a:lnTo>
                  <a:lnTo>
                    <a:pt x="114" y="322"/>
                  </a:lnTo>
                  <a:lnTo>
                    <a:pt x="116" y="326"/>
                  </a:lnTo>
                  <a:lnTo>
                    <a:pt x="114" y="332"/>
                  </a:lnTo>
                  <a:lnTo>
                    <a:pt x="112" y="334"/>
                  </a:lnTo>
                  <a:lnTo>
                    <a:pt x="108" y="336"/>
                  </a:lnTo>
                  <a:lnTo>
                    <a:pt x="108" y="336"/>
                  </a:lnTo>
                  <a:lnTo>
                    <a:pt x="108" y="328"/>
                  </a:lnTo>
                  <a:lnTo>
                    <a:pt x="108" y="322"/>
                  </a:lnTo>
                  <a:lnTo>
                    <a:pt x="108" y="314"/>
                  </a:lnTo>
                  <a:lnTo>
                    <a:pt x="106" y="310"/>
                  </a:lnTo>
                  <a:lnTo>
                    <a:pt x="106" y="310"/>
                  </a:lnTo>
                  <a:close/>
                  <a:moveTo>
                    <a:pt x="144" y="486"/>
                  </a:moveTo>
                  <a:lnTo>
                    <a:pt x="144" y="486"/>
                  </a:lnTo>
                  <a:lnTo>
                    <a:pt x="140" y="466"/>
                  </a:lnTo>
                  <a:lnTo>
                    <a:pt x="140" y="466"/>
                  </a:lnTo>
                  <a:lnTo>
                    <a:pt x="144" y="464"/>
                  </a:lnTo>
                  <a:lnTo>
                    <a:pt x="148" y="466"/>
                  </a:lnTo>
                  <a:lnTo>
                    <a:pt x="150" y="468"/>
                  </a:lnTo>
                  <a:lnTo>
                    <a:pt x="150" y="472"/>
                  </a:lnTo>
                  <a:lnTo>
                    <a:pt x="152" y="480"/>
                  </a:lnTo>
                  <a:lnTo>
                    <a:pt x="152" y="484"/>
                  </a:lnTo>
                  <a:lnTo>
                    <a:pt x="156" y="486"/>
                  </a:lnTo>
                  <a:lnTo>
                    <a:pt x="156" y="486"/>
                  </a:lnTo>
                  <a:lnTo>
                    <a:pt x="152" y="490"/>
                  </a:lnTo>
                  <a:lnTo>
                    <a:pt x="150" y="488"/>
                  </a:lnTo>
                  <a:lnTo>
                    <a:pt x="148" y="486"/>
                  </a:lnTo>
                  <a:lnTo>
                    <a:pt x="144" y="486"/>
                  </a:lnTo>
                  <a:lnTo>
                    <a:pt x="144" y="486"/>
                  </a:lnTo>
                  <a:close/>
                  <a:moveTo>
                    <a:pt x="230" y="580"/>
                  </a:moveTo>
                  <a:lnTo>
                    <a:pt x="234" y="586"/>
                  </a:lnTo>
                  <a:lnTo>
                    <a:pt x="238" y="570"/>
                  </a:lnTo>
                  <a:lnTo>
                    <a:pt x="230" y="580"/>
                  </a:lnTo>
                  <a:close/>
                  <a:moveTo>
                    <a:pt x="234" y="542"/>
                  </a:moveTo>
                  <a:lnTo>
                    <a:pt x="234" y="542"/>
                  </a:lnTo>
                  <a:lnTo>
                    <a:pt x="238" y="546"/>
                  </a:lnTo>
                  <a:lnTo>
                    <a:pt x="240" y="550"/>
                  </a:lnTo>
                  <a:lnTo>
                    <a:pt x="240" y="554"/>
                  </a:lnTo>
                  <a:lnTo>
                    <a:pt x="240" y="556"/>
                  </a:lnTo>
                  <a:lnTo>
                    <a:pt x="238" y="558"/>
                  </a:lnTo>
                  <a:lnTo>
                    <a:pt x="234" y="542"/>
                  </a:lnTo>
                  <a:close/>
                  <a:moveTo>
                    <a:pt x="330" y="618"/>
                  </a:moveTo>
                  <a:lnTo>
                    <a:pt x="330" y="602"/>
                  </a:lnTo>
                  <a:lnTo>
                    <a:pt x="336" y="604"/>
                  </a:lnTo>
                  <a:lnTo>
                    <a:pt x="330" y="618"/>
                  </a:lnTo>
                  <a:close/>
                  <a:moveTo>
                    <a:pt x="318" y="624"/>
                  </a:moveTo>
                  <a:lnTo>
                    <a:pt x="318" y="624"/>
                  </a:lnTo>
                  <a:lnTo>
                    <a:pt x="318" y="618"/>
                  </a:lnTo>
                  <a:lnTo>
                    <a:pt x="318" y="614"/>
                  </a:lnTo>
                  <a:lnTo>
                    <a:pt x="318" y="614"/>
                  </a:lnTo>
                  <a:lnTo>
                    <a:pt x="316" y="610"/>
                  </a:lnTo>
                  <a:lnTo>
                    <a:pt x="312" y="608"/>
                  </a:lnTo>
                  <a:lnTo>
                    <a:pt x="308" y="606"/>
                  </a:lnTo>
                  <a:lnTo>
                    <a:pt x="302" y="604"/>
                  </a:lnTo>
                  <a:lnTo>
                    <a:pt x="302" y="604"/>
                  </a:lnTo>
                  <a:lnTo>
                    <a:pt x="302" y="608"/>
                  </a:lnTo>
                  <a:lnTo>
                    <a:pt x="304" y="610"/>
                  </a:lnTo>
                  <a:lnTo>
                    <a:pt x="306" y="612"/>
                  </a:lnTo>
                  <a:lnTo>
                    <a:pt x="310" y="614"/>
                  </a:lnTo>
                  <a:lnTo>
                    <a:pt x="310" y="614"/>
                  </a:lnTo>
                  <a:lnTo>
                    <a:pt x="302" y="612"/>
                  </a:lnTo>
                  <a:lnTo>
                    <a:pt x="300" y="612"/>
                  </a:lnTo>
                  <a:lnTo>
                    <a:pt x="296" y="610"/>
                  </a:lnTo>
                  <a:lnTo>
                    <a:pt x="296" y="610"/>
                  </a:lnTo>
                  <a:lnTo>
                    <a:pt x="302" y="604"/>
                  </a:lnTo>
                  <a:lnTo>
                    <a:pt x="304" y="600"/>
                  </a:lnTo>
                  <a:lnTo>
                    <a:pt x="306" y="596"/>
                  </a:lnTo>
                  <a:lnTo>
                    <a:pt x="310" y="590"/>
                  </a:lnTo>
                  <a:lnTo>
                    <a:pt x="310" y="590"/>
                  </a:lnTo>
                  <a:lnTo>
                    <a:pt x="316" y="590"/>
                  </a:lnTo>
                  <a:lnTo>
                    <a:pt x="318" y="594"/>
                  </a:lnTo>
                  <a:lnTo>
                    <a:pt x="320" y="596"/>
                  </a:lnTo>
                  <a:lnTo>
                    <a:pt x="322" y="598"/>
                  </a:lnTo>
                  <a:lnTo>
                    <a:pt x="320" y="606"/>
                  </a:lnTo>
                  <a:lnTo>
                    <a:pt x="318" y="614"/>
                  </a:lnTo>
                  <a:lnTo>
                    <a:pt x="318" y="614"/>
                  </a:lnTo>
                  <a:lnTo>
                    <a:pt x="318" y="618"/>
                  </a:lnTo>
                  <a:lnTo>
                    <a:pt x="318" y="624"/>
                  </a:lnTo>
                  <a:lnTo>
                    <a:pt x="318" y="624"/>
                  </a:lnTo>
                  <a:close/>
                  <a:moveTo>
                    <a:pt x="254" y="590"/>
                  </a:moveTo>
                  <a:lnTo>
                    <a:pt x="254" y="590"/>
                  </a:lnTo>
                  <a:lnTo>
                    <a:pt x="248" y="590"/>
                  </a:lnTo>
                  <a:lnTo>
                    <a:pt x="248" y="586"/>
                  </a:lnTo>
                  <a:lnTo>
                    <a:pt x="248" y="586"/>
                  </a:lnTo>
                  <a:lnTo>
                    <a:pt x="252" y="586"/>
                  </a:lnTo>
                  <a:lnTo>
                    <a:pt x="254" y="586"/>
                  </a:lnTo>
                  <a:lnTo>
                    <a:pt x="254" y="590"/>
                  </a:lnTo>
                  <a:lnTo>
                    <a:pt x="264" y="592"/>
                  </a:lnTo>
                  <a:lnTo>
                    <a:pt x="264" y="592"/>
                  </a:lnTo>
                  <a:lnTo>
                    <a:pt x="268" y="586"/>
                  </a:lnTo>
                  <a:lnTo>
                    <a:pt x="268" y="578"/>
                  </a:lnTo>
                  <a:lnTo>
                    <a:pt x="266" y="566"/>
                  </a:lnTo>
                  <a:lnTo>
                    <a:pt x="266" y="566"/>
                  </a:lnTo>
                  <a:lnTo>
                    <a:pt x="268" y="576"/>
                  </a:lnTo>
                  <a:lnTo>
                    <a:pt x="272" y="580"/>
                  </a:lnTo>
                  <a:lnTo>
                    <a:pt x="276" y="582"/>
                  </a:lnTo>
                  <a:lnTo>
                    <a:pt x="276" y="582"/>
                  </a:lnTo>
                  <a:lnTo>
                    <a:pt x="278" y="580"/>
                  </a:lnTo>
                  <a:lnTo>
                    <a:pt x="276" y="576"/>
                  </a:lnTo>
                  <a:lnTo>
                    <a:pt x="286" y="580"/>
                  </a:lnTo>
                  <a:lnTo>
                    <a:pt x="286" y="580"/>
                  </a:lnTo>
                  <a:lnTo>
                    <a:pt x="286" y="586"/>
                  </a:lnTo>
                  <a:lnTo>
                    <a:pt x="286" y="590"/>
                  </a:lnTo>
                  <a:lnTo>
                    <a:pt x="284" y="592"/>
                  </a:lnTo>
                  <a:lnTo>
                    <a:pt x="280" y="594"/>
                  </a:lnTo>
                  <a:lnTo>
                    <a:pt x="274" y="594"/>
                  </a:lnTo>
                  <a:lnTo>
                    <a:pt x="264" y="592"/>
                  </a:lnTo>
                  <a:lnTo>
                    <a:pt x="264" y="592"/>
                  </a:lnTo>
                  <a:lnTo>
                    <a:pt x="262" y="594"/>
                  </a:lnTo>
                  <a:lnTo>
                    <a:pt x="258" y="594"/>
                  </a:lnTo>
                  <a:lnTo>
                    <a:pt x="258" y="594"/>
                  </a:lnTo>
                  <a:lnTo>
                    <a:pt x="256" y="592"/>
                  </a:lnTo>
                  <a:lnTo>
                    <a:pt x="254" y="590"/>
                  </a:lnTo>
                  <a:lnTo>
                    <a:pt x="254" y="590"/>
                  </a:lnTo>
                  <a:close/>
                  <a:moveTo>
                    <a:pt x="322" y="638"/>
                  </a:moveTo>
                  <a:lnTo>
                    <a:pt x="322" y="638"/>
                  </a:lnTo>
                  <a:lnTo>
                    <a:pt x="320" y="642"/>
                  </a:lnTo>
                  <a:lnTo>
                    <a:pt x="320" y="644"/>
                  </a:lnTo>
                  <a:lnTo>
                    <a:pt x="320" y="648"/>
                  </a:lnTo>
                  <a:lnTo>
                    <a:pt x="324" y="652"/>
                  </a:lnTo>
                  <a:lnTo>
                    <a:pt x="324" y="652"/>
                  </a:lnTo>
                  <a:lnTo>
                    <a:pt x="328" y="652"/>
                  </a:lnTo>
                  <a:lnTo>
                    <a:pt x="330" y="650"/>
                  </a:lnTo>
                  <a:lnTo>
                    <a:pt x="330" y="646"/>
                  </a:lnTo>
                  <a:lnTo>
                    <a:pt x="326" y="640"/>
                  </a:lnTo>
                  <a:lnTo>
                    <a:pt x="322" y="638"/>
                  </a:lnTo>
                  <a:lnTo>
                    <a:pt x="322" y="638"/>
                  </a:lnTo>
                  <a:close/>
                  <a:moveTo>
                    <a:pt x="84" y="370"/>
                  </a:moveTo>
                  <a:lnTo>
                    <a:pt x="84" y="370"/>
                  </a:lnTo>
                  <a:lnTo>
                    <a:pt x="86" y="370"/>
                  </a:lnTo>
                  <a:lnTo>
                    <a:pt x="88" y="370"/>
                  </a:lnTo>
                  <a:lnTo>
                    <a:pt x="92" y="366"/>
                  </a:lnTo>
                  <a:lnTo>
                    <a:pt x="94" y="360"/>
                  </a:lnTo>
                  <a:lnTo>
                    <a:pt x="94" y="354"/>
                  </a:lnTo>
                  <a:lnTo>
                    <a:pt x="108" y="358"/>
                  </a:lnTo>
                  <a:lnTo>
                    <a:pt x="108" y="358"/>
                  </a:lnTo>
                  <a:lnTo>
                    <a:pt x="106" y="360"/>
                  </a:lnTo>
                  <a:lnTo>
                    <a:pt x="104" y="362"/>
                  </a:lnTo>
                  <a:lnTo>
                    <a:pt x="102" y="368"/>
                  </a:lnTo>
                  <a:lnTo>
                    <a:pt x="102" y="380"/>
                  </a:lnTo>
                  <a:lnTo>
                    <a:pt x="102" y="380"/>
                  </a:lnTo>
                  <a:lnTo>
                    <a:pt x="96" y="380"/>
                  </a:lnTo>
                  <a:lnTo>
                    <a:pt x="92" y="378"/>
                  </a:lnTo>
                  <a:lnTo>
                    <a:pt x="90" y="374"/>
                  </a:lnTo>
                  <a:lnTo>
                    <a:pt x="84" y="370"/>
                  </a:lnTo>
                  <a:lnTo>
                    <a:pt x="84" y="370"/>
                  </a:lnTo>
                  <a:close/>
                  <a:moveTo>
                    <a:pt x="424" y="102"/>
                  </a:moveTo>
                  <a:lnTo>
                    <a:pt x="424" y="102"/>
                  </a:lnTo>
                  <a:lnTo>
                    <a:pt x="420" y="100"/>
                  </a:lnTo>
                  <a:lnTo>
                    <a:pt x="416" y="102"/>
                  </a:lnTo>
                  <a:lnTo>
                    <a:pt x="406" y="104"/>
                  </a:lnTo>
                  <a:lnTo>
                    <a:pt x="402" y="104"/>
                  </a:lnTo>
                  <a:lnTo>
                    <a:pt x="396" y="104"/>
                  </a:lnTo>
                  <a:lnTo>
                    <a:pt x="392" y="102"/>
                  </a:lnTo>
                  <a:lnTo>
                    <a:pt x="390" y="96"/>
                  </a:lnTo>
                  <a:lnTo>
                    <a:pt x="390" y="96"/>
                  </a:lnTo>
                  <a:lnTo>
                    <a:pt x="390" y="102"/>
                  </a:lnTo>
                  <a:lnTo>
                    <a:pt x="392" y="106"/>
                  </a:lnTo>
                  <a:lnTo>
                    <a:pt x="396" y="108"/>
                  </a:lnTo>
                  <a:lnTo>
                    <a:pt x="400" y="108"/>
                  </a:lnTo>
                  <a:lnTo>
                    <a:pt x="414" y="106"/>
                  </a:lnTo>
                  <a:lnTo>
                    <a:pt x="424" y="102"/>
                  </a:lnTo>
                  <a:lnTo>
                    <a:pt x="424" y="102"/>
                  </a:lnTo>
                  <a:close/>
                  <a:moveTo>
                    <a:pt x="424" y="82"/>
                  </a:moveTo>
                  <a:lnTo>
                    <a:pt x="424" y="82"/>
                  </a:lnTo>
                  <a:lnTo>
                    <a:pt x="430" y="82"/>
                  </a:lnTo>
                  <a:lnTo>
                    <a:pt x="430" y="82"/>
                  </a:lnTo>
                  <a:lnTo>
                    <a:pt x="434" y="84"/>
                  </a:lnTo>
                  <a:lnTo>
                    <a:pt x="438" y="88"/>
                  </a:lnTo>
                  <a:lnTo>
                    <a:pt x="444" y="90"/>
                  </a:lnTo>
                  <a:lnTo>
                    <a:pt x="446" y="90"/>
                  </a:lnTo>
                  <a:lnTo>
                    <a:pt x="450" y="88"/>
                  </a:lnTo>
                  <a:lnTo>
                    <a:pt x="450" y="88"/>
                  </a:lnTo>
                  <a:lnTo>
                    <a:pt x="448" y="86"/>
                  </a:lnTo>
                  <a:lnTo>
                    <a:pt x="444" y="88"/>
                  </a:lnTo>
                  <a:lnTo>
                    <a:pt x="442" y="88"/>
                  </a:lnTo>
                  <a:lnTo>
                    <a:pt x="438" y="86"/>
                  </a:lnTo>
                  <a:lnTo>
                    <a:pt x="438" y="86"/>
                  </a:lnTo>
                  <a:lnTo>
                    <a:pt x="438" y="82"/>
                  </a:lnTo>
                  <a:lnTo>
                    <a:pt x="436" y="80"/>
                  </a:lnTo>
                  <a:lnTo>
                    <a:pt x="430" y="82"/>
                  </a:lnTo>
                  <a:lnTo>
                    <a:pt x="430" y="82"/>
                  </a:lnTo>
                  <a:lnTo>
                    <a:pt x="426" y="82"/>
                  </a:lnTo>
                  <a:lnTo>
                    <a:pt x="424" y="82"/>
                  </a:lnTo>
                  <a:lnTo>
                    <a:pt x="424" y="82"/>
                  </a:lnTo>
                  <a:close/>
                  <a:moveTo>
                    <a:pt x="180" y="164"/>
                  </a:moveTo>
                  <a:lnTo>
                    <a:pt x="166" y="160"/>
                  </a:lnTo>
                  <a:lnTo>
                    <a:pt x="166" y="160"/>
                  </a:lnTo>
                  <a:lnTo>
                    <a:pt x="154" y="170"/>
                  </a:lnTo>
                  <a:lnTo>
                    <a:pt x="154" y="170"/>
                  </a:lnTo>
                  <a:lnTo>
                    <a:pt x="180" y="164"/>
                  </a:lnTo>
                  <a:lnTo>
                    <a:pt x="180" y="164"/>
                  </a:lnTo>
                  <a:close/>
                  <a:moveTo>
                    <a:pt x="62" y="280"/>
                  </a:moveTo>
                  <a:lnTo>
                    <a:pt x="62" y="280"/>
                  </a:lnTo>
                  <a:lnTo>
                    <a:pt x="64" y="282"/>
                  </a:lnTo>
                  <a:lnTo>
                    <a:pt x="66" y="284"/>
                  </a:lnTo>
                  <a:lnTo>
                    <a:pt x="66" y="290"/>
                  </a:lnTo>
                  <a:lnTo>
                    <a:pt x="64" y="298"/>
                  </a:lnTo>
                  <a:lnTo>
                    <a:pt x="60" y="302"/>
                  </a:lnTo>
                  <a:lnTo>
                    <a:pt x="60" y="302"/>
                  </a:lnTo>
                  <a:lnTo>
                    <a:pt x="66" y="300"/>
                  </a:lnTo>
                  <a:lnTo>
                    <a:pt x="70" y="296"/>
                  </a:lnTo>
                  <a:lnTo>
                    <a:pt x="76" y="282"/>
                  </a:lnTo>
                  <a:lnTo>
                    <a:pt x="76" y="282"/>
                  </a:lnTo>
                  <a:lnTo>
                    <a:pt x="78" y="276"/>
                  </a:lnTo>
                  <a:lnTo>
                    <a:pt x="78" y="276"/>
                  </a:lnTo>
                  <a:lnTo>
                    <a:pt x="76" y="282"/>
                  </a:lnTo>
                  <a:lnTo>
                    <a:pt x="76" y="282"/>
                  </a:lnTo>
                  <a:lnTo>
                    <a:pt x="74" y="284"/>
                  </a:lnTo>
                  <a:lnTo>
                    <a:pt x="70" y="282"/>
                  </a:lnTo>
                  <a:lnTo>
                    <a:pt x="66" y="280"/>
                  </a:lnTo>
                  <a:lnTo>
                    <a:pt x="64" y="274"/>
                  </a:lnTo>
                  <a:lnTo>
                    <a:pt x="58" y="288"/>
                  </a:lnTo>
                  <a:lnTo>
                    <a:pt x="62" y="280"/>
                  </a:lnTo>
                  <a:close/>
                  <a:moveTo>
                    <a:pt x="130" y="564"/>
                  </a:moveTo>
                  <a:lnTo>
                    <a:pt x="130" y="564"/>
                  </a:lnTo>
                  <a:lnTo>
                    <a:pt x="138" y="566"/>
                  </a:lnTo>
                  <a:lnTo>
                    <a:pt x="142" y="568"/>
                  </a:lnTo>
                  <a:lnTo>
                    <a:pt x="146" y="576"/>
                  </a:lnTo>
                  <a:lnTo>
                    <a:pt x="146" y="576"/>
                  </a:lnTo>
                  <a:lnTo>
                    <a:pt x="142" y="576"/>
                  </a:lnTo>
                  <a:lnTo>
                    <a:pt x="138" y="572"/>
                  </a:lnTo>
                  <a:lnTo>
                    <a:pt x="134" y="568"/>
                  </a:lnTo>
                  <a:lnTo>
                    <a:pt x="130" y="564"/>
                  </a:lnTo>
                  <a:lnTo>
                    <a:pt x="130" y="564"/>
                  </a:lnTo>
                  <a:close/>
                  <a:moveTo>
                    <a:pt x="102" y="192"/>
                  </a:moveTo>
                  <a:lnTo>
                    <a:pt x="102" y="192"/>
                  </a:lnTo>
                  <a:lnTo>
                    <a:pt x="100" y="198"/>
                  </a:lnTo>
                  <a:lnTo>
                    <a:pt x="100" y="202"/>
                  </a:lnTo>
                  <a:lnTo>
                    <a:pt x="102" y="202"/>
                  </a:lnTo>
                  <a:lnTo>
                    <a:pt x="106" y="202"/>
                  </a:lnTo>
                  <a:lnTo>
                    <a:pt x="112" y="202"/>
                  </a:lnTo>
                  <a:lnTo>
                    <a:pt x="114" y="204"/>
                  </a:lnTo>
                  <a:lnTo>
                    <a:pt x="114" y="208"/>
                  </a:lnTo>
                  <a:lnTo>
                    <a:pt x="120" y="200"/>
                  </a:lnTo>
                  <a:lnTo>
                    <a:pt x="120" y="200"/>
                  </a:lnTo>
                  <a:lnTo>
                    <a:pt x="118" y="206"/>
                  </a:lnTo>
                  <a:lnTo>
                    <a:pt x="116" y="208"/>
                  </a:lnTo>
                  <a:lnTo>
                    <a:pt x="114" y="208"/>
                  </a:lnTo>
                  <a:lnTo>
                    <a:pt x="110" y="208"/>
                  </a:lnTo>
                  <a:lnTo>
                    <a:pt x="104" y="208"/>
                  </a:lnTo>
                  <a:lnTo>
                    <a:pt x="102" y="210"/>
                  </a:lnTo>
                  <a:lnTo>
                    <a:pt x="100" y="212"/>
                  </a:lnTo>
                  <a:lnTo>
                    <a:pt x="102" y="206"/>
                  </a:lnTo>
                  <a:lnTo>
                    <a:pt x="102" y="206"/>
                  </a:lnTo>
                  <a:lnTo>
                    <a:pt x="100" y="202"/>
                  </a:lnTo>
                  <a:lnTo>
                    <a:pt x="98" y="202"/>
                  </a:lnTo>
                  <a:lnTo>
                    <a:pt x="94" y="204"/>
                  </a:lnTo>
                  <a:lnTo>
                    <a:pt x="88" y="208"/>
                  </a:lnTo>
                  <a:lnTo>
                    <a:pt x="86" y="208"/>
                  </a:lnTo>
                  <a:lnTo>
                    <a:pt x="84" y="208"/>
                  </a:lnTo>
                  <a:lnTo>
                    <a:pt x="84" y="208"/>
                  </a:lnTo>
                  <a:lnTo>
                    <a:pt x="88" y="200"/>
                  </a:lnTo>
                  <a:lnTo>
                    <a:pt x="94" y="194"/>
                  </a:lnTo>
                  <a:lnTo>
                    <a:pt x="100" y="190"/>
                  </a:lnTo>
                  <a:lnTo>
                    <a:pt x="102" y="192"/>
                  </a:lnTo>
                  <a:lnTo>
                    <a:pt x="102" y="192"/>
                  </a:lnTo>
                  <a:lnTo>
                    <a:pt x="102" y="192"/>
                  </a:lnTo>
                  <a:close/>
                  <a:moveTo>
                    <a:pt x="138" y="580"/>
                  </a:moveTo>
                  <a:lnTo>
                    <a:pt x="138" y="580"/>
                  </a:lnTo>
                  <a:lnTo>
                    <a:pt x="144" y="582"/>
                  </a:lnTo>
                  <a:lnTo>
                    <a:pt x="146" y="586"/>
                  </a:lnTo>
                  <a:lnTo>
                    <a:pt x="148" y="588"/>
                  </a:lnTo>
                  <a:lnTo>
                    <a:pt x="146" y="592"/>
                  </a:lnTo>
                  <a:lnTo>
                    <a:pt x="146" y="600"/>
                  </a:lnTo>
                  <a:lnTo>
                    <a:pt x="146" y="602"/>
                  </a:lnTo>
                  <a:lnTo>
                    <a:pt x="148" y="606"/>
                  </a:lnTo>
                  <a:lnTo>
                    <a:pt x="148" y="606"/>
                  </a:lnTo>
                  <a:lnTo>
                    <a:pt x="142" y="604"/>
                  </a:lnTo>
                  <a:lnTo>
                    <a:pt x="140" y="602"/>
                  </a:lnTo>
                  <a:lnTo>
                    <a:pt x="138" y="600"/>
                  </a:lnTo>
                  <a:lnTo>
                    <a:pt x="140" y="596"/>
                  </a:lnTo>
                  <a:lnTo>
                    <a:pt x="140" y="588"/>
                  </a:lnTo>
                  <a:lnTo>
                    <a:pt x="140" y="584"/>
                  </a:lnTo>
                  <a:lnTo>
                    <a:pt x="138" y="580"/>
                  </a:lnTo>
                  <a:lnTo>
                    <a:pt x="138" y="580"/>
                  </a:lnTo>
                  <a:close/>
                  <a:moveTo>
                    <a:pt x="12" y="318"/>
                  </a:moveTo>
                  <a:lnTo>
                    <a:pt x="12" y="316"/>
                  </a:lnTo>
                  <a:lnTo>
                    <a:pt x="20" y="298"/>
                  </a:lnTo>
                  <a:lnTo>
                    <a:pt x="20" y="300"/>
                  </a:lnTo>
                  <a:lnTo>
                    <a:pt x="12" y="318"/>
                  </a:lnTo>
                  <a:close/>
                </a:path>
              </a:pathLst>
            </a:custGeom>
            <a:solidFill>
              <a:srgbClr val="909090">
                <a:alpha val="50000"/>
              </a:srgbClr>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38" name=""/>
            <p:cNvSpPr/>
            <p:nvPr/>
          </p:nvSpPr>
          <p:spPr>
            <a:xfrm>
              <a:off x="6331680" y="4268160"/>
              <a:ext cx="3600" cy="3600"/>
            </a:xfrm>
            <a:custGeom>
              <a:avLst/>
              <a:gdLst/>
              <a:ahLst/>
              <a:rect l="l" t="t" r="r" b="b"/>
              <a:pathLst>
                <a:path w="6" h="6">
                  <a:moveTo>
                    <a:pt x="0" y="0"/>
                  </a:moveTo>
                  <a:lnTo>
                    <a:pt x="0" y="0"/>
                  </a:lnTo>
                  <a:lnTo>
                    <a:pt x="4" y="2"/>
                  </a:lnTo>
                  <a:lnTo>
                    <a:pt x="6" y="6"/>
                  </a:lnTo>
                  <a:lnTo>
                    <a:pt x="6" y="6"/>
                  </a:lnTo>
                  <a:lnTo>
                    <a:pt x="0" y="0"/>
                  </a:lnTo>
                  <a:lnTo>
                    <a:pt x="0" y="0"/>
                  </a:lnTo>
                  <a:close/>
                </a:path>
              </a:pathLst>
            </a:custGeom>
            <a:solidFill>
              <a:srgbClr val="909090">
                <a:alpha val="50000"/>
              </a:srgbClr>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39" name=""/>
            <p:cNvSpPr/>
            <p:nvPr/>
          </p:nvSpPr>
          <p:spPr>
            <a:xfrm>
              <a:off x="6496920" y="4013640"/>
              <a:ext cx="2520" cy="3600"/>
            </a:xfrm>
            <a:custGeom>
              <a:avLst/>
              <a:gdLst/>
              <a:ahLst/>
              <a:rect l="l" t="t" r="r" b="b"/>
              <a:pathLst>
                <a:path w="4" h="6">
                  <a:moveTo>
                    <a:pt x="0" y="6"/>
                  </a:moveTo>
                  <a:lnTo>
                    <a:pt x="0" y="6"/>
                  </a:lnTo>
                  <a:lnTo>
                    <a:pt x="2" y="2"/>
                  </a:lnTo>
                  <a:lnTo>
                    <a:pt x="4" y="0"/>
                  </a:lnTo>
                  <a:lnTo>
                    <a:pt x="4" y="0"/>
                  </a:lnTo>
                  <a:lnTo>
                    <a:pt x="2" y="2"/>
                  </a:lnTo>
                  <a:lnTo>
                    <a:pt x="0" y="6"/>
                  </a:lnTo>
                  <a:lnTo>
                    <a:pt x="0" y="6"/>
                  </a:lnTo>
                  <a:close/>
                </a:path>
              </a:pathLst>
            </a:custGeom>
            <a:solidFill>
              <a:srgbClr val="909090">
                <a:alpha val="50000"/>
              </a:srgbClr>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40" name=""/>
            <p:cNvSpPr/>
            <p:nvPr/>
          </p:nvSpPr>
          <p:spPr>
            <a:xfrm>
              <a:off x="6516360" y="4019040"/>
              <a:ext cx="1080" cy="1080"/>
            </a:xfrm>
            <a:custGeom>
              <a:avLst/>
              <a:gdLst/>
              <a:ahLst/>
              <a:rect l="l" t="t" r="r" b="b"/>
              <a:pathLst>
                <a:path w="2" h="2">
                  <a:moveTo>
                    <a:pt x="0" y="0"/>
                  </a:moveTo>
                  <a:lnTo>
                    <a:pt x="0" y="0"/>
                  </a:lnTo>
                  <a:lnTo>
                    <a:pt x="2" y="2"/>
                  </a:lnTo>
                  <a:lnTo>
                    <a:pt x="0" y="0"/>
                  </a:lnTo>
                  <a:close/>
                </a:path>
              </a:pathLst>
            </a:custGeom>
            <a:solidFill>
              <a:srgbClr val="909090">
                <a:alpha val="50000"/>
              </a:srgbClr>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41" name=""/>
            <p:cNvSpPr/>
            <p:nvPr/>
          </p:nvSpPr>
          <p:spPr>
            <a:xfrm>
              <a:off x="6508440" y="4408920"/>
              <a:ext cx="8640" cy="3600"/>
            </a:xfrm>
            <a:custGeom>
              <a:avLst/>
              <a:gdLst/>
              <a:ahLst/>
              <a:rect l="l" t="t" r="r" b="b"/>
              <a:pathLst>
                <a:path w="14" h="6">
                  <a:moveTo>
                    <a:pt x="4" y="6"/>
                  </a:moveTo>
                  <a:lnTo>
                    <a:pt x="4" y="6"/>
                  </a:lnTo>
                  <a:lnTo>
                    <a:pt x="0" y="2"/>
                  </a:lnTo>
                  <a:lnTo>
                    <a:pt x="2" y="0"/>
                  </a:lnTo>
                  <a:lnTo>
                    <a:pt x="8" y="0"/>
                  </a:lnTo>
                  <a:lnTo>
                    <a:pt x="14" y="0"/>
                  </a:lnTo>
                  <a:lnTo>
                    <a:pt x="14" y="0"/>
                  </a:lnTo>
                  <a:lnTo>
                    <a:pt x="10" y="2"/>
                  </a:lnTo>
                  <a:lnTo>
                    <a:pt x="10" y="6"/>
                  </a:lnTo>
                  <a:lnTo>
                    <a:pt x="8" y="6"/>
                  </a:lnTo>
                  <a:lnTo>
                    <a:pt x="4" y="6"/>
                  </a:lnTo>
                  <a:lnTo>
                    <a:pt x="4" y="6"/>
                  </a:lnTo>
                  <a:close/>
                </a:path>
              </a:pathLst>
            </a:custGeom>
            <a:solidFill>
              <a:srgbClr val="909090">
                <a:alpha val="50000"/>
              </a:srgbClr>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42" name=""/>
            <p:cNvSpPr/>
            <p:nvPr/>
          </p:nvSpPr>
          <p:spPr>
            <a:xfrm>
              <a:off x="6530400" y="4410360"/>
              <a:ext cx="10080" cy="1080"/>
            </a:xfrm>
            <a:custGeom>
              <a:avLst/>
              <a:gdLst/>
              <a:ahLst/>
              <a:rect l="l" t="t" r="r" b="b"/>
              <a:pathLst>
                <a:path w="16" h="2">
                  <a:moveTo>
                    <a:pt x="16" y="2"/>
                  </a:moveTo>
                  <a:lnTo>
                    <a:pt x="16" y="2"/>
                  </a:lnTo>
                  <a:lnTo>
                    <a:pt x="8" y="2"/>
                  </a:lnTo>
                  <a:lnTo>
                    <a:pt x="0" y="2"/>
                  </a:lnTo>
                  <a:lnTo>
                    <a:pt x="0" y="2"/>
                  </a:lnTo>
                  <a:lnTo>
                    <a:pt x="6" y="0"/>
                  </a:lnTo>
                  <a:lnTo>
                    <a:pt x="16" y="2"/>
                  </a:lnTo>
                  <a:lnTo>
                    <a:pt x="16" y="2"/>
                  </a:lnTo>
                  <a:close/>
                </a:path>
              </a:pathLst>
            </a:custGeom>
            <a:solidFill>
              <a:srgbClr val="909090">
                <a:alpha val="50000"/>
              </a:srgbClr>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43" name=""/>
            <p:cNvSpPr/>
            <p:nvPr/>
          </p:nvSpPr>
          <p:spPr>
            <a:xfrm>
              <a:off x="6519960" y="4411800"/>
              <a:ext cx="10080" cy="7560"/>
            </a:xfrm>
            <a:custGeom>
              <a:avLst/>
              <a:gdLst/>
              <a:ahLst/>
              <a:rect l="l" t="t" r="r" b="b"/>
              <a:pathLst>
                <a:path w="16" h="12">
                  <a:moveTo>
                    <a:pt x="0" y="12"/>
                  </a:moveTo>
                  <a:lnTo>
                    <a:pt x="0" y="12"/>
                  </a:lnTo>
                  <a:lnTo>
                    <a:pt x="8" y="4"/>
                  </a:lnTo>
                  <a:lnTo>
                    <a:pt x="16" y="0"/>
                  </a:lnTo>
                  <a:lnTo>
                    <a:pt x="16" y="0"/>
                  </a:lnTo>
                  <a:lnTo>
                    <a:pt x="10" y="6"/>
                  </a:lnTo>
                  <a:lnTo>
                    <a:pt x="6" y="10"/>
                  </a:lnTo>
                  <a:lnTo>
                    <a:pt x="0" y="12"/>
                  </a:lnTo>
                  <a:lnTo>
                    <a:pt x="0" y="12"/>
                  </a:lnTo>
                  <a:close/>
                </a:path>
              </a:pathLst>
            </a:custGeom>
            <a:solidFill>
              <a:srgbClr val="909090">
                <a:alpha val="50000"/>
              </a:srgbClr>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544" name=""/>
            <p:cNvSpPr/>
            <p:nvPr/>
          </p:nvSpPr>
          <p:spPr>
            <a:xfrm>
              <a:off x="6578280" y="4367520"/>
              <a:ext cx="21600" cy="9000"/>
            </a:xfrm>
            <a:custGeom>
              <a:avLst/>
              <a:gdLst/>
              <a:ahLst/>
              <a:rect l="l" t="t" r="r" b="b"/>
              <a:pathLst>
                <a:path w="34" h="14">
                  <a:moveTo>
                    <a:pt x="34" y="6"/>
                  </a:moveTo>
                  <a:lnTo>
                    <a:pt x="34" y="6"/>
                  </a:lnTo>
                  <a:lnTo>
                    <a:pt x="26" y="8"/>
                  </a:lnTo>
                  <a:lnTo>
                    <a:pt x="22" y="10"/>
                  </a:lnTo>
                  <a:lnTo>
                    <a:pt x="16" y="14"/>
                  </a:lnTo>
                  <a:lnTo>
                    <a:pt x="16" y="14"/>
                  </a:lnTo>
                  <a:lnTo>
                    <a:pt x="20" y="8"/>
                  </a:lnTo>
                  <a:lnTo>
                    <a:pt x="22" y="4"/>
                  </a:lnTo>
                  <a:lnTo>
                    <a:pt x="20" y="2"/>
                  </a:lnTo>
                  <a:lnTo>
                    <a:pt x="16" y="2"/>
                  </a:lnTo>
                  <a:lnTo>
                    <a:pt x="6" y="4"/>
                  </a:lnTo>
                  <a:lnTo>
                    <a:pt x="0" y="4"/>
                  </a:lnTo>
                  <a:lnTo>
                    <a:pt x="0" y="4"/>
                  </a:lnTo>
                  <a:lnTo>
                    <a:pt x="8" y="0"/>
                  </a:lnTo>
                  <a:lnTo>
                    <a:pt x="16" y="2"/>
                  </a:lnTo>
                  <a:lnTo>
                    <a:pt x="34" y="6"/>
                  </a:lnTo>
                  <a:lnTo>
                    <a:pt x="34" y="6"/>
                  </a:lnTo>
                  <a:close/>
                </a:path>
              </a:pathLst>
            </a:custGeom>
            <a:solidFill>
              <a:srgbClr val="909090">
                <a:alpha val="50000"/>
              </a:srgbClr>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545" name=""/>
            <p:cNvSpPr/>
            <p:nvPr/>
          </p:nvSpPr>
          <p:spPr>
            <a:xfrm>
              <a:off x="6616800" y="4359960"/>
              <a:ext cx="2160" cy="3600"/>
            </a:xfrm>
            <a:custGeom>
              <a:avLst/>
              <a:gdLst/>
              <a:ahLst/>
              <a:rect l="l" t="t" r="r" b="b"/>
              <a:pathLst>
                <a:path w="4" h="6">
                  <a:moveTo>
                    <a:pt x="4" y="0"/>
                  </a:moveTo>
                  <a:lnTo>
                    <a:pt x="4" y="0"/>
                  </a:lnTo>
                  <a:lnTo>
                    <a:pt x="0" y="6"/>
                  </a:lnTo>
                  <a:lnTo>
                    <a:pt x="0" y="6"/>
                  </a:lnTo>
                  <a:lnTo>
                    <a:pt x="2" y="2"/>
                  </a:lnTo>
                  <a:lnTo>
                    <a:pt x="4" y="0"/>
                  </a:lnTo>
                  <a:lnTo>
                    <a:pt x="4" y="0"/>
                  </a:lnTo>
                  <a:close/>
                </a:path>
              </a:pathLst>
            </a:custGeom>
            <a:solidFill>
              <a:srgbClr val="909090">
                <a:alpha val="50000"/>
              </a:srgbClr>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46" name=""/>
            <p:cNvSpPr/>
            <p:nvPr/>
          </p:nvSpPr>
          <p:spPr>
            <a:xfrm>
              <a:off x="6619320" y="4350960"/>
              <a:ext cx="18000" cy="9000"/>
            </a:xfrm>
            <a:custGeom>
              <a:avLst/>
              <a:gdLst/>
              <a:ahLst/>
              <a:rect l="l" t="t" r="r" b="b"/>
              <a:pathLst>
                <a:path w="28" h="14">
                  <a:moveTo>
                    <a:pt x="4" y="2"/>
                  </a:moveTo>
                  <a:lnTo>
                    <a:pt x="4" y="2"/>
                  </a:lnTo>
                  <a:lnTo>
                    <a:pt x="10" y="0"/>
                  </a:lnTo>
                  <a:lnTo>
                    <a:pt x="16" y="0"/>
                  </a:lnTo>
                  <a:lnTo>
                    <a:pt x="28" y="4"/>
                  </a:lnTo>
                  <a:lnTo>
                    <a:pt x="28" y="4"/>
                  </a:lnTo>
                  <a:lnTo>
                    <a:pt x="24" y="8"/>
                  </a:lnTo>
                  <a:lnTo>
                    <a:pt x="22" y="10"/>
                  </a:lnTo>
                  <a:lnTo>
                    <a:pt x="14" y="12"/>
                  </a:lnTo>
                  <a:lnTo>
                    <a:pt x="8" y="12"/>
                  </a:lnTo>
                  <a:lnTo>
                    <a:pt x="0" y="14"/>
                  </a:lnTo>
                  <a:lnTo>
                    <a:pt x="0" y="14"/>
                  </a:lnTo>
                  <a:lnTo>
                    <a:pt x="6" y="8"/>
                  </a:lnTo>
                  <a:lnTo>
                    <a:pt x="6" y="6"/>
                  </a:lnTo>
                  <a:lnTo>
                    <a:pt x="4" y="2"/>
                  </a:lnTo>
                  <a:lnTo>
                    <a:pt x="4" y="2"/>
                  </a:lnTo>
                  <a:close/>
                </a:path>
              </a:pathLst>
            </a:custGeom>
            <a:solidFill>
              <a:srgbClr val="909090">
                <a:alpha val="50000"/>
              </a:srgbClr>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547" name=""/>
            <p:cNvSpPr/>
            <p:nvPr/>
          </p:nvSpPr>
          <p:spPr>
            <a:xfrm>
              <a:off x="6695640" y="4192200"/>
              <a:ext cx="3600" cy="8640"/>
            </a:xfrm>
            <a:custGeom>
              <a:avLst/>
              <a:gdLst/>
              <a:ahLst/>
              <a:rect l="l" t="t" r="r" b="b"/>
              <a:pathLst>
                <a:path w="6" h="14">
                  <a:moveTo>
                    <a:pt x="6" y="10"/>
                  </a:moveTo>
                  <a:lnTo>
                    <a:pt x="6" y="10"/>
                  </a:lnTo>
                  <a:lnTo>
                    <a:pt x="4" y="14"/>
                  </a:lnTo>
                  <a:lnTo>
                    <a:pt x="2" y="14"/>
                  </a:lnTo>
                  <a:lnTo>
                    <a:pt x="0" y="14"/>
                  </a:lnTo>
                  <a:lnTo>
                    <a:pt x="0" y="14"/>
                  </a:lnTo>
                  <a:lnTo>
                    <a:pt x="2" y="2"/>
                  </a:lnTo>
                  <a:lnTo>
                    <a:pt x="2" y="2"/>
                  </a:lnTo>
                  <a:lnTo>
                    <a:pt x="4" y="0"/>
                  </a:lnTo>
                  <a:lnTo>
                    <a:pt x="6" y="4"/>
                  </a:lnTo>
                  <a:lnTo>
                    <a:pt x="6" y="10"/>
                  </a:lnTo>
                  <a:lnTo>
                    <a:pt x="6" y="10"/>
                  </a:lnTo>
                  <a:close/>
                </a:path>
              </a:pathLst>
            </a:custGeom>
            <a:solidFill>
              <a:srgbClr val="909090">
                <a:alpha val="50000"/>
              </a:srgbClr>
            </a:solidFill>
            <a:ln w="0">
              <a:noFill/>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7548" name=""/>
            <p:cNvSpPr/>
            <p:nvPr/>
          </p:nvSpPr>
          <p:spPr>
            <a:xfrm>
              <a:off x="6712200" y="4159800"/>
              <a:ext cx="10080" cy="7560"/>
            </a:xfrm>
            <a:custGeom>
              <a:avLst/>
              <a:gdLst/>
              <a:ahLst/>
              <a:rect l="l" t="t" r="r" b="b"/>
              <a:pathLst>
                <a:path w="16" h="12">
                  <a:moveTo>
                    <a:pt x="8" y="12"/>
                  </a:moveTo>
                  <a:lnTo>
                    <a:pt x="8" y="12"/>
                  </a:lnTo>
                  <a:lnTo>
                    <a:pt x="8" y="8"/>
                  </a:lnTo>
                  <a:lnTo>
                    <a:pt x="8" y="6"/>
                  </a:lnTo>
                  <a:lnTo>
                    <a:pt x="4" y="4"/>
                  </a:lnTo>
                  <a:lnTo>
                    <a:pt x="0" y="4"/>
                  </a:lnTo>
                  <a:lnTo>
                    <a:pt x="0" y="2"/>
                  </a:lnTo>
                  <a:lnTo>
                    <a:pt x="0" y="0"/>
                  </a:lnTo>
                  <a:lnTo>
                    <a:pt x="16" y="2"/>
                  </a:lnTo>
                  <a:lnTo>
                    <a:pt x="8" y="12"/>
                  </a:lnTo>
                  <a:close/>
                </a:path>
              </a:pathLst>
            </a:custGeom>
            <a:solidFill>
              <a:srgbClr val="909090">
                <a:alpha val="50000"/>
              </a:srgbClr>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549" name=""/>
            <p:cNvSpPr/>
            <p:nvPr/>
          </p:nvSpPr>
          <p:spPr>
            <a:xfrm>
              <a:off x="6766560" y="4173840"/>
              <a:ext cx="1080" cy="2520"/>
            </a:xfrm>
            <a:custGeom>
              <a:avLst/>
              <a:gdLst/>
              <a:ahLst/>
              <a:rect l="l" t="t" r="r" b="b"/>
              <a:pathLst>
                <a:path w="2" h="4">
                  <a:moveTo>
                    <a:pt x="2" y="0"/>
                  </a:moveTo>
                  <a:lnTo>
                    <a:pt x="0" y="4"/>
                  </a:lnTo>
                  <a:lnTo>
                    <a:pt x="2" y="0"/>
                  </a:lnTo>
                  <a:lnTo>
                    <a:pt x="2" y="0"/>
                  </a:lnTo>
                  <a:close/>
                </a:path>
              </a:pathLst>
            </a:custGeom>
            <a:solidFill>
              <a:srgbClr val="909090">
                <a:alpha val="50000"/>
              </a:srgbClr>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7550" name=""/>
            <p:cNvSpPr/>
            <p:nvPr/>
          </p:nvSpPr>
          <p:spPr>
            <a:xfrm>
              <a:off x="6695640" y="4132800"/>
              <a:ext cx="10080" cy="7560"/>
            </a:xfrm>
            <a:custGeom>
              <a:avLst/>
              <a:gdLst/>
              <a:ahLst/>
              <a:rect l="l" t="t" r="r" b="b"/>
              <a:pathLst>
                <a:path w="16" h="12">
                  <a:moveTo>
                    <a:pt x="16" y="2"/>
                  </a:moveTo>
                  <a:lnTo>
                    <a:pt x="0" y="12"/>
                  </a:lnTo>
                  <a:lnTo>
                    <a:pt x="0" y="12"/>
                  </a:lnTo>
                  <a:lnTo>
                    <a:pt x="4" y="6"/>
                  </a:lnTo>
                  <a:lnTo>
                    <a:pt x="8" y="2"/>
                  </a:lnTo>
                  <a:lnTo>
                    <a:pt x="14" y="0"/>
                  </a:lnTo>
                  <a:lnTo>
                    <a:pt x="16" y="2"/>
                  </a:lnTo>
                  <a:lnTo>
                    <a:pt x="16" y="2"/>
                  </a:lnTo>
                  <a:close/>
                </a:path>
              </a:pathLst>
            </a:custGeom>
            <a:solidFill>
              <a:srgbClr val="909090">
                <a:alpha val="50000"/>
              </a:srgbClr>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551" name=""/>
            <p:cNvSpPr/>
            <p:nvPr/>
          </p:nvSpPr>
          <p:spPr>
            <a:xfrm>
              <a:off x="6689160" y="4101480"/>
              <a:ext cx="2520" cy="12600"/>
            </a:xfrm>
            <a:custGeom>
              <a:avLst/>
              <a:gdLst/>
              <a:ahLst/>
              <a:rect l="l" t="t" r="r" b="b"/>
              <a:pathLst>
                <a:path w="4" h="20">
                  <a:moveTo>
                    <a:pt x="4" y="12"/>
                  </a:moveTo>
                  <a:lnTo>
                    <a:pt x="0" y="20"/>
                  </a:lnTo>
                  <a:lnTo>
                    <a:pt x="0" y="0"/>
                  </a:lnTo>
                  <a:lnTo>
                    <a:pt x="4" y="12"/>
                  </a:lnTo>
                  <a:close/>
                </a:path>
              </a:pathLst>
            </a:custGeom>
            <a:solidFill>
              <a:srgbClr val="909090">
                <a:alpha val="50000"/>
              </a:srgbClr>
            </a:solidFill>
            <a:ln w="0">
              <a:noFill/>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7552" name=""/>
            <p:cNvSpPr/>
            <p:nvPr/>
          </p:nvSpPr>
          <p:spPr>
            <a:xfrm>
              <a:off x="6678720" y="4070880"/>
              <a:ext cx="5040" cy="8640"/>
            </a:xfrm>
            <a:custGeom>
              <a:avLst/>
              <a:gdLst/>
              <a:ahLst/>
              <a:rect l="l" t="t" r="r" b="b"/>
              <a:pathLst>
                <a:path w="8" h="14">
                  <a:moveTo>
                    <a:pt x="8" y="14"/>
                  </a:moveTo>
                  <a:lnTo>
                    <a:pt x="4" y="14"/>
                  </a:lnTo>
                  <a:lnTo>
                    <a:pt x="4" y="14"/>
                  </a:lnTo>
                  <a:lnTo>
                    <a:pt x="2" y="6"/>
                  </a:lnTo>
                  <a:lnTo>
                    <a:pt x="0" y="0"/>
                  </a:lnTo>
                  <a:lnTo>
                    <a:pt x="0" y="0"/>
                  </a:lnTo>
                  <a:lnTo>
                    <a:pt x="4" y="6"/>
                  </a:lnTo>
                  <a:lnTo>
                    <a:pt x="8" y="14"/>
                  </a:lnTo>
                  <a:lnTo>
                    <a:pt x="8" y="14"/>
                  </a:lnTo>
                  <a:close/>
                </a:path>
              </a:pathLst>
            </a:custGeom>
            <a:solidFill>
              <a:srgbClr val="909090">
                <a:alpha val="50000"/>
              </a:srgbClr>
            </a:solidFill>
            <a:ln w="0">
              <a:noFill/>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7553" name=""/>
            <p:cNvSpPr/>
            <p:nvPr/>
          </p:nvSpPr>
          <p:spPr>
            <a:xfrm>
              <a:off x="6344640" y="4033440"/>
              <a:ext cx="14040" cy="14040"/>
            </a:xfrm>
            <a:custGeom>
              <a:avLst/>
              <a:gdLst/>
              <a:ahLst/>
              <a:rect l="l" t="t" r="r" b="b"/>
              <a:pathLst>
                <a:path w="22" h="22">
                  <a:moveTo>
                    <a:pt x="2" y="22"/>
                  </a:moveTo>
                  <a:lnTo>
                    <a:pt x="2" y="22"/>
                  </a:lnTo>
                  <a:lnTo>
                    <a:pt x="0" y="18"/>
                  </a:lnTo>
                  <a:lnTo>
                    <a:pt x="0" y="14"/>
                  </a:lnTo>
                  <a:lnTo>
                    <a:pt x="4" y="12"/>
                  </a:lnTo>
                  <a:lnTo>
                    <a:pt x="8" y="10"/>
                  </a:lnTo>
                  <a:lnTo>
                    <a:pt x="16" y="4"/>
                  </a:lnTo>
                  <a:lnTo>
                    <a:pt x="22" y="0"/>
                  </a:lnTo>
                  <a:lnTo>
                    <a:pt x="22" y="0"/>
                  </a:lnTo>
                  <a:lnTo>
                    <a:pt x="22" y="6"/>
                  </a:lnTo>
                  <a:lnTo>
                    <a:pt x="20" y="8"/>
                  </a:lnTo>
                  <a:lnTo>
                    <a:pt x="18" y="10"/>
                  </a:lnTo>
                  <a:lnTo>
                    <a:pt x="14" y="10"/>
                  </a:lnTo>
                  <a:lnTo>
                    <a:pt x="10" y="12"/>
                  </a:lnTo>
                  <a:lnTo>
                    <a:pt x="6" y="14"/>
                  </a:lnTo>
                  <a:lnTo>
                    <a:pt x="2" y="16"/>
                  </a:lnTo>
                  <a:lnTo>
                    <a:pt x="2" y="22"/>
                  </a:lnTo>
                  <a:lnTo>
                    <a:pt x="2" y="22"/>
                  </a:lnTo>
                  <a:close/>
                </a:path>
              </a:pathLst>
            </a:custGeom>
            <a:solidFill>
              <a:srgbClr val="909090">
                <a:alpha val="50000"/>
              </a:srgbClr>
            </a:solidFill>
            <a:ln w="0">
              <a:no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7554" name=""/>
            <p:cNvSpPr/>
            <p:nvPr/>
          </p:nvSpPr>
          <p:spPr>
            <a:xfrm>
              <a:off x="6312240" y="4250160"/>
              <a:ext cx="7560" cy="11520"/>
            </a:xfrm>
            <a:custGeom>
              <a:avLst/>
              <a:gdLst/>
              <a:ahLst/>
              <a:rect l="l" t="t" r="r" b="b"/>
              <a:pathLst>
                <a:path w="12" h="18">
                  <a:moveTo>
                    <a:pt x="12" y="18"/>
                  </a:moveTo>
                  <a:lnTo>
                    <a:pt x="0" y="0"/>
                  </a:lnTo>
                  <a:lnTo>
                    <a:pt x="0" y="0"/>
                  </a:lnTo>
                  <a:lnTo>
                    <a:pt x="6" y="4"/>
                  </a:lnTo>
                  <a:lnTo>
                    <a:pt x="8" y="6"/>
                  </a:lnTo>
                  <a:lnTo>
                    <a:pt x="8" y="10"/>
                  </a:lnTo>
                  <a:lnTo>
                    <a:pt x="12" y="18"/>
                  </a:lnTo>
                  <a:lnTo>
                    <a:pt x="12" y="18"/>
                  </a:lnTo>
                  <a:close/>
                </a:path>
              </a:pathLst>
            </a:custGeom>
            <a:solidFill>
              <a:srgbClr val="909090">
                <a:alpha val="50000"/>
              </a:srgbClr>
            </a:solidFill>
            <a:ln w="0">
              <a:noFill/>
            </a:ln>
          </p:spPr>
          <p:style>
            <a:lnRef idx="0"/>
            <a:fillRef idx="0"/>
            <a:effectRef idx="0"/>
            <a:fontRef idx="minor"/>
          </p:style>
          <p:txBody>
            <a:bodyPr lIns="90000" rIns="90000" tIns="-35280" bIns="-35280" anchor="t">
              <a:noAutofit/>
            </a:bodyPr>
            <a:p>
              <a:endParaRPr b="0" lang="en-US" sz="2400" spc="-1" strike="noStrike">
                <a:solidFill>
                  <a:srgbClr val="000000"/>
                </a:solidFill>
                <a:latin typeface="Times New Roman"/>
              </a:endParaRPr>
            </a:p>
          </p:txBody>
        </p:sp>
      </p:grpSp>
      <p:grpSp>
        <p:nvGrpSpPr>
          <p:cNvPr id="7555" name=""/>
          <p:cNvGrpSpPr/>
          <p:nvPr/>
        </p:nvGrpSpPr>
        <p:grpSpPr>
          <a:xfrm>
            <a:off x="6189840" y="3249720"/>
            <a:ext cx="579240" cy="531360"/>
            <a:chOff x="6189840" y="3249720"/>
            <a:chExt cx="579240" cy="531360"/>
          </a:xfrm>
        </p:grpSpPr>
        <p:sp>
          <p:nvSpPr>
            <p:cNvPr id="7556" name=""/>
            <p:cNvSpPr/>
            <p:nvPr/>
          </p:nvSpPr>
          <p:spPr>
            <a:xfrm>
              <a:off x="6481440" y="3763440"/>
              <a:ext cx="2520" cy="1080"/>
            </a:xfrm>
            <a:custGeom>
              <a:avLst/>
              <a:gdLst/>
              <a:ahLst/>
              <a:rect l="l" t="t" r="r" b="b"/>
              <a:pathLst>
                <a:path w="4" h="2">
                  <a:moveTo>
                    <a:pt x="4" y="2"/>
                  </a:moveTo>
                  <a:lnTo>
                    <a:pt x="0" y="2"/>
                  </a:lnTo>
                  <a:lnTo>
                    <a:pt x="0" y="2"/>
                  </a:lnTo>
                  <a:lnTo>
                    <a:pt x="4" y="0"/>
                  </a:lnTo>
                  <a:lnTo>
                    <a:pt x="4" y="0"/>
                  </a:lnTo>
                  <a:lnTo>
                    <a:pt x="4" y="2"/>
                  </a:lnTo>
                  <a:lnTo>
                    <a:pt x="4" y="2"/>
                  </a:lnTo>
                  <a:close/>
                </a:path>
              </a:pathLst>
            </a:custGeom>
            <a:solidFill>
              <a:srgbClr val="020202"/>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57" name=""/>
            <p:cNvSpPr/>
            <p:nvPr/>
          </p:nvSpPr>
          <p:spPr>
            <a:xfrm>
              <a:off x="6449040" y="3764880"/>
              <a:ext cx="32040" cy="11520"/>
            </a:xfrm>
            <a:custGeom>
              <a:avLst/>
              <a:gdLst/>
              <a:ahLst/>
              <a:rect l="l" t="t" r="r" b="b"/>
              <a:pathLst>
                <a:path w="50" h="18">
                  <a:moveTo>
                    <a:pt x="0" y="14"/>
                  </a:moveTo>
                  <a:lnTo>
                    <a:pt x="0" y="14"/>
                  </a:lnTo>
                  <a:lnTo>
                    <a:pt x="24" y="4"/>
                  </a:lnTo>
                  <a:lnTo>
                    <a:pt x="38" y="2"/>
                  </a:lnTo>
                  <a:lnTo>
                    <a:pt x="50" y="0"/>
                  </a:lnTo>
                  <a:lnTo>
                    <a:pt x="50" y="0"/>
                  </a:lnTo>
                  <a:lnTo>
                    <a:pt x="38" y="6"/>
                  </a:lnTo>
                  <a:lnTo>
                    <a:pt x="24" y="14"/>
                  </a:lnTo>
                  <a:lnTo>
                    <a:pt x="16" y="18"/>
                  </a:lnTo>
                  <a:lnTo>
                    <a:pt x="10" y="18"/>
                  </a:lnTo>
                  <a:lnTo>
                    <a:pt x="4" y="18"/>
                  </a:lnTo>
                  <a:lnTo>
                    <a:pt x="0" y="14"/>
                  </a:lnTo>
                  <a:lnTo>
                    <a:pt x="0" y="14"/>
                  </a:lnTo>
                  <a:close/>
                </a:path>
              </a:pathLst>
            </a:custGeom>
            <a:solidFill>
              <a:srgbClr val="020202"/>
            </a:solidFill>
            <a:ln w="0">
              <a:noFill/>
            </a:ln>
          </p:spPr>
          <p:style>
            <a:lnRef idx="0"/>
            <a:fillRef idx="0"/>
            <a:effectRef idx="0"/>
            <a:fontRef idx="minor"/>
          </p:style>
          <p:txBody>
            <a:bodyPr lIns="90000" rIns="90000" tIns="-35280" bIns="-35280" anchor="t">
              <a:noAutofit/>
            </a:bodyPr>
            <a:p>
              <a:endParaRPr b="0" lang="en-US" sz="2400" spc="-1" strike="noStrike">
                <a:solidFill>
                  <a:srgbClr val="000000"/>
                </a:solidFill>
                <a:latin typeface="Times New Roman"/>
              </a:endParaRPr>
            </a:p>
          </p:txBody>
        </p:sp>
        <p:sp>
          <p:nvSpPr>
            <p:cNvPr id="7558" name=""/>
            <p:cNvSpPr/>
            <p:nvPr/>
          </p:nvSpPr>
          <p:spPr>
            <a:xfrm>
              <a:off x="6480000" y="3778920"/>
              <a:ext cx="12600" cy="2160"/>
            </a:xfrm>
            <a:custGeom>
              <a:avLst/>
              <a:gdLst/>
              <a:ahLst/>
              <a:rect l="l" t="t" r="r" b="b"/>
              <a:pathLst>
                <a:path w="20" h="4">
                  <a:moveTo>
                    <a:pt x="20" y="2"/>
                  </a:moveTo>
                  <a:lnTo>
                    <a:pt x="0" y="4"/>
                  </a:lnTo>
                  <a:lnTo>
                    <a:pt x="0" y="4"/>
                  </a:lnTo>
                  <a:lnTo>
                    <a:pt x="6" y="0"/>
                  </a:lnTo>
                  <a:lnTo>
                    <a:pt x="10" y="0"/>
                  </a:lnTo>
                  <a:lnTo>
                    <a:pt x="14" y="2"/>
                  </a:lnTo>
                  <a:lnTo>
                    <a:pt x="20" y="2"/>
                  </a:lnTo>
                  <a:lnTo>
                    <a:pt x="20" y="2"/>
                  </a:lnTo>
                  <a:close/>
                </a:path>
              </a:pathLst>
            </a:custGeom>
            <a:solidFill>
              <a:srgbClr val="020202"/>
            </a:solidFill>
            <a:ln w="0">
              <a:noFill/>
            </a:ln>
          </p:spPr>
          <p:style>
            <a:lnRef idx="0"/>
            <a:fillRef idx="0"/>
            <a:effectRef idx="0"/>
            <a:fontRef idx="minor"/>
          </p:style>
          <p:txBody>
            <a:bodyPr lIns="90000" rIns="90000" tIns="-44640" bIns="-44640" anchor="t">
              <a:noAutofit/>
            </a:bodyPr>
            <a:p>
              <a:endParaRPr b="0" lang="en-US" sz="2400" spc="-1" strike="noStrike">
                <a:solidFill>
                  <a:srgbClr val="000000"/>
                </a:solidFill>
                <a:latin typeface="Times New Roman"/>
              </a:endParaRPr>
            </a:p>
          </p:txBody>
        </p:sp>
        <p:sp>
          <p:nvSpPr>
            <p:cNvPr id="7559" name=""/>
            <p:cNvSpPr/>
            <p:nvPr/>
          </p:nvSpPr>
          <p:spPr>
            <a:xfrm>
              <a:off x="6483960" y="3768480"/>
              <a:ext cx="6120" cy="3600"/>
            </a:xfrm>
            <a:custGeom>
              <a:avLst/>
              <a:gdLst/>
              <a:ahLst/>
              <a:rect l="l" t="t" r="r" b="b"/>
              <a:pathLst>
                <a:path w="10" h="6">
                  <a:moveTo>
                    <a:pt x="0" y="6"/>
                  </a:moveTo>
                  <a:lnTo>
                    <a:pt x="0" y="0"/>
                  </a:lnTo>
                  <a:lnTo>
                    <a:pt x="10" y="2"/>
                  </a:lnTo>
                  <a:lnTo>
                    <a:pt x="0" y="6"/>
                  </a:lnTo>
                  <a:close/>
                </a:path>
              </a:pathLst>
            </a:custGeom>
            <a:solidFill>
              <a:srgbClr val="020202"/>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60" name=""/>
            <p:cNvSpPr/>
            <p:nvPr/>
          </p:nvSpPr>
          <p:spPr>
            <a:xfrm>
              <a:off x="6628320" y="3354120"/>
              <a:ext cx="1080" cy="6120"/>
            </a:xfrm>
            <a:custGeom>
              <a:avLst/>
              <a:gdLst/>
              <a:ahLst/>
              <a:rect l="l" t="t" r="r" b="b"/>
              <a:pathLst>
                <a:path w="2" h="10">
                  <a:moveTo>
                    <a:pt x="2" y="0"/>
                  </a:moveTo>
                  <a:lnTo>
                    <a:pt x="2" y="0"/>
                  </a:lnTo>
                  <a:lnTo>
                    <a:pt x="2" y="6"/>
                  </a:lnTo>
                  <a:lnTo>
                    <a:pt x="0" y="10"/>
                  </a:lnTo>
                  <a:lnTo>
                    <a:pt x="2" y="0"/>
                  </a:lnTo>
                  <a:close/>
                </a:path>
              </a:pathLst>
            </a:custGeom>
            <a:solidFill>
              <a:srgbClr val="020202"/>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7561" name=""/>
            <p:cNvSpPr/>
            <p:nvPr/>
          </p:nvSpPr>
          <p:spPr>
            <a:xfrm>
              <a:off x="6610320" y="3325680"/>
              <a:ext cx="5040" cy="2520"/>
            </a:xfrm>
            <a:custGeom>
              <a:avLst/>
              <a:gdLst/>
              <a:ahLst/>
              <a:rect l="l" t="t" r="r" b="b"/>
              <a:pathLst>
                <a:path w="8" h="4">
                  <a:moveTo>
                    <a:pt x="8" y="4"/>
                  </a:moveTo>
                  <a:lnTo>
                    <a:pt x="8" y="4"/>
                  </a:lnTo>
                  <a:lnTo>
                    <a:pt x="0" y="0"/>
                  </a:lnTo>
                  <a:lnTo>
                    <a:pt x="0" y="0"/>
                  </a:lnTo>
                  <a:lnTo>
                    <a:pt x="4" y="2"/>
                  </a:lnTo>
                  <a:lnTo>
                    <a:pt x="8" y="4"/>
                  </a:lnTo>
                  <a:lnTo>
                    <a:pt x="8" y="4"/>
                  </a:lnTo>
                  <a:close/>
                </a:path>
              </a:pathLst>
            </a:custGeom>
            <a:solidFill>
              <a:srgbClr val="020202"/>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7562" name=""/>
            <p:cNvSpPr/>
            <p:nvPr/>
          </p:nvSpPr>
          <p:spPr>
            <a:xfrm>
              <a:off x="6644160" y="3361680"/>
              <a:ext cx="3600" cy="1080"/>
            </a:xfrm>
            <a:custGeom>
              <a:avLst/>
              <a:gdLst/>
              <a:ahLst/>
              <a:rect l="l" t="t" r="r" b="b"/>
              <a:pathLst>
                <a:path w="6" h="2">
                  <a:moveTo>
                    <a:pt x="6" y="2"/>
                  </a:moveTo>
                  <a:lnTo>
                    <a:pt x="0" y="0"/>
                  </a:lnTo>
                  <a:lnTo>
                    <a:pt x="0" y="0"/>
                  </a:lnTo>
                  <a:lnTo>
                    <a:pt x="6" y="2"/>
                  </a:lnTo>
                  <a:lnTo>
                    <a:pt x="6" y="2"/>
                  </a:lnTo>
                  <a:close/>
                </a:path>
              </a:pathLst>
            </a:custGeom>
            <a:solidFill>
              <a:srgbClr val="020202"/>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63" name=""/>
            <p:cNvSpPr/>
            <p:nvPr/>
          </p:nvSpPr>
          <p:spPr>
            <a:xfrm>
              <a:off x="6671160" y="3595680"/>
              <a:ext cx="11520" cy="6120"/>
            </a:xfrm>
            <a:custGeom>
              <a:avLst/>
              <a:gdLst/>
              <a:ahLst/>
              <a:rect l="l" t="t" r="r" b="b"/>
              <a:pathLst>
                <a:path w="18" h="10">
                  <a:moveTo>
                    <a:pt x="18" y="2"/>
                  </a:moveTo>
                  <a:lnTo>
                    <a:pt x="18" y="2"/>
                  </a:lnTo>
                  <a:lnTo>
                    <a:pt x="0" y="10"/>
                  </a:lnTo>
                  <a:lnTo>
                    <a:pt x="0" y="10"/>
                  </a:lnTo>
                  <a:lnTo>
                    <a:pt x="2" y="2"/>
                  </a:lnTo>
                  <a:lnTo>
                    <a:pt x="8" y="0"/>
                  </a:lnTo>
                  <a:lnTo>
                    <a:pt x="18" y="2"/>
                  </a:lnTo>
                  <a:lnTo>
                    <a:pt x="18" y="2"/>
                  </a:lnTo>
                  <a:close/>
                </a:path>
              </a:pathLst>
            </a:custGeom>
            <a:solidFill>
              <a:srgbClr val="020202"/>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7564" name=""/>
            <p:cNvSpPr/>
            <p:nvPr/>
          </p:nvSpPr>
          <p:spPr>
            <a:xfrm>
              <a:off x="6489000" y="3262320"/>
              <a:ext cx="2520" cy="3600"/>
            </a:xfrm>
            <a:custGeom>
              <a:avLst/>
              <a:gdLst/>
              <a:ahLst/>
              <a:rect l="l" t="t" r="r" b="b"/>
              <a:pathLst>
                <a:path w="4" h="6">
                  <a:moveTo>
                    <a:pt x="4" y="0"/>
                  </a:moveTo>
                  <a:lnTo>
                    <a:pt x="2" y="6"/>
                  </a:lnTo>
                  <a:lnTo>
                    <a:pt x="2" y="6"/>
                  </a:lnTo>
                  <a:lnTo>
                    <a:pt x="0" y="4"/>
                  </a:lnTo>
                  <a:lnTo>
                    <a:pt x="2" y="2"/>
                  </a:lnTo>
                  <a:lnTo>
                    <a:pt x="4" y="0"/>
                  </a:lnTo>
                  <a:lnTo>
                    <a:pt x="4" y="0"/>
                  </a:lnTo>
                  <a:close/>
                </a:path>
              </a:pathLst>
            </a:custGeom>
            <a:solidFill>
              <a:srgbClr val="020202"/>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65" name=""/>
            <p:cNvSpPr/>
            <p:nvPr/>
          </p:nvSpPr>
          <p:spPr>
            <a:xfrm>
              <a:off x="6620760" y="3273840"/>
              <a:ext cx="3600" cy="3600"/>
            </a:xfrm>
            <a:custGeom>
              <a:avLst/>
              <a:gdLst/>
              <a:ahLst/>
              <a:rect l="l" t="t" r="r" b="b"/>
              <a:pathLst>
                <a:path w="6" h="6">
                  <a:moveTo>
                    <a:pt x="6" y="0"/>
                  </a:moveTo>
                  <a:lnTo>
                    <a:pt x="6" y="0"/>
                  </a:lnTo>
                  <a:lnTo>
                    <a:pt x="2" y="6"/>
                  </a:lnTo>
                  <a:lnTo>
                    <a:pt x="0" y="4"/>
                  </a:lnTo>
                  <a:lnTo>
                    <a:pt x="6" y="0"/>
                  </a:lnTo>
                  <a:close/>
                </a:path>
              </a:pathLst>
            </a:custGeom>
            <a:solidFill>
              <a:srgbClr val="020202"/>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66" name=""/>
            <p:cNvSpPr/>
            <p:nvPr/>
          </p:nvSpPr>
          <p:spPr>
            <a:xfrm>
              <a:off x="6663240" y="3367080"/>
              <a:ext cx="1080" cy="3600"/>
            </a:xfrm>
            <a:custGeom>
              <a:avLst/>
              <a:gdLst/>
              <a:ahLst/>
              <a:rect l="l" t="t" r="r" b="b"/>
              <a:pathLst>
                <a:path w="2" h="6">
                  <a:moveTo>
                    <a:pt x="0" y="0"/>
                  </a:moveTo>
                  <a:lnTo>
                    <a:pt x="2" y="0"/>
                  </a:lnTo>
                  <a:lnTo>
                    <a:pt x="2" y="6"/>
                  </a:lnTo>
                  <a:lnTo>
                    <a:pt x="2" y="6"/>
                  </a:lnTo>
                  <a:lnTo>
                    <a:pt x="0" y="4"/>
                  </a:lnTo>
                  <a:lnTo>
                    <a:pt x="0" y="0"/>
                  </a:lnTo>
                  <a:lnTo>
                    <a:pt x="0" y="0"/>
                  </a:lnTo>
                  <a:close/>
                </a:path>
              </a:pathLst>
            </a:custGeom>
            <a:solidFill>
              <a:srgbClr val="020202"/>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67" name=""/>
            <p:cNvSpPr/>
            <p:nvPr/>
          </p:nvSpPr>
          <p:spPr>
            <a:xfrm>
              <a:off x="6444000" y="3258360"/>
              <a:ext cx="6120" cy="6120"/>
            </a:xfrm>
            <a:custGeom>
              <a:avLst/>
              <a:gdLst/>
              <a:ahLst/>
              <a:rect l="l" t="t" r="r" b="b"/>
              <a:pathLst>
                <a:path w="10" h="10">
                  <a:moveTo>
                    <a:pt x="10" y="10"/>
                  </a:moveTo>
                  <a:lnTo>
                    <a:pt x="10" y="10"/>
                  </a:lnTo>
                  <a:lnTo>
                    <a:pt x="0" y="0"/>
                  </a:lnTo>
                  <a:lnTo>
                    <a:pt x="0" y="0"/>
                  </a:lnTo>
                  <a:lnTo>
                    <a:pt x="4" y="2"/>
                  </a:lnTo>
                  <a:lnTo>
                    <a:pt x="8" y="4"/>
                  </a:lnTo>
                  <a:lnTo>
                    <a:pt x="10" y="8"/>
                  </a:lnTo>
                  <a:lnTo>
                    <a:pt x="10" y="10"/>
                  </a:lnTo>
                  <a:lnTo>
                    <a:pt x="10" y="10"/>
                  </a:lnTo>
                  <a:close/>
                </a:path>
              </a:pathLst>
            </a:custGeom>
            <a:solidFill>
              <a:srgbClr val="020202"/>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7568" name=""/>
            <p:cNvSpPr/>
            <p:nvPr/>
          </p:nvSpPr>
          <p:spPr>
            <a:xfrm>
              <a:off x="6610320" y="3325680"/>
              <a:ext cx="720" cy="360"/>
            </a:xfrm>
            <a:prstGeom prst="rect">
              <a:avLst/>
            </a:prstGeom>
            <a:solidFill>
              <a:srgbClr val="020202"/>
            </a:solidFill>
            <a:ln w="0">
              <a:noFill/>
            </a:ln>
          </p:spPr>
          <p:style>
            <a:lnRef idx="0"/>
            <a:fillRef idx="0"/>
            <a:effectRef idx="0"/>
            <a:fontRef idx="minor"/>
          </p:style>
          <p:txBody>
            <a:bodyPr lIns="90000" rIns="90000" tIns="-46440" bIns="-46440" anchor="t">
              <a:noAutofit/>
            </a:bodyPr>
            <a:p>
              <a:endParaRPr b="0" lang="en-US" sz="2400" spc="-1" strike="noStrike">
                <a:solidFill>
                  <a:srgbClr val="000000"/>
                </a:solidFill>
                <a:latin typeface="Times New Roman"/>
              </a:endParaRPr>
            </a:p>
          </p:txBody>
        </p:sp>
        <p:sp>
          <p:nvSpPr>
            <p:cNvPr id="7569" name=""/>
            <p:cNvSpPr/>
            <p:nvPr/>
          </p:nvSpPr>
          <p:spPr>
            <a:xfrm>
              <a:off x="6660720" y="3289680"/>
              <a:ext cx="6120" cy="5040"/>
            </a:xfrm>
            <a:custGeom>
              <a:avLst/>
              <a:gdLst/>
              <a:ahLst/>
              <a:rect l="l" t="t" r="r" b="b"/>
              <a:pathLst>
                <a:path w="10" h="8">
                  <a:moveTo>
                    <a:pt x="10" y="8"/>
                  </a:moveTo>
                  <a:lnTo>
                    <a:pt x="10" y="8"/>
                  </a:lnTo>
                  <a:lnTo>
                    <a:pt x="0" y="0"/>
                  </a:lnTo>
                  <a:lnTo>
                    <a:pt x="0" y="0"/>
                  </a:lnTo>
                  <a:lnTo>
                    <a:pt x="6" y="4"/>
                  </a:lnTo>
                  <a:lnTo>
                    <a:pt x="10" y="8"/>
                  </a:lnTo>
                  <a:lnTo>
                    <a:pt x="10" y="8"/>
                  </a:lnTo>
                  <a:close/>
                </a:path>
              </a:pathLst>
            </a:custGeom>
            <a:solidFill>
              <a:srgbClr val="020202"/>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7570" name=""/>
            <p:cNvSpPr/>
            <p:nvPr/>
          </p:nvSpPr>
          <p:spPr>
            <a:xfrm>
              <a:off x="6682680" y="3595680"/>
              <a:ext cx="5040" cy="1080"/>
            </a:xfrm>
            <a:custGeom>
              <a:avLst/>
              <a:gdLst/>
              <a:ahLst/>
              <a:rect l="l" t="t" r="r" b="b"/>
              <a:pathLst>
                <a:path w="8" h="2">
                  <a:moveTo>
                    <a:pt x="0" y="2"/>
                  </a:moveTo>
                  <a:lnTo>
                    <a:pt x="8" y="0"/>
                  </a:lnTo>
                  <a:lnTo>
                    <a:pt x="8" y="0"/>
                  </a:lnTo>
                  <a:lnTo>
                    <a:pt x="4" y="2"/>
                  </a:lnTo>
                  <a:lnTo>
                    <a:pt x="0" y="2"/>
                  </a:lnTo>
                  <a:lnTo>
                    <a:pt x="0" y="2"/>
                  </a:lnTo>
                  <a:close/>
                </a:path>
              </a:pathLst>
            </a:custGeom>
            <a:solidFill>
              <a:srgbClr val="020202"/>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71" name=""/>
            <p:cNvSpPr/>
            <p:nvPr/>
          </p:nvSpPr>
          <p:spPr>
            <a:xfrm>
              <a:off x="6508440" y="3744000"/>
              <a:ext cx="7560" cy="2520"/>
            </a:xfrm>
            <a:custGeom>
              <a:avLst/>
              <a:gdLst/>
              <a:ahLst/>
              <a:rect l="l" t="t" r="r" b="b"/>
              <a:pathLst>
                <a:path w="12" h="4">
                  <a:moveTo>
                    <a:pt x="0" y="0"/>
                  </a:moveTo>
                  <a:lnTo>
                    <a:pt x="0" y="0"/>
                  </a:lnTo>
                  <a:lnTo>
                    <a:pt x="4" y="0"/>
                  </a:lnTo>
                  <a:lnTo>
                    <a:pt x="8" y="0"/>
                  </a:lnTo>
                  <a:lnTo>
                    <a:pt x="12" y="4"/>
                  </a:lnTo>
                  <a:lnTo>
                    <a:pt x="12" y="4"/>
                  </a:lnTo>
                  <a:lnTo>
                    <a:pt x="6" y="2"/>
                  </a:lnTo>
                  <a:lnTo>
                    <a:pt x="0" y="0"/>
                  </a:lnTo>
                  <a:lnTo>
                    <a:pt x="0" y="0"/>
                  </a:lnTo>
                  <a:close/>
                </a:path>
              </a:pathLst>
            </a:custGeom>
            <a:solidFill>
              <a:srgbClr val="020202"/>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7572" name=""/>
            <p:cNvSpPr/>
            <p:nvPr/>
          </p:nvSpPr>
          <p:spPr>
            <a:xfrm>
              <a:off x="6464520" y="3664080"/>
              <a:ext cx="1080" cy="360"/>
            </a:xfrm>
            <a:custGeom>
              <a:avLst/>
              <a:gdLst/>
              <a:ahLst/>
              <a:rect l="l" t="t" r="r" b="b"/>
              <a:pathLst>
                <a:path w="2" h="0">
                  <a:moveTo>
                    <a:pt x="0" y="0"/>
                  </a:moveTo>
                  <a:lnTo>
                    <a:pt x="2" y="0"/>
                  </a:lnTo>
                  <a:lnTo>
                    <a:pt x="0" y="0"/>
                  </a:lnTo>
                  <a:close/>
                </a:path>
              </a:pathLst>
            </a:custGeom>
            <a:solidFill>
              <a:srgbClr val="020202"/>
            </a:solidFill>
            <a:ln w="0">
              <a:noFill/>
            </a:ln>
          </p:spPr>
          <p:style>
            <a:lnRef idx="0"/>
            <a:fillRef idx="0"/>
            <a:effectRef idx="0"/>
            <a:fontRef idx="minor"/>
          </p:style>
          <p:txBody>
            <a:bodyPr lIns="90000" rIns="90000" tIns="-46440" bIns="-46440" anchor="t">
              <a:noAutofit/>
            </a:bodyPr>
            <a:p>
              <a:endParaRPr b="0" lang="en-US" sz="2400" spc="-1" strike="noStrike">
                <a:solidFill>
                  <a:srgbClr val="000000"/>
                </a:solidFill>
                <a:latin typeface="Times New Roman"/>
              </a:endParaRPr>
            </a:p>
          </p:txBody>
        </p:sp>
        <p:sp>
          <p:nvSpPr>
            <p:cNvPr id="7573" name=""/>
            <p:cNvSpPr/>
            <p:nvPr/>
          </p:nvSpPr>
          <p:spPr>
            <a:xfrm>
              <a:off x="6352200" y="3598200"/>
              <a:ext cx="1080" cy="3600"/>
            </a:xfrm>
            <a:custGeom>
              <a:avLst/>
              <a:gdLst/>
              <a:ahLst/>
              <a:rect l="l" t="t" r="r" b="b"/>
              <a:pathLst>
                <a:path w="2" h="6">
                  <a:moveTo>
                    <a:pt x="0" y="6"/>
                  </a:moveTo>
                  <a:lnTo>
                    <a:pt x="0" y="6"/>
                  </a:lnTo>
                  <a:lnTo>
                    <a:pt x="0" y="0"/>
                  </a:lnTo>
                  <a:lnTo>
                    <a:pt x="0" y="0"/>
                  </a:lnTo>
                  <a:lnTo>
                    <a:pt x="0" y="2"/>
                  </a:lnTo>
                  <a:lnTo>
                    <a:pt x="2" y="2"/>
                  </a:lnTo>
                  <a:lnTo>
                    <a:pt x="0" y="6"/>
                  </a:lnTo>
                  <a:lnTo>
                    <a:pt x="0" y="6"/>
                  </a:lnTo>
                  <a:close/>
                </a:path>
              </a:pathLst>
            </a:custGeom>
            <a:solidFill>
              <a:srgbClr val="020202"/>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74" name=""/>
            <p:cNvSpPr/>
            <p:nvPr/>
          </p:nvSpPr>
          <p:spPr>
            <a:xfrm>
              <a:off x="6189840" y="3249720"/>
              <a:ext cx="579240" cy="513720"/>
            </a:xfrm>
            <a:custGeom>
              <a:avLst/>
              <a:gdLst/>
              <a:ahLst/>
              <a:rect l="l" t="t" r="r" b="b"/>
              <a:pathLst>
                <a:path w="898" h="796">
                  <a:moveTo>
                    <a:pt x="30" y="440"/>
                  </a:moveTo>
                  <a:lnTo>
                    <a:pt x="30" y="440"/>
                  </a:lnTo>
                  <a:lnTo>
                    <a:pt x="34" y="446"/>
                  </a:lnTo>
                  <a:lnTo>
                    <a:pt x="38" y="452"/>
                  </a:lnTo>
                  <a:lnTo>
                    <a:pt x="40" y="466"/>
                  </a:lnTo>
                  <a:lnTo>
                    <a:pt x="40" y="480"/>
                  </a:lnTo>
                  <a:lnTo>
                    <a:pt x="44" y="494"/>
                  </a:lnTo>
                  <a:lnTo>
                    <a:pt x="46" y="486"/>
                  </a:lnTo>
                  <a:lnTo>
                    <a:pt x="48" y="502"/>
                  </a:lnTo>
                  <a:lnTo>
                    <a:pt x="56" y="498"/>
                  </a:lnTo>
                  <a:lnTo>
                    <a:pt x="56" y="498"/>
                  </a:lnTo>
                  <a:lnTo>
                    <a:pt x="60" y="508"/>
                  </a:lnTo>
                  <a:lnTo>
                    <a:pt x="66" y="516"/>
                  </a:lnTo>
                  <a:lnTo>
                    <a:pt x="76" y="532"/>
                  </a:lnTo>
                  <a:lnTo>
                    <a:pt x="84" y="548"/>
                  </a:lnTo>
                  <a:lnTo>
                    <a:pt x="86" y="554"/>
                  </a:lnTo>
                  <a:lnTo>
                    <a:pt x="84" y="560"/>
                  </a:lnTo>
                  <a:lnTo>
                    <a:pt x="94" y="548"/>
                  </a:lnTo>
                  <a:lnTo>
                    <a:pt x="94" y="548"/>
                  </a:lnTo>
                  <a:lnTo>
                    <a:pt x="102" y="578"/>
                  </a:lnTo>
                  <a:lnTo>
                    <a:pt x="100" y="558"/>
                  </a:lnTo>
                  <a:lnTo>
                    <a:pt x="100" y="558"/>
                  </a:lnTo>
                  <a:lnTo>
                    <a:pt x="116" y="578"/>
                  </a:lnTo>
                  <a:lnTo>
                    <a:pt x="130" y="598"/>
                  </a:lnTo>
                  <a:lnTo>
                    <a:pt x="142" y="616"/>
                  </a:lnTo>
                  <a:lnTo>
                    <a:pt x="150" y="624"/>
                  </a:lnTo>
                  <a:lnTo>
                    <a:pt x="152" y="618"/>
                  </a:lnTo>
                  <a:lnTo>
                    <a:pt x="152" y="618"/>
                  </a:lnTo>
                  <a:lnTo>
                    <a:pt x="154" y="620"/>
                  </a:lnTo>
                  <a:lnTo>
                    <a:pt x="156" y="622"/>
                  </a:lnTo>
                  <a:lnTo>
                    <a:pt x="160" y="630"/>
                  </a:lnTo>
                  <a:lnTo>
                    <a:pt x="162" y="622"/>
                  </a:lnTo>
                  <a:lnTo>
                    <a:pt x="162" y="622"/>
                  </a:lnTo>
                  <a:lnTo>
                    <a:pt x="174" y="630"/>
                  </a:lnTo>
                  <a:lnTo>
                    <a:pt x="184" y="638"/>
                  </a:lnTo>
                  <a:lnTo>
                    <a:pt x="204" y="648"/>
                  </a:lnTo>
                  <a:lnTo>
                    <a:pt x="226" y="658"/>
                  </a:lnTo>
                  <a:lnTo>
                    <a:pt x="238" y="666"/>
                  </a:lnTo>
                  <a:lnTo>
                    <a:pt x="250" y="676"/>
                  </a:lnTo>
                  <a:lnTo>
                    <a:pt x="250" y="676"/>
                  </a:lnTo>
                  <a:lnTo>
                    <a:pt x="254" y="678"/>
                  </a:lnTo>
                  <a:lnTo>
                    <a:pt x="252" y="674"/>
                  </a:lnTo>
                  <a:lnTo>
                    <a:pt x="248" y="670"/>
                  </a:lnTo>
                  <a:lnTo>
                    <a:pt x="248" y="668"/>
                  </a:lnTo>
                  <a:lnTo>
                    <a:pt x="248" y="666"/>
                  </a:lnTo>
                  <a:lnTo>
                    <a:pt x="248" y="666"/>
                  </a:lnTo>
                  <a:lnTo>
                    <a:pt x="254" y="668"/>
                  </a:lnTo>
                  <a:lnTo>
                    <a:pt x="262" y="672"/>
                  </a:lnTo>
                  <a:lnTo>
                    <a:pt x="266" y="678"/>
                  </a:lnTo>
                  <a:lnTo>
                    <a:pt x="270" y="682"/>
                  </a:lnTo>
                  <a:lnTo>
                    <a:pt x="270" y="682"/>
                  </a:lnTo>
                  <a:lnTo>
                    <a:pt x="270" y="678"/>
                  </a:lnTo>
                  <a:lnTo>
                    <a:pt x="268" y="674"/>
                  </a:lnTo>
                  <a:lnTo>
                    <a:pt x="264" y="668"/>
                  </a:lnTo>
                  <a:lnTo>
                    <a:pt x="264" y="666"/>
                  </a:lnTo>
                  <a:lnTo>
                    <a:pt x="264" y="664"/>
                  </a:lnTo>
                  <a:lnTo>
                    <a:pt x="266" y="662"/>
                  </a:lnTo>
                  <a:lnTo>
                    <a:pt x="272" y="662"/>
                  </a:lnTo>
                  <a:lnTo>
                    <a:pt x="272" y="662"/>
                  </a:lnTo>
                  <a:lnTo>
                    <a:pt x="274" y="664"/>
                  </a:lnTo>
                  <a:lnTo>
                    <a:pt x="274" y="664"/>
                  </a:lnTo>
                  <a:lnTo>
                    <a:pt x="276" y="660"/>
                  </a:lnTo>
                  <a:lnTo>
                    <a:pt x="276" y="658"/>
                  </a:lnTo>
                  <a:lnTo>
                    <a:pt x="278" y="656"/>
                  </a:lnTo>
                  <a:lnTo>
                    <a:pt x="280" y="656"/>
                  </a:lnTo>
                  <a:lnTo>
                    <a:pt x="286" y="658"/>
                  </a:lnTo>
                  <a:lnTo>
                    <a:pt x="284" y="676"/>
                  </a:lnTo>
                  <a:lnTo>
                    <a:pt x="284" y="676"/>
                  </a:lnTo>
                  <a:lnTo>
                    <a:pt x="290" y="676"/>
                  </a:lnTo>
                  <a:lnTo>
                    <a:pt x="294" y="674"/>
                  </a:lnTo>
                  <a:lnTo>
                    <a:pt x="298" y="672"/>
                  </a:lnTo>
                  <a:lnTo>
                    <a:pt x="306" y="674"/>
                  </a:lnTo>
                  <a:lnTo>
                    <a:pt x="306" y="674"/>
                  </a:lnTo>
                  <a:lnTo>
                    <a:pt x="308" y="678"/>
                  </a:lnTo>
                  <a:lnTo>
                    <a:pt x="308" y="682"/>
                  </a:lnTo>
                  <a:lnTo>
                    <a:pt x="300" y="686"/>
                  </a:lnTo>
                  <a:lnTo>
                    <a:pt x="296" y="686"/>
                  </a:lnTo>
                  <a:lnTo>
                    <a:pt x="296" y="688"/>
                  </a:lnTo>
                  <a:lnTo>
                    <a:pt x="298" y="692"/>
                  </a:lnTo>
                  <a:lnTo>
                    <a:pt x="304" y="696"/>
                  </a:lnTo>
                  <a:lnTo>
                    <a:pt x="304" y="696"/>
                  </a:lnTo>
                  <a:lnTo>
                    <a:pt x="310" y="696"/>
                  </a:lnTo>
                  <a:lnTo>
                    <a:pt x="318" y="696"/>
                  </a:lnTo>
                  <a:lnTo>
                    <a:pt x="334" y="690"/>
                  </a:lnTo>
                  <a:lnTo>
                    <a:pt x="344" y="686"/>
                  </a:lnTo>
                  <a:lnTo>
                    <a:pt x="352" y="684"/>
                  </a:lnTo>
                  <a:lnTo>
                    <a:pt x="362" y="686"/>
                  </a:lnTo>
                  <a:lnTo>
                    <a:pt x="370" y="690"/>
                  </a:lnTo>
                  <a:lnTo>
                    <a:pt x="370" y="690"/>
                  </a:lnTo>
                  <a:lnTo>
                    <a:pt x="378" y="688"/>
                  </a:lnTo>
                  <a:lnTo>
                    <a:pt x="382" y="684"/>
                  </a:lnTo>
                  <a:lnTo>
                    <a:pt x="382" y="682"/>
                  </a:lnTo>
                  <a:lnTo>
                    <a:pt x="382" y="678"/>
                  </a:lnTo>
                  <a:lnTo>
                    <a:pt x="382" y="674"/>
                  </a:lnTo>
                  <a:lnTo>
                    <a:pt x="382" y="672"/>
                  </a:lnTo>
                  <a:lnTo>
                    <a:pt x="388" y="672"/>
                  </a:lnTo>
                  <a:lnTo>
                    <a:pt x="396" y="674"/>
                  </a:lnTo>
                  <a:lnTo>
                    <a:pt x="380" y="660"/>
                  </a:lnTo>
                  <a:lnTo>
                    <a:pt x="380" y="660"/>
                  </a:lnTo>
                  <a:lnTo>
                    <a:pt x="382" y="656"/>
                  </a:lnTo>
                  <a:lnTo>
                    <a:pt x="386" y="654"/>
                  </a:lnTo>
                  <a:lnTo>
                    <a:pt x="390" y="652"/>
                  </a:lnTo>
                  <a:lnTo>
                    <a:pt x="396" y="654"/>
                  </a:lnTo>
                  <a:lnTo>
                    <a:pt x="396" y="654"/>
                  </a:lnTo>
                  <a:lnTo>
                    <a:pt x="402" y="666"/>
                  </a:lnTo>
                  <a:lnTo>
                    <a:pt x="408" y="670"/>
                  </a:lnTo>
                  <a:lnTo>
                    <a:pt x="412" y="674"/>
                  </a:lnTo>
                  <a:lnTo>
                    <a:pt x="412" y="674"/>
                  </a:lnTo>
                  <a:lnTo>
                    <a:pt x="406" y="668"/>
                  </a:lnTo>
                  <a:lnTo>
                    <a:pt x="406" y="664"/>
                  </a:lnTo>
                  <a:lnTo>
                    <a:pt x="408" y="660"/>
                  </a:lnTo>
                  <a:lnTo>
                    <a:pt x="414" y="658"/>
                  </a:lnTo>
                  <a:lnTo>
                    <a:pt x="420" y="654"/>
                  </a:lnTo>
                  <a:lnTo>
                    <a:pt x="422" y="650"/>
                  </a:lnTo>
                  <a:lnTo>
                    <a:pt x="422" y="646"/>
                  </a:lnTo>
                  <a:lnTo>
                    <a:pt x="418" y="640"/>
                  </a:lnTo>
                  <a:lnTo>
                    <a:pt x="426" y="642"/>
                  </a:lnTo>
                  <a:lnTo>
                    <a:pt x="426" y="642"/>
                  </a:lnTo>
                  <a:lnTo>
                    <a:pt x="426" y="640"/>
                  </a:lnTo>
                  <a:lnTo>
                    <a:pt x="426" y="638"/>
                  </a:lnTo>
                  <a:lnTo>
                    <a:pt x="438" y="638"/>
                  </a:lnTo>
                  <a:lnTo>
                    <a:pt x="438" y="638"/>
                  </a:lnTo>
                  <a:lnTo>
                    <a:pt x="426" y="632"/>
                  </a:lnTo>
                  <a:lnTo>
                    <a:pt x="422" y="628"/>
                  </a:lnTo>
                  <a:lnTo>
                    <a:pt x="422" y="626"/>
                  </a:lnTo>
                  <a:lnTo>
                    <a:pt x="422" y="622"/>
                  </a:lnTo>
                  <a:lnTo>
                    <a:pt x="424" y="620"/>
                  </a:lnTo>
                  <a:lnTo>
                    <a:pt x="442" y="620"/>
                  </a:lnTo>
                  <a:lnTo>
                    <a:pt x="442" y="620"/>
                  </a:lnTo>
                  <a:lnTo>
                    <a:pt x="442" y="614"/>
                  </a:lnTo>
                  <a:lnTo>
                    <a:pt x="442" y="608"/>
                  </a:lnTo>
                  <a:lnTo>
                    <a:pt x="444" y="604"/>
                  </a:lnTo>
                  <a:lnTo>
                    <a:pt x="446" y="600"/>
                  </a:lnTo>
                  <a:lnTo>
                    <a:pt x="446" y="600"/>
                  </a:lnTo>
                  <a:lnTo>
                    <a:pt x="424" y="586"/>
                  </a:lnTo>
                  <a:lnTo>
                    <a:pt x="404" y="574"/>
                  </a:lnTo>
                  <a:lnTo>
                    <a:pt x="404" y="574"/>
                  </a:lnTo>
                  <a:lnTo>
                    <a:pt x="406" y="582"/>
                  </a:lnTo>
                  <a:lnTo>
                    <a:pt x="408" y="586"/>
                  </a:lnTo>
                  <a:lnTo>
                    <a:pt x="406" y="588"/>
                  </a:lnTo>
                  <a:lnTo>
                    <a:pt x="406" y="588"/>
                  </a:lnTo>
                  <a:lnTo>
                    <a:pt x="402" y="588"/>
                  </a:lnTo>
                  <a:lnTo>
                    <a:pt x="400" y="588"/>
                  </a:lnTo>
                  <a:lnTo>
                    <a:pt x="396" y="584"/>
                  </a:lnTo>
                  <a:lnTo>
                    <a:pt x="392" y="580"/>
                  </a:lnTo>
                  <a:lnTo>
                    <a:pt x="390" y="580"/>
                  </a:lnTo>
                  <a:lnTo>
                    <a:pt x="386" y="580"/>
                  </a:lnTo>
                  <a:lnTo>
                    <a:pt x="388" y="588"/>
                  </a:lnTo>
                  <a:lnTo>
                    <a:pt x="388" y="588"/>
                  </a:lnTo>
                  <a:lnTo>
                    <a:pt x="388" y="586"/>
                  </a:lnTo>
                  <a:lnTo>
                    <a:pt x="390" y="584"/>
                  </a:lnTo>
                  <a:lnTo>
                    <a:pt x="390" y="584"/>
                  </a:lnTo>
                  <a:lnTo>
                    <a:pt x="392" y="584"/>
                  </a:lnTo>
                  <a:lnTo>
                    <a:pt x="394" y="584"/>
                  </a:lnTo>
                  <a:lnTo>
                    <a:pt x="394" y="590"/>
                  </a:lnTo>
                  <a:lnTo>
                    <a:pt x="394" y="590"/>
                  </a:lnTo>
                  <a:lnTo>
                    <a:pt x="392" y="592"/>
                  </a:lnTo>
                  <a:lnTo>
                    <a:pt x="388" y="594"/>
                  </a:lnTo>
                  <a:lnTo>
                    <a:pt x="382" y="592"/>
                  </a:lnTo>
                  <a:lnTo>
                    <a:pt x="378" y="588"/>
                  </a:lnTo>
                  <a:lnTo>
                    <a:pt x="376" y="582"/>
                  </a:lnTo>
                  <a:lnTo>
                    <a:pt x="376" y="582"/>
                  </a:lnTo>
                  <a:lnTo>
                    <a:pt x="372" y="580"/>
                  </a:lnTo>
                  <a:lnTo>
                    <a:pt x="368" y="582"/>
                  </a:lnTo>
                  <a:lnTo>
                    <a:pt x="366" y="584"/>
                  </a:lnTo>
                  <a:lnTo>
                    <a:pt x="366" y="588"/>
                  </a:lnTo>
                  <a:lnTo>
                    <a:pt x="364" y="594"/>
                  </a:lnTo>
                  <a:lnTo>
                    <a:pt x="364" y="596"/>
                  </a:lnTo>
                  <a:lnTo>
                    <a:pt x="364" y="598"/>
                  </a:lnTo>
                  <a:lnTo>
                    <a:pt x="364" y="598"/>
                  </a:lnTo>
                  <a:lnTo>
                    <a:pt x="362" y="592"/>
                  </a:lnTo>
                  <a:lnTo>
                    <a:pt x="358" y="588"/>
                  </a:lnTo>
                  <a:lnTo>
                    <a:pt x="350" y="584"/>
                  </a:lnTo>
                  <a:lnTo>
                    <a:pt x="340" y="582"/>
                  </a:lnTo>
                  <a:lnTo>
                    <a:pt x="334" y="580"/>
                  </a:lnTo>
                  <a:lnTo>
                    <a:pt x="332" y="576"/>
                  </a:lnTo>
                  <a:lnTo>
                    <a:pt x="334" y="588"/>
                  </a:lnTo>
                  <a:lnTo>
                    <a:pt x="334" y="588"/>
                  </a:lnTo>
                  <a:lnTo>
                    <a:pt x="328" y="588"/>
                  </a:lnTo>
                  <a:lnTo>
                    <a:pt x="322" y="588"/>
                  </a:lnTo>
                  <a:lnTo>
                    <a:pt x="318" y="586"/>
                  </a:lnTo>
                  <a:lnTo>
                    <a:pt x="316" y="584"/>
                  </a:lnTo>
                  <a:lnTo>
                    <a:pt x="310" y="578"/>
                  </a:lnTo>
                  <a:lnTo>
                    <a:pt x="306" y="572"/>
                  </a:lnTo>
                  <a:lnTo>
                    <a:pt x="304" y="580"/>
                  </a:lnTo>
                  <a:lnTo>
                    <a:pt x="304" y="580"/>
                  </a:lnTo>
                  <a:lnTo>
                    <a:pt x="300" y="578"/>
                  </a:lnTo>
                  <a:lnTo>
                    <a:pt x="294" y="576"/>
                  </a:lnTo>
                  <a:lnTo>
                    <a:pt x="282" y="576"/>
                  </a:lnTo>
                  <a:lnTo>
                    <a:pt x="278" y="574"/>
                  </a:lnTo>
                  <a:lnTo>
                    <a:pt x="274" y="572"/>
                  </a:lnTo>
                  <a:lnTo>
                    <a:pt x="272" y="566"/>
                  </a:lnTo>
                  <a:lnTo>
                    <a:pt x="274" y="556"/>
                  </a:lnTo>
                  <a:lnTo>
                    <a:pt x="272" y="562"/>
                  </a:lnTo>
                  <a:lnTo>
                    <a:pt x="272" y="562"/>
                  </a:lnTo>
                  <a:lnTo>
                    <a:pt x="266" y="560"/>
                  </a:lnTo>
                  <a:lnTo>
                    <a:pt x="258" y="556"/>
                  </a:lnTo>
                  <a:lnTo>
                    <a:pt x="254" y="552"/>
                  </a:lnTo>
                  <a:lnTo>
                    <a:pt x="252" y="550"/>
                  </a:lnTo>
                  <a:lnTo>
                    <a:pt x="252" y="546"/>
                  </a:lnTo>
                  <a:lnTo>
                    <a:pt x="252" y="546"/>
                  </a:lnTo>
                  <a:lnTo>
                    <a:pt x="246" y="548"/>
                  </a:lnTo>
                  <a:lnTo>
                    <a:pt x="242" y="550"/>
                  </a:lnTo>
                  <a:lnTo>
                    <a:pt x="242" y="550"/>
                  </a:lnTo>
                  <a:lnTo>
                    <a:pt x="242" y="542"/>
                  </a:lnTo>
                  <a:lnTo>
                    <a:pt x="240" y="540"/>
                  </a:lnTo>
                  <a:lnTo>
                    <a:pt x="226" y="534"/>
                  </a:lnTo>
                  <a:lnTo>
                    <a:pt x="226" y="534"/>
                  </a:lnTo>
                  <a:lnTo>
                    <a:pt x="226" y="538"/>
                  </a:lnTo>
                  <a:lnTo>
                    <a:pt x="224" y="544"/>
                  </a:lnTo>
                  <a:lnTo>
                    <a:pt x="220" y="552"/>
                  </a:lnTo>
                  <a:lnTo>
                    <a:pt x="222" y="558"/>
                  </a:lnTo>
                  <a:lnTo>
                    <a:pt x="222" y="558"/>
                  </a:lnTo>
                  <a:lnTo>
                    <a:pt x="214" y="556"/>
                  </a:lnTo>
                  <a:lnTo>
                    <a:pt x="210" y="554"/>
                  </a:lnTo>
                  <a:lnTo>
                    <a:pt x="210" y="550"/>
                  </a:lnTo>
                  <a:lnTo>
                    <a:pt x="210" y="544"/>
                  </a:lnTo>
                  <a:lnTo>
                    <a:pt x="212" y="534"/>
                  </a:lnTo>
                  <a:lnTo>
                    <a:pt x="212" y="528"/>
                  </a:lnTo>
                  <a:lnTo>
                    <a:pt x="210" y="524"/>
                  </a:lnTo>
                  <a:lnTo>
                    <a:pt x="210" y="524"/>
                  </a:lnTo>
                  <a:lnTo>
                    <a:pt x="206" y="524"/>
                  </a:lnTo>
                  <a:lnTo>
                    <a:pt x="206" y="526"/>
                  </a:lnTo>
                  <a:lnTo>
                    <a:pt x="206" y="530"/>
                  </a:lnTo>
                  <a:lnTo>
                    <a:pt x="208" y="536"/>
                  </a:lnTo>
                  <a:lnTo>
                    <a:pt x="208" y="542"/>
                  </a:lnTo>
                  <a:lnTo>
                    <a:pt x="208" y="542"/>
                  </a:lnTo>
                  <a:lnTo>
                    <a:pt x="202" y="534"/>
                  </a:lnTo>
                  <a:lnTo>
                    <a:pt x="194" y="530"/>
                  </a:lnTo>
                  <a:lnTo>
                    <a:pt x="176" y="522"/>
                  </a:lnTo>
                  <a:lnTo>
                    <a:pt x="168" y="518"/>
                  </a:lnTo>
                  <a:lnTo>
                    <a:pt x="162" y="514"/>
                  </a:lnTo>
                  <a:lnTo>
                    <a:pt x="160" y="506"/>
                  </a:lnTo>
                  <a:lnTo>
                    <a:pt x="164" y="496"/>
                  </a:lnTo>
                  <a:lnTo>
                    <a:pt x="176" y="500"/>
                  </a:lnTo>
                  <a:lnTo>
                    <a:pt x="176" y="500"/>
                  </a:lnTo>
                  <a:lnTo>
                    <a:pt x="174" y="488"/>
                  </a:lnTo>
                  <a:lnTo>
                    <a:pt x="174" y="486"/>
                  </a:lnTo>
                  <a:lnTo>
                    <a:pt x="172" y="488"/>
                  </a:lnTo>
                  <a:lnTo>
                    <a:pt x="172" y="488"/>
                  </a:lnTo>
                  <a:lnTo>
                    <a:pt x="174" y="488"/>
                  </a:lnTo>
                  <a:lnTo>
                    <a:pt x="174" y="490"/>
                  </a:lnTo>
                  <a:lnTo>
                    <a:pt x="172" y="494"/>
                  </a:lnTo>
                  <a:lnTo>
                    <a:pt x="172" y="494"/>
                  </a:lnTo>
                  <a:lnTo>
                    <a:pt x="162" y="488"/>
                  </a:lnTo>
                  <a:lnTo>
                    <a:pt x="158" y="480"/>
                  </a:lnTo>
                  <a:lnTo>
                    <a:pt x="156" y="472"/>
                  </a:lnTo>
                  <a:lnTo>
                    <a:pt x="156" y="462"/>
                  </a:lnTo>
                  <a:lnTo>
                    <a:pt x="156" y="444"/>
                  </a:lnTo>
                  <a:lnTo>
                    <a:pt x="154" y="436"/>
                  </a:lnTo>
                  <a:lnTo>
                    <a:pt x="150" y="428"/>
                  </a:lnTo>
                  <a:lnTo>
                    <a:pt x="150" y="428"/>
                  </a:lnTo>
                  <a:lnTo>
                    <a:pt x="146" y="434"/>
                  </a:lnTo>
                  <a:lnTo>
                    <a:pt x="142" y="438"/>
                  </a:lnTo>
                  <a:lnTo>
                    <a:pt x="142" y="438"/>
                  </a:lnTo>
                  <a:lnTo>
                    <a:pt x="140" y="434"/>
                  </a:lnTo>
                  <a:lnTo>
                    <a:pt x="140" y="430"/>
                  </a:lnTo>
                  <a:lnTo>
                    <a:pt x="146" y="422"/>
                  </a:lnTo>
                  <a:lnTo>
                    <a:pt x="150" y="418"/>
                  </a:lnTo>
                  <a:lnTo>
                    <a:pt x="152" y="412"/>
                  </a:lnTo>
                  <a:lnTo>
                    <a:pt x="150" y="408"/>
                  </a:lnTo>
                  <a:lnTo>
                    <a:pt x="146" y="402"/>
                  </a:lnTo>
                  <a:lnTo>
                    <a:pt x="142" y="408"/>
                  </a:lnTo>
                  <a:lnTo>
                    <a:pt x="142" y="408"/>
                  </a:lnTo>
                  <a:lnTo>
                    <a:pt x="140" y="404"/>
                  </a:lnTo>
                  <a:lnTo>
                    <a:pt x="140" y="400"/>
                  </a:lnTo>
                  <a:lnTo>
                    <a:pt x="144" y="398"/>
                  </a:lnTo>
                  <a:lnTo>
                    <a:pt x="146" y="396"/>
                  </a:lnTo>
                  <a:lnTo>
                    <a:pt x="146" y="396"/>
                  </a:lnTo>
                  <a:lnTo>
                    <a:pt x="138" y="396"/>
                  </a:lnTo>
                  <a:lnTo>
                    <a:pt x="134" y="394"/>
                  </a:lnTo>
                  <a:lnTo>
                    <a:pt x="130" y="386"/>
                  </a:lnTo>
                  <a:lnTo>
                    <a:pt x="128" y="380"/>
                  </a:lnTo>
                  <a:lnTo>
                    <a:pt x="126" y="370"/>
                  </a:lnTo>
                  <a:lnTo>
                    <a:pt x="122" y="362"/>
                  </a:lnTo>
                  <a:lnTo>
                    <a:pt x="116" y="354"/>
                  </a:lnTo>
                  <a:lnTo>
                    <a:pt x="108" y="348"/>
                  </a:lnTo>
                  <a:lnTo>
                    <a:pt x="108" y="348"/>
                  </a:lnTo>
                  <a:lnTo>
                    <a:pt x="118" y="338"/>
                  </a:lnTo>
                  <a:lnTo>
                    <a:pt x="124" y="326"/>
                  </a:lnTo>
                  <a:lnTo>
                    <a:pt x="130" y="316"/>
                  </a:lnTo>
                  <a:lnTo>
                    <a:pt x="130" y="310"/>
                  </a:lnTo>
                  <a:lnTo>
                    <a:pt x="130" y="306"/>
                  </a:lnTo>
                  <a:lnTo>
                    <a:pt x="130" y="306"/>
                  </a:lnTo>
                  <a:lnTo>
                    <a:pt x="126" y="302"/>
                  </a:lnTo>
                  <a:lnTo>
                    <a:pt x="122" y="300"/>
                  </a:lnTo>
                  <a:lnTo>
                    <a:pt x="118" y="302"/>
                  </a:lnTo>
                  <a:lnTo>
                    <a:pt x="114" y="302"/>
                  </a:lnTo>
                  <a:lnTo>
                    <a:pt x="108" y="306"/>
                  </a:lnTo>
                  <a:lnTo>
                    <a:pt x="104" y="306"/>
                  </a:lnTo>
                  <a:lnTo>
                    <a:pt x="98" y="306"/>
                  </a:lnTo>
                  <a:lnTo>
                    <a:pt x="98" y="306"/>
                  </a:lnTo>
                  <a:lnTo>
                    <a:pt x="102" y="298"/>
                  </a:lnTo>
                  <a:lnTo>
                    <a:pt x="108" y="294"/>
                  </a:lnTo>
                  <a:lnTo>
                    <a:pt x="114" y="288"/>
                  </a:lnTo>
                  <a:lnTo>
                    <a:pt x="116" y="278"/>
                  </a:lnTo>
                  <a:lnTo>
                    <a:pt x="116" y="278"/>
                  </a:lnTo>
                  <a:lnTo>
                    <a:pt x="120" y="282"/>
                  </a:lnTo>
                  <a:lnTo>
                    <a:pt x="124" y="286"/>
                  </a:lnTo>
                  <a:lnTo>
                    <a:pt x="132" y="296"/>
                  </a:lnTo>
                  <a:lnTo>
                    <a:pt x="134" y="298"/>
                  </a:lnTo>
                  <a:lnTo>
                    <a:pt x="138" y="300"/>
                  </a:lnTo>
                  <a:lnTo>
                    <a:pt x="144" y="298"/>
                  </a:lnTo>
                  <a:lnTo>
                    <a:pt x="148" y="294"/>
                  </a:lnTo>
                  <a:lnTo>
                    <a:pt x="144" y="288"/>
                  </a:lnTo>
                  <a:lnTo>
                    <a:pt x="144" y="288"/>
                  </a:lnTo>
                  <a:lnTo>
                    <a:pt x="144" y="292"/>
                  </a:lnTo>
                  <a:lnTo>
                    <a:pt x="144" y="294"/>
                  </a:lnTo>
                  <a:lnTo>
                    <a:pt x="142" y="296"/>
                  </a:lnTo>
                  <a:lnTo>
                    <a:pt x="142" y="296"/>
                  </a:lnTo>
                  <a:lnTo>
                    <a:pt x="136" y="298"/>
                  </a:lnTo>
                  <a:lnTo>
                    <a:pt x="134" y="294"/>
                  </a:lnTo>
                  <a:lnTo>
                    <a:pt x="134" y="290"/>
                  </a:lnTo>
                  <a:lnTo>
                    <a:pt x="132" y="286"/>
                  </a:lnTo>
                  <a:lnTo>
                    <a:pt x="132" y="286"/>
                  </a:lnTo>
                  <a:lnTo>
                    <a:pt x="140" y="276"/>
                  </a:lnTo>
                  <a:lnTo>
                    <a:pt x="148" y="264"/>
                  </a:lnTo>
                  <a:lnTo>
                    <a:pt x="148" y="264"/>
                  </a:lnTo>
                  <a:lnTo>
                    <a:pt x="152" y="268"/>
                  </a:lnTo>
                  <a:lnTo>
                    <a:pt x="154" y="270"/>
                  </a:lnTo>
                  <a:lnTo>
                    <a:pt x="154" y="276"/>
                  </a:lnTo>
                  <a:lnTo>
                    <a:pt x="154" y="282"/>
                  </a:lnTo>
                  <a:lnTo>
                    <a:pt x="154" y="284"/>
                  </a:lnTo>
                  <a:lnTo>
                    <a:pt x="154" y="284"/>
                  </a:lnTo>
                  <a:lnTo>
                    <a:pt x="156" y="270"/>
                  </a:lnTo>
                  <a:lnTo>
                    <a:pt x="160" y="252"/>
                  </a:lnTo>
                  <a:lnTo>
                    <a:pt x="164" y="244"/>
                  </a:lnTo>
                  <a:lnTo>
                    <a:pt x="168" y="236"/>
                  </a:lnTo>
                  <a:lnTo>
                    <a:pt x="174" y="230"/>
                  </a:lnTo>
                  <a:lnTo>
                    <a:pt x="182" y="226"/>
                  </a:lnTo>
                  <a:lnTo>
                    <a:pt x="176" y="224"/>
                  </a:lnTo>
                  <a:lnTo>
                    <a:pt x="176" y="224"/>
                  </a:lnTo>
                  <a:lnTo>
                    <a:pt x="184" y="220"/>
                  </a:lnTo>
                  <a:lnTo>
                    <a:pt x="188" y="216"/>
                  </a:lnTo>
                  <a:lnTo>
                    <a:pt x="188" y="210"/>
                  </a:lnTo>
                  <a:lnTo>
                    <a:pt x="188" y="206"/>
                  </a:lnTo>
                  <a:lnTo>
                    <a:pt x="188" y="202"/>
                  </a:lnTo>
                  <a:lnTo>
                    <a:pt x="190" y="198"/>
                  </a:lnTo>
                  <a:lnTo>
                    <a:pt x="194" y="198"/>
                  </a:lnTo>
                  <a:lnTo>
                    <a:pt x="204" y="198"/>
                  </a:lnTo>
                  <a:lnTo>
                    <a:pt x="204" y="198"/>
                  </a:lnTo>
                  <a:lnTo>
                    <a:pt x="206" y="196"/>
                  </a:lnTo>
                  <a:lnTo>
                    <a:pt x="206" y="192"/>
                  </a:lnTo>
                  <a:lnTo>
                    <a:pt x="202" y="188"/>
                  </a:lnTo>
                  <a:lnTo>
                    <a:pt x="200" y="186"/>
                  </a:lnTo>
                  <a:lnTo>
                    <a:pt x="200" y="184"/>
                  </a:lnTo>
                  <a:lnTo>
                    <a:pt x="202" y="180"/>
                  </a:lnTo>
                  <a:lnTo>
                    <a:pt x="206" y="178"/>
                  </a:lnTo>
                  <a:lnTo>
                    <a:pt x="206" y="178"/>
                  </a:lnTo>
                  <a:lnTo>
                    <a:pt x="210" y="176"/>
                  </a:lnTo>
                  <a:lnTo>
                    <a:pt x="210" y="178"/>
                  </a:lnTo>
                  <a:lnTo>
                    <a:pt x="212" y="182"/>
                  </a:lnTo>
                  <a:lnTo>
                    <a:pt x="212" y="182"/>
                  </a:lnTo>
                  <a:lnTo>
                    <a:pt x="218" y="180"/>
                  </a:lnTo>
                  <a:lnTo>
                    <a:pt x="222" y="178"/>
                  </a:lnTo>
                  <a:lnTo>
                    <a:pt x="224" y="172"/>
                  </a:lnTo>
                  <a:lnTo>
                    <a:pt x="224" y="170"/>
                  </a:lnTo>
                  <a:lnTo>
                    <a:pt x="226" y="168"/>
                  </a:lnTo>
                  <a:lnTo>
                    <a:pt x="230" y="168"/>
                  </a:lnTo>
                  <a:lnTo>
                    <a:pt x="238" y="168"/>
                  </a:lnTo>
                  <a:lnTo>
                    <a:pt x="228" y="156"/>
                  </a:lnTo>
                  <a:lnTo>
                    <a:pt x="228" y="156"/>
                  </a:lnTo>
                  <a:lnTo>
                    <a:pt x="238" y="156"/>
                  </a:lnTo>
                  <a:lnTo>
                    <a:pt x="248" y="158"/>
                  </a:lnTo>
                  <a:lnTo>
                    <a:pt x="270" y="162"/>
                  </a:lnTo>
                  <a:lnTo>
                    <a:pt x="290" y="164"/>
                  </a:lnTo>
                  <a:lnTo>
                    <a:pt x="298" y="162"/>
                  </a:lnTo>
                  <a:lnTo>
                    <a:pt x="306" y="158"/>
                  </a:lnTo>
                  <a:lnTo>
                    <a:pt x="306" y="158"/>
                  </a:lnTo>
                  <a:lnTo>
                    <a:pt x="304" y="156"/>
                  </a:lnTo>
                  <a:lnTo>
                    <a:pt x="302" y="154"/>
                  </a:lnTo>
                  <a:lnTo>
                    <a:pt x="294" y="152"/>
                  </a:lnTo>
                  <a:lnTo>
                    <a:pt x="288" y="150"/>
                  </a:lnTo>
                  <a:lnTo>
                    <a:pt x="282" y="146"/>
                  </a:lnTo>
                  <a:lnTo>
                    <a:pt x="282" y="146"/>
                  </a:lnTo>
                  <a:lnTo>
                    <a:pt x="294" y="148"/>
                  </a:lnTo>
                  <a:lnTo>
                    <a:pt x="306" y="148"/>
                  </a:lnTo>
                  <a:lnTo>
                    <a:pt x="320" y="146"/>
                  </a:lnTo>
                  <a:lnTo>
                    <a:pt x="332" y="142"/>
                  </a:lnTo>
                  <a:lnTo>
                    <a:pt x="356" y="134"/>
                  </a:lnTo>
                  <a:lnTo>
                    <a:pt x="368" y="132"/>
                  </a:lnTo>
                  <a:lnTo>
                    <a:pt x="380" y="132"/>
                  </a:lnTo>
                  <a:lnTo>
                    <a:pt x="380" y="132"/>
                  </a:lnTo>
                  <a:lnTo>
                    <a:pt x="378" y="136"/>
                  </a:lnTo>
                  <a:lnTo>
                    <a:pt x="380" y="140"/>
                  </a:lnTo>
                  <a:lnTo>
                    <a:pt x="384" y="148"/>
                  </a:lnTo>
                  <a:lnTo>
                    <a:pt x="386" y="152"/>
                  </a:lnTo>
                  <a:lnTo>
                    <a:pt x="388" y="156"/>
                  </a:lnTo>
                  <a:lnTo>
                    <a:pt x="386" y="160"/>
                  </a:lnTo>
                  <a:lnTo>
                    <a:pt x="382" y="164"/>
                  </a:lnTo>
                  <a:lnTo>
                    <a:pt x="382" y="164"/>
                  </a:lnTo>
                  <a:lnTo>
                    <a:pt x="380" y="160"/>
                  </a:lnTo>
                  <a:lnTo>
                    <a:pt x="376" y="158"/>
                  </a:lnTo>
                  <a:lnTo>
                    <a:pt x="374" y="158"/>
                  </a:lnTo>
                  <a:lnTo>
                    <a:pt x="372" y="158"/>
                  </a:lnTo>
                  <a:lnTo>
                    <a:pt x="366" y="162"/>
                  </a:lnTo>
                  <a:lnTo>
                    <a:pt x="360" y="164"/>
                  </a:lnTo>
                  <a:lnTo>
                    <a:pt x="360" y="164"/>
                  </a:lnTo>
                  <a:lnTo>
                    <a:pt x="364" y="168"/>
                  </a:lnTo>
                  <a:lnTo>
                    <a:pt x="368" y="170"/>
                  </a:lnTo>
                  <a:lnTo>
                    <a:pt x="374" y="172"/>
                  </a:lnTo>
                  <a:lnTo>
                    <a:pt x="378" y="170"/>
                  </a:lnTo>
                  <a:lnTo>
                    <a:pt x="388" y="168"/>
                  </a:lnTo>
                  <a:lnTo>
                    <a:pt x="398" y="162"/>
                  </a:lnTo>
                  <a:lnTo>
                    <a:pt x="406" y="156"/>
                  </a:lnTo>
                  <a:lnTo>
                    <a:pt x="414" y="154"/>
                  </a:lnTo>
                  <a:lnTo>
                    <a:pt x="418" y="152"/>
                  </a:lnTo>
                  <a:lnTo>
                    <a:pt x="422" y="154"/>
                  </a:lnTo>
                  <a:lnTo>
                    <a:pt x="424" y="156"/>
                  </a:lnTo>
                  <a:lnTo>
                    <a:pt x="426" y="160"/>
                  </a:lnTo>
                  <a:lnTo>
                    <a:pt x="428" y="148"/>
                  </a:lnTo>
                  <a:lnTo>
                    <a:pt x="428" y="148"/>
                  </a:lnTo>
                  <a:lnTo>
                    <a:pt x="432" y="150"/>
                  </a:lnTo>
                  <a:lnTo>
                    <a:pt x="436" y="154"/>
                  </a:lnTo>
                  <a:lnTo>
                    <a:pt x="440" y="158"/>
                  </a:lnTo>
                  <a:lnTo>
                    <a:pt x="438" y="160"/>
                  </a:lnTo>
                  <a:lnTo>
                    <a:pt x="438" y="162"/>
                  </a:lnTo>
                  <a:lnTo>
                    <a:pt x="438" y="162"/>
                  </a:lnTo>
                  <a:lnTo>
                    <a:pt x="464" y="148"/>
                  </a:lnTo>
                  <a:lnTo>
                    <a:pt x="464" y="148"/>
                  </a:lnTo>
                  <a:lnTo>
                    <a:pt x="454" y="142"/>
                  </a:lnTo>
                  <a:lnTo>
                    <a:pt x="442" y="136"/>
                  </a:lnTo>
                  <a:lnTo>
                    <a:pt x="436" y="134"/>
                  </a:lnTo>
                  <a:lnTo>
                    <a:pt x="430" y="134"/>
                  </a:lnTo>
                  <a:lnTo>
                    <a:pt x="426" y="136"/>
                  </a:lnTo>
                  <a:lnTo>
                    <a:pt x="424" y="138"/>
                  </a:lnTo>
                  <a:lnTo>
                    <a:pt x="424" y="138"/>
                  </a:lnTo>
                  <a:lnTo>
                    <a:pt x="420" y="136"/>
                  </a:lnTo>
                  <a:lnTo>
                    <a:pt x="420" y="132"/>
                  </a:lnTo>
                  <a:lnTo>
                    <a:pt x="424" y="128"/>
                  </a:lnTo>
                  <a:lnTo>
                    <a:pt x="426" y="124"/>
                  </a:lnTo>
                  <a:lnTo>
                    <a:pt x="426" y="120"/>
                  </a:lnTo>
                  <a:lnTo>
                    <a:pt x="424" y="116"/>
                  </a:lnTo>
                  <a:lnTo>
                    <a:pt x="424" y="116"/>
                  </a:lnTo>
                  <a:lnTo>
                    <a:pt x="430" y="120"/>
                  </a:lnTo>
                  <a:lnTo>
                    <a:pt x="436" y="120"/>
                  </a:lnTo>
                  <a:lnTo>
                    <a:pt x="438" y="120"/>
                  </a:lnTo>
                  <a:lnTo>
                    <a:pt x="440" y="116"/>
                  </a:lnTo>
                  <a:lnTo>
                    <a:pt x="446" y="110"/>
                  </a:lnTo>
                  <a:lnTo>
                    <a:pt x="450" y="106"/>
                  </a:lnTo>
                  <a:lnTo>
                    <a:pt x="456" y="106"/>
                  </a:lnTo>
                  <a:lnTo>
                    <a:pt x="456" y="106"/>
                  </a:lnTo>
                  <a:lnTo>
                    <a:pt x="454" y="112"/>
                  </a:lnTo>
                  <a:lnTo>
                    <a:pt x="456" y="118"/>
                  </a:lnTo>
                  <a:lnTo>
                    <a:pt x="460" y="120"/>
                  </a:lnTo>
                  <a:lnTo>
                    <a:pt x="466" y="124"/>
                  </a:lnTo>
                  <a:lnTo>
                    <a:pt x="474" y="130"/>
                  </a:lnTo>
                  <a:lnTo>
                    <a:pt x="478" y="132"/>
                  </a:lnTo>
                  <a:lnTo>
                    <a:pt x="480" y="134"/>
                  </a:lnTo>
                  <a:lnTo>
                    <a:pt x="480" y="134"/>
                  </a:lnTo>
                  <a:lnTo>
                    <a:pt x="486" y="134"/>
                  </a:lnTo>
                  <a:lnTo>
                    <a:pt x="494" y="134"/>
                  </a:lnTo>
                  <a:lnTo>
                    <a:pt x="500" y="138"/>
                  </a:lnTo>
                  <a:lnTo>
                    <a:pt x="506" y="142"/>
                  </a:lnTo>
                  <a:lnTo>
                    <a:pt x="506" y="142"/>
                  </a:lnTo>
                  <a:lnTo>
                    <a:pt x="518" y="140"/>
                  </a:lnTo>
                  <a:lnTo>
                    <a:pt x="532" y="136"/>
                  </a:lnTo>
                  <a:lnTo>
                    <a:pt x="546" y="132"/>
                  </a:lnTo>
                  <a:lnTo>
                    <a:pt x="554" y="132"/>
                  </a:lnTo>
                  <a:lnTo>
                    <a:pt x="560" y="134"/>
                  </a:lnTo>
                  <a:lnTo>
                    <a:pt x="560" y="134"/>
                  </a:lnTo>
                  <a:lnTo>
                    <a:pt x="550" y="124"/>
                  </a:lnTo>
                  <a:lnTo>
                    <a:pt x="546" y="118"/>
                  </a:lnTo>
                  <a:lnTo>
                    <a:pt x="544" y="110"/>
                  </a:lnTo>
                  <a:lnTo>
                    <a:pt x="544" y="110"/>
                  </a:lnTo>
                  <a:lnTo>
                    <a:pt x="550" y="114"/>
                  </a:lnTo>
                  <a:lnTo>
                    <a:pt x="558" y="114"/>
                  </a:lnTo>
                  <a:lnTo>
                    <a:pt x="562" y="112"/>
                  </a:lnTo>
                  <a:lnTo>
                    <a:pt x="564" y="104"/>
                  </a:lnTo>
                  <a:lnTo>
                    <a:pt x="564" y="104"/>
                  </a:lnTo>
                  <a:lnTo>
                    <a:pt x="554" y="98"/>
                  </a:lnTo>
                  <a:lnTo>
                    <a:pt x="548" y="98"/>
                  </a:lnTo>
                  <a:lnTo>
                    <a:pt x="546" y="102"/>
                  </a:lnTo>
                  <a:lnTo>
                    <a:pt x="544" y="108"/>
                  </a:lnTo>
                  <a:lnTo>
                    <a:pt x="542" y="114"/>
                  </a:lnTo>
                  <a:lnTo>
                    <a:pt x="540" y="120"/>
                  </a:lnTo>
                  <a:lnTo>
                    <a:pt x="536" y="120"/>
                  </a:lnTo>
                  <a:lnTo>
                    <a:pt x="534" y="122"/>
                  </a:lnTo>
                  <a:lnTo>
                    <a:pt x="526" y="118"/>
                  </a:lnTo>
                  <a:lnTo>
                    <a:pt x="526" y="118"/>
                  </a:lnTo>
                  <a:lnTo>
                    <a:pt x="518" y="110"/>
                  </a:lnTo>
                  <a:lnTo>
                    <a:pt x="512" y="104"/>
                  </a:lnTo>
                  <a:lnTo>
                    <a:pt x="504" y="102"/>
                  </a:lnTo>
                  <a:lnTo>
                    <a:pt x="492" y="98"/>
                  </a:lnTo>
                  <a:lnTo>
                    <a:pt x="492" y="98"/>
                  </a:lnTo>
                  <a:lnTo>
                    <a:pt x="496" y="94"/>
                  </a:lnTo>
                  <a:lnTo>
                    <a:pt x="496" y="88"/>
                  </a:lnTo>
                  <a:lnTo>
                    <a:pt x="498" y="76"/>
                  </a:lnTo>
                  <a:lnTo>
                    <a:pt x="498" y="76"/>
                  </a:lnTo>
                  <a:lnTo>
                    <a:pt x="506" y="84"/>
                  </a:lnTo>
                  <a:lnTo>
                    <a:pt x="516" y="88"/>
                  </a:lnTo>
                  <a:lnTo>
                    <a:pt x="524" y="90"/>
                  </a:lnTo>
                  <a:lnTo>
                    <a:pt x="534" y="90"/>
                  </a:lnTo>
                  <a:lnTo>
                    <a:pt x="554" y="88"/>
                  </a:lnTo>
                  <a:lnTo>
                    <a:pt x="564" y="88"/>
                  </a:lnTo>
                  <a:lnTo>
                    <a:pt x="574" y="92"/>
                  </a:lnTo>
                  <a:lnTo>
                    <a:pt x="574" y="92"/>
                  </a:lnTo>
                  <a:lnTo>
                    <a:pt x="578" y="96"/>
                  </a:lnTo>
                  <a:lnTo>
                    <a:pt x="580" y="100"/>
                  </a:lnTo>
                  <a:lnTo>
                    <a:pt x="582" y="110"/>
                  </a:lnTo>
                  <a:lnTo>
                    <a:pt x="584" y="116"/>
                  </a:lnTo>
                  <a:lnTo>
                    <a:pt x="586" y="120"/>
                  </a:lnTo>
                  <a:lnTo>
                    <a:pt x="590" y="124"/>
                  </a:lnTo>
                  <a:lnTo>
                    <a:pt x="598" y="126"/>
                  </a:lnTo>
                  <a:lnTo>
                    <a:pt x="578" y="134"/>
                  </a:lnTo>
                  <a:lnTo>
                    <a:pt x="578" y="134"/>
                  </a:lnTo>
                  <a:lnTo>
                    <a:pt x="584" y="132"/>
                  </a:lnTo>
                  <a:lnTo>
                    <a:pt x="588" y="132"/>
                  </a:lnTo>
                  <a:lnTo>
                    <a:pt x="590" y="134"/>
                  </a:lnTo>
                  <a:lnTo>
                    <a:pt x="590" y="136"/>
                  </a:lnTo>
                  <a:lnTo>
                    <a:pt x="592" y="142"/>
                  </a:lnTo>
                  <a:lnTo>
                    <a:pt x="594" y="146"/>
                  </a:lnTo>
                  <a:lnTo>
                    <a:pt x="598" y="148"/>
                  </a:lnTo>
                  <a:lnTo>
                    <a:pt x="592" y="138"/>
                  </a:lnTo>
                  <a:lnTo>
                    <a:pt x="592" y="138"/>
                  </a:lnTo>
                  <a:lnTo>
                    <a:pt x="600" y="136"/>
                  </a:lnTo>
                  <a:lnTo>
                    <a:pt x="604" y="138"/>
                  </a:lnTo>
                  <a:lnTo>
                    <a:pt x="608" y="142"/>
                  </a:lnTo>
                  <a:lnTo>
                    <a:pt x="610" y="146"/>
                  </a:lnTo>
                  <a:lnTo>
                    <a:pt x="604" y="130"/>
                  </a:lnTo>
                  <a:lnTo>
                    <a:pt x="604" y="130"/>
                  </a:lnTo>
                  <a:lnTo>
                    <a:pt x="610" y="130"/>
                  </a:lnTo>
                  <a:lnTo>
                    <a:pt x="614" y="130"/>
                  </a:lnTo>
                  <a:lnTo>
                    <a:pt x="618" y="132"/>
                  </a:lnTo>
                  <a:lnTo>
                    <a:pt x="620" y="138"/>
                  </a:lnTo>
                  <a:lnTo>
                    <a:pt x="620" y="138"/>
                  </a:lnTo>
                  <a:lnTo>
                    <a:pt x="622" y="128"/>
                  </a:lnTo>
                  <a:lnTo>
                    <a:pt x="622" y="128"/>
                  </a:lnTo>
                  <a:lnTo>
                    <a:pt x="626" y="132"/>
                  </a:lnTo>
                  <a:lnTo>
                    <a:pt x="632" y="134"/>
                  </a:lnTo>
                  <a:lnTo>
                    <a:pt x="632" y="134"/>
                  </a:lnTo>
                  <a:lnTo>
                    <a:pt x="628" y="132"/>
                  </a:lnTo>
                  <a:lnTo>
                    <a:pt x="626" y="130"/>
                  </a:lnTo>
                  <a:lnTo>
                    <a:pt x="626" y="128"/>
                  </a:lnTo>
                  <a:lnTo>
                    <a:pt x="626" y="128"/>
                  </a:lnTo>
                  <a:lnTo>
                    <a:pt x="634" y="130"/>
                  </a:lnTo>
                  <a:lnTo>
                    <a:pt x="638" y="130"/>
                  </a:lnTo>
                  <a:lnTo>
                    <a:pt x="642" y="126"/>
                  </a:lnTo>
                  <a:lnTo>
                    <a:pt x="642" y="124"/>
                  </a:lnTo>
                  <a:lnTo>
                    <a:pt x="644" y="118"/>
                  </a:lnTo>
                  <a:lnTo>
                    <a:pt x="648" y="118"/>
                  </a:lnTo>
                  <a:lnTo>
                    <a:pt x="652" y="118"/>
                  </a:lnTo>
                  <a:lnTo>
                    <a:pt x="652" y="118"/>
                  </a:lnTo>
                  <a:lnTo>
                    <a:pt x="652" y="116"/>
                  </a:lnTo>
                  <a:lnTo>
                    <a:pt x="654" y="114"/>
                  </a:lnTo>
                  <a:lnTo>
                    <a:pt x="662" y="112"/>
                  </a:lnTo>
                  <a:lnTo>
                    <a:pt x="662" y="112"/>
                  </a:lnTo>
                  <a:lnTo>
                    <a:pt x="660" y="120"/>
                  </a:lnTo>
                  <a:lnTo>
                    <a:pt x="662" y="126"/>
                  </a:lnTo>
                  <a:lnTo>
                    <a:pt x="666" y="132"/>
                  </a:lnTo>
                  <a:lnTo>
                    <a:pt x="670" y="140"/>
                  </a:lnTo>
                  <a:lnTo>
                    <a:pt x="678" y="150"/>
                  </a:lnTo>
                  <a:lnTo>
                    <a:pt x="682" y="156"/>
                  </a:lnTo>
                  <a:lnTo>
                    <a:pt x="682" y="162"/>
                  </a:lnTo>
                  <a:lnTo>
                    <a:pt x="682" y="162"/>
                  </a:lnTo>
                  <a:lnTo>
                    <a:pt x="682" y="162"/>
                  </a:lnTo>
                  <a:lnTo>
                    <a:pt x="688" y="170"/>
                  </a:lnTo>
                  <a:lnTo>
                    <a:pt x="694" y="180"/>
                  </a:lnTo>
                  <a:lnTo>
                    <a:pt x="694" y="180"/>
                  </a:lnTo>
                  <a:lnTo>
                    <a:pt x="694" y="176"/>
                  </a:lnTo>
                  <a:lnTo>
                    <a:pt x="696" y="174"/>
                  </a:lnTo>
                  <a:lnTo>
                    <a:pt x="700" y="174"/>
                  </a:lnTo>
                  <a:lnTo>
                    <a:pt x="704" y="174"/>
                  </a:lnTo>
                  <a:lnTo>
                    <a:pt x="704" y="172"/>
                  </a:lnTo>
                  <a:lnTo>
                    <a:pt x="704" y="172"/>
                  </a:lnTo>
                  <a:lnTo>
                    <a:pt x="706" y="172"/>
                  </a:lnTo>
                  <a:lnTo>
                    <a:pt x="708" y="168"/>
                  </a:lnTo>
                  <a:lnTo>
                    <a:pt x="712" y="162"/>
                  </a:lnTo>
                  <a:lnTo>
                    <a:pt x="714" y="158"/>
                  </a:lnTo>
                  <a:lnTo>
                    <a:pt x="716" y="158"/>
                  </a:lnTo>
                  <a:lnTo>
                    <a:pt x="720" y="158"/>
                  </a:lnTo>
                  <a:lnTo>
                    <a:pt x="724" y="162"/>
                  </a:lnTo>
                  <a:lnTo>
                    <a:pt x="724" y="162"/>
                  </a:lnTo>
                  <a:lnTo>
                    <a:pt x="728" y="174"/>
                  </a:lnTo>
                  <a:lnTo>
                    <a:pt x="728" y="174"/>
                  </a:lnTo>
                  <a:lnTo>
                    <a:pt x="728" y="172"/>
                  </a:lnTo>
                  <a:lnTo>
                    <a:pt x="732" y="170"/>
                  </a:lnTo>
                  <a:lnTo>
                    <a:pt x="736" y="182"/>
                  </a:lnTo>
                  <a:lnTo>
                    <a:pt x="736" y="182"/>
                  </a:lnTo>
                  <a:lnTo>
                    <a:pt x="744" y="182"/>
                  </a:lnTo>
                  <a:lnTo>
                    <a:pt x="750" y="184"/>
                  </a:lnTo>
                  <a:lnTo>
                    <a:pt x="752" y="190"/>
                  </a:lnTo>
                  <a:lnTo>
                    <a:pt x="754" y="196"/>
                  </a:lnTo>
                  <a:lnTo>
                    <a:pt x="756" y="210"/>
                  </a:lnTo>
                  <a:lnTo>
                    <a:pt x="760" y="216"/>
                  </a:lnTo>
                  <a:lnTo>
                    <a:pt x="764" y="220"/>
                  </a:lnTo>
                  <a:lnTo>
                    <a:pt x="764" y="220"/>
                  </a:lnTo>
                  <a:lnTo>
                    <a:pt x="762" y="216"/>
                  </a:lnTo>
                  <a:lnTo>
                    <a:pt x="760" y="212"/>
                  </a:lnTo>
                  <a:lnTo>
                    <a:pt x="760" y="210"/>
                  </a:lnTo>
                  <a:lnTo>
                    <a:pt x="764" y="208"/>
                  </a:lnTo>
                  <a:lnTo>
                    <a:pt x="764" y="208"/>
                  </a:lnTo>
                  <a:lnTo>
                    <a:pt x="768" y="208"/>
                  </a:lnTo>
                  <a:lnTo>
                    <a:pt x="768" y="212"/>
                  </a:lnTo>
                  <a:lnTo>
                    <a:pt x="768" y="218"/>
                  </a:lnTo>
                  <a:lnTo>
                    <a:pt x="770" y="216"/>
                  </a:lnTo>
                  <a:lnTo>
                    <a:pt x="770" y="216"/>
                  </a:lnTo>
                  <a:lnTo>
                    <a:pt x="772" y="236"/>
                  </a:lnTo>
                  <a:lnTo>
                    <a:pt x="774" y="254"/>
                  </a:lnTo>
                  <a:lnTo>
                    <a:pt x="774" y="254"/>
                  </a:lnTo>
                  <a:lnTo>
                    <a:pt x="776" y="252"/>
                  </a:lnTo>
                  <a:lnTo>
                    <a:pt x="776" y="248"/>
                  </a:lnTo>
                  <a:lnTo>
                    <a:pt x="776" y="240"/>
                  </a:lnTo>
                  <a:lnTo>
                    <a:pt x="778" y="236"/>
                  </a:lnTo>
                  <a:lnTo>
                    <a:pt x="780" y="234"/>
                  </a:lnTo>
                  <a:lnTo>
                    <a:pt x="784" y="234"/>
                  </a:lnTo>
                  <a:lnTo>
                    <a:pt x="784" y="234"/>
                  </a:lnTo>
                  <a:lnTo>
                    <a:pt x="788" y="234"/>
                  </a:lnTo>
                  <a:lnTo>
                    <a:pt x="790" y="236"/>
                  </a:lnTo>
                  <a:lnTo>
                    <a:pt x="792" y="242"/>
                  </a:lnTo>
                  <a:lnTo>
                    <a:pt x="792" y="256"/>
                  </a:lnTo>
                  <a:lnTo>
                    <a:pt x="792" y="256"/>
                  </a:lnTo>
                  <a:lnTo>
                    <a:pt x="788" y="254"/>
                  </a:lnTo>
                  <a:lnTo>
                    <a:pt x="782" y="254"/>
                  </a:lnTo>
                  <a:lnTo>
                    <a:pt x="780" y="254"/>
                  </a:lnTo>
                  <a:lnTo>
                    <a:pt x="778" y="260"/>
                  </a:lnTo>
                  <a:lnTo>
                    <a:pt x="778" y="260"/>
                  </a:lnTo>
                  <a:lnTo>
                    <a:pt x="786" y="264"/>
                  </a:lnTo>
                  <a:lnTo>
                    <a:pt x="790" y="264"/>
                  </a:lnTo>
                  <a:lnTo>
                    <a:pt x="792" y="264"/>
                  </a:lnTo>
                  <a:lnTo>
                    <a:pt x="794" y="262"/>
                  </a:lnTo>
                  <a:lnTo>
                    <a:pt x="794" y="262"/>
                  </a:lnTo>
                  <a:lnTo>
                    <a:pt x="792" y="286"/>
                  </a:lnTo>
                  <a:lnTo>
                    <a:pt x="790" y="298"/>
                  </a:lnTo>
                  <a:lnTo>
                    <a:pt x="786" y="308"/>
                  </a:lnTo>
                  <a:lnTo>
                    <a:pt x="786" y="308"/>
                  </a:lnTo>
                  <a:lnTo>
                    <a:pt x="788" y="308"/>
                  </a:lnTo>
                  <a:lnTo>
                    <a:pt x="790" y="306"/>
                  </a:lnTo>
                  <a:lnTo>
                    <a:pt x="790" y="302"/>
                  </a:lnTo>
                  <a:lnTo>
                    <a:pt x="788" y="302"/>
                  </a:lnTo>
                  <a:lnTo>
                    <a:pt x="788" y="302"/>
                  </a:lnTo>
                  <a:lnTo>
                    <a:pt x="790" y="300"/>
                  </a:lnTo>
                  <a:lnTo>
                    <a:pt x="792" y="298"/>
                  </a:lnTo>
                  <a:lnTo>
                    <a:pt x="796" y="296"/>
                  </a:lnTo>
                  <a:lnTo>
                    <a:pt x="798" y="294"/>
                  </a:lnTo>
                  <a:lnTo>
                    <a:pt x="798" y="292"/>
                  </a:lnTo>
                  <a:lnTo>
                    <a:pt x="794" y="284"/>
                  </a:lnTo>
                  <a:lnTo>
                    <a:pt x="794" y="284"/>
                  </a:lnTo>
                  <a:lnTo>
                    <a:pt x="800" y="284"/>
                  </a:lnTo>
                  <a:lnTo>
                    <a:pt x="804" y="284"/>
                  </a:lnTo>
                  <a:lnTo>
                    <a:pt x="806" y="288"/>
                  </a:lnTo>
                  <a:lnTo>
                    <a:pt x="808" y="294"/>
                  </a:lnTo>
                  <a:lnTo>
                    <a:pt x="808" y="306"/>
                  </a:lnTo>
                  <a:lnTo>
                    <a:pt x="810" y="316"/>
                  </a:lnTo>
                  <a:lnTo>
                    <a:pt x="810" y="316"/>
                  </a:lnTo>
                  <a:lnTo>
                    <a:pt x="820" y="292"/>
                  </a:lnTo>
                  <a:lnTo>
                    <a:pt x="820" y="292"/>
                  </a:lnTo>
                  <a:lnTo>
                    <a:pt x="826" y="298"/>
                  </a:lnTo>
                  <a:lnTo>
                    <a:pt x="832" y="306"/>
                  </a:lnTo>
                  <a:lnTo>
                    <a:pt x="836" y="312"/>
                  </a:lnTo>
                  <a:lnTo>
                    <a:pt x="838" y="320"/>
                  </a:lnTo>
                  <a:lnTo>
                    <a:pt x="840" y="336"/>
                  </a:lnTo>
                  <a:lnTo>
                    <a:pt x="838" y="354"/>
                  </a:lnTo>
                  <a:lnTo>
                    <a:pt x="836" y="370"/>
                  </a:lnTo>
                  <a:lnTo>
                    <a:pt x="830" y="386"/>
                  </a:lnTo>
                  <a:lnTo>
                    <a:pt x="822" y="416"/>
                  </a:lnTo>
                  <a:lnTo>
                    <a:pt x="822" y="416"/>
                  </a:lnTo>
                  <a:lnTo>
                    <a:pt x="820" y="408"/>
                  </a:lnTo>
                  <a:lnTo>
                    <a:pt x="820" y="402"/>
                  </a:lnTo>
                  <a:lnTo>
                    <a:pt x="818" y="398"/>
                  </a:lnTo>
                  <a:lnTo>
                    <a:pt x="816" y="396"/>
                  </a:lnTo>
                  <a:lnTo>
                    <a:pt x="808" y="396"/>
                  </a:lnTo>
                  <a:lnTo>
                    <a:pt x="808" y="396"/>
                  </a:lnTo>
                  <a:lnTo>
                    <a:pt x="802" y="406"/>
                  </a:lnTo>
                  <a:lnTo>
                    <a:pt x="800" y="414"/>
                  </a:lnTo>
                  <a:lnTo>
                    <a:pt x="794" y="432"/>
                  </a:lnTo>
                  <a:lnTo>
                    <a:pt x="794" y="430"/>
                  </a:lnTo>
                  <a:lnTo>
                    <a:pt x="794" y="430"/>
                  </a:lnTo>
                  <a:lnTo>
                    <a:pt x="796" y="436"/>
                  </a:lnTo>
                  <a:lnTo>
                    <a:pt x="794" y="440"/>
                  </a:lnTo>
                  <a:lnTo>
                    <a:pt x="790" y="448"/>
                  </a:lnTo>
                  <a:lnTo>
                    <a:pt x="788" y="456"/>
                  </a:lnTo>
                  <a:lnTo>
                    <a:pt x="788" y="460"/>
                  </a:lnTo>
                  <a:lnTo>
                    <a:pt x="790" y="464"/>
                  </a:lnTo>
                  <a:lnTo>
                    <a:pt x="790" y="464"/>
                  </a:lnTo>
                  <a:lnTo>
                    <a:pt x="794" y="464"/>
                  </a:lnTo>
                  <a:lnTo>
                    <a:pt x="796" y="462"/>
                  </a:lnTo>
                  <a:lnTo>
                    <a:pt x="796" y="456"/>
                  </a:lnTo>
                  <a:lnTo>
                    <a:pt x="796" y="454"/>
                  </a:lnTo>
                  <a:lnTo>
                    <a:pt x="798" y="452"/>
                  </a:lnTo>
                  <a:lnTo>
                    <a:pt x="800" y="452"/>
                  </a:lnTo>
                  <a:lnTo>
                    <a:pt x="806" y="452"/>
                  </a:lnTo>
                  <a:lnTo>
                    <a:pt x="806" y="452"/>
                  </a:lnTo>
                  <a:lnTo>
                    <a:pt x="794" y="478"/>
                  </a:lnTo>
                  <a:lnTo>
                    <a:pt x="794" y="478"/>
                  </a:lnTo>
                  <a:lnTo>
                    <a:pt x="798" y="476"/>
                  </a:lnTo>
                  <a:lnTo>
                    <a:pt x="802" y="472"/>
                  </a:lnTo>
                  <a:lnTo>
                    <a:pt x="806" y="462"/>
                  </a:lnTo>
                  <a:lnTo>
                    <a:pt x="808" y="452"/>
                  </a:lnTo>
                  <a:lnTo>
                    <a:pt x="812" y="442"/>
                  </a:lnTo>
                  <a:lnTo>
                    <a:pt x="812" y="442"/>
                  </a:lnTo>
                  <a:lnTo>
                    <a:pt x="812" y="442"/>
                  </a:lnTo>
                  <a:lnTo>
                    <a:pt x="810" y="442"/>
                  </a:lnTo>
                  <a:lnTo>
                    <a:pt x="806" y="446"/>
                  </a:lnTo>
                  <a:lnTo>
                    <a:pt x="802" y="450"/>
                  </a:lnTo>
                  <a:lnTo>
                    <a:pt x="798" y="452"/>
                  </a:lnTo>
                  <a:lnTo>
                    <a:pt x="794" y="450"/>
                  </a:lnTo>
                  <a:lnTo>
                    <a:pt x="794" y="450"/>
                  </a:lnTo>
                  <a:lnTo>
                    <a:pt x="800" y="436"/>
                  </a:lnTo>
                  <a:lnTo>
                    <a:pt x="810" y="426"/>
                  </a:lnTo>
                  <a:lnTo>
                    <a:pt x="820" y="420"/>
                  </a:lnTo>
                  <a:lnTo>
                    <a:pt x="834" y="412"/>
                  </a:lnTo>
                  <a:lnTo>
                    <a:pt x="834" y="412"/>
                  </a:lnTo>
                  <a:lnTo>
                    <a:pt x="838" y="412"/>
                  </a:lnTo>
                  <a:lnTo>
                    <a:pt x="840" y="412"/>
                  </a:lnTo>
                  <a:lnTo>
                    <a:pt x="842" y="414"/>
                  </a:lnTo>
                  <a:lnTo>
                    <a:pt x="844" y="418"/>
                  </a:lnTo>
                  <a:lnTo>
                    <a:pt x="844" y="426"/>
                  </a:lnTo>
                  <a:lnTo>
                    <a:pt x="842" y="432"/>
                  </a:lnTo>
                  <a:lnTo>
                    <a:pt x="842" y="432"/>
                  </a:lnTo>
                  <a:lnTo>
                    <a:pt x="828" y="444"/>
                  </a:lnTo>
                  <a:lnTo>
                    <a:pt x="814" y="458"/>
                  </a:lnTo>
                  <a:lnTo>
                    <a:pt x="806" y="474"/>
                  </a:lnTo>
                  <a:lnTo>
                    <a:pt x="802" y="484"/>
                  </a:lnTo>
                  <a:lnTo>
                    <a:pt x="800" y="494"/>
                  </a:lnTo>
                  <a:lnTo>
                    <a:pt x="800" y="494"/>
                  </a:lnTo>
                  <a:lnTo>
                    <a:pt x="806" y="514"/>
                  </a:lnTo>
                  <a:lnTo>
                    <a:pt x="806" y="514"/>
                  </a:lnTo>
                  <a:lnTo>
                    <a:pt x="800" y="516"/>
                  </a:lnTo>
                  <a:lnTo>
                    <a:pt x="792" y="514"/>
                  </a:lnTo>
                  <a:lnTo>
                    <a:pt x="780" y="514"/>
                  </a:lnTo>
                  <a:lnTo>
                    <a:pt x="774" y="514"/>
                  </a:lnTo>
                  <a:lnTo>
                    <a:pt x="770" y="514"/>
                  </a:lnTo>
                  <a:lnTo>
                    <a:pt x="764" y="518"/>
                  </a:lnTo>
                  <a:lnTo>
                    <a:pt x="760" y="524"/>
                  </a:lnTo>
                  <a:lnTo>
                    <a:pt x="772" y="524"/>
                  </a:lnTo>
                  <a:lnTo>
                    <a:pt x="772" y="524"/>
                  </a:lnTo>
                  <a:lnTo>
                    <a:pt x="772" y="532"/>
                  </a:lnTo>
                  <a:lnTo>
                    <a:pt x="772" y="536"/>
                  </a:lnTo>
                  <a:lnTo>
                    <a:pt x="772" y="536"/>
                  </a:lnTo>
                  <a:lnTo>
                    <a:pt x="808" y="520"/>
                  </a:lnTo>
                  <a:lnTo>
                    <a:pt x="808" y="520"/>
                  </a:lnTo>
                  <a:lnTo>
                    <a:pt x="810" y="528"/>
                  </a:lnTo>
                  <a:lnTo>
                    <a:pt x="808" y="536"/>
                  </a:lnTo>
                  <a:lnTo>
                    <a:pt x="802" y="542"/>
                  </a:lnTo>
                  <a:lnTo>
                    <a:pt x="794" y="546"/>
                  </a:lnTo>
                  <a:lnTo>
                    <a:pt x="776" y="556"/>
                  </a:lnTo>
                  <a:lnTo>
                    <a:pt x="768" y="560"/>
                  </a:lnTo>
                  <a:lnTo>
                    <a:pt x="762" y="564"/>
                  </a:lnTo>
                  <a:lnTo>
                    <a:pt x="762" y="564"/>
                  </a:lnTo>
                  <a:lnTo>
                    <a:pt x="764" y="564"/>
                  </a:lnTo>
                  <a:lnTo>
                    <a:pt x="768" y="562"/>
                  </a:lnTo>
                  <a:lnTo>
                    <a:pt x="770" y="562"/>
                  </a:lnTo>
                  <a:lnTo>
                    <a:pt x="774" y="562"/>
                  </a:lnTo>
                  <a:lnTo>
                    <a:pt x="774" y="562"/>
                  </a:lnTo>
                  <a:lnTo>
                    <a:pt x="768" y="572"/>
                  </a:lnTo>
                  <a:lnTo>
                    <a:pt x="760" y="580"/>
                  </a:lnTo>
                  <a:lnTo>
                    <a:pt x="750" y="586"/>
                  </a:lnTo>
                  <a:lnTo>
                    <a:pt x="738" y="592"/>
                  </a:lnTo>
                  <a:lnTo>
                    <a:pt x="718" y="602"/>
                  </a:lnTo>
                  <a:lnTo>
                    <a:pt x="700" y="610"/>
                  </a:lnTo>
                  <a:lnTo>
                    <a:pt x="700" y="610"/>
                  </a:lnTo>
                  <a:lnTo>
                    <a:pt x="700" y="614"/>
                  </a:lnTo>
                  <a:lnTo>
                    <a:pt x="702" y="616"/>
                  </a:lnTo>
                  <a:lnTo>
                    <a:pt x="710" y="612"/>
                  </a:lnTo>
                  <a:lnTo>
                    <a:pt x="718" y="610"/>
                  </a:lnTo>
                  <a:lnTo>
                    <a:pt x="722" y="612"/>
                  </a:lnTo>
                  <a:lnTo>
                    <a:pt x="724" y="614"/>
                  </a:lnTo>
                  <a:lnTo>
                    <a:pt x="724" y="614"/>
                  </a:lnTo>
                  <a:lnTo>
                    <a:pt x="720" y="618"/>
                  </a:lnTo>
                  <a:lnTo>
                    <a:pt x="716" y="620"/>
                  </a:lnTo>
                  <a:lnTo>
                    <a:pt x="712" y="628"/>
                  </a:lnTo>
                  <a:lnTo>
                    <a:pt x="706" y="632"/>
                  </a:lnTo>
                  <a:lnTo>
                    <a:pt x="702" y="632"/>
                  </a:lnTo>
                  <a:lnTo>
                    <a:pt x="698" y="632"/>
                  </a:lnTo>
                  <a:lnTo>
                    <a:pt x="698" y="632"/>
                  </a:lnTo>
                  <a:lnTo>
                    <a:pt x="702" y="634"/>
                  </a:lnTo>
                  <a:lnTo>
                    <a:pt x="702" y="638"/>
                  </a:lnTo>
                  <a:lnTo>
                    <a:pt x="700" y="642"/>
                  </a:lnTo>
                  <a:lnTo>
                    <a:pt x="698" y="644"/>
                  </a:lnTo>
                  <a:lnTo>
                    <a:pt x="696" y="646"/>
                  </a:lnTo>
                  <a:lnTo>
                    <a:pt x="696" y="648"/>
                  </a:lnTo>
                  <a:lnTo>
                    <a:pt x="708" y="648"/>
                  </a:lnTo>
                  <a:lnTo>
                    <a:pt x="708" y="648"/>
                  </a:lnTo>
                  <a:lnTo>
                    <a:pt x="696" y="662"/>
                  </a:lnTo>
                  <a:lnTo>
                    <a:pt x="682" y="672"/>
                  </a:lnTo>
                  <a:lnTo>
                    <a:pt x="666" y="682"/>
                  </a:lnTo>
                  <a:lnTo>
                    <a:pt x="650" y="692"/>
                  </a:lnTo>
                  <a:lnTo>
                    <a:pt x="616" y="706"/>
                  </a:lnTo>
                  <a:lnTo>
                    <a:pt x="580" y="718"/>
                  </a:lnTo>
                  <a:lnTo>
                    <a:pt x="580" y="718"/>
                  </a:lnTo>
                  <a:lnTo>
                    <a:pt x="586" y="724"/>
                  </a:lnTo>
                  <a:lnTo>
                    <a:pt x="588" y="730"/>
                  </a:lnTo>
                  <a:lnTo>
                    <a:pt x="588" y="730"/>
                  </a:lnTo>
                  <a:lnTo>
                    <a:pt x="600" y="724"/>
                  </a:lnTo>
                  <a:lnTo>
                    <a:pt x="612" y="718"/>
                  </a:lnTo>
                  <a:lnTo>
                    <a:pt x="626" y="716"/>
                  </a:lnTo>
                  <a:lnTo>
                    <a:pt x="632" y="716"/>
                  </a:lnTo>
                  <a:lnTo>
                    <a:pt x="638" y="718"/>
                  </a:lnTo>
                  <a:lnTo>
                    <a:pt x="638" y="718"/>
                  </a:lnTo>
                  <a:lnTo>
                    <a:pt x="636" y="722"/>
                  </a:lnTo>
                  <a:lnTo>
                    <a:pt x="632" y="724"/>
                  </a:lnTo>
                  <a:lnTo>
                    <a:pt x="624" y="726"/>
                  </a:lnTo>
                  <a:lnTo>
                    <a:pt x="614" y="726"/>
                  </a:lnTo>
                  <a:lnTo>
                    <a:pt x="612" y="726"/>
                  </a:lnTo>
                  <a:lnTo>
                    <a:pt x="612" y="728"/>
                  </a:lnTo>
                  <a:lnTo>
                    <a:pt x="612" y="728"/>
                  </a:lnTo>
                  <a:lnTo>
                    <a:pt x="616" y="728"/>
                  </a:lnTo>
                  <a:lnTo>
                    <a:pt x="622" y="726"/>
                  </a:lnTo>
                  <a:lnTo>
                    <a:pt x="628" y="726"/>
                  </a:lnTo>
                  <a:lnTo>
                    <a:pt x="632" y="730"/>
                  </a:lnTo>
                  <a:lnTo>
                    <a:pt x="632" y="730"/>
                  </a:lnTo>
                  <a:lnTo>
                    <a:pt x="630" y="734"/>
                  </a:lnTo>
                  <a:lnTo>
                    <a:pt x="626" y="738"/>
                  </a:lnTo>
                  <a:lnTo>
                    <a:pt x="622" y="740"/>
                  </a:lnTo>
                  <a:lnTo>
                    <a:pt x="618" y="740"/>
                  </a:lnTo>
                  <a:lnTo>
                    <a:pt x="610" y="740"/>
                  </a:lnTo>
                  <a:lnTo>
                    <a:pt x="602" y="742"/>
                  </a:lnTo>
                  <a:lnTo>
                    <a:pt x="604" y="736"/>
                  </a:lnTo>
                  <a:lnTo>
                    <a:pt x="604" y="736"/>
                  </a:lnTo>
                  <a:lnTo>
                    <a:pt x="594" y="736"/>
                  </a:lnTo>
                  <a:lnTo>
                    <a:pt x="586" y="734"/>
                  </a:lnTo>
                  <a:lnTo>
                    <a:pt x="574" y="730"/>
                  </a:lnTo>
                  <a:lnTo>
                    <a:pt x="570" y="730"/>
                  </a:lnTo>
                  <a:lnTo>
                    <a:pt x="564" y="730"/>
                  </a:lnTo>
                  <a:lnTo>
                    <a:pt x="558" y="732"/>
                  </a:lnTo>
                  <a:lnTo>
                    <a:pt x="550" y="738"/>
                  </a:lnTo>
                  <a:lnTo>
                    <a:pt x="550" y="738"/>
                  </a:lnTo>
                  <a:lnTo>
                    <a:pt x="548" y="744"/>
                  </a:lnTo>
                  <a:lnTo>
                    <a:pt x="552" y="748"/>
                  </a:lnTo>
                  <a:lnTo>
                    <a:pt x="556" y="750"/>
                  </a:lnTo>
                  <a:lnTo>
                    <a:pt x="562" y="756"/>
                  </a:lnTo>
                  <a:lnTo>
                    <a:pt x="562" y="756"/>
                  </a:lnTo>
                  <a:lnTo>
                    <a:pt x="558" y="758"/>
                  </a:lnTo>
                  <a:lnTo>
                    <a:pt x="554" y="760"/>
                  </a:lnTo>
                  <a:lnTo>
                    <a:pt x="544" y="766"/>
                  </a:lnTo>
                  <a:lnTo>
                    <a:pt x="540" y="770"/>
                  </a:lnTo>
                  <a:lnTo>
                    <a:pt x="534" y="772"/>
                  </a:lnTo>
                  <a:lnTo>
                    <a:pt x="530" y="772"/>
                  </a:lnTo>
                  <a:lnTo>
                    <a:pt x="524" y="770"/>
                  </a:lnTo>
                  <a:lnTo>
                    <a:pt x="540" y="760"/>
                  </a:lnTo>
                  <a:lnTo>
                    <a:pt x="540" y="760"/>
                  </a:lnTo>
                  <a:lnTo>
                    <a:pt x="522" y="766"/>
                  </a:lnTo>
                  <a:lnTo>
                    <a:pt x="514" y="768"/>
                  </a:lnTo>
                  <a:lnTo>
                    <a:pt x="506" y="770"/>
                  </a:lnTo>
                  <a:lnTo>
                    <a:pt x="506" y="770"/>
                  </a:lnTo>
                  <a:lnTo>
                    <a:pt x="508" y="772"/>
                  </a:lnTo>
                  <a:lnTo>
                    <a:pt x="512" y="774"/>
                  </a:lnTo>
                  <a:lnTo>
                    <a:pt x="512" y="774"/>
                  </a:lnTo>
                  <a:lnTo>
                    <a:pt x="496" y="778"/>
                  </a:lnTo>
                  <a:lnTo>
                    <a:pt x="488" y="778"/>
                  </a:lnTo>
                  <a:lnTo>
                    <a:pt x="480" y="776"/>
                  </a:lnTo>
                  <a:lnTo>
                    <a:pt x="484" y="790"/>
                  </a:lnTo>
                  <a:lnTo>
                    <a:pt x="484" y="790"/>
                  </a:lnTo>
                  <a:lnTo>
                    <a:pt x="488" y="784"/>
                  </a:lnTo>
                  <a:lnTo>
                    <a:pt x="496" y="778"/>
                  </a:lnTo>
                  <a:lnTo>
                    <a:pt x="504" y="776"/>
                  </a:lnTo>
                  <a:lnTo>
                    <a:pt x="508" y="776"/>
                  </a:lnTo>
                  <a:lnTo>
                    <a:pt x="510" y="778"/>
                  </a:lnTo>
                  <a:lnTo>
                    <a:pt x="510" y="778"/>
                  </a:lnTo>
                  <a:lnTo>
                    <a:pt x="510" y="782"/>
                  </a:lnTo>
                  <a:lnTo>
                    <a:pt x="510" y="786"/>
                  </a:lnTo>
                  <a:lnTo>
                    <a:pt x="502" y="790"/>
                  </a:lnTo>
                  <a:lnTo>
                    <a:pt x="486" y="796"/>
                  </a:lnTo>
                  <a:lnTo>
                    <a:pt x="486" y="796"/>
                  </a:lnTo>
                  <a:lnTo>
                    <a:pt x="498" y="794"/>
                  </a:lnTo>
                  <a:lnTo>
                    <a:pt x="508" y="792"/>
                  </a:lnTo>
                  <a:lnTo>
                    <a:pt x="526" y="792"/>
                  </a:lnTo>
                  <a:lnTo>
                    <a:pt x="532" y="792"/>
                  </a:lnTo>
                  <a:lnTo>
                    <a:pt x="540" y="790"/>
                  </a:lnTo>
                  <a:lnTo>
                    <a:pt x="548" y="788"/>
                  </a:lnTo>
                  <a:lnTo>
                    <a:pt x="556" y="780"/>
                  </a:lnTo>
                  <a:lnTo>
                    <a:pt x="550" y="778"/>
                  </a:lnTo>
                  <a:lnTo>
                    <a:pt x="550" y="778"/>
                  </a:lnTo>
                  <a:lnTo>
                    <a:pt x="554" y="772"/>
                  </a:lnTo>
                  <a:lnTo>
                    <a:pt x="560" y="768"/>
                  </a:lnTo>
                  <a:lnTo>
                    <a:pt x="576" y="764"/>
                  </a:lnTo>
                  <a:lnTo>
                    <a:pt x="590" y="760"/>
                  </a:lnTo>
                  <a:lnTo>
                    <a:pt x="598" y="758"/>
                  </a:lnTo>
                  <a:lnTo>
                    <a:pt x="604" y="756"/>
                  </a:lnTo>
                  <a:lnTo>
                    <a:pt x="604" y="756"/>
                  </a:lnTo>
                  <a:lnTo>
                    <a:pt x="602" y="760"/>
                  </a:lnTo>
                  <a:lnTo>
                    <a:pt x="602" y="762"/>
                  </a:lnTo>
                  <a:lnTo>
                    <a:pt x="604" y="766"/>
                  </a:lnTo>
                  <a:lnTo>
                    <a:pt x="606" y="766"/>
                  </a:lnTo>
                  <a:lnTo>
                    <a:pt x="606" y="766"/>
                  </a:lnTo>
                  <a:lnTo>
                    <a:pt x="616" y="756"/>
                  </a:lnTo>
                  <a:lnTo>
                    <a:pt x="628" y="746"/>
                  </a:lnTo>
                  <a:lnTo>
                    <a:pt x="652" y="728"/>
                  </a:lnTo>
                  <a:lnTo>
                    <a:pt x="676" y="710"/>
                  </a:lnTo>
                  <a:lnTo>
                    <a:pt x="688" y="700"/>
                  </a:lnTo>
                  <a:lnTo>
                    <a:pt x="700" y="688"/>
                  </a:lnTo>
                  <a:lnTo>
                    <a:pt x="720" y="690"/>
                  </a:lnTo>
                  <a:lnTo>
                    <a:pt x="714" y="682"/>
                  </a:lnTo>
                  <a:lnTo>
                    <a:pt x="714" y="682"/>
                  </a:lnTo>
                  <a:lnTo>
                    <a:pt x="718" y="676"/>
                  </a:lnTo>
                  <a:lnTo>
                    <a:pt x="722" y="674"/>
                  </a:lnTo>
                  <a:lnTo>
                    <a:pt x="724" y="676"/>
                  </a:lnTo>
                  <a:lnTo>
                    <a:pt x="728" y="678"/>
                  </a:lnTo>
                  <a:lnTo>
                    <a:pt x="732" y="682"/>
                  </a:lnTo>
                  <a:lnTo>
                    <a:pt x="734" y="682"/>
                  </a:lnTo>
                  <a:lnTo>
                    <a:pt x="738" y="678"/>
                  </a:lnTo>
                  <a:lnTo>
                    <a:pt x="738" y="678"/>
                  </a:lnTo>
                  <a:lnTo>
                    <a:pt x="734" y="682"/>
                  </a:lnTo>
                  <a:lnTo>
                    <a:pt x="730" y="680"/>
                  </a:lnTo>
                  <a:lnTo>
                    <a:pt x="730" y="680"/>
                  </a:lnTo>
                  <a:lnTo>
                    <a:pt x="738" y="676"/>
                  </a:lnTo>
                  <a:lnTo>
                    <a:pt x="744" y="674"/>
                  </a:lnTo>
                  <a:lnTo>
                    <a:pt x="744" y="670"/>
                  </a:lnTo>
                  <a:lnTo>
                    <a:pt x="744" y="666"/>
                  </a:lnTo>
                  <a:lnTo>
                    <a:pt x="744" y="660"/>
                  </a:lnTo>
                  <a:lnTo>
                    <a:pt x="744" y="658"/>
                  </a:lnTo>
                  <a:lnTo>
                    <a:pt x="748" y="654"/>
                  </a:lnTo>
                  <a:lnTo>
                    <a:pt x="748" y="654"/>
                  </a:lnTo>
                  <a:lnTo>
                    <a:pt x="742" y="654"/>
                  </a:lnTo>
                  <a:lnTo>
                    <a:pt x="738" y="656"/>
                  </a:lnTo>
                  <a:lnTo>
                    <a:pt x="730" y="660"/>
                  </a:lnTo>
                  <a:lnTo>
                    <a:pt x="726" y="660"/>
                  </a:lnTo>
                  <a:lnTo>
                    <a:pt x="724" y="662"/>
                  </a:lnTo>
                  <a:lnTo>
                    <a:pt x="720" y="660"/>
                  </a:lnTo>
                  <a:lnTo>
                    <a:pt x="718" y="656"/>
                  </a:lnTo>
                  <a:lnTo>
                    <a:pt x="718" y="656"/>
                  </a:lnTo>
                  <a:lnTo>
                    <a:pt x="728" y="652"/>
                  </a:lnTo>
                  <a:lnTo>
                    <a:pt x="738" y="646"/>
                  </a:lnTo>
                  <a:lnTo>
                    <a:pt x="756" y="632"/>
                  </a:lnTo>
                  <a:lnTo>
                    <a:pt x="764" y="628"/>
                  </a:lnTo>
                  <a:lnTo>
                    <a:pt x="774" y="624"/>
                  </a:lnTo>
                  <a:lnTo>
                    <a:pt x="782" y="624"/>
                  </a:lnTo>
                  <a:lnTo>
                    <a:pt x="790" y="628"/>
                  </a:lnTo>
                  <a:lnTo>
                    <a:pt x="790" y="628"/>
                  </a:lnTo>
                  <a:lnTo>
                    <a:pt x="800" y="612"/>
                  </a:lnTo>
                  <a:lnTo>
                    <a:pt x="812" y="594"/>
                  </a:lnTo>
                  <a:lnTo>
                    <a:pt x="838" y="562"/>
                  </a:lnTo>
                  <a:lnTo>
                    <a:pt x="862" y="530"/>
                  </a:lnTo>
                  <a:lnTo>
                    <a:pt x="872" y="514"/>
                  </a:lnTo>
                  <a:lnTo>
                    <a:pt x="880" y="498"/>
                  </a:lnTo>
                  <a:lnTo>
                    <a:pt x="880" y="498"/>
                  </a:lnTo>
                  <a:lnTo>
                    <a:pt x="878" y="494"/>
                  </a:lnTo>
                  <a:lnTo>
                    <a:pt x="876" y="496"/>
                  </a:lnTo>
                  <a:lnTo>
                    <a:pt x="874" y="496"/>
                  </a:lnTo>
                  <a:lnTo>
                    <a:pt x="872" y="496"/>
                  </a:lnTo>
                  <a:lnTo>
                    <a:pt x="872" y="496"/>
                  </a:lnTo>
                  <a:lnTo>
                    <a:pt x="880" y="490"/>
                  </a:lnTo>
                  <a:lnTo>
                    <a:pt x="884" y="482"/>
                  </a:lnTo>
                  <a:lnTo>
                    <a:pt x="886" y="472"/>
                  </a:lnTo>
                  <a:lnTo>
                    <a:pt x="886" y="462"/>
                  </a:lnTo>
                  <a:lnTo>
                    <a:pt x="888" y="446"/>
                  </a:lnTo>
                  <a:lnTo>
                    <a:pt x="890" y="442"/>
                  </a:lnTo>
                  <a:lnTo>
                    <a:pt x="890" y="440"/>
                  </a:lnTo>
                  <a:lnTo>
                    <a:pt x="892" y="440"/>
                  </a:lnTo>
                  <a:lnTo>
                    <a:pt x="892" y="440"/>
                  </a:lnTo>
                  <a:lnTo>
                    <a:pt x="890" y="434"/>
                  </a:lnTo>
                  <a:lnTo>
                    <a:pt x="886" y="430"/>
                  </a:lnTo>
                  <a:lnTo>
                    <a:pt x="878" y="424"/>
                  </a:lnTo>
                  <a:lnTo>
                    <a:pt x="878" y="424"/>
                  </a:lnTo>
                  <a:lnTo>
                    <a:pt x="884" y="416"/>
                  </a:lnTo>
                  <a:lnTo>
                    <a:pt x="888" y="406"/>
                  </a:lnTo>
                  <a:lnTo>
                    <a:pt x="894" y="386"/>
                  </a:lnTo>
                  <a:lnTo>
                    <a:pt x="890" y="396"/>
                  </a:lnTo>
                  <a:lnTo>
                    <a:pt x="888" y="396"/>
                  </a:lnTo>
                  <a:lnTo>
                    <a:pt x="894" y="380"/>
                  </a:lnTo>
                  <a:lnTo>
                    <a:pt x="896" y="382"/>
                  </a:lnTo>
                  <a:lnTo>
                    <a:pt x="896" y="382"/>
                  </a:lnTo>
                  <a:lnTo>
                    <a:pt x="898" y="354"/>
                  </a:lnTo>
                  <a:lnTo>
                    <a:pt x="898" y="326"/>
                  </a:lnTo>
                  <a:lnTo>
                    <a:pt x="896" y="298"/>
                  </a:lnTo>
                  <a:lnTo>
                    <a:pt x="898" y="270"/>
                  </a:lnTo>
                  <a:lnTo>
                    <a:pt x="898" y="270"/>
                  </a:lnTo>
                  <a:lnTo>
                    <a:pt x="896" y="276"/>
                  </a:lnTo>
                  <a:lnTo>
                    <a:pt x="894" y="280"/>
                  </a:lnTo>
                  <a:lnTo>
                    <a:pt x="892" y="280"/>
                  </a:lnTo>
                  <a:lnTo>
                    <a:pt x="888" y="280"/>
                  </a:lnTo>
                  <a:lnTo>
                    <a:pt x="882" y="276"/>
                  </a:lnTo>
                  <a:lnTo>
                    <a:pt x="880" y="278"/>
                  </a:lnTo>
                  <a:lnTo>
                    <a:pt x="878" y="280"/>
                  </a:lnTo>
                  <a:lnTo>
                    <a:pt x="878" y="280"/>
                  </a:lnTo>
                  <a:lnTo>
                    <a:pt x="884" y="270"/>
                  </a:lnTo>
                  <a:lnTo>
                    <a:pt x="886" y="260"/>
                  </a:lnTo>
                  <a:lnTo>
                    <a:pt x="886" y="250"/>
                  </a:lnTo>
                  <a:lnTo>
                    <a:pt x="886" y="238"/>
                  </a:lnTo>
                  <a:lnTo>
                    <a:pt x="882" y="226"/>
                  </a:lnTo>
                  <a:lnTo>
                    <a:pt x="878" y="214"/>
                  </a:lnTo>
                  <a:lnTo>
                    <a:pt x="872" y="202"/>
                  </a:lnTo>
                  <a:lnTo>
                    <a:pt x="866" y="190"/>
                  </a:lnTo>
                  <a:lnTo>
                    <a:pt x="866" y="190"/>
                  </a:lnTo>
                  <a:lnTo>
                    <a:pt x="860" y="192"/>
                  </a:lnTo>
                  <a:lnTo>
                    <a:pt x="858" y="194"/>
                  </a:lnTo>
                  <a:lnTo>
                    <a:pt x="856" y="198"/>
                  </a:lnTo>
                  <a:lnTo>
                    <a:pt x="854" y="176"/>
                  </a:lnTo>
                  <a:lnTo>
                    <a:pt x="850" y="182"/>
                  </a:lnTo>
                  <a:lnTo>
                    <a:pt x="850" y="182"/>
                  </a:lnTo>
                  <a:lnTo>
                    <a:pt x="844" y="170"/>
                  </a:lnTo>
                  <a:lnTo>
                    <a:pt x="838" y="158"/>
                  </a:lnTo>
                  <a:lnTo>
                    <a:pt x="826" y="134"/>
                  </a:lnTo>
                  <a:lnTo>
                    <a:pt x="820" y="122"/>
                  </a:lnTo>
                  <a:lnTo>
                    <a:pt x="812" y="112"/>
                  </a:lnTo>
                  <a:lnTo>
                    <a:pt x="806" y="106"/>
                  </a:lnTo>
                  <a:lnTo>
                    <a:pt x="796" y="100"/>
                  </a:lnTo>
                  <a:lnTo>
                    <a:pt x="796" y="100"/>
                  </a:lnTo>
                  <a:lnTo>
                    <a:pt x="800" y="108"/>
                  </a:lnTo>
                  <a:lnTo>
                    <a:pt x="802" y="114"/>
                  </a:lnTo>
                  <a:lnTo>
                    <a:pt x="800" y="118"/>
                  </a:lnTo>
                  <a:lnTo>
                    <a:pt x="798" y="122"/>
                  </a:lnTo>
                  <a:lnTo>
                    <a:pt x="798" y="122"/>
                  </a:lnTo>
                  <a:lnTo>
                    <a:pt x="784" y="108"/>
                  </a:lnTo>
                  <a:lnTo>
                    <a:pt x="770" y="96"/>
                  </a:lnTo>
                  <a:lnTo>
                    <a:pt x="740" y="70"/>
                  </a:lnTo>
                  <a:lnTo>
                    <a:pt x="740" y="70"/>
                  </a:lnTo>
                  <a:lnTo>
                    <a:pt x="740" y="72"/>
                  </a:lnTo>
                  <a:lnTo>
                    <a:pt x="740" y="74"/>
                  </a:lnTo>
                  <a:lnTo>
                    <a:pt x="740" y="74"/>
                  </a:lnTo>
                  <a:lnTo>
                    <a:pt x="734" y="72"/>
                  </a:lnTo>
                  <a:lnTo>
                    <a:pt x="730" y="68"/>
                  </a:lnTo>
                  <a:lnTo>
                    <a:pt x="720" y="60"/>
                  </a:lnTo>
                  <a:lnTo>
                    <a:pt x="714" y="68"/>
                  </a:lnTo>
                  <a:lnTo>
                    <a:pt x="714" y="68"/>
                  </a:lnTo>
                  <a:lnTo>
                    <a:pt x="706" y="62"/>
                  </a:lnTo>
                  <a:lnTo>
                    <a:pt x="694" y="58"/>
                  </a:lnTo>
                  <a:lnTo>
                    <a:pt x="682" y="52"/>
                  </a:lnTo>
                  <a:lnTo>
                    <a:pt x="670" y="44"/>
                  </a:lnTo>
                  <a:lnTo>
                    <a:pt x="670" y="44"/>
                  </a:lnTo>
                  <a:lnTo>
                    <a:pt x="666" y="46"/>
                  </a:lnTo>
                  <a:lnTo>
                    <a:pt x="660" y="44"/>
                  </a:lnTo>
                  <a:lnTo>
                    <a:pt x="646" y="38"/>
                  </a:lnTo>
                  <a:lnTo>
                    <a:pt x="628" y="30"/>
                  </a:lnTo>
                  <a:lnTo>
                    <a:pt x="620" y="28"/>
                  </a:lnTo>
                  <a:lnTo>
                    <a:pt x="612" y="26"/>
                  </a:lnTo>
                  <a:lnTo>
                    <a:pt x="612" y="26"/>
                  </a:lnTo>
                  <a:lnTo>
                    <a:pt x="610" y="26"/>
                  </a:lnTo>
                  <a:lnTo>
                    <a:pt x="612" y="28"/>
                  </a:lnTo>
                  <a:lnTo>
                    <a:pt x="614" y="32"/>
                  </a:lnTo>
                  <a:lnTo>
                    <a:pt x="616" y="34"/>
                  </a:lnTo>
                  <a:lnTo>
                    <a:pt x="614" y="36"/>
                  </a:lnTo>
                  <a:lnTo>
                    <a:pt x="612" y="38"/>
                  </a:lnTo>
                  <a:lnTo>
                    <a:pt x="606" y="38"/>
                  </a:lnTo>
                  <a:lnTo>
                    <a:pt x="606" y="38"/>
                  </a:lnTo>
                  <a:lnTo>
                    <a:pt x="606" y="32"/>
                  </a:lnTo>
                  <a:lnTo>
                    <a:pt x="602" y="28"/>
                  </a:lnTo>
                  <a:lnTo>
                    <a:pt x="598" y="26"/>
                  </a:lnTo>
                  <a:lnTo>
                    <a:pt x="594" y="24"/>
                  </a:lnTo>
                  <a:lnTo>
                    <a:pt x="588" y="24"/>
                  </a:lnTo>
                  <a:lnTo>
                    <a:pt x="584" y="22"/>
                  </a:lnTo>
                  <a:lnTo>
                    <a:pt x="582" y="18"/>
                  </a:lnTo>
                  <a:lnTo>
                    <a:pt x="580" y="10"/>
                  </a:lnTo>
                  <a:lnTo>
                    <a:pt x="580" y="10"/>
                  </a:lnTo>
                  <a:lnTo>
                    <a:pt x="562" y="18"/>
                  </a:lnTo>
                  <a:lnTo>
                    <a:pt x="558" y="6"/>
                  </a:lnTo>
                  <a:lnTo>
                    <a:pt x="558" y="6"/>
                  </a:lnTo>
                  <a:lnTo>
                    <a:pt x="552" y="12"/>
                  </a:lnTo>
                  <a:lnTo>
                    <a:pt x="548" y="14"/>
                  </a:lnTo>
                  <a:lnTo>
                    <a:pt x="542" y="14"/>
                  </a:lnTo>
                  <a:lnTo>
                    <a:pt x="538" y="10"/>
                  </a:lnTo>
                  <a:lnTo>
                    <a:pt x="526" y="4"/>
                  </a:lnTo>
                  <a:lnTo>
                    <a:pt x="520" y="2"/>
                  </a:lnTo>
                  <a:lnTo>
                    <a:pt x="512" y="4"/>
                  </a:lnTo>
                  <a:lnTo>
                    <a:pt x="512" y="4"/>
                  </a:lnTo>
                  <a:lnTo>
                    <a:pt x="514" y="8"/>
                  </a:lnTo>
                  <a:lnTo>
                    <a:pt x="514" y="10"/>
                  </a:lnTo>
                  <a:lnTo>
                    <a:pt x="514" y="10"/>
                  </a:lnTo>
                  <a:lnTo>
                    <a:pt x="502" y="6"/>
                  </a:lnTo>
                  <a:lnTo>
                    <a:pt x="500" y="6"/>
                  </a:lnTo>
                  <a:lnTo>
                    <a:pt x="498" y="4"/>
                  </a:lnTo>
                  <a:lnTo>
                    <a:pt x="500" y="2"/>
                  </a:lnTo>
                  <a:lnTo>
                    <a:pt x="504" y="0"/>
                  </a:lnTo>
                  <a:lnTo>
                    <a:pt x="504" y="0"/>
                  </a:lnTo>
                  <a:lnTo>
                    <a:pt x="474" y="2"/>
                  </a:lnTo>
                  <a:lnTo>
                    <a:pt x="468" y="2"/>
                  </a:lnTo>
                  <a:lnTo>
                    <a:pt x="466" y="4"/>
                  </a:lnTo>
                  <a:lnTo>
                    <a:pt x="466" y="6"/>
                  </a:lnTo>
                  <a:lnTo>
                    <a:pt x="470" y="10"/>
                  </a:lnTo>
                  <a:lnTo>
                    <a:pt x="470" y="10"/>
                  </a:lnTo>
                  <a:lnTo>
                    <a:pt x="470" y="8"/>
                  </a:lnTo>
                  <a:lnTo>
                    <a:pt x="472" y="8"/>
                  </a:lnTo>
                  <a:lnTo>
                    <a:pt x="478" y="6"/>
                  </a:lnTo>
                  <a:lnTo>
                    <a:pt x="492" y="10"/>
                  </a:lnTo>
                  <a:lnTo>
                    <a:pt x="492" y="10"/>
                  </a:lnTo>
                  <a:lnTo>
                    <a:pt x="492" y="14"/>
                  </a:lnTo>
                  <a:lnTo>
                    <a:pt x="490" y="16"/>
                  </a:lnTo>
                  <a:lnTo>
                    <a:pt x="482" y="20"/>
                  </a:lnTo>
                  <a:lnTo>
                    <a:pt x="476" y="24"/>
                  </a:lnTo>
                  <a:lnTo>
                    <a:pt x="474" y="26"/>
                  </a:lnTo>
                  <a:lnTo>
                    <a:pt x="472" y="30"/>
                  </a:lnTo>
                  <a:lnTo>
                    <a:pt x="472" y="30"/>
                  </a:lnTo>
                  <a:lnTo>
                    <a:pt x="466" y="26"/>
                  </a:lnTo>
                  <a:lnTo>
                    <a:pt x="464" y="34"/>
                  </a:lnTo>
                  <a:lnTo>
                    <a:pt x="464" y="34"/>
                  </a:lnTo>
                  <a:lnTo>
                    <a:pt x="456" y="30"/>
                  </a:lnTo>
                  <a:lnTo>
                    <a:pt x="448" y="30"/>
                  </a:lnTo>
                  <a:lnTo>
                    <a:pt x="432" y="30"/>
                  </a:lnTo>
                  <a:lnTo>
                    <a:pt x="418" y="30"/>
                  </a:lnTo>
                  <a:lnTo>
                    <a:pt x="410" y="28"/>
                  </a:lnTo>
                  <a:lnTo>
                    <a:pt x="404" y="24"/>
                  </a:lnTo>
                  <a:lnTo>
                    <a:pt x="404" y="24"/>
                  </a:lnTo>
                  <a:lnTo>
                    <a:pt x="404" y="26"/>
                  </a:lnTo>
                  <a:lnTo>
                    <a:pt x="402" y="28"/>
                  </a:lnTo>
                  <a:lnTo>
                    <a:pt x="398" y="30"/>
                  </a:lnTo>
                  <a:lnTo>
                    <a:pt x="394" y="32"/>
                  </a:lnTo>
                  <a:lnTo>
                    <a:pt x="390" y="18"/>
                  </a:lnTo>
                  <a:lnTo>
                    <a:pt x="368" y="24"/>
                  </a:lnTo>
                  <a:lnTo>
                    <a:pt x="382" y="40"/>
                  </a:lnTo>
                  <a:lnTo>
                    <a:pt x="382" y="40"/>
                  </a:lnTo>
                  <a:lnTo>
                    <a:pt x="374" y="42"/>
                  </a:lnTo>
                  <a:lnTo>
                    <a:pt x="366" y="44"/>
                  </a:lnTo>
                  <a:lnTo>
                    <a:pt x="348" y="40"/>
                  </a:lnTo>
                  <a:lnTo>
                    <a:pt x="332" y="36"/>
                  </a:lnTo>
                  <a:lnTo>
                    <a:pt x="324" y="34"/>
                  </a:lnTo>
                  <a:lnTo>
                    <a:pt x="316" y="34"/>
                  </a:lnTo>
                  <a:lnTo>
                    <a:pt x="316" y="34"/>
                  </a:lnTo>
                  <a:lnTo>
                    <a:pt x="316" y="42"/>
                  </a:lnTo>
                  <a:lnTo>
                    <a:pt x="310" y="44"/>
                  </a:lnTo>
                  <a:lnTo>
                    <a:pt x="304" y="46"/>
                  </a:lnTo>
                  <a:lnTo>
                    <a:pt x="296" y="48"/>
                  </a:lnTo>
                  <a:lnTo>
                    <a:pt x="286" y="48"/>
                  </a:lnTo>
                  <a:lnTo>
                    <a:pt x="278" y="50"/>
                  </a:lnTo>
                  <a:lnTo>
                    <a:pt x="270" y="54"/>
                  </a:lnTo>
                  <a:lnTo>
                    <a:pt x="266" y="62"/>
                  </a:lnTo>
                  <a:lnTo>
                    <a:pt x="282" y="62"/>
                  </a:lnTo>
                  <a:lnTo>
                    <a:pt x="282" y="62"/>
                  </a:lnTo>
                  <a:lnTo>
                    <a:pt x="272" y="66"/>
                  </a:lnTo>
                  <a:lnTo>
                    <a:pt x="262" y="68"/>
                  </a:lnTo>
                  <a:lnTo>
                    <a:pt x="248" y="76"/>
                  </a:lnTo>
                  <a:lnTo>
                    <a:pt x="234" y="84"/>
                  </a:lnTo>
                  <a:lnTo>
                    <a:pt x="224" y="88"/>
                  </a:lnTo>
                  <a:lnTo>
                    <a:pt x="212" y="90"/>
                  </a:lnTo>
                  <a:lnTo>
                    <a:pt x="212" y="90"/>
                  </a:lnTo>
                  <a:lnTo>
                    <a:pt x="228" y="80"/>
                  </a:lnTo>
                  <a:lnTo>
                    <a:pt x="240" y="72"/>
                  </a:lnTo>
                  <a:lnTo>
                    <a:pt x="252" y="62"/>
                  </a:lnTo>
                  <a:lnTo>
                    <a:pt x="272" y="46"/>
                  </a:lnTo>
                  <a:lnTo>
                    <a:pt x="272" y="46"/>
                  </a:lnTo>
                  <a:lnTo>
                    <a:pt x="258" y="52"/>
                  </a:lnTo>
                  <a:lnTo>
                    <a:pt x="244" y="56"/>
                  </a:lnTo>
                  <a:lnTo>
                    <a:pt x="218" y="64"/>
                  </a:lnTo>
                  <a:lnTo>
                    <a:pt x="204" y="68"/>
                  </a:lnTo>
                  <a:lnTo>
                    <a:pt x="190" y="72"/>
                  </a:lnTo>
                  <a:lnTo>
                    <a:pt x="178" y="80"/>
                  </a:lnTo>
                  <a:lnTo>
                    <a:pt x="166" y="90"/>
                  </a:lnTo>
                  <a:lnTo>
                    <a:pt x="166" y="90"/>
                  </a:lnTo>
                  <a:lnTo>
                    <a:pt x="174" y="94"/>
                  </a:lnTo>
                  <a:lnTo>
                    <a:pt x="176" y="96"/>
                  </a:lnTo>
                  <a:lnTo>
                    <a:pt x="174" y="102"/>
                  </a:lnTo>
                  <a:lnTo>
                    <a:pt x="174" y="102"/>
                  </a:lnTo>
                  <a:lnTo>
                    <a:pt x="170" y="100"/>
                  </a:lnTo>
                  <a:lnTo>
                    <a:pt x="164" y="102"/>
                  </a:lnTo>
                  <a:lnTo>
                    <a:pt x="152" y="108"/>
                  </a:lnTo>
                  <a:lnTo>
                    <a:pt x="144" y="112"/>
                  </a:lnTo>
                  <a:lnTo>
                    <a:pt x="140" y="112"/>
                  </a:lnTo>
                  <a:lnTo>
                    <a:pt x="140" y="108"/>
                  </a:lnTo>
                  <a:lnTo>
                    <a:pt x="140" y="108"/>
                  </a:lnTo>
                  <a:lnTo>
                    <a:pt x="134" y="116"/>
                  </a:lnTo>
                  <a:lnTo>
                    <a:pt x="134" y="124"/>
                  </a:lnTo>
                  <a:lnTo>
                    <a:pt x="134" y="132"/>
                  </a:lnTo>
                  <a:lnTo>
                    <a:pt x="130" y="136"/>
                  </a:lnTo>
                  <a:lnTo>
                    <a:pt x="130" y="136"/>
                  </a:lnTo>
                  <a:lnTo>
                    <a:pt x="108" y="146"/>
                  </a:lnTo>
                  <a:lnTo>
                    <a:pt x="86" y="156"/>
                  </a:lnTo>
                  <a:lnTo>
                    <a:pt x="88" y="156"/>
                  </a:lnTo>
                  <a:lnTo>
                    <a:pt x="88" y="156"/>
                  </a:lnTo>
                  <a:lnTo>
                    <a:pt x="74" y="184"/>
                  </a:lnTo>
                  <a:lnTo>
                    <a:pt x="60" y="210"/>
                  </a:lnTo>
                  <a:lnTo>
                    <a:pt x="42" y="234"/>
                  </a:lnTo>
                  <a:lnTo>
                    <a:pt x="26" y="260"/>
                  </a:lnTo>
                  <a:lnTo>
                    <a:pt x="26" y="260"/>
                  </a:lnTo>
                  <a:lnTo>
                    <a:pt x="12" y="288"/>
                  </a:lnTo>
                  <a:lnTo>
                    <a:pt x="8" y="302"/>
                  </a:lnTo>
                  <a:lnTo>
                    <a:pt x="4" y="318"/>
                  </a:lnTo>
                  <a:lnTo>
                    <a:pt x="0" y="334"/>
                  </a:lnTo>
                  <a:lnTo>
                    <a:pt x="0" y="348"/>
                  </a:lnTo>
                  <a:lnTo>
                    <a:pt x="0" y="364"/>
                  </a:lnTo>
                  <a:lnTo>
                    <a:pt x="4" y="380"/>
                  </a:lnTo>
                  <a:lnTo>
                    <a:pt x="10" y="378"/>
                  </a:lnTo>
                  <a:lnTo>
                    <a:pt x="4" y="400"/>
                  </a:lnTo>
                  <a:lnTo>
                    <a:pt x="4" y="400"/>
                  </a:lnTo>
                  <a:lnTo>
                    <a:pt x="4" y="396"/>
                  </a:lnTo>
                  <a:lnTo>
                    <a:pt x="6" y="394"/>
                  </a:lnTo>
                  <a:lnTo>
                    <a:pt x="8" y="394"/>
                  </a:lnTo>
                  <a:lnTo>
                    <a:pt x="10" y="396"/>
                  </a:lnTo>
                  <a:lnTo>
                    <a:pt x="16" y="402"/>
                  </a:lnTo>
                  <a:lnTo>
                    <a:pt x="18" y="404"/>
                  </a:lnTo>
                  <a:lnTo>
                    <a:pt x="20" y="406"/>
                  </a:lnTo>
                  <a:lnTo>
                    <a:pt x="20" y="406"/>
                  </a:lnTo>
                  <a:lnTo>
                    <a:pt x="18" y="432"/>
                  </a:lnTo>
                  <a:lnTo>
                    <a:pt x="18" y="458"/>
                  </a:lnTo>
                  <a:lnTo>
                    <a:pt x="18" y="458"/>
                  </a:lnTo>
                  <a:lnTo>
                    <a:pt x="24" y="456"/>
                  </a:lnTo>
                  <a:lnTo>
                    <a:pt x="30" y="452"/>
                  </a:lnTo>
                  <a:lnTo>
                    <a:pt x="32" y="446"/>
                  </a:lnTo>
                  <a:lnTo>
                    <a:pt x="32" y="444"/>
                  </a:lnTo>
                  <a:lnTo>
                    <a:pt x="30" y="440"/>
                  </a:lnTo>
                  <a:lnTo>
                    <a:pt x="30" y="440"/>
                  </a:lnTo>
                  <a:close/>
                  <a:moveTo>
                    <a:pt x="392" y="34"/>
                  </a:moveTo>
                  <a:lnTo>
                    <a:pt x="402" y="32"/>
                  </a:lnTo>
                  <a:lnTo>
                    <a:pt x="402" y="32"/>
                  </a:lnTo>
                  <a:lnTo>
                    <a:pt x="404" y="32"/>
                  </a:lnTo>
                  <a:lnTo>
                    <a:pt x="408" y="32"/>
                  </a:lnTo>
                  <a:lnTo>
                    <a:pt x="402" y="32"/>
                  </a:lnTo>
                  <a:lnTo>
                    <a:pt x="402" y="32"/>
                  </a:lnTo>
                  <a:lnTo>
                    <a:pt x="396" y="38"/>
                  </a:lnTo>
                  <a:lnTo>
                    <a:pt x="394" y="38"/>
                  </a:lnTo>
                  <a:lnTo>
                    <a:pt x="392" y="34"/>
                  </a:lnTo>
                  <a:lnTo>
                    <a:pt x="392" y="34"/>
                  </a:lnTo>
                  <a:close/>
                  <a:moveTo>
                    <a:pt x="794" y="606"/>
                  </a:moveTo>
                  <a:lnTo>
                    <a:pt x="804" y="594"/>
                  </a:lnTo>
                  <a:lnTo>
                    <a:pt x="804" y="594"/>
                  </a:lnTo>
                  <a:lnTo>
                    <a:pt x="798" y="600"/>
                  </a:lnTo>
                  <a:lnTo>
                    <a:pt x="798" y="604"/>
                  </a:lnTo>
                  <a:lnTo>
                    <a:pt x="800" y="604"/>
                  </a:lnTo>
                  <a:lnTo>
                    <a:pt x="800" y="604"/>
                  </a:lnTo>
                  <a:lnTo>
                    <a:pt x="796" y="608"/>
                  </a:lnTo>
                  <a:lnTo>
                    <a:pt x="794" y="608"/>
                  </a:lnTo>
                  <a:lnTo>
                    <a:pt x="794" y="606"/>
                  </a:lnTo>
                  <a:lnTo>
                    <a:pt x="794" y="606"/>
                  </a:lnTo>
                  <a:close/>
                  <a:moveTo>
                    <a:pt x="400" y="124"/>
                  </a:moveTo>
                  <a:lnTo>
                    <a:pt x="408" y="130"/>
                  </a:lnTo>
                  <a:lnTo>
                    <a:pt x="410" y="120"/>
                  </a:lnTo>
                  <a:lnTo>
                    <a:pt x="400" y="124"/>
                  </a:lnTo>
                  <a:close/>
                  <a:moveTo>
                    <a:pt x="288" y="156"/>
                  </a:moveTo>
                  <a:lnTo>
                    <a:pt x="302" y="156"/>
                  </a:lnTo>
                  <a:lnTo>
                    <a:pt x="302" y="154"/>
                  </a:lnTo>
                  <a:lnTo>
                    <a:pt x="288" y="154"/>
                  </a:lnTo>
                  <a:lnTo>
                    <a:pt x="288" y="156"/>
                  </a:lnTo>
                  <a:close/>
                  <a:moveTo>
                    <a:pt x="122" y="162"/>
                  </a:moveTo>
                  <a:lnTo>
                    <a:pt x="126" y="162"/>
                  </a:lnTo>
                  <a:lnTo>
                    <a:pt x="122" y="162"/>
                  </a:lnTo>
                  <a:lnTo>
                    <a:pt x="122" y="162"/>
                  </a:lnTo>
                  <a:lnTo>
                    <a:pt x="118" y="164"/>
                  </a:lnTo>
                  <a:lnTo>
                    <a:pt x="114" y="168"/>
                  </a:lnTo>
                  <a:lnTo>
                    <a:pt x="112" y="172"/>
                  </a:lnTo>
                  <a:lnTo>
                    <a:pt x="110" y="176"/>
                  </a:lnTo>
                  <a:lnTo>
                    <a:pt x="108" y="178"/>
                  </a:lnTo>
                  <a:lnTo>
                    <a:pt x="104" y="178"/>
                  </a:lnTo>
                  <a:lnTo>
                    <a:pt x="98" y="178"/>
                  </a:lnTo>
                  <a:lnTo>
                    <a:pt x="98" y="178"/>
                  </a:lnTo>
                  <a:lnTo>
                    <a:pt x="98" y="172"/>
                  </a:lnTo>
                  <a:lnTo>
                    <a:pt x="100" y="168"/>
                  </a:lnTo>
                  <a:lnTo>
                    <a:pt x="102" y="166"/>
                  </a:lnTo>
                  <a:lnTo>
                    <a:pt x="106" y="164"/>
                  </a:lnTo>
                  <a:lnTo>
                    <a:pt x="114" y="162"/>
                  </a:lnTo>
                  <a:lnTo>
                    <a:pt x="122" y="162"/>
                  </a:lnTo>
                  <a:lnTo>
                    <a:pt x="122" y="162"/>
                  </a:lnTo>
                  <a:close/>
                  <a:moveTo>
                    <a:pt x="374" y="56"/>
                  </a:moveTo>
                  <a:lnTo>
                    <a:pt x="374" y="56"/>
                  </a:lnTo>
                  <a:lnTo>
                    <a:pt x="374" y="54"/>
                  </a:lnTo>
                  <a:lnTo>
                    <a:pt x="372" y="52"/>
                  </a:lnTo>
                  <a:lnTo>
                    <a:pt x="364" y="50"/>
                  </a:lnTo>
                  <a:lnTo>
                    <a:pt x="358" y="48"/>
                  </a:lnTo>
                  <a:lnTo>
                    <a:pt x="352" y="44"/>
                  </a:lnTo>
                  <a:lnTo>
                    <a:pt x="352" y="44"/>
                  </a:lnTo>
                  <a:lnTo>
                    <a:pt x="350" y="46"/>
                  </a:lnTo>
                  <a:lnTo>
                    <a:pt x="350" y="48"/>
                  </a:lnTo>
                  <a:lnTo>
                    <a:pt x="352" y="52"/>
                  </a:lnTo>
                  <a:lnTo>
                    <a:pt x="360" y="58"/>
                  </a:lnTo>
                  <a:lnTo>
                    <a:pt x="360" y="58"/>
                  </a:lnTo>
                  <a:lnTo>
                    <a:pt x="356" y="60"/>
                  </a:lnTo>
                  <a:lnTo>
                    <a:pt x="350" y="60"/>
                  </a:lnTo>
                  <a:lnTo>
                    <a:pt x="350" y="60"/>
                  </a:lnTo>
                  <a:lnTo>
                    <a:pt x="352" y="64"/>
                  </a:lnTo>
                  <a:lnTo>
                    <a:pt x="354" y="66"/>
                  </a:lnTo>
                  <a:lnTo>
                    <a:pt x="356" y="64"/>
                  </a:lnTo>
                  <a:lnTo>
                    <a:pt x="358" y="62"/>
                  </a:lnTo>
                  <a:lnTo>
                    <a:pt x="366" y="56"/>
                  </a:lnTo>
                  <a:lnTo>
                    <a:pt x="370" y="56"/>
                  </a:lnTo>
                  <a:lnTo>
                    <a:pt x="374" y="56"/>
                  </a:lnTo>
                  <a:lnTo>
                    <a:pt x="374" y="56"/>
                  </a:lnTo>
                  <a:close/>
                  <a:moveTo>
                    <a:pt x="676" y="54"/>
                  </a:moveTo>
                  <a:lnTo>
                    <a:pt x="672" y="52"/>
                  </a:lnTo>
                  <a:lnTo>
                    <a:pt x="684" y="64"/>
                  </a:lnTo>
                  <a:lnTo>
                    <a:pt x="676" y="54"/>
                  </a:lnTo>
                  <a:close/>
                  <a:moveTo>
                    <a:pt x="732" y="86"/>
                  </a:moveTo>
                  <a:lnTo>
                    <a:pt x="732" y="86"/>
                  </a:lnTo>
                  <a:lnTo>
                    <a:pt x="734" y="90"/>
                  </a:lnTo>
                  <a:lnTo>
                    <a:pt x="736" y="94"/>
                  </a:lnTo>
                  <a:lnTo>
                    <a:pt x="742" y="102"/>
                  </a:lnTo>
                  <a:lnTo>
                    <a:pt x="760" y="118"/>
                  </a:lnTo>
                  <a:lnTo>
                    <a:pt x="760" y="118"/>
                  </a:lnTo>
                  <a:lnTo>
                    <a:pt x="762" y="114"/>
                  </a:lnTo>
                  <a:lnTo>
                    <a:pt x="764" y="110"/>
                  </a:lnTo>
                  <a:lnTo>
                    <a:pt x="762" y="102"/>
                  </a:lnTo>
                  <a:lnTo>
                    <a:pt x="758" y="94"/>
                  </a:lnTo>
                  <a:lnTo>
                    <a:pt x="748" y="86"/>
                  </a:lnTo>
                  <a:lnTo>
                    <a:pt x="748" y="86"/>
                  </a:lnTo>
                  <a:lnTo>
                    <a:pt x="744" y="80"/>
                  </a:lnTo>
                  <a:lnTo>
                    <a:pt x="742" y="80"/>
                  </a:lnTo>
                  <a:lnTo>
                    <a:pt x="738" y="80"/>
                  </a:lnTo>
                  <a:lnTo>
                    <a:pt x="738" y="82"/>
                  </a:lnTo>
                  <a:lnTo>
                    <a:pt x="734" y="86"/>
                  </a:lnTo>
                  <a:lnTo>
                    <a:pt x="734" y="88"/>
                  </a:lnTo>
                  <a:lnTo>
                    <a:pt x="732" y="86"/>
                  </a:lnTo>
                  <a:lnTo>
                    <a:pt x="732" y="86"/>
                  </a:lnTo>
                  <a:close/>
                  <a:moveTo>
                    <a:pt x="232" y="116"/>
                  </a:moveTo>
                  <a:lnTo>
                    <a:pt x="232" y="116"/>
                  </a:lnTo>
                  <a:lnTo>
                    <a:pt x="240" y="118"/>
                  </a:lnTo>
                  <a:lnTo>
                    <a:pt x="252" y="122"/>
                  </a:lnTo>
                  <a:lnTo>
                    <a:pt x="258" y="122"/>
                  </a:lnTo>
                  <a:lnTo>
                    <a:pt x="262" y="122"/>
                  </a:lnTo>
                  <a:lnTo>
                    <a:pt x="268" y="120"/>
                  </a:lnTo>
                  <a:lnTo>
                    <a:pt x="274" y="114"/>
                  </a:lnTo>
                  <a:lnTo>
                    <a:pt x="258" y="114"/>
                  </a:lnTo>
                  <a:lnTo>
                    <a:pt x="262" y="112"/>
                  </a:lnTo>
                  <a:lnTo>
                    <a:pt x="256" y="106"/>
                  </a:lnTo>
                  <a:lnTo>
                    <a:pt x="256" y="106"/>
                  </a:lnTo>
                  <a:lnTo>
                    <a:pt x="258" y="112"/>
                  </a:lnTo>
                  <a:lnTo>
                    <a:pt x="258" y="116"/>
                  </a:lnTo>
                  <a:lnTo>
                    <a:pt x="254" y="116"/>
                  </a:lnTo>
                  <a:lnTo>
                    <a:pt x="250" y="118"/>
                  </a:lnTo>
                  <a:lnTo>
                    <a:pt x="240" y="116"/>
                  </a:lnTo>
                  <a:lnTo>
                    <a:pt x="232" y="116"/>
                  </a:lnTo>
                  <a:lnTo>
                    <a:pt x="232" y="116"/>
                  </a:lnTo>
                  <a:close/>
                  <a:moveTo>
                    <a:pt x="828" y="180"/>
                  </a:moveTo>
                  <a:lnTo>
                    <a:pt x="828" y="180"/>
                  </a:lnTo>
                  <a:lnTo>
                    <a:pt x="828" y="206"/>
                  </a:lnTo>
                  <a:lnTo>
                    <a:pt x="826" y="216"/>
                  </a:lnTo>
                  <a:lnTo>
                    <a:pt x="826" y="220"/>
                  </a:lnTo>
                  <a:lnTo>
                    <a:pt x="822" y="222"/>
                  </a:lnTo>
                  <a:lnTo>
                    <a:pt x="822" y="222"/>
                  </a:lnTo>
                  <a:lnTo>
                    <a:pt x="828" y="218"/>
                  </a:lnTo>
                  <a:lnTo>
                    <a:pt x="830" y="216"/>
                  </a:lnTo>
                  <a:lnTo>
                    <a:pt x="834" y="206"/>
                  </a:lnTo>
                  <a:lnTo>
                    <a:pt x="834" y="196"/>
                  </a:lnTo>
                  <a:lnTo>
                    <a:pt x="832" y="190"/>
                  </a:lnTo>
                  <a:lnTo>
                    <a:pt x="832" y="190"/>
                  </a:lnTo>
                  <a:lnTo>
                    <a:pt x="828" y="186"/>
                  </a:lnTo>
                  <a:lnTo>
                    <a:pt x="828" y="180"/>
                  </a:lnTo>
                  <a:lnTo>
                    <a:pt x="828" y="180"/>
                  </a:lnTo>
                  <a:close/>
                  <a:moveTo>
                    <a:pt x="814" y="192"/>
                  </a:moveTo>
                  <a:lnTo>
                    <a:pt x="814" y="192"/>
                  </a:lnTo>
                  <a:lnTo>
                    <a:pt x="810" y="192"/>
                  </a:lnTo>
                  <a:lnTo>
                    <a:pt x="806" y="190"/>
                  </a:lnTo>
                  <a:lnTo>
                    <a:pt x="804" y="188"/>
                  </a:lnTo>
                  <a:lnTo>
                    <a:pt x="802" y="182"/>
                  </a:lnTo>
                  <a:lnTo>
                    <a:pt x="802" y="182"/>
                  </a:lnTo>
                  <a:lnTo>
                    <a:pt x="808" y="178"/>
                  </a:lnTo>
                  <a:lnTo>
                    <a:pt x="812" y="170"/>
                  </a:lnTo>
                  <a:lnTo>
                    <a:pt x="814" y="166"/>
                  </a:lnTo>
                  <a:lnTo>
                    <a:pt x="812" y="160"/>
                  </a:lnTo>
                  <a:lnTo>
                    <a:pt x="810" y="156"/>
                  </a:lnTo>
                  <a:lnTo>
                    <a:pt x="806" y="152"/>
                  </a:lnTo>
                  <a:lnTo>
                    <a:pt x="806" y="152"/>
                  </a:lnTo>
                  <a:lnTo>
                    <a:pt x="802" y="174"/>
                  </a:lnTo>
                  <a:lnTo>
                    <a:pt x="800" y="184"/>
                  </a:lnTo>
                  <a:lnTo>
                    <a:pt x="802" y="196"/>
                  </a:lnTo>
                  <a:lnTo>
                    <a:pt x="814" y="192"/>
                  </a:lnTo>
                  <a:close/>
                  <a:moveTo>
                    <a:pt x="826" y="156"/>
                  </a:moveTo>
                  <a:lnTo>
                    <a:pt x="820" y="150"/>
                  </a:lnTo>
                  <a:lnTo>
                    <a:pt x="820" y="150"/>
                  </a:lnTo>
                  <a:lnTo>
                    <a:pt x="810" y="148"/>
                  </a:lnTo>
                  <a:lnTo>
                    <a:pt x="804" y="148"/>
                  </a:lnTo>
                  <a:lnTo>
                    <a:pt x="800" y="148"/>
                  </a:lnTo>
                  <a:lnTo>
                    <a:pt x="798" y="146"/>
                  </a:lnTo>
                  <a:lnTo>
                    <a:pt x="798" y="142"/>
                  </a:lnTo>
                  <a:lnTo>
                    <a:pt x="798" y="134"/>
                  </a:lnTo>
                  <a:lnTo>
                    <a:pt x="798" y="134"/>
                  </a:lnTo>
                  <a:lnTo>
                    <a:pt x="810" y="142"/>
                  </a:lnTo>
                  <a:lnTo>
                    <a:pt x="820" y="150"/>
                  </a:lnTo>
                  <a:lnTo>
                    <a:pt x="820" y="150"/>
                  </a:lnTo>
                  <a:lnTo>
                    <a:pt x="822" y="152"/>
                  </a:lnTo>
                  <a:lnTo>
                    <a:pt x="826" y="156"/>
                  </a:lnTo>
                  <a:lnTo>
                    <a:pt x="826" y="156"/>
                  </a:lnTo>
                  <a:close/>
                  <a:moveTo>
                    <a:pt x="890" y="308"/>
                  </a:moveTo>
                  <a:lnTo>
                    <a:pt x="894" y="298"/>
                  </a:lnTo>
                  <a:lnTo>
                    <a:pt x="894" y="298"/>
                  </a:lnTo>
                  <a:lnTo>
                    <a:pt x="892" y="306"/>
                  </a:lnTo>
                  <a:lnTo>
                    <a:pt x="892" y="308"/>
                  </a:lnTo>
                  <a:lnTo>
                    <a:pt x="890" y="308"/>
                  </a:lnTo>
                  <a:lnTo>
                    <a:pt x="886" y="314"/>
                  </a:lnTo>
                  <a:lnTo>
                    <a:pt x="886" y="314"/>
                  </a:lnTo>
                  <a:lnTo>
                    <a:pt x="882" y="306"/>
                  </a:lnTo>
                  <a:lnTo>
                    <a:pt x="882" y="304"/>
                  </a:lnTo>
                  <a:lnTo>
                    <a:pt x="890" y="308"/>
                  </a:lnTo>
                  <a:lnTo>
                    <a:pt x="890" y="308"/>
                  </a:lnTo>
                  <a:close/>
                  <a:moveTo>
                    <a:pt x="834" y="170"/>
                  </a:moveTo>
                  <a:lnTo>
                    <a:pt x="834" y="170"/>
                  </a:lnTo>
                  <a:lnTo>
                    <a:pt x="840" y="180"/>
                  </a:lnTo>
                  <a:lnTo>
                    <a:pt x="844" y="192"/>
                  </a:lnTo>
                  <a:lnTo>
                    <a:pt x="844" y="192"/>
                  </a:lnTo>
                  <a:lnTo>
                    <a:pt x="836" y="180"/>
                  </a:lnTo>
                  <a:lnTo>
                    <a:pt x="832" y="174"/>
                  </a:lnTo>
                  <a:lnTo>
                    <a:pt x="832" y="172"/>
                  </a:lnTo>
                  <a:lnTo>
                    <a:pt x="834" y="170"/>
                  </a:lnTo>
                  <a:lnTo>
                    <a:pt x="834" y="170"/>
                  </a:lnTo>
                  <a:close/>
                  <a:moveTo>
                    <a:pt x="874" y="304"/>
                  </a:moveTo>
                  <a:lnTo>
                    <a:pt x="874" y="304"/>
                  </a:lnTo>
                  <a:lnTo>
                    <a:pt x="866" y="276"/>
                  </a:lnTo>
                  <a:lnTo>
                    <a:pt x="866" y="276"/>
                  </a:lnTo>
                  <a:lnTo>
                    <a:pt x="870" y="276"/>
                  </a:lnTo>
                  <a:lnTo>
                    <a:pt x="872" y="280"/>
                  </a:lnTo>
                  <a:lnTo>
                    <a:pt x="876" y="288"/>
                  </a:lnTo>
                  <a:lnTo>
                    <a:pt x="876" y="298"/>
                  </a:lnTo>
                  <a:lnTo>
                    <a:pt x="874" y="304"/>
                  </a:lnTo>
                  <a:lnTo>
                    <a:pt x="874" y="304"/>
                  </a:lnTo>
                  <a:close/>
                  <a:moveTo>
                    <a:pt x="672" y="700"/>
                  </a:moveTo>
                  <a:lnTo>
                    <a:pt x="670" y="688"/>
                  </a:lnTo>
                  <a:lnTo>
                    <a:pt x="660" y="696"/>
                  </a:lnTo>
                  <a:lnTo>
                    <a:pt x="672" y="700"/>
                  </a:lnTo>
                  <a:close/>
                  <a:moveTo>
                    <a:pt x="760" y="598"/>
                  </a:moveTo>
                  <a:lnTo>
                    <a:pt x="766" y="592"/>
                  </a:lnTo>
                  <a:lnTo>
                    <a:pt x="764" y="586"/>
                  </a:lnTo>
                  <a:lnTo>
                    <a:pt x="760" y="598"/>
                  </a:lnTo>
                  <a:close/>
                  <a:moveTo>
                    <a:pt x="832" y="468"/>
                  </a:moveTo>
                  <a:lnTo>
                    <a:pt x="832" y="468"/>
                  </a:lnTo>
                  <a:lnTo>
                    <a:pt x="836" y="470"/>
                  </a:lnTo>
                  <a:lnTo>
                    <a:pt x="840" y="470"/>
                  </a:lnTo>
                  <a:lnTo>
                    <a:pt x="840" y="470"/>
                  </a:lnTo>
                  <a:lnTo>
                    <a:pt x="842" y="468"/>
                  </a:lnTo>
                  <a:lnTo>
                    <a:pt x="846" y="466"/>
                  </a:lnTo>
                  <a:lnTo>
                    <a:pt x="846" y="466"/>
                  </a:lnTo>
                  <a:lnTo>
                    <a:pt x="844" y="468"/>
                  </a:lnTo>
                  <a:lnTo>
                    <a:pt x="840" y="470"/>
                  </a:lnTo>
                  <a:lnTo>
                    <a:pt x="840" y="470"/>
                  </a:lnTo>
                  <a:lnTo>
                    <a:pt x="836" y="478"/>
                  </a:lnTo>
                  <a:lnTo>
                    <a:pt x="834" y="482"/>
                  </a:lnTo>
                  <a:lnTo>
                    <a:pt x="836" y="488"/>
                  </a:lnTo>
                  <a:lnTo>
                    <a:pt x="836" y="488"/>
                  </a:lnTo>
                  <a:lnTo>
                    <a:pt x="840" y="486"/>
                  </a:lnTo>
                  <a:lnTo>
                    <a:pt x="842" y="482"/>
                  </a:lnTo>
                  <a:lnTo>
                    <a:pt x="846" y="478"/>
                  </a:lnTo>
                  <a:lnTo>
                    <a:pt x="848" y="476"/>
                  </a:lnTo>
                  <a:lnTo>
                    <a:pt x="848" y="476"/>
                  </a:lnTo>
                  <a:lnTo>
                    <a:pt x="848" y="482"/>
                  </a:lnTo>
                  <a:lnTo>
                    <a:pt x="846" y="488"/>
                  </a:lnTo>
                  <a:lnTo>
                    <a:pt x="836" y="498"/>
                  </a:lnTo>
                  <a:lnTo>
                    <a:pt x="832" y="502"/>
                  </a:lnTo>
                  <a:lnTo>
                    <a:pt x="830" y="506"/>
                  </a:lnTo>
                  <a:lnTo>
                    <a:pt x="834" y="510"/>
                  </a:lnTo>
                  <a:lnTo>
                    <a:pt x="844" y="514"/>
                  </a:lnTo>
                  <a:lnTo>
                    <a:pt x="844" y="514"/>
                  </a:lnTo>
                  <a:lnTo>
                    <a:pt x="830" y="522"/>
                  </a:lnTo>
                  <a:lnTo>
                    <a:pt x="822" y="524"/>
                  </a:lnTo>
                  <a:lnTo>
                    <a:pt x="820" y="522"/>
                  </a:lnTo>
                  <a:lnTo>
                    <a:pt x="818" y="520"/>
                  </a:lnTo>
                  <a:lnTo>
                    <a:pt x="818" y="520"/>
                  </a:lnTo>
                  <a:lnTo>
                    <a:pt x="824" y="508"/>
                  </a:lnTo>
                  <a:lnTo>
                    <a:pt x="830" y="494"/>
                  </a:lnTo>
                  <a:lnTo>
                    <a:pt x="832" y="480"/>
                  </a:lnTo>
                  <a:lnTo>
                    <a:pt x="832" y="468"/>
                  </a:lnTo>
                  <a:lnTo>
                    <a:pt x="832" y="468"/>
                  </a:lnTo>
                  <a:lnTo>
                    <a:pt x="830" y="466"/>
                  </a:lnTo>
                  <a:lnTo>
                    <a:pt x="830" y="462"/>
                  </a:lnTo>
                  <a:lnTo>
                    <a:pt x="830" y="462"/>
                  </a:lnTo>
                  <a:lnTo>
                    <a:pt x="832" y="468"/>
                  </a:lnTo>
                  <a:lnTo>
                    <a:pt x="832" y="468"/>
                  </a:lnTo>
                  <a:close/>
                  <a:moveTo>
                    <a:pt x="832" y="286"/>
                  </a:moveTo>
                  <a:lnTo>
                    <a:pt x="832" y="286"/>
                  </a:lnTo>
                  <a:lnTo>
                    <a:pt x="832" y="280"/>
                  </a:lnTo>
                  <a:lnTo>
                    <a:pt x="832" y="276"/>
                  </a:lnTo>
                  <a:lnTo>
                    <a:pt x="832" y="276"/>
                  </a:lnTo>
                  <a:lnTo>
                    <a:pt x="836" y="270"/>
                  </a:lnTo>
                  <a:lnTo>
                    <a:pt x="838" y="268"/>
                  </a:lnTo>
                  <a:lnTo>
                    <a:pt x="842" y="268"/>
                  </a:lnTo>
                  <a:lnTo>
                    <a:pt x="842" y="268"/>
                  </a:lnTo>
                  <a:lnTo>
                    <a:pt x="840" y="274"/>
                  </a:lnTo>
                  <a:lnTo>
                    <a:pt x="838" y="276"/>
                  </a:lnTo>
                  <a:lnTo>
                    <a:pt x="834" y="276"/>
                  </a:lnTo>
                  <a:lnTo>
                    <a:pt x="832" y="276"/>
                  </a:lnTo>
                  <a:lnTo>
                    <a:pt x="832" y="276"/>
                  </a:lnTo>
                  <a:lnTo>
                    <a:pt x="832" y="286"/>
                  </a:lnTo>
                  <a:lnTo>
                    <a:pt x="832" y="286"/>
                  </a:lnTo>
                  <a:close/>
                  <a:moveTo>
                    <a:pt x="816" y="290"/>
                  </a:moveTo>
                  <a:lnTo>
                    <a:pt x="816" y="290"/>
                  </a:lnTo>
                  <a:lnTo>
                    <a:pt x="822" y="264"/>
                  </a:lnTo>
                  <a:lnTo>
                    <a:pt x="818" y="274"/>
                  </a:lnTo>
                  <a:lnTo>
                    <a:pt x="818" y="256"/>
                  </a:lnTo>
                  <a:lnTo>
                    <a:pt x="818" y="256"/>
                  </a:lnTo>
                  <a:lnTo>
                    <a:pt x="814" y="262"/>
                  </a:lnTo>
                  <a:lnTo>
                    <a:pt x="810" y="272"/>
                  </a:lnTo>
                  <a:lnTo>
                    <a:pt x="810" y="282"/>
                  </a:lnTo>
                  <a:lnTo>
                    <a:pt x="812" y="286"/>
                  </a:lnTo>
                  <a:lnTo>
                    <a:pt x="816" y="290"/>
                  </a:lnTo>
                  <a:lnTo>
                    <a:pt x="816" y="290"/>
                  </a:lnTo>
                  <a:close/>
                  <a:moveTo>
                    <a:pt x="810" y="254"/>
                  </a:moveTo>
                  <a:lnTo>
                    <a:pt x="818" y="246"/>
                  </a:lnTo>
                  <a:lnTo>
                    <a:pt x="810" y="254"/>
                  </a:lnTo>
                  <a:lnTo>
                    <a:pt x="810" y="254"/>
                  </a:lnTo>
                  <a:lnTo>
                    <a:pt x="808" y="254"/>
                  </a:lnTo>
                  <a:lnTo>
                    <a:pt x="808" y="254"/>
                  </a:lnTo>
                  <a:lnTo>
                    <a:pt x="806" y="240"/>
                  </a:lnTo>
                  <a:lnTo>
                    <a:pt x="802" y="228"/>
                  </a:lnTo>
                  <a:lnTo>
                    <a:pt x="802" y="228"/>
                  </a:lnTo>
                  <a:lnTo>
                    <a:pt x="806" y="240"/>
                  </a:lnTo>
                  <a:lnTo>
                    <a:pt x="810" y="254"/>
                  </a:lnTo>
                  <a:lnTo>
                    <a:pt x="810" y="254"/>
                  </a:lnTo>
                  <a:close/>
                  <a:moveTo>
                    <a:pt x="600" y="84"/>
                  </a:moveTo>
                  <a:lnTo>
                    <a:pt x="600" y="84"/>
                  </a:lnTo>
                  <a:lnTo>
                    <a:pt x="596" y="94"/>
                  </a:lnTo>
                  <a:lnTo>
                    <a:pt x="598" y="100"/>
                  </a:lnTo>
                  <a:lnTo>
                    <a:pt x="600" y="106"/>
                  </a:lnTo>
                  <a:lnTo>
                    <a:pt x="606" y="108"/>
                  </a:lnTo>
                  <a:lnTo>
                    <a:pt x="616" y="116"/>
                  </a:lnTo>
                  <a:lnTo>
                    <a:pt x="622" y="120"/>
                  </a:lnTo>
                  <a:lnTo>
                    <a:pt x="624" y="124"/>
                  </a:lnTo>
                  <a:lnTo>
                    <a:pt x="624" y="124"/>
                  </a:lnTo>
                  <a:lnTo>
                    <a:pt x="626" y="116"/>
                  </a:lnTo>
                  <a:lnTo>
                    <a:pt x="630" y="108"/>
                  </a:lnTo>
                  <a:lnTo>
                    <a:pt x="628" y="104"/>
                  </a:lnTo>
                  <a:lnTo>
                    <a:pt x="626" y="102"/>
                  </a:lnTo>
                  <a:lnTo>
                    <a:pt x="620" y="98"/>
                  </a:lnTo>
                  <a:lnTo>
                    <a:pt x="612" y="96"/>
                  </a:lnTo>
                  <a:lnTo>
                    <a:pt x="612" y="96"/>
                  </a:lnTo>
                  <a:lnTo>
                    <a:pt x="620" y="96"/>
                  </a:lnTo>
                  <a:lnTo>
                    <a:pt x="626" y="96"/>
                  </a:lnTo>
                  <a:lnTo>
                    <a:pt x="628" y="100"/>
                  </a:lnTo>
                  <a:lnTo>
                    <a:pt x="630" y="102"/>
                  </a:lnTo>
                  <a:lnTo>
                    <a:pt x="632" y="104"/>
                  </a:lnTo>
                  <a:lnTo>
                    <a:pt x="634" y="104"/>
                  </a:lnTo>
                  <a:lnTo>
                    <a:pt x="642" y="96"/>
                  </a:lnTo>
                  <a:lnTo>
                    <a:pt x="642" y="96"/>
                  </a:lnTo>
                  <a:lnTo>
                    <a:pt x="634" y="94"/>
                  </a:lnTo>
                  <a:lnTo>
                    <a:pt x="626" y="90"/>
                  </a:lnTo>
                  <a:lnTo>
                    <a:pt x="616" y="84"/>
                  </a:lnTo>
                  <a:lnTo>
                    <a:pt x="630" y="86"/>
                  </a:lnTo>
                  <a:lnTo>
                    <a:pt x="630" y="86"/>
                  </a:lnTo>
                  <a:lnTo>
                    <a:pt x="628" y="80"/>
                  </a:lnTo>
                  <a:lnTo>
                    <a:pt x="624" y="78"/>
                  </a:lnTo>
                  <a:lnTo>
                    <a:pt x="620" y="78"/>
                  </a:lnTo>
                  <a:lnTo>
                    <a:pt x="616" y="80"/>
                  </a:lnTo>
                  <a:lnTo>
                    <a:pt x="606" y="84"/>
                  </a:lnTo>
                  <a:lnTo>
                    <a:pt x="602" y="86"/>
                  </a:lnTo>
                  <a:lnTo>
                    <a:pt x="600" y="84"/>
                  </a:lnTo>
                  <a:lnTo>
                    <a:pt x="600" y="84"/>
                  </a:lnTo>
                  <a:close/>
                  <a:moveTo>
                    <a:pt x="452" y="96"/>
                  </a:moveTo>
                  <a:lnTo>
                    <a:pt x="434" y="96"/>
                  </a:lnTo>
                  <a:lnTo>
                    <a:pt x="452" y="94"/>
                  </a:lnTo>
                  <a:lnTo>
                    <a:pt x="452" y="96"/>
                  </a:lnTo>
                  <a:close/>
                  <a:moveTo>
                    <a:pt x="106" y="310"/>
                  </a:moveTo>
                  <a:lnTo>
                    <a:pt x="106" y="310"/>
                  </a:lnTo>
                  <a:lnTo>
                    <a:pt x="108" y="312"/>
                  </a:lnTo>
                  <a:lnTo>
                    <a:pt x="110" y="314"/>
                  </a:lnTo>
                  <a:lnTo>
                    <a:pt x="114" y="322"/>
                  </a:lnTo>
                  <a:lnTo>
                    <a:pt x="116" y="326"/>
                  </a:lnTo>
                  <a:lnTo>
                    <a:pt x="114" y="332"/>
                  </a:lnTo>
                  <a:lnTo>
                    <a:pt x="112" y="334"/>
                  </a:lnTo>
                  <a:lnTo>
                    <a:pt x="108" y="336"/>
                  </a:lnTo>
                  <a:lnTo>
                    <a:pt x="108" y="336"/>
                  </a:lnTo>
                  <a:lnTo>
                    <a:pt x="108" y="328"/>
                  </a:lnTo>
                  <a:lnTo>
                    <a:pt x="108" y="322"/>
                  </a:lnTo>
                  <a:lnTo>
                    <a:pt x="108" y="314"/>
                  </a:lnTo>
                  <a:lnTo>
                    <a:pt x="106" y="310"/>
                  </a:lnTo>
                  <a:lnTo>
                    <a:pt x="106" y="310"/>
                  </a:lnTo>
                  <a:close/>
                  <a:moveTo>
                    <a:pt x="144" y="486"/>
                  </a:moveTo>
                  <a:lnTo>
                    <a:pt x="144" y="486"/>
                  </a:lnTo>
                  <a:lnTo>
                    <a:pt x="140" y="466"/>
                  </a:lnTo>
                  <a:lnTo>
                    <a:pt x="140" y="466"/>
                  </a:lnTo>
                  <a:lnTo>
                    <a:pt x="144" y="464"/>
                  </a:lnTo>
                  <a:lnTo>
                    <a:pt x="148" y="466"/>
                  </a:lnTo>
                  <a:lnTo>
                    <a:pt x="150" y="468"/>
                  </a:lnTo>
                  <a:lnTo>
                    <a:pt x="150" y="472"/>
                  </a:lnTo>
                  <a:lnTo>
                    <a:pt x="152" y="480"/>
                  </a:lnTo>
                  <a:lnTo>
                    <a:pt x="152" y="484"/>
                  </a:lnTo>
                  <a:lnTo>
                    <a:pt x="156" y="486"/>
                  </a:lnTo>
                  <a:lnTo>
                    <a:pt x="156" y="486"/>
                  </a:lnTo>
                  <a:lnTo>
                    <a:pt x="152" y="490"/>
                  </a:lnTo>
                  <a:lnTo>
                    <a:pt x="150" y="488"/>
                  </a:lnTo>
                  <a:lnTo>
                    <a:pt x="148" y="486"/>
                  </a:lnTo>
                  <a:lnTo>
                    <a:pt x="144" y="486"/>
                  </a:lnTo>
                  <a:lnTo>
                    <a:pt x="144" y="486"/>
                  </a:lnTo>
                  <a:close/>
                  <a:moveTo>
                    <a:pt x="230" y="580"/>
                  </a:moveTo>
                  <a:lnTo>
                    <a:pt x="234" y="586"/>
                  </a:lnTo>
                  <a:lnTo>
                    <a:pt x="238" y="570"/>
                  </a:lnTo>
                  <a:lnTo>
                    <a:pt x="230" y="580"/>
                  </a:lnTo>
                  <a:close/>
                  <a:moveTo>
                    <a:pt x="234" y="542"/>
                  </a:moveTo>
                  <a:lnTo>
                    <a:pt x="234" y="542"/>
                  </a:lnTo>
                  <a:lnTo>
                    <a:pt x="238" y="546"/>
                  </a:lnTo>
                  <a:lnTo>
                    <a:pt x="240" y="550"/>
                  </a:lnTo>
                  <a:lnTo>
                    <a:pt x="240" y="554"/>
                  </a:lnTo>
                  <a:lnTo>
                    <a:pt x="240" y="556"/>
                  </a:lnTo>
                  <a:lnTo>
                    <a:pt x="238" y="558"/>
                  </a:lnTo>
                  <a:lnTo>
                    <a:pt x="234" y="542"/>
                  </a:lnTo>
                  <a:close/>
                  <a:moveTo>
                    <a:pt x="330" y="618"/>
                  </a:moveTo>
                  <a:lnTo>
                    <a:pt x="330" y="602"/>
                  </a:lnTo>
                  <a:lnTo>
                    <a:pt x="336" y="604"/>
                  </a:lnTo>
                  <a:lnTo>
                    <a:pt x="330" y="618"/>
                  </a:lnTo>
                  <a:close/>
                  <a:moveTo>
                    <a:pt x="318" y="624"/>
                  </a:moveTo>
                  <a:lnTo>
                    <a:pt x="318" y="624"/>
                  </a:lnTo>
                  <a:lnTo>
                    <a:pt x="318" y="618"/>
                  </a:lnTo>
                  <a:lnTo>
                    <a:pt x="318" y="614"/>
                  </a:lnTo>
                  <a:lnTo>
                    <a:pt x="318" y="614"/>
                  </a:lnTo>
                  <a:lnTo>
                    <a:pt x="316" y="610"/>
                  </a:lnTo>
                  <a:lnTo>
                    <a:pt x="312" y="608"/>
                  </a:lnTo>
                  <a:lnTo>
                    <a:pt x="308" y="606"/>
                  </a:lnTo>
                  <a:lnTo>
                    <a:pt x="302" y="604"/>
                  </a:lnTo>
                  <a:lnTo>
                    <a:pt x="302" y="604"/>
                  </a:lnTo>
                  <a:lnTo>
                    <a:pt x="302" y="608"/>
                  </a:lnTo>
                  <a:lnTo>
                    <a:pt x="304" y="610"/>
                  </a:lnTo>
                  <a:lnTo>
                    <a:pt x="306" y="612"/>
                  </a:lnTo>
                  <a:lnTo>
                    <a:pt x="310" y="614"/>
                  </a:lnTo>
                  <a:lnTo>
                    <a:pt x="310" y="614"/>
                  </a:lnTo>
                  <a:lnTo>
                    <a:pt x="302" y="612"/>
                  </a:lnTo>
                  <a:lnTo>
                    <a:pt x="300" y="612"/>
                  </a:lnTo>
                  <a:lnTo>
                    <a:pt x="296" y="610"/>
                  </a:lnTo>
                  <a:lnTo>
                    <a:pt x="296" y="610"/>
                  </a:lnTo>
                  <a:lnTo>
                    <a:pt x="302" y="604"/>
                  </a:lnTo>
                  <a:lnTo>
                    <a:pt x="304" y="600"/>
                  </a:lnTo>
                  <a:lnTo>
                    <a:pt x="306" y="596"/>
                  </a:lnTo>
                  <a:lnTo>
                    <a:pt x="310" y="590"/>
                  </a:lnTo>
                  <a:lnTo>
                    <a:pt x="310" y="590"/>
                  </a:lnTo>
                  <a:lnTo>
                    <a:pt x="316" y="590"/>
                  </a:lnTo>
                  <a:lnTo>
                    <a:pt x="318" y="594"/>
                  </a:lnTo>
                  <a:lnTo>
                    <a:pt x="320" y="596"/>
                  </a:lnTo>
                  <a:lnTo>
                    <a:pt x="322" y="598"/>
                  </a:lnTo>
                  <a:lnTo>
                    <a:pt x="320" y="606"/>
                  </a:lnTo>
                  <a:lnTo>
                    <a:pt x="318" y="614"/>
                  </a:lnTo>
                  <a:lnTo>
                    <a:pt x="318" y="614"/>
                  </a:lnTo>
                  <a:lnTo>
                    <a:pt x="318" y="618"/>
                  </a:lnTo>
                  <a:lnTo>
                    <a:pt x="318" y="624"/>
                  </a:lnTo>
                  <a:lnTo>
                    <a:pt x="318" y="624"/>
                  </a:lnTo>
                  <a:close/>
                  <a:moveTo>
                    <a:pt x="254" y="590"/>
                  </a:moveTo>
                  <a:lnTo>
                    <a:pt x="254" y="590"/>
                  </a:lnTo>
                  <a:lnTo>
                    <a:pt x="248" y="590"/>
                  </a:lnTo>
                  <a:lnTo>
                    <a:pt x="248" y="586"/>
                  </a:lnTo>
                  <a:lnTo>
                    <a:pt x="248" y="586"/>
                  </a:lnTo>
                  <a:lnTo>
                    <a:pt x="252" y="586"/>
                  </a:lnTo>
                  <a:lnTo>
                    <a:pt x="254" y="586"/>
                  </a:lnTo>
                  <a:lnTo>
                    <a:pt x="254" y="590"/>
                  </a:lnTo>
                  <a:lnTo>
                    <a:pt x="264" y="592"/>
                  </a:lnTo>
                  <a:lnTo>
                    <a:pt x="264" y="592"/>
                  </a:lnTo>
                  <a:lnTo>
                    <a:pt x="268" y="586"/>
                  </a:lnTo>
                  <a:lnTo>
                    <a:pt x="268" y="578"/>
                  </a:lnTo>
                  <a:lnTo>
                    <a:pt x="266" y="566"/>
                  </a:lnTo>
                  <a:lnTo>
                    <a:pt x="266" y="566"/>
                  </a:lnTo>
                  <a:lnTo>
                    <a:pt x="268" y="576"/>
                  </a:lnTo>
                  <a:lnTo>
                    <a:pt x="272" y="580"/>
                  </a:lnTo>
                  <a:lnTo>
                    <a:pt x="276" y="582"/>
                  </a:lnTo>
                  <a:lnTo>
                    <a:pt x="276" y="582"/>
                  </a:lnTo>
                  <a:lnTo>
                    <a:pt x="278" y="580"/>
                  </a:lnTo>
                  <a:lnTo>
                    <a:pt x="276" y="576"/>
                  </a:lnTo>
                  <a:lnTo>
                    <a:pt x="286" y="580"/>
                  </a:lnTo>
                  <a:lnTo>
                    <a:pt x="286" y="580"/>
                  </a:lnTo>
                  <a:lnTo>
                    <a:pt x="286" y="586"/>
                  </a:lnTo>
                  <a:lnTo>
                    <a:pt x="286" y="590"/>
                  </a:lnTo>
                  <a:lnTo>
                    <a:pt x="284" y="592"/>
                  </a:lnTo>
                  <a:lnTo>
                    <a:pt x="280" y="594"/>
                  </a:lnTo>
                  <a:lnTo>
                    <a:pt x="274" y="594"/>
                  </a:lnTo>
                  <a:lnTo>
                    <a:pt x="264" y="592"/>
                  </a:lnTo>
                  <a:lnTo>
                    <a:pt x="264" y="592"/>
                  </a:lnTo>
                  <a:lnTo>
                    <a:pt x="262" y="594"/>
                  </a:lnTo>
                  <a:lnTo>
                    <a:pt x="258" y="594"/>
                  </a:lnTo>
                  <a:lnTo>
                    <a:pt x="258" y="594"/>
                  </a:lnTo>
                  <a:lnTo>
                    <a:pt x="256" y="592"/>
                  </a:lnTo>
                  <a:lnTo>
                    <a:pt x="254" y="590"/>
                  </a:lnTo>
                  <a:lnTo>
                    <a:pt x="254" y="590"/>
                  </a:lnTo>
                  <a:close/>
                  <a:moveTo>
                    <a:pt x="322" y="638"/>
                  </a:moveTo>
                  <a:lnTo>
                    <a:pt x="322" y="638"/>
                  </a:lnTo>
                  <a:lnTo>
                    <a:pt x="320" y="642"/>
                  </a:lnTo>
                  <a:lnTo>
                    <a:pt x="320" y="644"/>
                  </a:lnTo>
                  <a:lnTo>
                    <a:pt x="320" y="648"/>
                  </a:lnTo>
                  <a:lnTo>
                    <a:pt x="324" y="652"/>
                  </a:lnTo>
                  <a:lnTo>
                    <a:pt x="324" y="652"/>
                  </a:lnTo>
                  <a:lnTo>
                    <a:pt x="328" y="652"/>
                  </a:lnTo>
                  <a:lnTo>
                    <a:pt x="330" y="650"/>
                  </a:lnTo>
                  <a:lnTo>
                    <a:pt x="330" y="646"/>
                  </a:lnTo>
                  <a:lnTo>
                    <a:pt x="326" y="640"/>
                  </a:lnTo>
                  <a:lnTo>
                    <a:pt x="322" y="638"/>
                  </a:lnTo>
                  <a:lnTo>
                    <a:pt x="322" y="638"/>
                  </a:lnTo>
                  <a:close/>
                  <a:moveTo>
                    <a:pt x="84" y="370"/>
                  </a:moveTo>
                  <a:lnTo>
                    <a:pt x="84" y="370"/>
                  </a:lnTo>
                  <a:lnTo>
                    <a:pt x="86" y="370"/>
                  </a:lnTo>
                  <a:lnTo>
                    <a:pt x="88" y="370"/>
                  </a:lnTo>
                  <a:lnTo>
                    <a:pt x="92" y="366"/>
                  </a:lnTo>
                  <a:lnTo>
                    <a:pt x="94" y="360"/>
                  </a:lnTo>
                  <a:lnTo>
                    <a:pt x="94" y="354"/>
                  </a:lnTo>
                  <a:lnTo>
                    <a:pt x="108" y="358"/>
                  </a:lnTo>
                  <a:lnTo>
                    <a:pt x="108" y="358"/>
                  </a:lnTo>
                  <a:lnTo>
                    <a:pt x="106" y="360"/>
                  </a:lnTo>
                  <a:lnTo>
                    <a:pt x="104" y="362"/>
                  </a:lnTo>
                  <a:lnTo>
                    <a:pt x="102" y="368"/>
                  </a:lnTo>
                  <a:lnTo>
                    <a:pt x="102" y="380"/>
                  </a:lnTo>
                  <a:lnTo>
                    <a:pt x="102" y="380"/>
                  </a:lnTo>
                  <a:lnTo>
                    <a:pt x="96" y="380"/>
                  </a:lnTo>
                  <a:lnTo>
                    <a:pt x="92" y="378"/>
                  </a:lnTo>
                  <a:lnTo>
                    <a:pt x="90" y="374"/>
                  </a:lnTo>
                  <a:lnTo>
                    <a:pt x="84" y="370"/>
                  </a:lnTo>
                  <a:lnTo>
                    <a:pt x="84" y="370"/>
                  </a:lnTo>
                  <a:close/>
                  <a:moveTo>
                    <a:pt x="424" y="102"/>
                  </a:moveTo>
                  <a:lnTo>
                    <a:pt x="424" y="102"/>
                  </a:lnTo>
                  <a:lnTo>
                    <a:pt x="420" y="100"/>
                  </a:lnTo>
                  <a:lnTo>
                    <a:pt x="416" y="102"/>
                  </a:lnTo>
                  <a:lnTo>
                    <a:pt x="406" y="104"/>
                  </a:lnTo>
                  <a:lnTo>
                    <a:pt x="402" y="104"/>
                  </a:lnTo>
                  <a:lnTo>
                    <a:pt x="396" y="104"/>
                  </a:lnTo>
                  <a:lnTo>
                    <a:pt x="392" y="102"/>
                  </a:lnTo>
                  <a:lnTo>
                    <a:pt x="390" y="96"/>
                  </a:lnTo>
                  <a:lnTo>
                    <a:pt x="390" y="96"/>
                  </a:lnTo>
                  <a:lnTo>
                    <a:pt x="390" y="102"/>
                  </a:lnTo>
                  <a:lnTo>
                    <a:pt x="392" y="106"/>
                  </a:lnTo>
                  <a:lnTo>
                    <a:pt x="396" y="108"/>
                  </a:lnTo>
                  <a:lnTo>
                    <a:pt x="400" y="108"/>
                  </a:lnTo>
                  <a:lnTo>
                    <a:pt x="414" y="106"/>
                  </a:lnTo>
                  <a:lnTo>
                    <a:pt x="424" y="102"/>
                  </a:lnTo>
                  <a:lnTo>
                    <a:pt x="424" y="102"/>
                  </a:lnTo>
                  <a:close/>
                  <a:moveTo>
                    <a:pt x="424" y="82"/>
                  </a:moveTo>
                  <a:lnTo>
                    <a:pt x="424" y="82"/>
                  </a:lnTo>
                  <a:lnTo>
                    <a:pt x="430" y="82"/>
                  </a:lnTo>
                  <a:lnTo>
                    <a:pt x="430" y="82"/>
                  </a:lnTo>
                  <a:lnTo>
                    <a:pt x="434" y="84"/>
                  </a:lnTo>
                  <a:lnTo>
                    <a:pt x="438" y="88"/>
                  </a:lnTo>
                  <a:lnTo>
                    <a:pt x="444" y="90"/>
                  </a:lnTo>
                  <a:lnTo>
                    <a:pt x="446" y="90"/>
                  </a:lnTo>
                  <a:lnTo>
                    <a:pt x="450" y="88"/>
                  </a:lnTo>
                  <a:lnTo>
                    <a:pt x="450" y="88"/>
                  </a:lnTo>
                  <a:lnTo>
                    <a:pt x="448" y="86"/>
                  </a:lnTo>
                  <a:lnTo>
                    <a:pt x="444" y="88"/>
                  </a:lnTo>
                  <a:lnTo>
                    <a:pt x="442" y="88"/>
                  </a:lnTo>
                  <a:lnTo>
                    <a:pt x="438" y="86"/>
                  </a:lnTo>
                  <a:lnTo>
                    <a:pt x="438" y="86"/>
                  </a:lnTo>
                  <a:lnTo>
                    <a:pt x="438" y="82"/>
                  </a:lnTo>
                  <a:lnTo>
                    <a:pt x="436" y="80"/>
                  </a:lnTo>
                  <a:lnTo>
                    <a:pt x="430" y="82"/>
                  </a:lnTo>
                  <a:lnTo>
                    <a:pt x="430" y="82"/>
                  </a:lnTo>
                  <a:lnTo>
                    <a:pt x="426" y="82"/>
                  </a:lnTo>
                  <a:lnTo>
                    <a:pt x="424" y="82"/>
                  </a:lnTo>
                  <a:lnTo>
                    <a:pt x="424" y="82"/>
                  </a:lnTo>
                  <a:close/>
                  <a:moveTo>
                    <a:pt x="180" y="164"/>
                  </a:moveTo>
                  <a:lnTo>
                    <a:pt x="166" y="160"/>
                  </a:lnTo>
                  <a:lnTo>
                    <a:pt x="166" y="160"/>
                  </a:lnTo>
                  <a:lnTo>
                    <a:pt x="154" y="170"/>
                  </a:lnTo>
                  <a:lnTo>
                    <a:pt x="154" y="170"/>
                  </a:lnTo>
                  <a:lnTo>
                    <a:pt x="180" y="164"/>
                  </a:lnTo>
                  <a:lnTo>
                    <a:pt x="180" y="164"/>
                  </a:lnTo>
                  <a:close/>
                  <a:moveTo>
                    <a:pt x="62" y="280"/>
                  </a:moveTo>
                  <a:lnTo>
                    <a:pt x="62" y="280"/>
                  </a:lnTo>
                  <a:lnTo>
                    <a:pt x="64" y="282"/>
                  </a:lnTo>
                  <a:lnTo>
                    <a:pt x="66" y="284"/>
                  </a:lnTo>
                  <a:lnTo>
                    <a:pt x="66" y="290"/>
                  </a:lnTo>
                  <a:lnTo>
                    <a:pt x="64" y="298"/>
                  </a:lnTo>
                  <a:lnTo>
                    <a:pt x="60" y="302"/>
                  </a:lnTo>
                  <a:lnTo>
                    <a:pt x="60" y="302"/>
                  </a:lnTo>
                  <a:lnTo>
                    <a:pt x="66" y="300"/>
                  </a:lnTo>
                  <a:lnTo>
                    <a:pt x="70" y="296"/>
                  </a:lnTo>
                  <a:lnTo>
                    <a:pt x="76" y="282"/>
                  </a:lnTo>
                  <a:lnTo>
                    <a:pt x="76" y="282"/>
                  </a:lnTo>
                  <a:lnTo>
                    <a:pt x="78" y="276"/>
                  </a:lnTo>
                  <a:lnTo>
                    <a:pt x="78" y="276"/>
                  </a:lnTo>
                  <a:lnTo>
                    <a:pt x="76" y="282"/>
                  </a:lnTo>
                  <a:lnTo>
                    <a:pt x="76" y="282"/>
                  </a:lnTo>
                  <a:lnTo>
                    <a:pt x="74" y="284"/>
                  </a:lnTo>
                  <a:lnTo>
                    <a:pt x="70" y="282"/>
                  </a:lnTo>
                  <a:lnTo>
                    <a:pt x="66" y="280"/>
                  </a:lnTo>
                  <a:lnTo>
                    <a:pt x="64" y="274"/>
                  </a:lnTo>
                  <a:lnTo>
                    <a:pt x="58" y="288"/>
                  </a:lnTo>
                  <a:lnTo>
                    <a:pt x="62" y="280"/>
                  </a:lnTo>
                  <a:close/>
                  <a:moveTo>
                    <a:pt x="130" y="564"/>
                  </a:moveTo>
                  <a:lnTo>
                    <a:pt x="130" y="564"/>
                  </a:lnTo>
                  <a:lnTo>
                    <a:pt x="138" y="566"/>
                  </a:lnTo>
                  <a:lnTo>
                    <a:pt x="142" y="568"/>
                  </a:lnTo>
                  <a:lnTo>
                    <a:pt x="146" y="576"/>
                  </a:lnTo>
                  <a:lnTo>
                    <a:pt x="146" y="576"/>
                  </a:lnTo>
                  <a:lnTo>
                    <a:pt x="142" y="576"/>
                  </a:lnTo>
                  <a:lnTo>
                    <a:pt x="138" y="572"/>
                  </a:lnTo>
                  <a:lnTo>
                    <a:pt x="134" y="568"/>
                  </a:lnTo>
                  <a:lnTo>
                    <a:pt x="130" y="564"/>
                  </a:lnTo>
                  <a:lnTo>
                    <a:pt x="130" y="564"/>
                  </a:lnTo>
                  <a:close/>
                  <a:moveTo>
                    <a:pt x="102" y="192"/>
                  </a:moveTo>
                  <a:lnTo>
                    <a:pt x="102" y="192"/>
                  </a:lnTo>
                  <a:lnTo>
                    <a:pt x="100" y="198"/>
                  </a:lnTo>
                  <a:lnTo>
                    <a:pt x="100" y="202"/>
                  </a:lnTo>
                  <a:lnTo>
                    <a:pt x="102" y="202"/>
                  </a:lnTo>
                  <a:lnTo>
                    <a:pt x="106" y="202"/>
                  </a:lnTo>
                  <a:lnTo>
                    <a:pt x="112" y="202"/>
                  </a:lnTo>
                  <a:lnTo>
                    <a:pt x="114" y="204"/>
                  </a:lnTo>
                  <a:lnTo>
                    <a:pt x="114" y="208"/>
                  </a:lnTo>
                  <a:lnTo>
                    <a:pt x="120" y="200"/>
                  </a:lnTo>
                  <a:lnTo>
                    <a:pt x="120" y="200"/>
                  </a:lnTo>
                  <a:lnTo>
                    <a:pt x="118" y="206"/>
                  </a:lnTo>
                  <a:lnTo>
                    <a:pt x="116" y="208"/>
                  </a:lnTo>
                  <a:lnTo>
                    <a:pt x="114" y="208"/>
                  </a:lnTo>
                  <a:lnTo>
                    <a:pt x="110" y="208"/>
                  </a:lnTo>
                  <a:lnTo>
                    <a:pt x="104" y="208"/>
                  </a:lnTo>
                  <a:lnTo>
                    <a:pt x="102" y="210"/>
                  </a:lnTo>
                  <a:lnTo>
                    <a:pt x="100" y="212"/>
                  </a:lnTo>
                  <a:lnTo>
                    <a:pt x="102" y="206"/>
                  </a:lnTo>
                  <a:lnTo>
                    <a:pt x="102" y="206"/>
                  </a:lnTo>
                  <a:lnTo>
                    <a:pt x="100" y="202"/>
                  </a:lnTo>
                  <a:lnTo>
                    <a:pt x="98" y="202"/>
                  </a:lnTo>
                  <a:lnTo>
                    <a:pt x="94" y="204"/>
                  </a:lnTo>
                  <a:lnTo>
                    <a:pt x="88" y="208"/>
                  </a:lnTo>
                  <a:lnTo>
                    <a:pt x="86" y="208"/>
                  </a:lnTo>
                  <a:lnTo>
                    <a:pt x="84" y="208"/>
                  </a:lnTo>
                  <a:lnTo>
                    <a:pt x="84" y="208"/>
                  </a:lnTo>
                  <a:lnTo>
                    <a:pt x="88" y="200"/>
                  </a:lnTo>
                  <a:lnTo>
                    <a:pt x="94" y="194"/>
                  </a:lnTo>
                  <a:lnTo>
                    <a:pt x="100" y="190"/>
                  </a:lnTo>
                  <a:lnTo>
                    <a:pt x="102" y="192"/>
                  </a:lnTo>
                  <a:lnTo>
                    <a:pt x="102" y="192"/>
                  </a:lnTo>
                  <a:lnTo>
                    <a:pt x="102" y="192"/>
                  </a:lnTo>
                  <a:close/>
                  <a:moveTo>
                    <a:pt x="138" y="580"/>
                  </a:moveTo>
                  <a:lnTo>
                    <a:pt x="138" y="580"/>
                  </a:lnTo>
                  <a:lnTo>
                    <a:pt x="144" y="582"/>
                  </a:lnTo>
                  <a:lnTo>
                    <a:pt x="146" y="586"/>
                  </a:lnTo>
                  <a:lnTo>
                    <a:pt x="148" y="588"/>
                  </a:lnTo>
                  <a:lnTo>
                    <a:pt x="146" y="592"/>
                  </a:lnTo>
                  <a:lnTo>
                    <a:pt x="146" y="600"/>
                  </a:lnTo>
                  <a:lnTo>
                    <a:pt x="146" y="602"/>
                  </a:lnTo>
                  <a:lnTo>
                    <a:pt x="148" y="606"/>
                  </a:lnTo>
                  <a:lnTo>
                    <a:pt x="148" y="606"/>
                  </a:lnTo>
                  <a:lnTo>
                    <a:pt x="142" y="604"/>
                  </a:lnTo>
                  <a:lnTo>
                    <a:pt x="140" y="602"/>
                  </a:lnTo>
                  <a:lnTo>
                    <a:pt x="138" y="600"/>
                  </a:lnTo>
                  <a:lnTo>
                    <a:pt x="140" y="596"/>
                  </a:lnTo>
                  <a:lnTo>
                    <a:pt x="140" y="588"/>
                  </a:lnTo>
                  <a:lnTo>
                    <a:pt x="140" y="584"/>
                  </a:lnTo>
                  <a:lnTo>
                    <a:pt x="138" y="580"/>
                  </a:lnTo>
                  <a:lnTo>
                    <a:pt x="138" y="580"/>
                  </a:lnTo>
                  <a:close/>
                  <a:moveTo>
                    <a:pt x="12" y="318"/>
                  </a:moveTo>
                  <a:lnTo>
                    <a:pt x="12" y="316"/>
                  </a:lnTo>
                  <a:lnTo>
                    <a:pt x="20" y="298"/>
                  </a:lnTo>
                  <a:lnTo>
                    <a:pt x="20" y="300"/>
                  </a:lnTo>
                  <a:lnTo>
                    <a:pt x="12" y="318"/>
                  </a:lnTo>
                  <a:close/>
                </a:path>
              </a:pathLst>
            </a:custGeom>
            <a:solidFill>
              <a:srgbClr val="020202"/>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75" name=""/>
            <p:cNvSpPr/>
            <p:nvPr/>
          </p:nvSpPr>
          <p:spPr>
            <a:xfrm>
              <a:off x="6331680" y="3590280"/>
              <a:ext cx="3600" cy="3600"/>
            </a:xfrm>
            <a:custGeom>
              <a:avLst/>
              <a:gdLst/>
              <a:ahLst/>
              <a:rect l="l" t="t" r="r" b="b"/>
              <a:pathLst>
                <a:path w="6" h="6">
                  <a:moveTo>
                    <a:pt x="0" y="0"/>
                  </a:moveTo>
                  <a:lnTo>
                    <a:pt x="0" y="0"/>
                  </a:lnTo>
                  <a:lnTo>
                    <a:pt x="4" y="2"/>
                  </a:lnTo>
                  <a:lnTo>
                    <a:pt x="6" y="6"/>
                  </a:lnTo>
                  <a:lnTo>
                    <a:pt x="6" y="6"/>
                  </a:lnTo>
                  <a:lnTo>
                    <a:pt x="0" y="0"/>
                  </a:lnTo>
                  <a:lnTo>
                    <a:pt x="0" y="0"/>
                  </a:lnTo>
                  <a:close/>
                </a:path>
              </a:pathLst>
            </a:custGeom>
            <a:solidFill>
              <a:srgbClr val="020202"/>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76" name=""/>
            <p:cNvSpPr/>
            <p:nvPr/>
          </p:nvSpPr>
          <p:spPr>
            <a:xfrm>
              <a:off x="6496920" y="3335760"/>
              <a:ext cx="2520" cy="3600"/>
            </a:xfrm>
            <a:custGeom>
              <a:avLst/>
              <a:gdLst/>
              <a:ahLst/>
              <a:rect l="l" t="t" r="r" b="b"/>
              <a:pathLst>
                <a:path w="4" h="6">
                  <a:moveTo>
                    <a:pt x="0" y="6"/>
                  </a:moveTo>
                  <a:lnTo>
                    <a:pt x="0" y="6"/>
                  </a:lnTo>
                  <a:lnTo>
                    <a:pt x="2" y="2"/>
                  </a:lnTo>
                  <a:lnTo>
                    <a:pt x="4" y="0"/>
                  </a:lnTo>
                  <a:lnTo>
                    <a:pt x="4" y="0"/>
                  </a:lnTo>
                  <a:lnTo>
                    <a:pt x="2" y="2"/>
                  </a:lnTo>
                  <a:lnTo>
                    <a:pt x="0" y="6"/>
                  </a:lnTo>
                  <a:lnTo>
                    <a:pt x="0" y="6"/>
                  </a:lnTo>
                  <a:close/>
                </a:path>
              </a:pathLst>
            </a:custGeom>
            <a:solidFill>
              <a:srgbClr val="020202"/>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77" name=""/>
            <p:cNvSpPr/>
            <p:nvPr/>
          </p:nvSpPr>
          <p:spPr>
            <a:xfrm>
              <a:off x="6516360" y="3341160"/>
              <a:ext cx="1080" cy="1080"/>
            </a:xfrm>
            <a:custGeom>
              <a:avLst/>
              <a:gdLst/>
              <a:ahLst/>
              <a:rect l="l" t="t" r="r" b="b"/>
              <a:pathLst>
                <a:path w="2" h="2">
                  <a:moveTo>
                    <a:pt x="0" y="0"/>
                  </a:moveTo>
                  <a:lnTo>
                    <a:pt x="0" y="0"/>
                  </a:lnTo>
                  <a:lnTo>
                    <a:pt x="2" y="2"/>
                  </a:lnTo>
                  <a:lnTo>
                    <a:pt x="0" y="0"/>
                  </a:lnTo>
                  <a:close/>
                </a:path>
              </a:pathLst>
            </a:custGeom>
            <a:solidFill>
              <a:srgbClr val="020202"/>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78" name=""/>
            <p:cNvSpPr/>
            <p:nvPr/>
          </p:nvSpPr>
          <p:spPr>
            <a:xfrm>
              <a:off x="6508440" y="3731040"/>
              <a:ext cx="8640" cy="3600"/>
            </a:xfrm>
            <a:custGeom>
              <a:avLst/>
              <a:gdLst/>
              <a:ahLst/>
              <a:rect l="l" t="t" r="r" b="b"/>
              <a:pathLst>
                <a:path w="14" h="6">
                  <a:moveTo>
                    <a:pt x="4" y="6"/>
                  </a:moveTo>
                  <a:lnTo>
                    <a:pt x="4" y="6"/>
                  </a:lnTo>
                  <a:lnTo>
                    <a:pt x="0" y="2"/>
                  </a:lnTo>
                  <a:lnTo>
                    <a:pt x="2" y="0"/>
                  </a:lnTo>
                  <a:lnTo>
                    <a:pt x="8" y="0"/>
                  </a:lnTo>
                  <a:lnTo>
                    <a:pt x="14" y="0"/>
                  </a:lnTo>
                  <a:lnTo>
                    <a:pt x="14" y="0"/>
                  </a:lnTo>
                  <a:lnTo>
                    <a:pt x="10" y="2"/>
                  </a:lnTo>
                  <a:lnTo>
                    <a:pt x="10" y="6"/>
                  </a:lnTo>
                  <a:lnTo>
                    <a:pt x="8" y="6"/>
                  </a:lnTo>
                  <a:lnTo>
                    <a:pt x="4" y="6"/>
                  </a:lnTo>
                  <a:lnTo>
                    <a:pt x="4" y="6"/>
                  </a:lnTo>
                  <a:close/>
                </a:path>
              </a:pathLst>
            </a:custGeom>
            <a:solidFill>
              <a:srgbClr val="020202"/>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79" name=""/>
            <p:cNvSpPr/>
            <p:nvPr/>
          </p:nvSpPr>
          <p:spPr>
            <a:xfrm>
              <a:off x="6530400" y="3732480"/>
              <a:ext cx="10080" cy="1080"/>
            </a:xfrm>
            <a:custGeom>
              <a:avLst/>
              <a:gdLst/>
              <a:ahLst/>
              <a:rect l="l" t="t" r="r" b="b"/>
              <a:pathLst>
                <a:path w="16" h="2">
                  <a:moveTo>
                    <a:pt x="16" y="2"/>
                  </a:moveTo>
                  <a:lnTo>
                    <a:pt x="16" y="2"/>
                  </a:lnTo>
                  <a:lnTo>
                    <a:pt x="8" y="2"/>
                  </a:lnTo>
                  <a:lnTo>
                    <a:pt x="0" y="2"/>
                  </a:lnTo>
                  <a:lnTo>
                    <a:pt x="0" y="2"/>
                  </a:lnTo>
                  <a:lnTo>
                    <a:pt x="6" y="0"/>
                  </a:lnTo>
                  <a:lnTo>
                    <a:pt x="16" y="2"/>
                  </a:lnTo>
                  <a:lnTo>
                    <a:pt x="16" y="2"/>
                  </a:lnTo>
                  <a:close/>
                </a:path>
              </a:pathLst>
            </a:custGeom>
            <a:solidFill>
              <a:srgbClr val="020202"/>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580" name=""/>
            <p:cNvSpPr/>
            <p:nvPr/>
          </p:nvSpPr>
          <p:spPr>
            <a:xfrm>
              <a:off x="6519960" y="3733920"/>
              <a:ext cx="10080" cy="7560"/>
            </a:xfrm>
            <a:custGeom>
              <a:avLst/>
              <a:gdLst/>
              <a:ahLst/>
              <a:rect l="l" t="t" r="r" b="b"/>
              <a:pathLst>
                <a:path w="16" h="12">
                  <a:moveTo>
                    <a:pt x="0" y="12"/>
                  </a:moveTo>
                  <a:lnTo>
                    <a:pt x="0" y="12"/>
                  </a:lnTo>
                  <a:lnTo>
                    <a:pt x="8" y="4"/>
                  </a:lnTo>
                  <a:lnTo>
                    <a:pt x="16" y="0"/>
                  </a:lnTo>
                  <a:lnTo>
                    <a:pt x="16" y="0"/>
                  </a:lnTo>
                  <a:lnTo>
                    <a:pt x="10" y="6"/>
                  </a:lnTo>
                  <a:lnTo>
                    <a:pt x="6" y="10"/>
                  </a:lnTo>
                  <a:lnTo>
                    <a:pt x="0" y="12"/>
                  </a:lnTo>
                  <a:lnTo>
                    <a:pt x="0" y="12"/>
                  </a:lnTo>
                  <a:close/>
                </a:path>
              </a:pathLst>
            </a:custGeom>
            <a:solidFill>
              <a:srgbClr val="020202"/>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581" name=""/>
            <p:cNvSpPr/>
            <p:nvPr/>
          </p:nvSpPr>
          <p:spPr>
            <a:xfrm>
              <a:off x="6578280" y="3689640"/>
              <a:ext cx="21600" cy="9000"/>
            </a:xfrm>
            <a:custGeom>
              <a:avLst/>
              <a:gdLst/>
              <a:ahLst/>
              <a:rect l="l" t="t" r="r" b="b"/>
              <a:pathLst>
                <a:path w="34" h="14">
                  <a:moveTo>
                    <a:pt x="34" y="6"/>
                  </a:moveTo>
                  <a:lnTo>
                    <a:pt x="34" y="6"/>
                  </a:lnTo>
                  <a:lnTo>
                    <a:pt x="26" y="8"/>
                  </a:lnTo>
                  <a:lnTo>
                    <a:pt x="22" y="10"/>
                  </a:lnTo>
                  <a:lnTo>
                    <a:pt x="16" y="14"/>
                  </a:lnTo>
                  <a:lnTo>
                    <a:pt x="16" y="14"/>
                  </a:lnTo>
                  <a:lnTo>
                    <a:pt x="20" y="8"/>
                  </a:lnTo>
                  <a:lnTo>
                    <a:pt x="22" y="4"/>
                  </a:lnTo>
                  <a:lnTo>
                    <a:pt x="20" y="2"/>
                  </a:lnTo>
                  <a:lnTo>
                    <a:pt x="16" y="2"/>
                  </a:lnTo>
                  <a:lnTo>
                    <a:pt x="6" y="4"/>
                  </a:lnTo>
                  <a:lnTo>
                    <a:pt x="0" y="4"/>
                  </a:lnTo>
                  <a:lnTo>
                    <a:pt x="0" y="4"/>
                  </a:lnTo>
                  <a:lnTo>
                    <a:pt x="8" y="0"/>
                  </a:lnTo>
                  <a:lnTo>
                    <a:pt x="16" y="2"/>
                  </a:lnTo>
                  <a:lnTo>
                    <a:pt x="34" y="6"/>
                  </a:lnTo>
                  <a:lnTo>
                    <a:pt x="34" y="6"/>
                  </a:lnTo>
                  <a:close/>
                </a:path>
              </a:pathLst>
            </a:custGeom>
            <a:solidFill>
              <a:srgbClr val="020202"/>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582" name=""/>
            <p:cNvSpPr/>
            <p:nvPr/>
          </p:nvSpPr>
          <p:spPr>
            <a:xfrm>
              <a:off x="6616800" y="3682080"/>
              <a:ext cx="2160" cy="3600"/>
            </a:xfrm>
            <a:custGeom>
              <a:avLst/>
              <a:gdLst/>
              <a:ahLst/>
              <a:rect l="l" t="t" r="r" b="b"/>
              <a:pathLst>
                <a:path w="4" h="6">
                  <a:moveTo>
                    <a:pt x="4" y="0"/>
                  </a:moveTo>
                  <a:lnTo>
                    <a:pt x="4" y="0"/>
                  </a:lnTo>
                  <a:lnTo>
                    <a:pt x="0" y="6"/>
                  </a:lnTo>
                  <a:lnTo>
                    <a:pt x="0" y="6"/>
                  </a:lnTo>
                  <a:lnTo>
                    <a:pt x="2" y="2"/>
                  </a:lnTo>
                  <a:lnTo>
                    <a:pt x="4" y="0"/>
                  </a:lnTo>
                  <a:lnTo>
                    <a:pt x="4" y="0"/>
                  </a:lnTo>
                  <a:close/>
                </a:path>
              </a:pathLst>
            </a:custGeom>
            <a:solidFill>
              <a:srgbClr val="020202"/>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7583" name=""/>
            <p:cNvSpPr/>
            <p:nvPr/>
          </p:nvSpPr>
          <p:spPr>
            <a:xfrm>
              <a:off x="6619320" y="3673080"/>
              <a:ext cx="18000" cy="9000"/>
            </a:xfrm>
            <a:custGeom>
              <a:avLst/>
              <a:gdLst/>
              <a:ahLst/>
              <a:rect l="l" t="t" r="r" b="b"/>
              <a:pathLst>
                <a:path w="28" h="14">
                  <a:moveTo>
                    <a:pt x="4" y="2"/>
                  </a:moveTo>
                  <a:lnTo>
                    <a:pt x="4" y="2"/>
                  </a:lnTo>
                  <a:lnTo>
                    <a:pt x="10" y="0"/>
                  </a:lnTo>
                  <a:lnTo>
                    <a:pt x="16" y="0"/>
                  </a:lnTo>
                  <a:lnTo>
                    <a:pt x="28" y="4"/>
                  </a:lnTo>
                  <a:lnTo>
                    <a:pt x="28" y="4"/>
                  </a:lnTo>
                  <a:lnTo>
                    <a:pt x="24" y="8"/>
                  </a:lnTo>
                  <a:lnTo>
                    <a:pt x="22" y="10"/>
                  </a:lnTo>
                  <a:lnTo>
                    <a:pt x="14" y="12"/>
                  </a:lnTo>
                  <a:lnTo>
                    <a:pt x="8" y="12"/>
                  </a:lnTo>
                  <a:lnTo>
                    <a:pt x="0" y="14"/>
                  </a:lnTo>
                  <a:lnTo>
                    <a:pt x="0" y="14"/>
                  </a:lnTo>
                  <a:lnTo>
                    <a:pt x="6" y="8"/>
                  </a:lnTo>
                  <a:lnTo>
                    <a:pt x="6" y="6"/>
                  </a:lnTo>
                  <a:lnTo>
                    <a:pt x="4" y="2"/>
                  </a:lnTo>
                  <a:lnTo>
                    <a:pt x="4" y="2"/>
                  </a:lnTo>
                  <a:close/>
                </a:path>
              </a:pathLst>
            </a:custGeom>
            <a:solidFill>
              <a:srgbClr val="020202"/>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584" name=""/>
            <p:cNvSpPr/>
            <p:nvPr/>
          </p:nvSpPr>
          <p:spPr>
            <a:xfrm>
              <a:off x="6695640" y="3514320"/>
              <a:ext cx="3600" cy="8640"/>
            </a:xfrm>
            <a:custGeom>
              <a:avLst/>
              <a:gdLst/>
              <a:ahLst/>
              <a:rect l="l" t="t" r="r" b="b"/>
              <a:pathLst>
                <a:path w="6" h="14">
                  <a:moveTo>
                    <a:pt x="6" y="10"/>
                  </a:moveTo>
                  <a:lnTo>
                    <a:pt x="6" y="10"/>
                  </a:lnTo>
                  <a:lnTo>
                    <a:pt x="4" y="14"/>
                  </a:lnTo>
                  <a:lnTo>
                    <a:pt x="2" y="14"/>
                  </a:lnTo>
                  <a:lnTo>
                    <a:pt x="0" y="14"/>
                  </a:lnTo>
                  <a:lnTo>
                    <a:pt x="0" y="14"/>
                  </a:lnTo>
                  <a:lnTo>
                    <a:pt x="2" y="2"/>
                  </a:lnTo>
                  <a:lnTo>
                    <a:pt x="2" y="2"/>
                  </a:lnTo>
                  <a:lnTo>
                    <a:pt x="4" y="0"/>
                  </a:lnTo>
                  <a:lnTo>
                    <a:pt x="6" y="4"/>
                  </a:lnTo>
                  <a:lnTo>
                    <a:pt x="6" y="10"/>
                  </a:lnTo>
                  <a:lnTo>
                    <a:pt x="6" y="10"/>
                  </a:lnTo>
                  <a:close/>
                </a:path>
              </a:pathLst>
            </a:custGeom>
            <a:solidFill>
              <a:srgbClr val="020202"/>
            </a:solidFill>
            <a:ln w="0">
              <a:noFill/>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7585" name=""/>
            <p:cNvSpPr/>
            <p:nvPr/>
          </p:nvSpPr>
          <p:spPr>
            <a:xfrm>
              <a:off x="6712200" y="3481920"/>
              <a:ext cx="10080" cy="7560"/>
            </a:xfrm>
            <a:custGeom>
              <a:avLst/>
              <a:gdLst/>
              <a:ahLst/>
              <a:rect l="l" t="t" r="r" b="b"/>
              <a:pathLst>
                <a:path w="16" h="12">
                  <a:moveTo>
                    <a:pt x="8" y="12"/>
                  </a:moveTo>
                  <a:lnTo>
                    <a:pt x="8" y="12"/>
                  </a:lnTo>
                  <a:lnTo>
                    <a:pt x="8" y="8"/>
                  </a:lnTo>
                  <a:lnTo>
                    <a:pt x="8" y="6"/>
                  </a:lnTo>
                  <a:lnTo>
                    <a:pt x="4" y="4"/>
                  </a:lnTo>
                  <a:lnTo>
                    <a:pt x="0" y="4"/>
                  </a:lnTo>
                  <a:lnTo>
                    <a:pt x="0" y="2"/>
                  </a:lnTo>
                  <a:lnTo>
                    <a:pt x="0" y="0"/>
                  </a:lnTo>
                  <a:lnTo>
                    <a:pt x="16" y="2"/>
                  </a:lnTo>
                  <a:lnTo>
                    <a:pt x="8" y="12"/>
                  </a:lnTo>
                  <a:close/>
                </a:path>
              </a:pathLst>
            </a:custGeom>
            <a:solidFill>
              <a:srgbClr val="020202"/>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586" name=""/>
            <p:cNvSpPr/>
            <p:nvPr/>
          </p:nvSpPr>
          <p:spPr>
            <a:xfrm>
              <a:off x="6766560" y="3495960"/>
              <a:ext cx="1080" cy="2520"/>
            </a:xfrm>
            <a:custGeom>
              <a:avLst/>
              <a:gdLst/>
              <a:ahLst/>
              <a:rect l="l" t="t" r="r" b="b"/>
              <a:pathLst>
                <a:path w="2" h="4">
                  <a:moveTo>
                    <a:pt x="2" y="0"/>
                  </a:moveTo>
                  <a:lnTo>
                    <a:pt x="0" y="4"/>
                  </a:lnTo>
                  <a:lnTo>
                    <a:pt x="2" y="0"/>
                  </a:lnTo>
                  <a:lnTo>
                    <a:pt x="2" y="0"/>
                  </a:lnTo>
                  <a:close/>
                </a:path>
              </a:pathLst>
            </a:custGeom>
            <a:solidFill>
              <a:srgbClr val="020202"/>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7587" name=""/>
            <p:cNvSpPr/>
            <p:nvPr/>
          </p:nvSpPr>
          <p:spPr>
            <a:xfrm>
              <a:off x="6695640" y="3454920"/>
              <a:ext cx="10080" cy="7560"/>
            </a:xfrm>
            <a:custGeom>
              <a:avLst/>
              <a:gdLst/>
              <a:ahLst/>
              <a:rect l="l" t="t" r="r" b="b"/>
              <a:pathLst>
                <a:path w="16" h="12">
                  <a:moveTo>
                    <a:pt x="16" y="2"/>
                  </a:moveTo>
                  <a:lnTo>
                    <a:pt x="0" y="12"/>
                  </a:lnTo>
                  <a:lnTo>
                    <a:pt x="0" y="12"/>
                  </a:lnTo>
                  <a:lnTo>
                    <a:pt x="4" y="6"/>
                  </a:lnTo>
                  <a:lnTo>
                    <a:pt x="8" y="2"/>
                  </a:lnTo>
                  <a:lnTo>
                    <a:pt x="14" y="0"/>
                  </a:lnTo>
                  <a:lnTo>
                    <a:pt x="16" y="2"/>
                  </a:lnTo>
                  <a:lnTo>
                    <a:pt x="16" y="2"/>
                  </a:lnTo>
                  <a:close/>
                </a:path>
              </a:pathLst>
            </a:custGeom>
            <a:solidFill>
              <a:srgbClr val="020202"/>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588" name=""/>
            <p:cNvSpPr/>
            <p:nvPr/>
          </p:nvSpPr>
          <p:spPr>
            <a:xfrm>
              <a:off x="6689160" y="3423600"/>
              <a:ext cx="2520" cy="12600"/>
            </a:xfrm>
            <a:custGeom>
              <a:avLst/>
              <a:gdLst/>
              <a:ahLst/>
              <a:rect l="l" t="t" r="r" b="b"/>
              <a:pathLst>
                <a:path w="4" h="20">
                  <a:moveTo>
                    <a:pt x="4" y="12"/>
                  </a:moveTo>
                  <a:lnTo>
                    <a:pt x="0" y="20"/>
                  </a:lnTo>
                  <a:lnTo>
                    <a:pt x="0" y="0"/>
                  </a:lnTo>
                  <a:lnTo>
                    <a:pt x="4" y="12"/>
                  </a:lnTo>
                  <a:close/>
                </a:path>
              </a:pathLst>
            </a:custGeom>
            <a:solidFill>
              <a:srgbClr val="020202"/>
            </a:solidFill>
            <a:ln w="0">
              <a:noFill/>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7589" name=""/>
            <p:cNvSpPr/>
            <p:nvPr/>
          </p:nvSpPr>
          <p:spPr>
            <a:xfrm>
              <a:off x="6678720" y="3393000"/>
              <a:ext cx="5040" cy="8640"/>
            </a:xfrm>
            <a:custGeom>
              <a:avLst/>
              <a:gdLst/>
              <a:ahLst/>
              <a:rect l="l" t="t" r="r" b="b"/>
              <a:pathLst>
                <a:path w="8" h="14">
                  <a:moveTo>
                    <a:pt x="8" y="14"/>
                  </a:moveTo>
                  <a:lnTo>
                    <a:pt x="4" y="14"/>
                  </a:lnTo>
                  <a:lnTo>
                    <a:pt x="4" y="14"/>
                  </a:lnTo>
                  <a:lnTo>
                    <a:pt x="2" y="6"/>
                  </a:lnTo>
                  <a:lnTo>
                    <a:pt x="0" y="0"/>
                  </a:lnTo>
                  <a:lnTo>
                    <a:pt x="0" y="0"/>
                  </a:lnTo>
                  <a:lnTo>
                    <a:pt x="4" y="6"/>
                  </a:lnTo>
                  <a:lnTo>
                    <a:pt x="8" y="14"/>
                  </a:lnTo>
                  <a:lnTo>
                    <a:pt x="8" y="14"/>
                  </a:lnTo>
                  <a:close/>
                </a:path>
              </a:pathLst>
            </a:custGeom>
            <a:solidFill>
              <a:srgbClr val="020202"/>
            </a:solidFill>
            <a:ln w="0">
              <a:noFill/>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7590" name=""/>
            <p:cNvSpPr/>
            <p:nvPr/>
          </p:nvSpPr>
          <p:spPr>
            <a:xfrm>
              <a:off x="6344640" y="3355560"/>
              <a:ext cx="14040" cy="14040"/>
            </a:xfrm>
            <a:custGeom>
              <a:avLst/>
              <a:gdLst/>
              <a:ahLst/>
              <a:rect l="l" t="t" r="r" b="b"/>
              <a:pathLst>
                <a:path w="22" h="22">
                  <a:moveTo>
                    <a:pt x="2" y="22"/>
                  </a:moveTo>
                  <a:lnTo>
                    <a:pt x="2" y="22"/>
                  </a:lnTo>
                  <a:lnTo>
                    <a:pt x="0" y="18"/>
                  </a:lnTo>
                  <a:lnTo>
                    <a:pt x="0" y="14"/>
                  </a:lnTo>
                  <a:lnTo>
                    <a:pt x="4" y="12"/>
                  </a:lnTo>
                  <a:lnTo>
                    <a:pt x="8" y="10"/>
                  </a:lnTo>
                  <a:lnTo>
                    <a:pt x="16" y="4"/>
                  </a:lnTo>
                  <a:lnTo>
                    <a:pt x="22" y="0"/>
                  </a:lnTo>
                  <a:lnTo>
                    <a:pt x="22" y="0"/>
                  </a:lnTo>
                  <a:lnTo>
                    <a:pt x="22" y="6"/>
                  </a:lnTo>
                  <a:lnTo>
                    <a:pt x="20" y="8"/>
                  </a:lnTo>
                  <a:lnTo>
                    <a:pt x="18" y="10"/>
                  </a:lnTo>
                  <a:lnTo>
                    <a:pt x="14" y="10"/>
                  </a:lnTo>
                  <a:lnTo>
                    <a:pt x="10" y="12"/>
                  </a:lnTo>
                  <a:lnTo>
                    <a:pt x="6" y="14"/>
                  </a:lnTo>
                  <a:lnTo>
                    <a:pt x="2" y="16"/>
                  </a:lnTo>
                  <a:lnTo>
                    <a:pt x="2" y="22"/>
                  </a:lnTo>
                  <a:lnTo>
                    <a:pt x="2" y="22"/>
                  </a:lnTo>
                  <a:close/>
                </a:path>
              </a:pathLst>
            </a:custGeom>
            <a:solidFill>
              <a:srgbClr val="020202"/>
            </a:solidFill>
            <a:ln w="0">
              <a:no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7591" name=""/>
            <p:cNvSpPr/>
            <p:nvPr/>
          </p:nvSpPr>
          <p:spPr>
            <a:xfrm>
              <a:off x="6312240" y="3572280"/>
              <a:ext cx="7560" cy="11520"/>
            </a:xfrm>
            <a:custGeom>
              <a:avLst/>
              <a:gdLst/>
              <a:ahLst/>
              <a:rect l="l" t="t" r="r" b="b"/>
              <a:pathLst>
                <a:path w="12" h="18">
                  <a:moveTo>
                    <a:pt x="12" y="18"/>
                  </a:moveTo>
                  <a:lnTo>
                    <a:pt x="0" y="0"/>
                  </a:lnTo>
                  <a:lnTo>
                    <a:pt x="0" y="0"/>
                  </a:lnTo>
                  <a:lnTo>
                    <a:pt x="6" y="4"/>
                  </a:lnTo>
                  <a:lnTo>
                    <a:pt x="8" y="6"/>
                  </a:lnTo>
                  <a:lnTo>
                    <a:pt x="8" y="10"/>
                  </a:lnTo>
                  <a:lnTo>
                    <a:pt x="12" y="18"/>
                  </a:lnTo>
                  <a:lnTo>
                    <a:pt x="12" y="18"/>
                  </a:lnTo>
                  <a:close/>
                </a:path>
              </a:pathLst>
            </a:custGeom>
            <a:solidFill>
              <a:srgbClr val="020202"/>
            </a:solidFill>
            <a:ln w="0">
              <a:noFill/>
            </a:ln>
          </p:spPr>
          <p:style>
            <a:lnRef idx="0"/>
            <a:fillRef idx="0"/>
            <a:effectRef idx="0"/>
            <a:fontRef idx="minor"/>
          </p:style>
          <p:txBody>
            <a:bodyPr lIns="90000" rIns="90000" tIns="-35280" bIns="-35280" anchor="t">
              <a:noAutofit/>
            </a:bodyPr>
            <a:p>
              <a:endParaRPr b="0" lang="en-US" sz="2400" spc="-1" strike="noStrike">
                <a:solidFill>
                  <a:srgbClr val="000000"/>
                </a:solidFill>
                <a:latin typeface="Times New Roman"/>
              </a:endParaRPr>
            </a:p>
          </p:txBody>
        </p:sp>
      </p:grpSp>
      <p:grpSp>
        <p:nvGrpSpPr>
          <p:cNvPr id="7592" name=""/>
          <p:cNvGrpSpPr/>
          <p:nvPr/>
        </p:nvGrpSpPr>
        <p:grpSpPr>
          <a:xfrm>
            <a:off x="5791320" y="5151240"/>
            <a:ext cx="796680" cy="793800"/>
            <a:chOff x="5791320" y="5151240"/>
            <a:chExt cx="796680" cy="793800"/>
          </a:xfrm>
        </p:grpSpPr>
        <p:sp>
          <p:nvSpPr>
            <p:cNvPr id="7593" name=""/>
            <p:cNvSpPr/>
            <p:nvPr/>
          </p:nvSpPr>
          <p:spPr>
            <a:xfrm flipV="1">
              <a:off x="5791320" y="5151600"/>
              <a:ext cx="795240" cy="793440"/>
            </a:xfrm>
            <a:custGeom>
              <a:avLst/>
              <a:gdLst/>
              <a:ahLst/>
              <a:rect l="l" t="t" r="r" b="b"/>
              <a:pathLst>
                <a:path w="7521" h="6912">
                  <a:moveTo>
                    <a:pt x="184" y="3100"/>
                  </a:moveTo>
                  <a:lnTo>
                    <a:pt x="179" y="3112"/>
                  </a:lnTo>
                  <a:lnTo>
                    <a:pt x="171" y="3129"/>
                  </a:lnTo>
                  <a:lnTo>
                    <a:pt x="163" y="3148"/>
                  </a:lnTo>
                  <a:lnTo>
                    <a:pt x="154" y="3172"/>
                  </a:lnTo>
                  <a:lnTo>
                    <a:pt x="144" y="3199"/>
                  </a:lnTo>
                  <a:lnTo>
                    <a:pt x="134" y="3228"/>
                  </a:lnTo>
                  <a:lnTo>
                    <a:pt x="124" y="3260"/>
                  </a:lnTo>
                  <a:lnTo>
                    <a:pt x="114" y="3293"/>
                  </a:lnTo>
                  <a:lnTo>
                    <a:pt x="105" y="3328"/>
                  </a:lnTo>
                  <a:lnTo>
                    <a:pt x="96" y="3364"/>
                  </a:lnTo>
                  <a:lnTo>
                    <a:pt x="89" y="3400"/>
                  </a:lnTo>
                  <a:lnTo>
                    <a:pt x="84" y="3436"/>
                  </a:lnTo>
                  <a:lnTo>
                    <a:pt x="80" y="3473"/>
                  </a:lnTo>
                  <a:lnTo>
                    <a:pt x="78" y="3509"/>
                  </a:lnTo>
                  <a:lnTo>
                    <a:pt x="78" y="3543"/>
                  </a:lnTo>
                  <a:lnTo>
                    <a:pt x="80" y="3577"/>
                  </a:lnTo>
                  <a:lnTo>
                    <a:pt x="83" y="3596"/>
                  </a:lnTo>
                  <a:lnTo>
                    <a:pt x="89" y="3615"/>
                  </a:lnTo>
                  <a:lnTo>
                    <a:pt x="97" y="3635"/>
                  </a:lnTo>
                  <a:lnTo>
                    <a:pt x="107" y="3654"/>
                  </a:lnTo>
                  <a:lnTo>
                    <a:pt x="118" y="3674"/>
                  </a:lnTo>
                  <a:lnTo>
                    <a:pt x="131" y="3694"/>
                  </a:lnTo>
                  <a:lnTo>
                    <a:pt x="145" y="3714"/>
                  </a:lnTo>
                  <a:lnTo>
                    <a:pt x="160" y="3731"/>
                  </a:lnTo>
                  <a:lnTo>
                    <a:pt x="176" y="3750"/>
                  </a:lnTo>
                  <a:lnTo>
                    <a:pt x="191" y="3767"/>
                  </a:lnTo>
                  <a:lnTo>
                    <a:pt x="208" y="3783"/>
                  </a:lnTo>
                  <a:lnTo>
                    <a:pt x="224" y="3799"/>
                  </a:lnTo>
                  <a:lnTo>
                    <a:pt x="239" y="3812"/>
                  </a:lnTo>
                  <a:lnTo>
                    <a:pt x="255" y="3826"/>
                  </a:lnTo>
                  <a:lnTo>
                    <a:pt x="269" y="3837"/>
                  </a:lnTo>
                  <a:lnTo>
                    <a:pt x="283" y="3847"/>
                  </a:lnTo>
                  <a:lnTo>
                    <a:pt x="281" y="3848"/>
                  </a:lnTo>
                  <a:lnTo>
                    <a:pt x="277" y="3851"/>
                  </a:lnTo>
                  <a:lnTo>
                    <a:pt x="269" y="3856"/>
                  </a:lnTo>
                  <a:lnTo>
                    <a:pt x="259" y="3862"/>
                  </a:lnTo>
                  <a:lnTo>
                    <a:pt x="247" y="3871"/>
                  </a:lnTo>
                  <a:lnTo>
                    <a:pt x="234" y="3880"/>
                  </a:lnTo>
                  <a:lnTo>
                    <a:pt x="218" y="3890"/>
                  </a:lnTo>
                  <a:lnTo>
                    <a:pt x="203" y="3903"/>
                  </a:lnTo>
                  <a:lnTo>
                    <a:pt x="187" y="3915"/>
                  </a:lnTo>
                  <a:lnTo>
                    <a:pt x="170" y="3929"/>
                  </a:lnTo>
                  <a:lnTo>
                    <a:pt x="155" y="3943"/>
                  </a:lnTo>
                  <a:lnTo>
                    <a:pt x="139" y="3958"/>
                  </a:lnTo>
                  <a:lnTo>
                    <a:pt x="125" y="3973"/>
                  </a:lnTo>
                  <a:lnTo>
                    <a:pt x="111" y="3988"/>
                  </a:lnTo>
                  <a:lnTo>
                    <a:pt x="100" y="4003"/>
                  </a:lnTo>
                  <a:lnTo>
                    <a:pt x="90" y="4019"/>
                  </a:lnTo>
                  <a:lnTo>
                    <a:pt x="84" y="4032"/>
                  </a:lnTo>
                  <a:lnTo>
                    <a:pt x="77" y="4046"/>
                  </a:lnTo>
                  <a:lnTo>
                    <a:pt x="69" y="4062"/>
                  </a:lnTo>
                  <a:lnTo>
                    <a:pt x="61" y="4079"/>
                  </a:lnTo>
                  <a:lnTo>
                    <a:pt x="53" y="4098"/>
                  </a:lnTo>
                  <a:lnTo>
                    <a:pt x="45" y="4119"/>
                  </a:lnTo>
                  <a:lnTo>
                    <a:pt x="37" y="4140"/>
                  </a:lnTo>
                  <a:lnTo>
                    <a:pt x="30" y="4161"/>
                  </a:lnTo>
                  <a:lnTo>
                    <a:pt x="22" y="4184"/>
                  </a:lnTo>
                  <a:lnTo>
                    <a:pt x="16" y="4207"/>
                  </a:lnTo>
                  <a:lnTo>
                    <a:pt x="10" y="4231"/>
                  </a:lnTo>
                  <a:lnTo>
                    <a:pt x="6" y="4254"/>
                  </a:lnTo>
                  <a:lnTo>
                    <a:pt x="3" y="4278"/>
                  </a:lnTo>
                  <a:lnTo>
                    <a:pt x="1" y="4301"/>
                  </a:lnTo>
                  <a:lnTo>
                    <a:pt x="0" y="4322"/>
                  </a:lnTo>
                  <a:lnTo>
                    <a:pt x="1" y="4344"/>
                  </a:lnTo>
                  <a:lnTo>
                    <a:pt x="4" y="4366"/>
                  </a:lnTo>
                  <a:lnTo>
                    <a:pt x="9" y="4390"/>
                  </a:lnTo>
                  <a:lnTo>
                    <a:pt x="17" y="4415"/>
                  </a:lnTo>
                  <a:lnTo>
                    <a:pt x="28" y="4441"/>
                  </a:lnTo>
                  <a:lnTo>
                    <a:pt x="40" y="4468"/>
                  </a:lnTo>
                  <a:lnTo>
                    <a:pt x="54" y="4495"/>
                  </a:lnTo>
                  <a:lnTo>
                    <a:pt x="69" y="4523"/>
                  </a:lnTo>
                  <a:lnTo>
                    <a:pt x="86" y="4550"/>
                  </a:lnTo>
                  <a:lnTo>
                    <a:pt x="104" y="4578"/>
                  </a:lnTo>
                  <a:lnTo>
                    <a:pt x="122" y="4604"/>
                  </a:lnTo>
                  <a:lnTo>
                    <a:pt x="141" y="4630"/>
                  </a:lnTo>
                  <a:lnTo>
                    <a:pt x="161" y="4654"/>
                  </a:lnTo>
                  <a:lnTo>
                    <a:pt x="181" y="4677"/>
                  </a:lnTo>
                  <a:lnTo>
                    <a:pt x="201" y="4699"/>
                  </a:lnTo>
                  <a:lnTo>
                    <a:pt x="220" y="4717"/>
                  </a:lnTo>
                  <a:lnTo>
                    <a:pt x="239" y="4734"/>
                  </a:lnTo>
                  <a:lnTo>
                    <a:pt x="238" y="4736"/>
                  </a:lnTo>
                  <a:lnTo>
                    <a:pt x="233" y="4743"/>
                  </a:lnTo>
                  <a:lnTo>
                    <a:pt x="227" y="4756"/>
                  </a:lnTo>
                  <a:lnTo>
                    <a:pt x="218" y="4771"/>
                  </a:lnTo>
                  <a:lnTo>
                    <a:pt x="208" y="4791"/>
                  </a:lnTo>
                  <a:lnTo>
                    <a:pt x="197" y="4814"/>
                  </a:lnTo>
                  <a:lnTo>
                    <a:pt x="187" y="4840"/>
                  </a:lnTo>
                  <a:lnTo>
                    <a:pt x="176" y="4869"/>
                  </a:lnTo>
                  <a:lnTo>
                    <a:pt x="165" y="4900"/>
                  </a:lnTo>
                  <a:lnTo>
                    <a:pt x="156" y="4933"/>
                  </a:lnTo>
                  <a:lnTo>
                    <a:pt x="149" y="4969"/>
                  </a:lnTo>
                  <a:lnTo>
                    <a:pt x="142" y="5006"/>
                  </a:lnTo>
                  <a:lnTo>
                    <a:pt x="139" y="5043"/>
                  </a:lnTo>
                  <a:lnTo>
                    <a:pt x="139" y="5082"/>
                  </a:lnTo>
                  <a:lnTo>
                    <a:pt x="142" y="5120"/>
                  </a:lnTo>
                  <a:lnTo>
                    <a:pt x="150" y="5160"/>
                  </a:lnTo>
                  <a:lnTo>
                    <a:pt x="161" y="5199"/>
                  </a:lnTo>
                  <a:lnTo>
                    <a:pt x="178" y="5238"/>
                  </a:lnTo>
                  <a:lnTo>
                    <a:pt x="199" y="5277"/>
                  </a:lnTo>
                  <a:lnTo>
                    <a:pt x="221" y="5315"/>
                  </a:lnTo>
                  <a:lnTo>
                    <a:pt x="249" y="5352"/>
                  </a:lnTo>
                  <a:lnTo>
                    <a:pt x="277" y="5388"/>
                  </a:lnTo>
                  <a:lnTo>
                    <a:pt x="307" y="5424"/>
                  </a:lnTo>
                  <a:lnTo>
                    <a:pt x="338" y="5457"/>
                  </a:lnTo>
                  <a:lnTo>
                    <a:pt x="370" y="5488"/>
                  </a:lnTo>
                  <a:lnTo>
                    <a:pt x="402" y="5517"/>
                  </a:lnTo>
                  <a:lnTo>
                    <a:pt x="433" y="5543"/>
                  </a:lnTo>
                  <a:lnTo>
                    <a:pt x="462" y="5567"/>
                  </a:lnTo>
                  <a:lnTo>
                    <a:pt x="490" y="5587"/>
                  </a:lnTo>
                  <a:lnTo>
                    <a:pt x="515" y="5604"/>
                  </a:lnTo>
                  <a:lnTo>
                    <a:pt x="538" y="5618"/>
                  </a:lnTo>
                  <a:lnTo>
                    <a:pt x="557" y="5627"/>
                  </a:lnTo>
                  <a:lnTo>
                    <a:pt x="557" y="5629"/>
                  </a:lnTo>
                  <a:lnTo>
                    <a:pt x="558" y="5638"/>
                  </a:lnTo>
                  <a:lnTo>
                    <a:pt x="558" y="5649"/>
                  </a:lnTo>
                  <a:lnTo>
                    <a:pt x="559" y="5665"/>
                  </a:lnTo>
                  <a:lnTo>
                    <a:pt x="561" y="5683"/>
                  </a:lnTo>
                  <a:lnTo>
                    <a:pt x="563" y="5705"/>
                  </a:lnTo>
                  <a:lnTo>
                    <a:pt x="565" y="5729"/>
                  </a:lnTo>
                  <a:lnTo>
                    <a:pt x="568" y="5755"/>
                  </a:lnTo>
                  <a:lnTo>
                    <a:pt x="571" y="5783"/>
                  </a:lnTo>
                  <a:lnTo>
                    <a:pt x="576" y="5811"/>
                  </a:lnTo>
                  <a:lnTo>
                    <a:pt x="581" y="5841"/>
                  </a:lnTo>
                  <a:lnTo>
                    <a:pt x="586" y="5870"/>
                  </a:lnTo>
                  <a:lnTo>
                    <a:pt x="592" y="5899"/>
                  </a:lnTo>
                  <a:lnTo>
                    <a:pt x="599" y="5927"/>
                  </a:lnTo>
                  <a:lnTo>
                    <a:pt x="608" y="5954"/>
                  </a:lnTo>
                  <a:lnTo>
                    <a:pt x="616" y="5978"/>
                  </a:lnTo>
                  <a:lnTo>
                    <a:pt x="627" y="6002"/>
                  </a:lnTo>
                  <a:lnTo>
                    <a:pt x="640" y="6027"/>
                  </a:lnTo>
                  <a:lnTo>
                    <a:pt x="657" y="6053"/>
                  </a:lnTo>
                  <a:lnTo>
                    <a:pt x="674" y="6079"/>
                  </a:lnTo>
                  <a:lnTo>
                    <a:pt x="695" y="6106"/>
                  </a:lnTo>
                  <a:lnTo>
                    <a:pt x="719" y="6132"/>
                  </a:lnTo>
                  <a:lnTo>
                    <a:pt x="744" y="6158"/>
                  </a:lnTo>
                  <a:lnTo>
                    <a:pt x="771" y="6184"/>
                  </a:lnTo>
                  <a:lnTo>
                    <a:pt x="801" y="6210"/>
                  </a:lnTo>
                  <a:lnTo>
                    <a:pt x="832" y="6235"/>
                  </a:lnTo>
                  <a:lnTo>
                    <a:pt x="865" y="6259"/>
                  </a:lnTo>
                  <a:lnTo>
                    <a:pt x="900" y="6282"/>
                  </a:lnTo>
                  <a:lnTo>
                    <a:pt x="936" y="6304"/>
                  </a:lnTo>
                  <a:lnTo>
                    <a:pt x="974" y="6323"/>
                  </a:lnTo>
                  <a:lnTo>
                    <a:pt x="1013" y="6342"/>
                  </a:lnTo>
                  <a:lnTo>
                    <a:pt x="1054" y="6359"/>
                  </a:lnTo>
                  <a:lnTo>
                    <a:pt x="1093" y="6373"/>
                  </a:lnTo>
                  <a:lnTo>
                    <a:pt x="1129" y="6385"/>
                  </a:lnTo>
                  <a:lnTo>
                    <a:pt x="1160" y="6395"/>
                  </a:lnTo>
                  <a:lnTo>
                    <a:pt x="1189" y="6402"/>
                  </a:lnTo>
                  <a:lnTo>
                    <a:pt x="1215" y="6409"/>
                  </a:lnTo>
                  <a:lnTo>
                    <a:pt x="1239" y="6413"/>
                  </a:lnTo>
                  <a:lnTo>
                    <a:pt x="1261" y="6416"/>
                  </a:lnTo>
                  <a:lnTo>
                    <a:pt x="1281" y="6418"/>
                  </a:lnTo>
                  <a:lnTo>
                    <a:pt x="1299" y="6419"/>
                  </a:lnTo>
                  <a:lnTo>
                    <a:pt x="1316" y="6419"/>
                  </a:lnTo>
                  <a:lnTo>
                    <a:pt x="1333" y="6419"/>
                  </a:lnTo>
                  <a:lnTo>
                    <a:pt x="1348" y="6418"/>
                  </a:lnTo>
                  <a:lnTo>
                    <a:pt x="1364" y="6417"/>
                  </a:lnTo>
                  <a:lnTo>
                    <a:pt x="1379" y="6417"/>
                  </a:lnTo>
                  <a:lnTo>
                    <a:pt x="1394" y="6417"/>
                  </a:lnTo>
                  <a:lnTo>
                    <a:pt x="1411" y="6417"/>
                  </a:lnTo>
                  <a:lnTo>
                    <a:pt x="1427" y="6418"/>
                  </a:lnTo>
                  <a:lnTo>
                    <a:pt x="1446" y="6419"/>
                  </a:lnTo>
                  <a:lnTo>
                    <a:pt x="1467" y="6419"/>
                  </a:lnTo>
                  <a:lnTo>
                    <a:pt x="1490" y="6420"/>
                  </a:lnTo>
                  <a:lnTo>
                    <a:pt x="1514" y="6422"/>
                  </a:lnTo>
                  <a:lnTo>
                    <a:pt x="1539" y="6423"/>
                  </a:lnTo>
                  <a:lnTo>
                    <a:pt x="1566" y="6424"/>
                  </a:lnTo>
                  <a:lnTo>
                    <a:pt x="1593" y="6425"/>
                  </a:lnTo>
                  <a:lnTo>
                    <a:pt x="1622" y="6427"/>
                  </a:lnTo>
                  <a:lnTo>
                    <a:pt x="1651" y="6428"/>
                  </a:lnTo>
                  <a:lnTo>
                    <a:pt x="1682" y="6429"/>
                  </a:lnTo>
                  <a:lnTo>
                    <a:pt x="1712" y="6431"/>
                  </a:lnTo>
                  <a:lnTo>
                    <a:pt x="1742" y="6432"/>
                  </a:lnTo>
                  <a:lnTo>
                    <a:pt x="1772" y="6435"/>
                  </a:lnTo>
                  <a:lnTo>
                    <a:pt x="1803" y="6436"/>
                  </a:lnTo>
                  <a:lnTo>
                    <a:pt x="1834" y="6438"/>
                  </a:lnTo>
                  <a:lnTo>
                    <a:pt x="1864" y="6439"/>
                  </a:lnTo>
                  <a:lnTo>
                    <a:pt x="1893" y="6441"/>
                  </a:lnTo>
                  <a:lnTo>
                    <a:pt x="1922" y="6442"/>
                  </a:lnTo>
                  <a:lnTo>
                    <a:pt x="1950" y="6444"/>
                  </a:lnTo>
                  <a:lnTo>
                    <a:pt x="1977" y="6445"/>
                  </a:lnTo>
                  <a:lnTo>
                    <a:pt x="2003" y="6446"/>
                  </a:lnTo>
                  <a:lnTo>
                    <a:pt x="2028" y="6448"/>
                  </a:lnTo>
                  <a:lnTo>
                    <a:pt x="2051" y="6449"/>
                  </a:lnTo>
                  <a:lnTo>
                    <a:pt x="2073" y="6450"/>
                  </a:lnTo>
                  <a:lnTo>
                    <a:pt x="2093" y="6451"/>
                  </a:lnTo>
                  <a:lnTo>
                    <a:pt x="2111" y="6452"/>
                  </a:lnTo>
                  <a:lnTo>
                    <a:pt x="2126" y="6453"/>
                  </a:lnTo>
                  <a:lnTo>
                    <a:pt x="2140" y="6454"/>
                  </a:lnTo>
                  <a:lnTo>
                    <a:pt x="2151" y="6455"/>
                  </a:lnTo>
                  <a:lnTo>
                    <a:pt x="2160" y="6455"/>
                  </a:lnTo>
                  <a:lnTo>
                    <a:pt x="2166" y="6456"/>
                  </a:lnTo>
                  <a:lnTo>
                    <a:pt x="2170" y="6457"/>
                  </a:lnTo>
                  <a:lnTo>
                    <a:pt x="2181" y="6460"/>
                  </a:lnTo>
                  <a:lnTo>
                    <a:pt x="2197" y="6465"/>
                  </a:lnTo>
                  <a:lnTo>
                    <a:pt x="2220" y="6471"/>
                  </a:lnTo>
                  <a:lnTo>
                    <a:pt x="2247" y="6477"/>
                  </a:lnTo>
                  <a:lnTo>
                    <a:pt x="2277" y="6485"/>
                  </a:lnTo>
                  <a:lnTo>
                    <a:pt x="2311" y="6495"/>
                  </a:lnTo>
                  <a:lnTo>
                    <a:pt x="2345" y="6504"/>
                  </a:lnTo>
                  <a:lnTo>
                    <a:pt x="2380" y="6515"/>
                  </a:lnTo>
                  <a:lnTo>
                    <a:pt x="2417" y="6525"/>
                  </a:lnTo>
                  <a:lnTo>
                    <a:pt x="2451" y="6535"/>
                  </a:lnTo>
                  <a:lnTo>
                    <a:pt x="2485" y="6546"/>
                  </a:lnTo>
                  <a:lnTo>
                    <a:pt x="2516" y="6556"/>
                  </a:lnTo>
                  <a:lnTo>
                    <a:pt x="2543" y="6565"/>
                  </a:lnTo>
                  <a:lnTo>
                    <a:pt x="2566" y="6574"/>
                  </a:lnTo>
                  <a:lnTo>
                    <a:pt x="2584" y="6582"/>
                  </a:lnTo>
                  <a:lnTo>
                    <a:pt x="2601" y="6590"/>
                  </a:lnTo>
                  <a:lnTo>
                    <a:pt x="2626" y="6600"/>
                  </a:lnTo>
                  <a:lnTo>
                    <a:pt x="2655" y="6611"/>
                  </a:lnTo>
                  <a:lnTo>
                    <a:pt x="2690" y="6624"/>
                  </a:lnTo>
                  <a:lnTo>
                    <a:pt x="2729" y="6636"/>
                  </a:lnTo>
                  <a:lnTo>
                    <a:pt x="2771" y="6650"/>
                  </a:lnTo>
                  <a:lnTo>
                    <a:pt x="2817" y="6663"/>
                  </a:lnTo>
                  <a:lnTo>
                    <a:pt x="2864" y="6677"/>
                  </a:lnTo>
                  <a:lnTo>
                    <a:pt x="2913" y="6690"/>
                  </a:lnTo>
                  <a:lnTo>
                    <a:pt x="2964" y="6704"/>
                  </a:lnTo>
                  <a:lnTo>
                    <a:pt x="3014" y="6715"/>
                  </a:lnTo>
                  <a:lnTo>
                    <a:pt x="3064" y="6726"/>
                  </a:lnTo>
                  <a:lnTo>
                    <a:pt x="3114" y="6736"/>
                  </a:lnTo>
                  <a:lnTo>
                    <a:pt x="3161" y="6744"/>
                  </a:lnTo>
                  <a:lnTo>
                    <a:pt x="3206" y="6749"/>
                  </a:lnTo>
                  <a:lnTo>
                    <a:pt x="3249" y="6753"/>
                  </a:lnTo>
                  <a:lnTo>
                    <a:pt x="3250" y="6753"/>
                  </a:lnTo>
                  <a:lnTo>
                    <a:pt x="3253" y="6755"/>
                  </a:lnTo>
                  <a:lnTo>
                    <a:pt x="3258" y="6757"/>
                  </a:lnTo>
                  <a:lnTo>
                    <a:pt x="3265" y="6759"/>
                  </a:lnTo>
                  <a:lnTo>
                    <a:pt x="3274" y="6761"/>
                  </a:lnTo>
                  <a:lnTo>
                    <a:pt x="3285" y="6764"/>
                  </a:lnTo>
                  <a:lnTo>
                    <a:pt x="3297" y="6767"/>
                  </a:lnTo>
                  <a:lnTo>
                    <a:pt x="3311" y="6771"/>
                  </a:lnTo>
                  <a:lnTo>
                    <a:pt x="3326" y="6775"/>
                  </a:lnTo>
                  <a:lnTo>
                    <a:pt x="3343" y="6779"/>
                  </a:lnTo>
                  <a:lnTo>
                    <a:pt x="3362" y="6785"/>
                  </a:lnTo>
                  <a:lnTo>
                    <a:pt x="3381" y="6789"/>
                  </a:lnTo>
                  <a:lnTo>
                    <a:pt x="3403" y="6794"/>
                  </a:lnTo>
                  <a:lnTo>
                    <a:pt x="3426" y="6800"/>
                  </a:lnTo>
                  <a:lnTo>
                    <a:pt x="3449" y="6805"/>
                  </a:lnTo>
                  <a:lnTo>
                    <a:pt x="3474" y="6811"/>
                  </a:lnTo>
                  <a:lnTo>
                    <a:pt x="3500" y="6817"/>
                  </a:lnTo>
                  <a:lnTo>
                    <a:pt x="3528" y="6823"/>
                  </a:lnTo>
                  <a:lnTo>
                    <a:pt x="3556" y="6828"/>
                  </a:lnTo>
                  <a:lnTo>
                    <a:pt x="3584" y="6834"/>
                  </a:lnTo>
                  <a:lnTo>
                    <a:pt x="3615" y="6840"/>
                  </a:lnTo>
                  <a:lnTo>
                    <a:pt x="3646" y="6846"/>
                  </a:lnTo>
                  <a:lnTo>
                    <a:pt x="3677" y="6851"/>
                  </a:lnTo>
                  <a:lnTo>
                    <a:pt x="3709" y="6857"/>
                  </a:lnTo>
                  <a:lnTo>
                    <a:pt x="3742" y="6863"/>
                  </a:lnTo>
                  <a:lnTo>
                    <a:pt x="3775" y="6867"/>
                  </a:lnTo>
                  <a:lnTo>
                    <a:pt x="3809" y="6872"/>
                  </a:lnTo>
                  <a:lnTo>
                    <a:pt x="3843" y="6876"/>
                  </a:lnTo>
                  <a:lnTo>
                    <a:pt x="3878" y="6880"/>
                  </a:lnTo>
                  <a:lnTo>
                    <a:pt x="3913" y="6884"/>
                  </a:lnTo>
                  <a:lnTo>
                    <a:pt x="3948" y="6887"/>
                  </a:lnTo>
                  <a:lnTo>
                    <a:pt x="3983" y="6891"/>
                  </a:lnTo>
                  <a:lnTo>
                    <a:pt x="4018" y="6893"/>
                  </a:lnTo>
                  <a:lnTo>
                    <a:pt x="4052" y="6895"/>
                  </a:lnTo>
                  <a:lnTo>
                    <a:pt x="4084" y="6896"/>
                  </a:lnTo>
                  <a:lnTo>
                    <a:pt x="4117" y="6897"/>
                  </a:lnTo>
                  <a:lnTo>
                    <a:pt x="4147" y="6897"/>
                  </a:lnTo>
                  <a:lnTo>
                    <a:pt x="4177" y="6896"/>
                  </a:lnTo>
                  <a:lnTo>
                    <a:pt x="4205" y="6895"/>
                  </a:lnTo>
                  <a:lnTo>
                    <a:pt x="4233" y="6894"/>
                  </a:lnTo>
                  <a:lnTo>
                    <a:pt x="4260" y="6892"/>
                  </a:lnTo>
                  <a:lnTo>
                    <a:pt x="4286" y="6889"/>
                  </a:lnTo>
                  <a:lnTo>
                    <a:pt x="4311" y="6885"/>
                  </a:lnTo>
                  <a:lnTo>
                    <a:pt x="4336" y="6881"/>
                  </a:lnTo>
                  <a:lnTo>
                    <a:pt x="4359" y="6877"/>
                  </a:lnTo>
                  <a:lnTo>
                    <a:pt x="4382" y="6873"/>
                  </a:lnTo>
                  <a:lnTo>
                    <a:pt x="4404" y="6868"/>
                  </a:lnTo>
                  <a:lnTo>
                    <a:pt x="4426" y="6863"/>
                  </a:lnTo>
                  <a:lnTo>
                    <a:pt x="4447" y="6857"/>
                  </a:lnTo>
                  <a:lnTo>
                    <a:pt x="4467" y="6851"/>
                  </a:lnTo>
                  <a:lnTo>
                    <a:pt x="4486" y="6845"/>
                  </a:lnTo>
                  <a:lnTo>
                    <a:pt x="4505" y="6838"/>
                  </a:lnTo>
                  <a:lnTo>
                    <a:pt x="4523" y="6831"/>
                  </a:lnTo>
                  <a:lnTo>
                    <a:pt x="4541" y="6824"/>
                  </a:lnTo>
                  <a:lnTo>
                    <a:pt x="4557" y="6816"/>
                  </a:lnTo>
                  <a:lnTo>
                    <a:pt x="4574" y="6809"/>
                  </a:lnTo>
                  <a:lnTo>
                    <a:pt x="4591" y="6800"/>
                  </a:lnTo>
                  <a:lnTo>
                    <a:pt x="4606" y="6792"/>
                  </a:lnTo>
                  <a:lnTo>
                    <a:pt x="4621" y="6784"/>
                  </a:lnTo>
                  <a:lnTo>
                    <a:pt x="4635" y="6775"/>
                  </a:lnTo>
                  <a:lnTo>
                    <a:pt x="4650" y="6767"/>
                  </a:lnTo>
                  <a:lnTo>
                    <a:pt x="4663" y="6758"/>
                  </a:lnTo>
                  <a:lnTo>
                    <a:pt x="4677" y="6749"/>
                  </a:lnTo>
                  <a:lnTo>
                    <a:pt x="4691" y="6740"/>
                  </a:lnTo>
                  <a:lnTo>
                    <a:pt x="4717" y="6723"/>
                  </a:lnTo>
                  <a:lnTo>
                    <a:pt x="4744" y="6708"/>
                  </a:lnTo>
                  <a:lnTo>
                    <a:pt x="4770" y="6695"/>
                  </a:lnTo>
                  <a:lnTo>
                    <a:pt x="4797" y="6684"/>
                  </a:lnTo>
                  <a:lnTo>
                    <a:pt x="4823" y="6675"/>
                  </a:lnTo>
                  <a:lnTo>
                    <a:pt x="4849" y="6666"/>
                  </a:lnTo>
                  <a:lnTo>
                    <a:pt x="4875" y="6660"/>
                  </a:lnTo>
                  <a:lnTo>
                    <a:pt x="4900" y="6654"/>
                  </a:lnTo>
                  <a:lnTo>
                    <a:pt x="4925" y="6650"/>
                  </a:lnTo>
                  <a:lnTo>
                    <a:pt x="4948" y="6645"/>
                  </a:lnTo>
                  <a:lnTo>
                    <a:pt x="4970" y="6642"/>
                  </a:lnTo>
                  <a:lnTo>
                    <a:pt x="4991" y="6640"/>
                  </a:lnTo>
                  <a:lnTo>
                    <a:pt x="5010" y="6638"/>
                  </a:lnTo>
                  <a:lnTo>
                    <a:pt x="5028" y="6635"/>
                  </a:lnTo>
                  <a:lnTo>
                    <a:pt x="5044" y="6633"/>
                  </a:lnTo>
                  <a:lnTo>
                    <a:pt x="5058" y="6631"/>
                  </a:lnTo>
                  <a:lnTo>
                    <a:pt x="5072" y="6628"/>
                  </a:lnTo>
                  <a:lnTo>
                    <a:pt x="5086" y="6625"/>
                  </a:lnTo>
                  <a:lnTo>
                    <a:pt x="5101" y="6619"/>
                  </a:lnTo>
                  <a:lnTo>
                    <a:pt x="5117" y="6614"/>
                  </a:lnTo>
                  <a:lnTo>
                    <a:pt x="5132" y="6609"/>
                  </a:lnTo>
                  <a:lnTo>
                    <a:pt x="5148" y="6603"/>
                  </a:lnTo>
                  <a:lnTo>
                    <a:pt x="5163" y="6597"/>
                  </a:lnTo>
                  <a:lnTo>
                    <a:pt x="5178" y="6590"/>
                  </a:lnTo>
                  <a:lnTo>
                    <a:pt x="5193" y="6585"/>
                  </a:lnTo>
                  <a:lnTo>
                    <a:pt x="5205" y="6579"/>
                  </a:lnTo>
                  <a:lnTo>
                    <a:pt x="5217" y="6574"/>
                  </a:lnTo>
                  <a:lnTo>
                    <a:pt x="5227" y="6570"/>
                  </a:lnTo>
                  <a:lnTo>
                    <a:pt x="5235" y="6565"/>
                  </a:lnTo>
                  <a:lnTo>
                    <a:pt x="5242" y="6562"/>
                  </a:lnTo>
                  <a:lnTo>
                    <a:pt x="5246" y="6561"/>
                  </a:lnTo>
                  <a:lnTo>
                    <a:pt x="5247" y="6560"/>
                  </a:lnTo>
                  <a:lnTo>
                    <a:pt x="5249" y="6559"/>
                  </a:lnTo>
                  <a:lnTo>
                    <a:pt x="5255" y="6556"/>
                  </a:lnTo>
                  <a:lnTo>
                    <a:pt x="5264" y="6551"/>
                  </a:lnTo>
                  <a:lnTo>
                    <a:pt x="5278" y="6545"/>
                  </a:lnTo>
                  <a:lnTo>
                    <a:pt x="5294" y="6537"/>
                  </a:lnTo>
                  <a:lnTo>
                    <a:pt x="5312" y="6529"/>
                  </a:lnTo>
                  <a:lnTo>
                    <a:pt x="5333" y="6522"/>
                  </a:lnTo>
                  <a:lnTo>
                    <a:pt x="5355" y="6513"/>
                  </a:lnTo>
                  <a:lnTo>
                    <a:pt x="5379" y="6505"/>
                  </a:lnTo>
                  <a:lnTo>
                    <a:pt x="5404" y="6499"/>
                  </a:lnTo>
                  <a:lnTo>
                    <a:pt x="5430" y="6493"/>
                  </a:lnTo>
                  <a:lnTo>
                    <a:pt x="5457" y="6489"/>
                  </a:lnTo>
                  <a:lnTo>
                    <a:pt x="5483" y="6485"/>
                  </a:lnTo>
                  <a:lnTo>
                    <a:pt x="5509" y="6485"/>
                  </a:lnTo>
                  <a:lnTo>
                    <a:pt x="5535" y="6488"/>
                  </a:lnTo>
                  <a:lnTo>
                    <a:pt x="5559" y="6493"/>
                  </a:lnTo>
                  <a:lnTo>
                    <a:pt x="5597" y="6502"/>
                  </a:lnTo>
                  <a:lnTo>
                    <a:pt x="5628" y="6509"/>
                  </a:lnTo>
                  <a:lnTo>
                    <a:pt x="5655" y="6515"/>
                  </a:lnTo>
                  <a:lnTo>
                    <a:pt x="5678" y="6518"/>
                  </a:lnTo>
                  <a:lnTo>
                    <a:pt x="5698" y="6519"/>
                  </a:lnTo>
                  <a:lnTo>
                    <a:pt x="5713" y="6520"/>
                  </a:lnTo>
                  <a:lnTo>
                    <a:pt x="5728" y="6519"/>
                  </a:lnTo>
                  <a:lnTo>
                    <a:pt x="5740" y="6517"/>
                  </a:lnTo>
                  <a:lnTo>
                    <a:pt x="5751" y="6516"/>
                  </a:lnTo>
                  <a:lnTo>
                    <a:pt x="5761" y="6512"/>
                  </a:lnTo>
                  <a:lnTo>
                    <a:pt x="5772" y="6510"/>
                  </a:lnTo>
                  <a:lnTo>
                    <a:pt x="5782" y="6508"/>
                  </a:lnTo>
                  <a:lnTo>
                    <a:pt x="5794" y="6506"/>
                  </a:lnTo>
                  <a:lnTo>
                    <a:pt x="5808" y="6505"/>
                  </a:lnTo>
                  <a:lnTo>
                    <a:pt x="5824" y="6506"/>
                  </a:lnTo>
                  <a:lnTo>
                    <a:pt x="5842" y="6507"/>
                  </a:lnTo>
                  <a:lnTo>
                    <a:pt x="5882" y="6512"/>
                  </a:lnTo>
                  <a:lnTo>
                    <a:pt x="5926" y="6519"/>
                  </a:lnTo>
                  <a:lnTo>
                    <a:pt x="5974" y="6527"/>
                  </a:lnTo>
                  <a:lnTo>
                    <a:pt x="6027" y="6536"/>
                  </a:lnTo>
                  <a:lnTo>
                    <a:pt x="6083" y="6548"/>
                  </a:lnTo>
                  <a:lnTo>
                    <a:pt x="6142" y="6560"/>
                  </a:lnTo>
                  <a:lnTo>
                    <a:pt x="6205" y="6574"/>
                  </a:lnTo>
                  <a:lnTo>
                    <a:pt x="6269" y="6588"/>
                  </a:lnTo>
                  <a:lnTo>
                    <a:pt x="6336" y="6604"/>
                  </a:lnTo>
                  <a:lnTo>
                    <a:pt x="6405" y="6619"/>
                  </a:lnTo>
                  <a:lnTo>
                    <a:pt x="6475" y="6636"/>
                  </a:lnTo>
                  <a:lnTo>
                    <a:pt x="6545" y="6654"/>
                  </a:lnTo>
                  <a:lnTo>
                    <a:pt x="6616" y="6671"/>
                  </a:lnTo>
                  <a:lnTo>
                    <a:pt x="6687" y="6689"/>
                  </a:lnTo>
                  <a:lnTo>
                    <a:pt x="6758" y="6708"/>
                  </a:lnTo>
                  <a:lnTo>
                    <a:pt x="6829" y="6725"/>
                  </a:lnTo>
                  <a:lnTo>
                    <a:pt x="6898" y="6743"/>
                  </a:lnTo>
                  <a:lnTo>
                    <a:pt x="6964" y="6761"/>
                  </a:lnTo>
                  <a:lnTo>
                    <a:pt x="7030" y="6778"/>
                  </a:lnTo>
                  <a:lnTo>
                    <a:pt x="7093" y="6795"/>
                  </a:lnTo>
                  <a:lnTo>
                    <a:pt x="7154" y="6812"/>
                  </a:lnTo>
                  <a:lnTo>
                    <a:pt x="7211" y="6827"/>
                  </a:lnTo>
                  <a:lnTo>
                    <a:pt x="7264" y="6842"/>
                  </a:lnTo>
                  <a:lnTo>
                    <a:pt x="7314" y="6855"/>
                  </a:lnTo>
                  <a:lnTo>
                    <a:pt x="7359" y="6868"/>
                  </a:lnTo>
                  <a:lnTo>
                    <a:pt x="7400" y="6878"/>
                  </a:lnTo>
                  <a:lnTo>
                    <a:pt x="7435" y="6889"/>
                  </a:lnTo>
                  <a:lnTo>
                    <a:pt x="7465" y="6897"/>
                  </a:lnTo>
                  <a:lnTo>
                    <a:pt x="7489" y="6903"/>
                  </a:lnTo>
                  <a:lnTo>
                    <a:pt x="7507" y="6908"/>
                  </a:lnTo>
                  <a:lnTo>
                    <a:pt x="7517" y="6911"/>
                  </a:lnTo>
                  <a:lnTo>
                    <a:pt x="7521" y="6912"/>
                  </a:lnTo>
                  <a:lnTo>
                    <a:pt x="7521" y="4126"/>
                  </a:lnTo>
                  <a:lnTo>
                    <a:pt x="7520" y="4126"/>
                  </a:lnTo>
                  <a:lnTo>
                    <a:pt x="7516" y="4126"/>
                  </a:lnTo>
                  <a:lnTo>
                    <a:pt x="7509" y="4125"/>
                  </a:lnTo>
                  <a:lnTo>
                    <a:pt x="7500" y="4124"/>
                  </a:lnTo>
                  <a:lnTo>
                    <a:pt x="7487" y="4124"/>
                  </a:lnTo>
                  <a:lnTo>
                    <a:pt x="7472" y="4122"/>
                  </a:lnTo>
                  <a:lnTo>
                    <a:pt x="7457" y="4121"/>
                  </a:lnTo>
                  <a:lnTo>
                    <a:pt x="7438" y="4120"/>
                  </a:lnTo>
                  <a:lnTo>
                    <a:pt x="7417" y="4118"/>
                  </a:lnTo>
                  <a:lnTo>
                    <a:pt x="7394" y="4116"/>
                  </a:lnTo>
                  <a:lnTo>
                    <a:pt x="7370" y="4114"/>
                  </a:lnTo>
                  <a:lnTo>
                    <a:pt x="7345" y="4112"/>
                  </a:lnTo>
                  <a:lnTo>
                    <a:pt x="7317" y="4108"/>
                  </a:lnTo>
                  <a:lnTo>
                    <a:pt x="7289" y="4106"/>
                  </a:lnTo>
                  <a:lnTo>
                    <a:pt x="7260" y="4103"/>
                  </a:lnTo>
                  <a:lnTo>
                    <a:pt x="7229" y="4100"/>
                  </a:lnTo>
                  <a:lnTo>
                    <a:pt x="7196" y="4096"/>
                  </a:lnTo>
                  <a:lnTo>
                    <a:pt x="7164" y="4093"/>
                  </a:lnTo>
                  <a:lnTo>
                    <a:pt x="7131" y="4089"/>
                  </a:lnTo>
                  <a:lnTo>
                    <a:pt x="7096" y="4085"/>
                  </a:lnTo>
                  <a:lnTo>
                    <a:pt x="7062" y="4080"/>
                  </a:lnTo>
                  <a:lnTo>
                    <a:pt x="7027" y="4076"/>
                  </a:lnTo>
                  <a:lnTo>
                    <a:pt x="6992" y="4071"/>
                  </a:lnTo>
                  <a:lnTo>
                    <a:pt x="6957" y="4066"/>
                  </a:lnTo>
                  <a:lnTo>
                    <a:pt x="6921" y="4061"/>
                  </a:lnTo>
                  <a:lnTo>
                    <a:pt x="6886" y="4055"/>
                  </a:lnTo>
                  <a:lnTo>
                    <a:pt x="6852" y="4050"/>
                  </a:lnTo>
                  <a:lnTo>
                    <a:pt x="6817" y="4044"/>
                  </a:lnTo>
                  <a:lnTo>
                    <a:pt x="6783" y="4038"/>
                  </a:lnTo>
                  <a:lnTo>
                    <a:pt x="6750" y="4032"/>
                  </a:lnTo>
                  <a:lnTo>
                    <a:pt x="6717" y="4025"/>
                  </a:lnTo>
                  <a:lnTo>
                    <a:pt x="6685" y="4018"/>
                  </a:lnTo>
                  <a:lnTo>
                    <a:pt x="6651" y="4011"/>
                  </a:lnTo>
                  <a:lnTo>
                    <a:pt x="6618" y="4005"/>
                  </a:lnTo>
                  <a:lnTo>
                    <a:pt x="6586" y="3999"/>
                  </a:lnTo>
                  <a:lnTo>
                    <a:pt x="6554" y="3995"/>
                  </a:lnTo>
                  <a:lnTo>
                    <a:pt x="6523" y="3991"/>
                  </a:lnTo>
                  <a:lnTo>
                    <a:pt x="6492" y="3988"/>
                  </a:lnTo>
                  <a:lnTo>
                    <a:pt x="6462" y="3985"/>
                  </a:lnTo>
                  <a:lnTo>
                    <a:pt x="6433" y="3983"/>
                  </a:lnTo>
                  <a:lnTo>
                    <a:pt x="6404" y="3981"/>
                  </a:lnTo>
                  <a:lnTo>
                    <a:pt x="6375" y="3980"/>
                  </a:lnTo>
                  <a:lnTo>
                    <a:pt x="6347" y="3979"/>
                  </a:lnTo>
                  <a:lnTo>
                    <a:pt x="6319" y="3979"/>
                  </a:lnTo>
                  <a:lnTo>
                    <a:pt x="6291" y="3978"/>
                  </a:lnTo>
                  <a:lnTo>
                    <a:pt x="6264" y="3978"/>
                  </a:lnTo>
                  <a:lnTo>
                    <a:pt x="6237" y="3978"/>
                  </a:lnTo>
                  <a:lnTo>
                    <a:pt x="6210" y="3979"/>
                  </a:lnTo>
                  <a:lnTo>
                    <a:pt x="6184" y="3979"/>
                  </a:lnTo>
                  <a:lnTo>
                    <a:pt x="6157" y="3979"/>
                  </a:lnTo>
                  <a:lnTo>
                    <a:pt x="6131" y="3979"/>
                  </a:lnTo>
                  <a:lnTo>
                    <a:pt x="6104" y="3979"/>
                  </a:lnTo>
                  <a:lnTo>
                    <a:pt x="6078" y="3979"/>
                  </a:lnTo>
                  <a:lnTo>
                    <a:pt x="6051" y="3979"/>
                  </a:lnTo>
                  <a:lnTo>
                    <a:pt x="6025" y="3978"/>
                  </a:lnTo>
                  <a:lnTo>
                    <a:pt x="5998" y="3976"/>
                  </a:lnTo>
                  <a:lnTo>
                    <a:pt x="5971" y="3975"/>
                  </a:lnTo>
                  <a:lnTo>
                    <a:pt x="5943" y="3974"/>
                  </a:lnTo>
                  <a:lnTo>
                    <a:pt x="5916" y="3971"/>
                  </a:lnTo>
                  <a:lnTo>
                    <a:pt x="5889" y="3969"/>
                  </a:lnTo>
                  <a:lnTo>
                    <a:pt x="5861" y="3966"/>
                  </a:lnTo>
                  <a:lnTo>
                    <a:pt x="5833" y="3962"/>
                  </a:lnTo>
                  <a:lnTo>
                    <a:pt x="5804" y="3957"/>
                  </a:lnTo>
                  <a:lnTo>
                    <a:pt x="5775" y="3952"/>
                  </a:lnTo>
                  <a:lnTo>
                    <a:pt x="5719" y="3939"/>
                  </a:lnTo>
                  <a:lnTo>
                    <a:pt x="5667" y="3926"/>
                  </a:lnTo>
                  <a:lnTo>
                    <a:pt x="5622" y="3912"/>
                  </a:lnTo>
                  <a:lnTo>
                    <a:pt x="5581" y="3898"/>
                  </a:lnTo>
                  <a:lnTo>
                    <a:pt x="5545" y="3882"/>
                  </a:lnTo>
                  <a:lnTo>
                    <a:pt x="5512" y="3867"/>
                  </a:lnTo>
                  <a:lnTo>
                    <a:pt x="5483" y="3852"/>
                  </a:lnTo>
                  <a:lnTo>
                    <a:pt x="5457" y="3836"/>
                  </a:lnTo>
                  <a:lnTo>
                    <a:pt x="5433" y="3822"/>
                  </a:lnTo>
                  <a:lnTo>
                    <a:pt x="5412" y="3806"/>
                  </a:lnTo>
                  <a:lnTo>
                    <a:pt x="5393" y="3792"/>
                  </a:lnTo>
                  <a:lnTo>
                    <a:pt x="5374" y="3778"/>
                  </a:lnTo>
                  <a:lnTo>
                    <a:pt x="5356" y="3765"/>
                  </a:lnTo>
                  <a:lnTo>
                    <a:pt x="5338" y="3753"/>
                  </a:lnTo>
                  <a:lnTo>
                    <a:pt x="5322" y="3742"/>
                  </a:lnTo>
                  <a:lnTo>
                    <a:pt x="5303" y="3731"/>
                  </a:lnTo>
                  <a:lnTo>
                    <a:pt x="5293" y="3725"/>
                  </a:lnTo>
                  <a:lnTo>
                    <a:pt x="5281" y="3716"/>
                  </a:lnTo>
                  <a:lnTo>
                    <a:pt x="5267" y="3704"/>
                  </a:lnTo>
                  <a:lnTo>
                    <a:pt x="5251" y="3690"/>
                  </a:lnTo>
                  <a:lnTo>
                    <a:pt x="5234" y="3672"/>
                  </a:lnTo>
                  <a:lnTo>
                    <a:pt x="5215" y="3653"/>
                  </a:lnTo>
                  <a:lnTo>
                    <a:pt x="5195" y="3632"/>
                  </a:lnTo>
                  <a:lnTo>
                    <a:pt x="5174" y="3608"/>
                  </a:lnTo>
                  <a:lnTo>
                    <a:pt x="5150" y="3583"/>
                  </a:lnTo>
                  <a:lnTo>
                    <a:pt x="5126" y="3556"/>
                  </a:lnTo>
                  <a:lnTo>
                    <a:pt x="5100" y="3528"/>
                  </a:lnTo>
                  <a:lnTo>
                    <a:pt x="5074" y="3498"/>
                  </a:lnTo>
                  <a:lnTo>
                    <a:pt x="5046" y="3466"/>
                  </a:lnTo>
                  <a:lnTo>
                    <a:pt x="5017" y="3434"/>
                  </a:lnTo>
                  <a:lnTo>
                    <a:pt x="4987" y="3401"/>
                  </a:lnTo>
                  <a:lnTo>
                    <a:pt x="4956" y="3367"/>
                  </a:lnTo>
                  <a:lnTo>
                    <a:pt x="4925" y="3332"/>
                  </a:lnTo>
                  <a:lnTo>
                    <a:pt x="4893" y="3297"/>
                  </a:lnTo>
                  <a:lnTo>
                    <a:pt x="4859" y="3262"/>
                  </a:lnTo>
                  <a:lnTo>
                    <a:pt x="4826" y="3225"/>
                  </a:lnTo>
                  <a:lnTo>
                    <a:pt x="4792" y="3190"/>
                  </a:lnTo>
                  <a:lnTo>
                    <a:pt x="4757" y="3154"/>
                  </a:lnTo>
                  <a:lnTo>
                    <a:pt x="4722" y="3118"/>
                  </a:lnTo>
                  <a:lnTo>
                    <a:pt x="4686" y="3084"/>
                  </a:lnTo>
                  <a:lnTo>
                    <a:pt x="4651" y="3050"/>
                  </a:lnTo>
                  <a:lnTo>
                    <a:pt x="4615" y="3016"/>
                  </a:lnTo>
                  <a:lnTo>
                    <a:pt x="4578" y="2983"/>
                  </a:lnTo>
                  <a:lnTo>
                    <a:pt x="4543" y="2951"/>
                  </a:lnTo>
                  <a:lnTo>
                    <a:pt x="4506" y="2920"/>
                  </a:lnTo>
                  <a:lnTo>
                    <a:pt x="4470" y="2891"/>
                  </a:lnTo>
                  <a:lnTo>
                    <a:pt x="4433" y="2863"/>
                  </a:lnTo>
                  <a:lnTo>
                    <a:pt x="4398" y="2837"/>
                  </a:lnTo>
                  <a:lnTo>
                    <a:pt x="4359" y="2808"/>
                  </a:lnTo>
                  <a:lnTo>
                    <a:pt x="4323" y="2779"/>
                  </a:lnTo>
                  <a:lnTo>
                    <a:pt x="4289" y="2749"/>
                  </a:lnTo>
                  <a:lnTo>
                    <a:pt x="4255" y="2717"/>
                  </a:lnTo>
                  <a:lnTo>
                    <a:pt x="4225" y="2687"/>
                  </a:lnTo>
                  <a:lnTo>
                    <a:pt x="4196" y="2656"/>
                  </a:lnTo>
                  <a:lnTo>
                    <a:pt x="4169" y="2625"/>
                  </a:lnTo>
                  <a:lnTo>
                    <a:pt x="4143" y="2594"/>
                  </a:lnTo>
                  <a:lnTo>
                    <a:pt x="4118" y="2563"/>
                  </a:lnTo>
                  <a:lnTo>
                    <a:pt x="4094" y="2532"/>
                  </a:lnTo>
                  <a:lnTo>
                    <a:pt x="4071" y="2502"/>
                  </a:lnTo>
                  <a:lnTo>
                    <a:pt x="4049" y="2472"/>
                  </a:lnTo>
                  <a:lnTo>
                    <a:pt x="4028" y="2443"/>
                  </a:lnTo>
                  <a:lnTo>
                    <a:pt x="4008" y="2415"/>
                  </a:lnTo>
                  <a:lnTo>
                    <a:pt x="3989" y="2388"/>
                  </a:lnTo>
                  <a:lnTo>
                    <a:pt x="3969" y="2362"/>
                  </a:lnTo>
                  <a:lnTo>
                    <a:pt x="3949" y="2338"/>
                  </a:lnTo>
                  <a:lnTo>
                    <a:pt x="3926" y="2315"/>
                  </a:lnTo>
                  <a:lnTo>
                    <a:pt x="3903" y="2293"/>
                  </a:lnTo>
                  <a:lnTo>
                    <a:pt x="3878" y="2273"/>
                  </a:lnTo>
                  <a:lnTo>
                    <a:pt x="3851" y="2251"/>
                  </a:lnTo>
                  <a:lnTo>
                    <a:pt x="3824" y="2229"/>
                  </a:lnTo>
                  <a:lnTo>
                    <a:pt x="3796" y="2205"/>
                  </a:lnTo>
                  <a:lnTo>
                    <a:pt x="3767" y="2179"/>
                  </a:lnTo>
                  <a:lnTo>
                    <a:pt x="3738" y="2150"/>
                  </a:lnTo>
                  <a:lnTo>
                    <a:pt x="3707" y="2118"/>
                  </a:lnTo>
                  <a:lnTo>
                    <a:pt x="3677" y="2080"/>
                  </a:lnTo>
                  <a:lnTo>
                    <a:pt x="3647" y="2039"/>
                  </a:lnTo>
                  <a:lnTo>
                    <a:pt x="3617" y="1991"/>
                  </a:lnTo>
                  <a:lnTo>
                    <a:pt x="3587" y="1937"/>
                  </a:lnTo>
                  <a:lnTo>
                    <a:pt x="3557" y="1876"/>
                  </a:lnTo>
                  <a:lnTo>
                    <a:pt x="3528" y="1807"/>
                  </a:lnTo>
                  <a:lnTo>
                    <a:pt x="3527" y="1805"/>
                  </a:lnTo>
                  <a:lnTo>
                    <a:pt x="3523" y="1800"/>
                  </a:lnTo>
                  <a:lnTo>
                    <a:pt x="3517" y="1792"/>
                  </a:lnTo>
                  <a:lnTo>
                    <a:pt x="3509" y="1779"/>
                  </a:lnTo>
                  <a:lnTo>
                    <a:pt x="3499" y="1765"/>
                  </a:lnTo>
                  <a:lnTo>
                    <a:pt x="3488" y="1747"/>
                  </a:lnTo>
                  <a:lnTo>
                    <a:pt x="3475" y="1727"/>
                  </a:lnTo>
                  <a:lnTo>
                    <a:pt x="3461" y="1704"/>
                  </a:lnTo>
                  <a:lnTo>
                    <a:pt x="3446" y="1681"/>
                  </a:lnTo>
                  <a:lnTo>
                    <a:pt x="3429" y="1655"/>
                  </a:lnTo>
                  <a:lnTo>
                    <a:pt x="3413" y="1626"/>
                  </a:lnTo>
                  <a:lnTo>
                    <a:pt x="3396" y="1596"/>
                  </a:lnTo>
                  <a:lnTo>
                    <a:pt x="3378" y="1566"/>
                  </a:lnTo>
                  <a:lnTo>
                    <a:pt x="3361" y="1535"/>
                  </a:lnTo>
                  <a:lnTo>
                    <a:pt x="3343" y="1503"/>
                  </a:lnTo>
                  <a:lnTo>
                    <a:pt x="3326" y="1470"/>
                  </a:lnTo>
                  <a:lnTo>
                    <a:pt x="3322" y="1459"/>
                  </a:lnTo>
                  <a:lnTo>
                    <a:pt x="3320" y="1448"/>
                  </a:lnTo>
                  <a:lnTo>
                    <a:pt x="3319" y="1436"/>
                  </a:lnTo>
                  <a:lnTo>
                    <a:pt x="3319" y="1425"/>
                  </a:lnTo>
                  <a:lnTo>
                    <a:pt x="3318" y="1412"/>
                  </a:lnTo>
                  <a:lnTo>
                    <a:pt x="3317" y="1401"/>
                  </a:lnTo>
                  <a:lnTo>
                    <a:pt x="3315" y="1390"/>
                  </a:lnTo>
                  <a:lnTo>
                    <a:pt x="3311" y="1378"/>
                  </a:lnTo>
                  <a:lnTo>
                    <a:pt x="3305" y="1370"/>
                  </a:lnTo>
                  <a:lnTo>
                    <a:pt x="3300" y="1364"/>
                  </a:lnTo>
                  <a:lnTo>
                    <a:pt x="3294" y="1360"/>
                  </a:lnTo>
                  <a:lnTo>
                    <a:pt x="3288" y="1356"/>
                  </a:lnTo>
                  <a:lnTo>
                    <a:pt x="3281" y="1353"/>
                  </a:lnTo>
                  <a:lnTo>
                    <a:pt x="3275" y="1349"/>
                  </a:lnTo>
                  <a:lnTo>
                    <a:pt x="3270" y="1343"/>
                  </a:lnTo>
                  <a:lnTo>
                    <a:pt x="3266" y="1334"/>
                  </a:lnTo>
                  <a:lnTo>
                    <a:pt x="3265" y="1326"/>
                  </a:lnTo>
                  <a:lnTo>
                    <a:pt x="3266" y="1317"/>
                  </a:lnTo>
                  <a:lnTo>
                    <a:pt x="3267" y="1305"/>
                  </a:lnTo>
                  <a:lnTo>
                    <a:pt x="3269" y="1294"/>
                  </a:lnTo>
                  <a:lnTo>
                    <a:pt x="3271" y="1282"/>
                  </a:lnTo>
                  <a:lnTo>
                    <a:pt x="3273" y="1270"/>
                  </a:lnTo>
                  <a:lnTo>
                    <a:pt x="3273" y="1261"/>
                  </a:lnTo>
                  <a:lnTo>
                    <a:pt x="3272" y="1255"/>
                  </a:lnTo>
                  <a:lnTo>
                    <a:pt x="3264" y="1241"/>
                  </a:lnTo>
                  <a:lnTo>
                    <a:pt x="3255" y="1230"/>
                  </a:lnTo>
                  <a:lnTo>
                    <a:pt x="3247" y="1220"/>
                  </a:lnTo>
                  <a:lnTo>
                    <a:pt x="3239" y="1212"/>
                  </a:lnTo>
                  <a:lnTo>
                    <a:pt x="3230" y="1205"/>
                  </a:lnTo>
                  <a:lnTo>
                    <a:pt x="3223" y="1197"/>
                  </a:lnTo>
                  <a:lnTo>
                    <a:pt x="3218" y="1191"/>
                  </a:lnTo>
                  <a:lnTo>
                    <a:pt x="3215" y="1185"/>
                  </a:lnTo>
                  <a:lnTo>
                    <a:pt x="3198" y="1135"/>
                  </a:lnTo>
                  <a:lnTo>
                    <a:pt x="3182" y="1086"/>
                  </a:lnTo>
                  <a:lnTo>
                    <a:pt x="3168" y="1040"/>
                  </a:lnTo>
                  <a:lnTo>
                    <a:pt x="3154" y="996"/>
                  </a:lnTo>
                  <a:lnTo>
                    <a:pt x="3142" y="954"/>
                  </a:lnTo>
                  <a:lnTo>
                    <a:pt x="3130" y="915"/>
                  </a:lnTo>
                  <a:lnTo>
                    <a:pt x="3119" y="878"/>
                  </a:lnTo>
                  <a:lnTo>
                    <a:pt x="3107" y="845"/>
                  </a:lnTo>
                  <a:lnTo>
                    <a:pt x="3097" y="815"/>
                  </a:lnTo>
                  <a:lnTo>
                    <a:pt x="3087" y="787"/>
                  </a:lnTo>
                  <a:lnTo>
                    <a:pt x="3076" y="763"/>
                  </a:lnTo>
                  <a:lnTo>
                    <a:pt x="3065" y="742"/>
                  </a:lnTo>
                  <a:lnTo>
                    <a:pt x="3053" y="725"/>
                  </a:lnTo>
                  <a:lnTo>
                    <a:pt x="3041" y="711"/>
                  </a:lnTo>
                  <a:lnTo>
                    <a:pt x="3028" y="702"/>
                  </a:lnTo>
                  <a:lnTo>
                    <a:pt x="3015" y="696"/>
                  </a:lnTo>
                  <a:lnTo>
                    <a:pt x="2980" y="682"/>
                  </a:lnTo>
                  <a:lnTo>
                    <a:pt x="2954" y="662"/>
                  </a:lnTo>
                  <a:lnTo>
                    <a:pt x="2936" y="639"/>
                  </a:lnTo>
                  <a:lnTo>
                    <a:pt x="2923" y="608"/>
                  </a:lnTo>
                  <a:lnTo>
                    <a:pt x="2917" y="574"/>
                  </a:lnTo>
                  <a:lnTo>
                    <a:pt x="2914" y="536"/>
                  </a:lnTo>
                  <a:lnTo>
                    <a:pt x="2915" y="493"/>
                  </a:lnTo>
                  <a:lnTo>
                    <a:pt x="2918" y="447"/>
                  </a:lnTo>
                  <a:lnTo>
                    <a:pt x="2922" y="400"/>
                  </a:lnTo>
                  <a:lnTo>
                    <a:pt x="2927" y="350"/>
                  </a:lnTo>
                  <a:lnTo>
                    <a:pt x="2930" y="297"/>
                  </a:lnTo>
                  <a:lnTo>
                    <a:pt x="2931" y="243"/>
                  </a:lnTo>
                  <a:lnTo>
                    <a:pt x="2929" y="189"/>
                  </a:lnTo>
                  <a:lnTo>
                    <a:pt x="2923" y="133"/>
                  </a:lnTo>
                  <a:lnTo>
                    <a:pt x="2911" y="78"/>
                  </a:lnTo>
                  <a:lnTo>
                    <a:pt x="2893" y="22"/>
                  </a:lnTo>
                  <a:lnTo>
                    <a:pt x="2893" y="21"/>
                  </a:lnTo>
                  <a:lnTo>
                    <a:pt x="2891" y="19"/>
                  </a:lnTo>
                  <a:lnTo>
                    <a:pt x="2889" y="16"/>
                  </a:lnTo>
                  <a:lnTo>
                    <a:pt x="2885" y="12"/>
                  </a:lnTo>
                  <a:lnTo>
                    <a:pt x="2878" y="8"/>
                  </a:lnTo>
                  <a:lnTo>
                    <a:pt x="2871" y="5"/>
                  </a:lnTo>
                  <a:lnTo>
                    <a:pt x="2862" y="2"/>
                  </a:lnTo>
                  <a:lnTo>
                    <a:pt x="2850" y="0"/>
                  </a:lnTo>
                  <a:lnTo>
                    <a:pt x="2836" y="0"/>
                  </a:lnTo>
                  <a:lnTo>
                    <a:pt x="2819" y="2"/>
                  </a:lnTo>
                  <a:lnTo>
                    <a:pt x="2800" y="6"/>
                  </a:lnTo>
                  <a:lnTo>
                    <a:pt x="2777" y="13"/>
                  </a:lnTo>
                  <a:lnTo>
                    <a:pt x="2752" y="23"/>
                  </a:lnTo>
                  <a:lnTo>
                    <a:pt x="2723" y="38"/>
                  </a:lnTo>
                  <a:lnTo>
                    <a:pt x="2692" y="57"/>
                  </a:lnTo>
                  <a:lnTo>
                    <a:pt x="2655" y="80"/>
                  </a:lnTo>
                  <a:lnTo>
                    <a:pt x="2637" y="93"/>
                  </a:lnTo>
                  <a:lnTo>
                    <a:pt x="2618" y="107"/>
                  </a:lnTo>
                  <a:lnTo>
                    <a:pt x="2600" y="121"/>
                  </a:lnTo>
                  <a:lnTo>
                    <a:pt x="2584" y="136"/>
                  </a:lnTo>
                  <a:lnTo>
                    <a:pt x="2567" y="150"/>
                  </a:lnTo>
                  <a:lnTo>
                    <a:pt x="2552" y="166"/>
                  </a:lnTo>
                  <a:lnTo>
                    <a:pt x="2537" y="182"/>
                  </a:lnTo>
                  <a:lnTo>
                    <a:pt x="2523" y="198"/>
                  </a:lnTo>
                  <a:lnTo>
                    <a:pt x="2510" y="216"/>
                  </a:lnTo>
                  <a:lnTo>
                    <a:pt x="2496" y="232"/>
                  </a:lnTo>
                  <a:lnTo>
                    <a:pt x="2484" y="251"/>
                  </a:lnTo>
                  <a:lnTo>
                    <a:pt x="2472" y="269"/>
                  </a:lnTo>
                  <a:lnTo>
                    <a:pt x="2461" y="288"/>
                  </a:lnTo>
                  <a:lnTo>
                    <a:pt x="2450" y="308"/>
                  </a:lnTo>
                  <a:lnTo>
                    <a:pt x="2441" y="328"/>
                  </a:lnTo>
                  <a:lnTo>
                    <a:pt x="2432" y="349"/>
                  </a:lnTo>
                  <a:lnTo>
                    <a:pt x="2422" y="370"/>
                  </a:lnTo>
                  <a:lnTo>
                    <a:pt x="2414" y="392"/>
                  </a:lnTo>
                  <a:lnTo>
                    <a:pt x="2405" y="415"/>
                  </a:lnTo>
                  <a:lnTo>
                    <a:pt x="2398" y="438"/>
                  </a:lnTo>
                  <a:lnTo>
                    <a:pt x="2392" y="462"/>
                  </a:lnTo>
                  <a:lnTo>
                    <a:pt x="2385" y="487"/>
                  </a:lnTo>
                  <a:lnTo>
                    <a:pt x="2378" y="513"/>
                  </a:lnTo>
                  <a:lnTo>
                    <a:pt x="2373" y="539"/>
                  </a:lnTo>
                  <a:lnTo>
                    <a:pt x="2368" y="566"/>
                  </a:lnTo>
                  <a:lnTo>
                    <a:pt x="2363" y="593"/>
                  </a:lnTo>
                  <a:lnTo>
                    <a:pt x="2359" y="622"/>
                  </a:lnTo>
                  <a:lnTo>
                    <a:pt x="2354" y="651"/>
                  </a:lnTo>
                  <a:lnTo>
                    <a:pt x="2351" y="681"/>
                  </a:lnTo>
                  <a:lnTo>
                    <a:pt x="2347" y="712"/>
                  </a:lnTo>
                  <a:lnTo>
                    <a:pt x="2345" y="744"/>
                  </a:lnTo>
                  <a:lnTo>
                    <a:pt x="2342" y="777"/>
                  </a:lnTo>
                  <a:lnTo>
                    <a:pt x="2339" y="813"/>
                  </a:lnTo>
                  <a:lnTo>
                    <a:pt x="2337" y="849"/>
                  </a:lnTo>
                  <a:lnTo>
                    <a:pt x="2336" y="886"/>
                  </a:lnTo>
                  <a:lnTo>
                    <a:pt x="2336" y="923"/>
                  </a:lnTo>
                  <a:lnTo>
                    <a:pt x="2336" y="960"/>
                  </a:lnTo>
                  <a:lnTo>
                    <a:pt x="2338" y="998"/>
                  </a:lnTo>
                  <a:lnTo>
                    <a:pt x="2342" y="1036"/>
                  </a:lnTo>
                  <a:lnTo>
                    <a:pt x="2347" y="1075"/>
                  </a:lnTo>
                  <a:lnTo>
                    <a:pt x="2354" y="1116"/>
                  </a:lnTo>
                  <a:lnTo>
                    <a:pt x="2363" y="1158"/>
                  </a:lnTo>
                  <a:lnTo>
                    <a:pt x="2375" y="1202"/>
                  </a:lnTo>
                  <a:lnTo>
                    <a:pt x="2389" y="1246"/>
                  </a:lnTo>
                  <a:lnTo>
                    <a:pt x="2405" y="1294"/>
                  </a:lnTo>
                  <a:lnTo>
                    <a:pt x="2425" y="1343"/>
                  </a:lnTo>
                  <a:lnTo>
                    <a:pt x="2448" y="1395"/>
                  </a:lnTo>
                  <a:lnTo>
                    <a:pt x="2474" y="1449"/>
                  </a:lnTo>
                  <a:lnTo>
                    <a:pt x="2487" y="1474"/>
                  </a:lnTo>
                  <a:lnTo>
                    <a:pt x="2498" y="1500"/>
                  </a:lnTo>
                  <a:lnTo>
                    <a:pt x="2510" y="1527"/>
                  </a:lnTo>
                  <a:lnTo>
                    <a:pt x="2520" y="1554"/>
                  </a:lnTo>
                  <a:lnTo>
                    <a:pt x="2530" y="1582"/>
                  </a:lnTo>
                  <a:lnTo>
                    <a:pt x="2541" y="1611"/>
                  </a:lnTo>
                  <a:lnTo>
                    <a:pt x="2550" y="1640"/>
                  </a:lnTo>
                  <a:lnTo>
                    <a:pt x="2560" y="1669"/>
                  </a:lnTo>
                  <a:lnTo>
                    <a:pt x="2568" y="1699"/>
                  </a:lnTo>
                  <a:lnTo>
                    <a:pt x="2576" y="1729"/>
                  </a:lnTo>
                  <a:lnTo>
                    <a:pt x="2585" y="1759"/>
                  </a:lnTo>
                  <a:lnTo>
                    <a:pt x="2592" y="1790"/>
                  </a:lnTo>
                  <a:lnTo>
                    <a:pt x="2599" y="1820"/>
                  </a:lnTo>
                  <a:lnTo>
                    <a:pt x="2606" y="1850"/>
                  </a:lnTo>
                  <a:lnTo>
                    <a:pt x="2613" y="1880"/>
                  </a:lnTo>
                  <a:lnTo>
                    <a:pt x="2619" y="1909"/>
                  </a:lnTo>
                  <a:lnTo>
                    <a:pt x="2624" y="1939"/>
                  </a:lnTo>
                  <a:lnTo>
                    <a:pt x="2629" y="1967"/>
                  </a:lnTo>
                  <a:lnTo>
                    <a:pt x="2634" y="1996"/>
                  </a:lnTo>
                  <a:lnTo>
                    <a:pt x="2638" y="2024"/>
                  </a:lnTo>
                  <a:lnTo>
                    <a:pt x="2642" y="2051"/>
                  </a:lnTo>
                  <a:lnTo>
                    <a:pt x="2645" y="2078"/>
                  </a:lnTo>
                  <a:lnTo>
                    <a:pt x="2647" y="2103"/>
                  </a:lnTo>
                  <a:lnTo>
                    <a:pt x="2650" y="2128"/>
                  </a:lnTo>
                  <a:lnTo>
                    <a:pt x="2651" y="2153"/>
                  </a:lnTo>
                  <a:lnTo>
                    <a:pt x="2653" y="2176"/>
                  </a:lnTo>
                  <a:lnTo>
                    <a:pt x="2654" y="2198"/>
                  </a:lnTo>
                  <a:lnTo>
                    <a:pt x="2654" y="2218"/>
                  </a:lnTo>
                  <a:lnTo>
                    <a:pt x="2654" y="2237"/>
                  </a:lnTo>
                  <a:lnTo>
                    <a:pt x="2653" y="2255"/>
                  </a:lnTo>
                  <a:lnTo>
                    <a:pt x="2652" y="2272"/>
                  </a:lnTo>
                  <a:lnTo>
                    <a:pt x="2651" y="2287"/>
                  </a:lnTo>
                  <a:lnTo>
                    <a:pt x="2646" y="2314"/>
                  </a:lnTo>
                  <a:lnTo>
                    <a:pt x="2639" y="2338"/>
                  </a:lnTo>
                  <a:lnTo>
                    <a:pt x="2627" y="2360"/>
                  </a:lnTo>
                  <a:lnTo>
                    <a:pt x="2615" y="2378"/>
                  </a:lnTo>
                  <a:lnTo>
                    <a:pt x="2600" y="2394"/>
                  </a:lnTo>
                  <a:lnTo>
                    <a:pt x="2585" y="2408"/>
                  </a:lnTo>
                  <a:lnTo>
                    <a:pt x="2568" y="2420"/>
                  </a:lnTo>
                  <a:lnTo>
                    <a:pt x="2550" y="2431"/>
                  </a:lnTo>
                  <a:lnTo>
                    <a:pt x="2533" y="2440"/>
                  </a:lnTo>
                  <a:lnTo>
                    <a:pt x="2516" y="2448"/>
                  </a:lnTo>
                  <a:lnTo>
                    <a:pt x="2499" y="2456"/>
                  </a:lnTo>
                  <a:lnTo>
                    <a:pt x="2484" y="2462"/>
                  </a:lnTo>
                  <a:lnTo>
                    <a:pt x="2470" y="2468"/>
                  </a:lnTo>
                  <a:lnTo>
                    <a:pt x="2459" y="2474"/>
                  </a:lnTo>
                  <a:lnTo>
                    <a:pt x="2449" y="2480"/>
                  </a:lnTo>
                  <a:lnTo>
                    <a:pt x="2443" y="2488"/>
                  </a:lnTo>
                  <a:lnTo>
                    <a:pt x="2426" y="2507"/>
                  </a:lnTo>
                  <a:lnTo>
                    <a:pt x="2409" y="2522"/>
                  </a:lnTo>
                  <a:lnTo>
                    <a:pt x="2391" y="2533"/>
                  </a:lnTo>
                  <a:lnTo>
                    <a:pt x="2373" y="2542"/>
                  </a:lnTo>
                  <a:lnTo>
                    <a:pt x="2358" y="2547"/>
                  </a:lnTo>
                  <a:lnTo>
                    <a:pt x="2345" y="2550"/>
                  </a:lnTo>
                  <a:lnTo>
                    <a:pt x="2337" y="2552"/>
                  </a:lnTo>
                  <a:lnTo>
                    <a:pt x="2334" y="2552"/>
                  </a:lnTo>
                  <a:lnTo>
                    <a:pt x="2333" y="2552"/>
                  </a:lnTo>
                  <a:lnTo>
                    <a:pt x="2330" y="2552"/>
                  </a:lnTo>
                  <a:lnTo>
                    <a:pt x="2326" y="2552"/>
                  </a:lnTo>
                  <a:lnTo>
                    <a:pt x="2320" y="2552"/>
                  </a:lnTo>
                  <a:lnTo>
                    <a:pt x="2314" y="2553"/>
                  </a:lnTo>
                  <a:lnTo>
                    <a:pt x="2305" y="2553"/>
                  </a:lnTo>
                  <a:lnTo>
                    <a:pt x="2295" y="2554"/>
                  </a:lnTo>
                  <a:lnTo>
                    <a:pt x="2285" y="2554"/>
                  </a:lnTo>
                  <a:lnTo>
                    <a:pt x="2273" y="2556"/>
                  </a:lnTo>
                  <a:lnTo>
                    <a:pt x="2260" y="2557"/>
                  </a:lnTo>
                  <a:lnTo>
                    <a:pt x="2246" y="2559"/>
                  </a:lnTo>
                  <a:lnTo>
                    <a:pt x="2230" y="2562"/>
                  </a:lnTo>
                  <a:lnTo>
                    <a:pt x="2215" y="2565"/>
                  </a:lnTo>
                  <a:lnTo>
                    <a:pt x="2198" y="2568"/>
                  </a:lnTo>
                  <a:lnTo>
                    <a:pt x="2182" y="2572"/>
                  </a:lnTo>
                  <a:lnTo>
                    <a:pt x="2164" y="2576"/>
                  </a:lnTo>
                  <a:lnTo>
                    <a:pt x="2145" y="2580"/>
                  </a:lnTo>
                  <a:lnTo>
                    <a:pt x="2124" y="2585"/>
                  </a:lnTo>
                  <a:lnTo>
                    <a:pt x="2101" y="2590"/>
                  </a:lnTo>
                  <a:lnTo>
                    <a:pt x="2077" y="2595"/>
                  </a:lnTo>
                  <a:lnTo>
                    <a:pt x="2051" y="2600"/>
                  </a:lnTo>
                  <a:lnTo>
                    <a:pt x="2024" y="2604"/>
                  </a:lnTo>
                  <a:lnTo>
                    <a:pt x="1996" y="2609"/>
                  </a:lnTo>
                  <a:lnTo>
                    <a:pt x="1968" y="2614"/>
                  </a:lnTo>
                  <a:lnTo>
                    <a:pt x="1939" y="2620"/>
                  </a:lnTo>
                  <a:lnTo>
                    <a:pt x="1909" y="2625"/>
                  </a:lnTo>
                  <a:lnTo>
                    <a:pt x="1880" y="2629"/>
                  </a:lnTo>
                  <a:lnTo>
                    <a:pt x="1850" y="2634"/>
                  </a:lnTo>
                  <a:lnTo>
                    <a:pt x="1821" y="2639"/>
                  </a:lnTo>
                  <a:lnTo>
                    <a:pt x="1792" y="2645"/>
                  </a:lnTo>
                  <a:lnTo>
                    <a:pt x="1764" y="2650"/>
                  </a:lnTo>
                  <a:lnTo>
                    <a:pt x="1737" y="2655"/>
                  </a:lnTo>
                  <a:lnTo>
                    <a:pt x="1708" y="2660"/>
                  </a:lnTo>
                  <a:lnTo>
                    <a:pt x="1675" y="2665"/>
                  </a:lnTo>
                  <a:lnTo>
                    <a:pt x="1639" y="2671"/>
                  </a:lnTo>
                  <a:lnTo>
                    <a:pt x="1599" y="2677"/>
                  </a:lnTo>
                  <a:lnTo>
                    <a:pt x="1559" y="2683"/>
                  </a:lnTo>
                  <a:lnTo>
                    <a:pt x="1515" y="2689"/>
                  </a:lnTo>
                  <a:lnTo>
                    <a:pt x="1471" y="2696"/>
                  </a:lnTo>
                  <a:lnTo>
                    <a:pt x="1426" y="2702"/>
                  </a:lnTo>
                  <a:lnTo>
                    <a:pt x="1383" y="2708"/>
                  </a:lnTo>
                  <a:lnTo>
                    <a:pt x="1339" y="2714"/>
                  </a:lnTo>
                  <a:lnTo>
                    <a:pt x="1296" y="2720"/>
                  </a:lnTo>
                  <a:lnTo>
                    <a:pt x="1257" y="2727"/>
                  </a:lnTo>
                  <a:lnTo>
                    <a:pt x="1218" y="2733"/>
                  </a:lnTo>
                  <a:lnTo>
                    <a:pt x="1184" y="2738"/>
                  </a:lnTo>
                  <a:lnTo>
                    <a:pt x="1153" y="2744"/>
                  </a:lnTo>
                  <a:lnTo>
                    <a:pt x="1125" y="2750"/>
                  </a:lnTo>
                  <a:lnTo>
                    <a:pt x="1073" y="2761"/>
                  </a:lnTo>
                  <a:lnTo>
                    <a:pt x="1022" y="2773"/>
                  </a:lnTo>
                  <a:lnTo>
                    <a:pt x="973" y="2786"/>
                  </a:lnTo>
                  <a:lnTo>
                    <a:pt x="928" y="2799"/>
                  </a:lnTo>
                  <a:lnTo>
                    <a:pt x="883" y="2812"/>
                  </a:lnTo>
                  <a:lnTo>
                    <a:pt x="841" y="2825"/>
                  </a:lnTo>
                  <a:lnTo>
                    <a:pt x="802" y="2839"/>
                  </a:lnTo>
                  <a:lnTo>
                    <a:pt x="764" y="2851"/>
                  </a:lnTo>
                  <a:lnTo>
                    <a:pt x="729" y="2863"/>
                  </a:lnTo>
                  <a:lnTo>
                    <a:pt x="695" y="2874"/>
                  </a:lnTo>
                  <a:lnTo>
                    <a:pt x="665" y="2885"/>
                  </a:lnTo>
                  <a:lnTo>
                    <a:pt x="638" y="2894"/>
                  </a:lnTo>
                  <a:lnTo>
                    <a:pt x="613" y="2902"/>
                  </a:lnTo>
                  <a:lnTo>
                    <a:pt x="591" y="2909"/>
                  </a:lnTo>
                  <a:lnTo>
                    <a:pt x="571" y="2914"/>
                  </a:lnTo>
                  <a:lnTo>
                    <a:pt x="555" y="2917"/>
                  </a:lnTo>
                  <a:lnTo>
                    <a:pt x="538" y="2920"/>
                  </a:lnTo>
                  <a:lnTo>
                    <a:pt x="518" y="2923"/>
                  </a:lnTo>
                  <a:lnTo>
                    <a:pt x="495" y="2928"/>
                  </a:lnTo>
                  <a:lnTo>
                    <a:pt x="470" y="2934"/>
                  </a:lnTo>
                  <a:lnTo>
                    <a:pt x="444" y="2941"/>
                  </a:lnTo>
                  <a:lnTo>
                    <a:pt x="417" y="2949"/>
                  </a:lnTo>
                  <a:lnTo>
                    <a:pt x="389" y="2958"/>
                  </a:lnTo>
                  <a:lnTo>
                    <a:pt x="361" y="2969"/>
                  </a:lnTo>
                  <a:lnTo>
                    <a:pt x="333" y="2980"/>
                  </a:lnTo>
                  <a:lnTo>
                    <a:pt x="306" y="2993"/>
                  </a:lnTo>
                  <a:lnTo>
                    <a:pt x="280" y="3007"/>
                  </a:lnTo>
                  <a:lnTo>
                    <a:pt x="255" y="3023"/>
                  </a:lnTo>
                  <a:lnTo>
                    <a:pt x="233" y="3039"/>
                  </a:lnTo>
                  <a:lnTo>
                    <a:pt x="213" y="3058"/>
                  </a:lnTo>
                  <a:lnTo>
                    <a:pt x="196" y="3078"/>
                  </a:lnTo>
                  <a:lnTo>
                    <a:pt x="184" y="3100"/>
                  </a:lnTo>
                  <a:close/>
                </a:path>
              </a:pathLst>
            </a:custGeom>
            <a:solidFill>
              <a:srgbClr val="ffbf99"/>
            </a:solidFill>
            <a:ln w="0">
              <a:noFill/>
            </a:ln>
            <a:effectLst>
              <a:outerShdw dist="28496" dir="3825519"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594" name=""/>
            <p:cNvSpPr/>
            <p:nvPr/>
          </p:nvSpPr>
          <p:spPr>
            <a:xfrm flipV="1">
              <a:off x="5797440" y="5532840"/>
              <a:ext cx="14400" cy="53640"/>
            </a:xfrm>
            <a:custGeom>
              <a:avLst/>
              <a:gdLst/>
              <a:ahLst/>
              <a:rect l="l" t="t" r="r" b="b"/>
              <a:pathLst>
                <a:path w="116" h="480">
                  <a:moveTo>
                    <a:pt x="13" y="477"/>
                  </a:moveTo>
                  <a:lnTo>
                    <a:pt x="13" y="477"/>
                  </a:lnTo>
                  <a:lnTo>
                    <a:pt x="11" y="445"/>
                  </a:lnTo>
                  <a:lnTo>
                    <a:pt x="11" y="411"/>
                  </a:lnTo>
                  <a:lnTo>
                    <a:pt x="13" y="375"/>
                  </a:lnTo>
                  <a:lnTo>
                    <a:pt x="17" y="339"/>
                  </a:lnTo>
                  <a:lnTo>
                    <a:pt x="22" y="303"/>
                  </a:lnTo>
                  <a:lnTo>
                    <a:pt x="30" y="267"/>
                  </a:lnTo>
                  <a:lnTo>
                    <a:pt x="38" y="231"/>
                  </a:lnTo>
                  <a:lnTo>
                    <a:pt x="47" y="196"/>
                  </a:lnTo>
                  <a:lnTo>
                    <a:pt x="57" y="163"/>
                  </a:lnTo>
                  <a:lnTo>
                    <a:pt x="67" y="133"/>
                  </a:lnTo>
                  <a:lnTo>
                    <a:pt x="78" y="103"/>
                  </a:lnTo>
                  <a:lnTo>
                    <a:pt x="87" y="76"/>
                  </a:lnTo>
                  <a:lnTo>
                    <a:pt x="96" y="53"/>
                  </a:lnTo>
                  <a:lnTo>
                    <a:pt x="105" y="33"/>
                  </a:lnTo>
                  <a:lnTo>
                    <a:pt x="112" y="16"/>
                  </a:lnTo>
                  <a:lnTo>
                    <a:pt x="116" y="4"/>
                  </a:lnTo>
                  <a:lnTo>
                    <a:pt x="108" y="0"/>
                  </a:lnTo>
                  <a:lnTo>
                    <a:pt x="102" y="12"/>
                  </a:lnTo>
                  <a:lnTo>
                    <a:pt x="94" y="29"/>
                  </a:lnTo>
                  <a:lnTo>
                    <a:pt x="86" y="48"/>
                  </a:lnTo>
                  <a:lnTo>
                    <a:pt x="77" y="72"/>
                  </a:lnTo>
                  <a:lnTo>
                    <a:pt x="67" y="99"/>
                  </a:lnTo>
                  <a:lnTo>
                    <a:pt x="57" y="128"/>
                  </a:lnTo>
                  <a:lnTo>
                    <a:pt x="46" y="161"/>
                  </a:lnTo>
                  <a:lnTo>
                    <a:pt x="37" y="194"/>
                  </a:lnTo>
                  <a:lnTo>
                    <a:pt x="28" y="229"/>
                  </a:lnTo>
                  <a:lnTo>
                    <a:pt x="19" y="264"/>
                  </a:lnTo>
                  <a:lnTo>
                    <a:pt x="12" y="301"/>
                  </a:lnTo>
                  <a:lnTo>
                    <a:pt x="7" y="337"/>
                  </a:lnTo>
                  <a:lnTo>
                    <a:pt x="3" y="375"/>
                  </a:lnTo>
                  <a:lnTo>
                    <a:pt x="0" y="411"/>
                  </a:lnTo>
                  <a:lnTo>
                    <a:pt x="0" y="445"/>
                  </a:lnTo>
                  <a:lnTo>
                    <a:pt x="3" y="480"/>
                  </a:lnTo>
                  <a:lnTo>
                    <a:pt x="3" y="480"/>
                  </a:lnTo>
                  <a:lnTo>
                    <a:pt x="13" y="477"/>
                  </a:lnTo>
                  <a:close/>
                </a:path>
              </a:pathLst>
            </a:custGeom>
            <a:solidFill>
              <a:srgbClr val="000000"/>
            </a:solidFill>
            <a:ln w="0">
              <a:noFill/>
            </a:ln>
          </p:spPr>
          <p:style>
            <a:lnRef idx="0"/>
            <a:fillRef idx="0"/>
            <a:effectRef idx="0"/>
            <a:fontRef idx="minor"/>
          </p:style>
          <p:txBody>
            <a:bodyPr lIns="90000" rIns="90000" tIns="6840" bIns="6840" anchor="t">
              <a:noAutofit/>
            </a:bodyPr>
            <a:p>
              <a:endParaRPr b="0" lang="en-US" sz="2400" spc="-1" strike="noStrike">
                <a:solidFill>
                  <a:srgbClr val="000000"/>
                </a:solidFill>
                <a:latin typeface="Times New Roman"/>
              </a:endParaRPr>
            </a:p>
          </p:txBody>
        </p:sp>
        <p:sp>
          <p:nvSpPr>
            <p:cNvPr id="7595" name=""/>
            <p:cNvSpPr/>
            <p:nvPr/>
          </p:nvSpPr>
          <p:spPr>
            <a:xfrm flipV="1">
              <a:off x="5799240" y="5501880"/>
              <a:ext cx="21960" cy="33120"/>
            </a:xfrm>
            <a:custGeom>
              <a:avLst/>
              <a:gdLst/>
              <a:ahLst/>
              <a:rect l="l" t="t" r="r" b="b"/>
              <a:pathLst>
                <a:path w="211" h="276">
                  <a:moveTo>
                    <a:pt x="211" y="276"/>
                  </a:moveTo>
                  <a:lnTo>
                    <a:pt x="211" y="267"/>
                  </a:lnTo>
                  <a:lnTo>
                    <a:pt x="197" y="258"/>
                  </a:lnTo>
                  <a:lnTo>
                    <a:pt x="183" y="247"/>
                  </a:lnTo>
                  <a:lnTo>
                    <a:pt x="167" y="233"/>
                  </a:lnTo>
                  <a:lnTo>
                    <a:pt x="152" y="220"/>
                  </a:lnTo>
                  <a:lnTo>
                    <a:pt x="137" y="204"/>
                  </a:lnTo>
                  <a:lnTo>
                    <a:pt x="120" y="189"/>
                  </a:lnTo>
                  <a:lnTo>
                    <a:pt x="105" y="172"/>
                  </a:lnTo>
                  <a:lnTo>
                    <a:pt x="89" y="153"/>
                  </a:lnTo>
                  <a:lnTo>
                    <a:pt x="75" y="136"/>
                  </a:lnTo>
                  <a:lnTo>
                    <a:pt x="60" y="116"/>
                  </a:lnTo>
                  <a:lnTo>
                    <a:pt x="47" y="96"/>
                  </a:lnTo>
                  <a:lnTo>
                    <a:pt x="36" y="77"/>
                  </a:lnTo>
                  <a:lnTo>
                    <a:pt x="28" y="58"/>
                  </a:lnTo>
                  <a:lnTo>
                    <a:pt x="19" y="38"/>
                  </a:lnTo>
                  <a:lnTo>
                    <a:pt x="13" y="20"/>
                  </a:lnTo>
                  <a:lnTo>
                    <a:pt x="10" y="0"/>
                  </a:lnTo>
                  <a:lnTo>
                    <a:pt x="0" y="3"/>
                  </a:lnTo>
                  <a:lnTo>
                    <a:pt x="3" y="22"/>
                  </a:lnTo>
                  <a:lnTo>
                    <a:pt x="9" y="42"/>
                  </a:lnTo>
                  <a:lnTo>
                    <a:pt x="17" y="62"/>
                  </a:lnTo>
                  <a:lnTo>
                    <a:pt x="28" y="82"/>
                  </a:lnTo>
                  <a:lnTo>
                    <a:pt x="39" y="102"/>
                  </a:lnTo>
                  <a:lnTo>
                    <a:pt x="52" y="122"/>
                  </a:lnTo>
                  <a:lnTo>
                    <a:pt x="66" y="142"/>
                  </a:lnTo>
                  <a:lnTo>
                    <a:pt x="81" y="159"/>
                  </a:lnTo>
                  <a:lnTo>
                    <a:pt x="96" y="178"/>
                  </a:lnTo>
                  <a:lnTo>
                    <a:pt x="112" y="195"/>
                  </a:lnTo>
                  <a:lnTo>
                    <a:pt x="129" y="212"/>
                  </a:lnTo>
                  <a:lnTo>
                    <a:pt x="145" y="228"/>
                  </a:lnTo>
                  <a:lnTo>
                    <a:pt x="161" y="241"/>
                  </a:lnTo>
                  <a:lnTo>
                    <a:pt x="177" y="255"/>
                  </a:lnTo>
                  <a:lnTo>
                    <a:pt x="191" y="266"/>
                  </a:lnTo>
                  <a:lnTo>
                    <a:pt x="205" y="276"/>
                  </a:lnTo>
                  <a:lnTo>
                    <a:pt x="205" y="267"/>
                  </a:lnTo>
                  <a:lnTo>
                    <a:pt x="211" y="276"/>
                  </a:lnTo>
                  <a:close/>
                </a:path>
              </a:pathLst>
            </a:custGeom>
            <a:solidFill>
              <a:srgbClr val="000000"/>
            </a:solidFill>
            <a:ln w="0">
              <a:noFill/>
            </a:ln>
          </p:spPr>
          <p:style>
            <a:lnRef idx="0"/>
            <a:fillRef idx="0"/>
            <a:effectRef idx="0"/>
            <a:fontRef idx="minor"/>
          </p:style>
          <p:txBody>
            <a:bodyPr lIns="90000" rIns="90000" tIns="-13680" bIns="-13680" anchor="t">
              <a:noAutofit/>
            </a:bodyPr>
            <a:p>
              <a:endParaRPr b="0" lang="en-US" sz="2400" spc="-1" strike="noStrike">
                <a:solidFill>
                  <a:srgbClr val="000000"/>
                </a:solidFill>
                <a:latin typeface="Times New Roman"/>
              </a:endParaRPr>
            </a:p>
          </p:txBody>
        </p:sp>
        <p:sp>
          <p:nvSpPr>
            <p:cNvPr id="7596" name=""/>
            <p:cNvSpPr/>
            <p:nvPr/>
          </p:nvSpPr>
          <p:spPr>
            <a:xfrm flipV="1">
              <a:off x="5799240" y="5482080"/>
              <a:ext cx="21960" cy="20520"/>
            </a:xfrm>
            <a:custGeom>
              <a:avLst/>
              <a:gdLst/>
              <a:ahLst/>
              <a:rect l="l" t="t" r="r" b="b"/>
              <a:pathLst>
                <a:path w="200" h="179">
                  <a:moveTo>
                    <a:pt x="8" y="179"/>
                  </a:moveTo>
                  <a:lnTo>
                    <a:pt x="8" y="179"/>
                  </a:lnTo>
                  <a:lnTo>
                    <a:pt x="18" y="165"/>
                  </a:lnTo>
                  <a:lnTo>
                    <a:pt x="29" y="149"/>
                  </a:lnTo>
                  <a:lnTo>
                    <a:pt x="43" y="134"/>
                  </a:lnTo>
                  <a:lnTo>
                    <a:pt x="57" y="120"/>
                  </a:lnTo>
                  <a:lnTo>
                    <a:pt x="72" y="105"/>
                  </a:lnTo>
                  <a:lnTo>
                    <a:pt x="88" y="91"/>
                  </a:lnTo>
                  <a:lnTo>
                    <a:pt x="104" y="77"/>
                  </a:lnTo>
                  <a:lnTo>
                    <a:pt x="120" y="65"/>
                  </a:lnTo>
                  <a:lnTo>
                    <a:pt x="135" y="52"/>
                  </a:lnTo>
                  <a:lnTo>
                    <a:pt x="151" y="42"/>
                  </a:lnTo>
                  <a:lnTo>
                    <a:pt x="165" y="33"/>
                  </a:lnTo>
                  <a:lnTo>
                    <a:pt x="176" y="24"/>
                  </a:lnTo>
                  <a:lnTo>
                    <a:pt x="186" y="18"/>
                  </a:lnTo>
                  <a:lnTo>
                    <a:pt x="194" y="13"/>
                  </a:lnTo>
                  <a:lnTo>
                    <a:pt x="198" y="10"/>
                  </a:lnTo>
                  <a:lnTo>
                    <a:pt x="200" y="9"/>
                  </a:lnTo>
                  <a:lnTo>
                    <a:pt x="194" y="0"/>
                  </a:lnTo>
                  <a:lnTo>
                    <a:pt x="192" y="2"/>
                  </a:lnTo>
                  <a:lnTo>
                    <a:pt x="187" y="5"/>
                  </a:lnTo>
                  <a:lnTo>
                    <a:pt x="180" y="10"/>
                  </a:lnTo>
                  <a:lnTo>
                    <a:pt x="170" y="16"/>
                  </a:lnTo>
                  <a:lnTo>
                    <a:pt x="158" y="24"/>
                  </a:lnTo>
                  <a:lnTo>
                    <a:pt x="145" y="34"/>
                  </a:lnTo>
                  <a:lnTo>
                    <a:pt x="129" y="44"/>
                  </a:lnTo>
                  <a:lnTo>
                    <a:pt x="114" y="57"/>
                  </a:lnTo>
                  <a:lnTo>
                    <a:pt x="98" y="69"/>
                  </a:lnTo>
                  <a:lnTo>
                    <a:pt x="81" y="83"/>
                  </a:lnTo>
                  <a:lnTo>
                    <a:pt x="66" y="97"/>
                  </a:lnTo>
                  <a:lnTo>
                    <a:pt x="49" y="112"/>
                  </a:lnTo>
                  <a:lnTo>
                    <a:pt x="34" y="128"/>
                  </a:lnTo>
                  <a:lnTo>
                    <a:pt x="21" y="143"/>
                  </a:lnTo>
                  <a:lnTo>
                    <a:pt x="9" y="158"/>
                  </a:lnTo>
                  <a:lnTo>
                    <a:pt x="0" y="175"/>
                  </a:lnTo>
                  <a:lnTo>
                    <a:pt x="0" y="175"/>
                  </a:lnTo>
                  <a:lnTo>
                    <a:pt x="8" y="179"/>
                  </a:lnTo>
                  <a:close/>
                </a:path>
              </a:pathLst>
            </a:custGeom>
            <a:solidFill>
              <a:srgbClr val="000000"/>
            </a:solidFill>
            <a:ln w="0">
              <a:noFill/>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7597" name=""/>
            <p:cNvSpPr/>
            <p:nvPr/>
          </p:nvSpPr>
          <p:spPr>
            <a:xfrm flipV="1">
              <a:off x="5791320" y="5443920"/>
              <a:ext cx="9360" cy="37800"/>
            </a:xfrm>
            <a:custGeom>
              <a:avLst/>
              <a:gdLst/>
              <a:ahLst/>
              <a:rect l="l" t="t" r="r" b="b"/>
              <a:pathLst>
                <a:path w="100" h="327">
                  <a:moveTo>
                    <a:pt x="12" y="327"/>
                  </a:moveTo>
                  <a:lnTo>
                    <a:pt x="12" y="327"/>
                  </a:lnTo>
                  <a:lnTo>
                    <a:pt x="11" y="305"/>
                  </a:lnTo>
                  <a:lnTo>
                    <a:pt x="12" y="284"/>
                  </a:lnTo>
                  <a:lnTo>
                    <a:pt x="14" y="262"/>
                  </a:lnTo>
                  <a:lnTo>
                    <a:pt x="17" y="238"/>
                  </a:lnTo>
                  <a:lnTo>
                    <a:pt x="21" y="215"/>
                  </a:lnTo>
                  <a:lnTo>
                    <a:pt x="27" y="191"/>
                  </a:lnTo>
                  <a:lnTo>
                    <a:pt x="34" y="168"/>
                  </a:lnTo>
                  <a:lnTo>
                    <a:pt x="41" y="146"/>
                  </a:lnTo>
                  <a:lnTo>
                    <a:pt x="48" y="125"/>
                  </a:lnTo>
                  <a:lnTo>
                    <a:pt x="57" y="104"/>
                  </a:lnTo>
                  <a:lnTo>
                    <a:pt x="64" y="83"/>
                  </a:lnTo>
                  <a:lnTo>
                    <a:pt x="72" y="64"/>
                  </a:lnTo>
                  <a:lnTo>
                    <a:pt x="81" y="47"/>
                  </a:lnTo>
                  <a:lnTo>
                    <a:pt x="87" y="31"/>
                  </a:lnTo>
                  <a:lnTo>
                    <a:pt x="94" y="17"/>
                  </a:lnTo>
                  <a:lnTo>
                    <a:pt x="100" y="4"/>
                  </a:lnTo>
                  <a:lnTo>
                    <a:pt x="92" y="0"/>
                  </a:lnTo>
                  <a:lnTo>
                    <a:pt x="86" y="12"/>
                  </a:lnTo>
                  <a:lnTo>
                    <a:pt x="78" y="27"/>
                  </a:lnTo>
                  <a:lnTo>
                    <a:pt x="70" y="43"/>
                  </a:lnTo>
                  <a:lnTo>
                    <a:pt x="62" y="60"/>
                  </a:lnTo>
                  <a:lnTo>
                    <a:pt x="53" y="79"/>
                  </a:lnTo>
                  <a:lnTo>
                    <a:pt x="46" y="100"/>
                  </a:lnTo>
                  <a:lnTo>
                    <a:pt x="38" y="121"/>
                  </a:lnTo>
                  <a:lnTo>
                    <a:pt x="31" y="142"/>
                  </a:lnTo>
                  <a:lnTo>
                    <a:pt x="23" y="166"/>
                  </a:lnTo>
                  <a:lnTo>
                    <a:pt x="17" y="189"/>
                  </a:lnTo>
                  <a:lnTo>
                    <a:pt x="11" y="213"/>
                  </a:lnTo>
                  <a:lnTo>
                    <a:pt x="7" y="236"/>
                  </a:lnTo>
                  <a:lnTo>
                    <a:pt x="3" y="260"/>
                  </a:lnTo>
                  <a:lnTo>
                    <a:pt x="1" y="284"/>
                  </a:lnTo>
                  <a:lnTo>
                    <a:pt x="0" y="305"/>
                  </a:lnTo>
                  <a:lnTo>
                    <a:pt x="1" y="327"/>
                  </a:lnTo>
                  <a:lnTo>
                    <a:pt x="1" y="327"/>
                  </a:lnTo>
                  <a:lnTo>
                    <a:pt x="12" y="327"/>
                  </a:lnTo>
                  <a:close/>
                </a:path>
              </a:pathLst>
            </a:custGeom>
            <a:solidFill>
              <a:srgbClr val="000000"/>
            </a:solidFill>
            <a:ln w="0">
              <a:noFill/>
            </a:ln>
          </p:spPr>
          <p:style>
            <a:lnRef idx="0"/>
            <a:fillRef idx="0"/>
            <a:effectRef idx="0"/>
            <a:fontRef idx="minor"/>
          </p:style>
          <p:txBody>
            <a:bodyPr lIns="90000" rIns="90000" tIns="-9000" bIns="-9000" anchor="t">
              <a:noAutofit/>
            </a:bodyPr>
            <a:p>
              <a:endParaRPr b="0" lang="en-US" sz="2400" spc="-1" strike="noStrike">
                <a:solidFill>
                  <a:srgbClr val="000000"/>
                </a:solidFill>
                <a:latin typeface="Times New Roman"/>
              </a:endParaRPr>
            </a:p>
          </p:txBody>
        </p:sp>
        <p:sp>
          <p:nvSpPr>
            <p:cNvPr id="7598" name=""/>
            <p:cNvSpPr/>
            <p:nvPr/>
          </p:nvSpPr>
          <p:spPr>
            <a:xfrm flipV="1">
              <a:off x="5791320" y="5400360"/>
              <a:ext cx="25200" cy="43920"/>
            </a:xfrm>
            <a:custGeom>
              <a:avLst/>
              <a:gdLst/>
              <a:ahLst/>
              <a:rect l="l" t="t" r="r" b="b"/>
              <a:pathLst>
                <a:path w="248" h="394">
                  <a:moveTo>
                    <a:pt x="248" y="393"/>
                  </a:moveTo>
                  <a:lnTo>
                    <a:pt x="247" y="386"/>
                  </a:lnTo>
                  <a:lnTo>
                    <a:pt x="229" y="369"/>
                  </a:lnTo>
                  <a:lnTo>
                    <a:pt x="210" y="351"/>
                  </a:lnTo>
                  <a:lnTo>
                    <a:pt x="190" y="330"/>
                  </a:lnTo>
                  <a:lnTo>
                    <a:pt x="170" y="307"/>
                  </a:lnTo>
                  <a:lnTo>
                    <a:pt x="150" y="283"/>
                  </a:lnTo>
                  <a:lnTo>
                    <a:pt x="132" y="257"/>
                  </a:lnTo>
                  <a:lnTo>
                    <a:pt x="113" y="231"/>
                  </a:lnTo>
                  <a:lnTo>
                    <a:pt x="95" y="203"/>
                  </a:lnTo>
                  <a:lnTo>
                    <a:pt x="79" y="176"/>
                  </a:lnTo>
                  <a:lnTo>
                    <a:pt x="63" y="149"/>
                  </a:lnTo>
                  <a:lnTo>
                    <a:pt x="49" y="122"/>
                  </a:lnTo>
                  <a:lnTo>
                    <a:pt x="38" y="95"/>
                  </a:lnTo>
                  <a:lnTo>
                    <a:pt x="27" y="69"/>
                  </a:lnTo>
                  <a:lnTo>
                    <a:pt x="19" y="45"/>
                  </a:lnTo>
                  <a:lnTo>
                    <a:pt x="14" y="21"/>
                  </a:lnTo>
                  <a:lnTo>
                    <a:pt x="11" y="0"/>
                  </a:lnTo>
                  <a:lnTo>
                    <a:pt x="0" y="0"/>
                  </a:lnTo>
                  <a:lnTo>
                    <a:pt x="4" y="23"/>
                  </a:lnTo>
                  <a:lnTo>
                    <a:pt x="9" y="47"/>
                  </a:lnTo>
                  <a:lnTo>
                    <a:pt x="17" y="73"/>
                  </a:lnTo>
                  <a:lnTo>
                    <a:pt x="27" y="99"/>
                  </a:lnTo>
                  <a:lnTo>
                    <a:pt x="41" y="126"/>
                  </a:lnTo>
                  <a:lnTo>
                    <a:pt x="55" y="153"/>
                  </a:lnTo>
                  <a:lnTo>
                    <a:pt x="70" y="182"/>
                  </a:lnTo>
                  <a:lnTo>
                    <a:pt x="87" y="209"/>
                  </a:lnTo>
                  <a:lnTo>
                    <a:pt x="105" y="237"/>
                  </a:lnTo>
                  <a:lnTo>
                    <a:pt x="123" y="263"/>
                  </a:lnTo>
                  <a:lnTo>
                    <a:pt x="142" y="289"/>
                  </a:lnTo>
                  <a:lnTo>
                    <a:pt x="162" y="313"/>
                  </a:lnTo>
                  <a:lnTo>
                    <a:pt x="182" y="336"/>
                  </a:lnTo>
                  <a:lnTo>
                    <a:pt x="201" y="358"/>
                  </a:lnTo>
                  <a:lnTo>
                    <a:pt x="222" y="377"/>
                  </a:lnTo>
                  <a:lnTo>
                    <a:pt x="241" y="394"/>
                  </a:lnTo>
                  <a:lnTo>
                    <a:pt x="240" y="387"/>
                  </a:lnTo>
                  <a:lnTo>
                    <a:pt x="248" y="393"/>
                  </a:lnTo>
                  <a:close/>
                </a:path>
              </a:pathLst>
            </a:custGeom>
            <a:solidFill>
              <a:srgbClr val="000000"/>
            </a:solidFill>
            <a:ln w="0">
              <a:noFill/>
            </a:ln>
          </p:spPr>
          <p:style>
            <a:lnRef idx="0"/>
            <a:fillRef idx="0"/>
            <a:effectRef idx="0"/>
            <a:fontRef idx="minor"/>
          </p:style>
          <p:txBody>
            <a:bodyPr lIns="90000" rIns="90000" tIns="-2880" bIns="-2880" anchor="t">
              <a:noAutofit/>
            </a:bodyPr>
            <a:p>
              <a:endParaRPr b="0" lang="en-US" sz="2400" spc="-1" strike="noStrike">
                <a:solidFill>
                  <a:srgbClr val="000000"/>
                </a:solidFill>
                <a:latin typeface="Times New Roman"/>
              </a:endParaRPr>
            </a:p>
          </p:txBody>
        </p:sp>
        <p:sp>
          <p:nvSpPr>
            <p:cNvPr id="7599" name=""/>
            <p:cNvSpPr/>
            <p:nvPr/>
          </p:nvSpPr>
          <p:spPr>
            <a:xfrm flipV="1">
              <a:off x="5805360" y="5351040"/>
              <a:ext cx="11160" cy="48960"/>
            </a:xfrm>
            <a:custGeom>
              <a:avLst/>
              <a:gdLst/>
              <a:ahLst/>
              <a:rect l="l" t="t" r="r" b="b"/>
              <a:pathLst>
                <a:path w="109" h="430">
                  <a:moveTo>
                    <a:pt x="21" y="428"/>
                  </a:moveTo>
                  <a:lnTo>
                    <a:pt x="21" y="428"/>
                  </a:lnTo>
                  <a:lnTo>
                    <a:pt x="13" y="388"/>
                  </a:lnTo>
                  <a:lnTo>
                    <a:pt x="10" y="351"/>
                  </a:lnTo>
                  <a:lnTo>
                    <a:pt x="10" y="312"/>
                  </a:lnTo>
                  <a:lnTo>
                    <a:pt x="13" y="276"/>
                  </a:lnTo>
                  <a:lnTo>
                    <a:pt x="20" y="239"/>
                  </a:lnTo>
                  <a:lnTo>
                    <a:pt x="27" y="203"/>
                  </a:lnTo>
                  <a:lnTo>
                    <a:pt x="36" y="170"/>
                  </a:lnTo>
                  <a:lnTo>
                    <a:pt x="47" y="140"/>
                  </a:lnTo>
                  <a:lnTo>
                    <a:pt x="58" y="111"/>
                  </a:lnTo>
                  <a:lnTo>
                    <a:pt x="69" y="85"/>
                  </a:lnTo>
                  <a:lnTo>
                    <a:pt x="78" y="62"/>
                  </a:lnTo>
                  <a:lnTo>
                    <a:pt x="88" y="42"/>
                  </a:lnTo>
                  <a:lnTo>
                    <a:pt x="97" y="27"/>
                  </a:lnTo>
                  <a:lnTo>
                    <a:pt x="103" y="15"/>
                  </a:lnTo>
                  <a:lnTo>
                    <a:pt x="108" y="8"/>
                  </a:lnTo>
                  <a:lnTo>
                    <a:pt x="109" y="6"/>
                  </a:lnTo>
                  <a:lnTo>
                    <a:pt x="101" y="0"/>
                  </a:lnTo>
                  <a:lnTo>
                    <a:pt x="100" y="2"/>
                  </a:lnTo>
                  <a:lnTo>
                    <a:pt x="95" y="9"/>
                  </a:lnTo>
                  <a:lnTo>
                    <a:pt x="88" y="23"/>
                  </a:lnTo>
                  <a:lnTo>
                    <a:pt x="80" y="38"/>
                  </a:lnTo>
                  <a:lnTo>
                    <a:pt x="70" y="58"/>
                  </a:lnTo>
                  <a:lnTo>
                    <a:pt x="58" y="81"/>
                  </a:lnTo>
                  <a:lnTo>
                    <a:pt x="48" y="107"/>
                  </a:lnTo>
                  <a:lnTo>
                    <a:pt x="36" y="136"/>
                  </a:lnTo>
                  <a:lnTo>
                    <a:pt x="26" y="168"/>
                  </a:lnTo>
                  <a:lnTo>
                    <a:pt x="17" y="201"/>
                  </a:lnTo>
                  <a:lnTo>
                    <a:pt x="9" y="237"/>
                  </a:lnTo>
                  <a:lnTo>
                    <a:pt x="3" y="274"/>
                  </a:lnTo>
                  <a:lnTo>
                    <a:pt x="0" y="312"/>
                  </a:lnTo>
                  <a:lnTo>
                    <a:pt x="0" y="351"/>
                  </a:lnTo>
                  <a:lnTo>
                    <a:pt x="3" y="390"/>
                  </a:lnTo>
                  <a:lnTo>
                    <a:pt x="10" y="430"/>
                  </a:lnTo>
                  <a:lnTo>
                    <a:pt x="10" y="430"/>
                  </a:lnTo>
                  <a:lnTo>
                    <a:pt x="21" y="428"/>
                  </a:lnTo>
                  <a:close/>
                </a:path>
              </a:pathLst>
            </a:custGeom>
            <a:solidFill>
              <a:srgbClr val="000000"/>
            </a:solidFill>
            <a:ln w="0">
              <a:noFill/>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7600" name=""/>
            <p:cNvSpPr/>
            <p:nvPr/>
          </p:nvSpPr>
          <p:spPr>
            <a:xfrm flipV="1">
              <a:off x="5807160" y="5298120"/>
              <a:ext cx="42840" cy="53640"/>
            </a:xfrm>
            <a:custGeom>
              <a:avLst/>
              <a:gdLst/>
              <a:ahLst/>
              <a:rect l="l" t="t" r="r" b="b"/>
              <a:pathLst>
                <a:path w="418" h="473">
                  <a:moveTo>
                    <a:pt x="418" y="468"/>
                  </a:moveTo>
                  <a:lnTo>
                    <a:pt x="415" y="463"/>
                  </a:lnTo>
                  <a:lnTo>
                    <a:pt x="396" y="455"/>
                  </a:lnTo>
                  <a:lnTo>
                    <a:pt x="374" y="441"/>
                  </a:lnTo>
                  <a:lnTo>
                    <a:pt x="349" y="424"/>
                  </a:lnTo>
                  <a:lnTo>
                    <a:pt x="321" y="404"/>
                  </a:lnTo>
                  <a:lnTo>
                    <a:pt x="292" y="380"/>
                  </a:lnTo>
                  <a:lnTo>
                    <a:pt x="261" y="354"/>
                  </a:lnTo>
                  <a:lnTo>
                    <a:pt x="229" y="325"/>
                  </a:lnTo>
                  <a:lnTo>
                    <a:pt x="198" y="295"/>
                  </a:lnTo>
                  <a:lnTo>
                    <a:pt x="167" y="262"/>
                  </a:lnTo>
                  <a:lnTo>
                    <a:pt x="137" y="226"/>
                  </a:lnTo>
                  <a:lnTo>
                    <a:pt x="109" y="190"/>
                  </a:lnTo>
                  <a:lnTo>
                    <a:pt x="82" y="152"/>
                  </a:lnTo>
                  <a:lnTo>
                    <a:pt x="59" y="116"/>
                  </a:lnTo>
                  <a:lnTo>
                    <a:pt x="38" y="77"/>
                  </a:lnTo>
                  <a:lnTo>
                    <a:pt x="22" y="38"/>
                  </a:lnTo>
                  <a:lnTo>
                    <a:pt x="11" y="0"/>
                  </a:lnTo>
                  <a:lnTo>
                    <a:pt x="0" y="2"/>
                  </a:lnTo>
                  <a:lnTo>
                    <a:pt x="12" y="42"/>
                  </a:lnTo>
                  <a:lnTo>
                    <a:pt x="30" y="81"/>
                  </a:lnTo>
                  <a:lnTo>
                    <a:pt x="50" y="120"/>
                  </a:lnTo>
                  <a:lnTo>
                    <a:pt x="73" y="159"/>
                  </a:lnTo>
                  <a:lnTo>
                    <a:pt x="100" y="196"/>
                  </a:lnTo>
                  <a:lnTo>
                    <a:pt x="128" y="232"/>
                  </a:lnTo>
                  <a:lnTo>
                    <a:pt x="159" y="268"/>
                  </a:lnTo>
                  <a:lnTo>
                    <a:pt x="190" y="301"/>
                  </a:lnTo>
                  <a:lnTo>
                    <a:pt x="223" y="333"/>
                  </a:lnTo>
                  <a:lnTo>
                    <a:pt x="254" y="362"/>
                  </a:lnTo>
                  <a:lnTo>
                    <a:pt x="286" y="388"/>
                  </a:lnTo>
                  <a:lnTo>
                    <a:pt x="315" y="412"/>
                  </a:lnTo>
                  <a:lnTo>
                    <a:pt x="343" y="432"/>
                  </a:lnTo>
                  <a:lnTo>
                    <a:pt x="368" y="450"/>
                  </a:lnTo>
                  <a:lnTo>
                    <a:pt x="392" y="463"/>
                  </a:lnTo>
                  <a:lnTo>
                    <a:pt x="411" y="473"/>
                  </a:lnTo>
                  <a:lnTo>
                    <a:pt x="408" y="468"/>
                  </a:lnTo>
                  <a:lnTo>
                    <a:pt x="418" y="468"/>
                  </a:lnTo>
                  <a:close/>
                </a:path>
              </a:pathLst>
            </a:custGeom>
            <a:solidFill>
              <a:srgbClr val="000000"/>
            </a:solidFill>
            <a:ln w="0">
              <a:noFill/>
            </a:ln>
          </p:spPr>
          <p:style>
            <a:lnRef idx="0"/>
            <a:fillRef idx="0"/>
            <a:effectRef idx="0"/>
            <a:fontRef idx="minor"/>
          </p:style>
          <p:txBody>
            <a:bodyPr lIns="90000" rIns="90000" tIns="6840" bIns="6840" anchor="t">
              <a:noAutofit/>
            </a:bodyPr>
            <a:p>
              <a:endParaRPr b="0" lang="en-US" sz="2400" spc="-1" strike="noStrike">
                <a:solidFill>
                  <a:srgbClr val="000000"/>
                </a:solidFill>
                <a:latin typeface="Times New Roman"/>
              </a:endParaRPr>
            </a:p>
          </p:txBody>
        </p:sp>
        <p:sp>
          <p:nvSpPr>
            <p:cNvPr id="7601" name=""/>
            <p:cNvSpPr/>
            <p:nvPr/>
          </p:nvSpPr>
          <p:spPr>
            <a:xfrm flipV="1">
              <a:off x="5848200" y="5257440"/>
              <a:ext cx="9720" cy="41040"/>
            </a:xfrm>
            <a:custGeom>
              <a:avLst/>
              <a:gdLst/>
              <a:ahLst/>
              <a:rect l="l" t="t" r="r" b="b"/>
              <a:pathLst>
                <a:path w="69" h="354">
                  <a:moveTo>
                    <a:pt x="69" y="349"/>
                  </a:moveTo>
                  <a:lnTo>
                    <a:pt x="69" y="349"/>
                  </a:lnTo>
                  <a:lnTo>
                    <a:pt x="61" y="324"/>
                  </a:lnTo>
                  <a:lnTo>
                    <a:pt x="53" y="298"/>
                  </a:lnTo>
                  <a:lnTo>
                    <a:pt x="45" y="271"/>
                  </a:lnTo>
                  <a:lnTo>
                    <a:pt x="39" y="242"/>
                  </a:lnTo>
                  <a:lnTo>
                    <a:pt x="34" y="213"/>
                  </a:lnTo>
                  <a:lnTo>
                    <a:pt x="29" y="183"/>
                  </a:lnTo>
                  <a:lnTo>
                    <a:pt x="25" y="155"/>
                  </a:lnTo>
                  <a:lnTo>
                    <a:pt x="21" y="127"/>
                  </a:lnTo>
                  <a:lnTo>
                    <a:pt x="18" y="101"/>
                  </a:lnTo>
                  <a:lnTo>
                    <a:pt x="16" y="78"/>
                  </a:lnTo>
                  <a:lnTo>
                    <a:pt x="14" y="55"/>
                  </a:lnTo>
                  <a:lnTo>
                    <a:pt x="12" y="38"/>
                  </a:lnTo>
                  <a:lnTo>
                    <a:pt x="11" y="22"/>
                  </a:lnTo>
                  <a:lnTo>
                    <a:pt x="11" y="11"/>
                  </a:lnTo>
                  <a:lnTo>
                    <a:pt x="10" y="2"/>
                  </a:lnTo>
                  <a:lnTo>
                    <a:pt x="10" y="0"/>
                  </a:lnTo>
                  <a:lnTo>
                    <a:pt x="0" y="0"/>
                  </a:lnTo>
                  <a:lnTo>
                    <a:pt x="0" y="2"/>
                  </a:lnTo>
                  <a:lnTo>
                    <a:pt x="1" y="11"/>
                  </a:lnTo>
                  <a:lnTo>
                    <a:pt x="1" y="22"/>
                  </a:lnTo>
                  <a:lnTo>
                    <a:pt x="2" y="38"/>
                  </a:lnTo>
                  <a:lnTo>
                    <a:pt x="4" y="57"/>
                  </a:lnTo>
                  <a:lnTo>
                    <a:pt x="6" y="78"/>
                  </a:lnTo>
                  <a:lnTo>
                    <a:pt x="8" y="103"/>
                  </a:lnTo>
                  <a:lnTo>
                    <a:pt x="11" y="129"/>
                  </a:lnTo>
                  <a:lnTo>
                    <a:pt x="14" y="157"/>
                  </a:lnTo>
                  <a:lnTo>
                    <a:pt x="18" y="185"/>
                  </a:lnTo>
                  <a:lnTo>
                    <a:pt x="24" y="215"/>
                  </a:lnTo>
                  <a:lnTo>
                    <a:pt x="29" y="244"/>
                  </a:lnTo>
                  <a:lnTo>
                    <a:pt x="35" y="274"/>
                  </a:lnTo>
                  <a:lnTo>
                    <a:pt x="42" y="301"/>
                  </a:lnTo>
                  <a:lnTo>
                    <a:pt x="51" y="329"/>
                  </a:lnTo>
                  <a:lnTo>
                    <a:pt x="59" y="354"/>
                  </a:lnTo>
                  <a:lnTo>
                    <a:pt x="59" y="354"/>
                  </a:lnTo>
                  <a:lnTo>
                    <a:pt x="69" y="349"/>
                  </a:lnTo>
                  <a:close/>
                </a:path>
              </a:pathLst>
            </a:custGeom>
            <a:solidFill>
              <a:srgbClr val="000000"/>
            </a:solidFill>
            <a:ln w="0">
              <a:noFill/>
            </a:ln>
          </p:spPr>
          <p:style>
            <a:lnRef idx="0"/>
            <a:fillRef idx="0"/>
            <a:effectRef idx="0"/>
            <a:fontRef idx="minor"/>
          </p:style>
          <p:txBody>
            <a:bodyPr lIns="90000" rIns="90000" tIns="-5760" bIns="-5760" anchor="t">
              <a:noAutofit/>
            </a:bodyPr>
            <a:p>
              <a:endParaRPr b="0" lang="en-US" sz="2400" spc="-1" strike="noStrike">
                <a:solidFill>
                  <a:srgbClr val="000000"/>
                </a:solidFill>
                <a:latin typeface="Times New Roman"/>
              </a:endParaRPr>
            </a:p>
          </p:txBody>
        </p:sp>
        <p:sp>
          <p:nvSpPr>
            <p:cNvPr id="7602" name=""/>
            <p:cNvSpPr/>
            <p:nvPr/>
          </p:nvSpPr>
          <p:spPr>
            <a:xfrm flipV="1">
              <a:off x="5856120" y="5213160"/>
              <a:ext cx="46080" cy="43920"/>
            </a:xfrm>
            <a:custGeom>
              <a:avLst/>
              <a:gdLst/>
              <a:ahLst/>
              <a:rect l="l" t="t" r="r" b="b"/>
              <a:pathLst>
                <a:path w="445" h="388">
                  <a:moveTo>
                    <a:pt x="445" y="377"/>
                  </a:moveTo>
                  <a:lnTo>
                    <a:pt x="445" y="377"/>
                  </a:lnTo>
                  <a:lnTo>
                    <a:pt x="404" y="361"/>
                  </a:lnTo>
                  <a:lnTo>
                    <a:pt x="366" y="343"/>
                  </a:lnTo>
                  <a:lnTo>
                    <a:pt x="327" y="323"/>
                  </a:lnTo>
                  <a:lnTo>
                    <a:pt x="293" y="302"/>
                  </a:lnTo>
                  <a:lnTo>
                    <a:pt x="257" y="279"/>
                  </a:lnTo>
                  <a:lnTo>
                    <a:pt x="224" y="255"/>
                  </a:lnTo>
                  <a:lnTo>
                    <a:pt x="193" y="230"/>
                  </a:lnTo>
                  <a:lnTo>
                    <a:pt x="163" y="204"/>
                  </a:lnTo>
                  <a:lnTo>
                    <a:pt x="137" y="178"/>
                  </a:lnTo>
                  <a:lnTo>
                    <a:pt x="112" y="153"/>
                  </a:lnTo>
                  <a:lnTo>
                    <a:pt x="88" y="127"/>
                  </a:lnTo>
                  <a:lnTo>
                    <a:pt x="68" y="100"/>
                  </a:lnTo>
                  <a:lnTo>
                    <a:pt x="50" y="74"/>
                  </a:lnTo>
                  <a:lnTo>
                    <a:pt x="33" y="48"/>
                  </a:lnTo>
                  <a:lnTo>
                    <a:pt x="20" y="24"/>
                  </a:lnTo>
                  <a:lnTo>
                    <a:pt x="10" y="0"/>
                  </a:lnTo>
                  <a:lnTo>
                    <a:pt x="0" y="5"/>
                  </a:lnTo>
                  <a:lnTo>
                    <a:pt x="11" y="28"/>
                  </a:lnTo>
                  <a:lnTo>
                    <a:pt x="25" y="54"/>
                  </a:lnTo>
                  <a:lnTo>
                    <a:pt x="42" y="80"/>
                  </a:lnTo>
                  <a:lnTo>
                    <a:pt x="59" y="106"/>
                  </a:lnTo>
                  <a:lnTo>
                    <a:pt x="80" y="133"/>
                  </a:lnTo>
                  <a:lnTo>
                    <a:pt x="104" y="159"/>
                  </a:lnTo>
                  <a:lnTo>
                    <a:pt x="129" y="186"/>
                  </a:lnTo>
                  <a:lnTo>
                    <a:pt x="157" y="212"/>
                  </a:lnTo>
                  <a:lnTo>
                    <a:pt x="186" y="238"/>
                  </a:lnTo>
                  <a:lnTo>
                    <a:pt x="218" y="263"/>
                  </a:lnTo>
                  <a:lnTo>
                    <a:pt x="251" y="287"/>
                  </a:lnTo>
                  <a:lnTo>
                    <a:pt x="286" y="310"/>
                  </a:lnTo>
                  <a:lnTo>
                    <a:pt x="323" y="332"/>
                  </a:lnTo>
                  <a:lnTo>
                    <a:pt x="361" y="352"/>
                  </a:lnTo>
                  <a:lnTo>
                    <a:pt x="400" y="371"/>
                  </a:lnTo>
                  <a:lnTo>
                    <a:pt x="441" y="388"/>
                  </a:lnTo>
                  <a:lnTo>
                    <a:pt x="441" y="388"/>
                  </a:lnTo>
                  <a:lnTo>
                    <a:pt x="445" y="377"/>
                  </a:lnTo>
                  <a:close/>
                </a:path>
              </a:pathLst>
            </a:custGeom>
            <a:solidFill>
              <a:srgbClr val="000000"/>
            </a:solidFill>
            <a:ln w="0">
              <a:noFill/>
            </a:ln>
          </p:spPr>
          <p:style>
            <a:lnRef idx="0"/>
            <a:fillRef idx="0"/>
            <a:effectRef idx="0"/>
            <a:fontRef idx="minor"/>
          </p:style>
          <p:txBody>
            <a:bodyPr lIns="90000" rIns="90000" tIns="-2880" bIns="-2880" anchor="t">
              <a:noAutofit/>
            </a:bodyPr>
            <a:p>
              <a:endParaRPr b="0" lang="en-US" sz="2400" spc="-1" strike="noStrike">
                <a:solidFill>
                  <a:srgbClr val="000000"/>
                </a:solidFill>
                <a:latin typeface="Times New Roman"/>
              </a:endParaRPr>
            </a:p>
          </p:txBody>
        </p:sp>
        <p:sp>
          <p:nvSpPr>
            <p:cNvPr id="7603" name=""/>
            <p:cNvSpPr/>
            <p:nvPr/>
          </p:nvSpPr>
          <p:spPr>
            <a:xfrm flipV="1">
              <a:off x="5902200" y="5205960"/>
              <a:ext cx="38160" cy="9000"/>
            </a:xfrm>
            <a:custGeom>
              <a:avLst/>
              <a:gdLst/>
              <a:ahLst/>
              <a:rect l="l" t="t" r="r" b="b"/>
              <a:pathLst>
                <a:path w="359" h="71">
                  <a:moveTo>
                    <a:pt x="359" y="59"/>
                  </a:moveTo>
                  <a:lnTo>
                    <a:pt x="359" y="59"/>
                  </a:lnTo>
                  <a:lnTo>
                    <a:pt x="342" y="59"/>
                  </a:lnTo>
                  <a:lnTo>
                    <a:pt x="327" y="59"/>
                  </a:lnTo>
                  <a:lnTo>
                    <a:pt x="312" y="59"/>
                  </a:lnTo>
                  <a:lnTo>
                    <a:pt x="296" y="60"/>
                  </a:lnTo>
                  <a:lnTo>
                    <a:pt x="281" y="61"/>
                  </a:lnTo>
                  <a:lnTo>
                    <a:pt x="264" y="61"/>
                  </a:lnTo>
                  <a:lnTo>
                    <a:pt x="247" y="61"/>
                  </a:lnTo>
                  <a:lnTo>
                    <a:pt x="229" y="60"/>
                  </a:lnTo>
                  <a:lnTo>
                    <a:pt x="210" y="58"/>
                  </a:lnTo>
                  <a:lnTo>
                    <a:pt x="188" y="55"/>
                  </a:lnTo>
                  <a:lnTo>
                    <a:pt x="164" y="50"/>
                  </a:lnTo>
                  <a:lnTo>
                    <a:pt x="138" y="44"/>
                  </a:lnTo>
                  <a:lnTo>
                    <a:pt x="109" y="37"/>
                  </a:lnTo>
                  <a:lnTo>
                    <a:pt x="79" y="26"/>
                  </a:lnTo>
                  <a:lnTo>
                    <a:pt x="43" y="15"/>
                  </a:lnTo>
                  <a:lnTo>
                    <a:pt x="4" y="0"/>
                  </a:lnTo>
                  <a:lnTo>
                    <a:pt x="0" y="11"/>
                  </a:lnTo>
                  <a:lnTo>
                    <a:pt x="39" y="25"/>
                  </a:lnTo>
                  <a:lnTo>
                    <a:pt x="74" y="37"/>
                  </a:lnTo>
                  <a:lnTo>
                    <a:pt x="107" y="47"/>
                  </a:lnTo>
                  <a:lnTo>
                    <a:pt x="136" y="55"/>
                  </a:lnTo>
                  <a:lnTo>
                    <a:pt x="162" y="61"/>
                  </a:lnTo>
                  <a:lnTo>
                    <a:pt x="186" y="65"/>
                  </a:lnTo>
                  <a:lnTo>
                    <a:pt x="208" y="68"/>
                  </a:lnTo>
                  <a:lnTo>
                    <a:pt x="229" y="70"/>
                  </a:lnTo>
                  <a:lnTo>
                    <a:pt x="247" y="71"/>
                  </a:lnTo>
                  <a:lnTo>
                    <a:pt x="264" y="71"/>
                  </a:lnTo>
                  <a:lnTo>
                    <a:pt x="281" y="71"/>
                  </a:lnTo>
                  <a:lnTo>
                    <a:pt x="296" y="70"/>
                  </a:lnTo>
                  <a:lnTo>
                    <a:pt x="312" y="69"/>
                  </a:lnTo>
                  <a:lnTo>
                    <a:pt x="327" y="69"/>
                  </a:lnTo>
                  <a:lnTo>
                    <a:pt x="342" y="69"/>
                  </a:lnTo>
                  <a:lnTo>
                    <a:pt x="359" y="69"/>
                  </a:lnTo>
                  <a:lnTo>
                    <a:pt x="359" y="69"/>
                  </a:lnTo>
                  <a:lnTo>
                    <a:pt x="359" y="59"/>
                  </a:lnTo>
                  <a:close/>
                </a:path>
              </a:pathLst>
            </a:custGeom>
            <a:solidFill>
              <a:srgbClr val="000000"/>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604" name=""/>
            <p:cNvSpPr/>
            <p:nvPr/>
          </p:nvSpPr>
          <p:spPr>
            <a:xfrm flipV="1">
              <a:off x="5940360" y="5202000"/>
              <a:ext cx="79560" cy="5760"/>
            </a:xfrm>
            <a:custGeom>
              <a:avLst/>
              <a:gdLst/>
              <a:ahLst/>
              <a:rect l="l" t="t" r="r" b="b"/>
              <a:pathLst>
                <a:path w="756" h="50">
                  <a:moveTo>
                    <a:pt x="756" y="39"/>
                  </a:moveTo>
                  <a:lnTo>
                    <a:pt x="756" y="39"/>
                  </a:lnTo>
                  <a:lnTo>
                    <a:pt x="749" y="38"/>
                  </a:lnTo>
                  <a:lnTo>
                    <a:pt x="740" y="38"/>
                  </a:lnTo>
                  <a:lnTo>
                    <a:pt x="729" y="37"/>
                  </a:lnTo>
                  <a:lnTo>
                    <a:pt x="715" y="36"/>
                  </a:lnTo>
                  <a:lnTo>
                    <a:pt x="700" y="35"/>
                  </a:lnTo>
                  <a:lnTo>
                    <a:pt x="682" y="34"/>
                  </a:lnTo>
                  <a:lnTo>
                    <a:pt x="662" y="33"/>
                  </a:lnTo>
                  <a:lnTo>
                    <a:pt x="640" y="32"/>
                  </a:lnTo>
                  <a:lnTo>
                    <a:pt x="617" y="31"/>
                  </a:lnTo>
                  <a:lnTo>
                    <a:pt x="592" y="29"/>
                  </a:lnTo>
                  <a:lnTo>
                    <a:pt x="566" y="28"/>
                  </a:lnTo>
                  <a:lnTo>
                    <a:pt x="539" y="27"/>
                  </a:lnTo>
                  <a:lnTo>
                    <a:pt x="511" y="25"/>
                  </a:lnTo>
                  <a:lnTo>
                    <a:pt x="482" y="24"/>
                  </a:lnTo>
                  <a:lnTo>
                    <a:pt x="453" y="21"/>
                  </a:lnTo>
                  <a:lnTo>
                    <a:pt x="423" y="20"/>
                  </a:lnTo>
                  <a:lnTo>
                    <a:pt x="392" y="18"/>
                  </a:lnTo>
                  <a:lnTo>
                    <a:pt x="361" y="17"/>
                  </a:lnTo>
                  <a:lnTo>
                    <a:pt x="331" y="15"/>
                  </a:lnTo>
                  <a:lnTo>
                    <a:pt x="301" y="14"/>
                  </a:lnTo>
                  <a:lnTo>
                    <a:pt x="271" y="12"/>
                  </a:lnTo>
                  <a:lnTo>
                    <a:pt x="240" y="11"/>
                  </a:lnTo>
                  <a:lnTo>
                    <a:pt x="211" y="10"/>
                  </a:lnTo>
                  <a:lnTo>
                    <a:pt x="182" y="8"/>
                  </a:lnTo>
                  <a:lnTo>
                    <a:pt x="155" y="7"/>
                  </a:lnTo>
                  <a:lnTo>
                    <a:pt x="128" y="6"/>
                  </a:lnTo>
                  <a:lnTo>
                    <a:pt x="103" y="5"/>
                  </a:lnTo>
                  <a:lnTo>
                    <a:pt x="79" y="3"/>
                  </a:lnTo>
                  <a:lnTo>
                    <a:pt x="56" y="2"/>
                  </a:lnTo>
                  <a:lnTo>
                    <a:pt x="35" y="2"/>
                  </a:lnTo>
                  <a:lnTo>
                    <a:pt x="16" y="1"/>
                  </a:lnTo>
                  <a:lnTo>
                    <a:pt x="0" y="0"/>
                  </a:lnTo>
                  <a:lnTo>
                    <a:pt x="0" y="10"/>
                  </a:lnTo>
                  <a:lnTo>
                    <a:pt x="16" y="11"/>
                  </a:lnTo>
                  <a:lnTo>
                    <a:pt x="35" y="12"/>
                  </a:lnTo>
                  <a:lnTo>
                    <a:pt x="56" y="12"/>
                  </a:lnTo>
                  <a:lnTo>
                    <a:pt x="79" y="13"/>
                  </a:lnTo>
                  <a:lnTo>
                    <a:pt x="103" y="15"/>
                  </a:lnTo>
                  <a:lnTo>
                    <a:pt x="128" y="16"/>
                  </a:lnTo>
                  <a:lnTo>
                    <a:pt x="155" y="17"/>
                  </a:lnTo>
                  <a:lnTo>
                    <a:pt x="182" y="18"/>
                  </a:lnTo>
                  <a:lnTo>
                    <a:pt x="211" y="20"/>
                  </a:lnTo>
                  <a:lnTo>
                    <a:pt x="240" y="21"/>
                  </a:lnTo>
                  <a:lnTo>
                    <a:pt x="271" y="23"/>
                  </a:lnTo>
                  <a:lnTo>
                    <a:pt x="301" y="25"/>
                  </a:lnTo>
                  <a:lnTo>
                    <a:pt x="331" y="26"/>
                  </a:lnTo>
                  <a:lnTo>
                    <a:pt x="361" y="28"/>
                  </a:lnTo>
                  <a:lnTo>
                    <a:pt x="392" y="29"/>
                  </a:lnTo>
                  <a:lnTo>
                    <a:pt x="423" y="31"/>
                  </a:lnTo>
                  <a:lnTo>
                    <a:pt x="453" y="32"/>
                  </a:lnTo>
                  <a:lnTo>
                    <a:pt x="482" y="34"/>
                  </a:lnTo>
                  <a:lnTo>
                    <a:pt x="511" y="35"/>
                  </a:lnTo>
                  <a:lnTo>
                    <a:pt x="539" y="37"/>
                  </a:lnTo>
                  <a:lnTo>
                    <a:pt x="566" y="38"/>
                  </a:lnTo>
                  <a:lnTo>
                    <a:pt x="592" y="39"/>
                  </a:lnTo>
                  <a:lnTo>
                    <a:pt x="617" y="41"/>
                  </a:lnTo>
                  <a:lnTo>
                    <a:pt x="640" y="42"/>
                  </a:lnTo>
                  <a:lnTo>
                    <a:pt x="662" y="43"/>
                  </a:lnTo>
                  <a:lnTo>
                    <a:pt x="682" y="44"/>
                  </a:lnTo>
                  <a:lnTo>
                    <a:pt x="700" y="45"/>
                  </a:lnTo>
                  <a:lnTo>
                    <a:pt x="715" y="46"/>
                  </a:lnTo>
                  <a:lnTo>
                    <a:pt x="729" y="47"/>
                  </a:lnTo>
                  <a:lnTo>
                    <a:pt x="740" y="48"/>
                  </a:lnTo>
                  <a:lnTo>
                    <a:pt x="749" y="48"/>
                  </a:lnTo>
                  <a:lnTo>
                    <a:pt x="754" y="50"/>
                  </a:lnTo>
                  <a:lnTo>
                    <a:pt x="754" y="50"/>
                  </a:lnTo>
                  <a:lnTo>
                    <a:pt x="756" y="39"/>
                  </a:lnTo>
                  <a:close/>
                </a:path>
              </a:pathLst>
            </a:custGeom>
            <a:solidFill>
              <a:srgbClr val="000000"/>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7605" name=""/>
            <p:cNvSpPr/>
            <p:nvPr/>
          </p:nvSpPr>
          <p:spPr>
            <a:xfrm flipV="1">
              <a:off x="6019920" y="5187600"/>
              <a:ext cx="46080" cy="17280"/>
            </a:xfrm>
            <a:custGeom>
              <a:avLst/>
              <a:gdLst/>
              <a:ahLst/>
              <a:rect l="l" t="t" r="r" b="b"/>
              <a:pathLst>
                <a:path w="421" h="135">
                  <a:moveTo>
                    <a:pt x="421" y="127"/>
                  </a:moveTo>
                  <a:lnTo>
                    <a:pt x="421" y="127"/>
                  </a:lnTo>
                  <a:lnTo>
                    <a:pt x="403" y="118"/>
                  </a:lnTo>
                  <a:lnTo>
                    <a:pt x="380" y="109"/>
                  </a:lnTo>
                  <a:lnTo>
                    <a:pt x="353" y="100"/>
                  </a:lnTo>
                  <a:lnTo>
                    <a:pt x="322" y="89"/>
                  </a:lnTo>
                  <a:lnTo>
                    <a:pt x="287" y="79"/>
                  </a:lnTo>
                  <a:lnTo>
                    <a:pt x="253" y="69"/>
                  </a:lnTo>
                  <a:lnTo>
                    <a:pt x="217" y="58"/>
                  </a:lnTo>
                  <a:lnTo>
                    <a:pt x="181" y="48"/>
                  </a:lnTo>
                  <a:lnTo>
                    <a:pt x="147" y="39"/>
                  </a:lnTo>
                  <a:lnTo>
                    <a:pt x="113" y="29"/>
                  </a:lnTo>
                  <a:lnTo>
                    <a:pt x="83" y="21"/>
                  </a:lnTo>
                  <a:lnTo>
                    <a:pt x="56" y="15"/>
                  </a:lnTo>
                  <a:lnTo>
                    <a:pt x="33" y="8"/>
                  </a:lnTo>
                  <a:lnTo>
                    <a:pt x="17" y="4"/>
                  </a:lnTo>
                  <a:lnTo>
                    <a:pt x="6" y="1"/>
                  </a:lnTo>
                  <a:lnTo>
                    <a:pt x="2" y="0"/>
                  </a:lnTo>
                  <a:lnTo>
                    <a:pt x="0" y="11"/>
                  </a:lnTo>
                  <a:lnTo>
                    <a:pt x="4" y="12"/>
                  </a:lnTo>
                  <a:lnTo>
                    <a:pt x="14" y="15"/>
                  </a:lnTo>
                  <a:lnTo>
                    <a:pt x="31" y="19"/>
                  </a:lnTo>
                  <a:lnTo>
                    <a:pt x="54" y="25"/>
                  </a:lnTo>
                  <a:lnTo>
                    <a:pt x="81" y="31"/>
                  </a:lnTo>
                  <a:lnTo>
                    <a:pt x="111" y="40"/>
                  </a:lnTo>
                  <a:lnTo>
                    <a:pt x="145" y="49"/>
                  </a:lnTo>
                  <a:lnTo>
                    <a:pt x="179" y="58"/>
                  </a:lnTo>
                  <a:lnTo>
                    <a:pt x="214" y="69"/>
                  </a:lnTo>
                  <a:lnTo>
                    <a:pt x="251" y="79"/>
                  </a:lnTo>
                  <a:lnTo>
                    <a:pt x="285" y="89"/>
                  </a:lnTo>
                  <a:lnTo>
                    <a:pt x="318" y="100"/>
                  </a:lnTo>
                  <a:lnTo>
                    <a:pt x="349" y="110"/>
                  </a:lnTo>
                  <a:lnTo>
                    <a:pt x="376" y="120"/>
                  </a:lnTo>
                  <a:lnTo>
                    <a:pt x="399" y="128"/>
                  </a:lnTo>
                  <a:lnTo>
                    <a:pt x="416" y="135"/>
                  </a:lnTo>
                  <a:lnTo>
                    <a:pt x="416" y="135"/>
                  </a:lnTo>
                  <a:lnTo>
                    <a:pt x="421" y="127"/>
                  </a:lnTo>
                  <a:close/>
                </a:path>
              </a:pathLst>
            </a:custGeom>
            <a:solidFill>
              <a:srgbClr val="000000"/>
            </a:solidFill>
            <a:ln w="0">
              <a:noFill/>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7606" name=""/>
            <p:cNvSpPr/>
            <p:nvPr/>
          </p:nvSpPr>
          <p:spPr>
            <a:xfrm flipV="1">
              <a:off x="6064200" y="5170320"/>
              <a:ext cx="69840" cy="18720"/>
            </a:xfrm>
            <a:custGeom>
              <a:avLst/>
              <a:gdLst/>
              <a:ahLst/>
              <a:rect l="l" t="t" r="r" b="b"/>
              <a:pathLst>
                <a:path w="669" h="181">
                  <a:moveTo>
                    <a:pt x="669" y="170"/>
                  </a:moveTo>
                  <a:lnTo>
                    <a:pt x="668" y="170"/>
                  </a:lnTo>
                  <a:lnTo>
                    <a:pt x="626" y="166"/>
                  </a:lnTo>
                  <a:lnTo>
                    <a:pt x="581" y="161"/>
                  </a:lnTo>
                  <a:lnTo>
                    <a:pt x="534" y="153"/>
                  </a:lnTo>
                  <a:lnTo>
                    <a:pt x="484" y="143"/>
                  </a:lnTo>
                  <a:lnTo>
                    <a:pt x="434" y="132"/>
                  </a:lnTo>
                  <a:lnTo>
                    <a:pt x="384" y="120"/>
                  </a:lnTo>
                  <a:lnTo>
                    <a:pt x="333" y="107"/>
                  </a:lnTo>
                  <a:lnTo>
                    <a:pt x="284" y="93"/>
                  </a:lnTo>
                  <a:lnTo>
                    <a:pt x="237" y="80"/>
                  </a:lnTo>
                  <a:lnTo>
                    <a:pt x="191" y="66"/>
                  </a:lnTo>
                  <a:lnTo>
                    <a:pt x="150" y="53"/>
                  </a:lnTo>
                  <a:lnTo>
                    <a:pt x="111" y="40"/>
                  </a:lnTo>
                  <a:lnTo>
                    <a:pt x="77" y="28"/>
                  </a:lnTo>
                  <a:lnTo>
                    <a:pt x="47" y="17"/>
                  </a:lnTo>
                  <a:lnTo>
                    <a:pt x="22" y="7"/>
                  </a:lnTo>
                  <a:lnTo>
                    <a:pt x="5" y="0"/>
                  </a:lnTo>
                  <a:lnTo>
                    <a:pt x="0" y="8"/>
                  </a:lnTo>
                  <a:lnTo>
                    <a:pt x="18" y="18"/>
                  </a:lnTo>
                  <a:lnTo>
                    <a:pt x="43" y="27"/>
                  </a:lnTo>
                  <a:lnTo>
                    <a:pt x="72" y="38"/>
                  </a:lnTo>
                  <a:lnTo>
                    <a:pt x="107" y="51"/>
                  </a:lnTo>
                  <a:lnTo>
                    <a:pt x="146" y="63"/>
                  </a:lnTo>
                  <a:lnTo>
                    <a:pt x="189" y="77"/>
                  </a:lnTo>
                  <a:lnTo>
                    <a:pt x="235" y="90"/>
                  </a:lnTo>
                  <a:lnTo>
                    <a:pt x="282" y="104"/>
                  </a:lnTo>
                  <a:lnTo>
                    <a:pt x="331" y="117"/>
                  </a:lnTo>
                  <a:lnTo>
                    <a:pt x="382" y="131"/>
                  </a:lnTo>
                  <a:lnTo>
                    <a:pt x="432" y="142"/>
                  </a:lnTo>
                  <a:lnTo>
                    <a:pt x="482" y="154"/>
                  </a:lnTo>
                  <a:lnTo>
                    <a:pt x="532" y="163"/>
                  </a:lnTo>
                  <a:lnTo>
                    <a:pt x="579" y="171"/>
                  </a:lnTo>
                  <a:lnTo>
                    <a:pt x="624" y="177"/>
                  </a:lnTo>
                  <a:lnTo>
                    <a:pt x="668" y="181"/>
                  </a:lnTo>
                  <a:lnTo>
                    <a:pt x="667" y="181"/>
                  </a:lnTo>
                  <a:lnTo>
                    <a:pt x="669" y="170"/>
                  </a:lnTo>
                  <a:close/>
                </a:path>
              </a:pathLst>
            </a:custGeom>
            <a:solidFill>
              <a:srgbClr val="000000"/>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607" name=""/>
            <p:cNvSpPr/>
            <p:nvPr/>
          </p:nvSpPr>
          <p:spPr>
            <a:xfrm flipV="1">
              <a:off x="6134040" y="5152680"/>
              <a:ext cx="77760" cy="17280"/>
            </a:xfrm>
            <a:custGeom>
              <a:avLst/>
              <a:gdLst/>
              <a:ahLst/>
              <a:rect l="l" t="t" r="r" b="b"/>
              <a:pathLst>
                <a:path w="735" h="148">
                  <a:moveTo>
                    <a:pt x="735" y="137"/>
                  </a:moveTo>
                  <a:lnTo>
                    <a:pt x="735" y="137"/>
                  </a:lnTo>
                  <a:lnTo>
                    <a:pt x="700" y="134"/>
                  </a:lnTo>
                  <a:lnTo>
                    <a:pt x="666" y="131"/>
                  </a:lnTo>
                  <a:lnTo>
                    <a:pt x="631" y="127"/>
                  </a:lnTo>
                  <a:lnTo>
                    <a:pt x="596" y="123"/>
                  </a:lnTo>
                  <a:lnTo>
                    <a:pt x="562" y="119"/>
                  </a:lnTo>
                  <a:lnTo>
                    <a:pt x="528" y="114"/>
                  </a:lnTo>
                  <a:lnTo>
                    <a:pt x="495" y="109"/>
                  </a:lnTo>
                  <a:lnTo>
                    <a:pt x="462" y="104"/>
                  </a:lnTo>
                  <a:lnTo>
                    <a:pt x="430" y="98"/>
                  </a:lnTo>
                  <a:lnTo>
                    <a:pt x="399" y="93"/>
                  </a:lnTo>
                  <a:lnTo>
                    <a:pt x="368" y="86"/>
                  </a:lnTo>
                  <a:lnTo>
                    <a:pt x="338" y="81"/>
                  </a:lnTo>
                  <a:lnTo>
                    <a:pt x="309" y="75"/>
                  </a:lnTo>
                  <a:lnTo>
                    <a:pt x="281" y="70"/>
                  </a:lnTo>
                  <a:lnTo>
                    <a:pt x="253" y="64"/>
                  </a:lnTo>
                  <a:lnTo>
                    <a:pt x="227" y="57"/>
                  </a:lnTo>
                  <a:lnTo>
                    <a:pt x="202" y="52"/>
                  </a:lnTo>
                  <a:lnTo>
                    <a:pt x="179" y="47"/>
                  </a:lnTo>
                  <a:lnTo>
                    <a:pt x="156" y="41"/>
                  </a:lnTo>
                  <a:lnTo>
                    <a:pt x="134" y="36"/>
                  </a:lnTo>
                  <a:lnTo>
                    <a:pt x="115" y="31"/>
                  </a:lnTo>
                  <a:lnTo>
                    <a:pt x="96" y="26"/>
                  </a:lnTo>
                  <a:lnTo>
                    <a:pt x="79" y="22"/>
                  </a:lnTo>
                  <a:lnTo>
                    <a:pt x="64" y="18"/>
                  </a:lnTo>
                  <a:lnTo>
                    <a:pt x="50" y="14"/>
                  </a:lnTo>
                  <a:lnTo>
                    <a:pt x="38" y="11"/>
                  </a:lnTo>
                  <a:lnTo>
                    <a:pt x="27" y="8"/>
                  </a:lnTo>
                  <a:lnTo>
                    <a:pt x="18" y="5"/>
                  </a:lnTo>
                  <a:lnTo>
                    <a:pt x="13" y="3"/>
                  </a:lnTo>
                  <a:lnTo>
                    <a:pt x="7" y="1"/>
                  </a:lnTo>
                  <a:lnTo>
                    <a:pt x="3" y="0"/>
                  </a:lnTo>
                  <a:lnTo>
                    <a:pt x="2" y="0"/>
                  </a:lnTo>
                  <a:lnTo>
                    <a:pt x="0" y="11"/>
                  </a:lnTo>
                  <a:lnTo>
                    <a:pt x="1" y="11"/>
                  </a:lnTo>
                  <a:lnTo>
                    <a:pt x="3" y="12"/>
                  </a:lnTo>
                  <a:lnTo>
                    <a:pt x="8" y="14"/>
                  </a:lnTo>
                  <a:lnTo>
                    <a:pt x="16" y="16"/>
                  </a:lnTo>
                  <a:lnTo>
                    <a:pt x="25" y="18"/>
                  </a:lnTo>
                  <a:lnTo>
                    <a:pt x="35" y="21"/>
                  </a:lnTo>
                  <a:lnTo>
                    <a:pt x="48" y="24"/>
                  </a:lnTo>
                  <a:lnTo>
                    <a:pt x="62" y="28"/>
                  </a:lnTo>
                  <a:lnTo>
                    <a:pt x="77" y="32"/>
                  </a:lnTo>
                  <a:lnTo>
                    <a:pt x="94" y="37"/>
                  </a:lnTo>
                  <a:lnTo>
                    <a:pt x="113" y="42"/>
                  </a:lnTo>
                  <a:lnTo>
                    <a:pt x="132" y="46"/>
                  </a:lnTo>
                  <a:lnTo>
                    <a:pt x="154" y="51"/>
                  </a:lnTo>
                  <a:lnTo>
                    <a:pt x="177" y="57"/>
                  </a:lnTo>
                  <a:lnTo>
                    <a:pt x="200" y="63"/>
                  </a:lnTo>
                  <a:lnTo>
                    <a:pt x="225" y="68"/>
                  </a:lnTo>
                  <a:lnTo>
                    <a:pt x="251" y="74"/>
                  </a:lnTo>
                  <a:lnTo>
                    <a:pt x="279" y="80"/>
                  </a:lnTo>
                  <a:lnTo>
                    <a:pt x="307" y="85"/>
                  </a:lnTo>
                  <a:lnTo>
                    <a:pt x="335" y="92"/>
                  </a:lnTo>
                  <a:lnTo>
                    <a:pt x="366" y="97"/>
                  </a:lnTo>
                  <a:lnTo>
                    <a:pt x="397" y="103"/>
                  </a:lnTo>
                  <a:lnTo>
                    <a:pt x="428" y="108"/>
                  </a:lnTo>
                  <a:lnTo>
                    <a:pt x="460" y="115"/>
                  </a:lnTo>
                  <a:lnTo>
                    <a:pt x="493" y="120"/>
                  </a:lnTo>
                  <a:lnTo>
                    <a:pt x="526" y="124"/>
                  </a:lnTo>
                  <a:lnTo>
                    <a:pt x="560" y="129"/>
                  </a:lnTo>
                  <a:lnTo>
                    <a:pt x="594" y="133"/>
                  </a:lnTo>
                  <a:lnTo>
                    <a:pt x="629" y="137"/>
                  </a:lnTo>
                  <a:lnTo>
                    <a:pt x="663" y="142"/>
                  </a:lnTo>
                  <a:lnTo>
                    <a:pt x="700" y="145"/>
                  </a:lnTo>
                  <a:lnTo>
                    <a:pt x="735" y="148"/>
                  </a:lnTo>
                  <a:lnTo>
                    <a:pt x="735" y="148"/>
                  </a:lnTo>
                  <a:lnTo>
                    <a:pt x="735" y="137"/>
                  </a:lnTo>
                  <a:close/>
                </a:path>
              </a:pathLst>
            </a:custGeom>
            <a:solidFill>
              <a:srgbClr val="000000"/>
            </a:solidFill>
            <a:ln w="0">
              <a:noFill/>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7608" name=""/>
            <p:cNvSpPr/>
            <p:nvPr/>
          </p:nvSpPr>
          <p:spPr>
            <a:xfrm flipV="1">
              <a:off x="6211800" y="5152680"/>
              <a:ext cx="74520" cy="18720"/>
            </a:xfrm>
            <a:custGeom>
              <a:avLst/>
              <a:gdLst/>
              <a:ahLst/>
              <a:rect l="l" t="t" r="r" b="b"/>
              <a:pathLst>
                <a:path w="711" h="166">
                  <a:moveTo>
                    <a:pt x="704" y="0"/>
                  </a:moveTo>
                  <a:lnTo>
                    <a:pt x="704" y="0"/>
                  </a:lnTo>
                  <a:lnTo>
                    <a:pt x="691" y="9"/>
                  </a:lnTo>
                  <a:lnTo>
                    <a:pt x="677" y="17"/>
                  </a:lnTo>
                  <a:lnTo>
                    <a:pt x="664" y="27"/>
                  </a:lnTo>
                  <a:lnTo>
                    <a:pt x="650" y="35"/>
                  </a:lnTo>
                  <a:lnTo>
                    <a:pt x="636" y="43"/>
                  </a:lnTo>
                  <a:lnTo>
                    <a:pt x="621" y="52"/>
                  </a:lnTo>
                  <a:lnTo>
                    <a:pt x="605" y="60"/>
                  </a:lnTo>
                  <a:lnTo>
                    <a:pt x="589" y="67"/>
                  </a:lnTo>
                  <a:lnTo>
                    <a:pt x="572" y="75"/>
                  </a:lnTo>
                  <a:lnTo>
                    <a:pt x="555" y="83"/>
                  </a:lnTo>
                  <a:lnTo>
                    <a:pt x="538" y="90"/>
                  </a:lnTo>
                  <a:lnTo>
                    <a:pt x="520" y="96"/>
                  </a:lnTo>
                  <a:lnTo>
                    <a:pt x="501" y="104"/>
                  </a:lnTo>
                  <a:lnTo>
                    <a:pt x="482" y="110"/>
                  </a:lnTo>
                  <a:lnTo>
                    <a:pt x="463" y="116"/>
                  </a:lnTo>
                  <a:lnTo>
                    <a:pt x="442" y="121"/>
                  </a:lnTo>
                  <a:lnTo>
                    <a:pt x="420" y="127"/>
                  </a:lnTo>
                  <a:lnTo>
                    <a:pt x="398" y="132"/>
                  </a:lnTo>
                  <a:lnTo>
                    <a:pt x="375" y="136"/>
                  </a:lnTo>
                  <a:lnTo>
                    <a:pt x="352" y="140"/>
                  </a:lnTo>
                  <a:lnTo>
                    <a:pt x="327" y="144"/>
                  </a:lnTo>
                  <a:lnTo>
                    <a:pt x="302" y="147"/>
                  </a:lnTo>
                  <a:lnTo>
                    <a:pt x="277" y="150"/>
                  </a:lnTo>
                  <a:lnTo>
                    <a:pt x="250" y="153"/>
                  </a:lnTo>
                  <a:lnTo>
                    <a:pt x="222" y="154"/>
                  </a:lnTo>
                  <a:lnTo>
                    <a:pt x="194" y="155"/>
                  </a:lnTo>
                  <a:lnTo>
                    <a:pt x="164" y="156"/>
                  </a:lnTo>
                  <a:lnTo>
                    <a:pt x="134" y="156"/>
                  </a:lnTo>
                  <a:lnTo>
                    <a:pt x="101" y="155"/>
                  </a:lnTo>
                  <a:lnTo>
                    <a:pt x="69" y="154"/>
                  </a:lnTo>
                  <a:lnTo>
                    <a:pt x="35" y="151"/>
                  </a:lnTo>
                  <a:lnTo>
                    <a:pt x="0" y="149"/>
                  </a:lnTo>
                  <a:lnTo>
                    <a:pt x="0" y="160"/>
                  </a:lnTo>
                  <a:lnTo>
                    <a:pt x="35" y="162"/>
                  </a:lnTo>
                  <a:lnTo>
                    <a:pt x="69" y="164"/>
                  </a:lnTo>
                  <a:lnTo>
                    <a:pt x="101" y="165"/>
                  </a:lnTo>
                  <a:lnTo>
                    <a:pt x="134" y="166"/>
                  </a:lnTo>
                  <a:lnTo>
                    <a:pt x="164" y="166"/>
                  </a:lnTo>
                  <a:lnTo>
                    <a:pt x="194" y="165"/>
                  </a:lnTo>
                  <a:lnTo>
                    <a:pt x="222" y="164"/>
                  </a:lnTo>
                  <a:lnTo>
                    <a:pt x="250" y="163"/>
                  </a:lnTo>
                  <a:lnTo>
                    <a:pt x="277" y="161"/>
                  </a:lnTo>
                  <a:lnTo>
                    <a:pt x="304" y="158"/>
                  </a:lnTo>
                  <a:lnTo>
                    <a:pt x="329" y="155"/>
                  </a:lnTo>
                  <a:lnTo>
                    <a:pt x="354" y="150"/>
                  </a:lnTo>
                  <a:lnTo>
                    <a:pt x="377" y="146"/>
                  </a:lnTo>
                  <a:lnTo>
                    <a:pt x="400" y="142"/>
                  </a:lnTo>
                  <a:lnTo>
                    <a:pt x="422" y="137"/>
                  </a:lnTo>
                  <a:lnTo>
                    <a:pt x="444" y="132"/>
                  </a:lnTo>
                  <a:lnTo>
                    <a:pt x="465" y="127"/>
                  </a:lnTo>
                  <a:lnTo>
                    <a:pt x="486" y="120"/>
                  </a:lnTo>
                  <a:lnTo>
                    <a:pt x="505" y="114"/>
                  </a:lnTo>
                  <a:lnTo>
                    <a:pt x="524" y="107"/>
                  </a:lnTo>
                  <a:lnTo>
                    <a:pt x="542" y="101"/>
                  </a:lnTo>
                  <a:lnTo>
                    <a:pt x="560" y="93"/>
                  </a:lnTo>
                  <a:lnTo>
                    <a:pt x="576" y="85"/>
                  </a:lnTo>
                  <a:lnTo>
                    <a:pt x="593" y="78"/>
                  </a:lnTo>
                  <a:lnTo>
                    <a:pt x="610" y="68"/>
                  </a:lnTo>
                  <a:lnTo>
                    <a:pt x="625" y="60"/>
                  </a:lnTo>
                  <a:lnTo>
                    <a:pt x="640" y="52"/>
                  </a:lnTo>
                  <a:lnTo>
                    <a:pt x="654" y="43"/>
                  </a:lnTo>
                  <a:lnTo>
                    <a:pt x="670" y="35"/>
                  </a:lnTo>
                  <a:lnTo>
                    <a:pt x="684" y="26"/>
                  </a:lnTo>
                  <a:lnTo>
                    <a:pt x="697" y="17"/>
                  </a:lnTo>
                  <a:lnTo>
                    <a:pt x="711" y="8"/>
                  </a:lnTo>
                  <a:lnTo>
                    <a:pt x="711" y="8"/>
                  </a:lnTo>
                  <a:lnTo>
                    <a:pt x="704" y="0"/>
                  </a:lnTo>
                  <a:close/>
                </a:path>
              </a:pathLst>
            </a:custGeom>
            <a:solidFill>
              <a:srgbClr val="000000"/>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609" name=""/>
            <p:cNvSpPr/>
            <p:nvPr/>
          </p:nvSpPr>
          <p:spPr>
            <a:xfrm flipV="1">
              <a:off x="6286320" y="5170320"/>
              <a:ext cx="39960" cy="13680"/>
            </a:xfrm>
            <a:custGeom>
              <a:avLst/>
              <a:gdLst/>
              <a:ahLst/>
              <a:rect l="l" t="t" r="r" b="b"/>
              <a:pathLst>
                <a:path w="372" h="118">
                  <a:moveTo>
                    <a:pt x="370" y="0"/>
                  </a:moveTo>
                  <a:lnTo>
                    <a:pt x="370" y="0"/>
                  </a:lnTo>
                  <a:lnTo>
                    <a:pt x="356" y="2"/>
                  </a:lnTo>
                  <a:lnTo>
                    <a:pt x="340" y="4"/>
                  </a:lnTo>
                  <a:lnTo>
                    <a:pt x="322" y="7"/>
                  </a:lnTo>
                  <a:lnTo>
                    <a:pt x="302" y="9"/>
                  </a:lnTo>
                  <a:lnTo>
                    <a:pt x="282" y="11"/>
                  </a:lnTo>
                  <a:lnTo>
                    <a:pt x="260" y="14"/>
                  </a:lnTo>
                  <a:lnTo>
                    <a:pt x="237" y="18"/>
                  </a:lnTo>
                  <a:lnTo>
                    <a:pt x="212" y="23"/>
                  </a:lnTo>
                  <a:lnTo>
                    <a:pt x="187" y="29"/>
                  </a:lnTo>
                  <a:lnTo>
                    <a:pt x="161" y="35"/>
                  </a:lnTo>
                  <a:lnTo>
                    <a:pt x="134" y="43"/>
                  </a:lnTo>
                  <a:lnTo>
                    <a:pt x="108" y="53"/>
                  </a:lnTo>
                  <a:lnTo>
                    <a:pt x="81" y="64"/>
                  </a:lnTo>
                  <a:lnTo>
                    <a:pt x="55" y="78"/>
                  </a:lnTo>
                  <a:lnTo>
                    <a:pt x="26" y="93"/>
                  </a:lnTo>
                  <a:lnTo>
                    <a:pt x="0" y="110"/>
                  </a:lnTo>
                  <a:lnTo>
                    <a:pt x="7" y="118"/>
                  </a:lnTo>
                  <a:lnTo>
                    <a:pt x="33" y="101"/>
                  </a:lnTo>
                  <a:lnTo>
                    <a:pt x="59" y="86"/>
                  </a:lnTo>
                  <a:lnTo>
                    <a:pt x="85" y="74"/>
                  </a:lnTo>
                  <a:lnTo>
                    <a:pt x="112" y="63"/>
                  </a:lnTo>
                  <a:lnTo>
                    <a:pt x="138" y="54"/>
                  </a:lnTo>
                  <a:lnTo>
                    <a:pt x="163" y="45"/>
                  </a:lnTo>
                  <a:lnTo>
                    <a:pt x="189" y="39"/>
                  </a:lnTo>
                  <a:lnTo>
                    <a:pt x="214" y="33"/>
                  </a:lnTo>
                  <a:lnTo>
                    <a:pt x="239" y="29"/>
                  </a:lnTo>
                  <a:lnTo>
                    <a:pt x="262" y="25"/>
                  </a:lnTo>
                  <a:lnTo>
                    <a:pt x="284" y="21"/>
                  </a:lnTo>
                  <a:lnTo>
                    <a:pt x="305" y="19"/>
                  </a:lnTo>
                  <a:lnTo>
                    <a:pt x="324" y="17"/>
                  </a:lnTo>
                  <a:lnTo>
                    <a:pt x="342" y="14"/>
                  </a:lnTo>
                  <a:lnTo>
                    <a:pt x="358" y="12"/>
                  </a:lnTo>
                  <a:lnTo>
                    <a:pt x="372" y="10"/>
                  </a:lnTo>
                  <a:lnTo>
                    <a:pt x="372" y="10"/>
                  </a:lnTo>
                  <a:lnTo>
                    <a:pt x="370" y="0"/>
                  </a:lnTo>
                  <a:close/>
                </a:path>
              </a:pathLst>
            </a:custGeom>
            <a:solidFill>
              <a:srgbClr val="000000"/>
            </a:solidFill>
            <a:ln w="0">
              <a:noFill/>
            </a:ln>
          </p:spPr>
          <p:style>
            <a:lnRef idx="0"/>
            <a:fillRef idx="0"/>
            <a:effectRef idx="0"/>
            <a:fontRef idx="minor"/>
          </p:style>
          <p:txBody>
            <a:bodyPr lIns="90000" rIns="90000" tIns="-33120" bIns="-33120" anchor="t">
              <a:noAutofit/>
            </a:bodyPr>
            <a:p>
              <a:endParaRPr b="0" lang="en-US" sz="2400" spc="-1" strike="noStrike">
                <a:solidFill>
                  <a:srgbClr val="000000"/>
                </a:solidFill>
                <a:latin typeface="Times New Roman"/>
              </a:endParaRPr>
            </a:p>
          </p:txBody>
        </p:sp>
        <p:sp>
          <p:nvSpPr>
            <p:cNvPr id="7610" name=""/>
            <p:cNvSpPr/>
            <p:nvPr/>
          </p:nvSpPr>
          <p:spPr>
            <a:xfrm flipV="1">
              <a:off x="6326280" y="5182200"/>
              <a:ext cx="20520" cy="7560"/>
            </a:xfrm>
            <a:custGeom>
              <a:avLst/>
              <a:gdLst/>
              <a:ahLst/>
              <a:rect l="l" t="t" r="r" b="b"/>
              <a:pathLst>
                <a:path w="192" h="80">
                  <a:moveTo>
                    <a:pt x="188" y="0"/>
                  </a:moveTo>
                  <a:lnTo>
                    <a:pt x="188" y="0"/>
                  </a:lnTo>
                  <a:lnTo>
                    <a:pt x="187" y="0"/>
                  </a:lnTo>
                  <a:lnTo>
                    <a:pt x="182" y="1"/>
                  </a:lnTo>
                  <a:lnTo>
                    <a:pt x="176" y="5"/>
                  </a:lnTo>
                  <a:lnTo>
                    <a:pt x="168" y="8"/>
                  </a:lnTo>
                  <a:lnTo>
                    <a:pt x="157" y="13"/>
                  </a:lnTo>
                  <a:lnTo>
                    <a:pt x="146" y="19"/>
                  </a:lnTo>
                  <a:lnTo>
                    <a:pt x="133" y="24"/>
                  </a:lnTo>
                  <a:lnTo>
                    <a:pt x="119" y="29"/>
                  </a:lnTo>
                  <a:lnTo>
                    <a:pt x="104" y="35"/>
                  </a:lnTo>
                  <a:lnTo>
                    <a:pt x="89" y="42"/>
                  </a:lnTo>
                  <a:lnTo>
                    <a:pt x="73" y="48"/>
                  </a:lnTo>
                  <a:lnTo>
                    <a:pt x="57" y="53"/>
                  </a:lnTo>
                  <a:lnTo>
                    <a:pt x="42" y="58"/>
                  </a:lnTo>
                  <a:lnTo>
                    <a:pt x="28" y="63"/>
                  </a:lnTo>
                  <a:lnTo>
                    <a:pt x="14" y="67"/>
                  </a:lnTo>
                  <a:lnTo>
                    <a:pt x="0" y="70"/>
                  </a:lnTo>
                  <a:lnTo>
                    <a:pt x="2" y="80"/>
                  </a:lnTo>
                  <a:lnTo>
                    <a:pt x="16" y="77"/>
                  </a:lnTo>
                  <a:lnTo>
                    <a:pt x="30" y="74"/>
                  </a:lnTo>
                  <a:lnTo>
                    <a:pt x="46" y="69"/>
                  </a:lnTo>
                  <a:lnTo>
                    <a:pt x="62" y="63"/>
                  </a:lnTo>
                  <a:lnTo>
                    <a:pt x="77" y="58"/>
                  </a:lnTo>
                  <a:lnTo>
                    <a:pt x="93" y="52"/>
                  </a:lnTo>
                  <a:lnTo>
                    <a:pt x="108" y="46"/>
                  </a:lnTo>
                  <a:lnTo>
                    <a:pt x="123" y="40"/>
                  </a:lnTo>
                  <a:lnTo>
                    <a:pt x="138" y="34"/>
                  </a:lnTo>
                  <a:lnTo>
                    <a:pt x="150" y="27"/>
                  </a:lnTo>
                  <a:lnTo>
                    <a:pt x="162" y="23"/>
                  </a:lnTo>
                  <a:lnTo>
                    <a:pt x="172" y="19"/>
                  </a:lnTo>
                  <a:lnTo>
                    <a:pt x="180" y="14"/>
                  </a:lnTo>
                  <a:lnTo>
                    <a:pt x="187" y="12"/>
                  </a:lnTo>
                  <a:lnTo>
                    <a:pt x="191" y="10"/>
                  </a:lnTo>
                  <a:lnTo>
                    <a:pt x="192" y="8"/>
                  </a:lnTo>
                  <a:lnTo>
                    <a:pt x="192" y="8"/>
                  </a:lnTo>
                  <a:lnTo>
                    <a:pt x="188" y="0"/>
                  </a:lnTo>
                  <a:close/>
                </a:path>
              </a:pathLst>
            </a:custGeom>
            <a:solidFill>
              <a:srgbClr val="000000"/>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611" name=""/>
            <p:cNvSpPr/>
            <p:nvPr/>
          </p:nvSpPr>
          <p:spPr>
            <a:xfrm flipV="1">
              <a:off x="6346800" y="5190120"/>
              <a:ext cx="31680" cy="9000"/>
            </a:xfrm>
            <a:custGeom>
              <a:avLst/>
              <a:gdLst/>
              <a:ahLst/>
              <a:rect l="l" t="t" r="r" b="b"/>
              <a:pathLst>
                <a:path w="315" h="84">
                  <a:moveTo>
                    <a:pt x="315" y="8"/>
                  </a:moveTo>
                  <a:lnTo>
                    <a:pt x="315" y="8"/>
                  </a:lnTo>
                  <a:lnTo>
                    <a:pt x="291" y="2"/>
                  </a:lnTo>
                  <a:lnTo>
                    <a:pt x="264" y="0"/>
                  </a:lnTo>
                  <a:lnTo>
                    <a:pt x="238" y="0"/>
                  </a:lnTo>
                  <a:lnTo>
                    <a:pt x="211" y="3"/>
                  </a:lnTo>
                  <a:lnTo>
                    <a:pt x="184" y="8"/>
                  </a:lnTo>
                  <a:lnTo>
                    <a:pt x="158" y="14"/>
                  </a:lnTo>
                  <a:lnTo>
                    <a:pt x="133" y="20"/>
                  </a:lnTo>
                  <a:lnTo>
                    <a:pt x="108" y="28"/>
                  </a:lnTo>
                  <a:lnTo>
                    <a:pt x="86" y="37"/>
                  </a:lnTo>
                  <a:lnTo>
                    <a:pt x="65" y="44"/>
                  </a:lnTo>
                  <a:lnTo>
                    <a:pt x="47" y="52"/>
                  </a:lnTo>
                  <a:lnTo>
                    <a:pt x="31" y="59"/>
                  </a:lnTo>
                  <a:lnTo>
                    <a:pt x="17" y="67"/>
                  </a:lnTo>
                  <a:lnTo>
                    <a:pt x="8" y="72"/>
                  </a:lnTo>
                  <a:lnTo>
                    <a:pt x="2" y="75"/>
                  </a:lnTo>
                  <a:lnTo>
                    <a:pt x="0" y="76"/>
                  </a:lnTo>
                  <a:lnTo>
                    <a:pt x="4" y="84"/>
                  </a:lnTo>
                  <a:lnTo>
                    <a:pt x="6" y="83"/>
                  </a:lnTo>
                  <a:lnTo>
                    <a:pt x="12" y="80"/>
                  </a:lnTo>
                  <a:lnTo>
                    <a:pt x="22" y="75"/>
                  </a:lnTo>
                  <a:lnTo>
                    <a:pt x="35" y="70"/>
                  </a:lnTo>
                  <a:lnTo>
                    <a:pt x="51" y="63"/>
                  </a:lnTo>
                  <a:lnTo>
                    <a:pt x="69" y="54"/>
                  </a:lnTo>
                  <a:lnTo>
                    <a:pt x="90" y="47"/>
                  </a:lnTo>
                  <a:lnTo>
                    <a:pt x="112" y="39"/>
                  </a:lnTo>
                  <a:lnTo>
                    <a:pt x="135" y="30"/>
                  </a:lnTo>
                  <a:lnTo>
                    <a:pt x="160" y="24"/>
                  </a:lnTo>
                  <a:lnTo>
                    <a:pt x="186" y="18"/>
                  </a:lnTo>
                  <a:lnTo>
                    <a:pt x="213" y="14"/>
                  </a:lnTo>
                  <a:lnTo>
                    <a:pt x="238" y="11"/>
                  </a:lnTo>
                  <a:lnTo>
                    <a:pt x="264" y="11"/>
                  </a:lnTo>
                  <a:lnTo>
                    <a:pt x="289" y="13"/>
                  </a:lnTo>
                  <a:lnTo>
                    <a:pt x="313" y="18"/>
                  </a:lnTo>
                  <a:lnTo>
                    <a:pt x="313" y="18"/>
                  </a:lnTo>
                  <a:lnTo>
                    <a:pt x="315" y="8"/>
                  </a:lnTo>
                  <a:close/>
                </a:path>
              </a:pathLst>
            </a:custGeom>
            <a:solidFill>
              <a:srgbClr val="000000"/>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612" name=""/>
            <p:cNvSpPr/>
            <p:nvPr/>
          </p:nvSpPr>
          <p:spPr>
            <a:xfrm flipV="1">
              <a:off x="6378480" y="5195520"/>
              <a:ext cx="30240" cy="4320"/>
            </a:xfrm>
            <a:custGeom>
              <a:avLst/>
              <a:gdLst/>
              <a:ahLst/>
              <a:rect l="l" t="t" r="r" b="b"/>
              <a:pathLst>
                <a:path w="286" h="37">
                  <a:moveTo>
                    <a:pt x="286" y="14"/>
                  </a:moveTo>
                  <a:lnTo>
                    <a:pt x="286" y="14"/>
                  </a:lnTo>
                  <a:lnTo>
                    <a:pt x="266" y="13"/>
                  </a:lnTo>
                  <a:lnTo>
                    <a:pt x="250" y="12"/>
                  </a:lnTo>
                  <a:lnTo>
                    <a:pt x="234" y="13"/>
                  </a:lnTo>
                  <a:lnTo>
                    <a:pt x="223" y="15"/>
                  </a:lnTo>
                  <a:lnTo>
                    <a:pt x="213" y="17"/>
                  </a:lnTo>
                  <a:lnTo>
                    <a:pt x="202" y="19"/>
                  </a:lnTo>
                  <a:lnTo>
                    <a:pt x="192" y="22"/>
                  </a:lnTo>
                  <a:lnTo>
                    <a:pt x="181" y="23"/>
                  </a:lnTo>
                  <a:lnTo>
                    <a:pt x="169" y="25"/>
                  </a:lnTo>
                  <a:lnTo>
                    <a:pt x="155" y="27"/>
                  </a:lnTo>
                  <a:lnTo>
                    <a:pt x="140" y="25"/>
                  </a:lnTo>
                  <a:lnTo>
                    <a:pt x="120" y="24"/>
                  </a:lnTo>
                  <a:lnTo>
                    <a:pt x="98" y="21"/>
                  </a:lnTo>
                  <a:lnTo>
                    <a:pt x="71" y="16"/>
                  </a:lnTo>
                  <a:lnTo>
                    <a:pt x="40" y="9"/>
                  </a:lnTo>
                  <a:lnTo>
                    <a:pt x="2" y="0"/>
                  </a:lnTo>
                  <a:lnTo>
                    <a:pt x="0" y="10"/>
                  </a:lnTo>
                  <a:lnTo>
                    <a:pt x="38" y="19"/>
                  </a:lnTo>
                  <a:lnTo>
                    <a:pt x="69" y="27"/>
                  </a:lnTo>
                  <a:lnTo>
                    <a:pt x="96" y="32"/>
                  </a:lnTo>
                  <a:lnTo>
                    <a:pt x="120" y="35"/>
                  </a:lnTo>
                  <a:lnTo>
                    <a:pt x="140" y="36"/>
                  </a:lnTo>
                  <a:lnTo>
                    <a:pt x="155" y="37"/>
                  </a:lnTo>
                  <a:lnTo>
                    <a:pt x="171" y="36"/>
                  </a:lnTo>
                  <a:lnTo>
                    <a:pt x="183" y="34"/>
                  </a:lnTo>
                  <a:lnTo>
                    <a:pt x="194" y="33"/>
                  </a:lnTo>
                  <a:lnTo>
                    <a:pt x="204" y="30"/>
                  </a:lnTo>
                  <a:lnTo>
                    <a:pt x="215" y="28"/>
                  </a:lnTo>
                  <a:lnTo>
                    <a:pt x="225" y="25"/>
                  </a:lnTo>
                  <a:lnTo>
                    <a:pt x="237" y="23"/>
                  </a:lnTo>
                  <a:lnTo>
                    <a:pt x="250" y="22"/>
                  </a:lnTo>
                  <a:lnTo>
                    <a:pt x="266" y="23"/>
                  </a:lnTo>
                  <a:lnTo>
                    <a:pt x="283" y="24"/>
                  </a:lnTo>
                  <a:lnTo>
                    <a:pt x="283" y="24"/>
                  </a:lnTo>
                  <a:lnTo>
                    <a:pt x="286" y="14"/>
                  </a:lnTo>
                  <a:close/>
                </a:path>
              </a:pathLst>
            </a:custGeom>
            <a:solidFill>
              <a:srgbClr val="000000"/>
            </a:solidFill>
            <a:ln w="0">
              <a:no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7613" name=""/>
            <p:cNvSpPr/>
            <p:nvPr/>
          </p:nvSpPr>
          <p:spPr>
            <a:xfrm flipV="1">
              <a:off x="6408720" y="5150880"/>
              <a:ext cx="177840" cy="47160"/>
            </a:xfrm>
            <a:custGeom>
              <a:avLst/>
              <a:gdLst/>
              <a:ahLst/>
              <a:rect l="l" t="t" r="r" b="b"/>
              <a:pathLst>
                <a:path w="1686" h="416">
                  <a:moveTo>
                    <a:pt x="1675" y="410"/>
                  </a:moveTo>
                  <a:lnTo>
                    <a:pt x="1681" y="405"/>
                  </a:lnTo>
                  <a:lnTo>
                    <a:pt x="1677" y="404"/>
                  </a:lnTo>
                  <a:lnTo>
                    <a:pt x="1667" y="401"/>
                  </a:lnTo>
                  <a:lnTo>
                    <a:pt x="1649" y="396"/>
                  </a:lnTo>
                  <a:lnTo>
                    <a:pt x="1625" y="390"/>
                  </a:lnTo>
                  <a:lnTo>
                    <a:pt x="1595" y="381"/>
                  </a:lnTo>
                  <a:lnTo>
                    <a:pt x="1560" y="371"/>
                  </a:lnTo>
                  <a:lnTo>
                    <a:pt x="1519" y="361"/>
                  </a:lnTo>
                  <a:lnTo>
                    <a:pt x="1474" y="348"/>
                  </a:lnTo>
                  <a:lnTo>
                    <a:pt x="1424" y="335"/>
                  </a:lnTo>
                  <a:lnTo>
                    <a:pt x="1371" y="320"/>
                  </a:lnTo>
                  <a:lnTo>
                    <a:pt x="1314" y="304"/>
                  </a:lnTo>
                  <a:lnTo>
                    <a:pt x="1253" y="288"/>
                  </a:lnTo>
                  <a:lnTo>
                    <a:pt x="1190" y="271"/>
                  </a:lnTo>
                  <a:lnTo>
                    <a:pt x="1124" y="254"/>
                  </a:lnTo>
                  <a:lnTo>
                    <a:pt x="1058" y="236"/>
                  </a:lnTo>
                  <a:lnTo>
                    <a:pt x="989" y="218"/>
                  </a:lnTo>
                  <a:lnTo>
                    <a:pt x="918" y="201"/>
                  </a:lnTo>
                  <a:lnTo>
                    <a:pt x="847" y="182"/>
                  </a:lnTo>
                  <a:lnTo>
                    <a:pt x="776" y="164"/>
                  </a:lnTo>
                  <a:lnTo>
                    <a:pt x="706" y="147"/>
                  </a:lnTo>
                  <a:lnTo>
                    <a:pt x="635" y="129"/>
                  </a:lnTo>
                  <a:lnTo>
                    <a:pt x="565" y="112"/>
                  </a:lnTo>
                  <a:lnTo>
                    <a:pt x="496" y="97"/>
                  </a:lnTo>
                  <a:lnTo>
                    <a:pt x="430" y="81"/>
                  </a:lnTo>
                  <a:lnTo>
                    <a:pt x="365" y="67"/>
                  </a:lnTo>
                  <a:lnTo>
                    <a:pt x="302" y="53"/>
                  </a:lnTo>
                  <a:lnTo>
                    <a:pt x="243" y="41"/>
                  </a:lnTo>
                  <a:lnTo>
                    <a:pt x="187" y="29"/>
                  </a:lnTo>
                  <a:lnTo>
                    <a:pt x="134" y="20"/>
                  </a:lnTo>
                  <a:lnTo>
                    <a:pt x="86" y="11"/>
                  </a:lnTo>
                  <a:lnTo>
                    <a:pt x="42" y="5"/>
                  </a:lnTo>
                  <a:lnTo>
                    <a:pt x="3" y="0"/>
                  </a:lnTo>
                  <a:lnTo>
                    <a:pt x="0" y="10"/>
                  </a:lnTo>
                  <a:lnTo>
                    <a:pt x="40" y="16"/>
                  </a:lnTo>
                  <a:lnTo>
                    <a:pt x="84" y="22"/>
                  </a:lnTo>
                  <a:lnTo>
                    <a:pt x="132" y="30"/>
                  </a:lnTo>
                  <a:lnTo>
                    <a:pt x="185" y="40"/>
                  </a:lnTo>
                  <a:lnTo>
                    <a:pt x="241" y="51"/>
                  </a:lnTo>
                  <a:lnTo>
                    <a:pt x="300" y="63"/>
                  </a:lnTo>
                  <a:lnTo>
                    <a:pt x="363" y="77"/>
                  </a:lnTo>
                  <a:lnTo>
                    <a:pt x="427" y="91"/>
                  </a:lnTo>
                  <a:lnTo>
                    <a:pt x="494" y="107"/>
                  </a:lnTo>
                  <a:lnTo>
                    <a:pt x="563" y="123"/>
                  </a:lnTo>
                  <a:lnTo>
                    <a:pt x="633" y="139"/>
                  </a:lnTo>
                  <a:lnTo>
                    <a:pt x="703" y="157"/>
                  </a:lnTo>
                  <a:lnTo>
                    <a:pt x="774" y="175"/>
                  </a:lnTo>
                  <a:lnTo>
                    <a:pt x="845" y="192"/>
                  </a:lnTo>
                  <a:lnTo>
                    <a:pt x="916" y="211"/>
                  </a:lnTo>
                  <a:lnTo>
                    <a:pt x="987" y="229"/>
                  </a:lnTo>
                  <a:lnTo>
                    <a:pt x="1055" y="246"/>
                  </a:lnTo>
                  <a:lnTo>
                    <a:pt x="1122" y="264"/>
                  </a:lnTo>
                  <a:lnTo>
                    <a:pt x="1188" y="282"/>
                  </a:lnTo>
                  <a:lnTo>
                    <a:pt x="1251" y="298"/>
                  </a:lnTo>
                  <a:lnTo>
                    <a:pt x="1312" y="315"/>
                  </a:lnTo>
                  <a:lnTo>
                    <a:pt x="1369" y="330"/>
                  </a:lnTo>
                  <a:lnTo>
                    <a:pt x="1422" y="345"/>
                  </a:lnTo>
                  <a:lnTo>
                    <a:pt x="1472" y="358"/>
                  </a:lnTo>
                  <a:lnTo>
                    <a:pt x="1517" y="371"/>
                  </a:lnTo>
                  <a:lnTo>
                    <a:pt x="1557" y="381"/>
                  </a:lnTo>
                  <a:lnTo>
                    <a:pt x="1593" y="392"/>
                  </a:lnTo>
                  <a:lnTo>
                    <a:pt x="1623" y="400"/>
                  </a:lnTo>
                  <a:lnTo>
                    <a:pt x="1647" y="406"/>
                  </a:lnTo>
                  <a:lnTo>
                    <a:pt x="1665" y="411"/>
                  </a:lnTo>
                  <a:lnTo>
                    <a:pt x="1675" y="415"/>
                  </a:lnTo>
                  <a:lnTo>
                    <a:pt x="1679" y="416"/>
                  </a:lnTo>
                  <a:lnTo>
                    <a:pt x="1686" y="410"/>
                  </a:lnTo>
                  <a:lnTo>
                    <a:pt x="1675" y="410"/>
                  </a:lnTo>
                  <a:close/>
                </a:path>
              </a:pathLst>
            </a:custGeom>
            <a:solidFill>
              <a:srgbClr val="000000"/>
            </a:solidFill>
            <a:ln w="0">
              <a:noFill/>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7614" name=""/>
            <p:cNvSpPr/>
            <p:nvPr/>
          </p:nvSpPr>
          <p:spPr>
            <a:xfrm flipV="1">
              <a:off x="6586560" y="5150880"/>
              <a:ext cx="1440" cy="318600"/>
            </a:xfrm>
            <a:custGeom>
              <a:avLst/>
              <a:gdLst/>
              <a:ahLst/>
              <a:rect l="l" t="t" r="r" b="b"/>
              <a:pathLst>
                <a:path w="11" h="2791">
                  <a:moveTo>
                    <a:pt x="5" y="10"/>
                  </a:moveTo>
                  <a:lnTo>
                    <a:pt x="0" y="5"/>
                  </a:lnTo>
                  <a:lnTo>
                    <a:pt x="0" y="2791"/>
                  </a:lnTo>
                  <a:lnTo>
                    <a:pt x="11" y="2791"/>
                  </a:lnTo>
                  <a:lnTo>
                    <a:pt x="11" y="5"/>
                  </a:lnTo>
                  <a:lnTo>
                    <a:pt x="5" y="0"/>
                  </a:lnTo>
                  <a:lnTo>
                    <a:pt x="5" y="10"/>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615" name=""/>
            <p:cNvSpPr/>
            <p:nvPr/>
          </p:nvSpPr>
          <p:spPr>
            <a:xfrm flipV="1">
              <a:off x="6499080" y="5470200"/>
              <a:ext cx="87480" cy="12240"/>
            </a:xfrm>
            <a:custGeom>
              <a:avLst/>
              <a:gdLst/>
              <a:ahLst/>
              <a:rect l="l" t="t" r="r" b="b"/>
              <a:pathLst>
                <a:path w="837" h="118">
                  <a:moveTo>
                    <a:pt x="0" y="10"/>
                  </a:moveTo>
                  <a:lnTo>
                    <a:pt x="0" y="10"/>
                  </a:lnTo>
                  <a:lnTo>
                    <a:pt x="32" y="18"/>
                  </a:lnTo>
                  <a:lnTo>
                    <a:pt x="65" y="24"/>
                  </a:lnTo>
                  <a:lnTo>
                    <a:pt x="98" y="30"/>
                  </a:lnTo>
                  <a:lnTo>
                    <a:pt x="132" y="36"/>
                  </a:lnTo>
                  <a:lnTo>
                    <a:pt x="167" y="42"/>
                  </a:lnTo>
                  <a:lnTo>
                    <a:pt x="201" y="48"/>
                  </a:lnTo>
                  <a:lnTo>
                    <a:pt x="236" y="53"/>
                  </a:lnTo>
                  <a:lnTo>
                    <a:pt x="272" y="58"/>
                  </a:lnTo>
                  <a:lnTo>
                    <a:pt x="307" y="63"/>
                  </a:lnTo>
                  <a:lnTo>
                    <a:pt x="342" y="68"/>
                  </a:lnTo>
                  <a:lnTo>
                    <a:pt x="377" y="73"/>
                  </a:lnTo>
                  <a:lnTo>
                    <a:pt x="411" y="77"/>
                  </a:lnTo>
                  <a:lnTo>
                    <a:pt x="446" y="81"/>
                  </a:lnTo>
                  <a:lnTo>
                    <a:pt x="479" y="85"/>
                  </a:lnTo>
                  <a:lnTo>
                    <a:pt x="511" y="88"/>
                  </a:lnTo>
                  <a:lnTo>
                    <a:pt x="544" y="92"/>
                  </a:lnTo>
                  <a:lnTo>
                    <a:pt x="575" y="95"/>
                  </a:lnTo>
                  <a:lnTo>
                    <a:pt x="605" y="99"/>
                  </a:lnTo>
                  <a:lnTo>
                    <a:pt x="633" y="101"/>
                  </a:lnTo>
                  <a:lnTo>
                    <a:pt x="661" y="104"/>
                  </a:lnTo>
                  <a:lnTo>
                    <a:pt x="686" y="106"/>
                  </a:lnTo>
                  <a:lnTo>
                    <a:pt x="710" y="108"/>
                  </a:lnTo>
                  <a:lnTo>
                    <a:pt x="733" y="110"/>
                  </a:lnTo>
                  <a:lnTo>
                    <a:pt x="754" y="112"/>
                  </a:lnTo>
                  <a:lnTo>
                    <a:pt x="773" y="113"/>
                  </a:lnTo>
                  <a:lnTo>
                    <a:pt x="787" y="114"/>
                  </a:lnTo>
                  <a:lnTo>
                    <a:pt x="803" y="116"/>
                  </a:lnTo>
                  <a:lnTo>
                    <a:pt x="816" y="116"/>
                  </a:lnTo>
                  <a:lnTo>
                    <a:pt x="824" y="117"/>
                  </a:lnTo>
                  <a:lnTo>
                    <a:pt x="832" y="118"/>
                  </a:lnTo>
                  <a:lnTo>
                    <a:pt x="836" y="118"/>
                  </a:lnTo>
                  <a:lnTo>
                    <a:pt x="837" y="118"/>
                  </a:lnTo>
                  <a:lnTo>
                    <a:pt x="837" y="108"/>
                  </a:lnTo>
                  <a:lnTo>
                    <a:pt x="836" y="108"/>
                  </a:lnTo>
                  <a:lnTo>
                    <a:pt x="832" y="108"/>
                  </a:lnTo>
                  <a:lnTo>
                    <a:pt x="826" y="107"/>
                  </a:lnTo>
                  <a:lnTo>
                    <a:pt x="816" y="106"/>
                  </a:lnTo>
                  <a:lnTo>
                    <a:pt x="803" y="106"/>
                  </a:lnTo>
                  <a:lnTo>
                    <a:pt x="789" y="104"/>
                  </a:lnTo>
                  <a:lnTo>
                    <a:pt x="773" y="103"/>
                  </a:lnTo>
                  <a:lnTo>
                    <a:pt x="754" y="102"/>
                  </a:lnTo>
                  <a:lnTo>
                    <a:pt x="733" y="100"/>
                  </a:lnTo>
                  <a:lnTo>
                    <a:pt x="710" y="98"/>
                  </a:lnTo>
                  <a:lnTo>
                    <a:pt x="686" y="95"/>
                  </a:lnTo>
                  <a:lnTo>
                    <a:pt x="661" y="93"/>
                  </a:lnTo>
                  <a:lnTo>
                    <a:pt x="633" y="90"/>
                  </a:lnTo>
                  <a:lnTo>
                    <a:pt x="605" y="88"/>
                  </a:lnTo>
                  <a:lnTo>
                    <a:pt x="577" y="85"/>
                  </a:lnTo>
                  <a:lnTo>
                    <a:pt x="546" y="82"/>
                  </a:lnTo>
                  <a:lnTo>
                    <a:pt x="513" y="78"/>
                  </a:lnTo>
                  <a:lnTo>
                    <a:pt x="481" y="75"/>
                  </a:lnTo>
                  <a:lnTo>
                    <a:pt x="448" y="70"/>
                  </a:lnTo>
                  <a:lnTo>
                    <a:pt x="413" y="66"/>
                  </a:lnTo>
                  <a:lnTo>
                    <a:pt x="379" y="62"/>
                  </a:lnTo>
                  <a:lnTo>
                    <a:pt x="344" y="58"/>
                  </a:lnTo>
                  <a:lnTo>
                    <a:pt x="309" y="53"/>
                  </a:lnTo>
                  <a:lnTo>
                    <a:pt x="274" y="48"/>
                  </a:lnTo>
                  <a:lnTo>
                    <a:pt x="239" y="42"/>
                  </a:lnTo>
                  <a:lnTo>
                    <a:pt x="203" y="37"/>
                  </a:lnTo>
                  <a:lnTo>
                    <a:pt x="169" y="32"/>
                  </a:lnTo>
                  <a:lnTo>
                    <a:pt x="134" y="26"/>
                  </a:lnTo>
                  <a:lnTo>
                    <a:pt x="100" y="20"/>
                  </a:lnTo>
                  <a:lnTo>
                    <a:pt x="67" y="13"/>
                  </a:lnTo>
                  <a:lnTo>
                    <a:pt x="34" y="7"/>
                  </a:lnTo>
                  <a:lnTo>
                    <a:pt x="2" y="0"/>
                  </a:lnTo>
                  <a:lnTo>
                    <a:pt x="2" y="0"/>
                  </a:lnTo>
                  <a:lnTo>
                    <a:pt x="0" y="10"/>
                  </a:lnTo>
                  <a:close/>
                </a:path>
              </a:pathLst>
            </a:custGeom>
            <a:solidFill>
              <a:srgbClr val="000000"/>
            </a:solidFill>
            <a:ln w="0">
              <a:noFill/>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7616" name=""/>
            <p:cNvSpPr/>
            <p:nvPr/>
          </p:nvSpPr>
          <p:spPr>
            <a:xfrm flipV="1">
              <a:off x="6402240" y="5482080"/>
              <a:ext cx="96840" cy="7560"/>
            </a:xfrm>
            <a:custGeom>
              <a:avLst/>
              <a:gdLst/>
              <a:ahLst/>
              <a:rect l="l" t="t" r="r" b="b"/>
              <a:pathLst>
                <a:path w="912" h="77">
                  <a:moveTo>
                    <a:pt x="0" y="11"/>
                  </a:moveTo>
                  <a:lnTo>
                    <a:pt x="0" y="11"/>
                  </a:lnTo>
                  <a:lnTo>
                    <a:pt x="29" y="16"/>
                  </a:lnTo>
                  <a:lnTo>
                    <a:pt x="58" y="21"/>
                  </a:lnTo>
                  <a:lnTo>
                    <a:pt x="86" y="25"/>
                  </a:lnTo>
                  <a:lnTo>
                    <a:pt x="115" y="28"/>
                  </a:lnTo>
                  <a:lnTo>
                    <a:pt x="142" y="30"/>
                  </a:lnTo>
                  <a:lnTo>
                    <a:pt x="169" y="34"/>
                  </a:lnTo>
                  <a:lnTo>
                    <a:pt x="197" y="35"/>
                  </a:lnTo>
                  <a:lnTo>
                    <a:pt x="224" y="36"/>
                  </a:lnTo>
                  <a:lnTo>
                    <a:pt x="251" y="37"/>
                  </a:lnTo>
                  <a:lnTo>
                    <a:pt x="277" y="38"/>
                  </a:lnTo>
                  <a:lnTo>
                    <a:pt x="304" y="38"/>
                  </a:lnTo>
                  <a:lnTo>
                    <a:pt x="330" y="38"/>
                  </a:lnTo>
                  <a:lnTo>
                    <a:pt x="357" y="38"/>
                  </a:lnTo>
                  <a:lnTo>
                    <a:pt x="383" y="38"/>
                  </a:lnTo>
                  <a:lnTo>
                    <a:pt x="410" y="38"/>
                  </a:lnTo>
                  <a:lnTo>
                    <a:pt x="436" y="38"/>
                  </a:lnTo>
                  <a:lnTo>
                    <a:pt x="463" y="37"/>
                  </a:lnTo>
                  <a:lnTo>
                    <a:pt x="490" y="37"/>
                  </a:lnTo>
                  <a:lnTo>
                    <a:pt x="517" y="37"/>
                  </a:lnTo>
                  <a:lnTo>
                    <a:pt x="545" y="38"/>
                  </a:lnTo>
                  <a:lnTo>
                    <a:pt x="573" y="38"/>
                  </a:lnTo>
                  <a:lnTo>
                    <a:pt x="601" y="39"/>
                  </a:lnTo>
                  <a:lnTo>
                    <a:pt x="630" y="40"/>
                  </a:lnTo>
                  <a:lnTo>
                    <a:pt x="659" y="42"/>
                  </a:lnTo>
                  <a:lnTo>
                    <a:pt x="688" y="44"/>
                  </a:lnTo>
                  <a:lnTo>
                    <a:pt x="717" y="47"/>
                  </a:lnTo>
                  <a:lnTo>
                    <a:pt x="748" y="50"/>
                  </a:lnTo>
                  <a:lnTo>
                    <a:pt x="779" y="54"/>
                  </a:lnTo>
                  <a:lnTo>
                    <a:pt x="811" y="59"/>
                  </a:lnTo>
                  <a:lnTo>
                    <a:pt x="843" y="64"/>
                  </a:lnTo>
                  <a:lnTo>
                    <a:pt x="876" y="70"/>
                  </a:lnTo>
                  <a:lnTo>
                    <a:pt x="910" y="77"/>
                  </a:lnTo>
                  <a:lnTo>
                    <a:pt x="912" y="67"/>
                  </a:lnTo>
                  <a:lnTo>
                    <a:pt x="878" y="60"/>
                  </a:lnTo>
                  <a:lnTo>
                    <a:pt x="845" y="53"/>
                  </a:lnTo>
                  <a:lnTo>
                    <a:pt x="813" y="48"/>
                  </a:lnTo>
                  <a:lnTo>
                    <a:pt x="781" y="44"/>
                  </a:lnTo>
                  <a:lnTo>
                    <a:pt x="750" y="40"/>
                  </a:lnTo>
                  <a:lnTo>
                    <a:pt x="719" y="37"/>
                  </a:lnTo>
                  <a:lnTo>
                    <a:pt x="688" y="34"/>
                  </a:lnTo>
                  <a:lnTo>
                    <a:pt x="659" y="32"/>
                  </a:lnTo>
                  <a:lnTo>
                    <a:pt x="630" y="29"/>
                  </a:lnTo>
                  <a:lnTo>
                    <a:pt x="601" y="28"/>
                  </a:lnTo>
                  <a:lnTo>
                    <a:pt x="573" y="27"/>
                  </a:lnTo>
                  <a:lnTo>
                    <a:pt x="545" y="27"/>
                  </a:lnTo>
                  <a:lnTo>
                    <a:pt x="517" y="26"/>
                  </a:lnTo>
                  <a:lnTo>
                    <a:pt x="490" y="26"/>
                  </a:lnTo>
                  <a:lnTo>
                    <a:pt x="463" y="26"/>
                  </a:lnTo>
                  <a:lnTo>
                    <a:pt x="436" y="27"/>
                  </a:lnTo>
                  <a:lnTo>
                    <a:pt x="410" y="27"/>
                  </a:lnTo>
                  <a:lnTo>
                    <a:pt x="383" y="27"/>
                  </a:lnTo>
                  <a:lnTo>
                    <a:pt x="357" y="27"/>
                  </a:lnTo>
                  <a:lnTo>
                    <a:pt x="330" y="27"/>
                  </a:lnTo>
                  <a:lnTo>
                    <a:pt x="304" y="27"/>
                  </a:lnTo>
                  <a:lnTo>
                    <a:pt x="277" y="27"/>
                  </a:lnTo>
                  <a:lnTo>
                    <a:pt x="251" y="26"/>
                  </a:lnTo>
                  <a:lnTo>
                    <a:pt x="224" y="25"/>
                  </a:lnTo>
                  <a:lnTo>
                    <a:pt x="197" y="24"/>
                  </a:lnTo>
                  <a:lnTo>
                    <a:pt x="169" y="23"/>
                  </a:lnTo>
                  <a:lnTo>
                    <a:pt x="142" y="20"/>
                  </a:lnTo>
                  <a:lnTo>
                    <a:pt x="115" y="18"/>
                  </a:lnTo>
                  <a:lnTo>
                    <a:pt x="88" y="15"/>
                  </a:lnTo>
                  <a:lnTo>
                    <a:pt x="60" y="11"/>
                  </a:lnTo>
                  <a:lnTo>
                    <a:pt x="31" y="6"/>
                  </a:lnTo>
                  <a:lnTo>
                    <a:pt x="2" y="0"/>
                  </a:lnTo>
                  <a:lnTo>
                    <a:pt x="2" y="0"/>
                  </a:lnTo>
                  <a:lnTo>
                    <a:pt x="0" y="11"/>
                  </a:lnTo>
                  <a:close/>
                </a:path>
              </a:pathLst>
            </a:custGeom>
            <a:solidFill>
              <a:srgbClr val="000000"/>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617" name=""/>
            <p:cNvSpPr/>
            <p:nvPr/>
          </p:nvSpPr>
          <p:spPr>
            <a:xfrm flipV="1">
              <a:off x="6351480" y="5490720"/>
              <a:ext cx="50760" cy="25200"/>
            </a:xfrm>
            <a:custGeom>
              <a:avLst/>
              <a:gdLst/>
              <a:ahLst/>
              <a:rect l="l" t="t" r="r" b="b"/>
              <a:pathLst>
                <a:path w="475" h="230">
                  <a:moveTo>
                    <a:pt x="0" y="8"/>
                  </a:moveTo>
                  <a:lnTo>
                    <a:pt x="0" y="8"/>
                  </a:lnTo>
                  <a:lnTo>
                    <a:pt x="18" y="19"/>
                  </a:lnTo>
                  <a:lnTo>
                    <a:pt x="34" y="30"/>
                  </a:lnTo>
                  <a:lnTo>
                    <a:pt x="52" y="42"/>
                  </a:lnTo>
                  <a:lnTo>
                    <a:pt x="70" y="55"/>
                  </a:lnTo>
                  <a:lnTo>
                    <a:pt x="88" y="69"/>
                  </a:lnTo>
                  <a:lnTo>
                    <a:pt x="108" y="83"/>
                  </a:lnTo>
                  <a:lnTo>
                    <a:pt x="129" y="99"/>
                  </a:lnTo>
                  <a:lnTo>
                    <a:pt x="153" y="113"/>
                  </a:lnTo>
                  <a:lnTo>
                    <a:pt x="180" y="129"/>
                  </a:lnTo>
                  <a:lnTo>
                    <a:pt x="209" y="145"/>
                  </a:lnTo>
                  <a:lnTo>
                    <a:pt x="242" y="160"/>
                  </a:lnTo>
                  <a:lnTo>
                    <a:pt x="278" y="176"/>
                  </a:lnTo>
                  <a:lnTo>
                    <a:pt x="319" y="190"/>
                  </a:lnTo>
                  <a:lnTo>
                    <a:pt x="365" y="204"/>
                  </a:lnTo>
                  <a:lnTo>
                    <a:pt x="416" y="217"/>
                  </a:lnTo>
                  <a:lnTo>
                    <a:pt x="473" y="230"/>
                  </a:lnTo>
                  <a:lnTo>
                    <a:pt x="475" y="219"/>
                  </a:lnTo>
                  <a:lnTo>
                    <a:pt x="419" y="207"/>
                  </a:lnTo>
                  <a:lnTo>
                    <a:pt x="368" y="193"/>
                  </a:lnTo>
                  <a:lnTo>
                    <a:pt x="323" y="180"/>
                  </a:lnTo>
                  <a:lnTo>
                    <a:pt x="282" y="165"/>
                  </a:lnTo>
                  <a:lnTo>
                    <a:pt x="246" y="150"/>
                  </a:lnTo>
                  <a:lnTo>
                    <a:pt x="213" y="136"/>
                  </a:lnTo>
                  <a:lnTo>
                    <a:pt x="184" y="121"/>
                  </a:lnTo>
                  <a:lnTo>
                    <a:pt x="159" y="105"/>
                  </a:lnTo>
                  <a:lnTo>
                    <a:pt x="135" y="91"/>
                  </a:lnTo>
                  <a:lnTo>
                    <a:pt x="114" y="75"/>
                  </a:lnTo>
                  <a:lnTo>
                    <a:pt x="95" y="60"/>
                  </a:lnTo>
                  <a:lnTo>
                    <a:pt x="76" y="47"/>
                  </a:lnTo>
                  <a:lnTo>
                    <a:pt x="58" y="33"/>
                  </a:lnTo>
                  <a:lnTo>
                    <a:pt x="40" y="22"/>
                  </a:lnTo>
                  <a:lnTo>
                    <a:pt x="24" y="11"/>
                  </a:lnTo>
                  <a:lnTo>
                    <a:pt x="4" y="0"/>
                  </a:lnTo>
                  <a:lnTo>
                    <a:pt x="4" y="0"/>
                  </a:lnTo>
                  <a:lnTo>
                    <a:pt x="0" y="8"/>
                  </a:lnTo>
                  <a:close/>
                </a:path>
              </a:pathLst>
            </a:custGeom>
            <a:solidFill>
              <a:srgbClr val="000000"/>
            </a:solidFill>
            <a:ln w="0">
              <a:noFill/>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7618" name=""/>
            <p:cNvSpPr/>
            <p:nvPr/>
          </p:nvSpPr>
          <p:spPr>
            <a:xfrm flipV="1">
              <a:off x="6256440" y="5516280"/>
              <a:ext cx="96840" cy="102960"/>
            </a:xfrm>
            <a:custGeom>
              <a:avLst/>
              <a:gdLst/>
              <a:ahLst/>
              <a:rect l="l" t="t" r="r" b="b"/>
              <a:pathLst>
                <a:path w="910" h="902">
                  <a:moveTo>
                    <a:pt x="0" y="8"/>
                  </a:moveTo>
                  <a:lnTo>
                    <a:pt x="0" y="8"/>
                  </a:lnTo>
                  <a:lnTo>
                    <a:pt x="35" y="34"/>
                  </a:lnTo>
                  <a:lnTo>
                    <a:pt x="72" y="62"/>
                  </a:lnTo>
                  <a:lnTo>
                    <a:pt x="108" y="91"/>
                  </a:lnTo>
                  <a:lnTo>
                    <a:pt x="145" y="122"/>
                  </a:lnTo>
                  <a:lnTo>
                    <a:pt x="180" y="154"/>
                  </a:lnTo>
                  <a:lnTo>
                    <a:pt x="216" y="187"/>
                  </a:lnTo>
                  <a:lnTo>
                    <a:pt x="253" y="221"/>
                  </a:lnTo>
                  <a:lnTo>
                    <a:pt x="288" y="255"/>
                  </a:lnTo>
                  <a:lnTo>
                    <a:pt x="324" y="290"/>
                  </a:lnTo>
                  <a:lnTo>
                    <a:pt x="358" y="324"/>
                  </a:lnTo>
                  <a:lnTo>
                    <a:pt x="392" y="360"/>
                  </a:lnTo>
                  <a:lnTo>
                    <a:pt x="427" y="395"/>
                  </a:lnTo>
                  <a:lnTo>
                    <a:pt x="460" y="432"/>
                  </a:lnTo>
                  <a:lnTo>
                    <a:pt x="493" y="467"/>
                  </a:lnTo>
                  <a:lnTo>
                    <a:pt x="526" y="502"/>
                  </a:lnTo>
                  <a:lnTo>
                    <a:pt x="557" y="537"/>
                  </a:lnTo>
                  <a:lnTo>
                    <a:pt x="588" y="571"/>
                  </a:lnTo>
                  <a:lnTo>
                    <a:pt x="617" y="604"/>
                  </a:lnTo>
                  <a:lnTo>
                    <a:pt x="647" y="637"/>
                  </a:lnTo>
                  <a:lnTo>
                    <a:pt x="675" y="668"/>
                  </a:lnTo>
                  <a:lnTo>
                    <a:pt x="701" y="698"/>
                  </a:lnTo>
                  <a:lnTo>
                    <a:pt x="727" y="726"/>
                  </a:lnTo>
                  <a:lnTo>
                    <a:pt x="751" y="753"/>
                  </a:lnTo>
                  <a:lnTo>
                    <a:pt x="775" y="778"/>
                  </a:lnTo>
                  <a:lnTo>
                    <a:pt x="795" y="802"/>
                  </a:lnTo>
                  <a:lnTo>
                    <a:pt x="816" y="824"/>
                  </a:lnTo>
                  <a:lnTo>
                    <a:pt x="835" y="842"/>
                  </a:lnTo>
                  <a:lnTo>
                    <a:pt x="852" y="861"/>
                  </a:lnTo>
                  <a:lnTo>
                    <a:pt x="868" y="875"/>
                  </a:lnTo>
                  <a:lnTo>
                    <a:pt x="883" y="887"/>
                  </a:lnTo>
                  <a:lnTo>
                    <a:pt x="894" y="896"/>
                  </a:lnTo>
                  <a:lnTo>
                    <a:pt x="906" y="902"/>
                  </a:lnTo>
                  <a:lnTo>
                    <a:pt x="910" y="894"/>
                  </a:lnTo>
                  <a:lnTo>
                    <a:pt x="901" y="888"/>
                  </a:lnTo>
                  <a:lnTo>
                    <a:pt x="889" y="879"/>
                  </a:lnTo>
                  <a:lnTo>
                    <a:pt x="875" y="867"/>
                  </a:lnTo>
                  <a:lnTo>
                    <a:pt x="860" y="853"/>
                  </a:lnTo>
                  <a:lnTo>
                    <a:pt x="843" y="836"/>
                  </a:lnTo>
                  <a:lnTo>
                    <a:pt x="825" y="817"/>
                  </a:lnTo>
                  <a:lnTo>
                    <a:pt x="804" y="795"/>
                  </a:lnTo>
                  <a:lnTo>
                    <a:pt x="783" y="772"/>
                  </a:lnTo>
                  <a:lnTo>
                    <a:pt x="759" y="747"/>
                  </a:lnTo>
                  <a:lnTo>
                    <a:pt x="735" y="720"/>
                  </a:lnTo>
                  <a:lnTo>
                    <a:pt x="709" y="692"/>
                  </a:lnTo>
                  <a:lnTo>
                    <a:pt x="683" y="661"/>
                  </a:lnTo>
                  <a:lnTo>
                    <a:pt x="655" y="630"/>
                  </a:lnTo>
                  <a:lnTo>
                    <a:pt x="626" y="598"/>
                  </a:lnTo>
                  <a:lnTo>
                    <a:pt x="597" y="565"/>
                  </a:lnTo>
                  <a:lnTo>
                    <a:pt x="565" y="531"/>
                  </a:lnTo>
                  <a:lnTo>
                    <a:pt x="534" y="496"/>
                  </a:lnTo>
                  <a:lnTo>
                    <a:pt x="502" y="461"/>
                  </a:lnTo>
                  <a:lnTo>
                    <a:pt x="468" y="426"/>
                  </a:lnTo>
                  <a:lnTo>
                    <a:pt x="435" y="389"/>
                  </a:lnTo>
                  <a:lnTo>
                    <a:pt x="401" y="354"/>
                  </a:lnTo>
                  <a:lnTo>
                    <a:pt x="366" y="318"/>
                  </a:lnTo>
                  <a:lnTo>
                    <a:pt x="330" y="281"/>
                  </a:lnTo>
                  <a:lnTo>
                    <a:pt x="295" y="247"/>
                  </a:lnTo>
                  <a:lnTo>
                    <a:pt x="259" y="213"/>
                  </a:lnTo>
                  <a:lnTo>
                    <a:pt x="223" y="178"/>
                  </a:lnTo>
                  <a:lnTo>
                    <a:pt x="186" y="146"/>
                  </a:lnTo>
                  <a:lnTo>
                    <a:pt x="151" y="114"/>
                  </a:lnTo>
                  <a:lnTo>
                    <a:pt x="114" y="83"/>
                  </a:lnTo>
                  <a:lnTo>
                    <a:pt x="78" y="54"/>
                  </a:lnTo>
                  <a:lnTo>
                    <a:pt x="41" y="26"/>
                  </a:lnTo>
                  <a:lnTo>
                    <a:pt x="6" y="0"/>
                  </a:lnTo>
                  <a:lnTo>
                    <a:pt x="6" y="0"/>
                  </a:lnTo>
                  <a:lnTo>
                    <a:pt x="0" y="8"/>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619" name=""/>
            <p:cNvSpPr/>
            <p:nvPr/>
          </p:nvSpPr>
          <p:spPr>
            <a:xfrm flipV="1">
              <a:off x="6210360" y="5617800"/>
              <a:ext cx="46080" cy="56880"/>
            </a:xfrm>
            <a:custGeom>
              <a:avLst/>
              <a:gdLst/>
              <a:ahLst/>
              <a:rect l="l" t="t" r="r" b="b"/>
              <a:pathLst>
                <a:path w="436" h="482">
                  <a:moveTo>
                    <a:pt x="0" y="6"/>
                  </a:moveTo>
                  <a:lnTo>
                    <a:pt x="0" y="6"/>
                  </a:lnTo>
                  <a:lnTo>
                    <a:pt x="19" y="32"/>
                  </a:lnTo>
                  <a:lnTo>
                    <a:pt x="39" y="59"/>
                  </a:lnTo>
                  <a:lnTo>
                    <a:pt x="59" y="87"/>
                  </a:lnTo>
                  <a:lnTo>
                    <a:pt x="80" y="116"/>
                  </a:lnTo>
                  <a:lnTo>
                    <a:pt x="102" y="146"/>
                  </a:lnTo>
                  <a:lnTo>
                    <a:pt x="125" y="177"/>
                  </a:lnTo>
                  <a:lnTo>
                    <a:pt x="149" y="207"/>
                  </a:lnTo>
                  <a:lnTo>
                    <a:pt x="174" y="238"/>
                  </a:lnTo>
                  <a:lnTo>
                    <a:pt x="200" y="269"/>
                  </a:lnTo>
                  <a:lnTo>
                    <a:pt x="227" y="300"/>
                  </a:lnTo>
                  <a:lnTo>
                    <a:pt x="256" y="331"/>
                  </a:lnTo>
                  <a:lnTo>
                    <a:pt x="287" y="362"/>
                  </a:lnTo>
                  <a:lnTo>
                    <a:pt x="320" y="394"/>
                  </a:lnTo>
                  <a:lnTo>
                    <a:pt x="355" y="424"/>
                  </a:lnTo>
                  <a:lnTo>
                    <a:pt x="391" y="453"/>
                  </a:lnTo>
                  <a:lnTo>
                    <a:pt x="430" y="482"/>
                  </a:lnTo>
                  <a:lnTo>
                    <a:pt x="436" y="474"/>
                  </a:lnTo>
                  <a:lnTo>
                    <a:pt x="397" y="445"/>
                  </a:lnTo>
                  <a:lnTo>
                    <a:pt x="361" y="415"/>
                  </a:lnTo>
                  <a:lnTo>
                    <a:pt x="327" y="385"/>
                  </a:lnTo>
                  <a:lnTo>
                    <a:pt x="293" y="354"/>
                  </a:lnTo>
                  <a:lnTo>
                    <a:pt x="264" y="325"/>
                  </a:lnTo>
                  <a:lnTo>
                    <a:pt x="235" y="294"/>
                  </a:lnTo>
                  <a:lnTo>
                    <a:pt x="208" y="263"/>
                  </a:lnTo>
                  <a:lnTo>
                    <a:pt x="182" y="232"/>
                  </a:lnTo>
                  <a:lnTo>
                    <a:pt x="157" y="200"/>
                  </a:lnTo>
                  <a:lnTo>
                    <a:pt x="133" y="170"/>
                  </a:lnTo>
                  <a:lnTo>
                    <a:pt x="110" y="140"/>
                  </a:lnTo>
                  <a:lnTo>
                    <a:pt x="88" y="110"/>
                  </a:lnTo>
                  <a:lnTo>
                    <a:pt x="67" y="81"/>
                  </a:lnTo>
                  <a:lnTo>
                    <a:pt x="48" y="53"/>
                  </a:lnTo>
                  <a:lnTo>
                    <a:pt x="28" y="26"/>
                  </a:lnTo>
                  <a:lnTo>
                    <a:pt x="8" y="0"/>
                  </a:lnTo>
                  <a:lnTo>
                    <a:pt x="8" y="0"/>
                  </a:lnTo>
                  <a:lnTo>
                    <a:pt x="0" y="6"/>
                  </a:lnTo>
                  <a:close/>
                </a:path>
              </a:pathLst>
            </a:custGeom>
            <a:solidFill>
              <a:srgbClr val="000000"/>
            </a:solidFill>
            <a:ln w="0">
              <a:noFill/>
            </a:ln>
          </p:spPr>
          <p:style>
            <a:lnRef idx="0"/>
            <a:fillRef idx="0"/>
            <a:effectRef idx="0"/>
            <a:fontRef idx="minor"/>
          </p:style>
          <p:txBody>
            <a:bodyPr lIns="90000" rIns="90000" tIns="10080" bIns="10080" anchor="t">
              <a:noAutofit/>
            </a:bodyPr>
            <a:p>
              <a:endParaRPr b="0" lang="en-US" sz="2400" spc="-1" strike="noStrike">
                <a:solidFill>
                  <a:srgbClr val="000000"/>
                </a:solidFill>
                <a:latin typeface="Times New Roman"/>
              </a:endParaRPr>
            </a:p>
          </p:txBody>
        </p:sp>
        <p:sp>
          <p:nvSpPr>
            <p:cNvPr id="7620" name=""/>
            <p:cNvSpPr/>
            <p:nvPr/>
          </p:nvSpPr>
          <p:spPr>
            <a:xfrm flipV="1">
              <a:off x="6162840" y="5673240"/>
              <a:ext cx="47520" cy="63360"/>
            </a:xfrm>
            <a:custGeom>
              <a:avLst/>
              <a:gdLst/>
              <a:ahLst/>
              <a:rect l="l" t="t" r="r" b="b"/>
              <a:pathLst>
                <a:path w="450" h="561">
                  <a:moveTo>
                    <a:pt x="1" y="6"/>
                  </a:moveTo>
                  <a:lnTo>
                    <a:pt x="0" y="5"/>
                  </a:lnTo>
                  <a:lnTo>
                    <a:pt x="29" y="74"/>
                  </a:lnTo>
                  <a:lnTo>
                    <a:pt x="59" y="135"/>
                  </a:lnTo>
                  <a:lnTo>
                    <a:pt x="90" y="190"/>
                  </a:lnTo>
                  <a:lnTo>
                    <a:pt x="120" y="238"/>
                  </a:lnTo>
                  <a:lnTo>
                    <a:pt x="150" y="280"/>
                  </a:lnTo>
                  <a:lnTo>
                    <a:pt x="180" y="317"/>
                  </a:lnTo>
                  <a:lnTo>
                    <a:pt x="210" y="349"/>
                  </a:lnTo>
                  <a:lnTo>
                    <a:pt x="241" y="379"/>
                  </a:lnTo>
                  <a:lnTo>
                    <a:pt x="270" y="405"/>
                  </a:lnTo>
                  <a:lnTo>
                    <a:pt x="298" y="429"/>
                  </a:lnTo>
                  <a:lnTo>
                    <a:pt x="325" y="451"/>
                  </a:lnTo>
                  <a:lnTo>
                    <a:pt x="352" y="473"/>
                  </a:lnTo>
                  <a:lnTo>
                    <a:pt x="377" y="494"/>
                  </a:lnTo>
                  <a:lnTo>
                    <a:pt x="400" y="515"/>
                  </a:lnTo>
                  <a:lnTo>
                    <a:pt x="422" y="537"/>
                  </a:lnTo>
                  <a:lnTo>
                    <a:pt x="442" y="561"/>
                  </a:lnTo>
                  <a:lnTo>
                    <a:pt x="450" y="555"/>
                  </a:lnTo>
                  <a:lnTo>
                    <a:pt x="430" y="531"/>
                  </a:lnTo>
                  <a:lnTo>
                    <a:pt x="406" y="507"/>
                  </a:lnTo>
                  <a:lnTo>
                    <a:pt x="383" y="485"/>
                  </a:lnTo>
                  <a:lnTo>
                    <a:pt x="358" y="465"/>
                  </a:lnTo>
                  <a:lnTo>
                    <a:pt x="331" y="443"/>
                  </a:lnTo>
                  <a:lnTo>
                    <a:pt x="304" y="421"/>
                  </a:lnTo>
                  <a:lnTo>
                    <a:pt x="276" y="397"/>
                  </a:lnTo>
                  <a:lnTo>
                    <a:pt x="247" y="371"/>
                  </a:lnTo>
                  <a:lnTo>
                    <a:pt x="219" y="343"/>
                  </a:lnTo>
                  <a:lnTo>
                    <a:pt x="189" y="311"/>
                  </a:lnTo>
                  <a:lnTo>
                    <a:pt x="158" y="273"/>
                  </a:lnTo>
                  <a:lnTo>
                    <a:pt x="128" y="232"/>
                  </a:lnTo>
                  <a:lnTo>
                    <a:pt x="98" y="184"/>
                  </a:lnTo>
                  <a:lnTo>
                    <a:pt x="68" y="131"/>
                  </a:lnTo>
                  <a:lnTo>
                    <a:pt x="40" y="70"/>
                  </a:lnTo>
                  <a:lnTo>
                    <a:pt x="10" y="1"/>
                  </a:lnTo>
                  <a:lnTo>
                    <a:pt x="9" y="0"/>
                  </a:lnTo>
                  <a:lnTo>
                    <a:pt x="1" y="6"/>
                  </a:lnTo>
                  <a:close/>
                </a:path>
              </a:pathLst>
            </a:custGeom>
            <a:solidFill>
              <a:srgbClr val="000000"/>
            </a:solidFill>
            <a:ln w="0">
              <a:noFill/>
            </a:ln>
          </p:spPr>
          <p:style>
            <a:lnRef idx="0"/>
            <a:fillRef idx="0"/>
            <a:effectRef idx="0"/>
            <a:fontRef idx="minor"/>
          </p:style>
          <p:txBody>
            <a:bodyPr lIns="90000" rIns="90000" tIns="16560" bIns="16560" anchor="t">
              <a:noAutofit/>
            </a:bodyPr>
            <a:p>
              <a:endParaRPr b="0" lang="en-US" sz="2400" spc="-1" strike="noStrike">
                <a:solidFill>
                  <a:srgbClr val="000000"/>
                </a:solidFill>
                <a:latin typeface="Times New Roman"/>
              </a:endParaRPr>
            </a:p>
          </p:txBody>
        </p:sp>
        <p:sp>
          <p:nvSpPr>
            <p:cNvPr id="7621" name=""/>
            <p:cNvSpPr/>
            <p:nvPr/>
          </p:nvSpPr>
          <p:spPr>
            <a:xfrm flipV="1">
              <a:off x="6143760" y="5736240"/>
              <a:ext cx="21960" cy="39240"/>
            </a:xfrm>
            <a:custGeom>
              <a:avLst/>
              <a:gdLst/>
              <a:ahLst/>
              <a:rect l="l" t="t" r="r" b="b"/>
              <a:pathLst>
                <a:path w="210" h="342">
                  <a:moveTo>
                    <a:pt x="0" y="4"/>
                  </a:moveTo>
                  <a:lnTo>
                    <a:pt x="0" y="4"/>
                  </a:lnTo>
                  <a:lnTo>
                    <a:pt x="17" y="37"/>
                  </a:lnTo>
                  <a:lnTo>
                    <a:pt x="34" y="69"/>
                  </a:lnTo>
                  <a:lnTo>
                    <a:pt x="52" y="100"/>
                  </a:lnTo>
                  <a:lnTo>
                    <a:pt x="70" y="130"/>
                  </a:lnTo>
                  <a:lnTo>
                    <a:pt x="86" y="161"/>
                  </a:lnTo>
                  <a:lnTo>
                    <a:pt x="103" y="190"/>
                  </a:lnTo>
                  <a:lnTo>
                    <a:pt x="120" y="216"/>
                  </a:lnTo>
                  <a:lnTo>
                    <a:pt x="134" y="240"/>
                  </a:lnTo>
                  <a:lnTo>
                    <a:pt x="149" y="262"/>
                  </a:lnTo>
                  <a:lnTo>
                    <a:pt x="161" y="282"/>
                  </a:lnTo>
                  <a:lnTo>
                    <a:pt x="173" y="300"/>
                  </a:lnTo>
                  <a:lnTo>
                    <a:pt x="183" y="314"/>
                  </a:lnTo>
                  <a:lnTo>
                    <a:pt x="191" y="327"/>
                  </a:lnTo>
                  <a:lnTo>
                    <a:pt x="197" y="335"/>
                  </a:lnTo>
                  <a:lnTo>
                    <a:pt x="201" y="340"/>
                  </a:lnTo>
                  <a:lnTo>
                    <a:pt x="202" y="342"/>
                  </a:lnTo>
                  <a:lnTo>
                    <a:pt x="210" y="336"/>
                  </a:lnTo>
                  <a:lnTo>
                    <a:pt x="209" y="334"/>
                  </a:lnTo>
                  <a:lnTo>
                    <a:pt x="205" y="329"/>
                  </a:lnTo>
                  <a:lnTo>
                    <a:pt x="199" y="321"/>
                  </a:lnTo>
                  <a:lnTo>
                    <a:pt x="192" y="308"/>
                  </a:lnTo>
                  <a:lnTo>
                    <a:pt x="181" y="294"/>
                  </a:lnTo>
                  <a:lnTo>
                    <a:pt x="170" y="276"/>
                  </a:lnTo>
                  <a:lnTo>
                    <a:pt x="157" y="256"/>
                  </a:lnTo>
                  <a:lnTo>
                    <a:pt x="143" y="233"/>
                  </a:lnTo>
                  <a:lnTo>
                    <a:pt x="128" y="209"/>
                  </a:lnTo>
                  <a:lnTo>
                    <a:pt x="111" y="183"/>
                  </a:lnTo>
                  <a:lnTo>
                    <a:pt x="95" y="156"/>
                  </a:lnTo>
                  <a:lnTo>
                    <a:pt x="78" y="126"/>
                  </a:lnTo>
                  <a:lnTo>
                    <a:pt x="60" y="96"/>
                  </a:lnTo>
                  <a:lnTo>
                    <a:pt x="43" y="65"/>
                  </a:lnTo>
                  <a:lnTo>
                    <a:pt x="25" y="33"/>
                  </a:lnTo>
                  <a:lnTo>
                    <a:pt x="8" y="0"/>
                  </a:lnTo>
                  <a:lnTo>
                    <a:pt x="8" y="0"/>
                  </a:lnTo>
                  <a:lnTo>
                    <a:pt x="0" y="4"/>
                  </a:lnTo>
                  <a:close/>
                </a:path>
              </a:pathLst>
            </a:custGeom>
            <a:solidFill>
              <a:srgbClr val="000000"/>
            </a:solidFill>
            <a:ln w="0">
              <a:noFill/>
            </a:ln>
          </p:spPr>
          <p:style>
            <a:lnRef idx="0"/>
            <a:fillRef idx="0"/>
            <a:effectRef idx="0"/>
            <a:fontRef idx="minor"/>
          </p:style>
          <p:txBody>
            <a:bodyPr lIns="90000" rIns="90000" tIns="-7560" bIns="-7560" anchor="t">
              <a:noAutofit/>
            </a:bodyPr>
            <a:p>
              <a:endParaRPr b="0" lang="en-US" sz="2400" spc="-1" strike="noStrike">
                <a:solidFill>
                  <a:srgbClr val="000000"/>
                </a:solidFill>
                <a:latin typeface="Times New Roman"/>
              </a:endParaRPr>
            </a:p>
          </p:txBody>
        </p:sp>
        <p:sp>
          <p:nvSpPr>
            <p:cNvPr id="7622" name=""/>
            <p:cNvSpPr/>
            <p:nvPr/>
          </p:nvSpPr>
          <p:spPr>
            <a:xfrm flipV="1">
              <a:off x="6141960" y="5776560"/>
              <a:ext cx="1800" cy="9360"/>
            </a:xfrm>
            <a:custGeom>
              <a:avLst/>
              <a:gdLst/>
              <a:ahLst/>
              <a:rect l="l" t="t" r="r" b="b"/>
              <a:pathLst>
                <a:path w="25" h="96">
                  <a:moveTo>
                    <a:pt x="0" y="4"/>
                  </a:moveTo>
                  <a:lnTo>
                    <a:pt x="0" y="4"/>
                  </a:lnTo>
                  <a:lnTo>
                    <a:pt x="5" y="15"/>
                  </a:lnTo>
                  <a:lnTo>
                    <a:pt x="7" y="26"/>
                  </a:lnTo>
                  <a:lnTo>
                    <a:pt x="8" y="36"/>
                  </a:lnTo>
                  <a:lnTo>
                    <a:pt x="9" y="49"/>
                  </a:lnTo>
                  <a:lnTo>
                    <a:pt x="9" y="60"/>
                  </a:lnTo>
                  <a:lnTo>
                    <a:pt x="10" y="73"/>
                  </a:lnTo>
                  <a:lnTo>
                    <a:pt x="12" y="84"/>
                  </a:lnTo>
                  <a:lnTo>
                    <a:pt x="17" y="96"/>
                  </a:lnTo>
                  <a:lnTo>
                    <a:pt x="25" y="92"/>
                  </a:lnTo>
                  <a:lnTo>
                    <a:pt x="22" y="82"/>
                  </a:lnTo>
                  <a:lnTo>
                    <a:pt x="20" y="71"/>
                  </a:lnTo>
                  <a:lnTo>
                    <a:pt x="19" y="60"/>
                  </a:lnTo>
                  <a:lnTo>
                    <a:pt x="19" y="49"/>
                  </a:lnTo>
                  <a:lnTo>
                    <a:pt x="18" y="36"/>
                  </a:lnTo>
                  <a:lnTo>
                    <a:pt x="17" y="24"/>
                  </a:lnTo>
                  <a:lnTo>
                    <a:pt x="15" y="13"/>
                  </a:lnTo>
                  <a:lnTo>
                    <a:pt x="11" y="0"/>
                  </a:lnTo>
                  <a:lnTo>
                    <a:pt x="11" y="0"/>
                  </a:lnTo>
                  <a:lnTo>
                    <a:pt x="0" y="4"/>
                  </a:lnTo>
                  <a:close/>
                </a:path>
              </a:pathLst>
            </a:custGeom>
            <a:solidFill>
              <a:srgbClr val="000000"/>
            </a:solidFill>
            <a:ln w="0">
              <a:noFill/>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7623" name=""/>
            <p:cNvSpPr/>
            <p:nvPr/>
          </p:nvSpPr>
          <p:spPr>
            <a:xfrm flipV="1">
              <a:off x="6135840" y="5786280"/>
              <a:ext cx="6120" cy="5760"/>
            </a:xfrm>
            <a:custGeom>
              <a:avLst/>
              <a:gdLst/>
              <a:ahLst/>
              <a:rect l="l" t="t" r="r" b="b"/>
              <a:pathLst>
                <a:path w="55" h="49">
                  <a:moveTo>
                    <a:pt x="0" y="5"/>
                  </a:moveTo>
                  <a:lnTo>
                    <a:pt x="0" y="5"/>
                  </a:lnTo>
                  <a:lnTo>
                    <a:pt x="5" y="15"/>
                  </a:lnTo>
                  <a:lnTo>
                    <a:pt x="11" y="22"/>
                  </a:lnTo>
                  <a:lnTo>
                    <a:pt x="17" y="26"/>
                  </a:lnTo>
                  <a:lnTo>
                    <a:pt x="25" y="30"/>
                  </a:lnTo>
                  <a:lnTo>
                    <a:pt x="30" y="33"/>
                  </a:lnTo>
                  <a:lnTo>
                    <a:pt x="36" y="37"/>
                  </a:lnTo>
                  <a:lnTo>
                    <a:pt x="40" y="42"/>
                  </a:lnTo>
                  <a:lnTo>
                    <a:pt x="44" y="49"/>
                  </a:lnTo>
                  <a:lnTo>
                    <a:pt x="55" y="45"/>
                  </a:lnTo>
                  <a:lnTo>
                    <a:pt x="49" y="36"/>
                  </a:lnTo>
                  <a:lnTo>
                    <a:pt x="42" y="29"/>
                  </a:lnTo>
                  <a:lnTo>
                    <a:pt x="36" y="24"/>
                  </a:lnTo>
                  <a:lnTo>
                    <a:pt x="29" y="21"/>
                  </a:lnTo>
                  <a:lnTo>
                    <a:pt x="24" y="18"/>
                  </a:lnTo>
                  <a:lnTo>
                    <a:pt x="17" y="14"/>
                  </a:lnTo>
                  <a:lnTo>
                    <a:pt x="13" y="9"/>
                  </a:lnTo>
                  <a:lnTo>
                    <a:pt x="10" y="0"/>
                  </a:lnTo>
                  <a:lnTo>
                    <a:pt x="10" y="0"/>
                  </a:lnTo>
                  <a:lnTo>
                    <a:pt x="0" y="5"/>
                  </a:lnTo>
                  <a:close/>
                </a:path>
              </a:pathLst>
            </a:custGeom>
            <a:solidFill>
              <a:srgbClr val="000000"/>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7624" name=""/>
            <p:cNvSpPr/>
            <p:nvPr/>
          </p:nvSpPr>
          <p:spPr>
            <a:xfrm flipV="1">
              <a:off x="6135840" y="5792400"/>
              <a:ext cx="1440" cy="9360"/>
            </a:xfrm>
            <a:custGeom>
              <a:avLst/>
              <a:gdLst/>
              <a:ahLst/>
              <a:rect l="l" t="t" r="r" b="b"/>
              <a:pathLst>
                <a:path w="18" h="84">
                  <a:moveTo>
                    <a:pt x="8" y="5"/>
                  </a:moveTo>
                  <a:lnTo>
                    <a:pt x="8" y="5"/>
                  </a:lnTo>
                  <a:lnTo>
                    <a:pt x="8" y="9"/>
                  </a:lnTo>
                  <a:lnTo>
                    <a:pt x="8" y="18"/>
                  </a:lnTo>
                  <a:lnTo>
                    <a:pt x="6" y="29"/>
                  </a:lnTo>
                  <a:lnTo>
                    <a:pt x="4" y="41"/>
                  </a:lnTo>
                  <a:lnTo>
                    <a:pt x="2" y="52"/>
                  </a:lnTo>
                  <a:lnTo>
                    <a:pt x="1" y="65"/>
                  </a:lnTo>
                  <a:lnTo>
                    <a:pt x="0" y="74"/>
                  </a:lnTo>
                  <a:lnTo>
                    <a:pt x="1" y="84"/>
                  </a:lnTo>
                  <a:lnTo>
                    <a:pt x="11" y="79"/>
                  </a:lnTo>
                  <a:lnTo>
                    <a:pt x="10" y="74"/>
                  </a:lnTo>
                  <a:lnTo>
                    <a:pt x="11" y="65"/>
                  </a:lnTo>
                  <a:lnTo>
                    <a:pt x="12" y="55"/>
                  </a:lnTo>
                  <a:lnTo>
                    <a:pt x="14" y="43"/>
                  </a:lnTo>
                  <a:lnTo>
                    <a:pt x="16" y="31"/>
                  </a:lnTo>
                  <a:lnTo>
                    <a:pt x="18" y="18"/>
                  </a:lnTo>
                  <a:lnTo>
                    <a:pt x="18" y="9"/>
                  </a:lnTo>
                  <a:lnTo>
                    <a:pt x="16" y="0"/>
                  </a:lnTo>
                  <a:lnTo>
                    <a:pt x="16" y="0"/>
                  </a:lnTo>
                  <a:lnTo>
                    <a:pt x="8" y="5"/>
                  </a:lnTo>
                  <a:close/>
                </a:path>
              </a:pathLst>
            </a:custGeom>
            <a:solidFill>
              <a:srgbClr val="000000"/>
            </a:solidFill>
            <a:ln w="0">
              <a:noFill/>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7625" name=""/>
            <p:cNvSpPr/>
            <p:nvPr/>
          </p:nvSpPr>
          <p:spPr>
            <a:xfrm flipV="1">
              <a:off x="6130800" y="5799600"/>
              <a:ext cx="6480" cy="7560"/>
            </a:xfrm>
            <a:custGeom>
              <a:avLst/>
              <a:gdLst/>
              <a:ahLst/>
              <a:rect l="l" t="t" r="r" b="b"/>
              <a:pathLst>
                <a:path w="66" h="74">
                  <a:moveTo>
                    <a:pt x="0" y="4"/>
                  </a:moveTo>
                  <a:lnTo>
                    <a:pt x="0" y="4"/>
                  </a:lnTo>
                  <a:lnTo>
                    <a:pt x="4" y="11"/>
                  </a:lnTo>
                  <a:lnTo>
                    <a:pt x="9" y="18"/>
                  </a:lnTo>
                  <a:lnTo>
                    <a:pt x="17" y="26"/>
                  </a:lnTo>
                  <a:lnTo>
                    <a:pt x="26" y="33"/>
                  </a:lnTo>
                  <a:lnTo>
                    <a:pt x="33" y="40"/>
                  </a:lnTo>
                  <a:lnTo>
                    <a:pt x="41" y="50"/>
                  </a:lnTo>
                  <a:lnTo>
                    <a:pt x="50" y="61"/>
                  </a:lnTo>
                  <a:lnTo>
                    <a:pt x="58" y="74"/>
                  </a:lnTo>
                  <a:lnTo>
                    <a:pt x="66" y="69"/>
                  </a:lnTo>
                  <a:lnTo>
                    <a:pt x="58" y="55"/>
                  </a:lnTo>
                  <a:lnTo>
                    <a:pt x="50" y="44"/>
                  </a:lnTo>
                  <a:lnTo>
                    <a:pt x="41" y="34"/>
                  </a:lnTo>
                  <a:lnTo>
                    <a:pt x="32" y="25"/>
                  </a:lnTo>
                  <a:lnTo>
                    <a:pt x="23" y="18"/>
                  </a:lnTo>
                  <a:lnTo>
                    <a:pt x="17" y="11"/>
                  </a:lnTo>
                  <a:lnTo>
                    <a:pt x="12" y="5"/>
                  </a:lnTo>
                  <a:lnTo>
                    <a:pt x="10" y="0"/>
                  </a:lnTo>
                  <a:lnTo>
                    <a:pt x="10" y="0"/>
                  </a:lnTo>
                  <a:lnTo>
                    <a:pt x="0" y="4"/>
                  </a:lnTo>
                  <a:close/>
                </a:path>
              </a:pathLst>
            </a:custGeom>
            <a:solidFill>
              <a:srgbClr val="000000"/>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626" name=""/>
            <p:cNvSpPr/>
            <p:nvPr/>
          </p:nvSpPr>
          <p:spPr>
            <a:xfrm flipV="1">
              <a:off x="6108840" y="5808240"/>
              <a:ext cx="21960" cy="56880"/>
            </a:xfrm>
            <a:custGeom>
              <a:avLst/>
              <a:gdLst/>
              <a:ahLst/>
              <a:rect l="l" t="t" r="r" b="b"/>
              <a:pathLst>
                <a:path w="206" h="497">
                  <a:moveTo>
                    <a:pt x="0" y="11"/>
                  </a:moveTo>
                  <a:lnTo>
                    <a:pt x="0" y="11"/>
                  </a:lnTo>
                  <a:lnTo>
                    <a:pt x="11" y="16"/>
                  </a:lnTo>
                  <a:lnTo>
                    <a:pt x="24" y="25"/>
                  </a:lnTo>
                  <a:lnTo>
                    <a:pt x="35" y="38"/>
                  </a:lnTo>
                  <a:lnTo>
                    <a:pt x="47" y="56"/>
                  </a:lnTo>
                  <a:lnTo>
                    <a:pt x="58" y="75"/>
                  </a:lnTo>
                  <a:lnTo>
                    <a:pt x="67" y="99"/>
                  </a:lnTo>
                  <a:lnTo>
                    <a:pt x="78" y="127"/>
                  </a:lnTo>
                  <a:lnTo>
                    <a:pt x="88" y="157"/>
                  </a:lnTo>
                  <a:lnTo>
                    <a:pt x="100" y="191"/>
                  </a:lnTo>
                  <a:lnTo>
                    <a:pt x="111" y="226"/>
                  </a:lnTo>
                  <a:lnTo>
                    <a:pt x="123" y="265"/>
                  </a:lnTo>
                  <a:lnTo>
                    <a:pt x="135" y="307"/>
                  </a:lnTo>
                  <a:lnTo>
                    <a:pt x="149" y="351"/>
                  </a:lnTo>
                  <a:lnTo>
                    <a:pt x="163" y="397"/>
                  </a:lnTo>
                  <a:lnTo>
                    <a:pt x="179" y="447"/>
                  </a:lnTo>
                  <a:lnTo>
                    <a:pt x="196" y="497"/>
                  </a:lnTo>
                  <a:lnTo>
                    <a:pt x="206" y="493"/>
                  </a:lnTo>
                  <a:lnTo>
                    <a:pt x="189" y="443"/>
                  </a:lnTo>
                  <a:lnTo>
                    <a:pt x="174" y="395"/>
                  </a:lnTo>
                  <a:lnTo>
                    <a:pt x="159" y="348"/>
                  </a:lnTo>
                  <a:lnTo>
                    <a:pt x="146" y="305"/>
                  </a:lnTo>
                  <a:lnTo>
                    <a:pt x="133" y="263"/>
                  </a:lnTo>
                  <a:lnTo>
                    <a:pt x="122" y="224"/>
                  </a:lnTo>
                  <a:lnTo>
                    <a:pt x="110" y="186"/>
                  </a:lnTo>
                  <a:lnTo>
                    <a:pt x="99" y="153"/>
                  </a:lnTo>
                  <a:lnTo>
                    <a:pt x="88" y="123"/>
                  </a:lnTo>
                  <a:lnTo>
                    <a:pt x="78" y="95"/>
                  </a:lnTo>
                  <a:lnTo>
                    <a:pt x="66" y="71"/>
                  </a:lnTo>
                  <a:lnTo>
                    <a:pt x="55" y="49"/>
                  </a:lnTo>
                  <a:lnTo>
                    <a:pt x="43" y="32"/>
                  </a:lnTo>
                  <a:lnTo>
                    <a:pt x="30" y="17"/>
                  </a:lnTo>
                  <a:lnTo>
                    <a:pt x="17" y="8"/>
                  </a:lnTo>
                  <a:lnTo>
                    <a:pt x="2" y="0"/>
                  </a:lnTo>
                  <a:lnTo>
                    <a:pt x="2" y="0"/>
                  </a:lnTo>
                  <a:lnTo>
                    <a:pt x="0" y="11"/>
                  </a:lnTo>
                  <a:close/>
                </a:path>
              </a:pathLst>
            </a:custGeom>
            <a:solidFill>
              <a:srgbClr val="000000"/>
            </a:solidFill>
            <a:ln w="0">
              <a:noFill/>
            </a:ln>
          </p:spPr>
          <p:style>
            <a:lnRef idx="0"/>
            <a:fillRef idx="0"/>
            <a:effectRef idx="0"/>
            <a:fontRef idx="minor"/>
          </p:style>
          <p:txBody>
            <a:bodyPr lIns="90000" rIns="90000" tIns="10080" bIns="10080" anchor="t">
              <a:noAutofit/>
            </a:bodyPr>
            <a:p>
              <a:endParaRPr b="0" lang="en-US" sz="2400" spc="-1" strike="noStrike">
                <a:solidFill>
                  <a:srgbClr val="000000"/>
                </a:solidFill>
                <a:latin typeface="Times New Roman"/>
              </a:endParaRPr>
            </a:p>
          </p:txBody>
        </p:sp>
        <p:sp>
          <p:nvSpPr>
            <p:cNvPr id="7627" name=""/>
            <p:cNvSpPr/>
            <p:nvPr/>
          </p:nvSpPr>
          <p:spPr>
            <a:xfrm flipV="1">
              <a:off x="6095880" y="5863320"/>
              <a:ext cx="12960" cy="78840"/>
            </a:xfrm>
            <a:custGeom>
              <a:avLst/>
              <a:gdLst/>
              <a:ahLst/>
              <a:rect l="l" t="t" r="r" b="b"/>
              <a:pathLst>
                <a:path w="128" h="681">
                  <a:moveTo>
                    <a:pt x="0" y="5"/>
                  </a:moveTo>
                  <a:lnTo>
                    <a:pt x="0" y="5"/>
                  </a:lnTo>
                  <a:lnTo>
                    <a:pt x="17" y="59"/>
                  </a:lnTo>
                  <a:lnTo>
                    <a:pt x="30" y="114"/>
                  </a:lnTo>
                  <a:lnTo>
                    <a:pt x="36" y="169"/>
                  </a:lnTo>
                  <a:lnTo>
                    <a:pt x="38" y="223"/>
                  </a:lnTo>
                  <a:lnTo>
                    <a:pt x="37" y="277"/>
                  </a:lnTo>
                  <a:lnTo>
                    <a:pt x="34" y="330"/>
                  </a:lnTo>
                  <a:lnTo>
                    <a:pt x="29" y="380"/>
                  </a:lnTo>
                  <a:lnTo>
                    <a:pt x="25" y="427"/>
                  </a:lnTo>
                  <a:lnTo>
                    <a:pt x="22" y="473"/>
                  </a:lnTo>
                  <a:lnTo>
                    <a:pt x="21" y="516"/>
                  </a:lnTo>
                  <a:lnTo>
                    <a:pt x="24" y="555"/>
                  </a:lnTo>
                  <a:lnTo>
                    <a:pt x="30" y="589"/>
                  </a:lnTo>
                  <a:lnTo>
                    <a:pt x="43" y="621"/>
                  </a:lnTo>
                  <a:lnTo>
                    <a:pt x="63" y="647"/>
                  </a:lnTo>
                  <a:lnTo>
                    <a:pt x="90" y="666"/>
                  </a:lnTo>
                  <a:lnTo>
                    <a:pt x="126" y="681"/>
                  </a:lnTo>
                  <a:lnTo>
                    <a:pt x="128" y="670"/>
                  </a:lnTo>
                  <a:lnTo>
                    <a:pt x="94" y="658"/>
                  </a:lnTo>
                  <a:lnTo>
                    <a:pt x="69" y="638"/>
                  </a:lnTo>
                  <a:lnTo>
                    <a:pt x="52" y="616"/>
                  </a:lnTo>
                  <a:lnTo>
                    <a:pt x="40" y="587"/>
                  </a:lnTo>
                  <a:lnTo>
                    <a:pt x="34" y="553"/>
                  </a:lnTo>
                  <a:lnTo>
                    <a:pt x="31" y="516"/>
                  </a:lnTo>
                  <a:lnTo>
                    <a:pt x="32" y="473"/>
                  </a:lnTo>
                  <a:lnTo>
                    <a:pt x="35" y="427"/>
                  </a:lnTo>
                  <a:lnTo>
                    <a:pt x="39" y="380"/>
                  </a:lnTo>
                  <a:lnTo>
                    <a:pt x="44" y="330"/>
                  </a:lnTo>
                  <a:lnTo>
                    <a:pt x="48" y="277"/>
                  </a:lnTo>
                  <a:lnTo>
                    <a:pt x="49" y="223"/>
                  </a:lnTo>
                  <a:lnTo>
                    <a:pt x="47" y="169"/>
                  </a:lnTo>
                  <a:lnTo>
                    <a:pt x="40" y="112"/>
                  </a:lnTo>
                  <a:lnTo>
                    <a:pt x="28" y="56"/>
                  </a:lnTo>
                  <a:lnTo>
                    <a:pt x="10" y="0"/>
                  </a:lnTo>
                  <a:lnTo>
                    <a:pt x="10" y="0"/>
                  </a:lnTo>
                  <a:lnTo>
                    <a:pt x="0" y="5"/>
                  </a:lnTo>
                  <a:close/>
                </a:path>
              </a:pathLst>
            </a:custGeom>
            <a:solidFill>
              <a:srgbClr val="000000"/>
            </a:solidFill>
            <a:ln w="0">
              <a:noFill/>
            </a:ln>
          </p:spPr>
          <p:style>
            <a:lnRef idx="0"/>
            <a:fillRef idx="0"/>
            <a:effectRef idx="0"/>
            <a:fontRef idx="minor"/>
          </p:style>
          <p:txBody>
            <a:bodyPr lIns="90000" rIns="90000" tIns="32040" bIns="32040" anchor="t">
              <a:noAutofit/>
            </a:bodyPr>
            <a:p>
              <a:endParaRPr b="0" lang="en-US" sz="2400" spc="-1" strike="noStrike">
                <a:solidFill>
                  <a:srgbClr val="000000"/>
                </a:solidFill>
                <a:latin typeface="Times New Roman"/>
              </a:endParaRPr>
            </a:p>
          </p:txBody>
        </p:sp>
        <p:sp>
          <p:nvSpPr>
            <p:cNvPr id="7628" name=""/>
            <p:cNvSpPr/>
            <p:nvPr/>
          </p:nvSpPr>
          <p:spPr>
            <a:xfrm flipV="1">
              <a:off x="6072120" y="5935320"/>
              <a:ext cx="25560" cy="9360"/>
            </a:xfrm>
            <a:custGeom>
              <a:avLst/>
              <a:gdLst/>
              <a:ahLst/>
              <a:rect l="l" t="t" r="r" b="b"/>
              <a:pathLst>
                <a:path w="246" h="90">
                  <a:moveTo>
                    <a:pt x="7" y="90"/>
                  </a:moveTo>
                  <a:lnTo>
                    <a:pt x="7" y="90"/>
                  </a:lnTo>
                  <a:lnTo>
                    <a:pt x="43" y="67"/>
                  </a:lnTo>
                  <a:lnTo>
                    <a:pt x="73" y="48"/>
                  </a:lnTo>
                  <a:lnTo>
                    <a:pt x="102" y="35"/>
                  </a:lnTo>
                  <a:lnTo>
                    <a:pt x="127" y="24"/>
                  </a:lnTo>
                  <a:lnTo>
                    <a:pt x="149" y="17"/>
                  </a:lnTo>
                  <a:lnTo>
                    <a:pt x="168" y="13"/>
                  </a:lnTo>
                  <a:lnTo>
                    <a:pt x="184" y="11"/>
                  </a:lnTo>
                  <a:lnTo>
                    <a:pt x="198" y="11"/>
                  </a:lnTo>
                  <a:lnTo>
                    <a:pt x="209" y="13"/>
                  </a:lnTo>
                  <a:lnTo>
                    <a:pt x="217" y="16"/>
                  </a:lnTo>
                  <a:lnTo>
                    <a:pt x="224" y="18"/>
                  </a:lnTo>
                  <a:lnTo>
                    <a:pt x="229" y="22"/>
                  </a:lnTo>
                  <a:lnTo>
                    <a:pt x="233" y="25"/>
                  </a:lnTo>
                  <a:lnTo>
                    <a:pt x="235" y="28"/>
                  </a:lnTo>
                  <a:lnTo>
                    <a:pt x="237" y="31"/>
                  </a:lnTo>
                  <a:lnTo>
                    <a:pt x="236" y="31"/>
                  </a:lnTo>
                  <a:lnTo>
                    <a:pt x="246" y="26"/>
                  </a:lnTo>
                  <a:lnTo>
                    <a:pt x="245" y="24"/>
                  </a:lnTo>
                  <a:lnTo>
                    <a:pt x="243" y="22"/>
                  </a:lnTo>
                  <a:lnTo>
                    <a:pt x="241" y="19"/>
                  </a:lnTo>
                  <a:lnTo>
                    <a:pt x="236" y="14"/>
                  </a:lnTo>
                  <a:lnTo>
                    <a:pt x="228" y="10"/>
                  </a:lnTo>
                  <a:lnTo>
                    <a:pt x="221" y="6"/>
                  </a:lnTo>
                  <a:lnTo>
                    <a:pt x="211" y="2"/>
                  </a:lnTo>
                  <a:lnTo>
                    <a:pt x="198" y="0"/>
                  </a:lnTo>
                  <a:lnTo>
                    <a:pt x="184" y="0"/>
                  </a:lnTo>
                  <a:lnTo>
                    <a:pt x="166" y="2"/>
                  </a:lnTo>
                  <a:lnTo>
                    <a:pt x="147" y="7"/>
                  </a:lnTo>
                  <a:lnTo>
                    <a:pt x="123" y="14"/>
                  </a:lnTo>
                  <a:lnTo>
                    <a:pt x="98" y="24"/>
                  </a:lnTo>
                  <a:lnTo>
                    <a:pt x="69" y="40"/>
                  </a:lnTo>
                  <a:lnTo>
                    <a:pt x="37" y="59"/>
                  </a:lnTo>
                  <a:lnTo>
                    <a:pt x="0" y="81"/>
                  </a:lnTo>
                  <a:lnTo>
                    <a:pt x="0" y="81"/>
                  </a:lnTo>
                  <a:lnTo>
                    <a:pt x="7" y="90"/>
                  </a:lnTo>
                  <a:close/>
                </a:path>
              </a:pathLst>
            </a:custGeom>
            <a:solidFill>
              <a:srgbClr val="000000"/>
            </a:solidFill>
            <a:ln w="0">
              <a:noFill/>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7629" name=""/>
            <p:cNvSpPr/>
            <p:nvPr/>
          </p:nvSpPr>
          <p:spPr>
            <a:xfrm flipV="1">
              <a:off x="6039000" y="5854320"/>
              <a:ext cx="33120" cy="80640"/>
            </a:xfrm>
            <a:custGeom>
              <a:avLst/>
              <a:gdLst/>
              <a:ahLst/>
              <a:rect l="l" t="t" r="r" b="b"/>
              <a:pathLst>
                <a:path w="322" h="702">
                  <a:moveTo>
                    <a:pt x="10" y="702"/>
                  </a:moveTo>
                  <a:lnTo>
                    <a:pt x="10" y="702"/>
                  </a:lnTo>
                  <a:lnTo>
                    <a:pt x="13" y="669"/>
                  </a:lnTo>
                  <a:lnTo>
                    <a:pt x="15" y="637"/>
                  </a:lnTo>
                  <a:lnTo>
                    <a:pt x="20" y="607"/>
                  </a:lnTo>
                  <a:lnTo>
                    <a:pt x="23" y="577"/>
                  </a:lnTo>
                  <a:lnTo>
                    <a:pt x="27" y="548"/>
                  </a:lnTo>
                  <a:lnTo>
                    <a:pt x="31" y="519"/>
                  </a:lnTo>
                  <a:lnTo>
                    <a:pt x="36" y="492"/>
                  </a:lnTo>
                  <a:lnTo>
                    <a:pt x="41" y="465"/>
                  </a:lnTo>
                  <a:lnTo>
                    <a:pt x="47" y="439"/>
                  </a:lnTo>
                  <a:lnTo>
                    <a:pt x="53" y="413"/>
                  </a:lnTo>
                  <a:lnTo>
                    <a:pt x="60" y="388"/>
                  </a:lnTo>
                  <a:lnTo>
                    <a:pt x="66" y="364"/>
                  </a:lnTo>
                  <a:lnTo>
                    <a:pt x="74" y="342"/>
                  </a:lnTo>
                  <a:lnTo>
                    <a:pt x="82" y="319"/>
                  </a:lnTo>
                  <a:lnTo>
                    <a:pt x="90" y="298"/>
                  </a:lnTo>
                  <a:lnTo>
                    <a:pt x="100" y="276"/>
                  </a:lnTo>
                  <a:lnTo>
                    <a:pt x="109" y="255"/>
                  </a:lnTo>
                  <a:lnTo>
                    <a:pt x="117" y="235"/>
                  </a:lnTo>
                  <a:lnTo>
                    <a:pt x="128" y="215"/>
                  </a:lnTo>
                  <a:lnTo>
                    <a:pt x="139" y="197"/>
                  </a:lnTo>
                  <a:lnTo>
                    <a:pt x="151" y="179"/>
                  </a:lnTo>
                  <a:lnTo>
                    <a:pt x="163" y="160"/>
                  </a:lnTo>
                  <a:lnTo>
                    <a:pt x="177" y="144"/>
                  </a:lnTo>
                  <a:lnTo>
                    <a:pt x="190" y="126"/>
                  </a:lnTo>
                  <a:lnTo>
                    <a:pt x="204" y="111"/>
                  </a:lnTo>
                  <a:lnTo>
                    <a:pt x="219" y="94"/>
                  </a:lnTo>
                  <a:lnTo>
                    <a:pt x="233" y="79"/>
                  </a:lnTo>
                  <a:lnTo>
                    <a:pt x="250" y="65"/>
                  </a:lnTo>
                  <a:lnTo>
                    <a:pt x="266" y="50"/>
                  </a:lnTo>
                  <a:lnTo>
                    <a:pt x="284" y="36"/>
                  </a:lnTo>
                  <a:lnTo>
                    <a:pt x="303" y="22"/>
                  </a:lnTo>
                  <a:lnTo>
                    <a:pt x="322" y="9"/>
                  </a:lnTo>
                  <a:lnTo>
                    <a:pt x="315" y="0"/>
                  </a:lnTo>
                  <a:lnTo>
                    <a:pt x="297" y="14"/>
                  </a:lnTo>
                  <a:lnTo>
                    <a:pt x="278" y="27"/>
                  </a:lnTo>
                  <a:lnTo>
                    <a:pt x="260" y="42"/>
                  </a:lnTo>
                  <a:lnTo>
                    <a:pt x="243" y="57"/>
                  </a:lnTo>
                  <a:lnTo>
                    <a:pt x="227" y="71"/>
                  </a:lnTo>
                  <a:lnTo>
                    <a:pt x="211" y="88"/>
                  </a:lnTo>
                  <a:lnTo>
                    <a:pt x="196" y="104"/>
                  </a:lnTo>
                  <a:lnTo>
                    <a:pt x="182" y="120"/>
                  </a:lnTo>
                  <a:lnTo>
                    <a:pt x="168" y="138"/>
                  </a:lnTo>
                  <a:lnTo>
                    <a:pt x="155" y="154"/>
                  </a:lnTo>
                  <a:lnTo>
                    <a:pt x="142" y="173"/>
                  </a:lnTo>
                  <a:lnTo>
                    <a:pt x="131" y="191"/>
                  </a:lnTo>
                  <a:lnTo>
                    <a:pt x="120" y="211"/>
                  </a:lnTo>
                  <a:lnTo>
                    <a:pt x="109" y="231"/>
                  </a:lnTo>
                  <a:lnTo>
                    <a:pt x="99" y="251"/>
                  </a:lnTo>
                  <a:lnTo>
                    <a:pt x="89" y="272"/>
                  </a:lnTo>
                  <a:lnTo>
                    <a:pt x="80" y="293"/>
                  </a:lnTo>
                  <a:lnTo>
                    <a:pt x="72" y="315"/>
                  </a:lnTo>
                  <a:lnTo>
                    <a:pt x="63" y="338"/>
                  </a:lnTo>
                  <a:lnTo>
                    <a:pt x="56" y="362"/>
                  </a:lnTo>
                  <a:lnTo>
                    <a:pt x="50" y="386"/>
                  </a:lnTo>
                  <a:lnTo>
                    <a:pt x="42" y="411"/>
                  </a:lnTo>
                  <a:lnTo>
                    <a:pt x="36" y="437"/>
                  </a:lnTo>
                  <a:lnTo>
                    <a:pt x="31" y="463"/>
                  </a:lnTo>
                  <a:lnTo>
                    <a:pt x="26" y="490"/>
                  </a:lnTo>
                  <a:lnTo>
                    <a:pt x="21" y="517"/>
                  </a:lnTo>
                  <a:lnTo>
                    <a:pt x="16" y="546"/>
                  </a:lnTo>
                  <a:lnTo>
                    <a:pt x="12" y="575"/>
                  </a:lnTo>
                  <a:lnTo>
                    <a:pt x="9" y="605"/>
                  </a:lnTo>
                  <a:lnTo>
                    <a:pt x="5" y="637"/>
                  </a:lnTo>
                  <a:lnTo>
                    <a:pt x="3" y="669"/>
                  </a:lnTo>
                  <a:lnTo>
                    <a:pt x="0" y="702"/>
                  </a:lnTo>
                  <a:lnTo>
                    <a:pt x="0" y="702"/>
                  </a:lnTo>
                  <a:lnTo>
                    <a:pt x="10" y="702"/>
                  </a:lnTo>
                  <a:close/>
                </a:path>
              </a:pathLst>
            </a:custGeom>
            <a:solidFill>
              <a:srgbClr val="000000"/>
            </a:solidFill>
            <a:ln w="0">
              <a:noFill/>
            </a:ln>
          </p:spPr>
          <p:style>
            <a:lnRef idx="0"/>
            <a:fillRef idx="0"/>
            <a:effectRef idx="0"/>
            <a:fontRef idx="minor"/>
          </p:style>
          <p:txBody>
            <a:bodyPr lIns="90000" rIns="90000" tIns="33840" bIns="33840" anchor="t">
              <a:noAutofit/>
            </a:bodyPr>
            <a:p>
              <a:endParaRPr b="0" lang="en-US" sz="2400" spc="-1" strike="noStrike">
                <a:solidFill>
                  <a:srgbClr val="000000"/>
                </a:solidFill>
                <a:latin typeface="Times New Roman"/>
              </a:endParaRPr>
            </a:p>
          </p:txBody>
        </p:sp>
        <p:sp>
          <p:nvSpPr>
            <p:cNvPr id="7630" name=""/>
            <p:cNvSpPr/>
            <p:nvPr/>
          </p:nvSpPr>
          <p:spPr>
            <a:xfrm flipV="1">
              <a:off x="6039000" y="5778360"/>
              <a:ext cx="14040" cy="75600"/>
            </a:xfrm>
            <a:custGeom>
              <a:avLst/>
              <a:gdLst/>
              <a:ahLst/>
              <a:rect l="l" t="t" r="r" b="b"/>
              <a:pathLst>
                <a:path w="148" h="674">
                  <a:moveTo>
                    <a:pt x="148" y="670"/>
                  </a:moveTo>
                  <a:lnTo>
                    <a:pt x="148" y="670"/>
                  </a:lnTo>
                  <a:lnTo>
                    <a:pt x="123" y="616"/>
                  </a:lnTo>
                  <a:lnTo>
                    <a:pt x="100" y="564"/>
                  </a:lnTo>
                  <a:lnTo>
                    <a:pt x="81" y="515"/>
                  </a:lnTo>
                  <a:lnTo>
                    <a:pt x="64" y="467"/>
                  </a:lnTo>
                  <a:lnTo>
                    <a:pt x="50" y="424"/>
                  </a:lnTo>
                  <a:lnTo>
                    <a:pt x="38" y="380"/>
                  </a:lnTo>
                  <a:lnTo>
                    <a:pt x="30" y="338"/>
                  </a:lnTo>
                  <a:lnTo>
                    <a:pt x="22" y="297"/>
                  </a:lnTo>
                  <a:lnTo>
                    <a:pt x="17" y="258"/>
                  </a:lnTo>
                  <a:lnTo>
                    <a:pt x="13" y="221"/>
                  </a:lnTo>
                  <a:lnTo>
                    <a:pt x="11" y="183"/>
                  </a:lnTo>
                  <a:lnTo>
                    <a:pt x="11" y="146"/>
                  </a:lnTo>
                  <a:lnTo>
                    <a:pt x="11" y="109"/>
                  </a:lnTo>
                  <a:lnTo>
                    <a:pt x="12" y="72"/>
                  </a:lnTo>
                  <a:lnTo>
                    <a:pt x="14" y="36"/>
                  </a:lnTo>
                  <a:lnTo>
                    <a:pt x="17" y="0"/>
                  </a:lnTo>
                  <a:lnTo>
                    <a:pt x="7" y="0"/>
                  </a:lnTo>
                  <a:lnTo>
                    <a:pt x="4" y="36"/>
                  </a:lnTo>
                  <a:lnTo>
                    <a:pt x="2" y="72"/>
                  </a:lnTo>
                  <a:lnTo>
                    <a:pt x="0" y="109"/>
                  </a:lnTo>
                  <a:lnTo>
                    <a:pt x="0" y="146"/>
                  </a:lnTo>
                  <a:lnTo>
                    <a:pt x="0" y="183"/>
                  </a:lnTo>
                  <a:lnTo>
                    <a:pt x="3" y="221"/>
                  </a:lnTo>
                  <a:lnTo>
                    <a:pt x="7" y="260"/>
                  </a:lnTo>
                  <a:lnTo>
                    <a:pt x="12" y="299"/>
                  </a:lnTo>
                  <a:lnTo>
                    <a:pt x="19" y="340"/>
                  </a:lnTo>
                  <a:lnTo>
                    <a:pt x="28" y="382"/>
                  </a:lnTo>
                  <a:lnTo>
                    <a:pt x="40" y="426"/>
                  </a:lnTo>
                  <a:lnTo>
                    <a:pt x="54" y="471"/>
                  </a:lnTo>
                  <a:lnTo>
                    <a:pt x="70" y="519"/>
                  </a:lnTo>
                  <a:lnTo>
                    <a:pt x="90" y="568"/>
                  </a:lnTo>
                  <a:lnTo>
                    <a:pt x="113" y="620"/>
                  </a:lnTo>
                  <a:lnTo>
                    <a:pt x="140" y="674"/>
                  </a:lnTo>
                  <a:lnTo>
                    <a:pt x="140" y="674"/>
                  </a:lnTo>
                  <a:lnTo>
                    <a:pt x="148" y="670"/>
                  </a:lnTo>
                  <a:close/>
                </a:path>
              </a:pathLst>
            </a:custGeom>
            <a:solidFill>
              <a:srgbClr val="000000"/>
            </a:solidFill>
            <a:ln w="0">
              <a:noFill/>
            </a:ln>
          </p:spPr>
          <p:style>
            <a:lnRef idx="0"/>
            <a:fillRef idx="0"/>
            <a:effectRef idx="0"/>
            <a:fontRef idx="minor"/>
          </p:style>
          <p:txBody>
            <a:bodyPr lIns="90000" rIns="90000" tIns="28800" bIns="28800" anchor="t">
              <a:noAutofit/>
            </a:bodyPr>
            <a:p>
              <a:endParaRPr b="0" lang="en-US" sz="2400" spc="-1" strike="noStrike">
                <a:solidFill>
                  <a:srgbClr val="000000"/>
                </a:solidFill>
                <a:latin typeface="Times New Roman"/>
              </a:endParaRPr>
            </a:p>
          </p:txBody>
        </p:sp>
        <p:sp>
          <p:nvSpPr>
            <p:cNvPr id="7631" name=""/>
            <p:cNvSpPr/>
            <p:nvPr/>
          </p:nvSpPr>
          <p:spPr>
            <a:xfrm flipV="1">
              <a:off x="6051600" y="5681520"/>
              <a:ext cx="20520" cy="97920"/>
            </a:xfrm>
            <a:custGeom>
              <a:avLst/>
              <a:gdLst/>
              <a:ahLst/>
              <a:rect l="l" t="t" r="r" b="b"/>
              <a:pathLst>
                <a:path w="190" h="841">
                  <a:moveTo>
                    <a:pt x="186" y="841"/>
                  </a:moveTo>
                  <a:lnTo>
                    <a:pt x="186" y="841"/>
                  </a:lnTo>
                  <a:lnTo>
                    <a:pt x="188" y="825"/>
                  </a:lnTo>
                  <a:lnTo>
                    <a:pt x="189" y="808"/>
                  </a:lnTo>
                  <a:lnTo>
                    <a:pt x="190" y="790"/>
                  </a:lnTo>
                  <a:lnTo>
                    <a:pt x="190" y="771"/>
                  </a:lnTo>
                  <a:lnTo>
                    <a:pt x="190" y="751"/>
                  </a:lnTo>
                  <a:lnTo>
                    <a:pt x="189" y="729"/>
                  </a:lnTo>
                  <a:lnTo>
                    <a:pt x="186" y="706"/>
                  </a:lnTo>
                  <a:lnTo>
                    <a:pt x="185" y="681"/>
                  </a:lnTo>
                  <a:lnTo>
                    <a:pt x="182" y="655"/>
                  </a:lnTo>
                  <a:lnTo>
                    <a:pt x="180" y="631"/>
                  </a:lnTo>
                  <a:lnTo>
                    <a:pt x="177" y="603"/>
                  </a:lnTo>
                  <a:lnTo>
                    <a:pt x="173" y="576"/>
                  </a:lnTo>
                  <a:lnTo>
                    <a:pt x="169" y="548"/>
                  </a:lnTo>
                  <a:lnTo>
                    <a:pt x="165" y="519"/>
                  </a:lnTo>
                  <a:lnTo>
                    <a:pt x="159" y="491"/>
                  </a:lnTo>
                  <a:lnTo>
                    <a:pt x="154" y="461"/>
                  </a:lnTo>
                  <a:lnTo>
                    <a:pt x="148" y="432"/>
                  </a:lnTo>
                  <a:lnTo>
                    <a:pt x="142" y="402"/>
                  </a:lnTo>
                  <a:lnTo>
                    <a:pt x="134" y="372"/>
                  </a:lnTo>
                  <a:lnTo>
                    <a:pt x="127" y="342"/>
                  </a:lnTo>
                  <a:lnTo>
                    <a:pt x="120" y="311"/>
                  </a:lnTo>
                  <a:lnTo>
                    <a:pt x="111" y="281"/>
                  </a:lnTo>
                  <a:lnTo>
                    <a:pt x="103" y="251"/>
                  </a:lnTo>
                  <a:lnTo>
                    <a:pt x="95" y="221"/>
                  </a:lnTo>
                  <a:lnTo>
                    <a:pt x="85" y="191"/>
                  </a:lnTo>
                  <a:lnTo>
                    <a:pt x="76" y="162"/>
                  </a:lnTo>
                  <a:lnTo>
                    <a:pt x="66" y="133"/>
                  </a:lnTo>
                  <a:lnTo>
                    <a:pt x="55" y="105"/>
                  </a:lnTo>
                  <a:lnTo>
                    <a:pt x="45" y="78"/>
                  </a:lnTo>
                  <a:lnTo>
                    <a:pt x="33" y="51"/>
                  </a:lnTo>
                  <a:lnTo>
                    <a:pt x="22" y="25"/>
                  </a:lnTo>
                  <a:lnTo>
                    <a:pt x="8" y="0"/>
                  </a:lnTo>
                  <a:lnTo>
                    <a:pt x="0" y="4"/>
                  </a:lnTo>
                  <a:lnTo>
                    <a:pt x="12" y="29"/>
                  </a:lnTo>
                  <a:lnTo>
                    <a:pt x="23" y="55"/>
                  </a:lnTo>
                  <a:lnTo>
                    <a:pt x="34" y="82"/>
                  </a:lnTo>
                  <a:lnTo>
                    <a:pt x="45" y="109"/>
                  </a:lnTo>
                  <a:lnTo>
                    <a:pt x="55" y="137"/>
                  </a:lnTo>
                  <a:lnTo>
                    <a:pt x="66" y="166"/>
                  </a:lnTo>
                  <a:lnTo>
                    <a:pt x="75" y="195"/>
                  </a:lnTo>
                  <a:lnTo>
                    <a:pt x="84" y="223"/>
                  </a:lnTo>
                  <a:lnTo>
                    <a:pt x="93" y="253"/>
                  </a:lnTo>
                  <a:lnTo>
                    <a:pt x="101" y="283"/>
                  </a:lnTo>
                  <a:lnTo>
                    <a:pt x="109" y="314"/>
                  </a:lnTo>
                  <a:lnTo>
                    <a:pt x="117" y="344"/>
                  </a:lnTo>
                  <a:lnTo>
                    <a:pt x="124" y="374"/>
                  </a:lnTo>
                  <a:lnTo>
                    <a:pt x="131" y="404"/>
                  </a:lnTo>
                  <a:lnTo>
                    <a:pt x="138" y="434"/>
                  </a:lnTo>
                  <a:lnTo>
                    <a:pt x="144" y="463"/>
                  </a:lnTo>
                  <a:lnTo>
                    <a:pt x="149" y="493"/>
                  </a:lnTo>
                  <a:lnTo>
                    <a:pt x="154" y="521"/>
                  </a:lnTo>
                  <a:lnTo>
                    <a:pt x="158" y="550"/>
                  </a:lnTo>
                  <a:lnTo>
                    <a:pt x="163" y="578"/>
                  </a:lnTo>
                  <a:lnTo>
                    <a:pt x="167" y="605"/>
                  </a:lnTo>
                  <a:lnTo>
                    <a:pt x="170" y="631"/>
                  </a:lnTo>
                  <a:lnTo>
                    <a:pt x="172" y="657"/>
                  </a:lnTo>
                  <a:lnTo>
                    <a:pt x="175" y="681"/>
                  </a:lnTo>
                  <a:lnTo>
                    <a:pt x="176" y="706"/>
                  </a:lnTo>
                  <a:lnTo>
                    <a:pt x="178" y="729"/>
                  </a:lnTo>
                  <a:lnTo>
                    <a:pt x="179" y="751"/>
                  </a:lnTo>
                  <a:lnTo>
                    <a:pt x="179" y="771"/>
                  </a:lnTo>
                  <a:lnTo>
                    <a:pt x="179" y="790"/>
                  </a:lnTo>
                  <a:lnTo>
                    <a:pt x="178" y="808"/>
                  </a:lnTo>
                  <a:lnTo>
                    <a:pt x="177" y="825"/>
                  </a:lnTo>
                  <a:lnTo>
                    <a:pt x="176" y="839"/>
                  </a:lnTo>
                  <a:lnTo>
                    <a:pt x="176" y="839"/>
                  </a:lnTo>
                  <a:lnTo>
                    <a:pt x="186" y="841"/>
                  </a:lnTo>
                  <a:close/>
                </a:path>
              </a:pathLst>
            </a:custGeom>
            <a:solidFill>
              <a:srgbClr val="00000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632" name=""/>
            <p:cNvSpPr/>
            <p:nvPr/>
          </p:nvSpPr>
          <p:spPr>
            <a:xfrm flipV="1">
              <a:off x="6048360" y="5657400"/>
              <a:ext cx="23760" cy="23760"/>
            </a:xfrm>
            <a:custGeom>
              <a:avLst/>
              <a:gdLst/>
              <a:ahLst/>
              <a:rect l="l" t="t" r="r" b="b"/>
              <a:pathLst>
                <a:path w="217" h="205">
                  <a:moveTo>
                    <a:pt x="8" y="205"/>
                  </a:moveTo>
                  <a:lnTo>
                    <a:pt x="8" y="205"/>
                  </a:lnTo>
                  <a:lnTo>
                    <a:pt x="13" y="199"/>
                  </a:lnTo>
                  <a:lnTo>
                    <a:pt x="23" y="192"/>
                  </a:lnTo>
                  <a:lnTo>
                    <a:pt x="33" y="186"/>
                  </a:lnTo>
                  <a:lnTo>
                    <a:pt x="47" y="181"/>
                  </a:lnTo>
                  <a:lnTo>
                    <a:pt x="62" y="175"/>
                  </a:lnTo>
                  <a:lnTo>
                    <a:pt x="79" y="167"/>
                  </a:lnTo>
                  <a:lnTo>
                    <a:pt x="96" y="158"/>
                  </a:lnTo>
                  <a:lnTo>
                    <a:pt x="113" y="149"/>
                  </a:lnTo>
                  <a:lnTo>
                    <a:pt x="132" y="138"/>
                  </a:lnTo>
                  <a:lnTo>
                    <a:pt x="149" y="126"/>
                  </a:lnTo>
                  <a:lnTo>
                    <a:pt x="165" y="112"/>
                  </a:lnTo>
                  <a:lnTo>
                    <a:pt x="180" y="95"/>
                  </a:lnTo>
                  <a:lnTo>
                    <a:pt x="192" y="77"/>
                  </a:lnTo>
                  <a:lnTo>
                    <a:pt x="205" y="54"/>
                  </a:lnTo>
                  <a:lnTo>
                    <a:pt x="212" y="29"/>
                  </a:lnTo>
                  <a:lnTo>
                    <a:pt x="217" y="2"/>
                  </a:lnTo>
                  <a:lnTo>
                    <a:pt x="207" y="0"/>
                  </a:lnTo>
                  <a:lnTo>
                    <a:pt x="202" y="27"/>
                  </a:lnTo>
                  <a:lnTo>
                    <a:pt x="195" y="50"/>
                  </a:lnTo>
                  <a:lnTo>
                    <a:pt x="184" y="71"/>
                  </a:lnTo>
                  <a:lnTo>
                    <a:pt x="172" y="89"/>
                  </a:lnTo>
                  <a:lnTo>
                    <a:pt x="157" y="104"/>
                  </a:lnTo>
                  <a:lnTo>
                    <a:pt x="142" y="118"/>
                  </a:lnTo>
                  <a:lnTo>
                    <a:pt x="126" y="130"/>
                  </a:lnTo>
                  <a:lnTo>
                    <a:pt x="109" y="140"/>
                  </a:lnTo>
                  <a:lnTo>
                    <a:pt x="91" y="150"/>
                  </a:lnTo>
                  <a:lnTo>
                    <a:pt x="75" y="157"/>
                  </a:lnTo>
                  <a:lnTo>
                    <a:pt x="58" y="164"/>
                  </a:lnTo>
                  <a:lnTo>
                    <a:pt x="43" y="171"/>
                  </a:lnTo>
                  <a:lnTo>
                    <a:pt x="29" y="178"/>
                  </a:lnTo>
                  <a:lnTo>
                    <a:pt x="16" y="184"/>
                  </a:lnTo>
                  <a:lnTo>
                    <a:pt x="7" y="190"/>
                  </a:lnTo>
                  <a:lnTo>
                    <a:pt x="0" y="199"/>
                  </a:lnTo>
                  <a:lnTo>
                    <a:pt x="0" y="199"/>
                  </a:lnTo>
                  <a:lnTo>
                    <a:pt x="8" y="205"/>
                  </a:lnTo>
                  <a:close/>
                </a:path>
              </a:pathLst>
            </a:custGeom>
            <a:solidFill>
              <a:srgbClr val="000000"/>
            </a:solidFill>
            <a:ln w="0">
              <a:noFill/>
            </a:ln>
          </p:spPr>
          <p:style>
            <a:lnRef idx="0"/>
            <a:fillRef idx="0"/>
            <a:effectRef idx="0"/>
            <a:fontRef idx="minor"/>
          </p:style>
          <p:txBody>
            <a:bodyPr lIns="90000" rIns="90000" tIns="-23040" bIns="-23040" anchor="t">
              <a:noAutofit/>
            </a:bodyPr>
            <a:p>
              <a:endParaRPr b="0" lang="en-US" sz="2400" spc="-1" strike="noStrike">
                <a:solidFill>
                  <a:srgbClr val="000000"/>
                </a:solidFill>
                <a:latin typeface="Times New Roman"/>
              </a:endParaRPr>
            </a:p>
          </p:txBody>
        </p:sp>
        <p:sp>
          <p:nvSpPr>
            <p:cNvPr id="7633" name=""/>
            <p:cNvSpPr/>
            <p:nvPr/>
          </p:nvSpPr>
          <p:spPr>
            <a:xfrm flipV="1">
              <a:off x="6039000" y="5650560"/>
              <a:ext cx="10800" cy="9000"/>
            </a:xfrm>
            <a:custGeom>
              <a:avLst/>
              <a:gdLst/>
              <a:ahLst/>
              <a:rect l="l" t="t" r="r" b="b"/>
              <a:pathLst>
                <a:path w="113" h="72">
                  <a:moveTo>
                    <a:pt x="0" y="72"/>
                  </a:moveTo>
                  <a:lnTo>
                    <a:pt x="0" y="72"/>
                  </a:lnTo>
                  <a:lnTo>
                    <a:pt x="4" y="72"/>
                  </a:lnTo>
                  <a:lnTo>
                    <a:pt x="12" y="70"/>
                  </a:lnTo>
                  <a:lnTo>
                    <a:pt x="25" y="67"/>
                  </a:lnTo>
                  <a:lnTo>
                    <a:pt x="41" y="62"/>
                  </a:lnTo>
                  <a:lnTo>
                    <a:pt x="59" y="53"/>
                  </a:lnTo>
                  <a:lnTo>
                    <a:pt x="78" y="41"/>
                  </a:lnTo>
                  <a:lnTo>
                    <a:pt x="96" y="27"/>
                  </a:lnTo>
                  <a:lnTo>
                    <a:pt x="113" y="6"/>
                  </a:lnTo>
                  <a:lnTo>
                    <a:pt x="105" y="0"/>
                  </a:lnTo>
                  <a:lnTo>
                    <a:pt x="88" y="18"/>
                  </a:lnTo>
                  <a:lnTo>
                    <a:pt x="71" y="33"/>
                  </a:lnTo>
                  <a:lnTo>
                    <a:pt x="55" y="44"/>
                  </a:lnTo>
                  <a:lnTo>
                    <a:pt x="37" y="52"/>
                  </a:lnTo>
                  <a:lnTo>
                    <a:pt x="23" y="57"/>
                  </a:lnTo>
                  <a:lnTo>
                    <a:pt x="10" y="60"/>
                  </a:lnTo>
                  <a:lnTo>
                    <a:pt x="2" y="62"/>
                  </a:lnTo>
                  <a:lnTo>
                    <a:pt x="0" y="62"/>
                  </a:lnTo>
                  <a:lnTo>
                    <a:pt x="0" y="62"/>
                  </a:lnTo>
                  <a:lnTo>
                    <a:pt x="0" y="72"/>
                  </a:lnTo>
                  <a:close/>
                </a:path>
              </a:pathLst>
            </a:custGeom>
            <a:solidFill>
              <a:srgbClr val="000000"/>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634" name=""/>
            <p:cNvSpPr/>
            <p:nvPr/>
          </p:nvSpPr>
          <p:spPr>
            <a:xfrm flipV="1">
              <a:off x="6019920" y="5649480"/>
              <a:ext cx="19080" cy="2880"/>
            </a:xfrm>
            <a:custGeom>
              <a:avLst/>
              <a:gdLst/>
              <a:ahLst/>
              <a:rect l="l" t="t" r="r" b="b"/>
              <a:pathLst>
                <a:path w="171" h="34">
                  <a:moveTo>
                    <a:pt x="2" y="34"/>
                  </a:moveTo>
                  <a:lnTo>
                    <a:pt x="2" y="34"/>
                  </a:lnTo>
                  <a:lnTo>
                    <a:pt x="20" y="30"/>
                  </a:lnTo>
                  <a:lnTo>
                    <a:pt x="36" y="26"/>
                  </a:lnTo>
                  <a:lnTo>
                    <a:pt x="53" y="23"/>
                  </a:lnTo>
                  <a:lnTo>
                    <a:pt x="69" y="20"/>
                  </a:lnTo>
                  <a:lnTo>
                    <a:pt x="84" y="18"/>
                  </a:lnTo>
                  <a:lnTo>
                    <a:pt x="98" y="16"/>
                  </a:lnTo>
                  <a:lnTo>
                    <a:pt x="111" y="15"/>
                  </a:lnTo>
                  <a:lnTo>
                    <a:pt x="122" y="12"/>
                  </a:lnTo>
                  <a:lnTo>
                    <a:pt x="132" y="12"/>
                  </a:lnTo>
                  <a:lnTo>
                    <a:pt x="142" y="11"/>
                  </a:lnTo>
                  <a:lnTo>
                    <a:pt x="151" y="11"/>
                  </a:lnTo>
                  <a:lnTo>
                    <a:pt x="157" y="10"/>
                  </a:lnTo>
                  <a:lnTo>
                    <a:pt x="163" y="10"/>
                  </a:lnTo>
                  <a:lnTo>
                    <a:pt x="167" y="10"/>
                  </a:lnTo>
                  <a:lnTo>
                    <a:pt x="170" y="10"/>
                  </a:lnTo>
                  <a:lnTo>
                    <a:pt x="171" y="10"/>
                  </a:lnTo>
                  <a:lnTo>
                    <a:pt x="171" y="0"/>
                  </a:lnTo>
                  <a:lnTo>
                    <a:pt x="170" y="0"/>
                  </a:lnTo>
                  <a:lnTo>
                    <a:pt x="167" y="0"/>
                  </a:lnTo>
                  <a:lnTo>
                    <a:pt x="163" y="0"/>
                  </a:lnTo>
                  <a:lnTo>
                    <a:pt x="157" y="0"/>
                  </a:lnTo>
                  <a:lnTo>
                    <a:pt x="151" y="1"/>
                  </a:lnTo>
                  <a:lnTo>
                    <a:pt x="142" y="1"/>
                  </a:lnTo>
                  <a:lnTo>
                    <a:pt x="132" y="2"/>
                  </a:lnTo>
                  <a:lnTo>
                    <a:pt x="122" y="2"/>
                  </a:lnTo>
                  <a:lnTo>
                    <a:pt x="109" y="4"/>
                  </a:lnTo>
                  <a:lnTo>
                    <a:pt x="96" y="5"/>
                  </a:lnTo>
                  <a:lnTo>
                    <a:pt x="82" y="7"/>
                  </a:lnTo>
                  <a:lnTo>
                    <a:pt x="66" y="9"/>
                  </a:lnTo>
                  <a:lnTo>
                    <a:pt x="51" y="12"/>
                  </a:lnTo>
                  <a:lnTo>
                    <a:pt x="34" y="16"/>
                  </a:lnTo>
                  <a:lnTo>
                    <a:pt x="18" y="20"/>
                  </a:lnTo>
                  <a:lnTo>
                    <a:pt x="0" y="24"/>
                  </a:lnTo>
                  <a:lnTo>
                    <a:pt x="0" y="24"/>
                  </a:lnTo>
                  <a:lnTo>
                    <a:pt x="2" y="34"/>
                  </a:lnTo>
                  <a:close/>
                </a:path>
              </a:pathLst>
            </a:custGeom>
            <a:solidFill>
              <a:srgbClr val="000000"/>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635" name=""/>
            <p:cNvSpPr/>
            <p:nvPr/>
          </p:nvSpPr>
          <p:spPr>
            <a:xfrm flipV="1">
              <a:off x="5973840" y="5639400"/>
              <a:ext cx="46080" cy="9000"/>
            </a:xfrm>
            <a:custGeom>
              <a:avLst/>
              <a:gdLst/>
              <a:ahLst/>
              <a:rect l="l" t="t" r="r" b="b"/>
              <a:pathLst>
                <a:path w="429" h="89">
                  <a:moveTo>
                    <a:pt x="2" y="89"/>
                  </a:moveTo>
                  <a:lnTo>
                    <a:pt x="2" y="89"/>
                  </a:lnTo>
                  <a:lnTo>
                    <a:pt x="29" y="84"/>
                  </a:lnTo>
                  <a:lnTo>
                    <a:pt x="57" y="79"/>
                  </a:lnTo>
                  <a:lnTo>
                    <a:pt x="86" y="74"/>
                  </a:lnTo>
                  <a:lnTo>
                    <a:pt x="115" y="68"/>
                  </a:lnTo>
                  <a:lnTo>
                    <a:pt x="145" y="63"/>
                  </a:lnTo>
                  <a:lnTo>
                    <a:pt x="174" y="59"/>
                  </a:lnTo>
                  <a:lnTo>
                    <a:pt x="204" y="54"/>
                  </a:lnTo>
                  <a:lnTo>
                    <a:pt x="233" y="49"/>
                  </a:lnTo>
                  <a:lnTo>
                    <a:pt x="261" y="43"/>
                  </a:lnTo>
                  <a:lnTo>
                    <a:pt x="289" y="38"/>
                  </a:lnTo>
                  <a:lnTo>
                    <a:pt x="316" y="34"/>
                  </a:lnTo>
                  <a:lnTo>
                    <a:pt x="342" y="29"/>
                  </a:lnTo>
                  <a:lnTo>
                    <a:pt x="366" y="24"/>
                  </a:lnTo>
                  <a:lnTo>
                    <a:pt x="389" y="20"/>
                  </a:lnTo>
                  <a:lnTo>
                    <a:pt x="410" y="14"/>
                  </a:lnTo>
                  <a:lnTo>
                    <a:pt x="429" y="10"/>
                  </a:lnTo>
                  <a:lnTo>
                    <a:pt x="427" y="0"/>
                  </a:lnTo>
                  <a:lnTo>
                    <a:pt x="408" y="4"/>
                  </a:lnTo>
                  <a:lnTo>
                    <a:pt x="387" y="9"/>
                  </a:lnTo>
                  <a:lnTo>
                    <a:pt x="364" y="13"/>
                  </a:lnTo>
                  <a:lnTo>
                    <a:pt x="340" y="19"/>
                  </a:lnTo>
                  <a:lnTo>
                    <a:pt x="314" y="24"/>
                  </a:lnTo>
                  <a:lnTo>
                    <a:pt x="287" y="28"/>
                  </a:lnTo>
                  <a:lnTo>
                    <a:pt x="259" y="33"/>
                  </a:lnTo>
                  <a:lnTo>
                    <a:pt x="231" y="38"/>
                  </a:lnTo>
                  <a:lnTo>
                    <a:pt x="202" y="43"/>
                  </a:lnTo>
                  <a:lnTo>
                    <a:pt x="172" y="49"/>
                  </a:lnTo>
                  <a:lnTo>
                    <a:pt x="142" y="53"/>
                  </a:lnTo>
                  <a:lnTo>
                    <a:pt x="113" y="58"/>
                  </a:lnTo>
                  <a:lnTo>
                    <a:pt x="84" y="63"/>
                  </a:lnTo>
                  <a:lnTo>
                    <a:pt x="55" y="68"/>
                  </a:lnTo>
                  <a:lnTo>
                    <a:pt x="27" y="74"/>
                  </a:lnTo>
                  <a:lnTo>
                    <a:pt x="0" y="79"/>
                  </a:lnTo>
                  <a:lnTo>
                    <a:pt x="0" y="79"/>
                  </a:lnTo>
                  <a:lnTo>
                    <a:pt x="2" y="89"/>
                  </a:lnTo>
                  <a:close/>
                </a:path>
              </a:pathLst>
            </a:custGeom>
            <a:solidFill>
              <a:srgbClr val="000000"/>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636" name=""/>
            <p:cNvSpPr/>
            <p:nvPr/>
          </p:nvSpPr>
          <p:spPr>
            <a:xfrm flipV="1">
              <a:off x="5910120" y="5628960"/>
              <a:ext cx="65160" cy="10800"/>
            </a:xfrm>
            <a:custGeom>
              <a:avLst/>
              <a:gdLst/>
              <a:ahLst/>
              <a:rect l="l" t="t" r="r" b="b"/>
              <a:pathLst>
                <a:path w="614" h="105">
                  <a:moveTo>
                    <a:pt x="2" y="105"/>
                  </a:moveTo>
                  <a:lnTo>
                    <a:pt x="2" y="105"/>
                  </a:lnTo>
                  <a:lnTo>
                    <a:pt x="30" y="100"/>
                  </a:lnTo>
                  <a:lnTo>
                    <a:pt x="61" y="93"/>
                  </a:lnTo>
                  <a:lnTo>
                    <a:pt x="95" y="88"/>
                  </a:lnTo>
                  <a:lnTo>
                    <a:pt x="134" y="82"/>
                  </a:lnTo>
                  <a:lnTo>
                    <a:pt x="173" y="76"/>
                  </a:lnTo>
                  <a:lnTo>
                    <a:pt x="216" y="69"/>
                  </a:lnTo>
                  <a:lnTo>
                    <a:pt x="260" y="63"/>
                  </a:lnTo>
                  <a:lnTo>
                    <a:pt x="303" y="57"/>
                  </a:lnTo>
                  <a:lnTo>
                    <a:pt x="348" y="51"/>
                  </a:lnTo>
                  <a:lnTo>
                    <a:pt x="392" y="44"/>
                  </a:lnTo>
                  <a:lnTo>
                    <a:pt x="436" y="38"/>
                  </a:lnTo>
                  <a:lnTo>
                    <a:pt x="476" y="32"/>
                  </a:lnTo>
                  <a:lnTo>
                    <a:pt x="516" y="26"/>
                  </a:lnTo>
                  <a:lnTo>
                    <a:pt x="552" y="21"/>
                  </a:lnTo>
                  <a:lnTo>
                    <a:pt x="585" y="15"/>
                  </a:lnTo>
                  <a:lnTo>
                    <a:pt x="614" y="10"/>
                  </a:lnTo>
                  <a:lnTo>
                    <a:pt x="612" y="0"/>
                  </a:lnTo>
                  <a:lnTo>
                    <a:pt x="583" y="5"/>
                  </a:lnTo>
                  <a:lnTo>
                    <a:pt x="550" y="10"/>
                  </a:lnTo>
                  <a:lnTo>
                    <a:pt x="514" y="15"/>
                  </a:lnTo>
                  <a:lnTo>
                    <a:pt x="474" y="22"/>
                  </a:lnTo>
                  <a:lnTo>
                    <a:pt x="434" y="28"/>
                  </a:lnTo>
                  <a:lnTo>
                    <a:pt x="390" y="34"/>
                  </a:lnTo>
                  <a:lnTo>
                    <a:pt x="346" y="40"/>
                  </a:lnTo>
                  <a:lnTo>
                    <a:pt x="301" y="47"/>
                  </a:lnTo>
                  <a:lnTo>
                    <a:pt x="258" y="53"/>
                  </a:lnTo>
                  <a:lnTo>
                    <a:pt x="214" y="59"/>
                  </a:lnTo>
                  <a:lnTo>
                    <a:pt x="171" y="65"/>
                  </a:lnTo>
                  <a:lnTo>
                    <a:pt x="132" y="71"/>
                  </a:lnTo>
                  <a:lnTo>
                    <a:pt x="93" y="78"/>
                  </a:lnTo>
                  <a:lnTo>
                    <a:pt x="59" y="83"/>
                  </a:lnTo>
                  <a:lnTo>
                    <a:pt x="27" y="89"/>
                  </a:lnTo>
                  <a:lnTo>
                    <a:pt x="0" y="94"/>
                  </a:lnTo>
                  <a:lnTo>
                    <a:pt x="0" y="94"/>
                  </a:lnTo>
                  <a:lnTo>
                    <a:pt x="2" y="105"/>
                  </a:lnTo>
                  <a:close/>
                </a:path>
              </a:pathLst>
            </a:custGeom>
            <a:solidFill>
              <a:srgbClr val="000000"/>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637" name=""/>
            <p:cNvSpPr/>
            <p:nvPr/>
          </p:nvSpPr>
          <p:spPr>
            <a:xfrm flipV="1">
              <a:off x="5850000" y="5608440"/>
              <a:ext cx="60120" cy="20160"/>
            </a:xfrm>
            <a:custGeom>
              <a:avLst/>
              <a:gdLst/>
              <a:ahLst/>
              <a:rect l="l" t="t" r="r" b="b"/>
              <a:pathLst>
                <a:path w="572" h="178">
                  <a:moveTo>
                    <a:pt x="2" y="178"/>
                  </a:moveTo>
                  <a:lnTo>
                    <a:pt x="2" y="178"/>
                  </a:lnTo>
                  <a:lnTo>
                    <a:pt x="18" y="175"/>
                  </a:lnTo>
                  <a:lnTo>
                    <a:pt x="38" y="170"/>
                  </a:lnTo>
                  <a:lnTo>
                    <a:pt x="60" y="163"/>
                  </a:lnTo>
                  <a:lnTo>
                    <a:pt x="86" y="155"/>
                  </a:lnTo>
                  <a:lnTo>
                    <a:pt x="113" y="146"/>
                  </a:lnTo>
                  <a:lnTo>
                    <a:pt x="143" y="135"/>
                  </a:lnTo>
                  <a:lnTo>
                    <a:pt x="177" y="124"/>
                  </a:lnTo>
                  <a:lnTo>
                    <a:pt x="212" y="113"/>
                  </a:lnTo>
                  <a:lnTo>
                    <a:pt x="250" y="100"/>
                  </a:lnTo>
                  <a:lnTo>
                    <a:pt x="289" y="87"/>
                  </a:lnTo>
                  <a:lnTo>
                    <a:pt x="330" y="73"/>
                  </a:lnTo>
                  <a:lnTo>
                    <a:pt x="375" y="61"/>
                  </a:lnTo>
                  <a:lnTo>
                    <a:pt x="420" y="47"/>
                  </a:lnTo>
                  <a:lnTo>
                    <a:pt x="469" y="35"/>
                  </a:lnTo>
                  <a:lnTo>
                    <a:pt x="520" y="22"/>
                  </a:lnTo>
                  <a:lnTo>
                    <a:pt x="572" y="11"/>
                  </a:lnTo>
                  <a:lnTo>
                    <a:pt x="570" y="0"/>
                  </a:lnTo>
                  <a:lnTo>
                    <a:pt x="518" y="12"/>
                  </a:lnTo>
                  <a:lnTo>
                    <a:pt x="467" y="24"/>
                  </a:lnTo>
                  <a:lnTo>
                    <a:pt x="418" y="37"/>
                  </a:lnTo>
                  <a:lnTo>
                    <a:pt x="373" y="50"/>
                  </a:lnTo>
                  <a:lnTo>
                    <a:pt x="328" y="63"/>
                  </a:lnTo>
                  <a:lnTo>
                    <a:pt x="285" y="76"/>
                  </a:lnTo>
                  <a:lnTo>
                    <a:pt x="245" y="90"/>
                  </a:lnTo>
                  <a:lnTo>
                    <a:pt x="208" y="102"/>
                  </a:lnTo>
                  <a:lnTo>
                    <a:pt x="173" y="114"/>
                  </a:lnTo>
                  <a:lnTo>
                    <a:pt x="139" y="125"/>
                  </a:lnTo>
                  <a:lnTo>
                    <a:pt x="109" y="135"/>
                  </a:lnTo>
                  <a:lnTo>
                    <a:pt x="82" y="145"/>
                  </a:lnTo>
                  <a:lnTo>
                    <a:pt x="58" y="153"/>
                  </a:lnTo>
                  <a:lnTo>
                    <a:pt x="36" y="159"/>
                  </a:lnTo>
                  <a:lnTo>
                    <a:pt x="16" y="165"/>
                  </a:lnTo>
                  <a:lnTo>
                    <a:pt x="0" y="168"/>
                  </a:lnTo>
                  <a:lnTo>
                    <a:pt x="0" y="168"/>
                  </a:lnTo>
                  <a:lnTo>
                    <a:pt x="2" y="178"/>
                  </a:lnTo>
                  <a:close/>
                </a:path>
              </a:pathLst>
            </a:custGeom>
            <a:solidFill>
              <a:srgbClr val="000000"/>
            </a:solidFill>
            <a:ln w="0">
              <a:noFill/>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7638" name=""/>
            <p:cNvSpPr/>
            <p:nvPr/>
          </p:nvSpPr>
          <p:spPr>
            <a:xfrm flipV="1">
              <a:off x="5810400" y="5586840"/>
              <a:ext cx="39600" cy="21960"/>
            </a:xfrm>
            <a:custGeom>
              <a:avLst/>
              <a:gdLst/>
              <a:ahLst/>
              <a:rect l="l" t="t" r="r" b="b"/>
              <a:pathLst>
                <a:path w="376" h="190">
                  <a:moveTo>
                    <a:pt x="8" y="190"/>
                  </a:moveTo>
                  <a:lnTo>
                    <a:pt x="8" y="190"/>
                  </a:lnTo>
                  <a:lnTo>
                    <a:pt x="21" y="169"/>
                  </a:lnTo>
                  <a:lnTo>
                    <a:pt x="37" y="149"/>
                  </a:lnTo>
                  <a:lnTo>
                    <a:pt x="56" y="132"/>
                  </a:lnTo>
                  <a:lnTo>
                    <a:pt x="78" y="115"/>
                  </a:lnTo>
                  <a:lnTo>
                    <a:pt x="103" y="99"/>
                  </a:lnTo>
                  <a:lnTo>
                    <a:pt x="128" y="85"/>
                  </a:lnTo>
                  <a:lnTo>
                    <a:pt x="155" y="73"/>
                  </a:lnTo>
                  <a:lnTo>
                    <a:pt x="183" y="62"/>
                  </a:lnTo>
                  <a:lnTo>
                    <a:pt x="211" y="52"/>
                  </a:lnTo>
                  <a:lnTo>
                    <a:pt x="239" y="42"/>
                  </a:lnTo>
                  <a:lnTo>
                    <a:pt x="265" y="34"/>
                  </a:lnTo>
                  <a:lnTo>
                    <a:pt x="291" y="28"/>
                  </a:lnTo>
                  <a:lnTo>
                    <a:pt x="316" y="21"/>
                  </a:lnTo>
                  <a:lnTo>
                    <a:pt x="339" y="16"/>
                  </a:lnTo>
                  <a:lnTo>
                    <a:pt x="359" y="13"/>
                  </a:lnTo>
                  <a:lnTo>
                    <a:pt x="376" y="10"/>
                  </a:lnTo>
                  <a:lnTo>
                    <a:pt x="374" y="0"/>
                  </a:lnTo>
                  <a:lnTo>
                    <a:pt x="357" y="3"/>
                  </a:lnTo>
                  <a:lnTo>
                    <a:pt x="337" y="6"/>
                  </a:lnTo>
                  <a:lnTo>
                    <a:pt x="314" y="11"/>
                  </a:lnTo>
                  <a:lnTo>
                    <a:pt x="289" y="17"/>
                  </a:lnTo>
                  <a:lnTo>
                    <a:pt x="263" y="24"/>
                  </a:lnTo>
                  <a:lnTo>
                    <a:pt x="235" y="32"/>
                  </a:lnTo>
                  <a:lnTo>
                    <a:pt x="207" y="41"/>
                  </a:lnTo>
                  <a:lnTo>
                    <a:pt x="179" y="52"/>
                  </a:lnTo>
                  <a:lnTo>
                    <a:pt x="151" y="63"/>
                  </a:lnTo>
                  <a:lnTo>
                    <a:pt x="124" y="76"/>
                  </a:lnTo>
                  <a:lnTo>
                    <a:pt x="97" y="91"/>
                  </a:lnTo>
                  <a:lnTo>
                    <a:pt x="72" y="107"/>
                  </a:lnTo>
                  <a:lnTo>
                    <a:pt x="50" y="123"/>
                  </a:lnTo>
                  <a:lnTo>
                    <a:pt x="29" y="143"/>
                  </a:lnTo>
                  <a:lnTo>
                    <a:pt x="12" y="163"/>
                  </a:lnTo>
                  <a:lnTo>
                    <a:pt x="0" y="186"/>
                  </a:lnTo>
                  <a:lnTo>
                    <a:pt x="0" y="186"/>
                  </a:lnTo>
                  <a:lnTo>
                    <a:pt x="8" y="190"/>
                  </a:lnTo>
                  <a:close/>
                </a:path>
              </a:pathLst>
            </a:custGeom>
            <a:solidFill>
              <a:srgbClr val="000000"/>
            </a:solidFill>
            <a:ln w="0">
              <a:noFill/>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7639" name=""/>
            <p:cNvSpPr/>
            <p:nvPr/>
          </p:nvSpPr>
          <p:spPr>
            <a:xfrm flipV="1">
              <a:off x="6107040" y="5232240"/>
              <a:ext cx="271440" cy="183600"/>
            </a:xfrm>
            <a:custGeom>
              <a:avLst/>
              <a:gdLst/>
              <a:ahLst/>
              <a:rect l="l" t="t" r="r" b="b"/>
              <a:pathLst>
                <a:path w="2570" h="1597">
                  <a:moveTo>
                    <a:pt x="303" y="0"/>
                  </a:moveTo>
                  <a:lnTo>
                    <a:pt x="305" y="3"/>
                  </a:lnTo>
                  <a:lnTo>
                    <a:pt x="312" y="14"/>
                  </a:lnTo>
                  <a:lnTo>
                    <a:pt x="323" y="28"/>
                  </a:lnTo>
                  <a:lnTo>
                    <a:pt x="338" y="49"/>
                  </a:lnTo>
                  <a:lnTo>
                    <a:pt x="356" y="73"/>
                  </a:lnTo>
                  <a:lnTo>
                    <a:pt x="378" y="102"/>
                  </a:lnTo>
                  <a:lnTo>
                    <a:pt x="403" y="132"/>
                  </a:lnTo>
                  <a:lnTo>
                    <a:pt x="430" y="165"/>
                  </a:lnTo>
                  <a:lnTo>
                    <a:pt x="460" y="201"/>
                  </a:lnTo>
                  <a:lnTo>
                    <a:pt x="491" y="236"/>
                  </a:lnTo>
                  <a:lnTo>
                    <a:pt x="525" y="272"/>
                  </a:lnTo>
                  <a:lnTo>
                    <a:pt x="560" y="308"/>
                  </a:lnTo>
                  <a:lnTo>
                    <a:pt x="597" y="342"/>
                  </a:lnTo>
                  <a:lnTo>
                    <a:pt x="634" y="374"/>
                  </a:lnTo>
                  <a:lnTo>
                    <a:pt x="671" y="403"/>
                  </a:lnTo>
                  <a:lnTo>
                    <a:pt x="710" y="430"/>
                  </a:lnTo>
                  <a:lnTo>
                    <a:pt x="750" y="456"/>
                  </a:lnTo>
                  <a:lnTo>
                    <a:pt x="789" y="482"/>
                  </a:lnTo>
                  <a:lnTo>
                    <a:pt x="831" y="510"/>
                  </a:lnTo>
                  <a:lnTo>
                    <a:pt x="874" y="538"/>
                  </a:lnTo>
                  <a:lnTo>
                    <a:pt x="916" y="566"/>
                  </a:lnTo>
                  <a:lnTo>
                    <a:pt x="958" y="594"/>
                  </a:lnTo>
                  <a:lnTo>
                    <a:pt x="1000" y="622"/>
                  </a:lnTo>
                  <a:lnTo>
                    <a:pt x="1041" y="649"/>
                  </a:lnTo>
                  <a:lnTo>
                    <a:pt x="1080" y="676"/>
                  </a:lnTo>
                  <a:lnTo>
                    <a:pt x="1118" y="701"/>
                  </a:lnTo>
                  <a:lnTo>
                    <a:pt x="1154" y="725"/>
                  </a:lnTo>
                  <a:lnTo>
                    <a:pt x="1187" y="748"/>
                  </a:lnTo>
                  <a:lnTo>
                    <a:pt x="1217" y="769"/>
                  </a:lnTo>
                  <a:lnTo>
                    <a:pt x="1244" y="788"/>
                  </a:lnTo>
                  <a:lnTo>
                    <a:pt x="1267" y="803"/>
                  </a:lnTo>
                  <a:lnTo>
                    <a:pt x="1287" y="817"/>
                  </a:lnTo>
                  <a:lnTo>
                    <a:pt x="1301" y="826"/>
                  </a:lnTo>
                  <a:lnTo>
                    <a:pt x="1316" y="836"/>
                  </a:lnTo>
                  <a:lnTo>
                    <a:pt x="1333" y="847"/>
                  </a:lnTo>
                  <a:lnTo>
                    <a:pt x="1351" y="857"/>
                  </a:lnTo>
                  <a:lnTo>
                    <a:pt x="1369" y="868"/>
                  </a:lnTo>
                  <a:lnTo>
                    <a:pt x="1390" y="879"/>
                  </a:lnTo>
                  <a:lnTo>
                    <a:pt x="1411" y="890"/>
                  </a:lnTo>
                  <a:lnTo>
                    <a:pt x="1433" y="903"/>
                  </a:lnTo>
                  <a:lnTo>
                    <a:pt x="1456" y="914"/>
                  </a:lnTo>
                  <a:lnTo>
                    <a:pt x="1480" y="927"/>
                  </a:lnTo>
                  <a:lnTo>
                    <a:pt x="1505" y="938"/>
                  </a:lnTo>
                  <a:lnTo>
                    <a:pt x="1530" y="951"/>
                  </a:lnTo>
                  <a:lnTo>
                    <a:pt x="1556" y="963"/>
                  </a:lnTo>
                  <a:lnTo>
                    <a:pt x="1583" y="975"/>
                  </a:lnTo>
                  <a:lnTo>
                    <a:pt x="1610" y="987"/>
                  </a:lnTo>
                  <a:lnTo>
                    <a:pt x="1638" y="998"/>
                  </a:lnTo>
                  <a:lnTo>
                    <a:pt x="1666" y="1011"/>
                  </a:lnTo>
                  <a:lnTo>
                    <a:pt x="1695" y="1022"/>
                  </a:lnTo>
                  <a:lnTo>
                    <a:pt x="1724" y="1034"/>
                  </a:lnTo>
                  <a:lnTo>
                    <a:pt x="1754" y="1045"/>
                  </a:lnTo>
                  <a:lnTo>
                    <a:pt x="1784" y="1057"/>
                  </a:lnTo>
                  <a:lnTo>
                    <a:pt x="1814" y="1067"/>
                  </a:lnTo>
                  <a:lnTo>
                    <a:pt x="1844" y="1077"/>
                  </a:lnTo>
                  <a:lnTo>
                    <a:pt x="1874" y="1087"/>
                  </a:lnTo>
                  <a:lnTo>
                    <a:pt x="1906" y="1096"/>
                  </a:lnTo>
                  <a:lnTo>
                    <a:pt x="1936" y="1105"/>
                  </a:lnTo>
                  <a:lnTo>
                    <a:pt x="1966" y="1114"/>
                  </a:lnTo>
                  <a:lnTo>
                    <a:pt x="1996" y="1122"/>
                  </a:lnTo>
                  <a:lnTo>
                    <a:pt x="2027" y="1129"/>
                  </a:lnTo>
                  <a:lnTo>
                    <a:pt x="2057" y="1136"/>
                  </a:lnTo>
                  <a:lnTo>
                    <a:pt x="2087" y="1142"/>
                  </a:lnTo>
                  <a:lnTo>
                    <a:pt x="2116" y="1147"/>
                  </a:lnTo>
                  <a:lnTo>
                    <a:pt x="2176" y="1157"/>
                  </a:lnTo>
                  <a:lnTo>
                    <a:pt x="2235" y="1167"/>
                  </a:lnTo>
                  <a:lnTo>
                    <a:pt x="2289" y="1176"/>
                  </a:lnTo>
                  <a:lnTo>
                    <a:pt x="2340" y="1184"/>
                  </a:lnTo>
                  <a:lnTo>
                    <a:pt x="2387" y="1193"/>
                  </a:lnTo>
                  <a:lnTo>
                    <a:pt x="2429" y="1201"/>
                  </a:lnTo>
                  <a:lnTo>
                    <a:pt x="2466" y="1208"/>
                  </a:lnTo>
                  <a:lnTo>
                    <a:pt x="2498" y="1217"/>
                  </a:lnTo>
                  <a:lnTo>
                    <a:pt x="2525" y="1224"/>
                  </a:lnTo>
                  <a:lnTo>
                    <a:pt x="2546" y="1230"/>
                  </a:lnTo>
                  <a:lnTo>
                    <a:pt x="2561" y="1237"/>
                  </a:lnTo>
                  <a:lnTo>
                    <a:pt x="2569" y="1245"/>
                  </a:lnTo>
                  <a:lnTo>
                    <a:pt x="2570" y="1252"/>
                  </a:lnTo>
                  <a:lnTo>
                    <a:pt x="2565" y="1259"/>
                  </a:lnTo>
                  <a:lnTo>
                    <a:pt x="2551" y="1266"/>
                  </a:lnTo>
                  <a:lnTo>
                    <a:pt x="2530" y="1274"/>
                  </a:lnTo>
                  <a:lnTo>
                    <a:pt x="2504" y="1281"/>
                  </a:lnTo>
                  <a:lnTo>
                    <a:pt x="2477" y="1289"/>
                  </a:lnTo>
                  <a:lnTo>
                    <a:pt x="2449" y="1298"/>
                  </a:lnTo>
                  <a:lnTo>
                    <a:pt x="2421" y="1305"/>
                  </a:lnTo>
                  <a:lnTo>
                    <a:pt x="2392" y="1312"/>
                  </a:lnTo>
                  <a:lnTo>
                    <a:pt x="2363" y="1319"/>
                  </a:lnTo>
                  <a:lnTo>
                    <a:pt x="2332" y="1327"/>
                  </a:lnTo>
                  <a:lnTo>
                    <a:pt x="2300" y="1332"/>
                  </a:lnTo>
                  <a:lnTo>
                    <a:pt x="2268" y="1338"/>
                  </a:lnTo>
                  <a:lnTo>
                    <a:pt x="2236" y="1342"/>
                  </a:lnTo>
                  <a:lnTo>
                    <a:pt x="2201" y="1345"/>
                  </a:lnTo>
                  <a:lnTo>
                    <a:pt x="2167" y="1349"/>
                  </a:lnTo>
                  <a:lnTo>
                    <a:pt x="2132" y="1350"/>
                  </a:lnTo>
                  <a:lnTo>
                    <a:pt x="2095" y="1350"/>
                  </a:lnTo>
                  <a:lnTo>
                    <a:pt x="2058" y="1347"/>
                  </a:lnTo>
                  <a:lnTo>
                    <a:pt x="2020" y="1344"/>
                  </a:lnTo>
                  <a:lnTo>
                    <a:pt x="1984" y="1341"/>
                  </a:lnTo>
                  <a:lnTo>
                    <a:pt x="1952" y="1338"/>
                  </a:lnTo>
                  <a:lnTo>
                    <a:pt x="1922" y="1337"/>
                  </a:lnTo>
                  <a:lnTo>
                    <a:pt x="1896" y="1336"/>
                  </a:lnTo>
                  <a:lnTo>
                    <a:pt x="1873" y="1337"/>
                  </a:lnTo>
                  <a:lnTo>
                    <a:pt x="1854" y="1339"/>
                  </a:lnTo>
                  <a:lnTo>
                    <a:pt x="1837" y="1342"/>
                  </a:lnTo>
                  <a:lnTo>
                    <a:pt x="1823" y="1345"/>
                  </a:lnTo>
                  <a:lnTo>
                    <a:pt x="1813" y="1351"/>
                  </a:lnTo>
                  <a:lnTo>
                    <a:pt x="1805" y="1357"/>
                  </a:lnTo>
                  <a:lnTo>
                    <a:pt x="1799" y="1365"/>
                  </a:lnTo>
                  <a:lnTo>
                    <a:pt x="1797" y="1373"/>
                  </a:lnTo>
                  <a:lnTo>
                    <a:pt x="1796" y="1383"/>
                  </a:lnTo>
                  <a:lnTo>
                    <a:pt x="1798" y="1394"/>
                  </a:lnTo>
                  <a:lnTo>
                    <a:pt x="1804" y="1406"/>
                  </a:lnTo>
                  <a:lnTo>
                    <a:pt x="1810" y="1419"/>
                  </a:lnTo>
                  <a:lnTo>
                    <a:pt x="1819" y="1434"/>
                  </a:lnTo>
                  <a:lnTo>
                    <a:pt x="1830" y="1451"/>
                  </a:lnTo>
                  <a:lnTo>
                    <a:pt x="1842" y="1470"/>
                  </a:lnTo>
                  <a:lnTo>
                    <a:pt x="1856" y="1490"/>
                  </a:lnTo>
                  <a:lnTo>
                    <a:pt x="1869" y="1510"/>
                  </a:lnTo>
                  <a:lnTo>
                    <a:pt x="1883" y="1529"/>
                  </a:lnTo>
                  <a:lnTo>
                    <a:pt x="1894" y="1547"/>
                  </a:lnTo>
                  <a:lnTo>
                    <a:pt x="1904" y="1564"/>
                  </a:lnTo>
                  <a:lnTo>
                    <a:pt x="1910" y="1577"/>
                  </a:lnTo>
                  <a:lnTo>
                    <a:pt x="1914" y="1587"/>
                  </a:lnTo>
                  <a:lnTo>
                    <a:pt x="1913" y="1595"/>
                  </a:lnTo>
                  <a:lnTo>
                    <a:pt x="1908" y="1597"/>
                  </a:lnTo>
                  <a:lnTo>
                    <a:pt x="1896" y="1593"/>
                  </a:lnTo>
                  <a:lnTo>
                    <a:pt x="1880" y="1584"/>
                  </a:lnTo>
                  <a:lnTo>
                    <a:pt x="1855" y="1568"/>
                  </a:lnTo>
                  <a:lnTo>
                    <a:pt x="1823" y="1545"/>
                  </a:lnTo>
                  <a:lnTo>
                    <a:pt x="1789" y="1518"/>
                  </a:lnTo>
                  <a:lnTo>
                    <a:pt x="1756" y="1492"/>
                  </a:lnTo>
                  <a:lnTo>
                    <a:pt x="1724" y="1466"/>
                  </a:lnTo>
                  <a:lnTo>
                    <a:pt x="1694" y="1441"/>
                  </a:lnTo>
                  <a:lnTo>
                    <a:pt x="1665" y="1416"/>
                  </a:lnTo>
                  <a:lnTo>
                    <a:pt x="1637" y="1392"/>
                  </a:lnTo>
                  <a:lnTo>
                    <a:pt x="1610" y="1369"/>
                  </a:lnTo>
                  <a:lnTo>
                    <a:pt x="1583" y="1347"/>
                  </a:lnTo>
                  <a:lnTo>
                    <a:pt x="1556" y="1327"/>
                  </a:lnTo>
                  <a:lnTo>
                    <a:pt x="1529" y="1306"/>
                  </a:lnTo>
                  <a:lnTo>
                    <a:pt x="1502" y="1287"/>
                  </a:lnTo>
                  <a:lnTo>
                    <a:pt x="1474" y="1270"/>
                  </a:lnTo>
                  <a:lnTo>
                    <a:pt x="1446" y="1253"/>
                  </a:lnTo>
                  <a:lnTo>
                    <a:pt x="1417" y="1237"/>
                  </a:lnTo>
                  <a:lnTo>
                    <a:pt x="1386" y="1224"/>
                  </a:lnTo>
                  <a:lnTo>
                    <a:pt x="1355" y="1211"/>
                  </a:lnTo>
                  <a:lnTo>
                    <a:pt x="1306" y="1196"/>
                  </a:lnTo>
                  <a:lnTo>
                    <a:pt x="1271" y="1187"/>
                  </a:lnTo>
                  <a:lnTo>
                    <a:pt x="1248" y="1185"/>
                  </a:lnTo>
                  <a:lnTo>
                    <a:pt x="1237" y="1191"/>
                  </a:lnTo>
                  <a:lnTo>
                    <a:pt x="1235" y="1201"/>
                  </a:lnTo>
                  <a:lnTo>
                    <a:pt x="1241" y="1217"/>
                  </a:lnTo>
                  <a:lnTo>
                    <a:pt x="1255" y="1235"/>
                  </a:lnTo>
                  <a:lnTo>
                    <a:pt x="1273" y="1257"/>
                  </a:lnTo>
                  <a:lnTo>
                    <a:pt x="1296" y="1282"/>
                  </a:lnTo>
                  <a:lnTo>
                    <a:pt x="1321" y="1307"/>
                  </a:lnTo>
                  <a:lnTo>
                    <a:pt x="1348" y="1334"/>
                  </a:lnTo>
                  <a:lnTo>
                    <a:pt x="1376" y="1361"/>
                  </a:lnTo>
                  <a:lnTo>
                    <a:pt x="1402" y="1386"/>
                  </a:lnTo>
                  <a:lnTo>
                    <a:pt x="1425" y="1410"/>
                  </a:lnTo>
                  <a:lnTo>
                    <a:pt x="1443" y="1432"/>
                  </a:lnTo>
                  <a:lnTo>
                    <a:pt x="1457" y="1450"/>
                  </a:lnTo>
                  <a:lnTo>
                    <a:pt x="1477" y="1483"/>
                  </a:lnTo>
                  <a:lnTo>
                    <a:pt x="1492" y="1510"/>
                  </a:lnTo>
                  <a:lnTo>
                    <a:pt x="1502" y="1530"/>
                  </a:lnTo>
                  <a:lnTo>
                    <a:pt x="1505" y="1544"/>
                  </a:lnTo>
                  <a:lnTo>
                    <a:pt x="1496" y="1548"/>
                  </a:lnTo>
                  <a:lnTo>
                    <a:pt x="1476" y="1540"/>
                  </a:lnTo>
                  <a:lnTo>
                    <a:pt x="1441" y="1520"/>
                  </a:lnTo>
                  <a:lnTo>
                    <a:pt x="1389" y="1485"/>
                  </a:lnTo>
                  <a:lnTo>
                    <a:pt x="1357" y="1461"/>
                  </a:lnTo>
                  <a:lnTo>
                    <a:pt x="1321" y="1433"/>
                  </a:lnTo>
                  <a:lnTo>
                    <a:pt x="1285" y="1401"/>
                  </a:lnTo>
                  <a:lnTo>
                    <a:pt x="1246" y="1368"/>
                  </a:lnTo>
                  <a:lnTo>
                    <a:pt x="1208" y="1334"/>
                  </a:lnTo>
                  <a:lnTo>
                    <a:pt x="1169" y="1300"/>
                  </a:lnTo>
                  <a:lnTo>
                    <a:pt x="1133" y="1266"/>
                  </a:lnTo>
                  <a:lnTo>
                    <a:pt x="1097" y="1236"/>
                  </a:lnTo>
                  <a:lnTo>
                    <a:pt x="1064" y="1210"/>
                  </a:lnTo>
                  <a:lnTo>
                    <a:pt x="1035" y="1189"/>
                  </a:lnTo>
                  <a:lnTo>
                    <a:pt x="1009" y="1172"/>
                  </a:lnTo>
                  <a:lnTo>
                    <a:pt x="988" y="1163"/>
                  </a:lnTo>
                  <a:lnTo>
                    <a:pt x="974" y="1163"/>
                  </a:lnTo>
                  <a:lnTo>
                    <a:pt x="964" y="1170"/>
                  </a:lnTo>
                  <a:lnTo>
                    <a:pt x="962" y="1189"/>
                  </a:lnTo>
                  <a:lnTo>
                    <a:pt x="968" y="1219"/>
                  </a:lnTo>
                  <a:lnTo>
                    <a:pt x="970" y="1236"/>
                  </a:lnTo>
                  <a:lnTo>
                    <a:pt x="963" y="1247"/>
                  </a:lnTo>
                  <a:lnTo>
                    <a:pt x="950" y="1250"/>
                  </a:lnTo>
                  <a:lnTo>
                    <a:pt x="929" y="1247"/>
                  </a:lnTo>
                  <a:lnTo>
                    <a:pt x="902" y="1236"/>
                  </a:lnTo>
                  <a:lnTo>
                    <a:pt x="868" y="1220"/>
                  </a:lnTo>
                  <a:lnTo>
                    <a:pt x="832" y="1197"/>
                  </a:lnTo>
                  <a:lnTo>
                    <a:pt x="790" y="1169"/>
                  </a:lnTo>
                  <a:lnTo>
                    <a:pt x="744" y="1133"/>
                  </a:lnTo>
                  <a:lnTo>
                    <a:pt x="696" y="1093"/>
                  </a:lnTo>
                  <a:lnTo>
                    <a:pt x="646" y="1047"/>
                  </a:lnTo>
                  <a:lnTo>
                    <a:pt x="594" y="996"/>
                  </a:lnTo>
                  <a:lnTo>
                    <a:pt x="541" y="940"/>
                  </a:lnTo>
                  <a:lnTo>
                    <a:pt x="488" y="879"/>
                  </a:lnTo>
                  <a:lnTo>
                    <a:pt x="436" y="812"/>
                  </a:lnTo>
                  <a:lnTo>
                    <a:pt x="384" y="742"/>
                  </a:lnTo>
                  <a:lnTo>
                    <a:pt x="314" y="641"/>
                  </a:lnTo>
                  <a:lnTo>
                    <a:pt x="253" y="552"/>
                  </a:lnTo>
                  <a:lnTo>
                    <a:pt x="199" y="471"/>
                  </a:lnTo>
                  <a:lnTo>
                    <a:pt x="153" y="399"/>
                  </a:lnTo>
                  <a:lnTo>
                    <a:pt x="113" y="336"/>
                  </a:lnTo>
                  <a:lnTo>
                    <a:pt x="80" y="282"/>
                  </a:lnTo>
                  <a:lnTo>
                    <a:pt x="53" y="234"/>
                  </a:lnTo>
                  <a:lnTo>
                    <a:pt x="32" y="193"/>
                  </a:lnTo>
                  <a:lnTo>
                    <a:pt x="16" y="159"/>
                  </a:lnTo>
                  <a:lnTo>
                    <a:pt x="6" y="132"/>
                  </a:lnTo>
                  <a:lnTo>
                    <a:pt x="1" y="109"/>
                  </a:lnTo>
                  <a:lnTo>
                    <a:pt x="0" y="91"/>
                  </a:lnTo>
                  <a:lnTo>
                    <a:pt x="2" y="79"/>
                  </a:lnTo>
                  <a:lnTo>
                    <a:pt x="8" y="70"/>
                  </a:lnTo>
                  <a:lnTo>
                    <a:pt x="17" y="64"/>
                  </a:lnTo>
                  <a:lnTo>
                    <a:pt x="30" y="62"/>
                  </a:lnTo>
                  <a:lnTo>
                    <a:pt x="45" y="61"/>
                  </a:lnTo>
                  <a:lnTo>
                    <a:pt x="61" y="63"/>
                  </a:lnTo>
                  <a:lnTo>
                    <a:pt x="80" y="67"/>
                  </a:lnTo>
                  <a:lnTo>
                    <a:pt x="100" y="71"/>
                  </a:lnTo>
                  <a:lnTo>
                    <a:pt x="121" y="75"/>
                  </a:lnTo>
                  <a:lnTo>
                    <a:pt x="141" y="79"/>
                  </a:lnTo>
                  <a:lnTo>
                    <a:pt x="163" y="83"/>
                  </a:lnTo>
                  <a:lnTo>
                    <a:pt x="184" y="85"/>
                  </a:lnTo>
                  <a:lnTo>
                    <a:pt x="205" y="86"/>
                  </a:lnTo>
                  <a:lnTo>
                    <a:pt x="225" y="84"/>
                  </a:lnTo>
                  <a:lnTo>
                    <a:pt x="243" y="80"/>
                  </a:lnTo>
                  <a:lnTo>
                    <a:pt x="260" y="73"/>
                  </a:lnTo>
                  <a:lnTo>
                    <a:pt x="275" y="61"/>
                  </a:lnTo>
                  <a:lnTo>
                    <a:pt x="287" y="46"/>
                  </a:lnTo>
                  <a:lnTo>
                    <a:pt x="297" y="26"/>
                  </a:lnTo>
                  <a:lnTo>
                    <a:pt x="303" y="0"/>
                  </a:lnTo>
                  <a:close/>
                </a:path>
              </a:pathLst>
            </a:custGeom>
            <a:solidFill>
              <a:srgbClr val="fab594"/>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640" name=""/>
            <p:cNvSpPr/>
            <p:nvPr/>
          </p:nvSpPr>
          <p:spPr>
            <a:xfrm flipV="1">
              <a:off x="6399360" y="5454360"/>
              <a:ext cx="183960" cy="33120"/>
            </a:xfrm>
            <a:custGeom>
              <a:avLst/>
              <a:gdLst/>
              <a:ahLst/>
              <a:rect l="l" t="t" r="r" b="b"/>
              <a:pathLst>
                <a:path w="1753" h="296">
                  <a:moveTo>
                    <a:pt x="1753" y="171"/>
                  </a:moveTo>
                  <a:lnTo>
                    <a:pt x="1751" y="171"/>
                  </a:lnTo>
                  <a:lnTo>
                    <a:pt x="1746" y="170"/>
                  </a:lnTo>
                  <a:lnTo>
                    <a:pt x="1736" y="170"/>
                  </a:lnTo>
                  <a:lnTo>
                    <a:pt x="1723" y="169"/>
                  </a:lnTo>
                  <a:lnTo>
                    <a:pt x="1708" y="167"/>
                  </a:lnTo>
                  <a:lnTo>
                    <a:pt x="1689" y="166"/>
                  </a:lnTo>
                  <a:lnTo>
                    <a:pt x="1667" y="164"/>
                  </a:lnTo>
                  <a:lnTo>
                    <a:pt x="1642" y="162"/>
                  </a:lnTo>
                  <a:lnTo>
                    <a:pt x="1616" y="159"/>
                  </a:lnTo>
                  <a:lnTo>
                    <a:pt x="1587" y="156"/>
                  </a:lnTo>
                  <a:lnTo>
                    <a:pt x="1556" y="153"/>
                  </a:lnTo>
                  <a:lnTo>
                    <a:pt x="1524" y="150"/>
                  </a:lnTo>
                  <a:lnTo>
                    <a:pt x="1490" y="147"/>
                  </a:lnTo>
                  <a:lnTo>
                    <a:pt x="1455" y="143"/>
                  </a:lnTo>
                  <a:lnTo>
                    <a:pt x="1419" y="139"/>
                  </a:lnTo>
                  <a:lnTo>
                    <a:pt x="1383" y="136"/>
                  </a:lnTo>
                  <a:lnTo>
                    <a:pt x="1345" y="132"/>
                  </a:lnTo>
                  <a:lnTo>
                    <a:pt x="1307" y="126"/>
                  </a:lnTo>
                  <a:lnTo>
                    <a:pt x="1269" y="122"/>
                  </a:lnTo>
                  <a:lnTo>
                    <a:pt x="1231" y="118"/>
                  </a:lnTo>
                  <a:lnTo>
                    <a:pt x="1193" y="113"/>
                  </a:lnTo>
                  <a:lnTo>
                    <a:pt x="1156" y="108"/>
                  </a:lnTo>
                  <a:lnTo>
                    <a:pt x="1119" y="103"/>
                  </a:lnTo>
                  <a:lnTo>
                    <a:pt x="1084" y="98"/>
                  </a:lnTo>
                  <a:lnTo>
                    <a:pt x="1048" y="92"/>
                  </a:lnTo>
                  <a:lnTo>
                    <a:pt x="1015" y="87"/>
                  </a:lnTo>
                  <a:lnTo>
                    <a:pt x="984" y="82"/>
                  </a:lnTo>
                  <a:lnTo>
                    <a:pt x="953" y="76"/>
                  </a:lnTo>
                  <a:lnTo>
                    <a:pt x="925" y="70"/>
                  </a:lnTo>
                  <a:lnTo>
                    <a:pt x="899" y="65"/>
                  </a:lnTo>
                  <a:lnTo>
                    <a:pt x="876" y="60"/>
                  </a:lnTo>
                  <a:lnTo>
                    <a:pt x="856" y="54"/>
                  </a:lnTo>
                  <a:lnTo>
                    <a:pt x="852" y="54"/>
                  </a:lnTo>
                  <a:lnTo>
                    <a:pt x="845" y="53"/>
                  </a:lnTo>
                  <a:lnTo>
                    <a:pt x="832" y="53"/>
                  </a:lnTo>
                  <a:lnTo>
                    <a:pt x="815" y="51"/>
                  </a:lnTo>
                  <a:lnTo>
                    <a:pt x="794" y="49"/>
                  </a:lnTo>
                  <a:lnTo>
                    <a:pt x="770" y="48"/>
                  </a:lnTo>
                  <a:lnTo>
                    <a:pt x="744" y="46"/>
                  </a:lnTo>
                  <a:lnTo>
                    <a:pt x="716" y="45"/>
                  </a:lnTo>
                  <a:lnTo>
                    <a:pt x="686" y="44"/>
                  </a:lnTo>
                  <a:lnTo>
                    <a:pt x="655" y="42"/>
                  </a:lnTo>
                  <a:lnTo>
                    <a:pt x="623" y="41"/>
                  </a:lnTo>
                  <a:lnTo>
                    <a:pt x="592" y="39"/>
                  </a:lnTo>
                  <a:lnTo>
                    <a:pt x="561" y="38"/>
                  </a:lnTo>
                  <a:lnTo>
                    <a:pt x="532" y="38"/>
                  </a:lnTo>
                  <a:lnTo>
                    <a:pt x="505" y="37"/>
                  </a:lnTo>
                  <a:lnTo>
                    <a:pt x="479" y="37"/>
                  </a:lnTo>
                  <a:lnTo>
                    <a:pt x="460" y="37"/>
                  </a:lnTo>
                  <a:lnTo>
                    <a:pt x="436" y="36"/>
                  </a:lnTo>
                  <a:lnTo>
                    <a:pt x="409" y="36"/>
                  </a:lnTo>
                  <a:lnTo>
                    <a:pt x="379" y="34"/>
                  </a:lnTo>
                  <a:lnTo>
                    <a:pt x="346" y="33"/>
                  </a:lnTo>
                  <a:lnTo>
                    <a:pt x="311" y="31"/>
                  </a:lnTo>
                  <a:lnTo>
                    <a:pt x="275" y="29"/>
                  </a:lnTo>
                  <a:lnTo>
                    <a:pt x="239" y="27"/>
                  </a:lnTo>
                  <a:lnTo>
                    <a:pt x="203" y="25"/>
                  </a:lnTo>
                  <a:lnTo>
                    <a:pt x="167" y="21"/>
                  </a:lnTo>
                  <a:lnTo>
                    <a:pt x="133" y="18"/>
                  </a:lnTo>
                  <a:lnTo>
                    <a:pt x="99" y="15"/>
                  </a:lnTo>
                  <a:lnTo>
                    <a:pt x="70" y="11"/>
                  </a:lnTo>
                  <a:lnTo>
                    <a:pt x="43" y="8"/>
                  </a:lnTo>
                  <a:lnTo>
                    <a:pt x="19" y="4"/>
                  </a:lnTo>
                  <a:lnTo>
                    <a:pt x="0" y="0"/>
                  </a:lnTo>
                  <a:lnTo>
                    <a:pt x="4" y="1"/>
                  </a:lnTo>
                  <a:lnTo>
                    <a:pt x="13" y="4"/>
                  </a:lnTo>
                  <a:lnTo>
                    <a:pt x="29" y="9"/>
                  </a:lnTo>
                  <a:lnTo>
                    <a:pt x="48" y="15"/>
                  </a:lnTo>
                  <a:lnTo>
                    <a:pt x="73" y="23"/>
                  </a:lnTo>
                  <a:lnTo>
                    <a:pt x="102" y="32"/>
                  </a:lnTo>
                  <a:lnTo>
                    <a:pt x="133" y="40"/>
                  </a:lnTo>
                  <a:lnTo>
                    <a:pt x="166" y="49"/>
                  </a:lnTo>
                  <a:lnTo>
                    <a:pt x="201" y="59"/>
                  </a:lnTo>
                  <a:lnTo>
                    <a:pt x="238" y="67"/>
                  </a:lnTo>
                  <a:lnTo>
                    <a:pt x="275" y="75"/>
                  </a:lnTo>
                  <a:lnTo>
                    <a:pt x="312" y="82"/>
                  </a:lnTo>
                  <a:lnTo>
                    <a:pt x="347" y="87"/>
                  </a:lnTo>
                  <a:lnTo>
                    <a:pt x="382" y="91"/>
                  </a:lnTo>
                  <a:lnTo>
                    <a:pt x="414" y="93"/>
                  </a:lnTo>
                  <a:lnTo>
                    <a:pt x="443" y="92"/>
                  </a:lnTo>
                  <a:lnTo>
                    <a:pt x="463" y="91"/>
                  </a:lnTo>
                  <a:lnTo>
                    <a:pt x="485" y="90"/>
                  </a:lnTo>
                  <a:lnTo>
                    <a:pt x="508" y="89"/>
                  </a:lnTo>
                  <a:lnTo>
                    <a:pt x="533" y="88"/>
                  </a:lnTo>
                  <a:lnTo>
                    <a:pt x="559" y="88"/>
                  </a:lnTo>
                  <a:lnTo>
                    <a:pt x="585" y="88"/>
                  </a:lnTo>
                  <a:lnTo>
                    <a:pt x="613" y="89"/>
                  </a:lnTo>
                  <a:lnTo>
                    <a:pt x="641" y="90"/>
                  </a:lnTo>
                  <a:lnTo>
                    <a:pt x="669" y="91"/>
                  </a:lnTo>
                  <a:lnTo>
                    <a:pt x="698" y="93"/>
                  </a:lnTo>
                  <a:lnTo>
                    <a:pt x="727" y="95"/>
                  </a:lnTo>
                  <a:lnTo>
                    <a:pt x="757" y="99"/>
                  </a:lnTo>
                  <a:lnTo>
                    <a:pt x="786" y="102"/>
                  </a:lnTo>
                  <a:lnTo>
                    <a:pt x="814" y="108"/>
                  </a:lnTo>
                  <a:lnTo>
                    <a:pt x="842" y="113"/>
                  </a:lnTo>
                  <a:lnTo>
                    <a:pt x="869" y="119"/>
                  </a:lnTo>
                  <a:lnTo>
                    <a:pt x="884" y="123"/>
                  </a:lnTo>
                  <a:lnTo>
                    <a:pt x="902" y="127"/>
                  </a:lnTo>
                  <a:lnTo>
                    <a:pt x="924" y="132"/>
                  </a:lnTo>
                  <a:lnTo>
                    <a:pt x="948" y="137"/>
                  </a:lnTo>
                  <a:lnTo>
                    <a:pt x="974" y="143"/>
                  </a:lnTo>
                  <a:lnTo>
                    <a:pt x="1003" y="149"/>
                  </a:lnTo>
                  <a:lnTo>
                    <a:pt x="1035" y="155"/>
                  </a:lnTo>
                  <a:lnTo>
                    <a:pt x="1067" y="162"/>
                  </a:lnTo>
                  <a:lnTo>
                    <a:pt x="1101" y="169"/>
                  </a:lnTo>
                  <a:lnTo>
                    <a:pt x="1138" y="176"/>
                  </a:lnTo>
                  <a:lnTo>
                    <a:pt x="1174" y="183"/>
                  </a:lnTo>
                  <a:lnTo>
                    <a:pt x="1212" y="191"/>
                  </a:lnTo>
                  <a:lnTo>
                    <a:pt x="1249" y="198"/>
                  </a:lnTo>
                  <a:lnTo>
                    <a:pt x="1288" y="206"/>
                  </a:lnTo>
                  <a:lnTo>
                    <a:pt x="1326" y="214"/>
                  </a:lnTo>
                  <a:lnTo>
                    <a:pt x="1365" y="221"/>
                  </a:lnTo>
                  <a:lnTo>
                    <a:pt x="1402" y="228"/>
                  </a:lnTo>
                  <a:lnTo>
                    <a:pt x="1440" y="235"/>
                  </a:lnTo>
                  <a:lnTo>
                    <a:pt x="1476" y="243"/>
                  </a:lnTo>
                  <a:lnTo>
                    <a:pt x="1511" y="249"/>
                  </a:lnTo>
                  <a:lnTo>
                    <a:pt x="1545" y="256"/>
                  </a:lnTo>
                  <a:lnTo>
                    <a:pt x="1577" y="262"/>
                  </a:lnTo>
                  <a:lnTo>
                    <a:pt x="1608" y="268"/>
                  </a:lnTo>
                  <a:lnTo>
                    <a:pt x="1636" y="273"/>
                  </a:lnTo>
                  <a:lnTo>
                    <a:pt x="1661" y="278"/>
                  </a:lnTo>
                  <a:lnTo>
                    <a:pt x="1684" y="282"/>
                  </a:lnTo>
                  <a:lnTo>
                    <a:pt x="1704" y="286"/>
                  </a:lnTo>
                  <a:lnTo>
                    <a:pt x="1721" y="289"/>
                  </a:lnTo>
                  <a:lnTo>
                    <a:pt x="1735" y="293"/>
                  </a:lnTo>
                  <a:lnTo>
                    <a:pt x="1745" y="294"/>
                  </a:lnTo>
                  <a:lnTo>
                    <a:pt x="1751" y="296"/>
                  </a:lnTo>
                  <a:lnTo>
                    <a:pt x="1753" y="296"/>
                  </a:lnTo>
                  <a:lnTo>
                    <a:pt x="1753" y="171"/>
                  </a:lnTo>
                  <a:close/>
                </a:path>
              </a:pathLst>
            </a:custGeom>
            <a:solidFill>
              <a:srgbClr val="ffc4a6"/>
            </a:solidFill>
            <a:ln w="0">
              <a:noFill/>
            </a:ln>
          </p:spPr>
          <p:style>
            <a:lnRef idx="0"/>
            <a:fillRef idx="0"/>
            <a:effectRef idx="0"/>
            <a:fontRef idx="minor"/>
          </p:style>
          <p:txBody>
            <a:bodyPr lIns="90000" rIns="90000" tIns="-13680" bIns="-13680" anchor="t">
              <a:noAutofit/>
            </a:bodyPr>
            <a:p>
              <a:endParaRPr b="0" lang="en-US" sz="2400" spc="-1" strike="noStrike">
                <a:solidFill>
                  <a:srgbClr val="000000"/>
                </a:solidFill>
                <a:latin typeface="Times New Roman"/>
              </a:endParaRPr>
            </a:p>
          </p:txBody>
        </p:sp>
        <p:sp>
          <p:nvSpPr>
            <p:cNvPr id="7641" name=""/>
            <p:cNvSpPr/>
            <p:nvPr/>
          </p:nvSpPr>
          <p:spPr>
            <a:xfrm flipV="1">
              <a:off x="6121440" y="5433840"/>
              <a:ext cx="284040" cy="383760"/>
            </a:xfrm>
            <a:custGeom>
              <a:avLst/>
              <a:gdLst/>
              <a:ahLst/>
              <a:rect l="l" t="t" r="r" b="b"/>
              <a:pathLst>
                <a:path w="2689" h="3345">
                  <a:moveTo>
                    <a:pt x="2605" y="2899"/>
                  </a:moveTo>
                  <a:lnTo>
                    <a:pt x="2602" y="2898"/>
                  </a:lnTo>
                  <a:lnTo>
                    <a:pt x="2593" y="2893"/>
                  </a:lnTo>
                  <a:lnTo>
                    <a:pt x="2581" y="2888"/>
                  </a:lnTo>
                  <a:lnTo>
                    <a:pt x="2563" y="2880"/>
                  </a:lnTo>
                  <a:lnTo>
                    <a:pt x="2540" y="2871"/>
                  </a:lnTo>
                  <a:lnTo>
                    <a:pt x="2515" y="2858"/>
                  </a:lnTo>
                  <a:lnTo>
                    <a:pt x="2486" y="2845"/>
                  </a:lnTo>
                  <a:lnTo>
                    <a:pt x="2454" y="2829"/>
                  </a:lnTo>
                  <a:lnTo>
                    <a:pt x="2420" y="2811"/>
                  </a:lnTo>
                  <a:lnTo>
                    <a:pt x="2383" y="2793"/>
                  </a:lnTo>
                  <a:lnTo>
                    <a:pt x="2346" y="2772"/>
                  </a:lnTo>
                  <a:lnTo>
                    <a:pt x="2306" y="2750"/>
                  </a:lnTo>
                  <a:lnTo>
                    <a:pt x="2266" y="2726"/>
                  </a:lnTo>
                  <a:lnTo>
                    <a:pt x="2226" y="2701"/>
                  </a:lnTo>
                  <a:lnTo>
                    <a:pt x="2185" y="2675"/>
                  </a:lnTo>
                  <a:lnTo>
                    <a:pt x="2146" y="2648"/>
                  </a:lnTo>
                  <a:lnTo>
                    <a:pt x="2119" y="2627"/>
                  </a:lnTo>
                  <a:lnTo>
                    <a:pt x="2087" y="2599"/>
                  </a:lnTo>
                  <a:lnTo>
                    <a:pt x="2052" y="2564"/>
                  </a:lnTo>
                  <a:lnTo>
                    <a:pt x="2012" y="2524"/>
                  </a:lnTo>
                  <a:lnTo>
                    <a:pt x="1971" y="2479"/>
                  </a:lnTo>
                  <a:lnTo>
                    <a:pt x="1927" y="2431"/>
                  </a:lnTo>
                  <a:lnTo>
                    <a:pt x="1881" y="2380"/>
                  </a:lnTo>
                  <a:lnTo>
                    <a:pt x="1834" y="2328"/>
                  </a:lnTo>
                  <a:lnTo>
                    <a:pt x="1787" y="2276"/>
                  </a:lnTo>
                  <a:lnTo>
                    <a:pt x="1742" y="2224"/>
                  </a:lnTo>
                  <a:lnTo>
                    <a:pt x="1696" y="2174"/>
                  </a:lnTo>
                  <a:lnTo>
                    <a:pt x="1652" y="2127"/>
                  </a:lnTo>
                  <a:lnTo>
                    <a:pt x="1610" y="2083"/>
                  </a:lnTo>
                  <a:lnTo>
                    <a:pt x="1571" y="2045"/>
                  </a:lnTo>
                  <a:lnTo>
                    <a:pt x="1535" y="2011"/>
                  </a:lnTo>
                  <a:lnTo>
                    <a:pt x="1504" y="1984"/>
                  </a:lnTo>
                  <a:lnTo>
                    <a:pt x="1464" y="1953"/>
                  </a:lnTo>
                  <a:lnTo>
                    <a:pt x="1426" y="1922"/>
                  </a:lnTo>
                  <a:lnTo>
                    <a:pt x="1389" y="1892"/>
                  </a:lnTo>
                  <a:lnTo>
                    <a:pt x="1355" y="1863"/>
                  </a:lnTo>
                  <a:lnTo>
                    <a:pt x="1323" y="1835"/>
                  </a:lnTo>
                  <a:lnTo>
                    <a:pt x="1292" y="1807"/>
                  </a:lnTo>
                  <a:lnTo>
                    <a:pt x="1261" y="1781"/>
                  </a:lnTo>
                  <a:lnTo>
                    <a:pt x="1233" y="1755"/>
                  </a:lnTo>
                  <a:lnTo>
                    <a:pt x="1206" y="1730"/>
                  </a:lnTo>
                  <a:lnTo>
                    <a:pt x="1180" y="1705"/>
                  </a:lnTo>
                  <a:lnTo>
                    <a:pt x="1155" y="1682"/>
                  </a:lnTo>
                  <a:lnTo>
                    <a:pt x="1130" y="1660"/>
                  </a:lnTo>
                  <a:lnTo>
                    <a:pt x="1107" y="1638"/>
                  </a:lnTo>
                  <a:lnTo>
                    <a:pt x="1084" y="1618"/>
                  </a:lnTo>
                  <a:lnTo>
                    <a:pt x="1062" y="1598"/>
                  </a:lnTo>
                  <a:lnTo>
                    <a:pt x="1041" y="1579"/>
                  </a:lnTo>
                  <a:lnTo>
                    <a:pt x="1026" y="1567"/>
                  </a:lnTo>
                  <a:lnTo>
                    <a:pt x="1010" y="1553"/>
                  </a:lnTo>
                  <a:lnTo>
                    <a:pt x="995" y="1538"/>
                  </a:lnTo>
                  <a:lnTo>
                    <a:pt x="978" y="1522"/>
                  </a:lnTo>
                  <a:lnTo>
                    <a:pt x="960" y="1505"/>
                  </a:lnTo>
                  <a:lnTo>
                    <a:pt x="943" y="1488"/>
                  </a:lnTo>
                  <a:lnTo>
                    <a:pt x="924" y="1469"/>
                  </a:lnTo>
                  <a:lnTo>
                    <a:pt x="904" y="1450"/>
                  </a:lnTo>
                  <a:lnTo>
                    <a:pt x="884" y="1430"/>
                  </a:lnTo>
                  <a:lnTo>
                    <a:pt x="865" y="1409"/>
                  </a:lnTo>
                  <a:lnTo>
                    <a:pt x="844" y="1386"/>
                  </a:lnTo>
                  <a:lnTo>
                    <a:pt x="823" y="1363"/>
                  </a:lnTo>
                  <a:lnTo>
                    <a:pt x="802" y="1339"/>
                  </a:lnTo>
                  <a:lnTo>
                    <a:pt x="780" y="1315"/>
                  </a:lnTo>
                  <a:lnTo>
                    <a:pt x="758" y="1289"/>
                  </a:lnTo>
                  <a:lnTo>
                    <a:pt x="736" y="1263"/>
                  </a:lnTo>
                  <a:lnTo>
                    <a:pt x="714" y="1236"/>
                  </a:lnTo>
                  <a:lnTo>
                    <a:pt x="691" y="1208"/>
                  </a:lnTo>
                  <a:lnTo>
                    <a:pt x="669" y="1180"/>
                  </a:lnTo>
                  <a:lnTo>
                    <a:pt x="646" y="1150"/>
                  </a:lnTo>
                  <a:lnTo>
                    <a:pt x="623" y="1121"/>
                  </a:lnTo>
                  <a:lnTo>
                    <a:pt x="600" y="1090"/>
                  </a:lnTo>
                  <a:lnTo>
                    <a:pt x="577" y="1059"/>
                  </a:lnTo>
                  <a:lnTo>
                    <a:pt x="555" y="1026"/>
                  </a:lnTo>
                  <a:lnTo>
                    <a:pt x="532" y="994"/>
                  </a:lnTo>
                  <a:lnTo>
                    <a:pt x="510" y="961"/>
                  </a:lnTo>
                  <a:lnTo>
                    <a:pt x="488" y="927"/>
                  </a:lnTo>
                  <a:lnTo>
                    <a:pt x="466" y="892"/>
                  </a:lnTo>
                  <a:lnTo>
                    <a:pt x="444" y="857"/>
                  </a:lnTo>
                  <a:lnTo>
                    <a:pt x="423" y="822"/>
                  </a:lnTo>
                  <a:lnTo>
                    <a:pt x="402" y="785"/>
                  </a:lnTo>
                  <a:lnTo>
                    <a:pt x="381" y="749"/>
                  </a:lnTo>
                  <a:lnTo>
                    <a:pt x="378" y="745"/>
                  </a:lnTo>
                  <a:lnTo>
                    <a:pt x="371" y="735"/>
                  </a:lnTo>
                  <a:lnTo>
                    <a:pt x="359" y="717"/>
                  </a:lnTo>
                  <a:lnTo>
                    <a:pt x="345" y="695"/>
                  </a:lnTo>
                  <a:lnTo>
                    <a:pt x="326" y="668"/>
                  </a:lnTo>
                  <a:lnTo>
                    <a:pt x="306" y="637"/>
                  </a:lnTo>
                  <a:lnTo>
                    <a:pt x="283" y="603"/>
                  </a:lnTo>
                  <a:lnTo>
                    <a:pt x="260" y="565"/>
                  </a:lnTo>
                  <a:lnTo>
                    <a:pt x="237" y="528"/>
                  </a:lnTo>
                  <a:lnTo>
                    <a:pt x="214" y="489"/>
                  </a:lnTo>
                  <a:lnTo>
                    <a:pt x="191" y="450"/>
                  </a:lnTo>
                  <a:lnTo>
                    <a:pt x="169" y="412"/>
                  </a:lnTo>
                  <a:lnTo>
                    <a:pt x="150" y="376"/>
                  </a:lnTo>
                  <a:lnTo>
                    <a:pt x="132" y="343"/>
                  </a:lnTo>
                  <a:lnTo>
                    <a:pt x="119" y="312"/>
                  </a:lnTo>
                  <a:lnTo>
                    <a:pt x="109" y="286"/>
                  </a:lnTo>
                  <a:lnTo>
                    <a:pt x="101" y="260"/>
                  </a:lnTo>
                  <a:lnTo>
                    <a:pt x="93" y="232"/>
                  </a:lnTo>
                  <a:lnTo>
                    <a:pt x="83" y="202"/>
                  </a:lnTo>
                  <a:lnTo>
                    <a:pt x="74" y="170"/>
                  </a:lnTo>
                  <a:lnTo>
                    <a:pt x="65" y="139"/>
                  </a:lnTo>
                  <a:lnTo>
                    <a:pt x="55" y="109"/>
                  </a:lnTo>
                  <a:lnTo>
                    <a:pt x="46" y="81"/>
                  </a:lnTo>
                  <a:lnTo>
                    <a:pt x="37" y="56"/>
                  </a:lnTo>
                  <a:lnTo>
                    <a:pt x="28" y="34"/>
                  </a:lnTo>
                  <a:lnTo>
                    <a:pt x="21" y="17"/>
                  </a:lnTo>
                  <a:lnTo>
                    <a:pt x="15" y="5"/>
                  </a:lnTo>
                  <a:lnTo>
                    <a:pt x="8" y="0"/>
                  </a:lnTo>
                  <a:lnTo>
                    <a:pt x="4" y="2"/>
                  </a:lnTo>
                  <a:lnTo>
                    <a:pt x="2" y="11"/>
                  </a:lnTo>
                  <a:lnTo>
                    <a:pt x="0" y="30"/>
                  </a:lnTo>
                  <a:lnTo>
                    <a:pt x="1" y="59"/>
                  </a:lnTo>
                  <a:lnTo>
                    <a:pt x="1" y="71"/>
                  </a:lnTo>
                  <a:lnTo>
                    <a:pt x="2" y="84"/>
                  </a:lnTo>
                  <a:lnTo>
                    <a:pt x="3" y="99"/>
                  </a:lnTo>
                  <a:lnTo>
                    <a:pt x="4" y="115"/>
                  </a:lnTo>
                  <a:lnTo>
                    <a:pt x="4" y="133"/>
                  </a:lnTo>
                  <a:lnTo>
                    <a:pt x="6" y="152"/>
                  </a:lnTo>
                  <a:lnTo>
                    <a:pt x="7" y="173"/>
                  </a:lnTo>
                  <a:lnTo>
                    <a:pt x="8" y="194"/>
                  </a:lnTo>
                  <a:lnTo>
                    <a:pt x="11" y="217"/>
                  </a:lnTo>
                  <a:lnTo>
                    <a:pt x="12" y="240"/>
                  </a:lnTo>
                  <a:lnTo>
                    <a:pt x="14" y="265"/>
                  </a:lnTo>
                  <a:lnTo>
                    <a:pt x="16" y="290"/>
                  </a:lnTo>
                  <a:lnTo>
                    <a:pt x="19" y="316"/>
                  </a:lnTo>
                  <a:lnTo>
                    <a:pt x="21" y="342"/>
                  </a:lnTo>
                  <a:lnTo>
                    <a:pt x="23" y="369"/>
                  </a:lnTo>
                  <a:lnTo>
                    <a:pt x="26" y="395"/>
                  </a:lnTo>
                  <a:lnTo>
                    <a:pt x="29" y="423"/>
                  </a:lnTo>
                  <a:lnTo>
                    <a:pt x="32" y="450"/>
                  </a:lnTo>
                  <a:lnTo>
                    <a:pt x="36" y="477"/>
                  </a:lnTo>
                  <a:lnTo>
                    <a:pt x="40" y="504"/>
                  </a:lnTo>
                  <a:lnTo>
                    <a:pt x="43" y="531"/>
                  </a:lnTo>
                  <a:lnTo>
                    <a:pt x="47" y="557"/>
                  </a:lnTo>
                  <a:lnTo>
                    <a:pt x="51" y="583"/>
                  </a:lnTo>
                  <a:lnTo>
                    <a:pt x="55" y="608"/>
                  </a:lnTo>
                  <a:lnTo>
                    <a:pt x="61" y="633"/>
                  </a:lnTo>
                  <a:lnTo>
                    <a:pt x="66" y="657"/>
                  </a:lnTo>
                  <a:lnTo>
                    <a:pt x="70" y="679"/>
                  </a:lnTo>
                  <a:lnTo>
                    <a:pt x="75" y="702"/>
                  </a:lnTo>
                  <a:lnTo>
                    <a:pt x="81" y="723"/>
                  </a:lnTo>
                  <a:lnTo>
                    <a:pt x="87" y="743"/>
                  </a:lnTo>
                  <a:lnTo>
                    <a:pt x="93" y="762"/>
                  </a:lnTo>
                  <a:lnTo>
                    <a:pt x="99" y="778"/>
                  </a:lnTo>
                  <a:lnTo>
                    <a:pt x="105" y="795"/>
                  </a:lnTo>
                  <a:lnTo>
                    <a:pt x="113" y="814"/>
                  </a:lnTo>
                  <a:lnTo>
                    <a:pt x="121" y="832"/>
                  </a:lnTo>
                  <a:lnTo>
                    <a:pt x="129" y="853"/>
                  </a:lnTo>
                  <a:lnTo>
                    <a:pt x="138" y="874"/>
                  </a:lnTo>
                  <a:lnTo>
                    <a:pt x="147" y="896"/>
                  </a:lnTo>
                  <a:lnTo>
                    <a:pt x="157" y="918"/>
                  </a:lnTo>
                  <a:lnTo>
                    <a:pt x="168" y="942"/>
                  </a:lnTo>
                  <a:lnTo>
                    <a:pt x="179" y="967"/>
                  </a:lnTo>
                  <a:lnTo>
                    <a:pt x="191" y="992"/>
                  </a:lnTo>
                  <a:lnTo>
                    <a:pt x="202" y="1018"/>
                  </a:lnTo>
                  <a:lnTo>
                    <a:pt x="215" y="1044"/>
                  </a:lnTo>
                  <a:lnTo>
                    <a:pt x="227" y="1070"/>
                  </a:lnTo>
                  <a:lnTo>
                    <a:pt x="241" y="1097"/>
                  </a:lnTo>
                  <a:lnTo>
                    <a:pt x="255" y="1125"/>
                  </a:lnTo>
                  <a:lnTo>
                    <a:pt x="270" y="1152"/>
                  </a:lnTo>
                  <a:lnTo>
                    <a:pt x="284" y="1180"/>
                  </a:lnTo>
                  <a:lnTo>
                    <a:pt x="300" y="1208"/>
                  </a:lnTo>
                  <a:lnTo>
                    <a:pt x="316" y="1235"/>
                  </a:lnTo>
                  <a:lnTo>
                    <a:pt x="331" y="1263"/>
                  </a:lnTo>
                  <a:lnTo>
                    <a:pt x="348" y="1291"/>
                  </a:lnTo>
                  <a:lnTo>
                    <a:pt x="366" y="1318"/>
                  </a:lnTo>
                  <a:lnTo>
                    <a:pt x="383" y="1346"/>
                  </a:lnTo>
                  <a:lnTo>
                    <a:pt x="401" y="1373"/>
                  </a:lnTo>
                  <a:lnTo>
                    <a:pt x="420" y="1399"/>
                  </a:lnTo>
                  <a:lnTo>
                    <a:pt x="439" y="1426"/>
                  </a:lnTo>
                  <a:lnTo>
                    <a:pt x="458" y="1452"/>
                  </a:lnTo>
                  <a:lnTo>
                    <a:pt x="478" y="1477"/>
                  </a:lnTo>
                  <a:lnTo>
                    <a:pt x="498" y="1501"/>
                  </a:lnTo>
                  <a:lnTo>
                    <a:pt x="519" y="1525"/>
                  </a:lnTo>
                  <a:lnTo>
                    <a:pt x="540" y="1549"/>
                  </a:lnTo>
                  <a:lnTo>
                    <a:pt x="561" y="1571"/>
                  </a:lnTo>
                  <a:lnTo>
                    <a:pt x="579" y="1589"/>
                  </a:lnTo>
                  <a:lnTo>
                    <a:pt x="597" y="1608"/>
                  </a:lnTo>
                  <a:lnTo>
                    <a:pt x="614" y="1627"/>
                  </a:lnTo>
                  <a:lnTo>
                    <a:pt x="631" y="1648"/>
                  </a:lnTo>
                  <a:lnTo>
                    <a:pt x="649" y="1669"/>
                  </a:lnTo>
                  <a:lnTo>
                    <a:pt x="667" y="1689"/>
                  </a:lnTo>
                  <a:lnTo>
                    <a:pt x="684" y="1711"/>
                  </a:lnTo>
                  <a:lnTo>
                    <a:pt x="703" y="1734"/>
                  </a:lnTo>
                  <a:lnTo>
                    <a:pt x="722" y="1757"/>
                  </a:lnTo>
                  <a:lnTo>
                    <a:pt x="742" y="1781"/>
                  </a:lnTo>
                  <a:lnTo>
                    <a:pt x="761" y="1805"/>
                  </a:lnTo>
                  <a:lnTo>
                    <a:pt x="782" y="1830"/>
                  </a:lnTo>
                  <a:lnTo>
                    <a:pt x="804" y="1854"/>
                  </a:lnTo>
                  <a:lnTo>
                    <a:pt x="828" y="1879"/>
                  </a:lnTo>
                  <a:lnTo>
                    <a:pt x="852" y="1905"/>
                  </a:lnTo>
                  <a:lnTo>
                    <a:pt x="877" y="1932"/>
                  </a:lnTo>
                  <a:lnTo>
                    <a:pt x="903" y="1958"/>
                  </a:lnTo>
                  <a:lnTo>
                    <a:pt x="931" y="1986"/>
                  </a:lnTo>
                  <a:lnTo>
                    <a:pt x="961" y="2013"/>
                  </a:lnTo>
                  <a:lnTo>
                    <a:pt x="992" y="2041"/>
                  </a:lnTo>
                  <a:lnTo>
                    <a:pt x="1025" y="2070"/>
                  </a:lnTo>
                  <a:lnTo>
                    <a:pt x="1059" y="2098"/>
                  </a:lnTo>
                  <a:lnTo>
                    <a:pt x="1096" y="2127"/>
                  </a:lnTo>
                  <a:lnTo>
                    <a:pt x="1134" y="2156"/>
                  </a:lnTo>
                  <a:lnTo>
                    <a:pt x="1175" y="2185"/>
                  </a:lnTo>
                  <a:lnTo>
                    <a:pt x="1218" y="2214"/>
                  </a:lnTo>
                  <a:lnTo>
                    <a:pt x="1262" y="2244"/>
                  </a:lnTo>
                  <a:lnTo>
                    <a:pt x="1310" y="2274"/>
                  </a:lnTo>
                  <a:lnTo>
                    <a:pt x="1360" y="2303"/>
                  </a:lnTo>
                  <a:lnTo>
                    <a:pt x="1412" y="2334"/>
                  </a:lnTo>
                  <a:lnTo>
                    <a:pt x="1468" y="2365"/>
                  </a:lnTo>
                  <a:lnTo>
                    <a:pt x="1526" y="2395"/>
                  </a:lnTo>
                  <a:lnTo>
                    <a:pt x="1552" y="2408"/>
                  </a:lnTo>
                  <a:lnTo>
                    <a:pt x="1578" y="2424"/>
                  </a:lnTo>
                  <a:lnTo>
                    <a:pt x="1604" y="2440"/>
                  </a:lnTo>
                  <a:lnTo>
                    <a:pt x="1630" y="2458"/>
                  </a:lnTo>
                  <a:lnTo>
                    <a:pt x="1657" y="2478"/>
                  </a:lnTo>
                  <a:lnTo>
                    <a:pt x="1683" y="2498"/>
                  </a:lnTo>
                  <a:lnTo>
                    <a:pt x="1710" y="2519"/>
                  </a:lnTo>
                  <a:lnTo>
                    <a:pt x="1737" y="2541"/>
                  </a:lnTo>
                  <a:lnTo>
                    <a:pt x="1763" y="2565"/>
                  </a:lnTo>
                  <a:lnTo>
                    <a:pt x="1789" y="2589"/>
                  </a:lnTo>
                  <a:lnTo>
                    <a:pt x="1815" y="2613"/>
                  </a:lnTo>
                  <a:lnTo>
                    <a:pt x="1842" y="2639"/>
                  </a:lnTo>
                  <a:lnTo>
                    <a:pt x="1868" y="2665"/>
                  </a:lnTo>
                  <a:lnTo>
                    <a:pt x="1892" y="2691"/>
                  </a:lnTo>
                  <a:lnTo>
                    <a:pt x="1916" y="2717"/>
                  </a:lnTo>
                  <a:lnTo>
                    <a:pt x="1940" y="2744"/>
                  </a:lnTo>
                  <a:lnTo>
                    <a:pt x="1963" y="2771"/>
                  </a:lnTo>
                  <a:lnTo>
                    <a:pt x="1986" y="2798"/>
                  </a:lnTo>
                  <a:lnTo>
                    <a:pt x="2008" y="2825"/>
                  </a:lnTo>
                  <a:lnTo>
                    <a:pt x="2029" y="2852"/>
                  </a:lnTo>
                  <a:lnTo>
                    <a:pt x="2049" y="2879"/>
                  </a:lnTo>
                  <a:lnTo>
                    <a:pt x="2068" y="2906"/>
                  </a:lnTo>
                  <a:lnTo>
                    <a:pt x="2086" y="2932"/>
                  </a:lnTo>
                  <a:lnTo>
                    <a:pt x="2103" y="2958"/>
                  </a:lnTo>
                  <a:lnTo>
                    <a:pt x="2119" y="2983"/>
                  </a:lnTo>
                  <a:lnTo>
                    <a:pt x="2133" y="3008"/>
                  </a:lnTo>
                  <a:lnTo>
                    <a:pt x="2147" y="3032"/>
                  </a:lnTo>
                  <a:lnTo>
                    <a:pt x="2158" y="3055"/>
                  </a:lnTo>
                  <a:lnTo>
                    <a:pt x="2169" y="3077"/>
                  </a:lnTo>
                  <a:lnTo>
                    <a:pt x="2178" y="3099"/>
                  </a:lnTo>
                  <a:lnTo>
                    <a:pt x="2185" y="3119"/>
                  </a:lnTo>
                  <a:lnTo>
                    <a:pt x="2191" y="3139"/>
                  </a:lnTo>
                  <a:lnTo>
                    <a:pt x="2202" y="3175"/>
                  </a:lnTo>
                  <a:lnTo>
                    <a:pt x="2212" y="3207"/>
                  </a:lnTo>
                  <a:lnTo>
                    <a:pt x="2223" y="3237"/>
                  </a:lnTo>
                  <a:lnTo>
                    <a:pt x="2232" y="3263"/>
                  </a:lnTo>
                  <a:lnTo>
                    <a:pt x="2242" y="3286"/>
                  </a:lnTo>
                  <a:lnTo>
                    <a:pt x="2252" y="3306"/>
                  </a:lnTo>
                  <a:lnTo>
                    <a:pt x="2261" y="3321"/>
                  </a:lnTo>
                  <a:lnTo>
                    <a:pt x="2270" y="3333"/>
                  </a:lnTo>
                  <a:lnTo>
                    <a:pt x="2278" y="3341"/>
                  </a:lnTo>
                  <a:lnTo>
                    <a:pt x="2285" y="3345"/>
                  </a:lnTo>
                  <a:lnTo>
                    <a:pt x="2291" y="3344"/>
                  </a:lnTo>
                  <a:lnTo>
                    <a:pt x="2297" y="3340"/>
                  </a:lnTo>
                  <a:lnTo>
                    <a:pt x="2301" y="3331"/>
                  </a:lnTo>
                  <a:lnTo>
                    <a:pt x="2304" y="3316"/>
                  </a:lnTo>
                  <a:lnTo>
                    <a:pt x="2306" y="3299"/>
                  </a:lnTo>
                  <a:lnTo>
                    <a:pt x="2307" y="3275"/>
                  </a:lnTo>
                  <a:lnTo>
                    <a:pt x="2306" y="3249"/>
                  </a:lnTo>
                  <a:lnTo>
                    <a:pt x="2302" y="3221"/>
                  </a:lnTo>
                  <a:lnTo>
                    <a:pt x="2297" y="3194"/>
                  </a:lnTo>
                  <a:lnTo>
                    <a:pt x="2290" y="3167"/>
                  </a:lnTo>
                  <a:lnTo>
                    <a:pt x="2283" y="3140"/>
                  </a:lnTo>
                  <a:lnTo>
                    <a:pt x="2275" y="3113"/>
                  </a:lnTo>
                  <a:lnTo>
                    <a:pt x="2266" y="3088"/>
                  </a:lnTo>
                  <a:lnTo>
                    <a:pt x="2259" y="3064"/>
                  </a:lnTo>
                  <a:lnTo>
                    <a:pt x="2253" y="3042"/>
                  </a:lnTo>
                  <a:lnTo>
                    <a:pt x="2248" y="3022"/>
                  </a:lnTo>
                  <a:lnTo>
                    <a:pt x="2245" y="3006"/>
                  </a:lnTo>
                  <a:lnTo>
                    <a:pt x="2244" y="2992"/>
                  </a:lnTo>
                  <a:lnTo>
                    <a:pt x="2246" y="2982"/>
                  </a:lnTo>
                  <a:lnTo>
                    <a:pt x="2251" y="2974"/>
                  </a:lnTo>
                  <a:lnTo>
                    <a:pt x="2260" y="2971"/>
                  </a:lnTo>
                  <a:lnTo>
                    <a:pt x="2273" y="2973"/>
                  </a:lnTo>
                  <a:lnTo>
                    <a:pt x="2274" y="2975"/>
                  </a:lnTo>
                  <a:lnTo>
                    <a:pt x="2277" y="2981"/>
                  </a:lnTo>
                  <a:lnTo>
                    <a:pt x="2282" y="2990"/>
                  </a:lnTo>
                  <a:lnTo>
                    <a:pt x="2288" y="3001"/>
                  </a:lnTo>
                  <a:lnTo>
                    <a:pt x="2297" y="3015"/>
                  </a:lnTo>
                  <a:lnTo>
                    <a:pt x="2305" y="3031"/>
                  </a:lnTo>
                  <a:lnTo>
                    <a:pt x="2314" y="3048"/>
                  </a:lnTo>
                  <a:lnTo>
                    <a:pt x="2325" y="3067"/>
                  </a:lnTo>
                  <a:lnTo>
                    <a:pt x="2334" y="3086"/>
                  </a:lnTo>
                  <a:lnTo>
                    <a:pt x="2344" y="3105"/>
                  </a:lnTo>
                  <a:lnTo>
                    <a:pt x="2353" y="3125"/>
                  </a:lnTo>
                  <a:lnTo>
                    <a:pt x="2361" y="3144"/>
                  </a:lnTo>
                  <a:lnTo>
                    <a:pt x="2369" y="3162"/>
                  </a:lnTo>
                  <a:lnTo>
                    <a:pt x="2375" y="3179"/>
                  </a:lnTo>
                  <a:lnTo>
                    <a:pt x="2379" y="3194"/>
                  </a:lnTo>
                  <a:lnTo>
                    <a:pt x="2381" y="3207"/>
                  </a:lnTo>
                  <a:lnTo>
                    <a:pt x="2383" y="3220"/>
                  </a:lnTo>
                  <a:lnTo>
                    <a:pt x="2385" y="3232"/>
                  </a:lnTo>
                  <a:lnTo>
                    <a:pt x="2388" y="3246"/>
                  </a:lnTo>
                  <a:lnTo>
                    <a:pt x="2392" y="3259"/>
                  </a:lnTo>
                  <a:lnTo>
                    <a:pt x="2397" y="3272"/>
                  </a:lnTo>
                  <a:lnTo>
                    <a:pt x="2401" y="3283"/>
                  </a:lnTo>
                  <a:lnTo>
                    <a:pt x="2406" y="3293"/>
                  </a:lnTo>
                  <a:lnTo>
                    <a:pt x="2410" y="3303"/>
                  </a:lnTo>
                  <a:lnTo>
                    <a:pt x="2414" y="3309"/>
                  </a:lnTo>
                  <a:lnTo>
                    <a:pt x="2419" y="3313"/>
                  </a:lnTo>
                  <a:lnTo>
                    <a:pt x="2423" y="3314"/>
                  </a:lnTo>
                  <a:lnTo>
                    <a:pt x="2426" y="3312"/>
                  </a:lnTo>
                  <a:lnTo>
                    <a:pt x="2428" y="3306"/>
                  </a:lnTo>
                  <a:lnTo>
                    <a:pt x="2429" y="3295"/>
                  </a:lnTo>
                  <a:lnTo>
                    <a:pt x="2430" y="3280"/>
                  </a:lnTo>
                  <a:lnTo>
                    <a:pt x="2429" y="3260"/>
                  </a:lnTo>
                  <a:lnTo>
                    <a:pt x="2427" y="3237"/>
                  </a:lnTo>
                  <a:lnTo>
                    <a:pt x="2424" y="3213"/>
                  </a:lnTo>
                  <a:lnTo>
                    <a:pt x="2421" y="3189"/>
                  </a:lnTo>
                  <a:lnTo>
                    <a:pt x="2416" y="3167"/>
                  </a:lnTo>
                  <a:lnTo>
                    <a:pt x="2411" y="3144"/>
                  </a:lnTo>
                  <a:lnTo>
                    <a:pt x="2407" y="3121"/>
                  </a:lnTo>
                  <a:lnTo>
                    <a:pt x="2402" y="3101"/>
                  </a:lnTo>
                  <a:lnTo>
                    <a:pt x="2399" y="3081"/>
                  </a:lnTo>
                  <a:lnTo>
                    <a:pt x="2395" y="3065"/>
                  </a:lnTo>
                  <a:lnTo>
                    <a:pt x="2392" y="3050"/>
                  </a:lnTo>
                  <a:lnTo>
                    <a:pt x="2390" y="3038"/>
                  </a:lnTo>
                  <a:lnTo>
                    <a:pt x="2390" y="3028"/>
                  </a:lnTo>
                  <a:lnTo>
                    <a:pt x="2392" y="3023"/>
                  </a:lnTo>
                  <a:lnTo>
                    <a:pt x="2396" y="3021"/>
                  </a:lnTo>
                  <a:lnTo>
                    <a:pt x="2401" y="3023"/>
                  </a:lnTo>
                  <a:lnTo>
                    <a:pt x="2408" y="3029"/>
                  </a:lnTo>
                  <a:lnTo>
                    <a:pt x="2417" y="3039"/>
                  </a:lnTo>
                  <a:lnTo>
                    <a:pt x="2426" y="3050"/>
                  </a:lnTo>
                  <a:lnTo>
                    <a:pt x="2434" y="3064"/>
                  </a:lnTo>
                  <a:lnTo>
                    <a:pt x="2442" y="3077"/>
                  </a:lnTo>
                  <a:lnTo>
                    <a:pt x="2450" y="3093"/>
                  </a:lnTo>
                  <a:lnTo>
                    <a:pt x="2457" y="3107"/>
                  </a:lnTo>
                  <a:lnTo>
                    <a:pt x="2464" y="3123"/>
                  </a:lnTo>
                  <a:lnTo>
                    <a:pt x="2471" y="3139"/>
                  </a:lnTo>
                  <a:lnTo>
                    <a:pt x="2476" y="3153"/>
                  </a:lnTo>
                  <a:lnTo>
                    <a:pt x="2481" y="3167"/>
                  </a:lnTo>
                  <a:lnTo>
                    <a:pt x="2486" y="3179"/>
                  </a:lnTo>
                  <a:lnTo>
                    <a:pt x="2489" y="3191"/>
                  </a:lnTo>
                  <a:lnTo>
                    <a:pt x="2492" y="3200"/>
                  </a:lnTo>
                  <a:lnTo>
                    <a:pt x="2495" y="3206"/>
                  </a:lnTo>
                  <a:lnTo>
                    <a:pt x="2497" y="3211"/>
                  </a:lnTo>
                  <a:lnTo>
                    <a:pt x="2497" y="3212"/>
                  </a:lnTo>
                  <a:lnTo>
                    <a:pt x="2499" y="3214"/>
                  </a:lnTo>
                  <a:lnTo>
                    <a:pt x="2505" y="3219"/>
                  </a:lnTo>
                  <a:lnTo>
                    <a:pt x="2513" y="3223"/>
                  </a:lnTo>
                  <a:lnTo>
                    <a:pt x="2523" y="3226"/>
                  </a:lnTo>
                  <a:lnTo>
                    <a:pt x="2532" y="3226"/>
                  </a:lnTo>
                  <a:lnTo>
                    <a:pt x="2539" y="3220"/>
                  </a:lnTo>
                  <a:lnTo>
                    <a:pt x="2545" y="3205"/>
                  </a:lnTo>
                  <a:lnTo>
                    <a:pt x="2545" y="3182"/>
                  </a:lnTo>
                  <a:lnTo>
                    <a:pt x="2540" y="3153"/>
                  </a:lnTo>
                  <a:lnTo>
                    <a:pt x="2536" y="3125"/>
                  </a:lnTo>
                  <a:lnTo>
                    <a:pt x="2531" y="3099"/>
                  </a:lnTo>
                  <a:lnTo>
                    <a:pt x="2527" y="3075"/>
                  </a:lnTo>
                  <a:lnTo>
                    <a:pt x="2525" y="3054"/>
                  </a:lnTo>
                  <a:lnTo>
                    <a:pt x="2527" y="3039"/>
                  </a:lnTo>
                  <a:lnTo>
                    <a:pt x="2533" y="3027"/>
                  </a:lnTo>
                  <a:lnTo>
                    <a:pt x="2545" y="3023"/>
                  </a:lnTo>
                  <a:lnTo>
                    <a:pt x="2554" y="3022"/>
                  </a:lnTo>
                  <a:lnTo>
                    <a:pt x="2567" y="3022"/>
                  </a:lnTo>
                  <a:lnTo>
                    <a:pt x="2583" y="3020"/>
                  </a:lnTo>
                  <a:lnTo>
                    <a:pt x="2600" y="3018"/>
                  </a:lnTo>
                  <a:lnTo>
                    <a:pt x="2617" y="3016"/>
                  </a:lnTo>
                  <a:lnTo>
                    <a:pt x="2635" y="3012"/>
                  </a:lnTo>
                  <a:lnTo>
                    <a:pt x="2652" y="3008"/>
                  </a:lnTo>
                  <a:lnTo>
                    <a:pt x="2666" y="3001"/>
                  </a:lnTo>
                  <a:lnTo>
                    <a:pt x="2678" y="2995"/>
                  </a:lnTo>
                  <a:lnTo>
                    <a:pt x="2686" y="2986"/>
                  </a:lnTo>
                  <a:lnTo>
                    <a:pt x="2689" y="2976"/>
                  </a:lnTo>
                  <a:lnTo>
                    <a:pt x="2687" y="2965"/>
                  </a:lnTo>
                  <a:lnTo>
                    <a:pt x="2679" y="2952"/>
                  </a:lnTo>
                  <a:lnTo>
                    <a:pt x="2662" y="2936"/>
                  </a:lnTo>
                  <a:lnTo>
                    <a:pt x="2638" y="2918"/>
                  </a:lnTo>
                  <a:lnTo>
                    <a:pt x="2605" y="2899"/>
                  </a:lnTo>
                  <a:close/>
                </a:path>
              </a:pathLst>
            </a:custGeom>
            <a:solidFill>
              <a:srgbClr val="ffc7ab"/>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642" name=""/>
            <p:cNvSpPr/>
            <p:nvPr/>
          </p:nvSpPr>
          <p:spPr>
            <a:xfrm flipV="1">
              <a:off x="6033960" y="5383800"/>
              <a:ext cx="128880" cy="534600"/>
            </a:xfrm>
            <a:custGeom>
              <a:avLst/>
              <a:gdLst/>
              <a:ahLst/>
              <a:rect l="l" t="t" r="r" b="b"/>
              <a:pathLst>
                <a:path w="1219" h="4664">
                  <a:moveTo>
                    <a:pt x="54" y="555"/>
                  </a:moveTo>
                  <a:lnTo>
                    <a:pt x="53" y="582"/>
                  </a:lnTo>
                  <a:lnTo>
                    <a:pt x="52" y="610"/>
                  </a:lnTo>
                  <a:lnTo>
                    <a:pt x="52" y="638"/>
                  </a:lnTo>
                  <a:lnTo>
                    <a:pt x="52" y="667"/>
                  </a:lnTo>
                  <a:lnTo>
                    <a:pt x="53" y="696"/>
                  </a:lnTo>
                  <a:lnTo>
                    <a:pt x="54" y="727"/>
                  </a:lnTo>
                  <a:lnTo>
                    <a:pt x="58" y="758"/>
                  </a:lnTo>
                  <a:lnTo>
                    <a:pt x="62" y="792"/>
                  </a:lnTo>
                  <a:lnTo>
                    <a:pt x="67" y="825"/>
                  </a:lnTo>
                  <a:lnTo>
                    <a:pt x="73" y="860"/>
                  </a:lnTo>
                  <a:lnTo>
                    <a:pt x="81" y="898"/>
                  </a:lnTo>
                  <a:lnTo>
                    <a:pt x="91" y="936"/>
                  </a:lnTo>
                  <a:lnTo>
                    <a:pt x="102" y="976"/>
                  </a:lnTo>
                  <a:lnTo>
                    <a:pt x="116" y="1018"/>
                  </a:lnTo>
                  <a:lnTo>
                    <a:pt x="130" y="1062"/>
                  </a:lnTo>
                  <a:lnTo>
                    <a:pt x="148" y="1107"/>
                  </a:lnTo>
                  <a:lnTo>
                    <a:pt x="159" y="1131"/>
                  </a:lnTo>
                  <a:lnTo>
                    <a:pt x="168" y="1154"/>
                  </a:lnTo>
                  <a:lnTo>
                    <a:pt x="177" y="1175"/>
                  </a:lnTo>
                  <a:lnTo>
                    <a:pt x="186" y="1194"/>
                  </a:lnTo>
                  <a:lnTo>
                    <a:pt x="194" y="1212"/>
                  </a:lnTo>
                  <a:lnTo>
                    <a:pt x="202" y="1230"/>
                  </a:lnTo>
                  <a:lnTo>
                    <a:pt x="211" y="1249"/>
                  </a:lnTo>
                  <a:lnTo>
                    <a:pt x="218" y="1266"/>
                  </a:lnTo>
                  <a:lnTo>
                    <a:pt x="226" y="1284"/>
                  </a:lnTo>
                  <a:lnTo>
                    <a:pt x="234" y="1303"/>
                  </a:lnTo>
                  <a:lnTo>
                    <a:pt x="241" y="1323"/>
                  </a:lnTo>
                  <a:lnTo>
                    <a:pt x="248" y="1343"/>
                  </a:lnTo>
                  <a:lnTo>
                    <a:pt x="255" y="1366"/>
                  </a:lnTo>
                  <a:lnTo>
                    <a:pt x="264" y="1391"/>
                  </a:lnTo>
                  <a:lnTo>
                    <a:pt x="271" y="1418"/>
                  </a:lnTo>
                  <a:lnTo>
                    <a:pt x="278" y="1447"/>
                  </a:lnTo>
                  <a:lnTo>
                    <a:pt x="287" y="1478"/>
                  </a:lnTo>
                  <a:lnTo>
                    <a:pt x="294" y="1508"/>
                  </a:lnTo>
                  <a:lnTo>
                    <a:pt x="301" y="1538"/>
                  </a:lnTo>
                  <a:lnTo>
                    <a:pt x="309" y="1566"/>
                  </a:lnTo>
                  <a:lnTo>
                    <a:pt x="316" y="1593"/>
                  </a:lnTo>
                  <a:lnTo>
                    <a:pt x="322" y="1620"/>
                  </a:lnTo>
                  <a:lnTo>
                    <a:pt x="328" y="1646"/>
                  </a:lnTo>
                  <a:lnTo>
                    <a:pt x="335" y="1671"/>
                  </a:lnTo>
                  <a:lnTo>
                    <a:pt x="340" y="1695"/>
                  </a:lnTo>
                  <a:lnTo>
                    <a:pt x="345" y="1720"/>
                  </a:lnTo>
                  <a:lnTo>
                    <a:pt x="349" y="1744"/>
                  </a:lnTo>
                  <a:lnTo>
                    <a:pt x="353" y="1769"/>
                  </a:lnTo>
                  <a:lnTo>
                    <a:pt x="357" y="1793"/>
                  </a:lnTo>
                  <a:lnTo>
                    <a:pt x="361" y="1817"/>
                  </a:lnTo>
                  <a:lnTo>
                    <a:pt x="363" y="1842"/>
                  </a:lnTo>
                  <a:lnTo>
                    <a:pt x="365" y="1867"/>
                  </a:lnTo>
                  <a:lnTo>
                    <a:pt x="368" y="1916"/>
                  </a:lnTo>
                  <a:lnTo>
                    <a:pt x="369" y="1959"/>
                  </a:lnTo>
                  <a:lnTo>
                    <a:pt x="370" y="1998"/>
                  </a:lnTo>
                  <a:lnTo>
                    <a:pt x="370" y="2032"/>
                  </a:lnTo>
                  <a:lnTo>
                    <a:pt x="369" y="2062"/>
                  </a:lnTo>
                  <a:lnTo>
                    <a:pt x="367" y="2089"/>
                  </a:lnTo>
                  <a:lnTo>
                    <a:pt x="364" y="2113"/>
                  </a:lnTo>
                  <a:lnTo>
                    <a:pt x="360" y="2133"/>
                  </a:lnTo>
                  <a:lnTo>
                    <a:pt x="355" y="2152"/>
                  </a:lnTo>
                  <a:lnTo>
                    <a:pt x="349" y="2168"/>
                  </a:lnTo>
                  <a:lnTo>
                    <a:pt x="343" y="2183"/>
                  </a:lnTo>
                  <a:lnTo>
                    <a:pt x="336" y="2195"/>
                  </a:lnTo>
                  <a:lnTo>
                    <a:pt x="327" y="2208"/>
                  </a:lnTo>
                  <a:lnTo>
                    <a:pt x="319" y="2220"/>
                  </a:lnTo>
                  <a:lnTo>
                    <a:pt x="309" y="2232"/>
                  </a:lnTo>
                  <a:lnTo>
                    <a:pt x="298" y="2244"/>
                  </a:lnTo>
                  <a:lnTo>
                    <a:pt x="288" y="2254"/>
                  </a:lnTo>
                  <a:lnTo>
                    <a:pt x="274" y="2268"/>
                  </a:lnTo>
                  <a:lnTo>
                    <a:pt x="259" y="2285"/>
                  </a:lnTo>
                  <a:lnTo>
                    <a:pt x="240" y="2302"/>
                  </a:lnTo>
                  <a:lnTo>
                    <a:pt x="219" y="2324"/>
                  </a:lnTo>
                  <a:lnTo>
                    <a:pt x="197" y="2347"/>
                  </a:lnTo>
                  <a:lnTo>
                    <a:pt x="174" y="2374"/>
                  </a:lnTo>
                  <a:lnTo>
                    <a:pt x="151" y="2402"/>
                  </a:lnTo>
                  <a:lnTo>
                    <a:pt x="128" y="2433"/>
                  </a:lnTo>
                  <a:lnTo>
                    <a:pt x="105" y="2467"/>
                  </a:lnTo>
                  <a:lnTo>
                    <a:pt x="84" y="2504"/>
                  </a:lnTo>
                  <a:lnTo>
                    <a:pt x="64" y="2543"/>
                  </a:lnTo>
                  <a:lnTo>
                    <a:pt x="46" y="2586"/>
                  </a:lnTo>
                  <a:lnTo>
                    <a:pt x="29" y="2630"/>
                  </a:lnTo>
                  <a:lnTo>
                    <a:pt x="17" y="2677"/>
                  </a:lnTo>
                  <a:lnTo>
                    <a:pt x="8" y="2727"/>
                  </a:lnTo>
                  <a:lnTo>
                    <a:pt x="2" y="2775"/>
                  </a:lnTo>
                  <a:lnTo>
                    <a:pt x="0" y="2817"/>
                  </a:lnTo>
                  <a:lnTo>
                    <a:pt x="1" y="2854"/>
                  </a:lnTo>
                  <a:lnTo>
                    <a:pt x="5" y="2886"/>
                  </a:lnTo>
                  <a:lnTo>
                    <a:pt x="12" y="2913"/>
                  </a:lnTo>
                  <a:lnTo>
                    <a:pt x="19" y="2936"/>
                  </a:lnTo>
                  <a:lnTo>
                    <a:pt x="28" y="2955"/>
                  </a:lnTo>
                  <a:lnTo>
                    <a:pt x="39" y="2969"/>
                  </a:lnTo>
                  <a:lnTo>
                    <a:pt x="50" y="2982"/>
                  </a:lnTo>
                  <a:lnTo>
                    <a:pt x="61" y="2991"/>
                  </a:lnTo>
                  <a:lnTo>
                    <a:pt x="71" y="2997"/>
                  </a:lnTo>
                  <a:lnTo>
                    <a:pt x="80" y="3002"/>
                  </a:lnTo>
                  <a:lnTo>
                    <a:pt x="89" y="3006"/>
                  </a:lnTo>
                  <a:lnTo>
                    <a:pt x="96" y="3007"/>
                  </a:lnTo>
                  <a:lnTo>
                    <a:pt x="100" y="3008"/>
                  </a:lnTo>
                  <a:lnTo>
                    <a:pt x="101" y="3008"/>
                  </a:lnTo>
                  <a:lnTo>
                    <a:pt x="104" y="3009"/>
                  </a:lnTo>
                  <a:lnTo>
                    <a:pt x="112" y="3011"/>
                  </a:lnTo>
                  <a:lnTo>
                    <a:pt x="120" y="3014"/>
                  </a:lnTo>
                  <a:lnTo>
                    <a:pt x="133" y="3018"/>
                  </a:lnTo>
                  <a:lnTo>
                    <a:pt x="146" y="3024"/>
                  </a:lnTo>
                  <a:lnTo>
                    <a:pt x="161" y="3030"/>
                  </a:lnTo>
                  <a:lnTo>
                    <a:pt x="176" y="3039"/>
                  </a:lnTo>
                  <a:lnTo>
                    <a:pt x="192" y="3047"/>
                  </a:lnTo>
                  <a:lnTo>
                    <a:pt x="209" y="3057"/>
                  </a:lnTo>
                  <a:lnTo>
                    <a:pt x="224" y="3068"/>
                  </a:lnTo>
                  <a:lnTo>
                    <a:pt x="239" y="3079"/>
                  </a:lnTo>
                  <a:lnTo>
                    <a:pt x="251" y="3092"/>
                  </a:lnTo>
                  <a:lnTo>
                    <a:pt x="263" y="3105"/>
                  </a:lnTo>
                  <a:lnTo>
                    <a:pt x="271" y="3120"/>
                  </a:lnTo>
                  <a:lnTo>
                    <a:pt x="277" y="3134"/>
                  </a:lnTo>
                  <a:lnTo>
                    <a:pt x="279" y="3150"/>
                  </a:lnTo>
                  <a:lnTo>
                    <a:pt x="278" y="3171"/>
                  </a:lnTo>
                  <a:lnTo>
                    <a:pt x="275" y="3193"/>
                  </a:lnTo>
                  <a:lnTo>
                    <a:pt x="271" y="3215"/>
                  </a:lnTo>
                  <a:lnTo>
                    <a:pt x="265" y="3239"/>
                  </a:lnTo>
                  <a:lnTo>
                    <a:pt x="257" y="3263"/>
                  </a:lnTo>
                  <a:lnTo>
                    <a:pt x="250" y="3288"/>
                  </a:lnTo>
                  <a:lnTo>
                    <a:pt x="243" y="3312"/>
                  </a:lnTo>
                  <a:lnTo>
                    <a:pt x="236" y="3336"/>
                  </a:lnTo>
                  <a:lnTo>
                    <a:pt x="230" y="3359"/>
                  </a:lnTo>
                  <a:lnTo>
                    <a:pt x="225" y="3382"/>
                  </a:lnTo>
                  <a:lnTo>
                    <a:pt x="223" y="3402"/>
                  </a:lnTo>
                  <a:lnTo>
                    <a:pt x="223" y="3422"/>
                  </a:lnTo>
                  <a:lnTo>
                    <a:pt x="226" y="3441"/>
                  </a:lnTo>
                  <a:lnTo>
                    <a:pt x="232" y="3456"/>
                  </a:lnTo>
                  <a:lnTo>
                    <a:pt x="242" y="3471"/>
                  </a:lnTo>
                  <a:lnTo>
                    <a:pt x="256" y="3482"/>
                  </a:lnTo>
                  <a:lnTo>
                    <a:pt x="272" y="3493"/>
                  </a:lnTo>
                  <a:lnTo>
                    <a:pt x="288" y="3505"/>
                  </a:lnTo>
                  <a:lnTo>
                    <a:pt x="304" y="3520"/>
                  </a:lnTo>
                  <a:lnTo>
                    <a:pt x="322" y="3536"/>
                  </a:lnTo>
                  <a:lnTo>
                    <a:pt x="340" y="3555"/>
                  </a:lnTo>
                  <a:lnTo>
                    <a:pt x="359" y="3576"/>
                  </a:lnTo>
                  <a:lnTo>
                    <a:pt x="378" y="3598"/>
                  </a:lnTo>
                  <a:lnTo>
                    <a:pt x="397" y="3622"/>
                  </a:lnTo>
                  <a:lnTo>
                    <a:pt x="418" y="3647"/>
                  </a:lnTo>
                  <a:lnTo>
                    <a:pt x="438" y="3672"/>
                  </a:lnTo>
                  <a:lnTo>
                    <a:pt x="459" y="3700"/>
                  </a:lnTo>
                  <a:lnTo>
                    <a:pt x="479" y="3729"/>
                  </a:lnTo>
                  <a:lnTo>
                    <a:pt x="500" y="3758"/>
                  </a:lnTo>
                  <a:lnTo>
                    <a:pt x="521" y="3788"/>
                  </a:lnTo>
                  <a:lnTo>
                    <a:pt x="542" y="3818"/>
                  </a:lnTo>
                  <a:lnTo>
                    <a:pt x="563" y="3850"/>
                  </a:lnTo>
                  <a:lnTo>
                    <a:pt x="585" y="3881"/>
                  </a:lnTo>
                  <a:lnTo>
                    <a:pt x="605" y="3914"/>
                  </a:lnTo>
                  <a:lnTo>
                    <a:pt x="626" y="3946"/>
                  </a:lnTo>
                  <a:lnTo>
                    <a:pt x="646" y="3978"/>
                  </a:lnTo>
                  <a:lnTo>
                    <a:pt x="667" y="4010"/>
                  </a:lnTo>
                  <a:lnTo>
                    <a:pt x="687" y="4042"/>
                  </a:lnTo>
                  <a:lnTo>
                    <a:pt x="706" y="4074"/>
                  </a:lnTo>
                  <a:lnTo>
                    <a:pt x="725" y="4105"/>
                  </a:lnTo>
                  <a:lnTo>
                    <a:pt x="744" y="4136"/>
                  </a:lnTo>
                  <a:lnTo>
                    <a:pt x="762" y="4166"/>
                  </a:lnTo>
                  <a:lnTo>
                    <a:pt x="779" y="4195"/>
                  </a:lnTo>
                  <a:lnTo>
                    <a:pt x="796" y="4223"/>
                  </a:lnTo>
                  <a:lnTo>
                    <a:pt x="813" y="4250"/>
                  </a:lnTo>
                  <a:lnTo>
                    <a:pt x="828" y="4276"/>
                  </a:lnTo>
                  <a:lnTo>
                    <a:pt x="843" y="4301"/>
                  </a:lnTo>
                  <a:lnTo>
                    <a:pt x="856" y="4324"/>
                  </a:lnTo>
                  <a:lnTo>
                    <a:pt x="886" y="4371"/>
                  </a:lnTo>
                  <a:lnTo>
                    <a:pt x="917" y="4413"/>
                  </a:lnTo>
                  <a:lnTo>
                    <a:pt x="949" y="4454"/>
                  </a:lnTo>
                  <a:lnTo>
                    <a:pt x="981" y="4490"/>
                  </a:lnTo>
                  <a:lnTo>
                    <a:pt x="1014" y="4522"/>
                  </a:lnTo>
                  <a:lnTo>
                    <a:pt x="1046" y="4552"/>
                  </a:lnTo>
                  <a:lnTo>
                    <a:pt x="1077" y="4578"/>
                  </a:lnTo>
                  <a:lnTo>
                    <a:pt x="1106" y="4601"/>
                  </a:lnTo>
                  <a:lnTo>
                    <a:pt x="1133" y="4621"/>
                  </a:lnTo>
                  <a:lnTo>
                    <a:pt x="1157" y="4637"/>
                  </a:lnTo>
                  <a:lnTo>
                    <a:pt x="1179" y="4648"/>
                  </a:lnTo>
                  <a:lnTo>
                    <a:pt x="1196" y="4657"/>
                  </a:lnTo>
                  <a:lnTo>
                    <a:pt x="1209" y="4663"/>
                  </a:lnTo>
                  <a:lnTo>
                    <a:pt x="1217" y="4664"/>
                  </a:lnTo>
                  <a:lnTo>
                    <a:pt x="1219" y="4662"/>
                  </a:lnTo>
                  <a:lnTo>
                    <a:pt x="1216" y="4655"/>
                  </a:lnTo>
                  <a:lnTo>
                    <a:pt x="1190" y="4626"/>
                  </a:lnTo>
                  <a:lnTo>
                    <a:pt x="1165" y="4597"/>
                  </a:lnTo>
                  <a:lnTo>
                    <a:pt x="1140" y="4567"/>
                  </a:lnTo>
                  <a:lnTo>
                    <a:pt x="1116" y="4538"/>
                  </a:lnTo>
                  <a:lnTo>
                    <a:pt x="1093" y="4508"/>
                  </a:lnTo>
                  <a:lnTo>
                    <a:pt x="1070" y="4479"/>
                  </a:lnTo>
                  <a:lnTo>
                    <a:pt x="1048" y="4450"/>
                  </a:lnTo>
                  <a:lnTo>
                    <a:pt x="1026" y="4421"/>
                  </a:lnTo>
                  <a:lnTo>
                    <a:pt x="1006" y="4391"/>
                  </a:lnTo>
                  <a:lnTo>
                    <a:pt x="986" y="4363"/>
                  </a:lnTo>
                  <a:lnTo>
                    <a:pt x="967" y="4334"/>
                  </a:lnTo>
                  <a:lnTo>
                    <a:pt x="948" y="4307"/>
                  </a:lnTo>
                  <a:lnTo>
                    <a:pt x="930" y="4279"/>
                  </a:lnTo>
                  <a:lnTo>
                    <a:pt x="913" y="4252"/>
                  </a:lnTo>
                  <a:lnTo>
                    <a:pt x="897" y="4226"/>
                  </a:lnTo>
                  <a:lnTo>
                    <a:pt x="881" y="4200"/>
                  </a:lnTo>
                  <a:lnTo>
                    <a:pt x="866" y="4175"/>
                  </a:lnTo>
                  <a:lnTo>
                    <a:pt x="852" y="4151"/>
                  </a:lnTo>
                  <a:lnTo>
                    <a:pt x="839" y="4129"/>
                  </a:lnTo>
                  <a:lnTo>
                    <a:pt x="826" y="4106"/>
                  </a:lnTo>
                  <a:lnTo>
                    <a:pt x="814" y="4084"/>
                  </a:lnTo>
                  <a:lnTo>
                    <a:pt x="803" y="4063"/>
                  </a:lnTo>
                  <a:lnTo>
                    <a:pt x="793" y="4043"/>
                  </a:lnTo>
                  <a:lnTo>
                    <a:pt x="783" y="4025"/>
                  </a:lnTo>
                  <a:lnTo>
                    <a:pt x="774" y="4007"/>
                  </a:lnTo>
                  <a:lnTo>
                    <a:pt x="767" y="3990"/>
                  </a:lnTo>
                  <a:lnTo>
                    <a:pt x="760" y="3976"/>
                  </a:lnTo>
                  <a:lnTo>
                    <a:pt x="753" y="3962"/>
                  </a:lnTo>
                  <a:lnTo>
                    <a:pt x="748" y="3950"/>
                  </a:lnTo>
                  <a:lnTo>
                    <a:pt x="744" y="3938"/>
                  </a:lnTo>
                  <a:lnTo>
                    <a:pt x="741" y="3929"/>
                  </a:lnTo>
                  <a:lnTo>
                    <a:pt x="738" y="3921"/>
                  </a:lnTo>
                  <a:lnTo>
                    <a:pt x="736" y="3915"/>
                  </a:lnTo>
                  <a:lnTo>
                    <a:pt x="732" y="3907"/>
                  </a:lnTo>
                  <a:lnTo>
                    <a:pt x="727" y="3898"/>
                  </a:lnTo>
                  <a:lnTo>
                    <a:pt x="721" y="3887"/>
                  </a:lnTo>
                  <a:lnTo>
                    <a:pt x="715" y="3874"/>
                  </a:lnTo>
                  <a:lnTo>
                    <a:pt x="707" y="3861"/>
                  </a:lnTo>
                  <a:lnTo>
                    <a:pt x="699" y="3846"/>
                  </a:lnTo>
                  <a:lnTo>
                    <a:pt x="691" y="3831"/>
                  </a:lnTo>
                  <a:lnTo>
                    <a:pt x="682" y="3817"/>
                  </a:lnTo>
                  <a:lnTo>
                    <a:pt x="673" y="3802"/>
                  </a:lnTo>
                  <a:lnTo>
                    <a:pt x="665" y="3789"/>
                  </a:lnTo>
                  <a:lnTo>
                    <a:pt x="656" y="3775"/>
                  </a:lnTo>
                  <a:lnTo>
                    <a:pt x="649" y="3763"/>
                  </a:lnTo>
                  <a:lnTo>
                    <a:pt x="642" y="3751"/>
                  </a:lnTo>
                  <a:lnTo>
                    <a:pt x="635" y="3742"/>
                  </a:lnTo>
                  <a:lnTo>
                    <a:pt x="629" y="3734"/>
                  </a:lnTo>
                  <a:lnTo>
                    <a:pt x="622" y="3723"/>
                  </a:lnTo>
                  <a:lnTo>
                    <a:pt x="613" y="3709"/>
                  </a:lnTo>
                  <a:lnTo>
                    <a:pt x="599" y="3688"/>
                  </a:lnTo>
                  <a:lnTo>
                    <a:pt x="585" y="3664"/>
                  </a:lnTo>
                  <a:lnTo>
                    <a:pt x="568" y="3636"/>
                  </a:lnTo>
                  <a:lnTo>
                    <a:pt x="549" y="3606"/>
                  </a:lnTo>
                  <a:lnTo>
                    <a:pt x="530" y="3573"/>
                  </a:lnTo>
                  <a:lnTo>
                    <a:pt x="512" y="3538"/>
                  </a:lnTo>
                  <a:lnTo>
                    <a:pt x="492" y="3503"/>
                  </a:lnTo>
                  <a:lnTo>
                    <a:pt x="473" y="3467"/>
                  </a:lnTo>
                  <a:lnTo>
                    <a:pt x="454" y="3431"/>
                  </a:lnTo>
                  <a:lnTo>
                    <a:pt x="438" y="3397"/>
                  </a:lnTo>
                  <a:lnTo>
                    <a:pt x="423" y="3364"/>
                  </a:lnTo>
                  <a:lnTo>
                    <a:pt x="411" y="3334"/>
                  </a:lnTo>
                  <a:lnTo>
                    <a:pt x="401" y="3306"/>
                  </a:lnTo>
                  <a:lnTo>
                    <a:pt x="394" y="3281"/>
                  </a:lnTo>
                  <a:lnTo>
                    <a:pt x="392" y="3273"/>
                  </a:lnTo>
                  <a:lnTo>
                    <a:pt x="390" y="3262"/>
                  </a:lnTo>
                  <a:lnTo>
                    <a:pt x="387" y="3252"/>
                  </a:lnTo>
                  <a:lnTo>
                    <a:pt x="385" y="3240"/>
                  </a:lnTo>
                  <a:lnTo>
                    <a:pt x="381" y="3228"/>
                  </a:lnTo>
                  <a:lnTo>
                    <a:pt x="378" y="3215"/>
                  </a:lnTo>
                  <a:lnTo>
                    <a:pt x="375" y="3203"/>
                  </a:lnTo>
                  <a:lnTo>
                    <a:pt x="371" y="3189"/>
                  </a:lnTo>
                  <a:lnTo>
                    <a:pt x="368" y="3177"/>
                  </a:lnTo>
                  <a:lnTo>
                    <a:pt x="365" y="3163"/>
                  </a:lnTo>
                  <a:lnTo>
                    <a:pt x="362" y="3151"/>
                  </a:lnTo>
                  <a:lnTo>
                    <a:pt x="359" y="3138"/>
                  </a:lnTo>
                  <a:lnTo>
                    <a:pt x="355" y="3126"/>
                  </a:lnTo>
                  <a:lnTo>
                    <a:pt x="352" y="3115"/>
                  </a:lnTo>
                  <a:lnTo>
                    <a:pt x="350" y="3104"/>
                  </a:lnTo>
                  <a:lnTo>
                    <a:pt x="348" y="3095"/>
                  </a:lnTo>
                  <a:lnTo>
                    <a:pt x="357" y="3107"/>
                  </a:lnTo>
                  <a:lnTo>
                    <a:pt x="378" y="3116"/>
                  </a:lnTo>
                  <a:lnTo>
                    <a:pt x="410" y="3121"/>
                  </a:lnTo>
                  <a:lnTo>
                    <a:pt x="447" y="3123"/>
                  </a:lnTo>
                  <a:lnTo>
                    <a:pt x="490" y="3122"/>
                  </a:lnTo>
                  <a:lnTo>
                    <a:pt x="537" y="3120"/>
                  </a:lnTo>
                  <a:lnTo>
                    <a:pt x="583" y="3116"/>
                  </a:lnTo>
                  <a:lnTo>
                    <a:pt x="630" y="3110"/>
                  </a:lnTo>
                  <a:lnTo>
                    <a:pt x="674" y="3104"/>
                  </a:lnTo>
                  <a:lnTo>
                    <a:pt x="713" y="3099"/>
                  </a:lnTo>
                  <a:lnTo>
                    <a:pt x="743" y="3093"/>
                  </a:lnTo>
                  <a:lnTo>
                    <a:pt x="766" y="3088"/>
                  </a:lnTo>
                  <a:lnTo>
                    <a:pt x="776" y="3082"/>
                  </a:lnTo>
                  <a:lnTo>
                    <a:pt x="773" y="3080"/>
                  </a:lnTo>
                  <a:lnTo>
                    <a:pt x="754" y="3079"/>
                  </a:lnTo>
                  <a:lnTo>
                    <a:pt x="719" y="3080"/>
                  </a:lnTo>
                  <a:lnTo>
                    <a:pt x="662" y="3082"/>
                  </a:lnTo>
                  <a:lnTo>
                    <a:pt x="608" y="3081"/>
                  </a:lnTo>
                  <a:lnTo>
                    <a:pt x="562" y="3077"/>
                  </a:lnTo>
                  <a:lnTo>
                    <a:pt x="520" y="3071"/>
                  </a:lnTo>
                  <a:lnTo>
                    <a:pt x="482" y="3063"/>
                  </a:lnTo>
                  <a:lnTo>
                    <a:pt x="449" y="3053"/>
                  </a:lnTo>
                  <a:lnTo>
                    <a:pt x="420" y="3042"/>
                  </a:lnTo>
                  <a:lnTo>
                    <a:pt x="395" y="3030"/>
                  </a:lnTo>
                  <a:lnTo>
                    <a:pt x="373" y="3019"/>
                  </a:lnTo>
                  <a:lnTo>
                    <a:pt x="355" y="3008"/>
                  </a:lnTo>
                  <a:lnTo>
                    <a:pt x="340" y="2996"/>
                  </a:lnTo>
                  <a:lnTo>
                    <a:pt x="328" y="2985"/>
                  </a:lnTo>
                  <a:lnTo>
                    <a:pt x="319" y="2975"/>
                  </a:lnTo>
                  <a:lnTo>
                    <a:pt x="312" y="2968"/>
                  </a:lnTo>
                  <a:lnTo>
                    <a:pt x="306" y="2962"/>
                  </a:lnTo>
                  <a:lnTo>
                    <a:pt x="303" y="2959"/>
                  </a:lnTo>
                  <a:lnTo>
                    <a:pt x="278" y="2934"/>
                  </a:lnTo>
                  <a:lnTo>
                    <a:pt x="256" y="2910"/>
                  </a:lnTo>
                  <a:lnTo>
                    <a:pt x="239" y="2885"/>
                  </a:lnTo>
                  <a:lnTo>
                    <a:pt x="224" y="2861"/>
                  </a:lnTo>
                  <a:lnTo>
                    <a:pt x="213" y="2837"/>
                  </a:lnTo>
                  <a:lnTo>
                    <a:pt x="203" y="2813"/>
                  </a:lnTo>
                  <a:lnTo>
                    <a:pt x="196" y="2790"/>
                  </a:lnTo>
                  <a:lnTo>
                    <a:pt x="192" y="2768"/>
                  </a:lnTo>
                  <a:lnTo>
                    <a:pt x="190" y="2747"/>
                  </a:lnTo>
                  <a:lnTo>
                    <a:pt x="189" y="2726"/>
                  </a:lnTo>
                  <a:lnTo>
                    <a:pt x="190" y="2706"/>
                  </a:lnTo>
                  <a:lnTo>
                    <a:pt x="191" y="2688"/>
                  </a:lnTo>
                  <a:lnTo>
                    <a:pt x="194" y="2671"/>
                  </a:lnTo>
                  <a:lnTo>
                    <a:pt x="197" y="2655"/>
                  </a:lnTo>
                  <a:lnTo>
                    <a:pt x="200" y="2642"/>
                  </a:lnTo>
                  <a:lnTo>
                    <a:pt x="204" y="2629"/>
                  </a:lnTo>
                  <a:lnTo>
                    <a:pt x="209" y="2617"/>
                  </a:lnTo>
                  <a:lnTo>
                    <a:pt x="212" y="2601"/>
                  </a:lnTo>
                  <a:lnTo>
                    <a:pt x="217" y="2582"/>
                  </a:lnTo>
                  <a:lnTo>
                    <a:pt x="221" y="2562"/>
                  </a:lnTo>
                  <a:lnTo>
                    <a:pt x="227" y="2540"/>
                  </a:lnTo>
                  <a:lnTo>
                    <a:pt x="234" y="2519"/>
                  </a:lnTo>
                  <a:lnTo>
                    <a:pt x="240" y="2500"/>
                  </a:lnTo>
                  <a:lnTo>
                    <a:pt x="248" y="2482"/>
                  </a:lnTo>
                  <a:lnTo>
                    <a:pt x="256" y="2467"/>
                  </a:lnTo>
                  <a:lnTo>
                    <a:pt x="267" y="2457"/>
                  </a:lnTo>
                  <a:lnTo>
                    <a:pt x="277" y="2453"/>
                  </a:lnTo>
                  <a:lnTo>
                    <a:pt x="289" y="2454"/>
                  </a:lnTo>
                  <a:lnTo>
                    <a:pt x="302" y="2463"/>
                  </a:lnTo>
                  <a:lnTo>
                    <a:pt x="317" y="2480"/>
                  </a:lnTo>
                  <a:lnTo>
                    <a:pt x="332" y="2507"/>
                  </a:lnTo>
                  <a:lnTo>
                    <a:pt x="350" y="2543"/>
                  </a:lnTo>
                  <a:lnTo>
                    <a:pt x="356" y="2557"/>
                  </a:lnTo>
                  <a:lnTo>
                    <a:pt x="364" y="2570"/>
                  </a:lnTo>
                  <a:lnTo>
                    <a:pt x="372" y="2584"/>
                  </a:lnTo>
                  <a:lnTo>
                    <a:pt x="381" y="2598"/>
                  </a:lnTo>
                  <a:lnTo>
                    <a:pt x="391" y="2613"/>
                  </a:lnTo>
                  <a:lnTo>
                    <a:pt x="401" y="2626"/>
                  </a:lnTo>
                  <a:lnTo>
                    <a:pt x="412" y="2640"/>
                  </a:lnTo>
                  <a:lnTo>
                    <a:pt x="422" y="2653"/>
                  </a:lnTo>
                  <a:lnTo>
                    <a:pt x="431" y="2666"/>
                  </a:lnTo>
                  <a:lnTo>
                    <a:pt x="441" y="2677"/>
                  </a:lnTo>
                  <a:lnTo>
                    <a:pt x="449" y="2687"/>
                  </a:lnTo>
                  <a:lnTo>
                    <a:pt x="457" y="2696"/>
                  </a:lnTo>
                  <a:lnTo>
                    <a:pt x="464" y="2703"/>
                  </a:lnTo>
                  <a:lnTo>
                    <a:pt x="468" y="2708"/>
                  </a:lnTo>
                  <a:lnTo>
                    <a:pt x="471" y="2712"/>
                  </a:lnTo>
                  <a:lnTo>
                    <a:pt x="472" y="2713"/>
                  </a:lnTo>
                  <a:lnTo>
                    <a:pt x="487" y="2728"/>
                  </a:lnTo>
                  <a:lnTo>
                    <a:pt x="497" y="2739"/>
                  </a:lnTo>
                  <a:lnTo>
                    <a:pt x="504" y="2743"/>
                  </a:lnTo>
                  <a:lnTo>
                    <a:pt x="508" y="2743"/>
                  </a:lnTo>
                  <a:lnTo>
                    <a:pt x="510" y="2737"/>
                  </a:lnTo>
                  <a:lnTo>
                    <a:pt x="508" y="2729"/>
                  </a:lnTo>
                  <a:lnTo>
                    <a:pt x="505" y="2717"/>
                  </a:lnTo>
                  <a:lnTo>
                    <a:pt x="501" y="2702"/>
                  </a:lnTo>
                  <a:lnTo>
                    <a:pt x="495" y="2685"/>
                  </a:lnTo>
                  <a:lnTo>
                    <a:pt x="489" y="2665"/>
                  </a:lnTo>
                  <a:lnTo>
                    <a:pt x="481" y="2644"/>
                  </a:lnTo>
                  <a:lnTo>
                    <a:pt x="474" y="2623"/>
                  </a:lnTo>
                  <a:lnTo>
                    <a:pt x="467" y="2600"/>
                  </a:lnTo>
                  <a:lnTo>
                    <a:pt x="461" y="2579"/>
                  </a:lnTo>
                  <a:lnTo>
                    <a:pt x="455" y="2558"/>
                  </a:lnTo>
                  <a:lnTo>
                    <a:pt x="452" y="2537"/>
                  </a:lnTo>
                  <a:lnTo>
                    <a:pt x="450" y="2516"/>
                  </a:lnTo>
                  <a:lnTo>
                    <a:pt x="448" y="2493"/>
                  </a:lnTo>
                  <a:lnTo>
                    <a:pt x="448" y="2468"/>
                  </a:lnTo>
                  <a:lnTo>
                    <a:pt x="448" y="2442"/>
                  </a:lnTo>
                  <a:lnTo>
                    <a:pt x="448" y="2415"/>
                  </a:lnTo>
                  <a:lnTo>
                    <a:pt x="449" y="2387"/>
                  </a:lnTo>
                  <a:lnTo>
                    <a:pt x="450" y="2358"/>
                  </a:lnTo>
                  <a:lnTo>
                    <a:pt x="451" y="2328"/>
                  </a:lnTo>
                  <a:lnTo>
                    <a:pt x="452" y="2299"/>
                  </a:lnTo>
                  <a:lnTo>
                    <a:pt x="454" y="2270"/>
                  </a:lnTo>
                  <a:lnTo>
                    <a:pt x="455" y="2240"/>
                  </a:lnTo>
                  <a:lnTo>
                    <a:pt x="456" y="2212"/>
                  </a:lnTo>
                  <a:lnTo>
                    <a:pt x="457" y="2185"/>
                  </a:lnTo>
                  <a:lnTo>
                    <a:pt x="457" y="2158"/>
                  </a:lnTo>
                  <a:lnTo>
                    <a:pt x="457" y="2133"/>
                  </a:lnTo>
                  <a:lnTo>
                    <a:pt x="456" y="2110"/>
                  </a:lnTo>
                  <a:lnTo>
                    <a:pt x="455" y="2088"/>
                  </a:lnTo>
                  <a:lnTo>
                    <a:pt x="453" y="2067"/>
                  </a:lnTo>
                  <a:lnTo>
                    <a:pt x="451" y="2048"/>
                  </a:lnTo>
                  <a:lnTo>
                    <a:pt x="449" y="2029"/>
                  </a:lnTo>
                  <a:lnTo>
                    <a:pt x="446" y="2010"/>
                  </a:lnTo>
                  <a:lnTo>
                    <a:pt x="444" y="1993"/>
                  </a:lnTo>
                  <a:lnTo>
                    <a:pt x="441" y="1974"/>
                  </a:lnTo>
                  <a:lnTo>
                    <a:pt x="438" y="1955"/>
                  </a:lnTo>
                  <a:lnTo>
                    <a:pt x="435" y="1936"/>
                  </a:lnTo>
                  <a:lnTo>
                    <a:pt x="430" y="1918"/>
                  </a:lnTo>
                  <a:lnTo>
                    <a:pt x="427" y="1898"/>
                  </a:lnTo>
                  <a:lnTo>
                    <a:pt x="424" y="1877"/>
                  </a:lnTo>
                  <a:lnTo>
                    <a:pt x="420" y="1854"/>
                  </a:lnTo>
                  <a:lnTo>
                    <a:pt x="416" y="1832"/>
                  </a:lnTo>
                  <a:lnTo>
                    <a:pt x="413" y="1807"/>
                  </a:lnTo>
                  <a:lnTo>
                    <a:pt x="409" y="1780"/>
                  </a:lnTo>
                  <a:lnTo>
                    <a:pt x="404" y="1753"/>
                  </a:lnTo>
                  <a:lnTo>
                    <a:pt x="400" y="1728"/>
                  </a:lnTo>
                  <a:lnTo>
                    <a:pt x="396" y="1704"/>
                  </a:lnTo>
                  <a:lnTo>
                    <a:pt x="392" y="1681"/>
                  </a:lnTo>
                  <a:lnTo>
                    <a:pt x="388" y="1660"/>
                  </a:lnTo>
                  <a:lnTo>
                    <a:pt x="384" y="1641"/>
                  </a:lnTo>
                  <a:lnTo>
                    <a:pt x="379" y="1624"/>
                  </a:lnTo>
                  <a:lnTo>
                    <a:pt x="376" y="1608"/>
                  </a:lnTo>
                  <a:lnTo>
                    <a:pt x="372" y="1595"/>
                  </a:lnTo>
                  <a:lnTo>
                    <a:pt x="369" y="1582"/>
                  </a:lnTo>
                  <a:lnTo>
                    <a:pt x="366" y="1572"/>
                  </a:lnTo>
                  <a:lnTo>
                    <a:pt x="364" y="1564"/>
                  </a:lnTo>
                  <a:lnTo>
                    <a:pt x="362" y="1556"/>
                  </a:lnTo>
                  <a:lnTo>
                    <a:pt x="360" y="1552"/>
                  </a:lnTo>
                  <a:lnTo>
                    <a:pt x="359" y="1549"/>
                  </a:lnTo>
                  <a:lnTo>
                    <a:pt x="359" y="1548"/>
                  </a:lnTo>
                  <a:lnTo>
                    <a:pt x="355" y="1535"/>
                  </a:lnTo>
                  <a:lnTo>
                    <a:pt x="352" y="1520"/>
                  </a:lnTo>
                  <a:lnTo>
                    <a:pt x="350" y="1504"/>
                  </a:lnTo>
                  <a:lnTo>
                    <a:pt x="349" y="1487"/>
                  </a:lnTo>
                  <a:lnTo>
                    <a:pt x="350" y="1469"/>
                  </a:lnTo>
                  <a:lnTo>
                    <a:pt x="352" y="1450"/>
                  </a:lnTo>
                  <a:lnTo>
                    <a:pt x="356" y="1431"/>
                  </a:lnTo>
                  <a:lnTo>
                    <a:pt x="363" y="1411"/>
                  </a:lnTo>
                  <a:lnTo>
                    <a:pt x="371" y="1390"/>
                  </a:lnTo>
                  <a:lnTo>
                    <a:pt x="384" y="1370"/>
                  </a:lnTo>
                  <a:lnTo>
                    <a:pt x="398" y="1351"/>
                  </a:lnTo>
                  <a:lnTo>
                    <a:pt x="416" y="1332"/>
                  </a:lnTo>
                  <a:lnTo>
                    <a:pt x="438" y="1313"/>
                  </a:lnTo>
                  <a:lnTo>
                    <a:pt x="464" y="1295"/>
                  </a:lnTo>
                  <a:lnTo>
                    <a:pt x="494" y="1279"/>
                  </a:lnTo>
                  <a:lnTo>
                    <a:pt x="528" y="1264"/>
                  </a:lnTo>
                  <a:lnTo>
                    <a:pt x="533" y="1262"/>
                  </a:lnTo>
                  <a:lnTo>
                    <a:pt x="535" y="1261"/>
                  </a:lnTo>
                  <a:lnTo>
                    <a:pt x="529" y="1262"/>
                  </a:lnTo>
                  <a:lnTo>
                    <a:pt x="521" y="1264"/>
                  </a:lnTo>
                  <a:lnTo>
                    <a:pt x="511" y="1267"/>
                  </a:lnTo>
                  <a:lnTo>
                    <a:pt x="496" y="1272"/>
                  </a:lnTo>
                  <a:lnTo>
                    <a:pt x="480" y="1276"/>
                  </a:lnTo>
                  <a:lnTo>
                    <a:pt x="465" y="1280"/>
                  </a:lnTo>
                  <a:lnTo>
                    <a:pt x="448" y="1284"/>
                  </a:lnTo>
                  <a:lnTo>
                    <a:pt x="432" y="1287"/>
                  </a:lnTo>
                  <a:lnTo>
                    <a:pt x="418" y="1290"/>
                  </a:lnTo>
                  <a:lnTo>
                    <a:pt x="406" y="1292"/>
                  </a:lnTo>
                  <a:lnTo>
                    <a:pt x="397" y="1293"/>
                  </a:lnTo>
                  <a:lnTo>
                    <a:pt x="391" y="1292"/>
                  </a:lnTo>
                  <a:lnTo>
                    <a:pt x="390" y="1290"/>
                  </a:lnTo>
                  <a:lnTo>
                    <a:pt x="394" y="1286"/>
                  </a:lnTo>
                  <a:lnTo>
                    <a:pt x="401" y="1281"/>
                  </a:lnTo>
                  <a:lnTo>
                    <a:pt x="411" y="1275"/>
                  </a:lnTo>
                  <a:lnTo>
                    <a:pt x="421" y="1270"/>
                  </a:lnTo>
                  <a:lnTo>
                    <a:pt x="432" y="1262"/>
                  </a:lnTo>
                  <a:lnTo>
                    <a:pt x="446" y="1256"/>
                  </a:lnTo>
                  <a:lnTo>
                    <a:pt x="460" y="1250"/>
                  </a:lnTo>
                  <a:lnTo>
                    <a:pt x="474" y="1244"/>
                  </a:lnTo>
                  <a:lnTo>
                    <a:pt x="489" y="1236"/>
                  </a:lnTo>
                  <a:lnTo>
                    <a:pt x="503" y="1231"/>
                  </a:lnTo>
                  <a:lnTo>
                    <a:pt x="518" y="1225"/>
                  </a:lnTo>
                  <a:lnTo>
                    <a:pt x="531" y="1219"/>
                  </a:lnTo>
                  <a:lnTo>
                    <a:pt x="544" y="1214"/>
                  </a:lnTo>
                  <a:lnTo>
                    <a:pt x="555" y="1209"/>
                  </a:lnTo>
                  <a:lnTo>
                    <a:pt x="565" y="1205"/>
                  </a:lnTo>
                  <a:lnTo>
                    <a:pt x="573" y="1202"/>
                  </a:lnTo>
                  <a:lnTo>
                    <a:pt x="579" y="1200"/>
                  </a:lnTo>
                  <a:lnTo>
                    <a:pt x="589" y="1196"/>
                  </a:lnTo>
                  <a:lnTo>
                    <a:pt x="588" y="1194"/>
                  </a:lnTo>
                  <a:lnTo>
                    <a:pt x="578" y="1194"/>
                  </a:lnTo>
                  <a:lnTo>
                    <a:pt x="563" y="1195"/>
                  </a:lnTo>
                  <a:lnTo>
                    <a:pt x="540" y="1198"/>
                  </a:lnTo>
                  <a:lnTo>
                    <a:pt x="512" y="1202"/>
                  </a:lnTo>
                  <a:lnTo>
                    <a:pt x="479" y="1206"/>
                  </a:lnTo>
                  <a:lnTo>
                    <a:pt x="446" y="1209"/>
                  </a:lnTo>
                  <a:lnTo>
                    <a:pt x="411" y="1212"/>
                  </a:lnTo>
                  <a:lnTo>
                    <a:pt x="375" y="1214"/>
                  </a:lnTo>
                  <a:lnTo>
                    <a:pt x="341" y="1214"/>
                  </a:lnTo>
                  <a:lnTo>
                    <a:pt x="309" y="1213"/>
                  </a:lnTo>
                  <a:lnTo>
                    <a:pt x="280" y="1208"/>
                  </a:lnTo>
                  <a:lnTo>
                    <a:pt x="256" y="1201"/>
                  </a:lnTo>
                  <a:lnTo>
                    <a:pt x="240" y="1191"/>
                  </a:lnTo>
                  <a:lnTo>
                    <a:pt x="229" y="1176"/>
                  </a:lnTo>
                  <a:lnTo>
                    <a:pt x="217" y="1138"/>
                  </a:lnTo>
                  <a:lnTo>
                    <a:pt x="204" y="1098"/>
                  </a:lnTo>
                  <a:lnTo>
                    <a:pt x="194" y="1058"/>
                  </a:lnTo>
                  <a:lnTo>
                    <a:pt x="184" y="1017"/>
                  </a:lnTo>
                  <a:lnTo>
                    <a:pt x="175" y="977"/>
                  </a:lnTo>
                  <a:lnTo>
                    <a:pt x="168" y="935"/>
                  </a:lnTo>
                  <a:lnTo>
                    <a:pt x="161" y="894"/>
                  </a:lnTo>
                  <a:lnTo>
                    <a:pt x="155" y="853"/>
                  </a:lnTo>
                  <a:lnTo>
                    <a:pt x="151" y="811"/>
                  </a:lnTo>
                  <a:lnTo>
                    <a:pt x="147" y="771"/>
                  </a:lnTo>
                  <a:lnTo>
                    <a:pt x="145" y="730"/>
                  </a:lnTo>
                  <a:lnTo>
                    <a:pt x="143" y="690"/>
                  </a:lnTo>
                  <a:lnTo>
                    <a:pt x="143" y="651"/>
                  </a:lnTo>
                  <a:lnTo>
                    <a:pt x="143" y="612"/>
                  </a:lnTo>
                  <a:lnTo>
                    <a:pt x="145" y="574"/>
                  </a:lnTo>
                  <a:lnTo>
                    <a:pt x="147" y="538"/>
                  </a:lnTo>
                  <a:lnTo>
                    <a:pt x="153" y="466"/>
                  </a:lnTo>
                  <a:lnTo>
                    <a:pt x="161" y="402"/>
                  </a:lnTo>
                  <a:lnTo>
                    <a:pt x="167" y="345"/>
                  </a:lnTo>
                  <a:lnTo>
                    <a:pt x="174" y="293"/>
                  </a:lnTo>
                  <a:lnTo>
                    <a:pt x="183" y="247"/>
                  </a:lnTo>
                  <a:lnTo>
                    <a:pt x="190" y="208"/>
                  </a:lnTo>
                  <a:lnTo>
                    <a:pt x="197" y="171"/>
                  </a:lnTo>
                  <a:lnTo>
                    <a:pt x="203" y="141"/>
                  </a:lnTo>
                  <a:lnTo>
                    <a:pt x="211" y="114"/>
                  </a:lnTo>
                  <a:lnTo>
                    <a:pt x="216" y="90"/>
                  </a:lnTo>
                  <a:lnTo>
                    <a:pt x="222" y="71"/>
                  </a:lnTo>
                  <a:lnTo>
                    <a:pt x="226" y="53"/>
                  </a:lnTo>
                  <a:lnTo>
                    <a:pt x="230" y="37"/>
                  </a:lnTo>
                  <a:lnTo>
                    <a:pt x="232" y="24"/>
                  </a:lnTo>
                  <a:lnTo>
                    <a:pt x="235" y="11"/>
                  </a:lnTo>
                  <a:lnTo>
                    <a:pt x="235" y="0"/>
                  </a:lnTo>
                  <a:lnTo>
                    <a:pt x="222" y="15"/>
                  </a:lnTo>
                  <a:lnTo>
                    <a:pt x="209" y="29"/>
                  </a:lnTo>
                  <a:lnTo>
                    <a:pt x="197" y="45"/>
                  </a:lnTo>
                  <a:lnTo>
                    <a:pt x="185" y="60"/>
                  </a:lnTo>
                  <a:lnTo>
                    <a:pt x="172" y="78"/>
                  </a:lnTo>
                  <a:lnTo>
                    <a:pt x="161" y="98"/>
                  </a:lnTo>
                  <a:lnTo>
                    <a:pt x="149" y="120"/>
                  </a:lnTo>
                  <a:lnTo>
                    <a:pt x="139" y="146"/>
                  </a:lnTo>
                  <a:lnTo>
                    <a:pt x="127" y="177"/>
                  </a:lnTo>
                  <a:lnTo>
                    <a:pt x="116" y="212"/>
                  </a:lnTo>
                  <a:lnTo>
                    <a:pt x="105" y="251"/>
                  </a:lnTo>
                  <a:lnTo>
                    <a:pt x="95" y="298"/>
                  </a:lnTo>
                  <a:lnTo>
                    <a:pt x="85" y="351"/>
                  </a:lnTo>
                  <a:lnTo>
                    <a:pt x="74" y="410"/>
                  </a:lnTo>
                  <a:lnTo>
                    <a:pt x="65" y="479"/>
                  </a:lnTo>
                  <a:lnTo>
                    <a:pt x="54" y="555"/>
                  </a:lnTo>
                  <a:close/>
                </a:path>
              </a:pathLst>
            </a:custGeom>
            <a:solidFill>
              <a:srgbClr val="eda887"/>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643" name=""/>
            <p:cNvSpPr/>
            <p:nvPr/>
          </p:nvSpPr>
          <p:spPr>
            <a:xfrm flipV="1">
              <a:off x="5819760" y="5205240"/>
              <a:ext cx="399960" cy="431280"/>
            </a:xfrm>
            <a:custGeom>
              <a:avLst/>
              <a:gdLst/>
              <a:ahLst/>
              <a:rect l="l" t="t" r="r" b="b"/>
              <a:pathLst>
                <a:path w="3790" h="3758">
                  <a:moveTo>
                    <a:pt x="2753" y="2095"/>
                  </a:moveTo>
                  <a:lnTo>
                    <a:pt x="2757" y="2120"/>
                  </a:lnTo>
                  <a:lnTo>
                    <a:pt x="2761" y="2146"/>
                  </a:lnTo>
                  <a:lnTo>
                    <a:pt x="2766" y="2171"/>
                  </a:lnTo>
                  <a:lnTo>
                    <a:pt x="2772" y="2196"/>
                  </a:lnTo>
                  <a:lnTo>
                    <a:pt x="2778" y="2222"/>
                  </a:lnTo>
                  <a:lnTo>
                    <a:pt x="2784" y="2247"/>
                  </a:lnTo>
                  <a:lnTo>
                    <a:pt x="2790" y="2271"/>
                  </a:lnTo>
                  <a:lnTo>
                    <a:pt x="2797" y="2296"/>
                  </a:lnTo>
                  <a:lnTo>
                    <a:pt x="2804" y="2321"/>
                  </a:lnTo>
                  <a:lnTo>
                    <a:pt x="2811" y="2346"/>
                  </a:lnTo>
                  <a:lnTo>
                    <a:pt x="2819" y="2371"/>
                  </a:lnTo>
                  <a:lnTo>
                    <a:pt x="2827" y="2395"/>
                  </a:lnTo>
                  <a:lnTo>
                    <a:pt x="2834" y="2419"/>
                  </a:lnTo>
                  <a:lnTo>
                    <a:pt x="2842" y="2443"/>
                  </a:lnTo>
                  <a:lnTo>
                    <a:pt x="2851" y="2466"/>
                  </a:lnTo>
                  <a:lnTo>
                    <a:pt x="2859" y="2490"/>
                  </a:lnTo>
                  <a:lnTo>
                    <a:pt x="2867" y="2511"/>
                  </a:lnTo>
                  <a:lnTo>
                    <a:pt x="2875" y="2534"/>
                  </a:lnTo>
                  <a:lnTo>
                    <a:pt x="2883" y="2556"/>
                  </a:lnTo>
                  <a:lnTo>
                    <a:pt x="2891" y="2577"/>
                  </a:lnTo>
                  <a:lnTo>
                    <a:pt x="2899" y="2598"/>
                  </a:lnTo>
                  <a:lnTo>
                    <a:pt x="2907" y="2618"/>
                  </a:lnTo>
                  <a:lnTo>
                    <a:pt x="2914" y="2638"/>
                  </a:lnTo>
                  <a:lnTo>
                    <a:pt x="2922" y="2657"/>
                  </a:lnTo>
                  <a:lnTo>
                    <a:pt x="2929" y="2676"/>
                  </a:lnTo>
                  <a:lnTo>
                    <a:pt x="2936" y="2693"/>
                  </a:lnTo>
                  <a:lnTo>
                    <a:pt x="2942" y="2711"/>
                  </a:lnTo>
                  <a:lnTo>
                    <a:pt x="2949" y="2727"/>
                  </a:lnTo>
                  <a:lnTo>
                    <a:pt x="2955" y="2742"/>
                  </a:lnTo>
                  <a:lnTo>
                    <a:pt x="2960" y="2758"/>
                  </a:lnTo>
                  <a:lnTo>
                    <a:pt x="2965" y="2771"/>
                  </a:lnTo>
                  <a:lnTo>
                    <a:pt x="2970" y="2785"/>
                  </a:lnTo>
                  <a:lnTo>
                    <a:pt x="2977" y="2805"/>
                  </a:lnTo>
                  <a:lnTo>
                    <a:pt x="2985" y="2835"/>
                  </a:lnTo>
                  <a:lnTo>
                    <a:pt x="2997" y="2870"/>
                  </a:lnTo>
                  <a:lnTo>
                    <a:pt x="3009" y="2910"/>
                  </a:lnTo>
                  <a:lnTo>
                    <a:pt x="3024" y="2955"/>
                  </a:lnTo>
                  <a:lnTo>
                    <a:pt x="3039" y="3004"/>
                  </a:lnTo>
                  <a:lnTo>
                    <a:pt x="3055" y="3054"/>
                  </a:lnTo>
                  <a:lnTo>
                    <a:pt x="3072" y="3105"/>
                  </a:lnTo>
                  <a:lnTo>
                    <a:pt x="3088" y="3157"/>
                  </a:lnTo>
                  <a:lnTo>
                    <a:pt x="3105" y="3206"/>
                  </a:lnTo>
                  <a:lnTo>
                    <a:pt x="3122" y="3253"/>
                  </a:lnTo>
                  <a:lnTo>
                    <a:pt x="3137" y="3297"/>
                  </a:lnTo>
                  <a:lnTo>
                    <a:pt x="3152" y="3336"/>
                  </a:lnTo>
                  <a:lnTo>
                    <a:pt x="3165" y="3370"/>
                  </a:lnTo>
                  <a:lnTo>
                    <a:pt x="3178" y="3397"/>
                  </a:lnTo>
                  <a:lnTo>
                    <a:pt x="3188" y="3415"/>
                  </a:lnTo>
                  <a:lnTo>
                    <a:pt x="3200" y="3436"/>
                  </a:lnTo>
                  <a:lnTo>
                    <a:pt x="3201" y="3444"/>
                  </a:lnTo>
                  <a:lnTo>
                    <a:pt x="3192" y="3444"/>
                  </a:lnTo>
                  <a:lnTo>
                    <a:pt x="3180" y="3441"/>
                  </a:lnTo>
                  <a:lnTo>
                    <a:pt x="3165" y="3441"/>
                  </a:lnTo>
                  <a:lnTo>
                    <a:pt x="3154" y="3448"/>
                  </a:lnTo>
                  <a:lnTo>
                    <a:pt x="3147" y="3466"/>
                  </a:lnTo>
                  <a:lnTo>
                    <a:pt x="3149" y="3503"/>
                  </a:lnTo>
                  <a:lnTo>
                    <a:pt x="3152" y="3524"/>
                  </a:lnTo>
                  <a:lnTo>
                    <a:pt x="3155" y="3545"/>
                  </a:lnTo>
                  <a:lnTo>
                    <a:pt x="3157" y="3564"/>
                  </a:lnTo>
                  <a:lnTo>
                    <a:pt x="3158" y="3579"/>
                  </a:lnTo>
                  <a:lnTo>
                    <a:pt x="3159" y="3593"/>
                  </a:lnTo>
                  <a:lnTo>
                    <a:pt x="3158" y="3604"/>
                  </a:lnTo>
                  <a:lnTo>
                    <a:pt x="3156" y="3613"/>
                  </a:lnTo>
                  <a:lnTo>
                    <a:pt x="3153" y="3618"/>
                  </a:lnTo>
                  <a:lnTo>
                    <a:pt x="3148" y="3621"/>
                  </a:lnTo>
                  <a:lnTo>
                    <a:pt x="3140" y="3620"/>
                  </a:lnTo>
                  <a:lnTo>
                    <a:pt x="3132" y="3615"/>
                  </a:lnTo>
                  <a:lnTo>
                    <a:pt x="3122" y="3606"/>
                  </a:lnTo>
                  <a:lnTo>
                    <a:pt x="3110" y="3595"/>
                  </a:lnTo>
                  <a:lnTo>
                    <a:pt x="3096" y="3578"/>
                  </a:lnTo>
                  <a:lnTo>
                    <a:pt x="3078" y="3559"/>
                  </a:lnTo>
                  <a:lnTo>
                    <a:pt x="3059" y="3534"/>
                  </a:lnTo>
                  <a:lnTo>
                    <a:pt x="3038" y="3508"/>
                  </a:lnTo>
                  <a:lnTo>
                    <a:pt x="3016" y="3483"/>
                  </a:lnTo>
                  <a:lnTo>
                    <a:pt x="2994" y="3459"/>
                  </a:lnTo>
                  <a:lnTo>
                    <a:pt x="2971" y="3438"/>
                  </a:lnTo>
                  <a:lnTo>
                    <a:pt x="2947" y="3419"/>
                  </a:lnTo>
                  <a:lnTo>
                    <a:pt x="2922" y="3403"/>
                  </a:lnTo>
                  <a:lnTo>
                    <a:pt x="2897" y="3389"/>
                  </a:lnTo>
                  <a:lnTo>
                    <a:pt x="2872" y="3380"/>
                  </a:lnTo>
                  <a:lnTo>
                    <a:pt x="2846" y="3373"/>
                  </a:lnTo>
                  <a:lnTo>
                    <a:pt x="2820" y="3371"/>
                  </a:lnTo>
                  <a:lnTo>
                    <a:pt x="2794" y="3372"/>
                  </a:lnTo>
                  <a:lnTo>
                    <a:pt x="2768" y="3377"/>
                  </a:lnTo>
                  <a:lnTo>
                    <a:pt x="2741" y="3387"/>
                  </a:lnTo>
                  <a:lnTo>
                    <a:pt x="2714" y="3403"/>
                  </a:lnTo>
                  <a:lnTo>
                    <a:pt x="2688" y="3424"/>
                  </a:lnTo>
                  <a:lnTo>
                    <a:pt x="2662" y="3451"/>
                  </a:lnTo>
                  <a:lnTo>
                    <a:pt x="2636" y="3482"/>
                  </a:lnTo>
                  <a:lnTo>
                    <a:pt x="2608" y="3514"/>
                  </a:lnTo>
                  <a:lnTo>
                    <a:pt x="2580" y="3547"/>
                  </a:lnTo>
                  <a:lnTo>
                    <a:pt x="2550" y="3580"/>
                  </a:lnTo>
                  <a:lnTo>
                    <a:pt x="2519" y="3613"/>
                  </a:lnTo>
                  <a:lnTo>
                    <a:pt x="2485" y="3644"/>
                  </a:lnTo>
                  <a:lnTo>
                    <a:pt x="2450" y="3673"/>
                  </a:lnTo>
                  <a:lnTo>
                    <a:pt x="2411" y="3699"/>
                  </a:lnTo>
                  <a:lnTo>
                    <a:pt x="2371" y="3721"/>
                  </a:lnTo>
                  <a:lnTo>
                    <a:pt x="2327" y="3738"/>
                  </a:lnTo>
                  <a:lnTo>
                    <a:pt x="2280" y="3751"/>
                  </a:lnTo>
                  <a:lnTo>
                    <a:pt x="2230" y="3758"/>
                  </a:lnTo>
                  <a:lnTo>
                    <a:pt x="2176" y="3757"/>
                  </a:lnTo>
                  <a:lnTo>
                    <a:pt x="2119" y="3750"/>
                  </a:lnTo>
                  <a:lnTo>
                    <a:pt x="2056" y="3733"/>
                  </a:lnTo>
                  <a:lnTo>
                    <a:pt x="1989" y="3708"/>
                  </a:lnTo>
                  <a:lnTo>
                    <a:pt x="1992" y="3707"/>
                  </a:lnTo>
                  <a:lnTo>
                    <a:pt x="1997" y="3702"/>
                  </a:lnTo>
                  <a:lnTo>
                    <a:pt x="2006" y="3695"/>
                  </a:lnTo>
                  <a:lnTo>
                    <a:pt x="2017" y="3683"/>
                  </a:lnTo>
                  <a:lnTo>
                    <a:pt x="2029" y="3670"/>
                  </a:lnTo>
                  <a:lnTo>
                    <a:pt x="2042" y="3652"/>
                  </a:lnTo>
                  <a:lnTo>
                    <a:pt x="2054" y="3631"/>
                  </a:lnTo>
                  <a:lnTo>
                    <a:pt x="2067" y="3608"/>
                  </a:lnTo>
                  <a:lnTo>
                    <a:pt x="2077" y="3580"/>
                  </a:lnTo>
                  <a:lnTo>
                    <a:pt x="2084" y="3549"/>
                  </a:lnTo>
                  <a:lnTo>
                    <a:pt x="2089" y="3514"/>
                  </a:lnTo>
                  <a:lnTo>
                    <a:pt x="2092" y="3476"/>
                  </a:lnTo>
                  <a:lnTo>
                    <a:pt x="2088" y="3434"/>
                  </a:lnTo>
                  <a:lnTo>
                    <a:pt x="2080" y="3388"/>
                  </a:lnTo>
                  <a:lnTo>
                    <a:pt x="2067" y="3338"/>
                  </a:lnTo>
                  <a:lnTo>
                    <a:pt x="2046" y="3284"/>
                  </a:lnTo>
                  <a:lnTo>
                    <a:pt x="2023" y="3234"/>
                  </a:lnTo>
                  <a:lnTo>
                    <a:pt x="2000" y="3192"/>
                  </a:lnTo>
                  <a:lnTo>
                    <a:pt x="1980" y="3159"/>
                  </a:lnTo>
                  <a:lnTo>
                    <a:pt x="1960" y="3134"/>
                  </a:lnTo>
                  <a:lnTo>
                    <a:pt x="1942" y="3115"/>
                  </a:lnTo>
                  <a:lnTo>
                    <a:pt x="1924" y="3103"/>
                  </a:lnTo>
                  <a:lnTo>
                    <a:pt x="1907" y="3095"/>
                  </a:lnTo>
                  <a:lnTo>
                    <a:pt x="1891" y="3092"/>
                  </a:lnTo>
                  <a:lnTo>
                    <a:pt x="1874" y="3092"/>
                  </a:lnTo>
                  <a:lnTo>
                    <a:pt x="1858" y="3095"/>
                  </a:lnTo>
                  <a:lnTo>
                    <a:pt x="1843" y="3101"/>
                  </a:lnTo>
                  <a:lnTo>
                    <a:pt x="1826" y="3106"/>
                  </a:lnTo>
                  <a:lnTo>
                    <a:pt x="1810" y="3112"/>
                  </a:lnTo>
                  <a:lnTo>
                    <a:pt x="1793" y="3117"/>
                  </a:lnTo>
                  <a:lnTo>
                    <a:pt x="1776" y="3121"/>
                  </a:lnTo>
                  <a:lnTo>
                    <a:pt x="1757" y="3122"/>
                  </a:lnTo>
                  <a:lnTo>
                    <a:pt x="1738" y="3122"/>
                  </a:lnTo>
                  <a:lnTo>
                    <a:pt x="1721" y="3123"/>
                  </a:lnTo>
                  <a:lnTo>
                    <a:pt x="1701" y="3124"/>
                  </a:lnTo>
                  <a:lnTo>
                    <a:pt x="1681" y="3126"/>
                  </a:lnTo>
                  <a:lnTo>
                    <a:pt x="1660" y="3128"/>
                  </a:lnTo>
                  <a:lnTo>
                    <a:pt x="1636" y="3129"/>
                  </a:lnTo>
                  <a:lnTo>
                    <a:pt x="1610" y="3130"/>
                  </a:lnTo>
                  <a:lnTo>
                    <a:pt x="1581" y="3130"/>
                  </a:lnTo>
                  <a:lnTo>
                    <a:pt x="1549" y="3130"/>
                  </a:lnTo>
                  <a:lnTo>
                    <a:pt x="1512" y="3129"/>
                  </a:lnTo>
                  <a:lnTo>
                    <a:pt x="1471" y="3126"/>
                  </a:lnTo>
                  <a:lnTo>
                    <a:pt x="1425" y="3122"/>
                  </a:lnTo>
                  <a:lnTo>
                    <a:pt x="1374" y="3117"/>
                  </a:lnTo>
                  <a:lnTo>
                    <a:pt x="1317" y="3111"/>
                  </a:lnTo>
                  <a:lnTo>
                    <a:pt x="1252" y="3102"/>
                  </a:lnTo>
                  <a:lnTo>
                    <a:pt x="1181" y="3091"/>
                  </a:lnTo>
                  <a:lnTo>
                    <a:pt x="1144" y="3085"/>
                  </a:lnTo>
                  <a:lnTo>
                    <a:pt x="1107" y="3080"/>
                  </a:lnTo>
                  <a:lnTo>
                    <a:pt x="1070" y="3074"/>
                  </a:lnTo>
                  <a:lnTo>
                    <a:pt x="1033" y="3067"/>
                  </a:lnTo>
                  <a:lnTo>
                    <a:pt x="997" y="3061"/>
                  </a:lnTo>
                  <a:lnTo>
                    <a:pt x="962" y="3055"/>
                  </a:lnTo>
                  <a:lnTo>
                    <a:pt x="926" y="3049"/>
                  </a:lnTo>
                  <a:lnTo>
                    <a:pt x="892" y="3041"/>
                  </a:lnTo>
                  <a:lnTo>
                    <a:pt x="857" y="3035"/>
                  </a:lnTo>
                  <a:lnTo>
                    <a:pt x="823" y="3029"/>
                  </a:lnTo>
                  <a:lnTo>
                    <a:pt x="791" y="3023"/>
                  </a:lnTo>
                  <a:lnTo>
                    <a:pt x="758" y="3015"/>
                  </a:lnTo>
                  <a:lnTo>
                    <a:pt x="726" y="3009"/>
                  </a:lnTo>
                  <a:lnTo>
                    <a:pt x="696" y="3003"/>
                  </a:lnTo>
                  <a:lnTo>
                    <a:pt x="666" y="2996"/>
                  </a:lnTo>
                  <a:lnTo>
                    <a:pt x="638" y="2989"/>
                  </a:lnTo>
                  <a:lnTo>
                    <a:pt x="609" y="2983"/>
                  </a:lnTo>
                  <a:lnTo>
                    <a:pt x="582" y="2977"/>
                  </a:lnTo>
                  <a:lnTo>
                    <a:pt x="556" y="2970"/>
                  </a:lnTo>
                  <a:lnTo>
                    <a:pt x="532" y="2963"/>
                  </a:lnTo>
                  <a:lnTo>
                    <a:pt x="508" y="2957"/>
                  </a:lnTo>
                  <a:lnTo>
                    <a:pt x="487" y="2951"/>
                  </a:lnTo>
                  <a:lnTo>
                    <a:pt x="466" y="2945"/>
                  </a:lnTo>
                  <a:lnTo>
                    <a:pt x="446" y="2938"/>
                  </a:lnTo>
                  <a:lnTo>
                    <a:pt x="428" y="2932"/>
                  </a:lnTo>
                  <a:lnTo>
                    <a:pt x="412" y="2926"/>
                  </a:lnTo>
                  <a:lnTo>
                    <a:pt x="397" y="2920"/>
                  </a:lnTo>
                  <a:lnTo>
                    <a:pt x="383" y="2915"/>
                  </a:lnTo>
                  <a:lnTo>
                    <a:pt x="372" y="2908"/>
                  </a:lnTo>
                  <a:lnTo>
                    <a:pt x="362" y="2903"/>
                  </a:lnTo>
                  <a:lnTo>
                    <a:pt x="353" y="2897"/>
                  </a:lnTo>
                  <a:lnTo>
                    <a:pt x="347" y="2892"/>
                  </a:lnTo>
                  <a:lnTo>
                    <a:pt x="349" y="2892"/>
                  </a:lnTo>
                  <a:lnTo>
                    <a:pt x="356" y="2893"/>
                  </a:lnTo>
                  <a:lnTo>
                    <a:pt x="369" y="2894"/>
                  </a:lnTo>
                  <a:lnTo>
                    <a:pt x="385" y="2896"/>
                  </a:lnTo>
                  <a:lnTo>
                    <a:pt x="405" y="2899"/>
                  </a:lnTo>
                  <a:lnTo>
                    <a:pt x="428" y="2901"/>
                  </a:lnTo>
                  <a:lnTo>
                    <a:pt x="455" y="2904"/>
                  </a:lnTo>
                  <a:lnTo>
                    <a:pt x="486" y="2908"/>
                  </a:lnTo>
                  <a:lnTo>
                    <a:pt x="519" y="2911"/>
                  </a:lnTo>
                  <a:lnTo>
                    <a:pt x="554" y="2916"/>
                  </a:lnTo>
                  <a:lnTo>
                    <a:pt x="592" y="2921"/>
                  </a:lnTo>
                  <a:lnTo>
                    <a:pt x="631" y="2925"/>
                  </a:lnTo>
                  <a:lnTo>
                    <a:pt x="672" y="2930"/>
                  </a:lnTo>
                  <a:lnTo>
                    <a:pt x="714" y="2934"/>
                  </a:lnTo>
                  <a:lnTo>
                    <a:pt x="757" y="2939"/>
                  </a:lnTo>
                  <a:lnTo>
                    <a:pt x="801" y="2945"/>
                  </a:lnTo>
                  <a:lnTo>
                    <a:pt x="846" y="2950"/>
                  </a:lnTo>
                  <a:lnTo>
                    <a:pt x="891" y="2955"/>
                  </a:lnTo>
                  <a:lnTo>
                    <a:pt x="934" y="2960"/>
                  </a:lnTo>
                  <a:lnTo>
                    <a:pt x="978" y="2965"/>
                  </a:lnTo>
                  <a:lnTo>
                    <a:pt x="1022" y="2971"/>
                  </a:lnTo>
                  <a:lnTo>
                    <a:pt x="1064" y="2976"/>
                  </a:lnTo>
                  <a:lnTo>
                    <a:pt x="1104" y="2980"/>
                  </a:lnTo>
                  <a:lnTo>
                    <a:pt x="1143" y="2984"/>
                  </a:lnTo>
                  <a:lnTo>
                    <a:pt x="1180" y="2989"/>
                  </a:lnTo>
                  <a:lnTo>
                    <a:pt x="1215" y="2992"/>
                  </a:lnTo>
                  <a:lnTo>
                    <a:pt x="1247" y="2997"/>
                  </a:lnTo>
                  <a:lnTo>
                    <a:pt x="1277" y="3000"/>
                  </a:lnTo>
                  <a:lnTo>
                    <a:pt x="1303" y="3003"/>
                  </a:lnTo>
                  <a:lnTo>
                    <a:pt x="1326" y="3005"/>
                  </a:lnTo>
                  <a:lnTo>
                    <a:pt x="1345" y="3007"/>
                  </a:lnTo>
                  <a:lnTo>
                    <a:pt x="1360" y="3009"/>
                  </a:lnTo>
                  <a:lnTo>
                    <a:pt x="1388" y="3011"/>
                  </a:lnTo>
                  <a:lnTo>
                    <a:pt x="1418" y="3014"/>
                  </a:lnTo>
                  <a:lnTo>
                    <a:pt x="1451" y="3015"/>
                  </a:lnTo>
                  <a:lnTo>
                    <a:pt x="1484" y="3017"/>
                  </a:lnTo>
                  <a:lnTo>
                    <a:pt x="1520" y="3017"/>
                  </a:lnTo>
                  <a:lnTo>
                    <a:pt x="1555" y="3018"/>
                  </a:lnTo>
                  <a:lnTo>
                    <a:pt x="1591" y="3018"/>
                  </a:lnTo>
                  <a:lnTo>
                    <a:pt x="1626" y="3017"/>
                  </a:lnTo>
                  <a:lnTo>
                    <a:pt x="1659" y="3016"/>
                  </a:lnTo>
                  <a:lnTo>
                    <a:pt x="1692" y="3014"/>
                  </a:lnTo>
                  <a:lnTo>
                    <a:pt x="1722" y="3011"/>
                  </a:lnTo>
                  <a:lnTo>
                    <a:pt x="1749" y="3008"/>
                  </a:lnTo>
                  <a:lnTo>
                    <a:pt x="1772" y="3004"/>
                  </a:lnTo>
                  <a:lnTo>
                    <a:pt x="1792" y="3000"/>
                  </a:lnTo>
                  <a:lnTo>
                    <a:pt x="1807" y="2994"/>
                  </a:lnTo>
                  <a:lnTo>
                    <a:pt x="1818" y="2987"/>
                  </a:lnTo>
                  <a:lnTo>
                    <a:pt x="1825" y="2979"/>
                  </a:lnTo>
                  <a:lnTo>
                    <a:pt x="1832" y="2968"/>
                  </a:lnTo>
                  <a:lnTo>
                    <a:pt x="1840" y="2953"/>
                  </a:lnTo>
                  <a:lnTo>
                    <a:pt x="1846" y="2936"/>
                  </a:lnTo>
                  <a:lnTo>
                    <a:pt x="1852" y="2918"/>
                  </a:lnTo>
                  <a:lnTo>
                    <a:pt x="1858" y="2896"/>
                  </a:lnTo>
                  <a:lnTo>
                    <a:pt x="1863" y="2873"/>
                  </a:lnTo>
                  <a:lnTo>
                    <a:pt x="1868" y="2849"/>
                  </a:lnTo>
                  <a:lnTo>
                    <a:pt x="1871" y="2824"/>
                  </a:lnTo>
                  <a:lnTo>
                    <a:pt x="1873" y="2798"/>
                  </a:lnTo>
                  <a:lnTo>
                    <a:pt x="1874" y="2771"/>
                  </a:lnTo>
                  <a:lnTo>
                    <a:pt x="1873" y="2744"/>
                  </a:lnTo>
                  <a:lnTo>
                    <a:pt x="1872" y="2716"/>
                  </a:lnTo>
                  <a:lnTo>
                    <a:pt x="1869" y="2689"/>
                  </a:lnTo>
                  <a:lnTo>
                    <a:pt x="1863" y="2663"/>
                  </a:lnTo>
                  <a:lnTo>
                    <a:pt x="1857" y="2637"/>
                  </a:lnTo>
                  <a:lnTo>
                    <a:pt x="1849" y="2611"/>
                  </a:lnTo>
                  <a:lnTo>
                    <a:pt x="1838" y="2585"/>
                  </a:lnTo>
                  <a:lnTo>
                    <a:pt x="1827" y="2559"/>
                  </a:lnTo>
                  <a:lnTo>
                    <a:pt x="1813" y="2534"/>
                  </a:lnTo>
                  <a:lnTo>
                    <a:pt x="1799" y="2509"/>
                  </a:lnTo>
                  <a:lnTo>
                    <a:pt x="1783" y="2485"/>
                  </a:lnTo>
                  <a:lnTo>
                    <a:pt x="1767" y="2464"/>
                  </a:lnTo>
                  <a:lnTo>
                    <a:pt x="1749" y="2443"/>
                  </a:lnTo>
                  <a:lnTo>
                    <a:pt x="1730" y="2424"/>
                  </a:lnTo>
                  <a:lnTo>
                    <a:pt x="1711" y="2408"/>
                  </a:lnTo>
                  <a:lnTo>
                    <a:pt x="1692" y="2393"/>
                  </a:lnTo>
                  <a:lnTo>
                    <a:pt x="1673" y="2382"/>
                  </a:lnTo>
                  <a:lnTo>
                    <a:pt x="1652" y="2373"/>
                  </a:lnTo>
                  <a:lnTo>
                    <a:pt x="1632" y="2369"/>
                  </a:lnTo>
                  <a:lnTo>
                    <a:pt x="1614" y="2368"/>
                  </a:lnTo>
                  <a:lnTo>
                    <a:pt x="1594" y="2371"/>
                  </a:lnTo>
                  <a:lnTo>
                    <a:pt x="1591" y="2372"/>
                  </a:lnTo>
                  <a:lnTo>
                    <a:pt x="1582" y="2373"/>
                  </a:lnTo>
                  <a:lnTo>
                    <a:pt x="1570" y="2376"/>
                  </a:lnTo>
                  <a:lnTo>
                    <a:pt x="1552" y="2380"/>
                  </a:lnTo>
                  <a:lnTo>
                    <a:pt x="1530" y="2384"/>
                  </a:lnTo>
                  <a:lnTo>
                    <a:pt x="1505" y="2388"/>
                  </a:lnTo>
                  <a:lnTo>
                    <a:pt x="1477" y="2392"/>
                  </a:lnTo>
                  <a:lnTo>
                    <a:pt x="1447" y="2396"/>
                  </a:lnTo>
                  <a:lnTo>
                    <a:pt x="1416" y="2399"/>
                  </a:lnTo>
                  <a:lnTo>
                    <a:pt x="1382" y="2402"/>
                  </a:lnTo>
                  <a:lnTo>
                    <a:pt x="1348" y="2404"/>
                  </a:lnTo>
                  <a:lnTo>
                    <a:pt x="1313" y="2405"/>
                  </a:lnTo>
                  <a:lnTo>
                    <a:pt x="1278" y="2404"/>
                  </a:lnTo>
                  <a:lnTo>
                    <a:pt x="1245" y="2402"/>
                  </a:lnTo>
                  <a:lnTo>
                    <a:pt x="1213" y="2399"/>
                  </a:lnTo>
                  <a:lnTo>
                    <a:pt x="1181" y="2393"/>
                  </a:lnTo>
                  <a:lnTo>
                    <a:pt x="1152" y="2386"/>
                  </a:lnTo>
                  <a:lnTo>
                    <a:pt x="1123" y="2377"/>
                  </a:lnTo>
                  <a:lnTo>
                    <a:pt x="1095" y="2370"/>
                  </a:lnTo>
                  <a:lnTo>
                    <a:pt x="1068" y="2361"/>
                  </a:lnTo>
                  <a:lnTo>
                    <a:pt x="1041" y="2353"/>
                  </a:lnTo>
                  <a:lnTo>
                    <a:pt x="1014" y="2343"/>
                  </a:lnTo>
                  <a:lnTo>
                    <a:pt x="987" y="2335"/>
                  </a:lnTo>
                  <a:lnTo>
                    <a:pt x="959" y="2326"/>
                  </a:lnTo>
                  <a:lnTo>
                    <a:pt x="932" y="2317"/>
                  </a:lnTo>
                  <a:lnTo>
                    <a:pt x="904" y="2309"/>
                  </a:lnTo>
                  <a:lnTo>
                    <a:pt x="876" y="2301"/>
                  </a:lnTo>
                  <a:lnTo>
                    <a:pt x="848" y="2292"/>
                  </a:lnTo>
                  <a:lnTo>
                    <a:pt x="818" y="2285"/>
                  </a:lnTo>
                  <a:lnTo>
                    <a:pt x="788" y="2279"/>
                  </a:lnTo>
                  <a:lnTo>
                    <a:pt x="756" y="2273"/>
                  </a:lnTo>
                  <a:lnTo>
                    <a:pt x="723" y="2267"/>
                  </a:lnTo>
                  <a:lnTo>
                    <a:pt x="708" y="2265"/>
                  </a:lnTo>
                  <a:lnTo>
                    <a:pt x="691" y="2262"/>
                  </a:lnTo>
                  <a:lnTo>
                    <a:pt x="673" y="2259"/>
                  </a:lnTo>
                  <a:lnTo>
                    <a:pt x="653" y="2255"/>
                  </a:lnTo>
                  <a:lnTo>
                    <a:pt x="631" y="2251"/>
                  </a:lnTo>
                  <a:lnTo>
                    <a:pt x="608" y="2247"/>
                  </a:lnTo>
                  <a:lnTo>
                    <a:pt x="584" y="2241"/>
                  </a:lnTo>
                  <a:lnTo>
                    <a:pt x="559" y="2236"/>
                  </a:lnTo>
                  <a:lnTo>
                    <a:pt x="535" y="2230"/>
                  </a:lnTo>
                  <a:lnTo>
                    <a:pt x="507" y="2224"/>
                  </a:lnTo>
                  <a:lnTo>
                    <a:pt x="480" y="2217"/>
                  </a:lnTo>
                  <a:lnTo>
                    <a:pt x="453" y="2211"/>
                  </a:lnTo>
                  <a:lnTo>
                    <a:pt x="425" y="2204"/>
                  </a:lnTo>
                  <a:lnTo>
                    <a:pt x="397" y="2197"/>
                  </a:lnTo>
                  <a:lnTo>
                    <a:pt x="369" y="2189"/>
                  </a:lnTo>
                  <a:lnTo>
                    <a:pt x="341" y="2182"/>
                  </a:lnTo>
                  <a:lnTo>
                    <a:pt x="313" y="2175"/>
                  </a:lnTo>
                  <a:lnTo>
                    <a:pt x="285" y="2167"/>
                  </a:lnTo>
                  <a:lnTo>
                    <a:pt x="257" y="2159"/>
                  </a:lnTo>
                  <a:lnTo>
                    <a:pt x="230" y="2151"/>
                  </a:lnTo>
                  <a:lnTo>
                    <a:pt x="204" y="2143"/>
                  </a:lnTo>
                  <a:lnTo>
                    <a:pt x="179" y="2134"/>
                  </a:lnTo>
                  <a:lnTo>
                    <a:pt x="154" y="2126"/>
                  </a:lnTo>
                  <a:lnTo>
                    <a:pt x="131" y="2118"/>
                  </a:lnTo>
                  <a:lnTo>
                    <a:pt x="110" y="2110"/>
                  </a:lnTo>
                  <a:lnTo>
                    <a:pt x="89" y="2102"/>
                  </a:lnTo>
                  <a:lnTo>
                    <a:pt x="70" y="2094"/>
                  </a:lnTo>
                  <a:lnTo>
                    <a:pt x="52" y="2086"/>
                  </a:lnTo>
                  <a:lnTo>
                    <a:pt x="37" y="2077"/>
                  </a:lnTo>
                  <a:lnTo>
                    <a:pt x="22" y="2070"/>
                  </a:lnTo>
                  <a:lnTo>
                    <a:pt x="11" y="2062"/>
                  </a:lnTo>
                  <a:lnTo>
                    <a:pt x="0" y="2054"/>
                  </a:lnTo>
                  <a:lnTo>
                    <a:pt x="1" y="2054"/>
                  </a:lnTo>
                  <a:lnTo>
                    <a:pt x="3" y="2055"/>
                  </a:lnTo>
                  <a:lnTo>
                    <a:pt x="7" y="2056"/>
                  </a:lnTo>
                  <a:lnTo>
                    <a:pt x="13" y="2057"/>
                  </a:lnTo>
                  <a:lnTo>
                    <a:pt x="20" y="2060"/>
                  </a:lnTo>
                  <a:lnTo>
                    <a:pt x="29" y="2062"/>
                  </a:lnTo>
                  <a:lnTo>
                    <a:pt x="39" y="2065"/>
                  </a:lnTo>
                  <a:lnTo>
                    <a:pt x="51" y="2068"/>
                  </a:lnTo>
                  <a:lnTo>
                    <a:pt x="64" y="2071"/>
                  </a:lnTo>
                  <a:lnTo>
                    <a:pt x="78" y="2074"/>
                  </a:lnTo>
                  <a:lnTo>
                    <a:pt x="94" y="2078"/>
                  </a:lnTo>
                  <a:lnTo>
                    <a:pt x="111" y="2082"/>
                  </a:lnTo>
                  <a:lnTo>
                    <a:pt x="129" y="2087"/>
                  </a:lnTo>
                  <a:lnTo>
                    <a:pt x="149" y="2091"/>
                  </a:lnTo>
                  <a:lnTo>
                    <a:pt x="170" y="2095"/>
                  </a:lnTo>
                  <a:lnTo>
                    <a:pt x="192" y="2099"/>
                  </a:lnTo>
                  <a:lnTo>
                    <a:pt x="215" y="2104"/>
                  </a:lnTo>
                  <a:lnTo>
                    <a:pt x="240" y="2108"/>
                  </a:lnTo>
                  <a:lnTo>
                    <a:pt x="265" y="2114"/>
                  </a:lnTo>
                  <a:lnTo>
                    <a:pt x="292" y="2119"/>
                  </a:lnTo>
                  <a:lnTo>
                    <a:pt x="319" y="2123"/>
                  </a:lnTo>
                  <a:lnTo>
                    <a:pt x="348" y="2128"/>
                  </a:lnTo>
                  <a:lnTo>
                    <a:pt x="378" y="2132"/>
                  </a:lnTo>
                  <a:lnTo>
                    <a:pt x="408" y="2137"/>
                  </a:lnTo>
                  <a:lnTo>
                    <a:pt x="440" y="2142"/>
                  </a:lnTo>
                  <a:lnTo>
                    <a:pt x="472" y="2146"/>
                  </a:lnTo>
                  <a:lnTo>
                    <a:pt x="505" y="2150"/>
                  </a:lnTo>
                  <a:lnTo>
                    <a:pt x="540" y="2154"/>
                  </a:lnTo>
                  <a:lnTo>
                    <a:pt x="575" y="2158"/>
                  </a:lnTo>
                  <a:lnTo>
                    <a:pt x="611" y="2162"/>
                  </a:lnTo>
                  <a:lnTo>
                    <a:pt x="647" y="2166"/>
                  </a:lnTo>
                  <a:lnTo>
                    <a:pt x="684" y="2169"/>
                  </a:lnTo>
                  <a:lnTo>
                    <a:pt x="709" y="2171"/>
                  </a:lnTo>
                  <a:lnTo>
                    <a:pt x="734" y="2174"/>
                  </a:lnTo>
                  <a:lnTo>
                    <a:pt x="761" y="2177"/>
                  </a:lnTo>
                  <a:lnTo>
                    <a:pt x="787" y="2181"/>
                  </a:lnTo>
                  <a:lnTo>
                    <a:pt x="813" y="2185"/>
                  </a:lnTo>
                  <a:lnTo>
                    <a:pt x="840" y="2189"/>
                  </a:lnTo>
                  <a:lnTo>
                    <a:pt x="868" y="2195"/>
                  </a:lnTo>
                  <a:lnTo>
                    <a:pt x="895" y="2200"/>
                  </a:lnTo>
                  <a:lnTo>
                    <a:pt x="923" y="2206"/>
                  </a:lnTo>
                  <a:lnTo>
                    <a:pt x="951" y="2211"/>
                  </a:lnTo>
                  <a:lnTo>
                    <a:pt x="979" y="2217"/>
                  </a:lnTo>
                  <a:lnTo>
                    <a:pt x="1007" y="2223"/>
                  </a:lnTo>
                  <a:lnTo>
                    <a:pt x="1035" y="2229"/>
                  </a:lnTo>
                  <a:lnTo>
                    <a:pt x="1063" y="2235"/>
                  </a:lnTo>
                  <a:lnTo>
                    <a:pt x="1091" y="2240"/>
                  </a:lnTo>
                  <a:lnTo>
                    <a:pt x="1118" y="2247"/>
                  </a:lnTo>
                  <a:lnTo>
                    <a:pt x="1145" y="2252"/>
                  </a:lnTo>
                  <a:lnTo>
                    <a:pt x="1172" y="2257"/>
                  </a:lnTo>
                  <a:lnTo>
                    <a:pt x="1198" y="2262"/>
                  </a:lnTo>
                  <a:lnTo>
                    <a:pt x="1224" y="2267"/>
                  </a:lnTo>
                  <a:lnTo>
                    <a:pt x="1249" y="2271"/>
                  </a:lnTo>
                  <a:lnTo>
                    <a:pt x="1274" y="2276"/>
                  </a:lnTo>
                  <a:lnTo>
                    <a:pt x="1298" y="2279"/>
                  </a:lnTo>
                  <a:lnTo>
                    <a:pt x="1321" y="2282"/>
                  </a:lnTo>
                  <a:lnTo>
                    <a:pt x="1343" y="2284"/>
                  </a:lnTo>
                  <a:lnTo>
                    <a:pt x="1365" y="2286"/>
                  </a:lnTo>
                  <a:lnTo>
                    <a:pt x="1384" y="2287"/>
                  </a:lnTo>
                  <a:lnTo>
                    <a:pt x="1404" y="2288"/>
                  </a:lnTo>
                  <a:lnTo>
                    <a:pt x="1422" y="2288"/>
                  </a:lnTo>
                  <a:lnTo>
                    <a:pt x="1440" y="2287"/>
                  </a:lnTo>
                  <a:lnTo>
                    <a:pt x="1455" y="2285"/>
                  </a:lnTo>
                  <a:lnTo>
                    <a:pt x="1470" y="2282"/>
                  </a:lnTo>
                  <a:lnTo>
                    <a:pt x="1497" y="2273"/>
                  </a:lnTo>
                  <a:lnTo>
                    <a:pt x="1523" y="2259"/>
                  </a:lnTo>
                  <a:lnTo>
                    <a:pt x="1548" y="2241"/>
                  </a:lnTo>
                  <a:lnTo>
                    <a:pt x="1571" y="2220"/>
                  </a:lnTo>
                  <a:lnTo>
                    <a:pt x="1593" y="2194"/>
                  </a:lnTo>
                  <a:lnTo>
                    <a:pt x="1612" y="2166"/>
                  </a:lnTo>
                  <a:lnTo>
                    <a:pt x="1630" y="2134"/>
                  </a:lnTo>
                  <a:lnTo>
                    <a:pt x="1646" y="2101"/>
                  </a:lnTo>
                  <a:lnTo>
                    <a:pt x="1659" y="2066"/>
                  </a:lnTo>
                  <a:lnTo>
                    <a:pt x="1672" y="2028"/>
                  </a:lnTo>
                  <a:lnTo>
                    <a:pt x="1681" y="1991"/>
                  </a:lnTo>
                  <a:lnTo>
                    <a:pt x="1687" y="1952"/>
                  </a:lnTo>
                  <a:lnTo>
                    <a:pt x="1692" y="1913"/>
                  </a:lnTo>
                  <a:lnTo>
                    <a:pt x="1694" y="1875"/>
                  </a:lnTo>
                  <a:lnTo>
                    <a:pt x="1693" y="1836"/>
                  </a:lnTo>
                  <a:lnTo>
                    <a:pt x="1688" y="1799"/>
                  </a:lnTo>
                  <a:lnTo>
                    <a:pt x="1685" y="1782"/>
                  </a:lnTo>
                  <a:lnTo>
                    <a:pt x="1681" y="1764"/>
                  </a:lnTo>
                  <a:lnTo>
                    <a:pt x="1675" y="1746"/>
                  </a:lnTo>
                  <a:lnTo>
                    <a:pt x="1668" y="1727"/>
                  </a:lnTo>
                  <a:lnTo>
                    <a:pt x="1660" y="1707"/>
                  </a:lnTo>
                  <a:lnTo>
                    <a:pt x="1651" y="1688"/>
                  </a:lnTo>
                  <a:lnTo>
                    <a:pt x="1641" y="1668"/>
                  </a:lnTo>
                  <a:lnTo>
                    <a:pt x="1630" y="1647"/>
                  </a:lnTo>
                  <a:lnTo>
                    <a:pt x="1618" y="1626"/>
                  </a:lnTo>
                  <a:lnTo>
                    <a:pt x="1605" y="1606"/>
                  </a:lnTo>
                  <a:lnTo>
                    <a:pt x="1593" y="1585"/>
                  </a:lnTo>
                  <a:lnTo>
                    <a:pt x="1578" y="1564"/>
                  </a:lnTo>
                  <a:lnTo>
                    <a:pt x="1565" y="1544"/>
                  </a:lnTo>
                  <a:lnTo>
                    <a:pt x="1549" y="1525"/>
                  </a:lnTo>
                  <a:lnTo>
                    <a:pt x="1534" y="1506"/>
                  </a:lnTo>
                  <a:lnTo>
                    <a:pt x="1519" y="1487"/>
                  </a:lnTo>
                  <a:lnTo>
                    <a:pt x="1508" y="1477"/>
                  </a:lnTo>
                  <a:lnTo>
                    <a:pt x="1495" y="1467"/>
                  </a:lnTo>
                  <a:lnTo>
                    <a:pt x="1478" y="1457"/>
                  </a:lnTo>
                  <a:lnTo>
                    <a:pt x="1458" y="1448"/>
                  </a:lnTo>
                  <a:lnTo>
                    <a:pt x="1436" y="1438"/>
                  </a:lnTo>
                  <a:lnTo>
                    <a:pt x="1412" y="1429"/>
                  </a:lnTo>
                  <a:lnTo>
                    <a:pt x="1385" y="1420"/>
                  </a:lnTo>
                  <a:lnTo>
                    <a:pt x="1357" y="1410"/>
                  </a:lnTo>
                  <a:lnTo>
                    <a:pt x="1327" y="1402"/>
                  </a:lnTo>
                  <a:lnTo>
                    <a:pt x="1295" y="1393"/>
                  </a:lnTo>
                  <a:lnTo>
                    <a:pt x="1261" y="1384"/>
                  </a:lnTo>
                  <a:lnTo>
                    <a:pt x="1227" y="1376"/>
                  </a:lnTo>
                  <a:lnTo>
                    <a:pt x="1192" y="1368"/>
                  </a:lnTo>
                  <a:lnTo>
                    <a:pt x="1155" y="1359"/>
                  </a:lnTo>
                  <a:lnTo>
                    <a:pt x="1118" y="1352"/>
                  </a:lnTo>
                  <a:lnTo>
                    <a:pt x="1080" y="1344"/>
                  </a:lnTo>
                  <a:lnTo>
                    <a:pt x="1042" y="1336"/>
                  </a:lnTo>
                  <a:lnTo>
                    <a:pt x="1004" y="1330"/>
                  </a:lnTo>
                  <a:lnTo>
                    <a:pt x="967" y="1323"/>
                  </a:lnTo>
                  <a:lnTo>
                    <a:pt x="929" y="1317"/>
                  </a:lnTo>
                  <a:lnTo>
                    <a:pt x="892" y="1309"/>
                  </a:lnTo>
                  <a:lnTo>
                    <a:pt x="855" y="1303"/>
                  </a:lnTo>
                  <a:lnTo>
                    <a:pt x="820" y="1298"/>
                  </a:lnTo>
                  <a:lnTo>
                    <a:pt x="786" y="1292"/>
                  </a:lnTo>
                  <a:lnTo>
                    <a:pt x="753" y="1287"/>
                  </a:lnTo>
                  <a:lnTo>
                    <a:pt x="721" y="1281"/>
                  </a:lnTo>
                  <a:lnTo>
                    <a:pt x="692" y="1277"/>
                  </a:lnTo>
                  <a:lnTo>
                    <a:pt x="664" y="1272"/>
                  </a:lnTo>
                  <a:lnTo>
                    <a:pt x="638" y="1268"/>
                  </a:lnTo>
                  <a:lnTo>
                    <a:pt x="614" y="1265"/>
                  </a:lnTo>
                  <a:lnTo>
                    <a:pt x="593" y="1261"/>
                  </a:lnTo>
                  <a:lnTo>
                    <a:pt x="574" y="1258"/>
                  </a:lnTo>
                  <a:lnTo>
                    <a:pt x="562" y="1255"/>
                  </a:lnTo>
                  <a:lnTo>
                    <a:pt x="556" y="1253"/>
                  </a:lnTo>
                  <a:lnTo>
                    <a:pt x="557" y="1252"/>
                  </a:lnTo>
                  <a:lnTo>
                    <a:pt x="564" y="1252"/>
                  </a:lnTo>
                  <a:lnTo>
                    <a:pt x="575" y="1252"/>
                  </a:lnTo>
                  <a:lnTo>
                    <a:pt x="592" y="1252"/>
                  </a:lnTo>
                  <a:lnTo>
                    <a:pt x="614" y="1254"/>
                  </a:lnTo>
                  <a:lnTo>
                    <a:pt x="639" y="1255"/>
                  </a:lnTo>
                  <a:lnTo>
                    <a:pt x="668" y="1258"/>
                  </a:lnTo>
                  <a:lnTo>
                    <a:pt x="701" y="1260"/>
                  </a:lnTo>
                  <a:lnTo>
                    <a:pt x="737" y="1263"/>
                  </a:lnTo>
                  <a:lnTo>
                    <a:pt x="774" y="1266"/>
                  </a:lnTo>
                  <a:lnTo>
                    <a:pt x="815" y="1269"/>
                  </a:lnTo>
                  <a:lnTo>
                    <a:pt x="857" y="1272"/>
                  </a:lnTo>
                  <a:lnTo>
                    <a:pt x="900" y="1276"/>
                  </a:lnTo>
                  <a:lnTo>
                    <a:pt x="945" y="1279"/>
                  </a:lnTo>
                  <a:lnTo>
                    <a:pt x="991" y="1283"/>
                  </a:lnTo>
                  <a:lnTo>
                    <a:pt x="1035" y="1288"/>
                  </a:lnTo>
                  <a:lnTo>
                    <a:pt x="1081" y="1291"/>
                  </a:lnTo>
                  <a:lnTo>
                    <a:pt x="1125" y="1295"/>
                  </a:lnTo>
                  <a:lnTo>
                    <a:pt x="1169" y="1298"/>
                  </a:lnTo>
                  <a:lnTo>
                    <a:pt x="1211" y="1302"/>
                  </a:lnTo>
                  <a:lnTo>
                    <a:pt x="1252" y="1305"/>
                  </a:lnTo>
                  <a:lnTo>
                    <a:pt x="1290" y="1308"/>
                  </a:lnTo>
                  <a:lnTo>
                    <a:pt x="1326" y="1310"/>
                  </a:lnTo>
                  <a:lnTo>
                    <a:pt x="1358" y="1314"/>
                  </a:lnTo>
                  <a:lnTo>
                    <a:pt x="1388" y="1315"/>
                  </a:lnTo>
                  <a:lnTo>
                    <a:pt x="1414" y="1317"/>
                  </a:lnTo>
                  <a:lnTo>
                    <a:pt x="1435" y="1318"/>
                  </a:lnTo>
                  <a:lnTo>
                    <a:pt x="1452" y="1319"/>
                  </a:lnTo>
                  <a:lnTo>
                    <a:pt x="1465" y="1319"/>
                  </a:lnTo>
                  <a:lnTo>
                    <a:pt x="1471" y="1318"/>
                  </a:lnTo>
                  <a:lnTo>
                    <a:pt x="1479" y="1315"/>
                  </a:lnTo>
                  <a:lnTo>
                    <a:pt x="1489" y="1309"/>
                  </a:lnTo>
                  <a:lnTo>
                    <a:pt x="1499" y="1301"/>
                  </a:lnTo>
                  <a:lnTo>
                    <a:pt x="1509" y="1292"/>
                  </a:lnTo>
                  <a:lnTo>
                    <a:pt x="1521" y="1280"/>
                  </a:lnTo>
                  <a:lnTo>
                    <a:pt x="1532" y="1267"/>
                  </a:lnTo>
                  <a:lnTo>
                    <a:pt x="1544" y="1252"/>
                  </a:lnTo>
                  <a:lnTo>
                    <a:pt x="1555" y="1236"/>
                  </a:lnTo>
                  <a:lnTo>
                    <a:pt x="1567" y="1219"/>
                  </a:lnTo>
                  <a:lnTo>
                    <a:pt x="1577" y="1201"/>
                  </a:lnTo>
                  <a:lnTo>
                    <a:pt x="1587" y="1183"/>
                  </a:lnTo>
                  <a:lnTo>
                    <a:pt x="1597" y="1163"/>
                  </a:lnTo>
                  <a:lnTo>
                    <a:pt x="1604" y="1143"/>
                  </a:lnTo>
                  <a:lnTo>
                    <a:pt x="1611" y="1123"/>
                  </a:lnTo>
                  <a:lnTo>
                    <a:pt x="1617" y="1105"/>
                  </a:lnTo>
                  <a:lnTo>
                    <a:pt x="1620" y="1085"/>
                  </a:lnTo>
                  <a:lnTo>
                    <a:pt x="1625" y="1066"/>
                  </a:lnTo>
                  <a:lnTo>
                    <a:pt x="1635" y="1048"/>
                  </a:lnTo>
                  <a:lnTo>
                    <a:pt x="1650" y="1029"/>
                  </a:lnTo>
                  <a:lnTo>
                    <a:pt x="1669" y="1011"/>
                  </a:lnTo>
                  <a:lnTo>
                    <a:pt x="1691" y="994"/>
                  </a:lnTo>
                  <a:lnTo>
                    <a:pt x="1715" y="977"/>
                  </a:lnTo>
                  <a:lnTo>
                    <a:pt x="1741" y="961"/>
                  </a:lnTo>
                  <a:lnTo>
                    <a:pt x="1769" y="946"/>
                  </a:lnTo>
                  <a:lnTo>
                    <a:pt x="1796" y="932"/>
                  </a:lnTo>
                  <a:lnTo>
                    <a:pt x="1824" y="919"/>
                  </a:lnTo>
                  <a:lnTo>
                    <a:pt x="1851" y="906"/>
                  </a:lnTo>
                  <a:lnTo>
                    <a:pt x="1877" y="896"/>
                  </a:lnTo>
                  <a:lnTo>
                    <a:pt x="1900" y="886"/>
                  </a:lnTo>
                  <a:lnTo>
                    <a:pt x="1921" y="877"/>
                  </a:lnTo>
                  <a:lnTo>
                    <a:pt x="1938" y="870"/>
                  </a:lnTo>
                  <a:lnTo>
                    <a:pt x="1952" y="864"/>
                  </a:lnTo>
                  <a:lnTo>
                    <a:pt x="1967" y="859"/>
                  </a:lnTo>
                  <a:lnTo>
                    <a:pt x="1987" y="853"/>
                  </a:lnTo>
                  <a:lnTo>
                    <a:pt x="2012" y="848"/>
                  </a:lnTo>
                  <a:lnTo>
                    <a:pt x="2042" y="844"/>
                  </a:lnTo>
                  <a:lnTo>
                    <a:pt x="2073" y="839"/>
                  </a:lnTo>
                  <a:lnTo>
                    <a:pt x="2107" y="834"/>
                  </a:lnTo>
                  <a:lnTo>
                    <a:pt x="2143" y="827"/>
                  </a:lnTo>
                  <a:lnTo>
                    <a:pt x="2178" y="822"/>
                  </a:lnTo>
                  <a:lnTo>
                    <a:pt x="2212" y="816"/>
                  </a:lnTo>
                  <a:lnTo>
                    <a:pt x="2246" y="809"/>
                  </a:lnTo>
                  <a:lnTo>
                    <a:pt x="2276" y="802"/>
                  </a:lnTo>
                  <a:lnTo>
                    <a:pt x="2303" y="794"/>
                  </a:lnTo>
                  <a:lnTo>
                    <a:pt x="2326" y="786"/>
                  </a:lnTo>
                  <a:lnTo>
                    <a:pt x="2344" y="777"/>
                  </a:lnTo>
                  <a:lnTo>
                    <a:pt x="2356" y="766"/>
                  </a:lnTo>
                  <a:lnTo>
                    <a:pt x="2360" y="755"/>
                  </a:lnTo>
                  <a:lnTo>
                    <a:pt x="2360" y="742"/>
                  </a:lnTo>
                  <a:lnTo>
                    <a:pt x="2357" y="730"/>
                  </a:lnTo>
                  <a:lnTo>
                    <a:pt x="2353" y="717"/>
                  </a:lnTo>
                  <a:lnTo>
                    <a:pt x="2347" y="704"/>
                  </a:lnTo>
                  <a:lnTo>
                    <a:pt x="2338" y="689"/>
                  </a:lnTo>
                  <a:lnTo>
                    <a:pt x="2328" y="676"/>
                  </a:lnTo>
                  <a:lnTo>
                    <a:pt x="2317" y="661"/>
                  </a:lnTo>
                  <a:lnTo>
                    <a:pt x="2303" y="648"/>
                  </a:lnTo>
                  <a:lnTo>
                    <a:pt x="2288" y="633"/>
                  </a:lnTo>
                  <a:lnTo>
                    <a:pt x="2272" y="620"/>
                  </a:lnTo>
                  <a:lnTo>
                    <a:pt x="2254" y="606"/>
                  </a:lnTo>
                  <a:lnTo>
                    <a:pt x="2234" y="593"/>
                  </a:lnTo>
                  <a:lnTo>
                    <a:pt x="2213" y="580"/>
                  </a:lnTo>
                  <a:lnTo>
                    <a:pt x="2191" y="568"/>
                  </a:lnTo>
                  <a:lnTo>
                    <a:pt x="2168" y="556"/>
                  </a:lnTo>
                  <a:lnTo>
                    <a:pt x="2143" y="545"/>
                  </a:lnTo>
                  <a:lnTo>
                    <a:pt x="2116" y="534"/>
                  </a:lnTo>
                  <a:lnTo>
                    <a:pt x="2085" y="525"/>
                  </a:lnTo>
                  <a:lnTo>
                    <a:pt x="2052" y="517"/>
                  </a:lnTo>
                  <a:lnTo>
                    <a:pt x="2018" y="508"/>
                  </a:lnTo>
                  <a:lnTo>
                    <a:pt x="1980" y="501"/>
                  </a:lnTo>
                  <a:lnTo>
                    <a:pt x="1942" y="495"/>
                  </a:lnTo>
                  <a:lnTo>
                    <a:pt x="1903" y="489"/>
                  </a:lnTo>
                  <a:lnTo>
                    <a:pt x="1862" y="484"/>
                  </a:lnTo>
                  <a:lnTo>
                    <a:pt x="1823" y="479"/>
                  </a:lnTo>
                  <a:lnTo>
                    <a:pt x="1782" y="475"/>
                  </a:lnTo>
                  <a:lnTo>
                    <a:pt x="1744" y="472"/>
                  </a:lnTo>
                  <a:lnTo>
                    <a:pt x="1705" y="469"/>
                  </a:lnTo>
                  <a:lnTo>
                    <a:pt x="1669" y="467"/>
                  </a:lnTo>
                  <a:lnTo>
                    <a:pt x="1634" y="466"/>
                  </a:lnTo>
                  <a:lnTo>
                    <a:pt x="1601" y="465"/>
                  </a:lnTo>
                  <a:lnTo>
                    <a:pt x="1572" y="464"/>
                  </a:lnTo>
                  <a:lnTo>
                    <a:pt x="1546" y="464"/>
                  </a:lnTo>
                  <a:lnTo>
                    <a:pt x="1524" y="464"/>
                  </a:lnTo>
                  <a:lnTo>
                    <a:pt x="1506" y="465"/>
                  </a:lnTo>
                  <a:lnTo>
                    <a:pt x="1491" y="467"/>
                  </a:lnTo>
                  <a:lnTo>
                    <a:pt x="1478" y="469"/>
                  </a:lnTo>
                  <a:lnTo>
                    <a:pt x="1468" y="472"/>
                  </a:lnTo>
                  <a:lnTo>
                    <a:pt x="1458" y="475"/>
                  </a:lnTo>
                  <a:lnTo>
                    <a:pt x="1451" y="478"/>
                  </a:lnTo>
                  <a:lnTo>
                    <a:pt x="1444" y="482"/>
                  </a:lnTo>
                  <a:lnTo>
                    <a:pt x="1436" y="487"/>
                  </a:lnTo>
                  <a:lnTo>
                    <a:pt x="1430" y="492"/>
                  </a:lnTo>
                  <a:lnTo>
                    <a:pt x="1422" y="496"/>
                  </a:lnTo>
                  <a:lnTo>
                    <a:pt x="1414" y="501"/>
                  </a:lnTo>
                  <a:lnTo>
                    <a:pt x="1403" y="507"/>
                  </a:lnTo>
                  <a:lnTo>
                    <a:pt x="1391" y="513"/>
                  </a:lnTo>
                  <a:lnTo>
                    <a:pt x="1375" y="519"/>
                  </a:lnTo>
                  <a:lnTo>
                    <a:pt x="1349" y="528"/>
                  </a:lnTo>
                  <a:lnTo>
                    <a:pt x="1334" y="530"/>
                  </a:lnTo>
                  <a:lnTo>
                    <a:pt x="1329" y="529"/>
                  </a:lnTo>
                  <a:lnTo>
                    <a:pt x="1330" y="524"/>
                  </a:lnTo>
                  <a:lnTo>
                    <a:pt x="1334" y="516"/>
                  </a:lnTo>
                  <a:lnTo>
                    <a:pt x="1341" y="506"/>
                  </a:lnTo>
                  <a:lnTo>
                    <a:pt x="1344" y="497"/>
                  </a:lnTo>
                  <a:lnTo>
                    <a:pt x="1342" y="488"/>
                  </a:lnTo>
                  <a:lnTo>
                    <a:pt x="1335" y="482"/>
                  </a:lnTo>
                  <a:lnTo>
                    <a:pt x="1323" y="477"/>
                  </a:lnTo>
                  <a:lnTo>
                    <a:pt x="1305" y="470"/>
                  </a:lnTo>
                  <a:lnTo>
                    <a:pt x="1281" y="463"/>
                  </a:lnTo>
                  <a:lnTo>
                    <a:pt x="1254" y="454"/>
                  </a:lnTo>
                  <a:lnTo>
                    <a:pt x="1224" y="446"/>
                  </a:lnTo>
                  <a:lnTo>
                    <a:pt x="1191" y="437"/>
                  </a:lnTo>
                  <a:lnTo>
                    <a:pt x="1156" y="427"/>
                  </a:lnTo>
                  <a:lnTo>
                    <a:pt x="1121" y="419"/>
                  </a:lnTo>
                  <a:lnTo>
                    <a:pt x="1085" y="410"/>
                  </a:lnTo>
                  <a:lnTo>
                    <a:pt x="1051" y="400"/>
                  </a:lnTo>
                  <a:lnTo>
                    <a:pt x="1019" y="392"/>
                  </a:lnTo>
                  <a:lnTo>
                    <a:pt x="989" y="385"/>
                  </a:lnTo>
                  <a:lnTo>
                    <a:pt x="962" y="378"/>
                  </a:lnTo>
                  <a:lnTo>
                    <a:pt x="938" y="372"/>
                  </a:lnTo>
                  <a:lnTo>
                    <a:pt x="920" y="367"/>
                  </a:lnTo>
                  <a:lnTo>
                    <a:pt x="903" y="363"/>
                  </a:lnTo>
                  <a:lnTo>
                    <a:pt x="884" y="359"/>
                  </a:lnTo>
                  <a:lnTo>
                    <a:pt x="865" y="354"/>
                  </a:lnTo>
                  <a:lnTo>
                    <a:pt x="842" y="350"/>
                  </a:lnTo>
                  <a:lnTo>
                    <a:pt x="819" y="345"/>
                  </a:lnTo>
                  <a:lnTo>
                    <a:pt x="795" y="341"/>
                  </a:lnTo>
                  <a:lnTo>
                    <a:pt x="770" y="337"/>
                  </a:lnTo>
                  <a:lnTo>
                    <a:pt x="746" y="333"/>
                  </a:lnTo>
                  <a:lnTo>
                    <a:pt x="721" y="329"/>
                  </a:lnTo>
                  <a:lnTo>
                    <a:pt x="697" y="326"/>
                  </a:lnTo>
                  <a:lnTo>
                    <a:pt x="673" y="321"/>
                  </a:lnTo>
                  <a:lnTo>
                    <a:pt x="651" y="318"/>
                  </a:lnTo>
                  <a:lnTo>
                    <a:pt x="630" y="316"/>
                  </a:lnTo>
                  <a:lnTo>
                    <a:pt x="612" y="313"/>
                  </a:lnTo>
                  <a:lnTo>
                    <a:pt x="595" y="312"/>
                  </a:lnTo>
                  <a:lnTo>
                    <a:pt x="580" y="310"/>
                  </a:lnTo>
                  <a:lnTo>
                    <a:pt x="570" y="309"/>
                  </a:lnTo>
                  <a:lnTo>
                    <a:pt x="564" y="308"/>
                  </a:lnTo>
                  <a:lnTo>
                    <a:pt x="561" y="307"/>
                  </a:lnTo>
                  <a:lnTo>
                    <a:pt x="562" y="306"/>
                  </a:lnTo>
                  <a:lnTo>
                    <a:pt x="566" y="305"/>
                  </a:lnTo>
                  <a:lnTo>
                    <a:pt x="573" y="305"/>
                  </a:lnTo>
                  <a:lnTo>
                    <a:pt x="582" y="305"/>
                  </a:lnTo>
                  <a:lnTo>
                    <a:pt x="595" y="305"/>
                  </a:lnTo>
                  <a:lnTo>
                    <a:pt x="609" y="305"/>
                  </a:lnTo>
                  <a:lnTo>
                    <a:pt x="627" y="306"/>
                  </a:lnTo>
                  <a:lnTo>
                    <a:pt x="646" y="307"/>
                  </a:lnTo>
                  <a:lnTo>
                    <a:pt x="666" y="308"/>
                  </a:lnTo>
                  <a:lnTo>
                    <a:pt x="688" y="309"/>
                  </a:lnTo>
                  <a:lnTo>
                    <a:pt x="709" y="311"/>
                  </a:lnTo>
                  <a:lnTo>
                    <a:pt x="733" y="313"/>
                  </a:lnTo>
                  <a:lnTo>
                    <a:pt x="757" y="315"/>
                  </a:lnTo>
                  <a:lnTo>
                    <a:pt x="783" y="318"/>
                  </a:lnTo>
                  <a:lnTo>
                    <a:pt x="815" y="324"/>
                  </a:lnTo>
                  <a:lnTo>
                    <a:pt x="849" y="331"/>
                  </a:lnTo>
                  <a:lnTo>
                    <a:pt x="885" y="338"/>
                  </a:lnTo>
                  <a:lnTo>
                    <a:pt x="923" y="347"/>
                  </a:lnTo>
                  <a:lnTo>
                    <a:pt x="963" y="357"/>
                  </a:lnTo>
                  <a:lnTo>
                    <a:pt x="1002" y="366"/>
                  </a:lnTo>
                  <a:lnTo>
                    <a:pt x="1041" y="377"/>
                  </a:lnTo>
                  <a:lnTo>
                    <a:pt x="1077" y="386"/>
                  </a:lnTo>
                  <a:lnTo>
                    <a:pt x="1112" y="395"/>
                  </a:lnTo>
                  <a:lnTo>
                    <a:pt x="1144" y="405"/>
                  </a:lnTo>
                  <a:lnTo>
                    <a:pt x="1171" y="412"/>
                  </a:lnTo>
                  <a:lnTo>
                    <a:pt x="1194" y="418"/>
                  </a:lnTo>
                  <a:lnTo>
                    <a:pt x="1211" y="423"/>
                  </a:lnTo>
                  <a:lnTo>
                    <a:pt x="1222" y="426"/>
                  </a:lnTo>
                  <a:lnTo>
                    <a:pt x="1226" y="427"/>
                  </a:lnTo>
                  <a:lnTo>
                    <a:pt x="1244" y="431"/>
                  </a:lnTo>
                  <a:lnTo>
                    <a:pt x="1263" y="433"/>
                  </a:lnTo>
                  <a:lnTo>
                    <a:pt x="1282" y="434"/>
                  </a:lnTo>
                  <a:lnTo>
                    <a:pt x="1304" y="435"/>
                  </a:lnTo>
                  <a:lnTo>
                    <a:pt x="1325" y="436"/>
                  </a:lnTo>
                  <a:lnTo>
                    <a:pt x="1347" y="436"/>
                  </a:lnTo>
                  <a:lnTo>
                    <a:pt x="1368" y="437"/>
                  </a:lnTo>
                  <a:lnTo>
                    <a:pt x="1389" y="437"/>
                  </a:lnTo>
                  <a:lnTo>
                    <a:pt x="1408" y="436"/>
                  </a:lnTo>
                  <a:lnTo>
                    <a:pt x="1426" y="436"/>
                  </a:lnTo>
                  <a:lnTo>
                    <a:pt x="1443" y="436"/>
                  </a:lnTo>
                  <a:lnTo>
                    <a:pt x="1456" y="435"/>
                  </a:lnTo>
                  <a:lnTo>
                    <a:pt x="1468" y="435"/>
                  </a:lnTo>
                  <a:lnTo>
                    <a:pt x="1477" y="434"/>
                  </a:lnTo>
                  <a:lnTo>
                    <a:pt x="1482" y="434"/>
                  </a:lnTo>
                  <a:lnTo>
                    <a:pt x="1484" y="434"/>
                  </a:lnTo>
                  <a:lnTo>
                    <a:pt x="1501" y="431"/>
                  </a:lnTo>
                  <a:lnTo>
                    <a:pt x="1515" y="423"/>
                  </a:lnTo>
                  <a:lnTo>
                    <a:pt x="1524" y="412"/>
                  </a:lnTo>
                  <a:lnTo>
                    <a:pt x="1530" y="398"/>
                  </a:lnTo>
                  <a:lnTo>
                    <a:pt x="1533" y="381"/>
                  </a:lnTo>
                  <a:lnTo>
                    <a:pt x="1534" y="361"/>
                  </a:lnTo>
                  <a:lnTo>
                    <a:pt x="1533" y="340"/>
                  </a:lnTo>
                  <a:lnTo>
                    <a:pt x="1531" y="317"/>
                  </a:lnTo>
                  <a:lnTo>
                    <a:pt x="1527" y="294"/>
                  </a:lnTo>
                  <a:lnTo>
                    <a:pt x="1522" y="272"/>
                  </a:lnTo>
                  <a:lnTo>
                    <a:pt x="1516" y="249"/>
                  </a:lnTo>
                  <a:lnTo>
                    <a:pt x="1510" y="226"/>
                  </a:lnTo>
                  <a:lnTo>
                    <a:pt x="1504" y="206"/>
                  </a:lnTo>
                  <a:lnTo>
                    <a:pt x="1499" y="187"/>
                  </a:lnTo>
                  <a:lnTo>
                    <a:pt x="1494" y="171"/>
                  </a:lnTo>
                  <a:lnTo>
                    <a:pt x="1491" y="157"/>
                  </a:lnTo>
                  <a:lnTo>
                    <a:pt x="1486" y="134"/>
                  </a:lnTo>
                  <a:lnTo>
                    <a:pt x="1484" y="111"/>
                  </a:lnTo>
                  <a:lnTo>
                    <a:pt x="1485" y="88"/>
                  </a:lnTo>
                  <a:lnTo>
                    <a:pt x="1489" y="71"/>
                  </a:lnTo>
                  <a:lnTo>
                    <a:pt x="1495" y="64"/>
                  </a:lnTo>
                  <a:lnTo>
                    <a:pt x="1504" y="68"/>
                  </a:lnTo>
                  <a:lnTo>
                    <a:pt x="1516" y="88"/>
                  </a:lnTo>
                  <a:lnTo>
                    <a:pt x="1531" y="127"/>
                  </a:lnTo>
                  <a:lnTo>
                    <a:pt x="1541" y="155"/>
                  </a:lnTo>
                  <a:lnTo>
                    <a:pt x="1549" y="182"/>
                  </a:lnTo>
                  <a:lnTo>
                    <a:pt x="1556" y="206"/>
                  </a:lnTo>
                  <a:lnTo>
                    <a:pt x="1562" y="229"/>
                  </a:lnTo>
                  <a:lnTo>
                    <a:pt x="1568" y="250"/>
                  </a:lnTo>
                  <a:lnTo>
                    <a:pt x="1573" y="270"/>
                  </a:lnTo>
                  <a:lnTo>
                    <a:pt x="1578" y="287"/>
                  </a:lnTo>
                  <a:lnTo>
                    <a:pt x="1582" y="304"/>
                  </a:lnTo>
                  <a:lnTo>
                    <a:pt x="1586" y="319"/>
                  </a:lnTo>
                  <a:lnTo>
                    <a:pt x="1592" y="334"/>
                  </a:lnTo>
                  <a:lnTo>
                    <a:pt x="1597" y="347"/>
                  </a:lnTo>
                  <a:lnTo>
                    <a:pt x="1602" y="361"/>
                  </a:lnTo>
                  <a:lnTo>
                    <a:pt x="1608" y="373"/>
                  </a:lnTo>
                  <a:lnTo>
                    <a:pt x="1616" y="385"/>
                  </a:lnTo>
                  <a:lnTo>
                    <a:pt x="1624" y="396"/>
                  </a:lnTo>
                  <a:lnTo>
                    <a:pt x="1633" y="408"/>
                  </a:lnTo>
                  <a:lnTo>
                    <a:pt x="1647" y="418"/>
                  </a:lnTo>
                  <a:lnTo>
                    <a:pt x="1666" y="427"/>
                  </a:lnTo>
                  <a:lnTo>
                    <a:pt x="1690" y="435"/>
                  </a:lnTo>
                  <a:lnTo>
                    <a:pt x="1718" y="440"/>
                  </a:lnTo>
                  <a:lnTo>
                    <a:pt x="1749" y="445"/>
                  </a:lnTo>
                  <a:lnTo>
                    <a:pt x="1781" y="448"/>
                  </a:lnTo>
                  <a:lnTo>
                    <a:pt x="1816" y="450"/>
                  </a:lnTo>
                  <a:lnTo>
                    <a:pt x="1851" y="452"/>
                  </a:lnTo>
                  <a:lnTo>
                    <a:pt x="1884" y="452"/>
                  </a:lnTo>
                  <a:lnTo>
                    <a:pt x="1917" y="453"/>
                  </a:lnTo>
                  <a:lnTo>
                    <a:pt x="1947" y="452"/>
                  </a:lnTo>
                  <a:lnTo>
                    <a:pt x="1973" y="452"/>
                  </a:lnTo>
                  <a:lnTo>
                    <a:pt x="1996" y="451"/>
                  </a:lnTo>
                  <a:lnTo>
                    <a:pt x="2012" y="451"/>
                  </a:lnTo>
                  <a:lnTo>
                    <a:pt x="2023" y="450"/>
                  </a:lnTo>
                  <a:lnTo>
                    <a:pt x="2027" y="450"/>
                  </a:lnTo>
                  <a:lnTo>
                    <a:pt x="2031" y="434"/>
                  </a:lnTo>
                  <a:lnTo>
                    <a:pt x="2035" y="415"/>
                  </a:lnTo>
                  <a:lnTo>
                    <a:pt x="2037" y="393"/>
                  </a:lnTo>
                  <a:lnTo>
                    <a:pt x="2039" y="369"/>
                  </a:lnTo>
                  <a:lnTo>
                    <a:pt x="2042" y="344"/>
                  </a:lnTo>
                  <a:lnTo>
                    <a:pt x="2044" y="318"/>
                  </a:lnTo>
                  <a:lnTo>
                    <a:pt x="2046" y="291"/>
                  </a:lnTo>
                  <a:lnTo>
                    <a:pt x="2049" y="262"/>
                  </a:lnTo>
                  <a:lnTo>
                    <a:pt x="2053" y="234"/>
                  </a:lnTo>
                  <a:lnTo>
                    <a:pt x="2057" y="206"/>
                  </a:lnTo>
                  <a:lnTo>
                    <a:pt x="2063" y="177"/>
                  </a:lnTo>
                  <a:lnTo>
                    <a:pt x="2071" y="150"/>
                  </a:lnTo>
                  <a:lnTo>
                    <a:pt x="2080" y="123"/>
                  </a:lnTo>
                  <a:lnTo>
                    <a:pt x="2092" y="97"/>
                  </a:lnTo>
                  <a:lnTo>
                    <a:pt x="2105" y="73"/>
                  </a:lnTo>
                  <a:lnTo>
                    <a:pt x="2122" y="50"/>
                  </a:lnTo>
                  <a:lnTo>
                    <a:pt x="2148" y="22"/>
                  </a:lnTo>
                  <a:lnTo>
                    <a:pt x="2168" y="6"/>
                  </a:lnTo>
                  <a:lnTo>
                    <a:pt x="2180" y="0"/>
                  </a:lnTo>
                  <a:lnTo>
                    <a:pt x="2186" y="6"/>
                  </a:lnTo>
                  <a:lnTo>
                    <a:pt x="2183" y="20"/>
                  </a:lnTo>
                  <a:lnTo>
                    <a:pt x="2173" y="43"/>
                  </a:lnTo>
                  <a:lnTo>
                    <a:pt x="2152" y="75"/>
                  </a:lnTo>
                  <a:lnTo>
                    <a:pt x="2122" y="114"/>
                  </a:lnTo>
                  <a:lnTo>
                    <a:pt x="2109" y="133"/>
                  </a:lnTo>
                  <a:lnTo>
                    <a:pt x="2100" y="156"/>
                  </a:lnTo>
                  <a:lnTo>
                    <a:pt x="2094" y="181"/>
                  </a:lnTo>
                  <a:lnTo>
                    <a:pt x="2092" y="208"/>
                  </a:lnTo>
                  <a:lnTo>
                    <a:pt x="2092" y="236"/>
                  </a:lnTo>
                  <a:lnTo>
                    <a:pt x="2094" y="265"/>
                  </a:lnTo>
                  <a:lnTo>
                    <a:pt x="2098" y="294"/>
                  </a:lnTo>
                  <a:lnTo>
                    <a:pt x="2103" y="323"/>
                  </a:lnTo>
                  <a:lnTo>
                    <a:pt x="2109" y="351"/>
                  </a:lnTo>
                  <a:lnTo>
                    <a:pt x="2116" y="377"/>
                  </a:lnTo>
                  <a:lnTo>
                    <a:pt x="2123" y="400"/>
                  </a:lnTo>
                  <a:lnTo>
                    <a:pt x="2130" y="422"/>
                  </a:lnTo>
                  <a:lnTo>
                    <a:pt x="2137" y="440"/>
                  </a:lnTo>
                  <a:lnTo>
                    <a:pt x="2143" y="454"/>
                  </a:lnTo>
                  <a:lnTo>
                    <a:pt x="2147" y="465"/>
                  </a:lnTo>
                  <a:lnTo>
                    <a:pt x="2150" y="470"/>
                  </a:lnTo>
                  <a:lnTo>
                    <a:pt x="2166" y="492"/>
                  </a:lnTo>
                  <a:lnTo>
                    <a:pt x="2182" y="507"/>
                  </a:lnTo>
                  <a:lnTo>
                    <a:pt x="2199" y="519"/>
                  </a:lnTo>
                  <a:lnTo>
                    <a:pt x="2217" y="529"/>
                  </a:lnTo>
                  <a:lnTo>
                    <a:pt x="2236" y="540"/>
                  </a:lnTo>
                  <a:lnTo>
                    <a:pt x="2257" y="552"/>
                  </a:lnTo>
                  <a:lnTo>
                    <a:pt x="2279" y="570"/>
                  </a:lnTo>
                  <a:lnTo>
                    <a:pt x="2302" y="593"/>
                  </a:lnTo>
                  <a:lnTo>
                    <a:pt x="2317" y="610"/>
                  </a:lnTo>
                  <a:lnTo>
                    <a:pt x="2331" y="629"/>
                  </a:lnTo>
                  <a:lnTo>
                    <a:pt x="2344" y="649"/>
                  </a:lnTo>
                  <a:lnTo>
                    <a:pt x="2355" y="669"/>
                  </a:lnTo>
                  <a:lnTo>
                    <a:pt x="2365" y="690"/>
                  </a:lnTo>
                  <a:lnTo>
                    <a:pt x="2376" y="711"/>
                  </a:lnTo>
                  <a:lnTo>
                    <a:pt x="2384" y="732"/>
                  </a:lnTo>
                  <a:lnTo>
                    <a:pt x="2393" y="752"/>
                  </a:lnTo>
                  <a:lnTo>
                    <a:pt x="2399" y="769"/>
                  </a:lnTo>
                  <a:lnTo>
                    <a:pt x="2405" y="787"/>
                  </a:lnTo>
                  <a:lnTo>
                    <a:pt x="2409" y="802"/>
                  </a:lnTo>
                  <a:lnTo>
                    <a:pt x="2413" y="816"/>
                  </a:lnTo>
                  <a:lnTo>
                    <a:pt x="2417" y="826"/>
                  </a:lnTo>
                  <a:lnTo>
                    <a:pt x="2419" y="835"/>
                  </a:lnTo>
                  <a:lnTo>
                    <a:pt x="2421" y="840"/>
                  </a:lnTo>
                  <a:lnTo>
                    <a:pt x="2421" y="842"/>
                  </a:lnTo>
                  <a:lnTo>
                    <a:pt x="2425" y="858"/>
                  </a:lnTo>
                  <a:lnTo>
                    <a:pt x="2429" y="872"/>
                  </a:lnTo>
                  <a:lnTo>
                    <a:pt x="2432" y="887"/>
                  </a:lnTo>
                  <a:lnTo>
                    <a:pt x="2436" y="901"/>
                  </a:lnTo>
                  <a:lnTo>
                    <a:pt x="2439" y="916"/>
                  </a:lnTo>
                  <a:lnTo>
                    <a:pt x="2444" y="929"/>
                  </a:lnTo>
                  <a:lnTo>
                    <a:pt x="2448" y="944"/>
                  </a:lnTo>
                  <a:lnTo>
                    <a:pt x="2453" y="959"/>
                  </a:lnTo>
                  <a:lnTo>
                    <a:pt x="2459" y="975"/>
                  </a:lnTo>
                  <a:lnTo>
                    <a:pt x="2465" y="992"/>
                  </a:lnTo>
                  <a:lnTo>
                    <a:pt x="2474" y="1008"/>
                  </a:lnTo>
                  <a:lnTo>
                    <a:pt x="2484" y="1027"/>
                  </a:lnTo>
                  <a:lnTo>
                    <a:pt x="2496" y="1047"/>
                  </a:lnTo>
                  <a:lnTo>
                    <a:pt x="2508" y="1067"/>
                  </a:lnTo>
                  <a:lnTo>
                    <a:pt x="2524" y="1090"/>
                  </a:lnTo>
                  <a:lnTo>
                    <a:pt x="2541" y="1115"/>
                  </a:lnTo>
                  <a:lnTo>
                    <a:pt x="2552" y="1130"/>
                  </a:lnTo>
                  <a:lnTo>
                    <a:pt x="2562" y="1144"/>
                  </a:lnTo>
                  <a:lnTo>
                    <a:pt x="2573" y="1161"/>
                  </a:lnTo>
                  <a:lnTo>
                    <a:pt x="2584" y="1180"/>
                  </a:lnTo>
                  <a:lnTo>
                    <a:pt x="2596" y="1198"/>
                  </a:lnTo>
                  <a:lnTo>
                    <a:pt x="2608" y="1219"/>
                  </a:lnTo>
                  <a:lnTo>
                    <a:pt x="2621" y="1240"/>
                  </a:lnTo>
                  <a:lnTo>
                    <a:pt x="2634" y="1263"/>
                  </a:lnTo>
                  <a:lnTo>
                    <a:pt x="2648" y="1287"/>
                  </a:lnTo>
                  <a:lnTo>
                    <a:pt x="2661" y="1312"/>
                  </a:lnTo>
                  <a:lnTo>
                    <a:pt x="2676" y="1338"/>
                  </a:lnTo>
                  <a:lnTo>
                    <a:pt x="2691" y="1365"/>
                  </a:lnTo>
                  <a:lnTo>
                    <a:pt x="2706" y="1394"/>
                  </a:lnTo>
                  <a:lnTo>
                    <a:pt x="2723" y="1423"/>
                  </a:lnTo>
                  <a:lnTo>
                    <a:pt x="2738" y="1454"/>
                  </a:lnTo>
                  <a:lnTo>
                    <a:pt x="2755" y="1485"/>
                  </a:lnTo>
                  <a:lnTo>
                    <a:pt x="2773" y="1518"/>
                  </a:lnTo>
                  <a:lnTo>
                    <a:pt x="2790" y="1552"/>
                  </a:lnTo>
                  <a:lnTo>
                    <a:pt x="2808" y="1587"/>
                  </a:lnTo>
                  <a:lnTo>
                    <a:pt x="2827" y="1623"/>
                  </a:lnTo>
                  <a:lnTo>
                    <a:pt x="2847" y="1661"/>
                  </a:lnTo>
                  <a:lnTo>
                    <a:pt x="2866" y="1698"/>
                  </a:lnTo>
                  <a:lnTo>
                    <a:pt x="2886" y="1737"/>
                  </a:lnTo>
                  <a:lnTo>
                    <a:pt x="2907" y="1778"/>
                  </a:lnTo>
                  <a:lnTo>
                    <a:pt x="2928" y="1819"/>
                  </a:lnTo>
                  <a:lnTo>
                    <a:pt x="2950" y="1861"/>
                  </a:lnTo>
                  <a:lnTo>
                    <a:pt x="2972" y="1904"/>
                  </a:lnTo>
                  <a:lnTo>
                    <a:pt x="2995" y="1948"/>
                  </a:lnTo>
                  <a:lnTo>
                    <a:pt x="3017" y="1993"/>
                  </a:lnTo>
                  <a:lnTo>
                    <a:pt x="3041" y="2040"/>
                  </a:lnTo>
                  <a:lnTo>
                    <a:pt x="3065" y="2087"/>
                  </a:lnTo>
                  <a:lnTo>
                    <a:pt x="3090" y="2134"/>
                  </a:lnTo>
                  <a:lnTo>
                    <a:pt x="3098" y="2142"/>
                  </a:lnTo>
                  <a:lnTo>
                    <a:pt x="3115" y="2158"/>
                  </a:lnTo>
                  <a:lnTo>
                    <a:pt x="3140" y="2182"/>
                  </a:lnTo>
                  <a:lnTo>
                    <a:pt x="3168" y="2208"/>
                  </a:lnTo>
                  <a:lnTo>
                    <a:pt x="3197" y="2235"/>
                  </a:lnTo>
                  <a:lnTo>
                    <a:pt x="3222" y="2258"/>
                  </a:lnTo>
                  <a:lnTo>
                    <a:pt x="3239" y="2276"/>
                  </a:lnTo>
                  <a:lnTo>
                    <a:pt x="3247" y="2283"/>
                  </a:lnTo>
                  <a:lnTo>
                    <a:pt x="3267" y="2306"/>
                  </a:lnTo>
                  <a:lnTo>
                    <a:pt x="3286" y="2326"/>
                  </a:lnTo>
                  <a:lnTo>
                    <a:pt x="3305" y="2344"/>
                  </a:lnTo>
                  <a:lnTo>
                    <a:pt x="3324" y="2361"/>
                  </a:lnTo>
                  <a:lnTo>
                    <a:pt x="3342" y="2376"/>
                  </a:lnTo>
                  <a:lnTo>
                    <a:pt x="3361" y="2391"/>
                  </a:lnTo>
                  <a:lnTo>
                    <a:pt x="3381" y="2405"/>
                  </a:lnTo>
                  <a:lnTo>
                    <a:pt x="3402" y="2421"/>
                  </a:lnTo>
                  <a:lnTo>
                    <a:pt x="3424" y="2437"/>
                  </a:lnTo>
                  <a:lnTo>
                    <a:pt x="3448" y="2453"/>
                  </a:lnTo>
                  <a:lnTo>
                    <a:pt x="3474" y="2472"/>
                  </a:lnTo>
                  <a:lnTo>
                    <a:pt x="3502" y="2492"/>
                  </a:lnTo>
                  <a:lnTo>
                    <a:pt x="3533" y="2515"/>
                  </a:lnTo>
                  <a:lnTo>
                    <a:pt x="3567" y="2541"/>
                  </a:lnTo>
                  <a:lnTo>
                    <a:pt x="3605" y="2570"/>
                  </a:lnTo>
                  <a:lnTo>
                    <a:pt x="3645" y="2602"/>
                  </a:lnTo>
                  <a:lnTo>
                    <a:pt x="3695" y="2643"/>
                  </a:lnTo>
                  <a:lnTo>
                    <a:pt x="3735" y="2679"/>
                  </a:lnTo>
                  <a:lnTo>
                    <a:pt x="3762" y="2706"/>
                  </a:lnTo>
                  <a:lnTo>
                    <a:pt x="3780" y="2727"/>
                  </a:lnTo>
                  <a:lnTo>
                    <a:pt x="3789" y="2741"/>
                  </a:lnTo>
                  <a:lnTo>
                    <a:pt x="3790" y="2751"/>
                  </a:lnTo>
                  <a:lnTo>
                    <a:pt x="3785" y="2756"/>
                  </a:lnTo>
                  <a:lnTo>
                    <a:pt x="3775" y="2757"/>
                  </a:lnTo>
                  <a:lnTo>
                    <a:pt x="3759" y="2754"/>
                  </a:lnTo>
                  <a:lnTo>
                    <a:pt x="3739" y="2747"/>
                  </a:lnTo>
                  <a:lnTo>
                    <a:pt x="3718" y="2739"/>
                  </a:lnTo>
                  <a:lnTo>
                    <a:pt x="3695" y="2729"/>
                  </a:lnTo>
                  <a:lnTo>
                    <a:pt x="3672" y="2717"/>
                  </a:lnTo>
                  <a:lnTo>
                    <a:pt x="3650" y="2705"/>
                  </a:lnTo>
                  <a:lnTo>
                    <a:pt x="3628" y="2691"/>
                  </a:lnTo>
                  <a:lnTo>
                    <a:pt x="3610" y="2679"/>
                  </a:lnTo>
                  <a:lnTo>
                    <a:pt x="3569" y="2651"/>
                  </a:lnTo>
                  <a:lnTo>
                    <a:pt x="3531" y="2629"/>
                  </a:lnTo>
                  <a:lnTo>
                    <a:pt x="3493" y="2611"/>
                  </a:lnTo>
                  <a:lnTo>
                    <a:pt x="3458" y="2598"/>
                  </a:lnTo>
                  <a:lnTo>
                    <a:pt x="3423" y="2587"/>
                  </a:lnTo>
                  <a:lnTo>
                    <a:pt x="3388" y="2578"/>
                  </a:lnTo>
                  <a:lnTo>
                    <a:pt x="3354" y="2570"/>
                  </a:lnTo>
                  <a:lnTo>
                    <a:pt x="3320" y="2560"/>
                  </a:lnTo>
                  <a:lnTo>
                    <a:pt x="3284" y="2549"/>
                  </a:lnTo>
                  <a:lnTo>
                    <a:pt x="3248" y="2535"/>
                  </a:lnTo>
                  <a:lnTo>
                    <a:pt x="3210" y="2518"/>
                  </a:lnTo>
                  <a:lnTo>
                    <a:pt x="3172" y="2496"/>
                  </a:lnTo>
                  <a:lnTo>
                    <a:pt x="3130" y="2467"/>
                  </a:lnTo>
                  <a:lnTo>
                    <a:pt x="3087" y="2431"/>
                  </a:lnTo>
                  <a:lnTo>
                    <a:pt x="3040" y="2389"/>
                  </a:lnTo>
                  <a:lnTo>
                    <a:pt x="2991" y="2336"/>
                  </a:lnTo>
                  <a:lnTo>
                    <a:pt x="2949" y="2287"/>
                  </a:lnTo>
                  <a:lnTo>
                    <a:pt x="2911" y="2243"/>
                  </a:lnTo>
                  <a:lnTo>
                    <a:pt x="2879" y="2204"/>
                  </a:lnTo>
                  <a:lnTo>
                    <a:pt x="2850" y="2169"/>
                  </a:lnTo>
                  <a:lnTo>
                    <a:pt x="2826" y="2137"/>
                  </a:lnTo>
                  <a:lnTo>
                    <a:pt x="2805" y="2110"/>
                  </a:lnTo>
                  <a:lnTo>
                    <a:pt x="2787" y="2089"/>
                  </a:lnTo>
                  <a:lnTo>
                    <a:pt x="2774" y="2071"/>
                  </a:lnTo>
                  <a:lnTo>
                    <a:pt x="2762" y="2059"/>
                  </a:lnTo>
                  <a:lnTo>
                    <a:pt x="2755" y="2050"/>
                  </a:lnTo>
                  <a:lnTo>
                    <a:pt x="2749" y="2046"/>
                  </a:lnTo>
                  <a:lnTo>
                    <a:pt x="2746" y="2046"/>
                  </a:lnTo>
                  <a:lnTo>
                    <a:pt x="2746" y="2051"/>
                  </a:lnTo>
                  <a:lnTo>
                    <a:pt x="2747" y="2062"/>
                  </a:lnTo>
                  <a:lnTo>
                    <a:pt x="2749" y="2076"/>
                  </a:lnTo>
                  <a:lnTo>
                    <a:pt x="2753" y="2095"/>
                  </a:lnTo>
                  <a:close/>
                </a:path>
              </a:pathLst>
            </a:custGeom>
            <a:solidFill>
              <a:srgbClr val="e5a07f"/>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644" name=""/>
            <p:cNvSpPr/>
            <p:nvPr/>
          </p:nvSpPr>
          <p:spPr>
            <a:xfrm flipV="1">
              <a:off x="6019920" y="5207400"/>
              <a:ext cx="125280" cy="309240"/>
            </a:xfrm>
            <a:custGeom>
              <a:avLst/>
              <a:gdLst/>
              <a:ahLst/>
              <a:rect l="l" t="t" r="r" b="b"/>
              <a:pathLst>
                <a:path w="1193" h="2703">
                  <a:moveTo>
                    <a:pt x="1013" y="1070"/>
                  </a:moveTo>
                  <a:lnTo>
                    <a:pt x="1005" y="1035"/>
                  </a:lnTo>
                  <a:lnTo>
                    <a:pt x="997" y="1002"/>
                  </a:lnTo>
                  <a:lnTo>
                    <a:pt x="989" y="968"/>
                  </a:lnTo>
                  <a:lnTo>
                    <a:pt x="981" y="934"/>
                  </a:lnTo>
                  <a:lnTo>
                    <a:pt x="973" y="899"/>
                  </a:lnTo>
                  <a:lnTo>
                    <a:pt x="965" y="865"/>
                  </a:lnTo>
                  <a:lnTo>
                    <a:pt x="957" y="832"/>
                  </a:lnTo>
                  <a:lnTo>
                    <a:pt x="948" y="797"/>
                  </a:lnTo>
                  <a:lnTo>
                    <a:pt x="940" y="764"/>
                  </a:lnTo>
                  <a:lnTo>
                    <a:pt x="932" y="731"/>
                  </a:lnTo>
                  <a:lnTo>
                    <a:pt x="922" y="699"/>
                  </a:lnTo>
                  <a:lnTo>
                    <a:pt x="912" y="667"/>
                  </a:lnTo>
                  <a:lnTo>
                    <a:pt x="903" y="635"/>
                  </a:lnTo>
                  <a:lnTo>
                    <a:pt x="891" y="604"/>
                  </a:lnTo>
                  <a:lnTo>
                    <a:pt x="880" y="574"/>
                  </a:lnTo>
                  <a:lnTo>
                    <a:pt x="868" y="545"/>
                  </a:lnTo>
                  <a:lnTo>
                    <a:pt x="868" y="544"/>
                  </a:lnTo>
                  <a:lnTo>
                    <a:pt x="867" y="541"/>
                  </a:lnTo>
                  <a:lnTo>
                    <a:pt x="865" y="536"/>
                  </a:lnTo>
                  <a:lnTo>
                    <a:pt x="862" y="529"/>
                  </a:lnTo>
                  <a:lnTo>
                    <a:pt x="859" y="520"/>
                  </a:lnTo>
                  <a:lnTo>
                    <a:pt x="854" y="510"/>
                  </a:lnTo>
                  <a:lnTo>
                    <a:pt x="848" y="496"/>
                  </a:lnTo>
                  <a:lnTo>
                    <a:pt x="843" y="482"/>
                  </a:lnTo>
                  <a:lnTo>
                    <a:pt x="836" y="465"/>
                  </a:lnTo>
                  <a:lnTo>
                    <a:pt x="828" y="446"/>
                  </a:lnTo>
                  <a:lnTo>
                    <a:pt x="819" y="426"/>
                  </a:lnTo>
                  <a:lnTo>
                    <a:pt x="809" y="403"/>
                  </a:lnTo>
                  <a:lnTo>
                    <a:pt x="798" y="378"/>
                  </a:lnTo>
                  <a:lnTo>
                    <a:pt x="787" y="352"/>
                  </a:lnTo>
                  <a:lnTo>
                    <a:pt x="775" y="323"/>
                  </a:lnTo>
                  <a:lnTo>
                    <a:pt x="761" y="293"/>
                  </a:lnTo>
                  <a:lnTo>
                    <a:pt x="744" y="261"/>
                  </a:lnTo>
                  <a:lnTo>
                    <a:pt x="725" y="231"/>
                  </a:lnTo>
                  <a:lnTo>
                    <a:pt x="702" y="201"/>
                  </a:lnTo>
                  <a:lnTo>
                    <a:pt x="676" y="172"/>
                  </a:lnTo>
                  <a:lnTo>
                    <a:pt x="647" y="145"/>
                  </a:lnTo>
                  <a:lnTo>
                    <a:pt x="618" y="119"/>
                  </a:lnTo>
                  <a:lnTo>
                    <a:pt x="588" y="94"/>
                  </a:lnTo>
                  <a:lnTo>
                    <a:pt x="558" y="72"/>
                  </a:lnTo>
                  <a:lnTo>
                    <a:pt x="528" y="53"/>
                  </a:lnTo>
                  <a:lnTo>
                    <a:pt x="499" y="36"/>
                  </a:lnTo>
                  <a:lnTo>
                    <a:pt x="471" y="21"/>
                  </a:lnTo>
                  <a:lnTo>
                    <a:pt x="446" y="11"/>
                  </a:lnTo>
                  <a:lnTo>
                    <a:pt x="425" y="3"/>
                  </a:lnTo>
                  <a:lnTo>
                    <a:pt x="406" y="0"/>
                  </a:lnTo>
                  <a:lnTo>
                    <a:pt x="391" y="0"/>
                  </a:lnTo>
                  <a:lnTo>
                    <a:pt x="382" y="4"/>
                  </a:lnTo>
                  <a:lnTo>
                    <a:pt x="358" y="22"/>
                  </a:lnTo>
                  <a:lnTo>
                    <a:pt x="330" y="42"/>
                  </a:lnTo>
                  <a:lnTo>
                    <a:pt x="299" y="61"/>
                  </a:lnTo>
                  <a:lnTo>
                    <a:pt x="263" y="80"/>
                  </a:lnTo>
                  <a:lnTo>
                    <a:pt x="228" y="97"/>
                  </a:lnTo>
                  <a:lnTo>
                    <a:pt x="190" y="115"/>
                  </a:lnTo>
                  <a:lnTo>
                    <a:pt x="155" y="130"/>
                  </a:lnTo>
                  <a:lnTo>
                    <a:pt x="119" y="146"/>
                  </a:lnTo>
                  <a:lnTo>
                    <a:pt x="87" y="160"/>
                  </a:lnTo>
                  <a:lnTo>
                    <a:pt x="58" y="171"/>
                  </a:lnTo>
                  <a:lnTo>
                    <a:pt x="34" y="180"/>
                  </a:lnTo>
                  <a:lnTo>
                    <a:pt x="15" y="189"/>
                  </a:lnTo>
                  <a:lnTo>
                    <a:pt x="4" y="194"/>
                  </a:lnTo>
                  <a:lnTo>
                    <a:pt x="0" y="197"/>
                  </a:lnTo>
                  <a:lnTo>
                    <a:pt x="4" y="197"/>
                  </a:lnTo>
                  <a:lnTo>
                    <a:pt x="17" y="195"/>
                  </a:lnTo>
                  <a:lnTo>
                    <a:pt x="93" y="180"/>
                  </a:lnTo>
                  <a:lnTo>
                    <a:pt x="162" y="169"/>
                  </a:lnTo>
                  <a:lnTo>
                    <a:pt x="224" y="161"/>
                  </a:lnTo>
                  <a:lnTo>
                    <a:pt x="279" y="156"/>
                  </a:lnTo>
                  <a:lnTo>
                    <a:pt x="327" y="154"/>
                  </a:lnTo>
                  <a:lnTo>
                    <a:pt x="369" y="154"/>
                  </a:lnTo>
                  <a:lnTo>
                    <a:pt x="407" y="157"/>
                  </a:lnTo>
                  <a:lnTo>
                    <a:pt x="439" y="162"/>
                  </a:lnTo>
                  <a:lnTo>
                    <a:pt x="467" y="168"/>
                  </a:lnTo>
                  <a:lnTo>
                    <a:pt x="491" y="175"/>
                  </a:lnTo>
                  <a:lnTo>
                    <a:pt x="512" y="184"/>
                  </a:lnTo>
                  <a:lnTo>
                    <a:pt x="530" y="193"/>
                  </a:lnTo>
                  <a:lnTo>
                    <a:pt x="546" y="202"/>
                  </a:lnTo>
                  <a:lnTo>
                    <a:pt x="560" y="213"/>
                  </a:lnTo>
                  <a:lnTo>
                    <a:pt x="572" y="222"/>
                  </a:lnTo>
                  <a:lnTo>
                    <a:pt x="584" y="230"/>
                  </a:lnTo>
                  <a:lnTo>
                    <a:pt x="593" y="237"/>
                  </a:lnTo>
                  <a:lnTo>
                    <a:pt x="603" y="247"/>
                  </a:lnTo>
                  <a:lnTo>
                    <a:pt x="612" y="257"/>
                  </a:lnTo>
                  <a:lnTo>
                    <a:pt x="622" y="270"/>
                  </a:lnTo>
                  <a:lnTo>
                    <a:pt x="632" y="283"/>
                  </a:lnTo>
                  <a:lnTo>
                    <a:pt x="640" y="299"/>
                  </a:lnTo>
                  <a:lnTo>
                    <a:pt x="647" y="315"/>
                  </a:lnTo>
                  <a:lnTo>
                    <a:pt x="655" y="334"/>
                  </a:lnTo>
                  <a:lnTo>
                    <a:pt x="660" y="354"/>
                  </a:lnTo>
                  <a:lnTo>
                    <a:pt x="664" y="375"/>
                  </a:lnTo>
                  <a:lnTo>
                    <a:pt x="666" y="397"/>
                  </a:lnTo>
                  <a:lnTo>
                    <a:pt x="666" y="421"/>
                  </a:lnTo>
                  <a:lnTo>
                    <a:pt x="663" y="447"/>
                  </a:lnTo>
                  <a:lnTo>
                    <a:pt x="659" y="473"/>
                  </a:lnTo>
                  <a:lnTo>
                    <a:pt x="651" y="502"/>
                  </a:lnTo>
                  <a:lnTo>
                    <a:pt x="640" y="531"/>
                  </a:lnTo>
                  <a:lnTo>
                    <a:pt x="626" y="564"/>
                  </a:lnTo>
                  <a:lnTo>
                    <a:pt x="608" y="593"/>
                  </a:lnTo>
                  <a:lnTo>
                    <a:pt x="588" y="619"/>
                  </a:lnTo>
                  <a:lnTo>
                    <a:pt x="567" y="644"/>
                  </a:lnTo>
                  <a:lnTo>
                    <a:pt x="544" y="667"/>
                  </a:lnTo>
                  <a:lnTo>
                    <a:pt x="520" y="686"/>
                  </a:lnTo>
                  <a:lnTo>
                    <a:pt x="495" y="705"/>
                  </a:lnTo>
                  <a:lnTo>
                    <a:pt x="471" y="722"/>
                  </a:lnTo>
                  <a:lnTo>
                    <a:pt x="446" y="736"/>
                  </a:lnTo>
                  <a:lnTo>
                    <a:pt x="424" y="750"/>
                  </a:lnTo>
                  <a:lnTo>
                    <a:pt x="401" y="762"/>
                  </a:lnTo>
                  <a:lnTo>
                    <a:pt x="380" y="773"/>
                  </a:lnTo>
                  <a:lnTo>
                    <a:pt x="361" y="782"/>
                  </a:lnTo>
                  <a:lnTo>
                    <a:pt x="345" y="791"/>
                  </a:lnTo>
                  <a:lnTo>
                    <a:pt x="332" y="798"/>
                  </a:lnTo>
                  <a:lnTo>
                    <a:pt x="321" y="806"/>
                  </a:lnTo>
                  <a:lnTo>
                    <a:pt x="311" y="813"/>
                  </a:lnTo>
                  <a:lnTo>
                    <a:pt x="298" y="820"/>
                  </a:lnTo>
                  <a:lnTo>
                    <a:pt x="282" y="828"/>
                  </a:lnTo>
                  <a:lnTo>
                    <a:pt x="264" y="836"/>
                  </a:lnTo>
                  <a:lnTo>
                    <a:pt x="245" y="843"/>
                  </a:lnTo>
                  <a:lnTo>
                    <a:pt x="227" y="851"/>
                  </a:lnTo>
                  <a:lnTo>
                    <a:pt x="208" y="859"/>
                  </a:lnTo>
                  <a:lnTo>
                    <a:pt x="189" y="866"/>
                  </a:lnTo>
                  <a:lnTo>
                    <a:pt x="173" y="873"/>
                  </a:lnTo>
                  <a:lnTo>
                    <a:pt x="159" y="880"/>
                  </a:lnTo>
                  <a:lnTo>
                    <a:pt x="148" y="885"/>
                  </a:lnTo>
                  <a:lnTo>
                    <a:pt x="139" y="890"/>
                  </a:lnTo>
                  <a:lnTo>
                    <a:pt x="136" y="894"/>
                  </a:lnTo>
                  <a:lnTo>
                    <a:pt x="137" y="897"/>
                  </a:lnTo>
                  <a:lnTo>
                    <a:pt x="144" y="899"/>
                  </a:lnTo>
                  <a:lnTo>
                    <a:pt x="158" y="899"/>
                  </a:lnTo>
                  <a:lnTo>
                    <a:pt x="175" y="899"/>
                  </a:lnTo>
                  <a:lnTo>
                    <a:pt x="190" y="898"/>
                  </a:lnTo>
                  <a:lnTo>
                    <a:pt x="206" y="898"/>
                  </a:lnTo>
                  <a:lnTo>
                    <a:pt x="220" y="897"/>
                  </a:lnTo>
                  <a:lnTo>
                    <a:pt x="235" y="897"/>
                  </a:lnTo>
                  <a:lnTo>
                    <a:pt x="249" y="896"/>
                  </a:lnTo>
                  <a:lnTo>
                    <a:pt x="262" y="895"/>
                  </a:lnTo>
                  <a:lnTo>
                    <a:pt x="276" y="895"/>
                  </a:lnTo>
                  <a:lnTo>
                    <a:pt x="288" y="895"/>
                  </a:lnTo>
                  <a:lnTo>
                    <a:pt x="301" y="895"/>
                  </a:lnTo>
                  <a:lnTo>
                    <a:pt x="312" y="896"/>
                  </a:lnTo>
                  <a:lnTo>
                    <a:pt x="324" y="896"/>
                  </a:lnTo>
                  <a:lnTo>
                    <a:pt x="335" y="898"/>
                  </a:lnTo>
                  <a:lnTo>
                    <a:pt x="345" y="900"/>
                  </a:lnTo>
                  <a:lnTo>
                    <a:pt x="356" y="903"/>
                  </a:lnTo>
                  <a:lnTo>
                    <a:pt x="366" y="907"/>
                  </a:lnTo>
                  <a:lnTo>
                    <a:pt x="378" y="911"/>
                  </a:lnTo>
                  <a:lnTo>
                    <a:pt x="390" y="914"/>
                  </a:lnTo>
                  <a:lnTo>
                    <a:pt x="404" y="917"/>
                  </a:lnTo>
                  <a:lnTo>
                    <a:pt x="418" y="921"/>
                  </a:lnTo>
                  <a:lnTo>
                    <a:pt x="433" y="924"/>
                  </a:lnTo>
                  <a:lnTo>
                    <a:pt x="450" y="927"/>
                  </a:lnTo>
                  <a:lnTo>
                    <a:pt x="466" y="931"/>
                  </a:lnTo>
                  <a:lnTo>
                    <a:pt x="483" y="936"/>
                  </a:lnTo>
                  <a:lnTo>
                    <a:pt x="500" y="940"/>
                  </a:lnTo>
                  <a:lnTo>
                    <a:pt x="516" y="945"/>
                  </a:lnTo>
                  <a:lnTo>
                    <a:pt x="534" y="951"/>
                  </a:lnTo>
                  <a:lnTo>
                    <a:pt x="551" y="957"/>
                  </a:lnTo>
                  <a:lnTo>
                    <a:pt x="566" y="965"/>
                  </a:lnTo>
                  <a:lnTo>
                    <a:pt x="582" y="973"/>
                  </a:lnTo>
                  <a:lnTo>
                    <a:pt x="596" y="982"/>
                  </a:lnTo>
                  <a:lnTo>
                    <a:pt x="610" y="993"/>
                  </a:lnTo>
                  <a:lnTo>
                    <a:pt x="622" y="1004"/>
                  </a:lnTo>
                  <a:lnTo>
                    <a:pt x="634" y="1017"/>
                  </a:lnTo>
                  <a:lnTo>
                    <a:pt x="643" y="1029"/>
                  </a:lnTo>
                  <a:lnTo>
                    <a:pt x="653" y="1043"/>
                  </a:lnTo>
                  <a:lnTo>
                    <a:pt x="660" y="1057"/>
                  </a:lnTo>
                  <a:lnTo>
                    <a:pt x="667" y="1072"/>
                  </a:lnTo>
                  <a:lnTo>
                    <a:pt x="672" y="1087"/>
                  </a:lnTo>
                  <a:lnTo>
                    <a:pt x="678" y="1103"/>
                  </a:lnTo>
                  <a:lnTo>
                    <a:pt x="682" y="1118"/>
                  </a:lnTo>
                  <a:lnTo>
                    <a:pt x="685" y="1134"/>
                  </a:lnTo>
                  <a:lnTo>
                    <a:pt x="687" y="1151"/>
                  </a:lnTo>
                  <a:lnTo>
                    <a:pt x="689" y="1166"/>
                  </a:lnTo>
                  <a:lnTo>
                    <a:pt x="690" y="1182"/>
                  </a:lnTo>
                  <a:lnTo>
                    <a:pt x="690" y="1197"/>
                  </a:lnTo>
                  <a:lnTo>
                    <a:pt x="690" y="1213"/>
                  </a:lnTo>
                  <a:lnTo>
                    <a:pt x="689" y="1229"/>
                  </a:lnTo>
                  <a:lnTo>
                    <a:pt x="687" y="1244"/>
                  </a:lnTo>
                  <a:lnTo>
                    <a:pt x="684" y="1261"/>
                  </a:lnTo>
                  <a:lnTo>
                    <a:pt x="679" y="1278"/>
                  </a:lnTo>
                  <a:lnTo>
                    <a:pt x="672" y="1296"/>
                  </a:lnTo>
                  <a:lnTo>
                    <a:pt x="665" y="1315"/>
                  </a:lnTo>
                  <a:lnTo>
                    <a:pt x="657" y="1334"/>
                  </a:lnTo>
                  <a:lnTo>
                    <a:pt x="648" y="1351"/>
                  </a:lnTo>
                  <a:lnTo>
                    <a:pt x="639" y="1369"/>
                  </a:lnTo>
                  <a:lnTo>
                    <a:pt x="629" y="1386"/>
                  </a:lnTo>
                  <a:lnTo>
                    <a:pt x="619" y="1403"/>
                  </a:lnTo>
                  <a:lnTo>
                    <a:pt x="610" y="1418"/>
                  </a:lnTo>
                  <a:lnTo>
                    <a:pt x="601" y="1432"/>
                  </a:lnTo>
                  <a:lnTo>
                    <a:pt x="591" y="1445"/>
                  </a:lnTo>
                  <a:lnTo>
                    <a:pt x="584" y="1455"/>
                  </a:lnTo>
                  <a:lnTo>
                    <a:pt x="577" y="1463"/>
                  </a:lnTo>
                  <a:lnTo>
                    <a:pt x="570" y="1470"/>
                  </a:lnTo>
                  <a:lnTo>
                    <a:pt x="563" y="1476"/>
                  </a:lnTo>
                  <a:lnTo>
                    <a:pt x="553" y="1485"/>
                  </a:lnTo>
                  <a:lnTo>
                    <a:pt x="540" y="1497"/>
                  </a:lnTo>
                  <a:lnTo>
                    <a:pt x="525" y="1509"/>
                  </a:lnTo>
                  <a:lnTo>
                    <a:pt x="509" y="1524"/>
                  </a:lnTo>
                  <a:lnTo>
                    <a:pt x="491" y="1538"/>
                  </a:lnTo>
                  <a:lnTo>
                    <a:pt x="472" y="1554"/>
                  </a:lnTo>
                  <a:lnTo>
                    <a:pt x="455" y="1569"/>
                  </a:lnTo>
                  <a:lnTo>
                    <a:pt x="436" y="1585"/>
                  </a:lnTo>
                  <a:lnTo>
                    <a:pt x="419" y="1599"/>
                  </a:lnTo>
                  <a:lnTo>
                    <a:pt x="404" y="1613"/>
                  </a:lnTo>
                  <a:lnTo>
                    <a:pt x="389" y="1625"/>
                  </a:lnTo>
                  <a:lnTo>
                    <a:pt x="378" y="1635"/>
                  </a:lnTo>
                  <a:lnTo>
                    <a:pt x="368" y="1643"/>
                  </a:lnTo>
                  <a:lnTo>
                    <a:pt x="363" y="1647"/>
                  </a:lnTo>
                  <a:lnTo>
                    <a:pt x="361" y="1649"/>
                  </a:lnTo>
                  <a:lnTo>
                    <a:pt x="385" y="1645"/>
                  </a:lnTo>
                  <a:lnTo>
                    <a:pt x="410" y="1643"/>
                  </a:lnTo>
                  <a:lnTo>
                    <a:pt x="435" y="1640"/>
                  </a:lnTo>
                  <a:lnTo>
                    <a:pt x="460" y="1639"/>
                  </a:lnTo>
                  <a:lnTo>
                    <a:pt x="486" y="1638"/>
                  </a:lnTo>
                  <a:lnTo>
                    <a:pt x="511" y="1637"/>
                  </a:lnTo>
                  <a:lnTo>
                    <a:pt x="535" y="1637"/>
                  </a:lnTo>
                  <a:lnTo>
                    <a:pt x="558" y="1637"/>
                  </a:lnTo>
                  <a:lnTo>
                    <a:pt x="579" y="1637"/>
                  </a:lnTo>
                  <a:lnTo>
                    <a:pt x="599" y="1638"/>
                  </a:lnTo>
                  <a:lnTo>
                    <a:pt x="616" y="1639"/>
                  </a:lnTo>
                  <a:lnTo>
                    <a:pt x="631" y="1639"/>
                  </a:lnTo>
                  <a:lnTo>
                    <a:pt x="643" y="1640"/>
                  </a:lnTo>
                  <a:lnTo>
                    <a:pt x="653" y="1640"/>
                  </a:lnTo>
                  <a:lnTo>
                    <a:pt x="658" y="1641"/>
                  </a:lnTo>
                  <a:lnTo>
                    <a:pt x="660" y="1641"/>
                  </a:lnTo>
                  <a:lnTo>
                    <a:pt x="693" y="1649"/>
                  </a:lnTo>
                  <a:lnTo>
                    <a:pt x="721" y="1660"/>
                  </a:lnTo>
                  <a:lnTo>
                    <a:pt x="746" y="1671"/>
                  </a:lnTo>
                  <a:lnTo>
                    <a:pt x="767" y="1683"/>
                  </a:lnTo>
                  <a:lnTo>
                    <a:pt x="785" y="1696"/>
                  </a:lnTo>
                  <a:lnTo>
                    <a:pt x="798" y="1711"/>
                  </a:lnTo>
                  <a:lnTo>
                    <a:pt x="810" y="1726"/>
                  </a:lnTo>
                  <a:lnTo>
                    <a:pt x="819" y="1742"/>
                  </a:lnTo>
                  <a:lnTo>
                    <a:pt x="827" y="1757"/>
                  </a:lnTo>
                  <a:lnTo>
                    <a:pt x="831" y="1774"/>
                  </a:lnTo>
                  <a:lnTo>
                    <a:pt x="835" y="1790"/>
                  </a:lnTo>
                  <a:lnTo>
                    <a:pt x="837" y="1806"/>
                  </a:lnTo>
                  <a:lnTo>
                    <a:pt x="839" y="1822"/>
                  </a:lnTo>
                  <a:lnTo>
                    <a:pt x="840" y="1837"/>
                  </a:lnTo>
                  <a:lnTo>
                    <a:pt x="840" y="1852"/>
                  </a:lnTo>
                  <a:lnTo>
                    <a:pt x="841" y="1865"/>
                  </a:lnTo>
                  <a:lnTo>
                    <a:pt x="842" y="1880"/>
                  </a:lnTo>
                  <a:lnTo>
                    <a:pt x="841" y="1895"/>
                  </a:lnTo>
                  <a:lnTo>
                    <a:pt x="841" y="1910"/>
                  </a:lnTo>
                  <a:lnTo>
                    <a:pt x="839" y="1926"/>
                  </a:lnTo>
                  <a:lnTo>
                    <a:pt x="837" y="1941"/>
                  </a:lnTo>
                  <a:lnTo>
                    <a:pt x="835" y="1957"/>
                  </a:lnTo>
                  <a:lnTo>
                    <a:pt x="832" y="1971"/>
                  </a:lnTo>
                  <a:lnTo>
                    <a:pt x="828" y="1987"/>
                  </a:lnTo>
                  <a:lnTo>
                    <a:pt x="825" y="2003"/>
                  </a:lnTo>
                  <a:lnTo>
                    <a:pt x="819" y="2017"/>
                  </a:lnTo>
                  <a:lnTo>
                    <a:pt x="815" y="2032"/>
                  </a:lnTo>
                  <a:lnTo>
                    <a:pt x="810" y="2046"/>
                  </a:lnTo>
                  <a:lnTo>
                    <a:pt x="805" y="2059"/>
                  </a:lnTo>
                  <a:lnTo>
                    <a:pt x="800" y="2072"/>
                  </a:lnTo>
                  <a:lnTo>
                    <a:pt x="794" y="2084"/>
                  </a:lnTo>
                  <a:lnTo>
                    <a:pt x="789" y="2095"/>
                  </a:lnTo>
                  <a:lnTo>
                    <a:pt x="782" y="2106"/>
                  </a:lnTo>
                  <a:lnTo>
                    <a:pt x="772" y="2120"/>
                  </a:lnTo>
                  <a:lnTo>
                    <a:pt x="761" y="2133"/>
                  </a:lnTo>
                  <a:lnTo>
                    <a:pt x="747" y="2149"/>
                  </a:lnTo>
                  <a:lnTo>
                    <a:pt x="732" y="2165"/>
                  </a:lnTo>
                  <a:lnTo>
                    <a:pt x="716" y="2181"/>
                  </a:lnTo>
                  <a:lnTo>
                    <a:pt x="698" y="2197"/>
                  </a:lnTo>
                  <a:lnTo>
                    <a:pt x="682" y="2213"/>
                  </a:lnTo>
                  <a:lnTo>
                    <a:pt x="664" y="2229"/>
                  </a:lnTo>
                  <a:lnTo>
                    <a:pt x="646" y="2244"/>
                  </a:lnTo>
                  <a:lnTo>
                    <a:pt x="630" y="2258"/>
                  </a:lnTo>
                  <a:lnTo>
                    <a:pt x="615" y="2271"/>
                  </a:lnTo>
                  <a:lnTo>
                    <a:pt x="601" y="2282"/>
                  </a:lnTo>
                  <a:lnTo>
                    <a:pt x="588" y="2292"/>
                  </a:lnTo>
                  <a:lnTo>
                    <a:pt x="578" y="2300"/>
                  </a:lnTo>
                  <a:lnTo>
                    <a:pt x="570" y="2305"/>
                  </a:lnTo>
                  <a:lnTo>
                    <a:pt x="563" y="2310"/>
                  </a:lnTo>
                  <a:lnTo>
                    <a:pt x="555" y="2316"/>
                  </a:lnTo>
                  <a:lnTo>
                    <a:pt x="544" y="2325"/>
                  </a:lnTo>
                  <a:lnTo>
                    <a:pt x="533" y="2334"/>
                  </a:lnTo>
                  <a:lnTo>
                    <a:pt x="520" y="2344"/>
                  </a:lnTo>
                  <a:lnTo>
                    <a:pt x="507" y="2357"/>
                  </a:lnTo>
                  <a:lnTo>
                    <a:pt x="492" y="2370"/>
                  </a:lnTo>
                  <a:lnTo>
                    <a:pt x="478" y="2384"/>
                  </a:lnTo>
                  <a:lnTo>
                    <a:pt x="462" y="2399"/>
                  </a:lnTo>
                  <a:lnTo>
                    <a:pt x="445" y="2415"/>
                  </a:lnTo>
                  <a:lnTo>
                    <a:pt x="428" y="2433"/>
                  </a:lnTo>
                  <a:lnTo>
                    <a:pt x="410" y="2449"/>
                  </a:lnTo>
                  <a:lnTo>
                    <a:pt x="392" y="2467"/>
                  </a:lnTo>
                  <a:lnTo>
                    <a:pt x="375" y="2486"/>
                  </a:lnTo>
                  <a:lnTo>
                    <a:pt x="356" y="2504"/>
                  </a:lnTo>
                  <a:lnTo>
                    <a:pt x="337" y="2523"/>
                  </a:lnTo>
                  <a:lnTo>
                    <a:pt x="317" y="2542"/>
                  </a:lnTo>
                  <a:lnTo>
                    <a:pt x="296" y="2559"/>
                  </a:lnTo>
                  <a:lnTo>
                    <a:pt x="276" y="2577"/>
                  </a:lnTo>
                  <a:lnTo>
                    <a:pt x="253" y="2594"/>
                  </a:lnTo>
                  <a:lnTo>
                    <a:pt x="231" y="2609"/>
                  </a:lnTo>
                  <a:lnTo>
                    <a:pt x="208" y="2624"/>
                  </a:lnTo>
                  <a:lnTo>
                    <a:pt x="186" y="2638"/>
                  </a:lnTo>
                  <a:lnTo>
                    <a:pt x="165" y="2651"/>
                  </a:lnTo>
                  <a:lnTo>
                    <a:pt x="145" y="2662"/>
                  </a:lnTo>
                  <a:lnTo>
                    <a:pt x="127" y="2673"/>
                  </a:lnTo>
                  <a:lnTo>
                    <a:pt x="111" y="2681"/>
                  </a:lnTo>
                  <a:lnTo>
                    <a:pt x="96" y="2689"/>
                  </a:lnTo>
                  <a:lnTo>
                    <a:pt x="85" y="2694"/>
                  </a:lnTo>
                  <a:lnTo>
                    <a:pt x="76" y="2700"/>
                  </a:lnTo>
                  <a:lnTo>
                    <a:pt x="70" y="2702"/>
                  </a:lnTo>
                  <a:lnTo>
                    <a:pt x="68" y="2703"/>
                  </a:lnTo>
                  <a:lnTo>
                    <a:pt x="163" y="2682"/>
                  </a:lnTo>
                  <a:lnTo>
                    <a:pt x="180" y="2681"/>
                  </a:lnTo>
                  <a:lnTo>
                    <a:pt x="199" y="2678"/>
                  </a:lnTo>
                  <a:lnTo>
                    <a:pt x="216" y="2673"/>
                  </a:lnTo>
                  <a:lnTo>
                    <a:pt x="236" y="2665"/>
                  </a:lnTo>
                  <a:lnTo>
                    <a:pt x="255" y="2657"/>
                  </a:lnTo>
                  <a:lnTo>
                    <a:pt x="275" y="2648"/>
                  </a:lnTo>
                  <a:lnTo>
                    <a:pt x="294" y="2637"/>
                  </a:lnTo>
                  <a:lnTo>
                    <a:pt x="314" y="2626"/>
                  </a:lnTo>
                  <a:lnTo>
                    <a:pt x="333" y="2613"/>
                  </a:lnTo>
                  <a:lnTo>
                    <a:pt x="353" y="2601"/>
                  </a:lnTo>
                  <a:lnTo>
                    <a:pt x="370" y="2589"/>
                  </a:lnTo>
                  <a:lnTo>
                    <a:pt x="389" y="2576"/>
                  </a:lnTo>
                  <a:lnTo>
                    <a:pt x="406" y="2564"/>
                  </a:lnTo>
                  <a:lnTo>
                    <a:pt x="421" y="2552"/>
                  </a:lnTo>
                  <a:lnTo>
                    <a:pt x="437" y="2541"/>
                  </a:lnTo>
                  <a:lnTo>
                    <a:pt x="451" y="2530"/>
                  </a:lnTo>
                  <a:lnTo>
                    <a:pt x="464" y="2520"/>
                  </a:lnTo>
                  <a:lnTo>
                    <a:pt x="478" y="2509"/>
                  </a:lnTo>
                  <a:lnTo>
                    <a:pt x="491" y="2497"/>
                  </a:lnTo>
                  <a:lnTo>
                    <a:pt x="505" y="2485"/>
                  </a:lnTo>
                  <a:lnTo>
                    <a:pt x="519" y="2471"/>
                  </a:lnTo>
                  <a:lnTo>
                    <a:pt x="534" y="2458"/>
                  </a:lnTo>
                  <a:lnTo>
                    <a:pt x="550" y="2442"/>
                  </a:lnTo>
                  <a:lnTo>
                    <a:pt x="565" y="2426"/>
                  </a:lnTo>
                  <a:lnTo>
                    <a:pt x="581" y="2411"/>
                  </a:lnTo>
                  <a:lnTo>
                    <a:pt x="597" y="2393"/>
                  </a:lnTo>
                  <a:lnTo>
                    <a:pt x="614" y="2376"/>
                  </a:lnTo>
                  <a:lnTo>
                    <a:pt x="632" y="2357"/>
                  </a:lnTo>
                  <a:lnTo>
                    <a:pt x="651" y="2337"/>
                  </a:lnTo>
                  <a:lnTo>
                    <a:pt x="669" y="2317"/>
                  </a:lnTo>
                  <a:lnTo>
                    <a:pt x="689" y="2296"/>
                  </a:lnTo>
                  <a:lnTo>
                    <a:pt x="709" y="2274"/>
                  </a:lnTo>
                  <a:lnTo>
                    <a:pt x="728" y="2255"/>
                  </a:lnTo>
                  <a:lnTo>
                    <a:pt x="743" y="2242"/>
                  </a:lnTo>
                  <a:lnTo>
                    <a:pt x="757" y="2234"/>
                  </a:lnTo>
                  <a:lnTo>
                    <a:pt x="767" y="2232"/>
                  </a:lnTo>
                  <a:lnTo>
                    <a:pt x="776" y="2233"/>
                  </a:lnTo>
                  <a:lnTo>
                    <a:pt x="783" y="2239"/>
                  </a:lnTo>
                  <a:lnTo>
                    <a:pt x="787" y="2248"/>
                  </a:lnTo>
                  <a:lnTo>
                    <a:pt x="790" y="2259"/>
                  </a:lnTo>
                  <a:lnTo>
                    <a:pt x="792" y="2273"/>
                  </a:lnTo>
                  <a:lnTo>
                    <a:pt x="792" y="2288"/>
                  </a:lnTo>
                  <a:lnTo>
                    <a:pt x="792" y="2304"/>
                  </a:lnTo>
                  <a:lnTo>
                    <a:pt x="792" y="2319"/>
                  </a:lnTo>
                  <a:lnTo>
                    <a:pt x="791" y="2335"/>
                  </a:lnTo>
                  <a:lnTo>
                    <a:pt x="790" y="2350"/>
                  </a:lnTo>
                  <a:lnTo>
                    <a:pt x="789" y="2363"/>
                  </a:lnTo>
                  <a:lnTo>
                    <a:pt x="789" y="2373"/>
                  </a:lnTo>
                  <a:lnTo>
                    <a:pt x="789" y="2381"/>
                  </a:lnTo>
                  <a:lnTo>
                    <a:pt x="791" y="2384"/>
                  </a:lnTo>
                  <a:lnTo>
                    <a:pt x="793" y="2384"/>
                  </a:lnTo>
                  <a:lnTo>
                    <a:pt x="795" y="2380"/>
                  </a:lnTo>
                  <a:lnTo>
                    <a:pt x="800" y="2373"/>
                  </a:lnTo>
                  <a:lnTo>
                    <a:pt x="804" y="2364"/>
                  </a:lnTo>
                  <a:lnTo>
                    <a:pt x="808" y="2353"/>
                  </a:lnTo>
                  <a:lnTo>
                    <a:pt x="813" y="2339"/>
                  </a:lnTo>
                  <a:lnTo>
                    <a:pt x="818" y="2325"/>
                  </a:lnTo>
                  <a:lnTo>
                    <a:pt x="823" y="2308"/>
                  </a:lnTo>
                  <a:lnTo>
                    <a:pt x="829" y="2291"/>
                  </a:lnTo>
                  <a:lnTo>
                    <a:pt x="835" y="2274"/>
                  </a:lnTo>
                  <a:lnTo>
                    <a:pt x="841" y="2257"/>
                  </a:lnTo>
                  <a:lnTo>
                    <a:pt x="846" y="2239"/>
                  </a:lnTo>
                  <a:lnTo>
                    <a:pt x="853" y="2224"/>
                  </a:lnTo>
                  <a:lnTo>
                    <a:pt x="858" y="2208"/>
                  </a:lnTo>
                  <a:lnTo>
                    <a:pt x="863" y="2192"/>
                  </a:lnTo>
                  <a:lnTo>
                    <a:pt x="867" y="2172"/>
                  </a:lnTo>
                  <a:lnTo>
                    <a:pt x="871" y="2149"/>
                  </a:lnTo>
                  <a:lnTo>
                    <a:pt x="875" y="2125"/>
                  </a:lnTo>
                  <a:lnTo>
                    <a:pt x="878" y="2100"/>
                  </a:lnTo>
                  <a:lnTo>
                    <a:pt x="880" y="2075"/>
                  </a:lnTo>
                  <a:lnTo>
                    <a:pt x="883" y="2050"/>
                  </a:lnTo>
                  <a:lnTo>
                    <a:pt x="885" y="2027"/>
                  </a:lnTo>
                  <a:lnTo>
                    <a:pt x="888" y="2007"/>
                  </a:lnTo>
                  <a:lnTo>
                    <a:pt x="891" y="1990"/>
                  </a:lnTo>
                  <a:lnTo>
                    <a:pt x="895" y="1976"/>
                  </a:lnTo>
                  <a:lnTo>
                    <a:pt x="900" y="1967"/>
                  </a:lnTo>
                  <a:lnTo>
                    <a:pt x="905" y="1963"/>
                  </a:lnTo>
                  <a:lnTo>
                    <a:pt x="912" y="1966"/>
                  </a:lnTo>
                  <a:lnTo>
                    <a:pt x="919" y="1976"/>
                  </a:lnTo>
                  <a:lnTo>
                    <a:pt x="928" y="1993"/>
                  </a:lnTo>
                  <a:lnTo>
                    <a:pt x="937" y="2016"/>
                  </a:lnTo>
                  <a:lnTo>
                    <a:pt x="946" y="2039"/>
                  </a:lnTo>
                  <a:lnTo>
                    <a:pt x="957" y="2064"/>
                  </a:lnTo>
                  <a:lnTo>
                    <a:pt x="967" y="2089"/>
                  </a:lnTo>
                  <a:lnTo>
                    <a:pt x="978" y="2115"/>
                  </a:lnTo>
                  <a:lnTo>
                    <a:pt x="989" y="2141"/>
                  </a:lnTo>
                  <a:lnTo>
                    <a:pt x="1001" y="2168"/>
                  </a:lnTo>
                  <a:lnTo>
                    <a:pt x="1012" y="2195"/>
                  </a:lnTo>
                  <a:lnTo>
                    <a:pt x="1024" y="2222"/>
                  </a:lnTo>
                  <a:lnTo>
                    <a:pt x="1037" y="2248"/>
                  </a:lnTo>
                  <a:lnTo>
                    <a:pt x="1051" y="2275"/>
                  </a:lnTo>
                  <a:lnTo>
                    <a:pt x="1065" y="2301"/>
                  </a:lnTo>
                  <a:lnTo>
                    <a:pt x="1080" y="2327"/>
                  </a:lnTo>
                  <a:lnTo>
                    <a:pt x="1094" y="2352"/>
                  </a:lnTo>
                  <a:lnTo>
                    <a:pt x="1110" y="2377"/>
                  </a:lnTo>
                  <a:lnTo>
                    <a:pt x="1127" y="2399"/>
                  </a:lnTo>
                  <a:lnTo>
                    <a:pt x="1156" y="2437"/>
                  </a:lnTo>
                  <a:lnTo>
                    <a:pt x="1176" y="2460"/>
                  </a:lnTo>
                  <a:lnTo>
                    <a:pt x="1188" y="2471"/>
                  </a:lnTo>
                  <a:lnTo>
                    <a:pt x="1193" y="2472"/>
                  </a:lnTo>
                  <a:lnTo>
                    <a:pt x="1193" y="2465"/>
                  </a:lnTo>
                  <a:lnTo>
                    <a:pt x="1188" y="2451"/>
                  </a:lnTo>
                  <a:lnTo>
                    <a:pt x="1179" y="2433"/>
                  </a:lnTo>
                  <a:lnTo>
                    <a:pt x="1166" y="2413"/>
                  </a:lnTo>
                  <a:lnTo>
                    <a:pt x="1159" y="2399"/>
                  </a:lnTo>
                  <a:lnTo>
                    <a:pt x="1149" y="2382"/>
                  </a:lnTo>
                  <a:lnTo>
                    <a:pt x="1138" y="2358"/>
                  </a:lnTo>
                  <a:lnTo>
                    <a:pt x="1126" y="2331"/>
                  </a:lnTo>
                  <a:lnTo>
                    <a:pt x="1111" y="2300"/>
                  </a:lnTo>
                  <a:lnTo>
                    <a:pt x="1097" y="2266"/>
                  </a:lnTo>
                  <a:lnTo>
                    <a:pt x="1083" y="2231"/>
                  </a:lnTo>
                  <a:lnTo>
                    <a:pt x="1067" y="2195"/>
                  </a:lnTo>
                  <a:lnTo>
                    <a:pt x="1053" y="2157"/>
                  </a:lnTo>
                  <a:lnTo>
                    <a:pt x="1039" y="2121"/>
                  </a:lnTo>
                  <a:lnTo>
                    <a:pt x="1027" y="2085"/>
                  </a:lnTo>
                  <a:lnTo>
                    <a:pt x="1014" y="2050"/>
                  </a:lnTo>
                  <a:lnTo>
                    <a:pt x="1005" y="2019"/>
                  </a:lnTo>
                  <a:lnTo>
                    <a:pt x="996" y="1990"/>
                  </a:lnTo>
                  <a:lnTo>
                    <a:pt x="990" y="1965"/>
                  </a:lnTo>
                  <a:lnTo>
                    <a:pt x="987" y="1944"/>
                  </a:lnTo>
                  <a:lnTo>
                    <a:pt x="987" y="1931"/>
                  </a:lnTo>
                  <a:lnTo>
                    <a:pt x="991" y="1928"/>
                  </a:lnTo>
                  <a:lnTo>
                    <a:pt x="997" y="1932"/>
                  </a:lnTo>
                  <a:lnTo>
                    <a:pt x="1007" y="1944"/>
                  </a:lnTo>
                  <a:lnTo>
                    <a:pt x="1019" y="1962"/>
                  </a:lnTo>
                  <a:lnTo>
                    <a:pt x="1033" y="1986"/>
                  </a:lnTo>
                  <a:lnTo>
                    <a:pt x="1047" y="2013"/>
                  </a:lnTo>
                  <a:lnTo>
                    <a:pt x="1064" y="2043"/>
                  </a:lnTo>
                  <a:lnTo>
                    <a:pt x="1081" y="2074"/>
                  </a:lnTo>
                  <a:lnTo>
                    <a:pt x="1097" y="2106"/>
                  </a:lnTo>
                  <a:lnTo>
                    <a:pt x="1114" y="2138"/>
                  </a:lnTo>
                  <a:lnTo>
                    <a:pt x="1131" y="2168"/>
                  </a:lnTo>
                  <a:lnTo>
                    <a:pt x="1145" y="2195"/>
                  </a:lnTo>
                  <a:lnTo>
                    <a:pt x="1160" y="2218"/>
                  </a:lnTo>
                  <a:lnTo>
                    <a:pt x="1171" y="2236"/>
                  </a:lnTo>
                  <a:lnTo>
                    <a:pt x="1181" y="2248"/>
                  </a:lnTo>
                  <a:lnTo>
                    <a:pt x="1187" y="2252"/>
                  </a:lnTo>
                  <a:lnTo>
                    <a:pt x="1190" y="2250"/>
                  </a:lnTo>
                  <a:lnTo>
                    <a:pt x="1190" y="2240"/>
                  </a:lnTo>
                  <a:lnTo>
                    <a:pt x="1186" y="2225"/>
                  </a:lnTo>
                  <a:lnTo>
                    <a:pt x="1181" y="2205"/>
                  </a:lnTo>
                  <a:lnTo>
                    <a:pt x="1172" y="2180"/>
                  </a:lnTo>
                  <a:lnTo>
                    <a:pt x="1163" y="2152"/>
                  </a:lnTo>
                  <a:lnTo>
                    <a:pt x="1152" y="2121"/>
                  </a:lnTo>
                  <a:lnTo>
                    <a:pt x="1139" y="2089"/>
                  </a:lnTo>
                  <a:lnTo>
                    <a:pt x="1126" y="2055"/>
                  </a:lnTo>
                  <a:lnTo>
                    <a:pt x="1111" y="2019"/>
                  </a:lnTo>
                  <a:lnTo>
                    <a:pt x="1097" y="1985"/>
                  </a:lnTo>
                  <a:lnTo>
                    <a:pt x="1084" y="1952"/>
                  </a:lnTo>
                  <a:lnTo>
                    <a:pt x="1070" y="1920"/>
                  </a:lnTo>
                  <a:lnTo>
                    <a:pt x="1058" y="1891"/>
                  </a:lnTo>
                  <a:lnTo>
                    <a:pt x="1047" y="1865"/>
                  </a:lnTo>
                  <a:lnTo>
                    <a:pt x="1042" y="1852"/>
                  </a:lnTo>
                  <a:lnTo>
                    <a:pt x="1036" y="1837"/>
                  </a:lnTo>
                  <a:lnTo>
                    <a:pt x="1030" y="1821"/>
                  </a:lnTo>
                  <a:lnTo>
                    <a:pt x="1022" y="1802"/>
                  </a:lnTo>
                  <a:lnTo>
                    <a:pt x="1016" y="1782"/>
                  </a:lnTo>
                  <a:lnTo>
                    <a:pt x="1008" y="1762"/>
                  </a:lnTo>
                  <a:lnTo>
                    <a:pt x="1001" y="1739"/>
                  </a:lnTo>
                  <a:lnTo>
                    <a:pt x="992" y="1715"/>
                  </a:lnTo>
                  <a:lnTo>
                    <a:pt x="984" y="1690"/>
                  </a:lnTo>
                  <a:lnTo>
                    <a:pt x="976" y="1665"/>
                  </a:lnTo>
                  <a:lnTo>
                    <a:pt x="967" y="1638"/>
                  </a:lnTo>
                  <a:lnTo>
                    <a:pt x="959" y="1612"/>
                  </a:lnTo>
                  <a:lnTo>
                    <a:pt x="951" y="1584"/>
                  </a:lnTo>
                  <a:lnTo>
                    <a:pt x="941" y="1557"/>
                  </a:lnTo>
                  <a:lnTo>
                    <a:pt x="933" y="1529"/>
                  </a:lnTo>
                  <a:lnTo>
                    <a:pt x="924" y="1501"/>
                  </a:lnTo>
                  <a:lnTo>
                    <a:pt x="916" y="1474"/>
                  </a:lnTo>
                  <a:lnTo>
                    <a:pt x="908" y="1446"/>
                  </a:lnTo>
                  <a:lnTo>
                    <a:pt x="901" y="1419"/>
                  </a:lnTo>
                  <a:lnTo>
                    <a:pt x="892" y="1393"/>
                  </a:lnTo>
                  <a:lnTo>
                    <a:pt x="885" y="1367"/>
                  </a:lnTo>
                  <a:lnTo>
                    <a:pt x="878" y="1341"/>
                  </a:lnTo>
                  <a:lnTo>
                    <a:pt x="871" y="1317"/>
                  </a:lnTo>
                  <a:lnTo>
                    <a:pt x="865" y="1294"/>
                  </a:lnTo>
                  <a:lnTo>
                    <a:pt x="860" y="1272"/>
                  </a:lnTo>
                  <a:lnTo>
                    <a:pt x="855" y="1251"/>
                  </a:lnTo>
                  <a:lnTo>
                    <a:pt x="850" y="1232"/>
                  </a:lnTo>
                  <a:lnTo>
                    <a:pt x="845" y="1215"/>
                  </a:lnTo>
                  <a:lnTo>
                    <a:pt x="842" y="1198"/>
                  </a:lnTo>
                  <a:lnTo>
                    <a:pt x="839" y="1185"/>
                  </a:lnTo>
                  <a:lnTo>
                    <a:pt x="837" y="1172"/>
                  </a:lnTo>
                  <a:lnTo>
                    <a:pt x="836" y="1163"/>
                  </a:lnTo>
                  <a:lnTo>
                    <a:pt x="833" y="1142"/>
                  </a:lnTo>
                  <a:lnTo>
                    <a:pt x="828" y="1116"/>
                  </a:lnTo>
                  <a:lnTo>
                    <a:pt x="821" y="1084"/>
                  </a:lnTo>
                  <a:lnTo>
                    <a:pt x="813" y="1049"/>
                  </a:lnTo>
                  <a:lnTo>
                    <a:pt x="804" y="1008"/>
                  </a:lnTo>
                  <a:lnTo>
                    <a:pt x="793" y="966"/>
                  </a:lnTo>
                  <a:lnTo>
                    <a:pt x="782" y="920"/>
                  </a:lnTo>
                  <a:lnTo>
                    <a:pt x="770" y="873"/>
                  </a:lnTo>
                  <a:lnTo>
                    <a:pt x="759" y="827"/>
                  </a:lnTo>
                  <a:lnTo>
                    <a:pt x="747" y="780"/>
                  </a:lnTo>
                  <a:lnTo>
                    <a:pt x="736" y="733"/>
                  </a:lnTo>
                  <a:lnTo>
                    <a:pt x="726" y="688"/>
                  </a:lnTo>
                  <a:lnTo>
                    <a:pt x="716" y="646"/>
                  </a:lnTo>
                  <a:lnTo>
                    <a:pt x="707" y="606"/>
                  </a:lnTo>
                  <a:lnTo>
                    <a:pt x="700" y="571"/>
                  </a:lnTo>
                  <a:lnTo>
                    <a:pt x="694" y="541"/>
                  </a:lnTo>
                  <a:lnTo>
                    <a:pt x="692" y="528"/>
                  </a:lnTo>
                  <a:lnTo>
                    <a:pt x="692" y="520"/>
                  </a:lnTo>
                  <a:lnTo>
                    <a:pt x="693" y="516"/>
                  </a:lnTo>
                  <a:lnTo>
                    <a:pt x="696" y="514"/>
                  </a:lnTo>
                  <a:lnTo>
                    <a:pt x="700" y="516"/>
                  </a:lnTo>
                  <a:lnTo>
                    <a:pt x="705" y="521"/>
                  </a:lnTo>
                  <a:lnTo>
                    <a:pt x="710" y="528"/>
                  </a:lnTo>
                  <a:lnTo>
                    <a:pt x="717" y="539"/>
                  </a:lnTo>
                  <a:lnTo>
                    <a:pt x="725" y="551"/>
                  </a:lnTo>
                  <a:lnTo>
                    <a:pt x="733" y="566"/>
                  </a:lnTo>
                  <a:lnTo>
                    <a:pt x="742" y="582"/>
                  </a:lnTo>
                  <a:lnTo>
                    <a:pt x="753" y="601"/>
                  </a:lnTo>
                  <a:lnTo>
                    <a:pt x="764" y="621"/>
                  </a:lnTo>
                  <a:lnTo>
                    <a:pt x="776" y="643"/>
                  </a:lnTo>
                  <a:lnTo>
                    <a:pt x="787" y="666"/>
                  </a:lnTo>
                  <a:lnTo>
                    <a:pt x="800" y="689"/>
                  </a:lnTo>
                  <a:lnTo>
                    <a:pt x="813" y="714"/>
                  </a:lnTo>
                  <a:lnTo>
                    <a:pt x="826" y="740"/>
                  </a:lnTo>
                  <a:lnTo>
                    <a:pt x="839" y="766"/>
                  </a:lnTo>
                  <a:lnTo>
                    <a:pt x="854" y="793"/>
                  </a:lnTo>
                  <a:lnTo>
                    <a:pt x="867" y="819"/>
                  </a:lnTo>
                  <a:lnTo>
                    <a:pt x="882" y="846"/>
                  </a:lnTo>
                  <a:lnTo>
                    <a:pt x="895" y="872"/>
                  </a:lnTo>
                  <a:lnTo>
                    <a:pt x="910" y="898"/>
                  </a:lnTo>
                  <a:lnTo>
                    <a:pt x="923" y="924"/>
                  </a:lnTo>
                  <a:lnTo>
                    <a:pt x="937" y="949"/>
                  </a:lnTo>
                  <a:lnTo>
                    <a:pt x="951" y="972"/>
                  </a:lnTo>
                  <a:lnTo>
                    <a:pt x="964" y="995"/>
                  </a:lnTo>
                  <a:lnTo>
                    <a:pt x="978" y="1016"/>
                  </a:lnTo>
                  <a:lnTo>
                    <a:pt x="990" y="1035"/>
                  </a:lnTo>
                  <a:lnTo>
                    <a:pt x="1002" y="1054"/>
                  </a:lnTo>
                  <a:lnTo>
                    <a:pt x="1013" y="1070"/>
                  </a:lnTo>
                  <a:close/>
                </a:path>
              </a:pathLst>
            </a:custGeom>
            <a:solidFill>
              <a:srgbClr val="cc8766"/>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645" name=""/>
            <p:cNvSpPr/>
            <p:nvPr/>
          </p:nvSpPr>
          <p:spPr>
            <a:xfrm flipV="1">
              <a:off x="6062760" y="5517720"/>
              <a:ext cx="1440" cy="2880"/>
            </a:xfrm>
            <a:custGeom>
              <a:avLst/>
              <a:gdLst/>
              <a:ahLst/>
              <a:rect l="l" t="t" r="r" b="b"/>
              <a:pathLst>
                <a:path w="8" h="9">
                  <a:moveTo>
                    <a:pt x="8" y="1"/>
                  </a:moveTo>
                  <a:lnTo>
                    <a:pt x="4" y="0"/>
                  </a:lnTo>
                  <a:lnTo>
                    <a:pt x="1" y="2"/>
                  </a:lnTo>
                  <a:lnTo>
                    <a:pt x="0" y="5"/>
                  </a:lnTo>
                  <a:lnTo>
                    <a:pt x="2" y="9"/>
                  </a:lnTo>
                  <a:lnTo>
                    <a:pt x="8" y="1"/>
                  </a:lnTo>
                  <a:close/>
                </a:path>
              </a:pathLst>
            </a:custGeom>
            <a:solidFill>
              <a:srgbClr val="732e0d"/>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646" name=""/>
            <p:cNvSpPr/>
            <p:nvPr/>
          </p:nvSpPr>
          <p:spPr>
            <a:xfrm flipV="1">
              <a:off x="6064200" y="5509800"/>
              <a:ext cx="23760" cy="10800"/>
            </a:xfrm>
            <a:custGeom>
              <a:avLst/>
              <a:gdLst/>
              <a:ahLst/>
              <a:rect l="l" t="t" r="r" b="b"/>
              <a:pathLst>
                <a:path w="230" h="96">
                  <a:moveTo>
                    <a:pt x="230" y="85"/>
                  </a:moveTo>
                  <a:lnTo>
                    <a:pt x="208" y="81"/>
                  </a:lnTo>
                  <a:lnTo>
                    <a:pt x="188" y="75"/>
                  </a:lnTo>
                  <a:lnTo>
                    <a:pt x="167" y="70"/>
                  </a:lnTo>
                  <a:lnTo>
                    <a:pt x="148" y="62"/>
                  </a:lnTo>
                  <a:lnTo>
                    <a:pt x="128" y="55"/>
                  </a:lnTo>
                  <a:lnTo>
                    <a:pt x="109" y="49"/>
                  </a:lnTo>
                  <a:lnTo>
                    <a:pt x="92" y="42"/>
                  </a:lnTo>
                  <a:lnTo>
                    <a:pt x="75" y="34"/>
                  </a:lnTo>
                  <a:lnTo>
                    <a:pt x="60" y="28"/>
                  </a:lnTo>
                  <a:lnTo>
                    <a:pt x="47" y="22"/>
                  </a:lnTo>
                  <a:lnTo>
                    <a:pt x="34" y="16"/>
                  </a:lnTo>
                  <a:lnTo>
                    <a:pt x="24" y="10"/>
                  </a:lnTo>
                  <a:lnTo>
                    <a:pt x="17" y="6"/>
                  </a:lnTo>
                  <a:lnTo>
                    <a:pt x="10" y="3"/>
                  </a:lnTo>
                  <a:lnTo>
                    <a:pt x="7" y="1"/>
                  </a:lnTo>
                  <a:lnTo>
                    <a:pt x="6" y="0"/>
                  </a:lnTo>
                  <a:lnTo>
                    <a:pt x="0" y="8"/>
                  </a:lnTo>
                  <a:lnTo>
                    <a:pt x="1" y="9"/>
                  </a:lnTo>
                  <a:lnTo>
                    <a:pt x="6" y="11"/>
                  </a:lnTo>
                  <a:lnTo>
                    <a:pt x="13" y="15"/>
                  </a:lnTo>
                  <a:lnTo>
                    <a:pt x="20" y="19"/>
                  </a:lnTo>
                  <a:lnTo>
                    <a:pt x="30" y="24"/>
                  </a:lnTo>
                  <a:lnTo>
                    <a:pt x="43" y="30"/>
                  </a:lnTo>
                  <a:lnTo>
                    <a:pt x="56" y="36"/>
                  </a:lnTo>
                  <a:lnTo>
                    <a:pt x="71" y="45"/>
                  </a:lnTo>
                  <a:lnTo>
                    <a:pt x="88" y="52"/>
                  </a:lnTo>
                  <a:lnTo>
                    <a:pt x="105" y="59"/>
                  </a:lnTo>
                  <a:lnTo>
                    <a:pt x="124" y="65"/>
                  </a:lnTo>
                  <a:lnTo>
                    <a:pt x="144" y="73"/>
                  </a:lnTo>
                  <a:lnTo>
                    <a:pt x="165" y="80"/>
                  </a:lnTo>
                  <a:lnTo>
                    <a:pt x="185" y="85"/>
                  </a:lnTo>
                  <a:lnTo>
                    <a:pt x="206" y="91"/>
                  </a:lnTo>
                  <a:lnTo>
                    <a:pt x="228" y="96"/>
                  </a:lnTo>
                  <a:lnTo>
                    <a:pt x="230" y="85"/>
                  </a:lnTo>
                  <a:close/>
                </a:path>
              </a:pathLst>
            </a:custGeom>
            <a:solidFill>
              <a:srgbClr val="732e0d"/>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647" name=""/>
            <p:cNvSpPr/>
            <p:nvPr/>
          </p:nvSpPr>
          <p:spPr>
            <a:xfrm flipV="1">
              <a:off x="6087960" y="5509800"/>
              <a:ext cx="1800" cy="1440"/>
            </a:xfrm>
            <a:custGeom>
              <a:avLst/>
              <a:gdLst/>
              <a:ahLst/>
              <a:rect l="l" t="t" r="r" b="b"/>
              <a:pathLst>
                <a:path w="6" h="11">
                  <a:moveTo>
                    <a:pt x="0" y="11"/>
                  </a:moveTo>
                  <a:lnTo>
                    <a:pt x="4" y="10"/>
                  </a:lnTo>
                  <a:lnTo>
                    <a:pt x="6" y="6"/>
                  </a:lnTo>
                  <a:lnTo>
                    <a:pt x="5" y="2"/>
                  </a:lnTo>
                  <a:lnTo>
                    <a:pt x="2" y="0"/>
                  </a:lnTo>
                  <a:lnTo>
                    <a:pt x="0" y="11"/>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648" name=""/>
            <p:cNvSpPr/>
            <p:nvPr/>
          </p:nvSpPr>
          <p:spPr>
            <a:xfrm flipV="1">
              <a:off x="6075360" y="5510880"/>
              <a:ext cx="1440" cy="1080"/>
            </a:xfrm>
            <a:custGeom>
              <a:avLst/>
              <a:gdLst/>
              <a:ahLst/>
              <a:rect l="l" t="t" r="r" b="b"/>
              <a:pathLst>
                <a:path w="9" h="9">
                  <a:moveTo>
                    <a:pt x="9" y="3"/>
                  </a:moveTo>
                  <a:lnTo>
                    <a:pt x="6" y="0"/>
                  </a:lnTo>
                  <a:lnTo>
                    <a:pt x="2" y="2"/>
                  </a:lnTo>
                  <a:lnTo>
                    <a:pt x="0" y="5"/>
                  </a:lnTo>
                  <a:lnTo>
                    <a:pt x="1" y="9"/>
                  </a:lnTo>
                  <a:lnTo>
                    <a:pt x="9" y="3"/>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49" name=""/>
            <p:cNvSpPr/>
            <p:nvPr/>
          </p:nvSpPr>
          <p:spPr>
            <a:xfrm flipV="1">
              <a:off x="6075360" y="5501880"/>
              <a:ext cx="14400" cy="10800"/>
            </a:xfrm>
            <a:custGeom>
              <a:avLst/>
              <a:gdLst/>
              <a:ahLst/>
              <a:rect l="l" t="t" r="r" b="b"/>
              <a:pathLst>
                <a:path w="117" h="93">
                  <a:moveTo>
                    <a:pt x="117" y="85"/>
                  </a:moveTo>
                  <a:lnTo>
                    <a:pt x="117" y="85"/>
                  </a:lnTo>
                  <a:lnTo>
                    <a:pt x="93" y="70"/>
                  </a:lnTo>
                  <a:lnTo>
                    <a:pt x="72" y="56"/>
                  </a:lnTo>
                  <a:lnTo>
                    <a:pt x="52" y="41"/>
                  </a:lnTo>
                  <a:lnTo>
                    <a:pt x="36" y="28"/>
                  </a:lnTo>
                  <a:lnTo>
                    <a:pt x="24" y="16"/>
                  </a:lnTo>
                  <a:lnTo>
                    <a:pt x="16" y="8"/>
                  </a:lnTo>
                  <a:lnTo>
                    <a:pt x="10" y="2"/>
                  </a:lnTo>
                  <a:lnTo>
                    <a:pt x="8" y="0"/>
                  </a:lnTo>
                  <a:lnTo>
                    <a:pt x="0" y="6"/>
                  </a:lnTo>
                  <a:lnTo>
                    <a:pt x="2" y="8"/>
                  </a:lnTo>
                  <a:lnTo>
                    <a:pt x="7" y="14"/>
                  </a:lnTo>
                  <a:lnTo>
                    <a:pt x="18" y="24"/>
                  </a:lnTo>
                  <a:lnTo>
                    <a:pt x="30" y="36"/>
                  </a:lnTo>
                  <a:lnTo>
                    <a:pt x="46" y="49"/>
                  </a:lnTo>
                  <a:lnTo>
                    <a:pt x="66" y="64"/>
                  </a:lnTo>
                  <a:lnTo>
                    <a:pt x="86" y="79"/>
                  </a:lnTo>
                  <a:lnTo>
                    <a:pt x="112" y="93"/>
                  </a:lnTo>
                  <a:lnTo>
                    <a:pt x="112" y="93"/>
                  </a:lnTo>
                  <a:lnTo>
                    <a:pt x="117" y="85"/>
                  </a:lnTo>
                  <a:close/>
                </a:path>
              </a:pathLst>
            </a:custGeom>
            <a:solidFill>
              <a:srgbClr val="732e0d"/>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650" name=""/>
            <p:cNvSpPr/>
            <p:nvPr/>
          </p:nvSpPr>
          <p:spPr>
            <a:xfrm flipV="1">
              <a:off x="6087960" y="5482800"/>
              <a:ext cx="25560" cy="18720"/>
            </a:xfrm>
            <a:custGeom>
              <a:avLst/>
              <a:gdLst/>
              <a:ahLst/>
              <a:rect l="l" t="t" r="r" b="b"/>
              <a:pathLst>
                <a:path w="235" h="160">
                  <a:moveTo>
                    <a:pt x="235" y="149"/>
                  </a:moveTo>
                  <a:lnTo>
                    <a:pt x="224" y="146"/>
                  </a:lnTo>
                  <a:lnTo>
                    <a:pt x="212" y="142"/>
                  </a:lnTo>
                  <a:lnTo>
                    <a:pt x="198" y="135"/>
                  </a:lnTo>
                  <a:lnTo>
                    <a:pt x="185" y="126"/>
                  </a:lnTo>
                  <a:lnTo>
                    <a:pt x="169" y="117"/>
                  </a:lnTo>
                  <a:lnTo>
                    <a:pt x="154" y="106"/>
                  </a:lnTo>
                  <a:lnTo>
                    <a:pt x="138" y="94"/>
                  </a:lnTo>
                  <a:lnTo>
                    <a:pt x="121" y="83"/>
                  </a:lnTo>
                  <a:lnTo>
                    <a:pt x="105" y="70"/>
                  </a:lnTo>
                  <a:lnTo>
                    <a:pt x="89" y="58"/>
                  </a:lnTo>
                  <a:lnTo>
                    <a:pt x="73" y="46"/>
                  </a:lnTo>
                  <a:lnTo>
                    <a:pt x="58" y="35"/>
                  </a:lnTo>
                  <a:lnTo>
                    <a:pt x="43" y="25"/>
                  </a:lnTo>
                  <a:lnTo>
                    <a:pt x="30" y="14"/>
                  </a:lnTo>
                  <a:lnTo>
                    <a:pt x="17" y="6"/>
                  </a:lnTo>
                  <a:lnTo>
                    <a:pt x="5" y="0"/>
                  </a:lnTo>
                  <a:lnTo>
                    <a:pt x="0" y="8"/>
                  </a:lnTo>
                  <a:lnTo>
                    <a:pt x="11" y="14"/>
                  </a:lnTo>
                  <a:lnTo>
                    <a:pt x="23" y="23"/>
                  </a:lnTo>
                  <a:lnTo>
                    <a:pt x="37" y="33"/>
                  </a:lnTo>
                  <a:lnTo>
                    <a:pt x="51" y="43"/>
                  </a:lnTo>
                  <a:lnTo>
                    <a:pt x="67" y="55"/>
                  </a:lnTo>
                  <a:lnTo>
                    <a:pt x="83" y="66"/>
                  </a:lnTo>
                  <a:lnTo>
                    <a:pt x="98" y="79"/>
                  </a:lnTo>
                  <a:lnTo>
                    <a:pt x="115" y="91"/>
                  </a:lnTo>
                  <a:lnTo>
                    <a:pt x="132" y="103"/>
                  </a:lnTo>
                  <a:lnTo>
                    <a:pt x="147" y="114"/>
                  </a:lnTo>
                  <a:lnTo>
                    <a:pt x="163" y="125"/>
                  </a:lnTo>
                  <a:lnTo>
                    <a:pt x="179" y="135"/>
                  </a:lnTo>
                  <a:lnTo>
                    <a:pt x="194" y="143"/>
                  </a:lnTo>
                  <a:lnTo>
                    <a:pt x="208" y="150"/>
                  </a:lnTo>
                  <a:lnTo>
                    <a:pt x="220" y="157"/>
                  </a:lnTo>
                  <a:lnTo>
                    <a:pt x="233" y="160"/>
                  </a:lnTo>
                  <a:lnTo>
                    <a:pt x="235" y="149"/>
                  </a:lnTo>
                  <a:close/>
                </a:path>
              </a:pathLst>
            </a:custGeom>
            <a:solidFill>
              <a:srgbClr val="732e0d"/>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651" name=""/>
            <p:cNvSpPr/>
            <p:nvPr/>
          </p:nvSpPr>
          <p:spPr>
            <a:xfrm flipV="1">
              <a:off x="6113520" y="5482800"/>
              <a:ext cx="1440" cy="2880"/>
            </a:xfrm>
            <a:custGeom>
              <a:avLst/>
              <a:gdLst/>
              <a:ahLst/>
              <a:rect l="l" t="t" r="r" b="b"/>
              <a:pathLst>
                <a:path w="6" h="11">
                  <a:moveTo>
                    <a:pt x="0" y="11"/>
                  </a:moveTo>
                  <a:lnTo>
                    <a:pt x="4" y="10"/>
                  </a:lnTo>
                  <a:lnTo>
                    <a:pt x="6" y="7"/>
                  </a:lnTo>
                  <a:lnTo>
                    <a:pt x="5" y="2"/>
                  </a:lnTo>
                  <a:lnTo>
                    <a:pt x="2" y="0"/>
                  </a:lnTo>
                  <a:lnTo>
                    <a:pt x="0" y="11"/>
                  </a:lnTo>
                  <a:close/>
                </a:path>
              </a:pathLst>
            </a:custGeom>
            <a:solidFill>
              <a:srgbClr val="732e0d"/>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652" name=""/>
            <p:cNvSpPr/>
            <p:nvPr/>
          </p:nvSpPr>
          <p:spPr>
            <a:xfrm flipV="1">
              <a:off x="6072120" y="5510880"/>
              <a:ext cx="1800" cy="1080"/>
            </a:xfrm>
            <a:custGeom>
              <a:avLst/>
              <a:gdLst/>
              <a:ahLst/>
              <a:rect l="l" t="t" r="r" b="b"/>
              <a:pathLst>
                <a:path w="9" h="6">
                  <a:moveTo>
                    <a:pt x="9" y="2"/>
                  </a:moveTo>
                  <a:lnTo>
                    <a:pt x="7" y="0"/>
                  </a:lnTo>
                  <a:lnTo>
                    <a:pt x="3" y="0"/>
                  </a:lnTo>
                  <a:lnTo>
                    <a:pt x="0" y="3"/>
                  </a:lnTo>
                  <a:lnTo>
                    <a:pt x="0" y="6"/>
                  </a:lnTo>
                  <a:lnTo>
                    <a:pt x="9" y="2"/>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53" name=""/>
            <p:cNvSpPr/>
            <p:nvPr/>
          </p:nvSpPr>
          <p:spPr>
            <a:xfrm flipV="1">
              <a:off x="6072120" y="5478120"/>
              <a:ext cx="19080" cy="34560"/>
            </a:xfrm>
            <a:custGeom>
              <a:avLst/>
              <a:gdLst/>
              <a:ahLst/>
              <a:rect l="l" t="t" r="r" b="b"/>
              <a:pathLst>
                <a:path w="187" h="314">
                  <a:moveTo>
                    <a:pt x="187" y="310"/>
                  </a:moveTo>
                  <a:lnTo>
                    <a:pt x="186" y="310"/>
                  </a:lnTo>
                  <a:lnTo>
                    <a:pt x="9" y="0"/>
                  </a:lnTo>
                  <a:lnTo>
                    <a:pt x="0" y="4"/>
                  </a:lnTo>
                  <a:lnTo>
                    <a:pt x="177" y="314"/>
                  </a:lnTo>
                  <a:lnTo>
                    <a:pt x="176" y="314"/>
                  </a:lnTo>
                  <a:lnTo>
                    <a:pt x="187" y="310"/>
                  </a:lnTo>
                  <a:lnTo>
                    <a:pt x="187" y="310"/>
                  </a:lnTo>
                  <a:lnTo>
                    <a:pt x="186" y="310"/>
                  </a:lnTo>
                  <a:lnTo>
                    <a:pt x="187" y="310"/>
                  </a:lnTo>
                  <a:close/>
                </a:path>
              </a:pathLst>
            </a:custGeom>
            <a:solidFill>
              <a:srgbClr val="732e0d"/>
            </a:solidFill>
            <a:ln w="0">
              <a:noFill/>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7654" name=""/>
            <p:cNvSpPr/>
            <p:nvPr/>
          </p:nvSpPr>
          <p:spPr>
            <a:xfrm flipV="1">
              <a:off x="6091200" y="5431320"/>
              <a:ext cx="17640" cy="45720"/>
            </a:xfrm>
            <a:custGeom>
              <a:avLst/>
              <a:gdLst/>
              <a:ahLst/>
              <a:rect l="l" t="t" r="r" b="b"/>
              <a:pathLst>
                <a:path w="185" h="392">
                  <a:moveTo>
                    <a:pt x="185" y="384"/>
                  </a:moveTo>
                  <a:lnTo>
                    <a:pt x="185" y="384"/>
                  </a:lnTo>
                  <a:lnTo>
                    <a:pt x="178" y="377"/>
                  </a:lnTo>
                  <a:lnTo>
                    <a:pt x="170" y="364"/>
                  </a:lnTo>
                  <a:lnTo>
                    <a:pt x="160" y="349"/>
                  </a:lnTo>
                  <a:lnTo>
                    <a:pt x="149" y="330"/>
                  </a:lnTo>
                  <a:lnTo>
                    <a:pt x="138" y="308"/>
                  </a:lnTo>
                  <a:lnTo>
                    <a:pt x="125" y="283"/>
                  </a:lnTo>
                  <a:lnTo>
                    <a:pt x="114" y="257"/>
                  </a:lnTo>
                  <a:lnTo>
                    <a:pt x="100" y="228"/>
                  </a:lnTo>
                  <a:lnTo>
                    <a:pt x="88" y="199"/>
                  </a:lnTo>
                  <a:lnTo>
                    <a:pt x="75" y="170"/>
                  </a:lnTo>
                  <a:lnTo>
                    <a:pt x="63" y="140"/>
                  </a:lnTo>
                  <a:lnTo>
                    <a:pt x="50" y="110"/>
                  </a:lnTo>
                  <a:lnTo>
                    <a:pt x="39" y="80"/>
                  </a:lnTo>
                  <a:lnTo>
                    <a:pt x="28" y="52"/>
                  </a:lnTo>
                  <a:lnTo>
                    <a:pt x="19" y="25"/>
                  </a:lnTo>
                  <a:lnTo>
                    <a:pt x="11" y="0"/>
                  </a:lnTo>
                  <a:lnTo>
                    <a:pt x="0" y="4"/>
                  </a:lnTo>
                  <a:lnTo>
                    <a:pt x="9" y="29"/>
                  </a:lnTo>
                  <a:lnTo>
                    <a:pt x="18" y="56"/>
                  </a:lnTo>
                  <a:lnTo>
                    <a:pt x="28" y="84"/>
                  </a:lnTo>
                  <a:lnTo>
                    <a:pt x="40" y="114"/>
                  </a:lnTo>
                  <a:lnTo>
                    <a:pt x="52" y="144"/>
                  </a:lnTo>
                  <a:lnTo>
                    <a:pt x="65" y="174"/>
                  </a:lnTo>
                  <a:lnTo>
                    <a:pt x="77" y="203"/>
                  </a:lnTo>
                  <a:lnTo>
                    <a:pt x="90" y="232"/>
                  </a:lnTo>
                  <a:lnTo>
                    <a:pt x="103" y="262"/>
                  </a:lnTo>
                  <a:lnTo>
                    <a:pt x="117" y="288"/>
                  </a:lnTo>
                  <a:lnTo>
                    <a:pt x="129" y="312"/>
                  </a:lnTo>
                  <a:lnTo>
                    <a:pt x="141" y="334"/>
                  </a:lnTo>
                  <a:lnTo>
                    <a:pt x="151" y="355"/>
                  </a:lnTo>
                  <a:lnTo>
                    <a:pt x="162" y="371"/>
                  </a:lnTo>
                  <a:lnTo>
                    <a:pt x="170" y="383"/>
                  </a:lnTo>
                  <a:lnTo>
                    <a:pt x="178" y="392"/>
                  </a:lnTo>
                  <a:lnTo>
                    <a:pt x="178" y="392"/>
                  </a:lnTo>
                  <a:lnTo>
                    <a:pt x="185" y="384"/>
                  </a:lnTo>
                  <a:close/>
                </a:path>
              </a:pathLst>
            </a:custGeom>
            <a:solidFill>
              <a:srgbClr val="732e0d"/>
            </a:solidFill>
            <a:ln w="0">
              <a:noFill/>
            </a:ln>
          </p:spPr>
          <p:style>
            <a:lnRef idx="0"/>
            <a:fillRef idx="0"/>
            <a:effectRef idx="0"/>
            <a:fontRef idx="minor"/>
          </p:style>
          <p:txBody>
            <a:bodyPr lIns="90000" rIns="90000" tIns="-1080" bIns="-1080" anchor="t">
              <a:noAutofit/>
            </a:bodyPr>
            <a:p>
              <a:endParaRPr b="0" lang="en-US" sz="2400" spc="-1" strike="noStrike">
                <a:solidFill>
                  <a:srgbClr val="000000"/>
                </a:solidFill>
                <a:latin typeface="Times New Roman"/>
              </a:endParaRPr>
            </a:p>
          </p:txBody>
        </p:sp>
        <p:sp>
          <p:nvSpPr>
            <p:cNvPr id="7655" name=""/>
            <p:cNvSpPr/>
            <p:nvPr/>
          </p:nvSpPr>
          <p:spPr>
            <a:xfrm flipV="1">
              <a:off x="6108840" y="5422680"/>
              <a:ext cx="14040" cy="10800"/>
            </a:xfrm>
            <a:custGeom>
              <a:avLst/>
              <a:gdLst/>
              <a:ahLst/>
              <a:rect l="l" t="t" r="r" b="b"/>
              <a:pathLst>
                <a:path w="126" h="88">
                  <a:moveTo>
                    <a:pt x="126" y="78"/>
                  </a:moveTo>
                  <a:lnTo>
                    <a:pt x="125" y="78"/>
                  </a:lnTo>
                  <a:lnTo>
                    <a:pt x="107" y="72"/>
                  </a:lnTo>
                  <a:lnTo>
                    <a:pt x="90" y="65"/>
                  </a:lnTo>
                  <a:lnTo>
                    <a:pt x="75" y="59"/>
                  </a:lnTo>
                  <a:lnTo>
                    <a:pt x="64" y="51"/>
                  </a:lnTo>
                  <a:lnTo>
                    <a:pt x="51" y="42"/>
                  </a:lnTo>
                  <a:lnTo>
                    <a:pt x="39" y="30"/>
                  </a:lnTo>
                  <a:lnTo>
                    <a:pt x="24" y="17"/>
                  </a:lnTo>
                  <a:lnTo>
                    <a:pt x="7" y="0"/>
                  </a:lnTo>
                  <a:lnTo>
                    <a:pt x="0" y="8"/>
                  </a:lnTo>
                  <a:lnTo>
                    <a:pt x="18" y="25"/>
                  </a:lnTo>
                  <a:lnTo>
                    <a:pt x="33" y="39"/>
                  </a:lnTo>
                  <a:lnTo>
                    <a:pt x="45" y="50"/>
                  </a:lnTo>
                  <a:lnTo>
                    <a:pt x="58" y="59"/>
                  </a:lnTo>
                  <a:lnTo>
                    <a:pt x="71" y="68"/>
                  </a:lnTo>
                  <a:lnTo>
                    <a:pt x="86" y="75"/>
                  </a:lnTo>
                  <a:lnTo>
                    <a:pt x="102" y="82"/>
                  </a:lnTo>
                  <a:lnTo>
                    <a:pt x="123" y="88"/>
                  </a:lnTo>
                  <a:lnTo>
                    <a:pt x="122" y="88"/>
                  </a:lnTo>
                  <a:lnTo>
                    <a:pt x="126" y="78"/>
                  </a:lnTo>
                  <a:close/>
                </a:path>
              </a:pathLst>
            </a:custGeom>
            <a:solidFill>
              <a:srgbClr val="732e0d"/>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656" name=""/>
            <p:cNvSpPr/>
            <p:nvPr/>
          </p:nvSpPr>
          <p:spPr>
            <a:xfrm flipV="1">
              <a:off x="6121440" y="5421960"/>
              <a:ext cx="9360" cy="1080"/>
            </a:xfrm>
            <a:custGeom>
              <a:avLst/>
              <a:gdLst/>
              <a:ahLst/>
              <a:rect l="l" t="t" r="r" b="b"/>
              <a:pathLst>
                <a:path w="82" h="24">
                  <a:moveTo>
                    <a:pt x="82" y="14"/>
                  </a:moveTo>
                  <a:lnTo>
                    <a:pt x="69" y="14"/>
                  </a:lnTo>
                  <a:lnTo>
                    <a:pt x="57" y="13"/>
                  </a:lnTo>
                  <a:lnTo>
                    <a:pt x="43" y="10"/>
                  </a:lnTo>
                  <a:lnTo>
                    <a:pt x="30" y="7"/>
                  </a:lnTo>
                  <a:lnTo>
                    <a:pt x="20" y="5"/>
                  </a:lnTo>
                  <a:lnTo>
                    <a:pt x="11" y="2"/>
                  </a:lnTo>
                  <a:lnTo>
                    <a:pt x="5" y="1"/>
                  </a:lnTo>
                  <a:lnTo>
                    <a:pt x="4" y="0"/>
                  </a:lnTo>
                  <a:lnTo>
                    <a:pt x="0" y="10"/>
                  </a:lnTo>
                  <a:lnTo>
                    <a:pt x="3" y="11"/>
                  </a:lnTo>
                  <a:lnTo>
                    <a:pt x="9" y="13"/>
                  </a:lnTo>
                  <a:lnTo>
                    <a:pt x="18" y="16"/>
                  </a:lnTo>
                  <a:lnTo>
                    <a:pt x="28" y="18"/>
                  </a:lnTo>
                  <a:lnTo>
                    <a:pt x="41" y="21"/>
                  </a:lnTo>
                  <a:lnTo>
                    <a:pt x="54" y="23"/>
                  </a:lnTo>
                  <a:lnTo>
                    <a:pt x="69" y="24"/>
                  </a:lnTo>
                  <a:lnTo>
                    <a:pt x="82" y="24"/>
                  </a:lnTo>
                  <a:lnTo>
                    <a:pt x="82" y="14"/>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57" name=""/>
            <p:cNvSpPr/>
            <p:nvPr/>
          </p:nvSpPr>
          <p:spPr>
            <a:xfrm flipV="1">
              <a:off x="6130800" y="5420880"/>
              <a:ext cx="1800" cy="1440"/>
            </a:xfrm>
            <a:custGeom>
              <a:avLst/>
              <a:gdLst/>
              <a:ahLst/>
              <a:rect l="l" t="t" r="r" b="b"/>
              <a:pathLst>
                <a:path w="5" h="10">
                  <a:moveTo>
                    <a:pt x="0" y="10"/>
                  </a:moveTo>
                  <a:lnTo>
                    <a:pt x="3" y="8"/>
                  </a:lnTo>
                  <a:lnTo>
                    <a:pt x="5" y="5"/>
                  </a:lnTo>
                  <a:lnTo>
                    <a:pt x="3" y="2"/>
                  </a:lnTo>
                  <a:lnTo>
                    <a:pt x="0" y="0"/>
                  </a:lnTo>
                  <a:lnTo>
                    <a:pt x="0" y="10"/>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658" name=""/>
            <p:cNvSpPr/>
            <p:nvPr/>
          </p:nvSpPr>
          <p:spPr>
            <a:xfrm flipV="1">
              <a:off x="6113520" y="5424120"/>
              <a:ext cx="1440" cy="2880"/>
            </a:xfrm>
            <a:custGeom>
              <a:avLst/>
              <a:gdLst/>
              <a:ahLst/>
              <a:rect l="l" t="t" r="r" b="b"/>
              <a:pathLst>
                <a:path w="8" h="9">
                  <a:moveTo>
                    <a:pt x="8" y="1"/>
                  </a:moveTo>
                  <a:lnTo>
                    <a:pt x="4" y="0"/>
                  </a:lnTo>
                  <a:lnTo>
                    <a:pt x="1" y="2"/>
                  </a:lnTo>
                  <a:lnTo>
                    <a:pt x="0" y="5"/>
                  </a:lnTo>
                  <a:lnTo>
                    <a:pt x="2" y="9"/>
                  </a:lnTo>
                  <a:lnTo>
                    <a:pt x="8" y="1"/>
                  </a:lnTo>
                  <a:close/>
                </a:path>
              </a:pathLst>
            </a:custGeom>
            <a:solidFill>
              <a:srgbClr val="732e0d"/>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659" name=""/>
            <p:cNvSpPr/>
            <p:nvPr/>
          </p:nvSpPr>
          <p:spPr>
            <a:xfrm flipV="1">
              <a:off x="6113520" y="5409720"/>
              <a:ext cx="19080" cy="17280"/>
            </a:xfrm>
            <a:custGeom>
              <a:avLst/>
              <a:gdLst/>
              <a:ahLst/>
              <a:rect l="l" t="t" r="r" b="b"/>
              <a:pathLst>
                <a:path w="188" h="147">
                  <a:moveTo>
                    <a:pt x="188" y="137"/>
                  </a:moveTo>
                  <a:lnTo>
                    <a:pt x="176" y="133"/>
                  </a:lnTo>
                  <a:lnTo>
                    <a:pt x="163" y="125"/>
                  </a:lnTo>
                  <a:lnTo>
                    <a:pt x="150" y="117"/>
                  </a:lnTo>
                  <a:lnTo>
                    <a:pt x="135" y="107"/>
                  </a:lnTo>
                  <a:lnTo>
                    <a:pt x="119" y="96"/>
                  </a:lnTo>
                  <a:lnTo>
                    <a:pt x="104" y="85"/>
                  </a:lnTo>
                  <a:lnTo>
                    <a:pt x="89" y="72"/>
                  </a:lnTo>
                  <a:lnTo>
                    <a:pt x="75" y="61"/>
                  </a:lnTo>
                  <a:lnTo>
                    <a:pt x="61" y="49"/>
                  </a:lnTo>
                  <a:lnTo>
                    <a:pt x="48" y="38"/>
                  </a:lnTo>
                  <a:lnTo>
                    <a:pt x="36" y="28"/>
                  </a:lnTo>
                  <a:lnTo>
                    <a:pt x="26" y="18"/>
                  </a:lnTo>
                  <a:lnTo>
                    <a:pt x="17" y="10"/>
                  </a:lnTo>
                  <a:lnTo>
                    <a:pt x="11" y="5"/>
                  </a:lnTo>
                  <a:lnTo>
                    <a:pt x="8" y="1"/>
                  </a:lnTo>
                  <a:lnTo>
                    <a:pt x="6" y="0"/>
                  </a:lnTo>
                  <a:lnTo>
                    <a:pt x="0" y="8"/>
                  </a:lnTo>
                  <a:lnTo>
                    <a:pt x="0" y="9"/>
                  </a:lnTo>
                  <a:lnTo>
                    <a:pt x="5" y="13"/>
                  </a:lnTo>
                  <a:lnTo>
                    <a:pt x="11" y="18"/>
                  </a:lnTo>
                  <a:lnTo>
                    <a:pt x="19" y="27"/>
                  </a:lnTo>
                  <a:lnTo>
                    <a:pt x="30" y="36"/>
                  </a:lnTo>
                  <a:lnTo>
                    <a:pt x="41" y="46"/>
                  </a:lnTo>
                  <a:lnTo>
                    <a:pt x="55" y="57"/>
                  </a:lnTo>
                  <a:lnTo>
                    <a:pt x="68" y="69"/>
                  </a:lnTo>
                  <a:lnTo>
                    <a:pt x="83" y="81"/>
                  </a:lnTo>
                  <a:lnTo>
                    <a:pt x="98" y="93"/>
                  </a:lnTo>
                  <a:lnTo>
                    <a:pt x="113" y="105"/>
                  </a:lnTo>
                  <a:lnTo>
                    <a:pt x="129" y="115"/>
                  </a:lnTo>
                  <a:lnTo>
                    <a:pt x="143" y="125"/>
                  </a:lnTo>
                  <a:lnTo>
                    <a:pt x="157" y="134"/>
                  </a:lnTo>
                  <a:lnTo>
                    <a:pt x="172" y="141"/>
                  </a:lnTo>
                  <a:lnTo>
                    <a:pt x="184" y="147"/>
                  </a:lnTo>
                  <a:lnTo>
                    <a:pt x="188" y="137"/>
                  </a:lnTo>
                  <a:close/>
                </a:path>
              </a:pathLst>
            </a:custGeom>
            <a:solidFill>
              <a:srgbClr val="732e0d"/>
            </a:solidFill>
            <a:ln w="0">
              <a:noFill/>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7660" name=""/>
            <p:cNvSpPr/>
            <p:nvPr/>
          </p:nvSpPr>
          <p:spPr>
            <a:xfrm flipV="1">
              <a:off x="6130800" y="5407560"/>
              <a:ext cx="1800" cy="1080"/>
            </a:xfrm>
            <a:custGeom>
              <a:avLst/>
              <a:gdLst/>
              <a:ahLst/>
              <a:rect l="l" t="t" r="r" b="b"/>
              <a:pathLst>
                <a:path w="7" h="10">
                  <a:moveTo>
                    <a:pt x="0" y="10"/>
                  </a:moveTo>
                  <a:lnTo>
                    <a:pt x="4" y="10"/>
                  </a:lnTo>
                  <a:lnTo>
                    <a:pt x="7" y="6"/>
                  </a:lnTo>
                  <a:lnTo>
                    <a:pt x="7" y="3"/>
                  </a:lnTo>
                  <a:lnTo>
                    <a:pt x="4" y="0"/>
                  </a:lnTo>
                  <a:lnTo>
                    <a:pt x="0" y="10"/>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61" name=""/>
            <p:cNvSpPr/>
            <p:nvPr/>
          </p:nvSpPr>
          <p:spPr>
            <a:xfrm flipV="1">
              <a:off x="6116760" y="5417280"/>
              <a:ext cx="1440" cy="1080"/>
            </a:xfrm>
            <a:custGeom>
              <a:avLst/>
              <a:gdLst/>
              <a:ahLst/>
              <a:rect l="l" t="t" r="r" b="b"/>
              <a:pathLst>
                <a:path w="9" h="8">
                  <a:moveTo>
                    <a:pt x="9" y="2"/>
                  </a:moveTo>
                  <a:lnTo>
                    <a:pt x="6" y="0"/>
                  </a:lnTo>
                  <a:lnTo>
                    <a:pt x="2" y="1"/>
                  </a:lnTo>
                  <a:lnTo>
                    <a:pt x="0" y="4"/>
                  </a:lnTo>
                  <a:lnTo>
                    <a:pt x="1" y="8"/>
                  </a:lnTo>
                  <a:lnTo>
                    <a:pt x="9" y="2"/>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62" name=""/>
            <p:cNvSpPr/>
            <p:nvPr/>
          </p:nvSpPr>
          <p:spPr>
            <a:xfrm flipV="1">
              <a:off x="6116760" y="5400360"/>
              <a:ext cx="11160" cy="18720"/>
            </a:xfrm>
            <a:custGeom>
              <a:avLst/>
              <a:gdLst/>
              <a:ahLst/>
              <a:rect l="l" t="t" r="r" b="b"/>
              <a:pathLst>
                <a:path w="119" h="152">
                  <a:moveTo>
                    <a:pt x="119" y="143"/>
                  </a:moveTo>
                  <a:lnTo>
                    <a:pt x="119" y="143"/>
                  </a:lnTo>
                  <a:lnTo>
                    <a:pt x="99" y="124"/>
                  </a:lnTo>
                  <a:lnTo>
                    <a:pt x="79" y="101"/>
                  </a:lnTo>
                  <a:lnTo>
                    <a:pt x="60" y="76"/>
                  </a:lnTo>
                  <a:lnTo>
                    <a:pt x="44" y="53"/>
                  </a:lnTo>
                  <a:lnTo>
                    <a:pt x="29" y="32"/>
                  </a:lnTo>
                  <a:lnTo>
                    <a:pt x="18" y="16"/>
                  </a:lnTo>
                  <a:lnTo>
                    <a:pt x="10" y="4"/>
                  </a:lnTo>
                  <a:lnTo>
                    <a:pt x="8" y="0"/>
                  </a:lnTo>
                  <a:lnTo>
                    <a:pt x="0" y="6"/>
                  </a:lnTo>
                  <a:lnTo>
                    <a:pt x="2" y="10"/>
                  </a:lnTo>
                  <a:lnTo>
                    <a:pt x="9" y="22"/>
                  </a:lnTo>
                  <a:lnTo>
                    <a:pt x="21" y="38"/>
                  </a:lnTo>
                  <a:lnTo>
                    <a:pt x="35" y="59"/>
                  </a:lnTo>
                  <a:lnTo>
                    <a:pt x="52" y="82"/>
                  </a:lnTo>
                  <a:lnTo>
                    <a:pt x="71" y="107"/>
                  </a:lnTo>
                  <a:lnTo>
                    <a:pt x="90" y="130"/>
                  </a:lnTo>
                  <a:lnTo>
                    <a:pt x="112" y="152"/>
                  </a:lnTo>
                  <a:lnTo>
                    <a:pt x="112" y="152"/>
                  </a:lnTo>
                  <a:lnTo>
                    <a:pt x="119" y="143"/>
                  </a:lnTo>
                  <a:close/>
                </a:path>
              </a:pathLst>
            </a:custGeom>
            <a:solidFill>
              <a:srgbClr val="732e0d"/>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663" name=""/>
            <p:cNvSpPr/>
            <p:nvPr/>
          </p:nvSpPr>
          <p:spPr>
            <a:xfrm flipV="1">
              <a:off x="6127920" y="5382000"/>
              <a:ext cx="17280" cy="20520"/>
            </a:xfrm>
            <a:custGeom>
              <a:avLst/>
              <a:gdLst/>
              <a:ahLst/>
              <a:rect l="l" t="t" r="r" b="b"/>
              <a:pathLst>
                <a:path w="171" h="178">
                  <a:moveTo>
                    <a:pt x="171" y="168"/>
                  </a:moveTo>
                  <a:lnTo>
                    <a:pt x="161" y="163"/>
                  </a:lnTo>
                  <a:lnTo>
                    <a:pt x="150" y="158"/>
                  </a:lnTo>
                  <a:lnTo>
                    <a:pt x="139" y="151"/>
                  </a:lnTo>
                  <a:lnTo>
                    <a:pt x="128" y="143"/>
                  </a:lnTo>
                  <a:lnTo>
                    <a:pt x="117" y="132"/>
                  </a:lnTo>
                  <a:lnTo>
                    <a:pt x="108" y="123"/>
                  </a:lnTo>
                  <a:lnTo>
                    <a:pt x="97" y="111"/>
                  </a:lnTo>
                  <a:lnTo>
                    <a:pt x="88" y="98"/>
                  </a:lnTo>
                  <a:lnTo>
                    <a:pt x="77" y="86"/>
                  </a:lnTo>
                  <a:lnTo>
                    <a:pt x="67" y="73"/>
                  </a:lnTo>
                  <a:lnTo>
                    <a:pt x="58" y="60"/>
                  </a:lnTo>
                  <a:lnTo>
                    <a:pt x="47" y="47"/>
                  </a:lnTo>
                  <a:lnTo>
                    <a:pt x="38" y="35"/>
                  </a:lnTo>
                  <a:lnTo>
                    <a:pt x="27" y="22"/>
                  </a:lnTo>
                  <a:lnTo>
                    <a:pt x="18" y="12"/>
                  </a:lnTo>
                  <a:lnTo>
                    <a:pt x="7" y="0"/>
                  </a:lnTo>
                  <a:lnTo>
                    <a:pt x="0" y="9"/>
                  </a:lnTo>
                  <a:lnTo>
                    <a:pt x="10" y="18"/>
                  </a:lnTo>
                  <a:lnTo>
                    <a:pt x="19" y="28"/>
                  </a:lnTo>
                  <a:lnTo>
                    <a:pt x="29" y="41"/>
                  </a:lnTo>
                  <a:lnTo>
                    <a:pt x="39" y="53"/>
                  </a:lnTo>
                  <a:lnTo>
                    <a:pt x="49" y="66"/>
                  </a:lnTo>
                  <a:lnTo>
                    <a:pt x="59" y="79"/>
                  </a:lnTo>
                  <a:lnTo>
                    <a:pt x="69" y="92"/>
                  </a:lnTo>
                  <a:lnTo>
                    <a:pt x="79" y="104"/>
                  </a:lnTo>
                  <a:lnTo>
                    <a:pt x="89" y="117"/>
                  </a:lnTo>
                  <a:lnTo>
                    <a:pt x="99" y="129"/>
                  </a:lnTo>
                  <a:lnTo>
                    <a:pt x="111" y="141"/>
                  </a:lnTo>
                  <a:lnTo>
                    <a:pt x="122" y="151"/>
                  </a:lnTo>
                  <a:lnTo>
                    <a:pt x="133" y="159"/>
                  </a:lnTo>
                  <a:lnTo>
                    <a:pt x="144" y="167"/>
                  </a:lnTo>
                  <a:lnTo>
                    <a:pt x="157" y="174"/>
                  </a:lnTo>
                  <a:lnTo>
                    <a:pt x="169" y="178"/>
                  </a:lnTo>
                  <a:lnTo>
                    <a:pt x="171" y="168"/>
                  </a:lnTo>
                  <a:close/>
                </a:path>
              </a:pathLst>
            </a:custGeom>
            <a:solidFill>
              <a:srgbClr val="732e0d"/>
            </a:solidFill>
            <a:ln w="0">
              <a:noFill/>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7664" name=""/>
            <p:cNvSpPr/>
            <p:nvPr/>
          </p:nvSpPr>
          <p:spPr>
            <a:xfrm flipV="1">
              <a:off x="6145200" y="5380560"/>
              <a:ext cx="1440" cy="1080"/>
            </a:xfrm>
            <a:custGeom>
              <a:avLst/>
              <a:gdLst/>
              <a:ahLst/>
              <a:rect l="l" t="t" r="r" b="b"/>
              <a:pathLst>
                <a:path w="6" h="10">
                  <a:moveTo>
                    <a:pt x="0" y="10"/>
                  </a:moveTo>
                  <a:lnTo>
                    <a:pt x="4" y="9"/>
                  </a:lnTo>
                  <a:lnTo>
                    <a:pt x="6" y="6"/>
                  </a:lnTo>
                  <a:lnTo>
                    <a:pt x="5" y="2"/>
                  </a:lnTo>
                  <a:lnTo>
                    <a:pt x="2" y="0"/>
                  </a:lnTo>
                  <a:lnTo>
                    <a:pt x="0" y="10"/>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65" name=""/>
            <p:cNvSpPr/>
            <p:nvPr/>
          </p:nvSpPr>
          <p:spPr>
            <a:xfrm flipV="1">
              <a:off x="6092640" y="5397120"/>
              <a:ext cx="1800" cy="1440"/>
            </a:xfrm>
            <a:custGeom>
              <a:avLst/>
              <a:gdLst/>
              <a:ahLst/>
              <a:rect l="l" t="t" r="r" b="b"/>
              <a:pathLst>
                <a:path w="11" h="7">
                  <a:moveTo>
                    <a:pt x="11" y="3"/>
                  </a:moveTo>
                  <a:lnTo>
                    <a:pt x="7" y="0"/>
                  </a:lnTo>
                  <a:lnTo>
                    <a:pt x="4" y="0"/>
                  </a:lnTo>
                  <a:lnTo>
                    <a:pt x="0" y="3"/>
                  </a:lnTo>
                  <a:lnTo>
                    <a:pt x="0" y="7"/>
                  </a:lnTo>
                  <a:lnTo>
                    <a:pt x="11" y="3"/>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666" name=""/>
            <p:cNvSpPr/>
            <p:nvPr/>
          </p:nvSpPr>
          <p:spPr>
            <a:xfrm flipV="1">
              <a:off x="6092640" y="5356800"/>
              <a:ext cx="11160" cy="39240"/>
            </a:xfrm>
            <a:custGeom>
              <a:avLst/>
              <a:gdLst/>
              <a:ahLst/>
              <a:rect l="l" t="t" r="r" b="b"/>
              <a:pathLst>
                <a:path w="113" h="353">
                  <a:moveTo>
                    <a:pt x="113" y="351"/>
                  </a:moveTo>
                  <a:lnTo>
                    <a:pt x="113" y="351"/>
                  </a:lnTo>
                  <a:lnTo>
                    <a:pt x="107" y="321"/>
                  </a:lnTo>
                  <a:lnTo>
                    <a:pt x="102" y="291"/>
                  </a:lnTo>
                  <a:lnTo>
                    <a:pt x="95" y="260"/>
                  </a:lnTo>
                  <a:lnTo>
                    <a:pt x="88" y="229"/>
                  </a:lnTo>
                  <a:lnTo>
                    <a:pt x="79" y="199"/>
                  </a:lnTo>
                  <a:lnTo>
                    <a:pt x="71" y="170"/>
                  </a:lnTo>
                  <a:lnTo>
                    <a:pt x="62" y="141"/>
                  </a:lnTo>
                  <a:lnTo>
                    <a:pt x="53" y="115"/>
                  </a:lnTo>
                  <a:lnTo>
                    <a:pt x="45" y="91"/>
                  </a:lnTo>
                  <a:lnTo>
                    <a:pt x="37" y="68"/>
                  </a:lnTo>
                  <a:lnTo>
                    <a:pt x="29" y="49"/>
                  </a:lnTo>
                  <a:lnTo>
                    <a:pt x="23" y="32"/>
                  </a:lnTo>
                  <a:lnTo>
                    <a:pt x="18" y="19"/>
                  </a:lnTo>
                  <a:lnTo>
                    <a:pt x="14" y="8"/>
                  </a:lnTo>
                  <a:lnTo>
                    <a:pt x="12" y="2"/>
                  </a:lnTo>
                  <a:lnTo>
                    <a:pt x="11" y="0"/>
                  </a:lnTo>
                  <a:lnTo>
                    <a:pt x="0" y="4"/>
                  </a:lnTo>
                  <a:lnTo>
                    <a:pt x="1" y="6"/>
                  </a:lnTo>
                  <a:lnTo>
                    <a:pt x="3" y="12"/>
                  </a:lnTo>
                  <a:lnTo>
                    <a:pt x="7" y="23"/>
                  </a:lnTo>
                  <a:lnTo>
                    <a:pt x="13" y="36"/>
                  </a:lnTo>
                  <a:lnTo>
                    <a:pt x="19" y="53"/>
                  </a:lnTo>
                  <a:lnTo>
                    <a:pt x="26" y="73"/>
                  </a:lnTo>
                  <a:lnTo>
                    <a:pt x="34" y="95"/>
                  </a:lnTo>
                  <a:lnTo>
                    <a:pt x="43" y="119"/>
                  </a:lnTo>
                  <a:lnTo>
                    <a:pt x="51" y="145"/>
                  </a:lnTo>
                  <a:lnTo>
                    <a:pt x="61" y="172"/>
                  </a:lnTo>
                  <a:lnTo>
                    <a:pt x="69" y="201"/>
                  </a:lnTo>
                  <a:lnTo>
                    <a:pt x="77" y="232"/>
                  </a:lnTo>
                  <a:lnTo>
                    <a:pt x="84" y="262"/>
                  </a:lnTo>
                  <a:lnTo>
                    <a:pt x="92" y="293"/>
                  </a:lnTo>
                  <a:lnTo>
                    <a:pt x="97" y="323"/>
                  </a:lnTo>
                  <a:lnTo>
                    <a:pt x="102" y="353"/>
                  </a:lnTo>
                  <a:lnTo>
                    <a:pt x="102" y="353"/>
                  </a:lnTo>
                  <a:lnTo>
                    <a:pt x="113" y="351"/>
                  </a:lnTo>
                  <a:close/>
                </a:path>
              </a:pathLst>
            </a:custGeom>
            <a:solidFill>
              <a:srgbClr val="732e0d"/>
            </a:solidFill>
            <a:ln w="0">
              <a:noFill/>
            </a:ln>
          </p:spPr>
          <p:style>
            <a:lnRef idx="0"/>
            <a:fillRef idx="0"/>
            <a:effectRef idx="0"/>
            <a:fontRef idx="minor"/>
          </p:style>
          <p:txBody>
            <a:bodyPr lIns="90000" rIns="90000" tIns="-7560" bIns="-7560" anchor="t">
              <a:noAutofit/>
            </a:bodyPr>
            <a:p>
              <a:endParaRPr b="0" lang="en-US" sz="2400" spc="-1" strike="noStrike">
                <a:solidFill>
                  <a:srgbClr val="000000"/>
                </a:solidFill>
                <a:latin typeface="Times New Roman"/>
              </a:endParaRPr>
            </a:p>
          </p:txBody>
        </p:sp>
        <p:sp>
          <p:nvSpPr>
            <p:cNvPr id="7667" name=""/>
            <p:cNvSpPr/>
            <p:nvPr/>
          </p:nvSpPr>
          <p:spPr>
            <a:xfrm flipV="1">
              <a:off x="6102360" y="5293440"/>
              <a:ext cx="27000" cy="63000"/>
            </a:xfrm>
            <a:custGeom>
              <a:avLst/>
              <a:gdLst/>
              <a:ahLst/>
              <a:rect l="l" t="t" r="r" b="b"/>
              <a:pathLst>
                <a:path w="255" h="547">
                  <a:moveTo>
                    <a:pt x="255" y="540"/>
                  </a:moveTo>
                  <a:lnTo>
                    <a:pt x="242" y="521"/>
                  </a:lnTo>
                  <a:lnTo>
                    <a:pt x="226" y="497"/>
                  </a:lnTo>
                  <a:lnTo>
                    <a:pt x="208" y="470"/>
                  </a:lnTo>
                  <a:lnTo>
                    <a:pt x="191" y="439"/>
                  </a:lnTo>
                  <a:lnTo>
                    <a:pt x="172" y="406"/>
                  </a:lnTo>
                  <a:lnTo>
                    <a:pt x="153" y="371"/>
                  </a:lnTo>
                  <a:lnTo>
                    <a:pt x="133" y="334"/>
                  </a:lnTo>
                  <a:lnTo>
                    <a:pt x="115" y="295"/>
                  </a:lnTo>
                  <a:lnTo>
                    <a:pt x="97" y="256"/>
                  </a:lnTo>
                  <a:lnTo>
                    <a:pt x="80" y="216"/>
                  </a:lnTo>
                  <a:lnTo>
                    <a:pt x="64" y="177"/>
                  </a:lnTo>
                  <a:lnTo>
                    <a:pt x="49" y="138"/>
                  </a:lnTo>
                  <a:lnTo>
                    <a:pt x="36" y="101"/>
                  </a:lnTo>
                  <a:lnTo>
                    <a:pt x="25" y="65"/>
                  </a:lnTo>
                  <a:lnTo>
                    <a:pt x="17" y="31"/>
                  </a:lnTo>
                  <a:lnTo>
                    <a:pt x="11" y="0"/>
                  </a:lnTo>
                  <a:lnTo>
                    <a:pt x="0" y="2"/>
                  </a:lnTo>
                  <a:lnTo>
                    <a:pt x="6" y="33"/>
                  </a:lnTo>
                  <a:lnTo>
                    <a:pt x="15" y="68"/>
                  </a:lnTo>
                  <a:lnTo>
                    <a:pt x="25" y="105"/>
                  </a:lnTo>
                  <a:lnTo>
                    <a:pt x="39" y="142"/>
                  </a:lnTo>
                  <a:lnTo>
                    <a:pt x="53" y="181"/>
                  </a:lnTo>
                  <a:lnTo>
                    <a:pt x="70" y="220"/>
                  </a:lnTo>
                  <a:lnTo>
                    <a:pt x="87" y="260"/>
                  </a:lnTo>
                  <a:lnTo>
                    <a:pt x="106" y="299"/>
                  </a:lnTo>
                  <a:lnTo>
                    <a:pt x="125" y="338"/>
                  </a:lnTo>
                  <a:lnTo>
                    <a:pt x="145" y="375"/>
                  </a:lnTo>
                  <a:lnTo>
                    <a:pt x="164" y="410"/>
                  </a:lnTo>
                  <a:lnTo>
                    <a:pt x="182" y="444"/>
                  </a:lnTo>
                  <a:lnTo>
                    <a:pt x="200" y="476"/>
                  </a:lnTo>
                  <a:lnTo>
                    <a:pt x="218" y="503"/>
                  </a:lnTo>
                  <a:lnTo>
                    <a:pt x="233" y="527"/>
                  </a:lnTo>
                  <a:lnTo>
                    <a:pt x="247" y="547"/>
                  </a:lnTo>
                  <a:lnTo>
                    <a:pt x="255" y="540"/>
                  </a:lnTo>
                  <a:close/>
                </a:path>
              </a:pathLst>
            </a:custGeom>
            <a:solidFill>
              <a:srgbClr val="732e0d"/>
            </a:solidFill>
            <a:ln w="0">
              <a:noFill/>
            </a:ln>
          </p:spPr>
          <p:style>
            <a:lnRef idx="0"/>
            <a:fillRef idx="0"/>
            <a:effectRef idx="0"/>
            <a:fontRef idx="minor"/>
          </p:style>
          <p:txBody>
            <a:bodyPr lIns="90000" rIns="90000" tIns="16200" bIns="16200" anchor="t">
              <a:noAutofit/>
            </a:bodyPr>
            <a:p>
              <a:endParaRPr b="0" lang="en-US" sz="2400" spc="-1" strike="noStrike">
                <a:solidFill>
                  <a:srgbClr val="000000"/>
                </a:solidFill>
                <a:latin typeface="Times New Roman"/>
              </a:endParaRPr>
            </a:p>
          </p:txBody>
        </p:sp>
        <p:sp>
          <p:nvSpPr>
            <p:cNvPr id="7668" name=""/>
            <p:cNvSpPr/>
            <p:nvPr/>
          </p:nvSpPr>
          <p:spPr>
            <a:xfrm flipV="1">
              <a:off x="6129360" y="5293440"/>
              <a:ext cx="1440" cy="1080"/>
            </a:xfrm>
            <a:custGeom>
              <a:avLst/>
              <a:gdLst/>
              <a:ahLst/>
              <a:rect l="l" t="t" r="r" b="b"/>
              <a:pathLst>
                <a:path w="9" h="9">
                  <a:moveTo>
                    <a:pt x="0" y="7"/>
                  </a:moveTo>
                  <a:lnTo>
                    <a:pt x="4" y="9"/>
                  </a:lnTo>
                  <a:lnTo>
                    <a:pt x="7" y="8"/>
                  </a:lnTo>
                  <a:lnTo>
                    <a:pt x="9" y="4"/>
                  </a:lnTo>
                  <a:lnTo>
                    <a:pt x="8" y="0"/>
                  </a:lnTo>
                  <a:lnTo>
                    <a:pt x="0" y="7"/>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69" name=""/>
            <p:cNvSpPr/>
            <p:nvPr/>
          </p:nvSpPr>
          <p:spPr>
            <a:xfrm flipV="1">
              <a:off x="6110280" y="5312880"/>
              <a:ext cx="3240" cy="1440"/>
            </a:xfrm>
            <a:custGeom>
              <a:avLst/>
              <a:gdLst/>
              <a:ahLst/>
              <a:rect l="l" t="t" r="r" b="b"/>
              <a:pathLst>
                <a:path w="11" h="8">
                  <a:moveTo>
                    <a:pt x="11" y="3"/>
                  </a:moveTo>
                  <a:lnTo>
                    <a:pt x="8" y="0"/>
                  </a:lnTo>
                  <a:lnTo>
                    <a:pt x="5" y="0"/>
                  </a:lnTo>
                  <a:lnTo>
                    <a:pt x="0" y="3"/>
                  </a:lnTo>
                  <a:lnTo>
                    <a:pt x="0" y="8"/>
                  </a:lnTo>
                  <a:lnTo>
                    <a:pt x="11" y="3"/>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670" name=""/>
            <p:cNvSpPr/>
            <p:nvPr/>
          </p:nvSpPr>
          <p:spPr>
            <a:xfrm flipV="1">
              <a:off x="6110280" y="5289120"/>
              <a:ext cx="12600" cy="25200"/>
            </a:xfrm>
            <a:custGeom>
              <a:avLst/>
              <a:gdLst/>
              <a:ahLst/>
              <a:rect l="l" t="t" r="r" b="b"/>
              <a:pathLst>
                <a:path w="100" h="221">
                  <a:moveTo>
                    <a:pt x="100" y="219"/>
                  </a:moveTo>
                  <a:lnTo>
                    <a:pt x="100" y="219"/>
                  </a:lnTo>
                  <a:lnTo>
                    <a:pt x="97" y="206"/>
                  </a:lnTo>
                  <a:lnTo>
                    <a:pt x="92" y="192"/>
                  </a:lnTo>
                  <a:lnTo>
                    <a:pt x="87" y="176"/>
                  </a:lnTo>
                  <a:lnTo>
                    <a:pt x="81" y="159"/>
                  </a:lnTo>
                  <a:lnTo>
                    <a:pt x="73" y="142"/>
                  </a:lnTo>
                  <a:lnTo>
                    <a:pt x="66" y="124"/>
                  </a:lnTo>
                  <a:lnTo>
                    <a:pt x="58" y="105"/>
                  </a:lnTo>
                  <a:lnTo>
                    <a:pt x="50" y="88"/>
                  </a:lnTo>
                  <a:lnTo>
                    <a:pt x="42" y="70"/>
                  </a:lnTo>
                  <a:lnTo>
                    <a:pt x="36" y="54"/>
                  </a:lnTo>
                  <a:lnTo>
                    <a:pt x="28" y="39"/>
                  </a:lnTo>
                  <a:lnTo>
                    <a:pt x="22" y="26"/>
                  </a:lnTo>
                  <a:lnTo>
                    <a:pt x="18" y="16"/>
                  </a:lnTo>
                  <a:lnTo>
                    <a:pt x="14" y="8"/>
                  </a:lnTo>
                  <a:lnTo>
                    <a:pt x="12" y="2"/>
                  </a:lnTo>
                  <a:lnTo>
                    <a:pt x="11" y="0"/>
                  </a:lnTo>
                  <a:lnTo>
                    <a:pt x="0" y="5"/>
                  </a:lnTo>
                  <a:lnTo>
                    <a:pt x="1" y="7"/>
                  </a:lnTo>
                  <a:lnTo>
                    <a:pt x="4" y="12"/>
                  </a:lnTo>
                  <a:lnTo>
                    <a:pt x="8" y="20"/>
                  </a:lnTo>
                  <a:lnTo>
                    <a:pt x="12" y="30"/>
                  </a:lnTo>
                  <a:lnTo>
                    <a:pt x="19" y="43"/>
                  </a:lnTo>
                  <a:lnTo>
                    <a:pt x="25" y="59"/>
                  </a:lnTo>
                  <a:lnTo>
                    <a:pt x="32" y="74"/>
                  </a:lnTo>
                  <a:lnTo>
                    <a:pt x="40" y="92"/>
                  </a:lnTo>
                  <a:lnTo>
                    <a:pt x="47" y="109"/>
                  </a:lnTo>
                  <a:lnTo>
                    <a:pt x="56" y="128"/>
                  </a:lnTo>
                  <a:lnTo>
                    <a:pt x="63" y="146"/>
                  </a:lnTo>
                  <a:lnTo>
                    <a:pt x="70" y="163"/>
                  </a:lnTo>
                  <a:lnTo>
                    <a:pt x="76" y="180"/>
                  </a:lnTo>
                  <a:lnTo>
                    <a:pt x="82" y="196"/>
                  </a:lnTo>
                  <a:lnTo>
                    <a:pt x="87" y="210"/>
                  </a:lnTo>
                  <a:lnTo>
                    <a:pt x="90" y="221"/>
                  </a:lnTo>
                  <a:lnTo>
                    <a:pt x="90" y="221"/>
                  </a:lnTo>
                  <a:lnTo>
                    <a:pt x="100" y="219"/>
                  </a:lnTo>
                  <a:close/>
                </a:path>
              </a:pathLst>
            </a:custGeom>
            <a:solidFill>
              <a:srgbClr val="732e0d"/>
            </a:solidFill>
            <a:ln w="0">
              <a:noFill/>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7671" name=""/>
            <p:cNvSpPr/>
            <p:nvPr/>
          </p:nvSpPr>
          <p:spPr>
            <a:xfrm flipV="1">
              <a:off x="6121440" y="5271120"/>
              <a:ext cx="6480" cy="16920"/>
            </a:xfrm>
            <a:custGeom>
              <a:avLst/>
              <a:gdLst/>
              <a:ahLst/>
              <a:rect l="l" t="t" r="r" b="b"/>
              <a:pathLst>
                <a:path w="66" h="145">
                  <a:moveTo>
                    <a:pt x="66" y="141"/>
                  </a:moveTo>
                  <a:lnTo>
                    <a:pt x="64" y="137"/>
                  </a:lnTo>
                  <a:lnTo>
                    <a:pt x="59" y="126"/>
                  </a:lnTo>
                  <a:lnTo>
                    <a:pt x="52" y="111"/>
                  </a:lnTo>
                  <a:lnTo>
                    <a:pt x="44" y="91"/>
                  </a:lnTo>
                  <a:lnTo>
                    <a:pt x="34" y="69"/>
                  </a:lnTo>
                  <a:lnTo>
                    <a:pt x="26" y="45"/>
                  </a:lnTo>
                  <a:lnTo>
                    <a:pt x="18" y="21"/>
                  </a:lnTo>
                  <a:lnTo>
                    <a:pt x="10" y="0"/>
                  </a:lnTo>
                  <a:lnTo>
                    <a:pt x="0" y="2"/>
                  </a:lnTo>
                  <a:lnTo>
                    <a:pt x="7" y="25"/>
                  </a:lnTo>
                  <a:lnTo>
                    <a:pt x="16" y="49"/>
                  </a:lnTo>
                  <a:lnTo>
                    <a:pt x="24" y="73"/>
                  </a:lnTo>
                  <a:lnTo>
                    <a:pt x="33" y="95"/>
                  </a:lnTo>
                  <a:lnTo>
                    <a:pt x="42" y="115"/>
                  </a:lnTo>
                  <a:lnTo>
                    <a:pt x="49" y="130"/>
                  </a:lnTo>
                  <a:lnTo>
                    <a:pt x="53" y="141"/>
                  </a:lnTo>
                  <a:lnTo>
                    <a:pt x="55" y="145"/>
                  </a:lnTo>
                  <a:lnTo>
                    <a:pt x="66" y="141"/>
                  </a:lnTo>
                  <a:close/>
                </a:path>
              </a:pathLst>
            </a:custGeom>
            <a:solidFill>
              <a:srgbClr val="732e0d"/>
            </a:solidFill>
            <a:ln w="0">
              <a:noFill/>
            </a:ln>
          </p:spPr>
          <p:style>
            <a:lnRef idx="0"/>
            <a:fillRef idx="0"/>
            <a:effectRef idx="0"/>
            <a:fontRef idx="minor"/>
          </p:style>
          <p:txBody>
            <a:bodyPr lIns="90000" rIns="90000" tIns="-29880" bIns="-29880" anchor="t">
              <a:noAutofit/>
            </a:bodyPr>
            <a:p>
              <a:endParaRPr b="0" lang="en-US" sz="2400" spc="-1" strike="noStrike">
                <a:solidFill>
                  <a:srgbClr val="000000"/>
                </a:solidFill>
                <a:latin typeface="Times New Roman"/>
              </a:endParaRPr>
            </a:p>
          </p:txBody>
        </p:sp>
        <p:sp>
          <p:nvSpPr>
            <p:cNvPr id="7672" name=""/>
            <p:cNvSpPr/>
            <p:nvPr/>
          </p:nvSpPr>
          <p:spPr>
            <a:xfrm flipV="1">
              <a:off x="6126120" y="5270040"/>
              <a:ext cx="1800" cy="1440"/>
            </a:xfrm>
            <a:custGeom>
              <a:avLst/>
              <a:gdLst/>
              <a:ahLst/>
              <a:rect l="l" t="t" r="r" b="b"/>
              <a:pathLst>
                <a:path w="11" h="7">
                  <a:moveTo>
                    <a:pt x="0" y="4"/>
                  </a:moveTo>
                  <a:lnTo>
                    <a:pt x="3" y="7"/>
                  </a:lnTo>
                  <a:lnTo>
                    <a:pt x="7" y="6"/>
                  </a:lnTo>
                  <a:lnTo>
                    <a:pt x="11" y="4"/>
                  </a:lnTo>
                  <a:lnTo>
                    <a:pt x="11" y="0"/>
                  </a:lnTo>
                  <a:lnTo>
                    <a:pt x="0" y="4"/>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673" name=""/>
            <p:cNvSpPr/>
            <p:nvPr/>
          </p:nvSpPr>
          <p:spPr>
            <a:xfrm flipV="1">
              <a:off x="6105600" y="5263200"/>
              <a:ext cx="1440" cy="1080"/>
            </a:xfrm>
            <a:custGeom>
              <a:avLst/>
              <a:gdLst/>
              <a:ahLst/>
              <a:rect l="l" t="t" r="r" b="b"/>
              <a:pathLst>
                <a:path w="11" h="4">
                  <a:moveTo>
                    <a:pt x="0" y="0"/>
                  </a:moveTo>
                  <a:lnTo>
                    <a:pt x="2" y="3"/>
                  </a:lnTo>
                  <a:lnTo>
                    <a:pt x="5" y="4"/>
                  </a:lnTo>
                  <a:lnTo>
                    <a:pt x="9" y="3"/>
                  </a:lnTo>
                  <a:lnTo>
                    <a:pt x="11" y="0"/>
                  </a:lnTo>
                  <a:lnTo>
                    <a:pt x="0" y="0"/>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74" name=""/>
            <p:cNvSpPr/>
            <p:nvPr/>
          </p:nvSpPr>
          <p:spPr>
            <a:xfrm flipV="1">
              <a:off x="6105600" y="5264640"/>
              <a:ext cx="1440" cy="29880"/>
            </a:xfrm>
            <a:custGeom>
              <a:avLst/>
              <a:gdLst/>
              <a:ahLst/>
              <a:rect l="l" t="t" r="r" b="b"/>
              <a:pathLst>
                <a:path w="21" h="280">
                  <a:moveTo>
                    <a:pt x="5" y="2"/>
                  </a:moveTo>
                  <a:lnTo>
                    <a:pt x="8" y="18"/>
                  </a:lnTo>
                  <a:lnTo>
                    <a:pt x="10" y="34"/>
                  </a:lnTo>
                  <a:lnTo>
                    <a:pt x="11" y="54"/>
                  </a:lnTo>
                  <a:lnTo>
                    <a:pt x="11" y="75"/>
                  </a:lnTo>
                  <a:lnTo>
                    <a:pt x="11" y="98"/>
                  </a:lnTo>
                  <a:lnTo>
                    <a:pt x="11" y="122"/>
                  </a:lnTo>
                  <a:lnTo>
                    <a:pt x="10" y="144"/>
                  </a:lnTo>
                  <a:lnTo>
                    <a:pt x="9" y="167"/>
                  </a:lnTo>
                  <a:lnTo>
                    <a:pt x="8" y="190"/>
                  </a:lnTo>
                  <a:lnTo>
                    <a:pt x="5" y="211"/>
                  </a:lnTo>
                  <a:lnTo>
                    <a:pt x="4" y="230"/>
                  </a:lnTo>
                  <a:lnTo>
                    <a:pt x="3" y="246"/>
                  </a:lnTo>
                  <a:lnTo>
                    <a:pt x="2" y="260"/>
                  </a:lnTo>
                  <a:lnTo>
                    <a:pt x="1" y="269"/>
                  </a:lnTo>
                  <a:lnTo>
                    <a:pt x="0" y="276"/>
                  </a:lnTo>
                  <a:lnTo>
                    <a:pt x="0" y="280"/>
                  </a:lnTo>
                  <a:lnTo>
                    <a:pt x="11" y="280"/>
                  </a:lnTo>
                  <a:lnTo>
                    <a:pt x="11" y="279"/>
                  </a:lnTo>
                  <a:lnTo>
                    <a:pt x="12" y="271"/>
                  </a:lnTo>
                  <a:lnTo>
                    <a:pt x="13" y="260"/>
                  </a:lnTo>
                  <a:lnTo>
                    <a:pt x="14" y="246"/>
                  </a:lnTo>
                  <a:lnTo>
                    <a:pt x="15" y="230"/>
                  </a:lnTo>
                  <a:lnTo>
                    <a:pt x="16" y="211"/>
                  </a:lnTo>
                  <a:lnTo>
                    <a:pt x="18" y="190"/>
                  </a:lnTo>
                  <a:lnTo>
                    <a:pt x="19" y="167"/>
                  </a:lnTo>
                  <a:lnTo>
                    <a:pt x="20" y="144"/>
                  </a:lnTo>
                  <a:lnTo>
                    <a:pt x="21" y="122"/>
                  </a:lnTo>
                  <a:lnTo>
                    <a:pt x="21" y="98"/>
                  </a:lnTo>
                  <a:lnTo>
                    <a:pt x="21" y="75"/>
                  </a:lnTo>
                  <a:lnTo>
                    <a:pt x="21" y="54"/>
                  </a:lnTo>
                  <a:lnTo>
                    <a:pt x="20" y="34"/>
                  </a:lnTo>
                  <a:lnTo>
                    <a:pt x="18" y="16"/>
                  </a:lnTo>
                  <a:lnTo>
                    <a:pt x="16" y="0"/>
                  </a:lnTo>
                  <a:lnTo>
                    <a:pt x="5" y="2"/>
                  </a:lnTo>
                  <a:close/>
                </a:path>
              </a:pathLst>
            </a:custGeom>
            <a:solidFill>
              <a:srgbClr val="732e0d"/>
            </a:solidFill>
            <a:ln w="0">
              <a:noFill/>
            </a:ln>
          </p:spPr>
          <p:style>
            <a:lnRef idx="0"/>
            <a:fillRef idx="0"/>
            <a:effectRef idx="0"/>
            <a:fontRef idx="minor"/>
          </p:style>
          <p:txBody>
            <a:bodyPr lIns="90000" rIns="90000" tIns="-16920" bIns="-16920" anchor="t">
              <a:noAutofit/>
            </a:bodyPr>
            <a:p>
              <a:endParaRPr b="0" lang="en-US" sz="2400" spc="-1" strike="noStrike">
                <a:solidFill>
                  <a:srgbClr val="000000"/>
                </a:solidFill>
                <a:latin typeface="Times New Roman"/>
              </a:endParaRPr>
            </a:p>
          </p:txBody>
        </p:sp>
        <p:sp>
          <p:nvSpPr>
            <p:cNvPr id="7675" name=""/>
            <p:cNvSpPr/>
            <p:nvPr/>
          </p:nvSpPr>
          <p:spPr>
            <a:xfrm flipV="1">
              <a:off x="6105600" y="5293440"/>
              <a:ext cx="1440" cy="1080"/>
            </a:xfrm>
            <a:custGeom>
              <a:avLst/>
              <a:gdLst/>
              <a:ahLst/>
              <a:rect l="l" t="t" r="r" b="b"/>
              <a:pathLst>
                <a:path w="11" h="6">
                  <a:moveTo>
                    <a:pt x="11" y="4"/>
                  </a:moveTo>
                  <a:lnTo>
                    <a:pt x="9" y="1"/>
                  </a:lnTo>
                  <a:lnTo>
                    <a:pt x="5" y="0"/>
                  </a:lnTo>
                  <a:lnTo>
                    <a:pt x="2" y="2"/>
                  </a:lnTo>
                  <a:lnTo>
                    <a:pt x="0" y="6"/>
                  </a:lnTo>
                  <a:lnTo>
                    <a:pt x="11" y="4"/>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76" name=""/>
            <p:cNvSpPr/>
            <p:nvPr/>
          </p:nvSpPr>
          <p:spPr>
            <a:xfrm flipV="1">
              <a:off x="6087960" y="5398200"/>
              <a:ext cx="1800" cy="1080"/>
            </a:xfrm>
            <a:custGeom>
              <a:avLst/>
              <a:gdLst/>
              <a:ahLst/>
              <a:rect l="l" t="t" r="r" b="b"/>
              <a:pathLst>
                <a:path w="11" h="5">
                  <a:moveTo>
                    <a:pt x="0" y="2"/>
                  </a:moveTo>
                  <a:lnTo>
                    <a:pt x="2" y="5"/>
                  </a:lnTo>
                  <a:lnTo>
                    <a:pt x="6" y="5"/>
                  </a:lnTo>
                  <a:lnTo>
                    <a:pt x="9" y="4"/>
                  </a:lnTo>
                  <a:lnTo>
                    <a:pt x="11" y="0"/>
                  </a:lnTo>
                  <a:lnTo>
                    <a:pt x="0" y="2"/>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77" name=""/>
            <p:cNvSpPr/>
            <p:nvPr/>
          </p:nvSpPr>
          <p:spPr>
            <a:xfrm flipV="1">
              <a:off x="6081840" y="5400360"/>
              <a:ext cx="6120" cy="18720"/>
            </a:xfrm>
            <a:custGeom>
              <a:avLst/>
              <a:gdLst/>
              <a:ahLst/>
              <a:rect l="l" t="t" r="r" b="b"/>
              <a:pathLst>
                <a:path w="60" h="165">
                  <a:moveTo>
                    <a:pt x="0" y="4"/>
                  </a:moveTo>
                  <a:lnTo>
                    <a:pt x="0" y="4"/>
                  </a:lnTo>
                  <a:lnTo>
                    <a:pt x="10" y="31"/>
                  </a:lnTo>
                  <a:lnTo>
                    <a:pt x="18" y="57"/>
                  </a:lnTo>
                  <a:lnTo>
                    <a:pt x="26" y="84"/>
                  </a:lnTo>
                  <a:lnTo>
                    <a:pt x="33" y="110"/>
                  </a:lnTo>
                  <a:lnTo>
                    <a:pt x="40" y="132"/>
                  </a:lnTo>
                  <a:lnTo>
                    <a:pt x="45" y="149"/>
                  </a:lnTo>
                  <a:lnTo>
                    <a:pt x="48" y="161"/>
                  </a:lnTo>
                  <a:lnTo>
                    <a:pt x="49" y="165"/>
                  </a:lnTo>
                  <a:lnTo>
                    <a:pt x="60" y="163"/>
                  </a:lnTo>
                  <a:lnTo>
                    <a:pt x="58" y="159"/>
                  </a:lnTo>
                  <a:lnTo>
                    <a:pt x="55" y="147"/>
                  </a:lnTo>
                  <a:lnTo>
                    <a:pt x="50" y="130"/>
                  </a:lnTo>
                  <a:lnTo>
                    <a:pt x="44" y="108"/>
                  </a:lnTo>
                  <a:lnTo>
                    <a:pt x="37" y="82"/>
                  </a:lnTo>
                  <a:lnTo>
                    <a:pt x="28" y="55"/>
                  </a:lnTo>
                  <a:lnTo>
                    <a:pt x="20" y="27"/>
                  </a:lnTo>
                  <a:lnTo>
                    <a:pt x="11" y="0"/>
                  </a:lnTo>
                  <a:lnTo>
                    <a:pt x="11" y="0"/>
                  </a:lnTo>
                  <a:lnTo>
                    <a:pt x="0" y="4"/>
                  </a:lnTo>
                  <a:close/>
                </a:path>
              </a:pathLst>
            </a:custGeom>
            <a:solidFill>
              <a:srgbClr val="732e0d"/>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678" name=""/>
            <p:cNvSpPr/>
            <p:nvPr/>
          </p:nvSpPr>
          <p:spPr>
            <a:xfrm flipV="1">
              <a:off x="6075360" y="5419440"/>
              <a:ext cx="6480" cy="18720"/>
            </a:xfrm>
            <a:custGeom>
              <a:avLst/>
              <a:gdLst/>
              <a:ahLst/>
              <a:rect l="l" t="t" r="r" b="b"/>
              <a:pathLst>
                <a:path w="71" h="162">
                  <a:moveTo>
                    <a:pt x="0" y="4"/>
                  </a:moveTo>
                  <a:lnTo>
                    <a:pt x="2" y="8"/>
                  </a:lnTo>
                  <a:lnTo>
                    <a:pt x="6" y="19"/>
                  </a:lnTo>
                  <a:lnTo>
                    <a:pt x="12" y="36"/>
                  </a:lnTo>
                  <a:lnTo>
                    <a:pt x="21" y="57"/>
                  </a:lnTo>
                  <a:lnTo>
                    <a:pt x="30" y="82"/>
                  </a:lnTo>
                  <a:lnTo>
                    <a:pt x="40" y="108"/>
                  </a:lnTo>
                  <a:lnTo>
                    <a:pt x="51" y="136"/>
                  </a:lnTo>
                  <a:lnTo>
                    <a:pt x="60" y="162"/>
                  </a:lnTo>
                  <a:lnTo>
                    <a:pt x="71" y="158"/>
                  </a:lnTo>
                  <a:lnTo>
                    <a:pt x="61" y="132"/>
                  </a:lnTo>
                  <a:lnTo>
                    <a:pt x="51" y="104"/>
                  </a:lnTo>
                  <a:lnTo>
                    <a:pt x="40" y="78"/>
                  </a:lnTo>
                  <a:lnTo>
                    <a:pt x="31" y="53"/>
                  </a:lnTo>
                  <a:lnTo>
                    <a:pt x="23" y="32"/>
                  </a:lnTo>
                  <a:lnTo>
                    <a:pt x="16" y="15"/>
                  </a:lnTo>
                  <a:lnTo>
                    <a:pt x="12" y="4"/>
                  </a:lnTo>
                  <a:lnTo>
                    <a:pt x="10" y="0"/>
                  </a:lnTo>
                  <a:lnTo>
                    <a:pt x="0" y="4"/>
                  </a:lnTo>
                  <a:close/>
                </a:path>
              </a:pathLst>
            </a:custGeom>
            <a:solidFill>
              <a:srgbClr val="732e0d"/>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679" name=""/>
            <p:cNvSpPr/>
            <p:nvPr/>
          </p:nvSpPr>
          <p:spPr>
            <a:xfrm flipV="1">
              <a:off x="6075360" y="5435280"/>
              <a:ext cx="1440" cy="2880"/>
            </a:xfrm>
            <a:custGeom>
              <a:avLst/>
              <a:gdLst/>
              <a:ahLst/>
              <a:rect l="l" t="t" r="r" b="b"/>
              <a:pathLst>
                <a:path w="10" h="7">
                  <a:moveTo>
                    <a:pt x="10" y="3"/>
                  </a:moveTo>
                  <a:lnTo>
                    <a:pt x="7" y="0"/>
                  </a:lnTo>
                  <a:lnTo>
                    <a:pt x="4" y="0"/>
                  </a:lnTo>
                  <a:lnTo>
                    <a:pt x="0" y="3"/>
                  </a:lnTo>
                  <a:lnTo>
                    <a:pt x="0" y="7"/>
                  </a:lnTo>
                  <a:lnTo>
                    <a:pt x="10" y="3"/>
                  </a:lnTo>
                  <a:close/>
                </a:path>
              </a:pathLst>
            </a:custGeom>
            <a:solidFill>
              <a:srgbClr val="732e0d"/>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680" name=""/>
            <p:cNvSpPr/>
            <p:nvPr/>
          </p:nvSpPr>
          <p:spPr>
            <a:xfrm flipV="1">
              <a:off x="6103800" y="5317200"/>
              <a:ext cx="1800" cy="1080"/>
            </a:xfrm>
            <a:custGeom>
              <a:avLst/>
              <a:gdLst/>
              <a:ahLst/>
              <a:rect l="l" t="t" r="r" b="b"/>
              <a:pathLst>
                <a:path w="10" h="6">
                  <a:moveTo>
                    <a:pt x="0" y="3"/>
                  </a:moveTo>
                  <a:lnTo>
                    <a:pt x="2" y="6"/>
                  </a:lnTo>
                  <a:lnTo>
                    <a:pt x="6" y="6"/>
                  </a:lnTo>
                  <a:lnTo>
                    <a:pt x="9" y="5"/>
                  </a:lnTo>
                  <a:lnTo>
                    <a:pt x="10" y="0"/>
                  </a:lnTo>
                  <a:lnTo>
                    <a:pt x="0" y="3"/>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81" name=""/>
            <p:cNvSpPr/>
            <p:nvPr/>
          </p:nvSpPr>
          <p:spPr>
            <a:xfrm flipV="1">
              <a:off x="6097680" y="5319360"/>
              <a:ext cx="7920" cy="34560"/>
            </a:xfrm>
            <a:custGeom>
              <a:avLst/>
              <a:gdLst/>
              <a:ahLst/>
              <a:rect l="l" t="t" r="r" b="b"/>
              <a:pathLst>
                <a:path w="80" h="305">
                  <a:moveTo>
                    <a:pt x="0" y="4"/>
                  </a:moveTo>
                  <a:lnTo>
                    <a:pt x="4" y="17"/>
                  </a:lnTo>
                  <a:lnTo>
                    <a:pt x="10" y="32"/>
                  </a:lnTo>
                  <a:lnTo>
                    <a:pt x="17" y="51"/>
                  </a:lnTo>
                  <a:lnTo>
                    <a:pt x="22" y="73"/>
                  </a:lnTo>
                  <a:lnTo>
                    <a:pt x="28" y="97"/>
                  </a:lnTo>
                  <a:lnTo>
                    <a:pt x="34" y="123"/>
                  </a:lnTo>
                  <a:lnTo>
                    <a:pt x="40" y="149"/>
                  </a:lnTo>
                  <a:lnTo>
                    <a:pt x="46" y="174"/>
                  </a:lnTo>
                  <a:lnTo>
                    <a:pt x="50" y="200"/>
                  </a:lnTo>
                  <a:lnTo>
                    <a:pt x="55" y="223"/>
                  </a:lnTo>
                  <a:lnTo>
                    <a:pt x="59" y="245"/>
                  </a:lnTo>
                  <a:lnTo>
                    <a:pt x="63" y="265"/>
                  </a:lnTo>
                  <a:lnTo>
                    <a:pt x="66" y="282"/>
                  </a:lnTo>
                  <a:lnTo>
                    <a:pt x="68" y="294"/>
                  </a:lnTo>
                  <a:lnTo>
                    <a:pt x="70" y="301"/>
                  </a:lnTo>
                  <a:lnTo>
                    <a:pt x="70" y="305"/>
                  </a:lnTo>
                  <a:lnTo>
                    <a:pt x="80" y="302"/>
                  </a:lnTo>
                  <a:lnTo>
                    <a:pt x="80" y="299"/>
                  </a:lnTo>
                  <a:lnTo>
                    <a:pt x="78" y="292"/>
                  </a:lnTo>
                  <a:lnTo>
                    <a:pt x="76" y="280"/>
                  </a:lnTo>
                  <a:lnTo>
                    <a:pt x="73" y="263"/>
                  </a:lnTo>
                  <a:lnTo>
                    <a:pt x="70" y="243"/>
                  </a:lnTo>
                  <a:lnTo>
                    <a:pt x="66" y="221"/>
                  </a:lnTo>
                  <a:lnTo>
                    <a:pt x="60" y="198"/>
                  </a:lnTo>
                  <a:lnTo>
                    <a:pt x="56" y="172"/>
                  </a:lnTo>
                  <a:lnTo>
                    <a:pt x="50" y="147"/>
                  </a:lnTo>
                  <a:lnTo>
                    <a:pt x="45" y="121"/>
                  </a:lnTo>
                  <a:lnTo>
                    <a:pt x="39" y="95"/>
                  </a:lnTo>
                  <a:lnTo>
                    <a:pt x="32" y="71"/>
                  </a:lnTo>
                  <a:lnTo>
                    <a:pt x="27" y="49"/>
                  </a:lnTo>
                  <a:lnTo>
                    <a:pt x="21" y="28"/>
                  </a:lnTo>
                  <a:lnTo>
                    <a:pt x="15" y="13"/>
                  </a:lnTo>
                  <a:lnTo>
                    <a:pt x="8" y="0"/>
                  </a:lnTo>
                  <a:lnTo>
                    <a:pt x="0" y="4"/>
                  </a:lnTo>
                  <a:close/>
                </a:path>
              </a:pathLst>
            </a:custGeom>
            <a:solidFill>
              <a:srgbClr val="732e0d"/>
            </a:solidFill>
            <a:ln w="0">
              <a:noFill/>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7682" name=""/>
            <p:cNvSpPr/>
            <p:nvPr/>
          </p:nvSpPr>
          <p:spPr>
            <a:xfrm flipV="1">
              <a:off x="6097680" y="5352120"/>
              <a:ext cx="1440" cy="1080"/>
            </a:xfrm>
            <a:custGeom>
              <a:avLst/>
              <a:gdLst/>
              <a:ahLst/>
              <a:rect l="l" t="t" r="r" b="b"/>
              <a:pathLst>
                <a:path w="8" h="6">
                  <a:moveTo>
                    <a:pt x="8" y="2"/>
                  </a:moveTo>
                  <a:lnTo>
                    <a:pt x="6" y="0"/>
                  </a:lnTo>
                  <a:lnTo>
                    <a:pt x="3" y="0"/>
                  </a:lnTo>
                  <a:lnTo>
                    <a:pt x="0" y="3"/>
                  </a:lnTo>
                  <a:lnTo>
                    <a:pt x="0" y="6"/>
                  </a:lnTo>
                  <a:lnTo>
                    <a:pt x="8" y="2"/>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683" name=""/>
            <p:cNvSpPr/>
            <p:nvPr/>
          </p:nvSpPr>
          <p:spPr>
            <a:xfrm flipV="1">
              <a:off x="5821200" y="5364720"/>
              <a:ext cx="225720" cy="52200"/>
            </a:xfrm>
            <a:custGeom>
              <a:avLst/>
              <a:gdLst/>
              <a:ahLst/>
              <a:rect l="l" t="t" r="r" b="b"/>
              <a:pathLst>
                <a:path w="2129" h="450">
                  <a:moveTo>
                    <a:pt x="2129" y="13"/>
                  </a:moveTo>
                  <a:lnTo>
                    <a:pt x="2126" y="14"/>
                  </a:lnTo>
                  <a:lnTo>
                    <a:pt x="2118" y="18"/>
                  </a:lnTo>
                  <a:lnTo>
                    <a:pt x="2106" y="23"/>
                  </a:lnTo>
                  <a:lnTo>
                    <a:pt x="2090" y="30"/>
                  </a:lnTo>
                  <a:lnTo>
                    <a:pt x="2072" y="40"/>
                  </a:lnTo>
                  <a:lnTo>
                    <a:pt x="2050" y="50"/>
                  </a:lnTo>
                  <a:lnTo>
                    <a:pt x="2026" y="62"/>
                  </a:lnTo>
                  <a:lnTo>
                    <a:pt x="2001" y="74"/>
                  </a:lnTo>
                  <a:lnTo>
                    <a:pt x="1975" y="88"/>
                  </a:lnTo>
                  <a:lnTo>
                    <a:pt x="1948" y="102"/>
                  </a:lnTo>
                  <a:lnTo>
                    <a:pt x="1922" y="117"/>
                  </a:lnTo>
                  <a:lnTo>
                    <a:pt x="1897" y="131"/>
                  </a:lnTo>
                  <a:lnTo>
                    <a:pt x="1873" y="146"/>
                  </a:lnTo>
                  <a:lnTo>
                    <a:pt x="1851" y="160"/>
                  </a:lnTo>
                  <a:lnTo>
                    <a:pt x="1832" y="174"/>
                  </a:lnTo>
                  <a:lnTo>
                    <a:pt x="1816" y="187"/>
                  </a:lnTo>
                  <a:lnTo>
                    <a:pt x="1803" y="200"/>
                  </a:lnTo>
                  <a:lnTo>
                    <a:pt x="1790" y="213"/>
                  </a:lnTo>
                  <a:lnTo>
                    <a:pt x="1778" y="227"/>
                  </a:lnTo>
                  <a:lnTo>
                    <a:pt x="1766" y="240"/>
                  </a:lnTo>
                  <a:lnTo>
                    <a:pt x="1755" y="254"/>
                  </a:lnTo>
                  <a:lnTo>
                    <a:pt x="1742" y="268"/>
                  </a:lnTo>
                  <a:lnTo>
                    <a:pt x="1730" y="282"/>
                  </a:lnTo>
                  <a:lnTo>
                    <a:pt x="1717" y="295"/>
                  </a:lnTo>
                  <a:lnTo>
                    <a:pt x="1704" y="309"/>
                  </a:lnTo>
                  <a:lnTo>
                    <a:pt x="1689" y="322"/>
                  </a:lnTo>
                  <a:lnTo>
                    <a:pt x="1673" y="336"/>
                  </a:lnTo>
                  <a:lnTo>
                    <a:pt x="1655" y="349"/>
                  </a:lnTo>
                  <a:lnTo>
                    <a:pt x="1635" y="362"/>
                  </a:lnTo>
                  <a:lnTo>
                    <a:pt x="1613" y="374"/>
                  </a:lnTo>
                  <a:lnTo>
                    <a:pt x="1589" y="387"/>
                  </a:lnTo>
                  <a:lnTo>
                    <a:pt x="1562" y="398"/>
                  </a:lnTo>
                  <a:lnTo>
                    <a:pt x="1534" y="409"/>
                  </a:lnTo>
                  <a:lnTo>
                    <a:pt x="1507" y="418"/>
                  </a:lnTo>
                  <a:lnTo>
                    <a:pt x="1480" y="426"/>
                  </a:lnTo>
                  <a:lnTo>
                    <a:pt x="1453" y="433"/>
                  </a:lnTo>
                  <a:lnTo>
                    <a:pt x="1426" y="440"/>
                  </a:lnTo>
                  <a:lnTo>
                    <a:pt x="1399" y="444"/>
                  </a:lnTo>
                  <a:lnTo>
                    <a:pt x="1373" y="447"/>
                  </a:lnTo>
                  <a:lnTo>
                    <a:pt x="1346" y="449"/>
                  </a:lnTo>
                  <a:lnTo>
                    <a:pt x="1320" y="450"/>
                  </a:lnTo>
                  <a:lnTo>
                    <a:pt x="1294" y="449"/>
                  </a:lnTo>
                  <a:lnTo>
                    <a:pt x="1268" y="447"/>
                  </a:lnTo>
                  <a:lnTo>
                    <a:pt x="1243" y="443"/>
                  </a:lnTo>
                  <a:lnTo>
                    <a:pt x="1217" y="438"/>
                  </a:lnTo>
                  <a:lnTo>
                    <a:pt x="1192" y="431"/>
                  </a:lnTo>
                  <a:lnTo>
                    <a:pt x="1165" y="423"/>
                  </a:lnTo>
                  <a:lnTo>
                    <a:pt x="1140" y="414"/>
                  </a:lnTo>
                  <a:lnTo>
                    <a:pt x="1114" y="404"/>
                  </a:lnTo>
                  <a:lnTo>
                    <a:pt x="1086" y="395"/>
                  </a:lnTo>
                  <a:lnTo>
                    <a:pt x="1057" y="387"/>
                  </a:lnTo>
                  <a:lnTo>
                    <a:pt x="1027" y="378"/>
                  </a:lnTo>
                  <a:lnTo>
                    <a:pt x="995" y="371"/>
                  </a:lnTo>
                  <a:lnTo>
                    <a:pt x="963" y="364"/>
                  </a:lnTo>
                  <a:lnTo>
                    <a:pt x="930" y="358"/>
                  </a:lnTo>
                  <a:lnTo>
                    <a:pt x="898" y="352"/>
                  </a:lnTo>
                  <a:lnTo>
                    <a:pt x="864" y="347"/>
                  </a:lnTo>
                  <a:lnTo>
                    <a:pt x="832" y="342"/>
                  </a:lnTo>
                  <a:lnTo>
                    <a:pt x="800" y="337"/>
                  </a:lnTo>
                  <a:lnTo>
                    <a:pt x="770" y="333"/>
                  </a:lnTo>
                  <a:lnTo>
                    <a:pt x="740" y="329"/>
                  </a:lnTo>
                  <a:lnTo>
                    <a:pt x="710" y="324"/>
                  </a:lnTo>
                  <a:lnTo>
                    <a:pt x="683" y="320"/>
                  </a:lnTo>
                  <a:lnTo>
                    <a:pt x="658" y="317"/>
                  </a:lnTo>
                  <a:lnTo>
                    <a:pt x="631" y="313"/>
                  </a:lnTo>
                  <a:lnTo>
                    <a:pt x="599" y="308"/>
                  </a:lnTo>
                  <a:lnTo>
                    <a:pt x="561" y="302"/>
                  </a:lnTo>
                  <a:lnTo>
                    <a:pt x="521" y="294"/>
                  </a:lnTo>
                  <a:lnTo>
                    <a:pt x="477" y="286"/>
                  </a:lnTo>
                  <a:lnTo>
                    <a:pt x="431" y="278"/>
                  </a:lnTo>
                  <a:lnTo>
                    <a:pt x="383" y="268"/>
                  </a:lnTo>
                  <a:lnTo>
                    <a:pt x="334" y="258"/>
                  </a:lnTo>
                  <a:lnTo>
                    <a:pt x="285" y="248"/>
                  </a:lnTo>
                  <a:lnTo>
                    <a:pt x="238" y="237"/>
                  </a:lnTo>
                  <a:lnTo>
                    <a:pt x="191" y="226"/>
                  </a:lnTo>
                  <a:lnTo>
                    <a:pt x="146" y="215"/>
                  </a:lnTo>
                  <a:lnTo>
                    <a:pt x="103" y="204"/>
                  </a:lnTo>
                  <a:lnTo>
                    <a:pt x="65" y="192"/>
                  </a:lnTo>
                  <a:lnTo>
                    <a:pt x="29" y="182"/>
                  </a:lnTo>
                  <a:lnTo>
                    <a:pt x="0" y="172"/>
                  </a:lnTo>
                  <a:lnTo>
                    <a:pt x="3" y="173"/>
                  </a:lnTo>
                  <a:lnTo>
                    <a:pt x="10" y="174"/>
                  </a:lnTo>
                  <a:lnTo>
                    <a:pt x="23" y="176"/>
                  </a:lnTo>
                  <a:lnTo>
                    <a:pt x="41" y="179"/>
                  </a:lnTo>
                  <a:lnTo>
                    <a:pt x="61" y="183"/>
                  </a:lnTo>
                  <a:lnTo>
                    <a:pt x="85" y="187"/>
                  </a:lnTo>
                  <a:lnTo>
                    <a:pt x="113" y="192"/>
                  </a:lnTo>
                  <a:lnTo>
                    <a:pt x="143" y="198"/>
                  </a:lnTo>
                  <a:lnTo>
                    <a:pt x="174" y="204"/>
                  </a:lnTo>
                  <a:lnTo>
                    <a:pt x="207" y="209"/>
                  </a:lnTo>
                  <a:lnTo>
                    <a:pt x="243" y="215"/>
                  </a:lnTo>
                  <a:lnTo>
                    <a:pt x="278" y="222"/>
                  </a:lnTo>
                  <a:lnTo>
                    <a:pt x="314" y="227"/>
                  </a:lnTo>
                  <a:lnTo>
                    <a:pt x="349" y="232"/>
                  </a:lnTo>
                  <a:lnTo>
                    <a:pt x="384" y="237"/>
                  </a:lnTo>
                  <a:lnTo>
                    <a:pt x="419" y="242"/>
                  </a:lnTo>
                  <a:lnTo>
                    <a:pt x="453" y="246"/>
                  </a:lnTo>
                  <a:lnTo>
                    <a:pt x="491" y="251"/>
                  </a:lnTo>
                  <a:lnTo>
                    <a:pt x="529" y="254"/>
                  </a:lnTo>
                  <a:lnTo>
                    <a:pt x="570" y="258"/>
                  </a:lnTo>
                  <a:lnTo>
                    <a:pt x="610" y="261"/>
                  </a:lnTo>
                  <a:lnTo>
                    <a:pt x="653" y="264"/>
                  </a:lnTo>
                  <a:lnTo>
                    <a:pt x="696" y="267"/>
                  </a:lnTo>
                  <a:lnTo>
                    <a:pt x="738" y="270"/>
                  </a:lnTo>
                  <a:lnTo>
                    <a:pt x="781" y="275"/>
                  </a:lnTo>
                  <a:lnTo>
                    <a:pt x="824" y="278"/>
                  </a:lnTo>
                  <a:lnTo>
                    <a:pt x="866" y="282"/>
                  </a:lnTo>
                  <a:lnTo>
                    <a:pt x="905" y="286"/>
                  </a:lnTo>
                  <a:lnTo>
                    <a:pt x="944" y="291"/>
                  </a:lnTo>
                  <a:lnTo>
                    <a:pt x="980" y="295"/>
                  </a:lnTo>
                  <a:lnTo>
                    <a:pt x="1014" y="302"/>
                  </a:lnTo>
                  <a:lnTo>
                    <a:pt x="1046" y="308"/>
                  </a:lnTo>
                  <a:lnTo>
                    <a:pt x="1078" y="315"/>
                  </a:lnTo>
                  <a:lnTo>
                    <a:pt x="1108" y="321"/>
                  </a:lnTo>
                  <a:lnTo>
                    <a:pt x="1137" y="327"/>
                  </a:lnTo>
                  <a:lnTo>
                    <a:pt x="1165" y="334"/>
                  </a:lnTo>
                  <a:lnTo>
                    <a:pt x="1193" y="339"/>
                  </a:lnTo>
                  <a:lnTo>
                    <a:pt x="1219" y="343"/>
                  </a:lnTo>
                  <a:lnTo>
                    <a:pt x="1244" y="348"/>
                  </a:lnTo>
                  <a:lnTo>
                    <a:pt x="1268" y="351"/>
                  </a:lnTo>
                  <a:lnTo>
                    <a:pt x="1290" y="355"/>
                  </a:lnTo>
                  <a:lnTo>
                    <a:pt x="1313" y="358"/>
                  </a:lnTo>
                  <a:lnTo>
                    <a:pt x="1334" y="360"/>
                  </a:lnTo>
                  <a:lnTo>
                    <a:pt x="1355" y="361"/>
                  </a:lnTo>
                  <a:lnTo>
                    <a:pt x="1376" y="361"/>
                  </a:lnTo>
                  <a:lnTo>
                    <a:pt x="1396" y="361"/>
                  </a:lnTo>
                  <a:lnTo>
                    <a:pt x="1414" y="361"/>
                  </a:lnTo>
                  <a:lnTo>
                    <a:pt x="1433" y="359"/>
                  </a:lnTo>
                  <a:lnTo>
                    <a:pt x="1453" y="356"/>
                  </a:lnTo>
                  <a:lnTo>
                    <a:pt x="1473" y="351"/>
                  </a:lnTo>
                  <a:lnTo>
                    <a:pt x="1494" y="345"/>
                  </a:lnTo>
                  <a:lnTo>
                    <a:pt x="1515" y="338"/>
                  </a:lnTo>
                  <a:lnTo>
                    <a:pt x="1537" y="330"/>
                  </a:lnTo>
                  <a:lnTo>
                    <a:pt x="1559" y="319"/>
                  </a:lnTo>
                  <a:lnTo>
                    <a:pt x="1582" y="309"/>
                  </a:lnTo>
                  <a:lnTo>
                    <a:pt x="1604" y="297"/>
                  </a:lnTo>
                  <a:lnTo>
                    <a:pt x="1625" y="285"/>
                  </a:lnTo>
                  <a:lnTo>
                    <a:pt x="1646" y="272"/>
                  </a:lnTo>
                  <a:lnTo>
                    <a:pt x="1665" y="260"/>
                  </a:lnTo>
                  <a:lnTo>
                    <a:pt x="1684" y="248"/>
                  </a:lnTo>
                  <a:lnTo>
                    <a:pt x="1702" y="235"/>
                  </a:lnTo>
                  <a:lnTo>
                    <a:pt x="1717" y="223"/>
                  </a:lnTo>
                  <a:lnTo>
                    <a:pt x="1731" y="210"/>
                  </a:lnTo>
                  <a:lnTo>
                    <a:pt x="1744" y="199"/>
                  </a:lnTo>
                  <a:lnTo>
                    <a:pt x="1756" y="186"/>
                  </a:lnTo>
                  <a:lnTo>
                    <a:pt x="1771" y="174"/>
                  </a:lnTo>
                  <a:lnTo>
                    <a:pt x="1788" y="159"/>
                  </a:lnTo>
                  <a:lnTo>
                    <a:pt x="1807" y="145"/>
                  </a:lnTo>
                  <a:lnTo>
                    <a:pt x="1828" y="130"/>
                  </a:lnTo>
                  <a:lnTo>
                    <a:pt x="1850" y="115"/>
                  </a:lnTo>
                  <a:lnTo>
                    <a:pt x="1872" y="99"/>
                  </a:lnTo>
                  <a:lnTo>
                    <a:pt x="1895" y="84"/>
                  </a:lnTo>
                  <a:lnTo>
                    <a:pt x="1917" y="70"/>
                  </a:lnTo>
                  <a:lnTo>
                    <a:pt x="1940" y="56"/>
                  </a:lnTo>
                  <a:lnTo>
                    <a:pt x="1962" y="43"/>
                  </a:lnTo>
                  <a:lnTo>
                    <a:pt x="1983" y="32"/>
                  </a:lnTo>
                  <a:lnTo>
                    <a:pt x="2003" y="22"/>
                  </a:lnTo>
                  <a:lnTo>
                    <a:pt x="2021" y="14"/>
                  </a:lnTo>
                  <a:lnTo>
                    <a:pt x="2036" y="9"/>
                  </a:lnTo>
                  <a:lnTo>
                    <a:pt x="2050" y="4"/>
                  </a:lnTo>
                  <a:lnTo>
                    <a:pt x="2072" y="1"/>
                  </a:lnTo>
                  <a:lnTo>
                    <a:pt x="2089" y="0"/>
                  </a:lnTo>
                  <a:lnTo>
                    <a:pt x="2103" y="1"/>
                  </a:lnTo>
                  <a:lnTo>
                    <a:pt x="2113" y="3"/>
                  </a:lnTo>
                  <a:lnTo>
                    <a:pt x="2121" y="6"/>
                  </a:lnTo>
                  <a:lnTo>
                    <a:pt x="2126" y="10"/>
                  </a:lnTo>
                  <a:lnTo>
                    <a:pt x="2128" y="12"/>
                  </a:lnTo>
                  <a:lnTo>
                    <a:pt x="2129" y="13"/>
                  </a:lnTo>
                  <a:close/>
                </a:path>
              </a:pathLst>
            </a:custGeom>
            <a:solidFill>
              <a:srgbClr val="cc8766"/>
            </a:solidFill>
            <a:ln w="0">
              <a:noFill/>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7684" name=""/>
            <p:cNvSpPr/>
            <p:nvPr/>
          </p:nvSpPr>
          <p:spPr>
            <a:xfrm flipV="1">
              <a:off x="5850000" y="5283720"/>
              <a:ext cx="218880" cy="52200"/>
            </a:xfrm>
            <a:custGeom>
              <a:avLst/>
              <a:gdLst/>
              <a:ahLst/>
              <a:rect l="l" t="t" r="r" b="b"/>
              <a:pathLst>
                <a:path w="2056" h="455">
                  <a:moveTo>
                    <a:pt x="2042" y="51"/>
                  </a:moveTo>
                  <a:lnTo>
                    <a:pt x="2040" y="53"/>
                  </a:lnTo>
                  <a:lnTo>
                    <a:pt x="2032" y="58"/>
                  </a:lnTo>
                  <a:lnTo>
                    <a:pt x="2022" y="65"/>
                  </a:lnTo>
                  <a:lnTo>
                    <a:pt x="2007" y="77"/>
                  </a:lnTo>
                  <a:lnTo>
                    <a:pt x="1990" y="89"/>
                  </a:lnTo>
                  <a:lnTo>
                    <a:pt x="1969" y="105"/>
                  </a:lnTo>
                  <a:lnTo>
                    <a:pt x="1947" y="121"/>
                  </a:lnTo>
                  <a:lnTo>
                    <a:pt x="1922" y="140"/>
                  </a:lnTo>
                  <a:lnTo>
                    <a:pt x="1896" y="159"/>
                  </a:lnTo>
                  <a:lnTo>
                    <a:pt x="1869" y="180"/>
                  </a:lnTo>
                  <a:lnTo>
                    <a:pt x="1842" y="200"/>
                  </a:lnTo>
                  <a:lnTo>
                    <a:pt x="1814" y="221"/>
                  </a:lnTo>
                  <a:lnTo>
                    <a:pt x="1786" y="242"/>
                  </a:lnTo>
                  <a:lnTo>
                    <a:pt x="1759" y="262"/>
                  </a:lnTo>
                  <a:lnTo>
                    <a:pt x="1733" y="280"/>
                  </a:lnTo>
                  <a:lnTo>
                    <a:pt x="1709" y="299"/>
                  </a:lnTo>
                  <a:lnTo>
                    <a:pt x="1686" y="316"/>
                  </a:lnTo>
                  <a:lnTo>
                    <a:pt x="1664" y="332"/>
                  </a:lnTo>
                  <a:lnTo>
                    <a:pt x="1641" y="348"/>
                  </a:lnTo>
                  <a:lnTo>
                    <a:pt x="1618" y="362"/>
                  </a:lnTo>
                  <a:lnTo>
                    <a:pt x="1595" y="376"/>
                  </a:lnTo>
                  <a:lnTo>
                    <a:pt x="1572" y="388"/>
                  </a:lnTo>
                  <a:lnTo>
                    <a:pt x="1549" y="400"/>
                  </a:lnTo>
                  <a:lnTo>
                    <a:pt x="1525" y="411"/>
                  </a:lnTo>
                  <a:lnTo>
                    <a:pt x="1501" y="421"/>
                  </a:lnTo>
                  <a:lnTo>
                    <a:pt x="1476" y="429"/>
                  </a:lnTo>
                  <a:lnTo>
                    <a:pt x="1451" y="436"/>
                  </a:lnTo>
                  <a:lnTo>
                    <a:pt x="1425" y="442"/>
                  </a:lnTo>
                  <a:lnTo>
                    <a:pt x="1398" y="448"/>
                  </a:lnTo>
                  <a:lnTo>
                    <a:pt x="1371" y="451"/>
                  </a:lnTo>
                  <a:lnTo>
                    <a:pt x="1342" y="454"/>
                  </a:lnTo>
                  <a:lnTo>
                    <a:pt x="1312" y="455"/>
                  </a:lnTo>
                  <a:lnTo>
                    <a:pt x="1282" y="455"/>
                  </a:lnTo>
                  <a:lnTo>
                    <a:pt x="1256" y="455"/>
                  </a:lnTo>
                  <a:lnTo>
                    <a:pt x="1232" y="455"/>
                  </a:lnTo>
                  <a:lnTo>
                    <a:pt x="1210" y="454"/>
                  </a:lnTo>
                  <a:lnTo>
                    <a:pt x="1189" y="453"/>
                  </a:lnTo>
                  <a:lnTo>
                    <a:pt x="1169" y="452"/>
                  </a:lnTo>
                  <a:lnTo>
                    <a:pt x="1148" y="450"/>
                  </a:lnTo>
                  <a:lnTo>
                    <a:pt x="1127" y="448"/>
                  </a:lnTo>
                  <a:lnTo>
                    <a:pt x="1105" y="446"/>
                  </a:lnTo>
                  <a:lnTo>
                    <a:pt x="1082" y="442"/>
                  </a:lnTo>
                  <a:lnTo>
                    <a:pt x="1057" y="439"/>
                  </a:lnTo>
                  <a:lnTo>
                    <a:pt x="1029" y="436"/>
                  </a:lnTo>
                  <a:lnTo>
                    <a:pt x="998" y="432"/>
                  </a:lnTo>
                  <a:lnTo>
                    <a:pt x="963" y="428"/>
                  </a:lnTo>
                  <a:lnTo>
                    <a:pt x="923" y="424"/>
                  </a:lnTo>
                  <a:lnTo>
                    <a:pt x="879" y="419"/>
                  </a:lnTo>
                  <a:lnTo>
                    <a:pt x="831" y="413"/>
                  </a:lnTo>
                  <a:lnTo>
                    <a:pt x="783" y="408"/>
                  </a:lnTo>
                  <a:lnTo>
                    <a:pt x="733" y="402"/>
                  </a:lnTo>
                  <a:lnTo>
                    <a:pt x="682" y="396"/>
                  </a:lnTo>
                  <a:lnTo>
                    <a:pt x="632" y="389"/>
                  </a:lnTo>
                  <a:lnTo>
                    <a:pt x="582" y="382"/>
                  </a:lnTo>
                  <a:lnTo>
                    <a:pt x="534" y="376"/>
                  </a:lnTo>
                  <a:lnTo>
                    <a:pt x="486" y="370"/>
                  </a:lnTo>
                  <a:lnTo>
                    <a:pt x="441" y="363"/>
                  </a:lnTo>
                  <a:lnTo>
                    <a:pt x="397" y="358"/>
                  </a:lnTo>
                  <a:lnTo>
                    <a:pt x="357" y="353"/>
                  </a:lnTo>
                  <a:lnTo>
                    <a:pt x="321" y="349"/>
                  </a:lnTo>
                  <a:lnTo>
                    <a:pt x="288" y="345"/>
                  </a:lnTo>
                  <a:lnTo>
                    <a:pt x="260" y="342"/>
                  </a:lnTo>
                  <a:lnTo>
                    <a:pt x="237" y="340"/>
                  </a:lnTo>
                  <a:lnTo>
                    <a:pt x="219" y="339"/>
                  </a:lnTo>
                  <a:lnTo>
                    <a:pt x="203" y="337"/>
                  </a:lnTo>
                  <a:lnTo>
                    <a:pt x="187" y="334"/>
                  </a:lnTo>
                  <a:lnTo>
                    <a:pt x="169" y="331"/>
                  </a:lnTo>
                  <a:lnTo>
                    <a:pt x="151" y="326"/>
                  </a:lnTo>
                  <a:lnTo>
                    <a:pt x="133" y="321"/>
                  </a:lnTo>
                  <a:lnTo>
                    <a:pt x="115" y="316"/>
                  </a:lnTo>
                  <a:lnTo>
                    <a:pt x="97" y="309"/>
                  </a:lnTo>
                  <a:lnTo>
                    <a:pt x="79" y="303"/>
                  </a:lnTo>
                  <a:lnTo>
                    <a:pt x="64" y="297"/>
                  </a:lnTo>
                  <a:lnTo>
                    <a:pt x="48" y="291"/>
                  </a:lnTo>
                  <a:lnTo>
                    <a:pt x="35" y="286"/>
                  </a:lnTo>
                  <a:lnTo>
                    <a:pt x="23" y="280"/>
                  </a:lnTo>
                  <a:lnTo>
                    <a:pt x="14" y="276"/>
                  </a:lnTo>
                  <a:lnTo>
                    <a:pt x="6" y="273"/>
                  </a:lnTo>
                  <a:lnTo>
                    <a:pt x="2" y="271"/>
                  </a:lnTo>
                  <a:lnTo>
                    <a:pt x="0" y="270"/>
                  </a:lnTo>
                  <a:lnTo>
                    <a:pt x="3" y="271"/>
                  </a:lnTo>
                  <a:lnTo>
                    <a:pt x="13" y="272"/>
                  </a:lnTo>
                  <a:lnTo>
                    <a:pt x="26" y="274"/>
                  </a:lnTo>
                  <a:lnTo>
                    <a:pt x="46" y="277"/>
                  </a:lnTo>
                  <a:lnTo>
                    <a:pt x="69" y="280"/>
                  </a:lnTo>
                  <a:lnTo>
                    <a:pt x="95" y="283"/>
                  </a:lnTo>
                  <a:lnTo>
                    <a:pt x="123" y="288"/>
                  </a:lnTo>
                  <a:lnTo>
                    <a:pt x="154" y="291"/>
                  </a:lnTo>
                  <a:lnTo>
                    <a:pt x="172" y="293"/>
                  </a:lnTo>
                  <a:lnTo>
                    <a:pt x="193" y="294"/>
                  </a:lnTo>
                  <a:lnTo>
                    <a:pt x="217" y="296"/>
                  </a:lnTo>
                  <a:lnTo>
                    <a:pt x="243" y="298"/>
                  </a:lnTo>
                  <a:lnTo>
                    <a:pt x="270" y="300"/>
                  </a:lnTo>
                  <a:lnTo>
                    <a:pt x="299" y="301"/>
                  </a:lnTo>
                  <a:lnTo>
                    <a:pt x="330" y="303"/>
                  </a:lnTo>
                  <a:lnTo>
                    <a:pt x="361" y="304"/>
                  </a:lnTo>
                  <a:lnTo>
                    <a:pt x="392" y="306"/>
                  </a:lnTo>
                  <a:lnTo>
                    <a:pt x="422" y="308"/>
                  </a:lnTo>
                  <a:lnTo>
                    <a:pt x="451" y="309"/>
                  </a:lnTo>
                  <a:lnTo>
                    <a:pt x="480" y="310"/>
                  </a:lnTo>
                  <a:lnTo>
                    <a:pt x="506" y="313"/>
                  </a:lnTo>
                  <a:lnTo>
                    <a:pt x="530" y="314"/>
                  </a:lnTo>
                  <a:lnTo>
                    <a:pt x="552" y="315"/>
                  </a:lnTo>
                  <a:lnTo>
                    <a:pt x="571" y="316"/>
                  </a:lnTo>
                  <a:lnTo>
                    <a:pt x="591" y="317"/>
                  </a:lnTo>
                  <a:lnTo>
                    <a:pt x="617" y="320"/>
                  </a:lnTo>
                  <a:lnTo>
                    <a:pt x="648" y="323"/>
                  </a:lnTo>
                  <a:lnTo>
                    <a:pt x="682" y="327"/>
                  </a:lnTo>
                  <a:lnTo>
                    <a:pt x="721" y="331"/>
                  </a:lnTo>
                  <a:lnTo>
                    <a:pt x="763" y="336"/>
                  </a:lnTo>
                  <a:lnTo>
                    <a:pt x="805" y="342"/>
                  </a:lnTo>
                  <a:lnTo>
                    <a:pt x="849" y="347"/>
                  </a:lnTo>
                  <a:lnTo>
                    <a:pt x="894" y="353"/>
                  </a:lnTo>
                  <a:lnTo>
                    <a:pt x="938" y="358"/>
                  </a:lnTo>
                  <a:lnTo>
                    <a:pt x="979" y="363"/>
                  </a:lnTo>
                  <a:lnTo>
                    <a:pt x="1020" y="369"/>
                  </a:lnTo>
                  <a:lnTo>
                    <a:pt x="1057" y="373"/>
                  </a:lnTo>
                  <a:lnTo>
                    <a:pt x="1091" y="376"/>
                  </a:lnTo>
                  <a:lnTo>
                    <a:pt x="1119" y="379"/>
                  </a:lnTo>
                  <a:lnTo>
                    <a:pt x="1143" y="381"/>
                  </a:lnTo>
                  <a:lnTo>
                    <a:pt x="1165" y="382"/>
                  </a:lnTo>
                  <a:lnTo>
                    <a:pt x="1188" y="383"/>
                  </a:lnTo>
                  <a:lnTo>
                    <a:pt x="1212" y="385"/>
                  </a:lnTo>
                  <a:lnTo>
                    <a:pt x="1238" y="385"/>
                  </a:lnTo>
                  <a:lnTo>
                    <a:pt x="1265" y="386"/>
                  </a:lnTo>
                  <a:lnTo>
                    <a:pt x="1292" y="386"/>
                  </a:lnTo>
                  <a:lnTo>
                    <a:pt x="1321" y="385"/>
                  </a:lnTo>
                  <a:lnTo>
                    <a:pt x="1350" y="383"/>
                  </a:lnTo>
                  <a:lnTo>
                    <a:pt x="1379" y="380"/>
                  </a:lnTo>
                  <a:lnTo>
                    <a:pt x="1408" y="376"/>
                  </a:lnTo>
                  <a:lnTo>
                    <a:pt x="1438" y="371"/>
                  </a:lnTo>
                  <a:lnTo>
                    <a:pt x="1467" y="363"/>
                  </a:lnTo>
                  <a:lnTo>
                    <a:pt x="1495" y="354"/>
                  </a:lnTo>
                  <a:lnTo>
                    <a:pt x="1522" y="344"/>
                  </a:lnTo>
                  <a:lnTo>
                    <a:pt x="1549" y="330"/>
                  </a:lnTo>
                  <a:lnTo>
                    <a:pt x="1575" y="316"/>
                  </a:lnTo>
                  <a:lnTo>
                    <a:pt x="1602" y="298"/>
                  </a:lnTo>
                  <a:lnTo>
                    <a:pt x="1633" y="277"/>
                  </a:lnTo>
                  <a:lnTo>
                    <a:pt x="1667" y="255"/>
                  </a:lnTo>
                  <a:lnTo>
                    <a:pt x="1702" y="232"/>
                  </a:lnTo>
                  <a:lnTo>
                    <a:pt x="1739" y="207"/>
                  </a:lnTo>
                  <a:lnTo>
                    <a:pt x="1777" y="181"/>
                  </a:lnTo>
                  <a:lnTo>
                    <a:pt x="1815" y="156"/>
                  </a:lnTo>
                  <a:lnTo>
                    <a:pt x="1852" y="130"/>
                  </a:lnTo>
                  <a:lnTo>
                    <a:pt x="1887" y="106"/>
                  </a:lnTo>
                  <a:lnTo>
                    <a:pt x="1922" y="83"/>
                  </a:lnTo>
                  <a:lnTo>
                    <a:pt x="1953" y="62"/>
                  </a:lnTo>
                  <a:lnTo>
                    <a:pt x="1981" y="43"/>
                  </a:lnTo>
                  <a:lnTo>
                    <a:pt x="2005" y="27"/>
                  </a:lnTo>
                  <a:lnTo>
                    <a:pt x="2025" y="14"/>
                  </a:lnTo>
                  <a:lnTo>
                    <a:pt x="2038" y="5"/>
                  </a:lnTo>
                  <a:lnTo>
                    <a:pt x="2047" y="1"/>
                  </a:lnTo>
                  <a:lnTo>
                    <a:pt x="2054" y="0"/>
                  </a:lnTo>
                  <a:lnTo>
                    <a:pt x="2056" y="3"/>
                  </a:lnTo>
                  <a:lnTo>
                    <a:pt x="2056" y="11"/>
                  </a:lnTo>
                  <a:lnTo>
                    <a:pt x="2054" y="21"/>
                  </a:lnTo>
                  <a:lnTo>
                    <a:pt x="2050" y="32"/>
                  </a:lnTo>
                  <a:lnTo>
                    <a:pt x="2046" y="41"/>
                  </a:lnTo>
                  <a:lnTo>
                    <a:pt x="2043" y="48"/>
                  </a:lnTo>
                  <a:lnTo>
                    <a:pt x="2042" y="51"/>
                  </a:lnTo>
                  <a:close/>
                </a:path>
              </a:pathLst>
            </a:custGeom>
            <a:solidFill>
              <a:srgbClr val="cc8766"/>
            </a:solidFill>
            <a:ln w="0">
              <a:noFill/>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7685" name=""/>
            <p:cNvSpPr/>
            <p:nvPr/>
          </p:nvSpPr>
          <p:spPr>
            <a:xfrm flipV="1">
              <a:off x="6103800" y="5171040"/>
              <a:ext cx="36720" cy="37800"/>
            </a:xfrm>
            <a:custGeom>
              <a:avLst/>
              <a:gdLst/>
              <a:ahLst/>
              <a:rect l="l" t="t" r="r" b="b"/>
              <a:pathLst>
                <a:path w="341" h="334">
                  <a:moveTo>
                    <a:pt x="333" y="310"/>
                  </a:moveTo>
                  <a:lnTo>
                    <a:pt x="331" y="307"/>
                  </a:lnTo>
                  <a:lnTo>
                    <a:pt x="326" y="299"/>
                  </a:lnTo>
                  <a:lnTo>
                    <a:pt x="317" y="286"/>
                  </a:lnTo>
                  <a:lnTo>
                    <a:pt x="305" y="271"/>
                  </a:lnTo>
                  <a:lnTo>
                    <a:pt x="290" y="252"/>
                  </a:lnTo>
                  <a:lnTo>
                    <a:pt x="272" y="231"/>
                  </a:lnTo>
                  <a:lnTo>
                    <a:pt x="252" y="209"/>
                  </a:lnTo>
                  <a:lnTo>
                    <a:pt x="229" y="187"/>
                  </a:lnTo>
                  <a:lnTo>
                    <a:pt x="217" y="176"/>
                  </a:lnTo>
                  <a:lnTo>
                    <a:pt x="205" y="166"/>
                  </a:lnTo>
                  <a:lnTo>
                    <a:pt x="194" y="153"/>
                  </a:lnTo>
                  <a:lnTo>
                    <a:pt x="183" y="142"/>
                  </a:lnTo>
                  <a:lnTo>
                    <a:pt x="172" y="129"/>
                  </a:lnTo>
                  <a:lnTo>
                    <a:pt x="163" y="118"/>
                  </a:lnTo>
                  <a:lnTo>
                    <a:pt x="154" y="105"/>
                  </a:lnTo>
                  <a:lnTo>
                    <a:pt x="144" y="93"/>
                  </a:lnTo>
                  <a:lnTo>
                    <a:pt x="135" y="80"/>
                  </a:lnTo>
                  <a:lnTo>
                    <a:pt x="128" y="68"/>
                  </a:lnTo>
                  <a:lnTo>
                    <a:pt x="119" y="57"/>
                  </a:lnTo>
                  <a:lnTo>
                    <a:pt x="112" y="44"/>
                  </a:lnTo>
                  <a:lnTo>
                    <a:pt x="106" y="33"/>
                  </a:lnTo>
                  <a:lnTo>
                    <a:pt x="100" y="21"/>
                  </a:lnTo>
                  <a:lnTo>
                    <a:pt x="94" y="11"/>
                  </a:lnTo>
                  <a:lnTo>
                    <a:pt x="89" y="0"/>
                  </a:lnTo>
                  <a:lnTo>
                    <a:pt x="90" y="3"/>
                  </a:lnTo>
                  <a:lnTo>
                    <a:pt x="92" y="7"/>
                  </a:lnTo>
                  <a:lnTo>
                    <a:pt x="96" y="14"/>
                  </a:lnTo>
                  <a:lnTo>
                    <a:pt x="101" y="23"/>
                  </a:lnTo>
                  <a:lnTo>
                    <a:pt x="107" y="35"/>
                  </a:lnTo>
                  <a:lnTo>
                    <a:pt x="114" y="48"/>
                  </a:lnTo>
                  <a:lnTo>
                    <a:pt x="122" y="63"/>
                  </a:lnTo>
                  <a:lnTo>
                    <a:pt x="131" y="79"/>
                  </a:lnTo>
                  <a:lnTo>
                    <a:pt x="140" y="96"/>
                  </a:lnTo>
                  <a:lnTo>
                    <a:pt x="151" y="113"/>
                  </a:lnTo>
                  <a:lnTo>
                    <a:pt x="161" y="130"/>
                  </a:lnTo>
                  <a:lnTo>
                    <a:pt x="171" y="148"/>
                  </a:lnTo>
                  <a:lnTo>
                    <a:pt x="182" y="166"/>
                  </a:lnTo>
                  <a:lnTo>
                    <a:pt x="193" y="181"/>
                  </a:lnTo>
                  <a:lnTo>
                    <a:pt x="204" y="197"/>
                  </a:lnTo>
                  <a:lnTo>
                    <a:pt x="214" y="211"/>
                  </a:lnTo>
                  <a:lnTo>
                    <a:pt x="231" y="235"/>
                  </a:lnTo>
                  <a:lnTo>
                    <a:pt x="240" y="254"/>
                  </a:lnTo>
                  <a:lnTo>
                    <a:pt x="243" y="266"/>
                  </a:lnTo>
                  <a:lnTo>
                    <a:pt x="242" y="275"/>
                  </a:lnTo>
                  <a:lnTo>
                    <a:pt x="236" y="279"/>
                  </a:lnTo>
                  <a:lnTo>
                    <a:pt x="228" y="278"/>
                  </a:lnTo>
                  <a:lnTo>
                    <a:pt x="216" y="274"/>
                  </a:lnTo>
                  <a:lnTo>
                    <a:pt x="204" y="266"/>
                  </a:lnTo>
                  <a:lnTo>
                    <a:pt x="196" y="260"/>
                  </a:lnTo>
                  <a:lnTo>
                    <a:pt x="188" y="252"/>
                  </a:lnTo>
                  <a:lnTo>
                    <a:pt x="179" y="242"/>
                  </a:lnTo>
                  <a:lnTo>
                    <a:pt x="168" y="230"/>
                  </a:lnTo>
                  <a:lnTo>
                    <a:pt x="157" y="217"/>
                  </a:lnTo>
                  <a:lnTo>
                    <a:pt x="145" y="202"/>
                  </a:lnTo>
                  <a:lnTo>
                    <a:pt x="133" y="186"/>
                  </a:lnTo>
                  <a:lnTo>
                    <a:pt x="121" y="171"/>
                  </a:lnTo>
                  <a:lnTo>
                    <a:pt x="109" y="155"/>
                  </a:lnTo>
                  <a:lnTo>
                    <a:pt x="97" y="140"/>
                  </a:lnTo>
                  <a:lnTo>
                    <a:pt x="87" y="125"/>
                  </a:lnTo>
                  <a:lnTo>
                    <a:pt x="78" y="111"/>
                  </a:lnTo>
                  <a:lnTo>
                    <a:pt x="68" y="98"/>
                  </a:lnTo>
                  <a:lnTo>
                    <a:pt x="60" y="88"/>
                  </a:lnTo>
                  <a:lnTo>
                    <a:pt x="54" y="78"/>
                  </a:lnTo>
                  <a:lnTo>
                    <a:pt x="50" y="72"/>
                  </a:lnTo>
                  <a:lnTo>
                    <a:pt x="41" y="62"/>
                  </a:lnTo>
                  <a:lnTo>
                    <a:pt x="33" y="52"/>
                  </a:lnTo>
                  <a:lnTo>
                    <a:pt x="25" y="43"/>
                  </a:lnTo>
                  <a:lnTo>
                    <a:pt x="17" y="35"/>
                  </a:lnTo>
                  <a:lnTo>
                    <a:pt x="10" y="27"/>
                  </a:lnTo>
                  <a:lnTo>
                    <a:pt x="5" y="22"/>
                  </a:lnTo>
                  <a:lnTo>
                    <a:pt x="1" y="18"/>
                  </a:lnTo>
                  <a:lnTo>
                    <a:pt x="0" y="17"/>
                  </a:lnTo>
                  <a:lnTo>
                    <a:pt x="4" y="22"/>
                  </a:lnTo>
                  <a:lnTo>
                    <a:pt x="13" y="37"/>
                  </a:lnTo>
                  <a:lnTo>
                    <a:pt x="28" y="59"/>
                  </a:lnTo>
                  <a:lnTo>
                    <a:pt x="44" y="84"/>
                  </a:lnTo>
                  <a:lnTo>
                    <a:pt x="61" y="111"/>
                  </a:lnTo>
                  <a:lnTo>
                    <a:pt x="78" y="135"/>
                  </a:lnTo>
                  <a:lnTo>
                    <a:pt x="91" y="158"/>
                  </a:lnTo>
                  <a:lnTo>
                    <a:pt x="100" y="174"/>
                  </a:lnTo>
                  <a:lnTo>
                    <a:pt x="108" y="188"/>
                  </a:lnTo>
                  <a:lnTo>
                    <a:pt x="119" y="207"/>
                  </a:lnTo>
                  <a:lnTo>
                    <a:pt x="135" y="229"/>
                  </a:lnTo>
                  <a:lnTo>
                    <a:pt x="152" y="250"/>
                  </a:lnTo>
                  <a:lnTo>
                    <a:pt x="170" y="271"/>
                  </a:lnTo>
                  <a:lnTo>
                    <a:pt x="187" y="287"/>
                  </a:lnTo>
                  <a:lnTo>
                    <a:pt x="203" y="300"/>
                  </a:lnTo>
                  <a:lnTo>
                    <a:pt x="216" y="305"/>
                  </a:lnTo>
                  <a:lnTo>
                    <a:pt x="218" y="305"/>
                  </a:lnTo>
                  <a:lnTo>
                    <a:pt x="224" y="304"/>
                  </a:lnTo>
                  <a:lnTo>
                    <a:pt x="234" y="304"/>
                  </a:lnTo>
                  <a:lnTo>
                    <a:pt x="245" y="304"/>
                  </a:lnTo>
                  <a:lnTo>
                    <a:pt x="258" y="306"/>
                  </a:lnTo>
                  <a:lnTo>
                    <a:pt x="272" y="309"/>
                  </a:lnTo>
                  <a:lnTo>
                    <a:pt x="286" y="314"/>
                  </a:lnTo>
                  <a:lnTo>
                    <a:pt x="298" y="321"/>
                  </a:lnTo>
                  <a:lnTo>
                    <a:pt x="310" y="329"/>
                  </a:lnTo>
                  <a:lnTo>
                    <a:pt x="320" y="333"/>
                  </a:lnTo>
                  <a:lnTo>
                    <a:pt x="330" y="334"/>
                  </a:lnTo>
                  <a:lnTo>
                    <a:pt x="336" y="333"/>
                  </a:lnTo>
                  <a:lnTo>
                    <a:pt x="340" y="330"/>
                  </a:lnTo>
                  <a:lnTo>
                    <a:pt x="341" y="325"/>
                  </a:lnTo>
                  <a:lnTo>
                    <a:pt x="339" y="318"/>
                  </a:lnTo>
                  <a:lnTo>
                    <a:pt x="333" y="310"/>
                  </a:lnTo>
                  <a:close/>
                </a:path>
              </a:pathLst>
            </a:custGeom>
            <a:solidFill>
              <a:srgbClr val="cc8766"/>
            </a:solidFill>
            <a:ln w="0">
              <a:noFill/>
            </a:ln>
          </p:spPr>
          <p:style>
            <a:lnRef idx="0"/>
            <a:fillRef idx="0"/>
            <a:effectRef idx="0"/>
            <a:fontRef idx="minor"/>
          </p:style>
          <p:txBody>
            <a:bodyPr lIns="90000" rIns="90000" tIns="-9000" bIns="-9000" anchor="t">
              <a:noAutofit/>
            </a:bodyPr>
            <a:p>
              <a:endParaRPr b="0" lang="en-US" sz="2400" spc="-1" strike="noStrike">
                <a:solidFill>
                  <a:srgbClr val="000000"/>
                </a:solidFill>
                <a:latin typeface="Times New Roman"/>
              </a:endParaRPr>
            </a:p>
          </p:txBody>
        </p:sp>
        <p:sp>
          <p:nvSpPr>
            <p:cNvPr id="7686" name=""/>
            <p:cNvSpPr/>
            <p:nvPr/>
          </p:nvSpPr>
          <p:spPr>
            <a:xfrm flipV="1">
              <a:off x="6353280" y="5385240"/>
              <a:ext cx="19080" cy="82440"/>
            </a:xfrm>
            <a:custGeom>
              <a:avLst/>
              <a:gdLst/>
              <a:ahLst/>
              <a:rect l="l" t="t" r="r" b="b"/>
              <a:pathLst>
                <a:path w="172" h="728">
                  <a:moveTo>
                    <a:pt x="109" y="0"/>
                  </a:moveTo>
                  <a:lnTo>
                    <a:pt x="114" y="19"/>
                  </a:lnTo>
                  <a:lnTo>
                    <a:pt x="118" y="39"/>
                  </a:lnTo>
                  <a:lnTo>
                    <a:pt x="123" y="60"/>
                  </a:lnTo>
                  <a:lnTo>
                    <a:pt x="128" y="80"/>
                  </a:lnTo>
                  <a:lnTo>
                    <a:pt x="132" y="102"/>
                  </a:lnTo>
                  <a:lnTo>
                    <a:pt x="136" y="125"/>
                  </a:lnTo>
                  <a:lnTo>
                    <a:pt x="139" y="149"/>
                  </a:lnTo>
                  <a:lnTo>
                    <a:pt x="142" y="174"/>
                  </a:lnTo>
                  <a:lnTo>
                    <a:pt x="144" y="199"/>
                  </a:lnTo>
                  <a:lnTo>
                    <a:pt x="145" y="226"/>
                  </a:lnTo>
                  <a:lnTo>
                    <a:pt x="145" y="254"/>
                  </a:lnTo>
                  <a:lnTo>
                    <a:pt x="144" y="283"/>
                  </a:lnTo>
                  <a:lnTo>
                    <a:pt x="142" y="312"/>
                  </a:lnTo>
                  <a:lnTo>
                    <a:pt x="138" y="343"/>
                  </a:lnTo>
                  <a:lnTo>
                    <a:pt x="133" y="377"/>
                  </a:lnTo>
                  <a:lnTo>
                    <a:pt x="127" y="410"/>
                  </a:lnTo>
                  <a:lnTo>
                    <a:pt x="118" y="443"/>
                  </a:lnTo>
                  <a:lnTo>
                    <a:pt x="110" y="476"/>
                  </a:lnTo>
                  <a:lnTo>
                    <a:pt x="101" y="507"/>
                  </a:lnTo>
                  <a:lnTo>
                    <a:pt x="90" y="537"/>
                  </a:lnTo>
                  <a:lnTo>
                    <a:pt x="80" y="565"/>
                  </a:lnTo>
                  <a:lnTo>
                    <a:pt x="69" y="591"/>
                  </a:lnTo>
                  <a:lnTo>
                    <a:pt x="59" y="616"/>
                  </a:lnTo>
                  <a:lnTo>
                    <a:pt x="48" y="637"/>
                  </a:lnTo>
                  <a:lnTo>
                    <a:pt x="38" y="657"/>
                  </a:lnTo>
                  <a:lnTo>
                    <a:pt x="30" y="676"/>
                  </a:lnTo>
                  <a:lnTo>
                    <a:pt x="21" y="690"/>
                  </a:lnTo>
                  <a:lnTo>
                    <a:pt x="14" y="704"/>
                  </a:lnTo>
                  <a:lnTo>
                    <a:pt x="8" y="714"/>
                  </a:lnTo>
                  <a:lnTo>
                    <a:pt x="4" y="721"/>
                  </a:lnTo>
                  <a:lnTo>
                    <a:pt x="1" y="726"/>
                  </a:lnTo>
                  <a:lnTo>
                    <a:pt x="0" y="728"/>
                  </a:lnTo>
                  <a:lnTo>
                    <a:pt x="2" y="727"/>
                  </a:lnTo>
                  <a:lnTo>
                    <a:pt x="6" y="723"/>
                  </a:lnTo>
                  <a:lnTo>
                    <a:pt x="13" y="715"/>
                  </a:lnTo>
                  <a:lnTo>
                    <a:pt x="22" y="706"/>
                  </a:lnTo>
                  <a:lnTo>
                    <a:pt x="34" y="693"/>
                  </a:lnTo>
                  <a:lnTo>
                    <a:pt x="46" y="678"/>
                  </a:lnTo>
                  <a:lnTo>
                    <a:pt x="60" y="660"/>
                  </a:lnTo>
                  <a:lnTo>
                    <a:pt x="75" y="639"/>
                  </a:lnTo>
                  <a:lnTo>
                    <a:pt x="89" y="616"/>
                  </a:lnTo>
                  <a:lnTo>
                    <a:pt x="104" y="590"/>
                  </a:lnTo>
                  <a:lnTo>
                    <a:pt x="118" y="560"/>
                  </a:lnTo>
                  <a:lnTo>
                    <a:pt x="132" y="528"/>
                  </a:lnTo>
                  <a:lnTo>
                    <a:pt x="143" y="493"/>
                  </a:lnTo>
                  <a:lnTo>
                    <a:pt x="154" y="456"/>
                  </a:lnTo>
                  <a:lnTo>
                    <a:pt x="162" y="415"/>
                  </a:lnTo>
                  <a:lnTo>
                    <a:pt x="168" y="371"/>
                  </a:lnTo>
                  <a:lnTo>
                    <a:pt x="171" y="328"/>
                  </a:lnTo>
                  <a:lnTo>
                    <a:pt x="172" y="286"/>
                  </a:lnTo>
                  <a:lnTo>
                    <a:pt x="172" y="248"/>
                  </a:lnTo>
                  <a:lnTo>
                    <a:pt x="169" y="211"/>
                  </a:lnTo>
                  <a:lnTo>
                    <a:pt x="165" y="178"/>
                  </a:lnTo>
                  <a:lnTo>
                    <a:pt x="161" y="148"/>
                  </a:lnTo>
                  <a:lnTo>
                    <a:pt x="155" y="120"/>
                  </a:lnTo>
                  <a:lnTo>
                    <a:pt x="148" y="95"/>
                  </a:lnTo>
                  <a:lnTo>
                    <a:pt x="141" y="73"/>
                  </a:lnTo>
                  <a:lnTo>
                    <a:pt x="134" y="55"/>
                  </a:lnTo>
                  <a:lnTo>
                    <a:pt x="128" y="38"/>
                  </a:lnTo>
                  <a:lnTo>
                    <a:pt x="121" y="24"/>
                  </a:lnTo>
                  <a:lnTo>
                    <a:pt x="116" y="14"/>
                  </a:lnTo>
                  <a:lnTo>
                    <a:pt x="112" y="7"/>
                  </a:lnTo>
                  <a:lnTo>
                    <a:pt x="110" y="2"/>
                  </a:lnTo>
                  <a:lnTo>
                    <a:pt x="109" y="0"/>
                  </a:lnTo>
                  <a:close/>
                </a:path>
              </a:pathLst>
            </a:custGeom>
            <a:solidFill>
              <a:srgbClr val="e5a07f"/>
            </a:solidFill>
            <a:ln w="0">
              <a:noFill/>
            </a:ln>
          </p:spPr>
          <p:style>
            <a:lnRef idx="0"/>
            <a:fillRef idx="0"/>
            <a:effectRef idx="0"/>
            <a:fontRef idx="minor"/>
          </p:style>
          <p:txBody>
            <a:bodyPr lIns="90000" rIns="90000" tIns="35640" bIns="35640" anchor="t">
              <a:noAutofit/>
            </a:bodyPr>
            <a:p>
              <a:endParaRPr b="0" lang="en-US" sz="2400" spc="-1" strike="noStrike">
                <a:solidFill>
                  <a:srgbClr val="000000"/>
                </a:solidFill>
                <a:latin typeface="Times New Roman"/>
              </a:endParaRPr>
            </a:p>
          </p:txBody>
        </p:sp>
        <p:sp>
          <p:nvSpPr>
            <p:cNvPr id="7687" name=""/>
            <p:cNvSpPr/>
            <p:nvPr/>
          </p:nvSpPr>
          <p:spPr>
            <a:xfrm flipV="1">
              <a:off x="6372360" y="5388480"/>
              <a:ext cx="12600" cy="69480"/>
            </a:xfrm>
            <a:custGeom>
              <a:avLst/>
              <a:gdLst/>
              <a:ahLst/>
              <a:rect l="l" t="t" r="r" b="b"/>
              <a:pathLst>
                <a:path w="131" h="613">
                  <a:moveTo>
                    <a:pt x="60" y="23"/>
                  </a:moveTo>
                  <a:lnTo>
                    <a:pt x="53" y="13"/>
                  </a:lnTo>
                  <a:lnTo>
                    <a:pt x="49" y="6"/>
                  </a:lnTo>
                  <a:lnTo>
                    <a:pt x="46" y="2"/>
                  </a:lnTo>
                  <a:lnTo>
                    <a:pt x="45" y="0"/>
                  </a:lnTo>
                  <a:lnTo>
                    <a:pt x="45" y="0"/>
                  </a:lnTo>
                  <a:lnTo>
                    <a:pt x="46" y="3"/>
                  </a:lnTo>
                  <a:lnTo>
                    <a:pt x="48" y="8"/>
                  </a:lnTo>
                  <a:lnTo>
                    <a:pt x="51" y="16"/>
                  </a:lnTo>
                  <a:lnTo>
                    <a:pt x="54" y="26"/>
                  </a:lnTo>
                  <a:lnTo>
                    <a:pt x="59" y="37"/>
                  </a:lnTo>
                  <a:lnTo>
                    <a:pt x="63" y="51"/>
                  </a:lnTo>
                  <a:lnTo>
                    <a:pt x="68" y="66"/>
                  </a:lnTo>
                  <a:lnTo>
                    <a:pt x="73" y="83"/>
                  </a:lnTo>
                  <a:lnTo>
                    <a:pt x="78" y="102"/>
                  </a:lnTo>
                  <a:lnTo>
                    <a:pt x="83" y="122"/>
                  </a:lnTo>
                  <a:lnTo>
                    <a:pt x="88" y="143"/>
                  </a:lnTo>
                  <a:lnTo>
                    <a:pt x="92" y="167"/>
                  </a:lnTo>
                  <a:lnTo>
                    <a:pt x="95" y="191"/>
                  </a:lnTo>
                  <a:lnTo>
                    <a:pt x="98" y="216"/>
                  </a:lnTo>
                  <a:lnTo>
                    <a:pt x="99" y="243"/>
                  </a:lnTo>
                  <a:lnTo>
                    <a:pt x="100" y="271"/>
                  </a:lnTo>
                  <a:lnTo>
                    <a:pt x="100" y="299"/>
                  </a:lnTo>
                  <a:lnTo>
                    <a:pt x="98" y="328"/>
                  </a:lnTo>
                  <a:lnTo>
                    <a:pt x="95" y="358"/>
                  </a:lnTo>
                  <a:lnTo>
                    <a:pt x="91" y="388"/>
                  </a:lnTo>
                  <a:lnTo>
                    <a:pt x="84" y="419"/>
                  </a:lnTo>
                  <a:lnTo>
                    <a:pt x="75" y="452"/>
                  </a:lnTo>
                  <a:lnTo>
                    <a:pt x="65" y="484"/>
                  </a:lnTo>
                  <a:lnTo>
                    <a:pt x="52" y="516"/>
                  </a:lnTo>
                  <a:lnTo>
                    <a:pt x="38" y="548"/>
                  </a:lnTo>
                  <a:lnTo>
                    <a:pt x="20" y="580"/>
                  </a:lnTo>
                  <a:lnTo>
                    <a:pt x="0" y="613"/>
                  </a:lnTo>
                  <a:lnTo>
                    <a:pt x="1" y="611"/>
                  </a:lnTo>
                  <a:lnTo>
                    <a:pt x="7" y="606"/>
                  </a:lnTo>
                  <a:lnTo>
                    <a:pt x="13" y="599"/>
                  </a:lnTo>
                  <a:lnTo>
                    <a:pt x="21" y="588"/>
                  </a:lnTo>
                  <a:lnTo>
                    <a:pt x="32" y="574"/>
                  </a:lnTo>
                  <a:lnTo>
                    <a:pt x="43" y="559"/>
                  </a:lnTo>
                  <a:lnTo>
                    <a:pt x="55" y="540"/>
                  </a:lnTo>
                  <a:lnTo>
                    <a:pt x="68" y="518"/>
                  </a:lnTo>
                  <a:lnTo>
                    <a:pt x="80" y="494"/>
                  </a:lnTo>
                  <a:lnTo>
                    <a:pt x="92" y="467"/>
                  </a:lnTo>
                  <a:lnTo>
                    <a:pt x="103" y="439"/>
                  </a:lnTo>
                  <a:lnTo>
                    <a:pt x="113" y="408"/>
                  </a:lnTo>
                  <a:lnTo>
                    <a:pt x="121" y="375"/>
                  </a:lnTo>
                  <a:lnTo>
                    <a:pt x="127" y="339"/>
                  </a:lnTo>
                  <a:lnTo>
                    <a:pt x="130" y="303"/>
                  </a:lnTo>
                  <a:lnTo>
                    <a:pt x="131" y="264"/>
                  </a:lnTo>
                  <a:lnTo>
                    <a:pt x="131" y="262"/>
                  </a:lnTo>
                  <a:lnTo>
                    <a:pt x="131" y="257"/>
                  </a:lnTo>
                  <a:lnTo>
                    <a:pt x="130" y="250"/>
                  </a:lnTo>
                  <a:lnTo>
                    <a:pt x="129" y="241"/>
                  </a:lnTo>
                  <a:lnTo>
                    <a:pt x="127" y="228"/>
                  </a:lnTo>
                  <a:lnTo>
                    <a:pt x="126" y="215"/>
                  </a:lnTo>
                  <a:lnTo>
                    <a:pt x="123" y="199"/>
                  </a:lnTo>
                  <a:lnTo>
                    <a:pt x="120" y="182"/>
                  </a:lnTo>
                  <a:lnTo>
                    <a:pt x="116" y="163"/>
                  </a:lnTo>
                  <a:lnTo>
                    <a:pt x="111" y="144"/>
                  </a:lnTo>
                  <a:lnTo>
                    <a:pt x="104" y="124"/>
                  </a:lnTo>
                  <a:lnTo>
                    <a:pt x="98" y="104"/>
                  </a:lnTo>
                  <a:lnTo>
                    <a:pt x="90" y="83"/>
                  </a:lnTo>
                  <a:lnTo>
                    <a:pt x="82" y="62"/>
                  </a:lnTo>
                  <a:lnTo>
                    <a:pt x="71" y="42"/>
                  </a:lnTo>
                  <a:lnTo>
                    <a:pt x="60" y="23"/>
                  </a:lnTo>
                  <a:close/>
                </a:path>
              </a:pathLst>
            </a:custGeom>
            <a:solidFill>
              <a:srgbClr val="e5a07f"/>
            </a:solidFill>
            <a:ln w="0">
              <a:noFill/>
            </a:ln>
          </p:spPr>
          <p:style>
            <a:lnRef idx="0"/>
            <a:fillRef idx="0"/>
            <a:effectRef idx="0"/>
            <a:fontRef idx="minor"/>
          </p:style>
          <p:txBody>
            <a:bodyPr lIns="90000" rIns="90000" tIns="22680" bIns="22680" anchor="t">
              <a:noAutofit/>
            </a:bodyPr>
            <a:p>
              <a:endParaRPr b="0" lang="en-US" sz="2400" spc="-1" strike="noStrike">
                <a:solidFill>
                  <a:srgbClr val="000000"/>
                </a:solidFill>
                <a:latin typeface="Times New Roman"/>
              </a:endParaRPr>
            </a:p>
          </p:txBody>
        </p:sp>
        <p:sp>
          <p:nvSpPr>
            <p:cNvPr id="7688" name=""/>
            <p:cNvSpPr/>
            <p:nvPr/>
          </p:nvSpPr>
          <p:spPr>
            <a:xfrm flipV="1">
              <a:off x="6391440" y="5408280"/>
              <a:ext cx="6120" cy="34560"/>
            </a:xfrm>
            <a:custGeom>
              <a:avLst/>
              <a:gdLst/>
              <a:ahLst/>
              <a:rect l="l" t="t" r="r" b="b"/>
              <a:pathLst>
                <a:path w="56" h="298">
                  <a:moveTo>
                    <a:pt x="5" y="0"/>
                  </a:moveTo>
                  <a:lnTo>
                    <a:pt x="10" y="14"/>
                  </a:lnTo>
                  <a:lnTo>
                    <a:pt x="16" y="28"/>
                  </a:lnTo>
                  <a:lnTo>
                    <a:pt x="23" y="43"/>
                  </a:lnTo>
                  <a:lnTo>
                    <a:pt x="30" y="57"/>
                  </a:lnTo>
                  <a:lnTo>
                    <a:pt x="37" y="73"/>
                  </a:lnTo>
                  <a:lnTo>
                    <a:pt x="44" y="89"/>
                  </a:lnTo>
                  <a:lnTo>
                    <a:pt x="49" y="106"/>
                  </a:lnTo>
                  <a:lnTo>
                    <a:pt x="53" y="124"/>
                  </a:lnTo>
                  <a:lnTo>
                    <a:pt x="55" y="142"/>
                  </a:lnTo>
                  <a:lnTo>
                    <a:pt x="56" y="161"/>
                  </a:lnTo>
                  <a:lnTo>
                    <a:pt x="55" y="182"/>
                  </a:lnTo>
                  <a:lnTo>
                    <a:pt x="50" y="203"/>
                  </a:lnTo>
                  <a:lnTo>
                    <a:pt x="44" y="224"/>
                  </a:lnTo>
                  <a:lnTo>
                    <a:pt x="32" y="248"/>
                  </a:lnTo>
                  <a:lnTo>
                    <a:pt x="19" y="272"/>
                  </a:lnTo>
                  <a:lnTo>
                    <a:pt x="0" y="298"/>
                  </a:lnTo>
                  <a:lnTo>
                    <a:pt x="0" y="297"/>
                  </a:lnTo>
                  <a:lnTo>
                    <a:pt x="2" y="294"/>
                  </a:lnTo>
                  <a:lnTo>
                    <a:pt x="3" y="289"/>
                  </a:lnTo>
                  <a:lnTo>
                    <a:pt x="6" y="282"/>
                  </a:lnTo>
                  <a:lnTo>
                    <a:pt x="9" y="273"/>
                  </a:lnTo>
                  <a:lnTo>
                    <a:pt x="12" y="263"/>
                  </a:lnTo>
                  <a:lnTo>
                    <a:pt x="15" y="251"/>
                  </a:lnTo>
                  <a:lnTo>
                    <a:pt x="19" y="239"/>
                  </a:lnTo>
                  <a:lnTo>
                    <a:pt x="22" y="226"/>
                  </a:lnTo>
                  <a:lnTo>
                    <a:pt x="25" y="211"/>
                  </a:lnTo>
                  <a:lnTo>
                    <a:pt x="27" y="196"/>
                  </a:lnTo>
                  <a:lnTo>
                    <a:pt x="29" y="181"/>
                  </a:lnTo>
                  <a:lnTo>
                    <a:pt x="31" y="165"/>
                  </a:lnTo>
                  <a:lnTo>
                    <a:pt x="31" y="150"/>
                  </a:lnTo>
                  <a:lnTo>
                    <a:pt x="31" y="134"/>
                  </a:lnTo>
                  <a:lnTo>
                    <a:pt x="30" y="119"/>
                  </a:lnTo>
                  <a:lnTo>
                    <a:pt x="27" y="99"/>
                  </a:lnTo>
                  <a:lnTo>
                    <a:pt x="24" y="79"/>
                  </a:lnTo>
                  <a:lnTo>
                    <a:pt x="20" y="58"/>
                  </a:lnTo>
                  <a:lnTo>
                    <a:pt x="15" y="41"/>
                  </a:lnTo>
                  <a:lnTo>
                    <a:pt x="11" y="24"/>
                  </a:lnTo>
                  <a:lnTo>
                    <a:pt x="8" y="12"/>
                  </a:lnTo>
                  <a:lnTo>
                    <a:pt x="6" y="3"/>
                  </a:lnTo>
                  <a:lnTo>
                    <a:pt x="5" y="0"/>
                  </a:lnTo>
                  <a:close/>
                </a:path>
              </a:pathLst>
            </a:custGeom>
            <a:solidFill>
              <a:srgbClr val="e5a07f"/>
            </a:solidFill>
            <a:ln w="0">
              <a:noFill/>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7689" name=""/>
            <p:cNvSpPr/>
            <p:nvPr/>
          </p:nvSpPr>
          <p:spPr>
            <a:xfrm flipV="1">
              <a:off x="6391440" y="5259240"/>
              <a:ext cx="101520" cy="20160"/>
            </a:xfrm>
            <a:custGeom>
              <a:avLst/>
              <a:gdLst/>
              <a:ahLst/>
              <a:rect l="l" t="t" r="r" b="b"/>
              <a:pathLst>
                <a:path w="964" h="169">
                  <a:moveTo>
                    <a:pt x="964" y="169"/>
                  </a:moveTo>
                  <a:lnTo>
                    <a:pt x="948" y="166"/>
                  </a:lnTo>
                  <a:lnTo>
                    <a:pt x="927" y="160"/>
                  </a:lnTo>
                  <a:lnTo>
                    <a:pt x="904" y="152"/>
                  </a:lnTo>
                  <a:lnTo>
                    <a:pt x="878" y="144"/>
                  </a:lnTo>
                  <a:lnTo>
                    <a:pt x="850" y="135"/>
                  </a:lnTo>
                  <a:lnTo>
                    <a:pt x="820" y="124"/>
                  </a:lnTo>
                  <a:lnTo>
                    <a:pt x="788" y="114"/>
                  </a:lnTo>
                  <a:lnTo>
                    <a:pt x="756" y="102"/>
                  </a:lnTo>
                  <a:lnTo>
                    <a:pt x="724" y="92"/>
                  </a:lnTo>
                  <a:lnTo>
                    <a:pt x="690" y="81"/>
                  </a:lnTo>
                  <a:lnTo>
                    <a:pt x="658" y="71"/>
                  </a:lnTo>
                  <a:lnTo>
                    <a:pt x="627" y="62"/>
                  </a:lnTo>
                  <a:lnTo>
                    <a:pt x="597" y="54"/>
                  </a:lnTo>
                  <a:lnTo>
                    <a:pt x="568" y="47"/>
                  </a:lnTo>
                  <a:lnTo>
                    <a:pt x="542" y="43"/>
                  </a:lnTo>
                  <a:lnTo>
                    <a:pt x="518" y="40"/>
                  </a:lnTo>
                  <a:lnTo>
                    <a:pt x="494" y="39"/>
                  </a:lnTo>
                  <a:lnTo>
                    <a:pt x="469" y="38"/>
                  </a:lnTo>
                  <a:lnTo>
                    <a:pt x="441" y="37"/>
                  </a:lnTo>
                  <a:lnTo>
                    <a:pt x="411" y="36"/>
                  </a:lnTo>
                  <a:lnTo>
                    <a:pt x="381" y="35"/>
                  </a:lnTo>
                  <a:lnTo>
                    <a:pt x="350" y="35"/>
                  </a:lnTo>
                  <a:lnTo>
                    <a:pt x="319" y="34"/>
                  </a:lnTo>
                  <a:lnTo>
                    <a:pt x="287" y="34"/>
                  </a:lnTo>
                  <a:lnTo>
                    <a:pt x="256" y="34"/>
                  </a:lnTo>
                  <a:lnTo>
                    <a:pt x="227" y="33"/>
                  </a:lnTo>
                  <a:lnTo>
                    <a:pt x="199" y="33"/>
                  </a:lnTo>
                  <a:lnTo>
                    <a:pt x="172" y="33"/>
                  </a:lnTo>
                  <a:lnTo>
                    <a:pt x="147" y="32"/>
                  </a:lnTo>
                  <a:lnTo>
                    <a:pt x="125" y="32"/>
                  </a:lnTo>
                  <a:lnTo>
                    <a:pt x="106" y="32"/>
                  </a:lnTo>
                  <a:lnTo>
                    <a:pt x="91" y="31"/>
                  </a:lnTo>
                  <a:lnTo>
                    <a:pt x="65" y="30"/>
                  </a:lnTo>
                  <a:lnTo>
                    <a:pt x="42" y="28"/>
                  </a:lnTo>
                  <a:lnTo>
                    <a:pt x="24" y="25"/>
                  </a:lnTo>
                  <a:lnTo>
                    <a:pt x="10" y="22"/>
                  </a:lnTo>
                  <a:lnTo>
                    <a:pt x="2" y="19"/>
                  </a:lnTo>
                  <a:lnTo>
                    <a:pt x="0" y="15"/>
                  </a:lnTo>
                  <a:lnTo>
                    <a:pt x="4" y="12"/>
                  </a:lnTo>
                  <a:lnTo>
                    <a:pt x="16" y="8"/>
                  </a:lnTo>
                  <a:lnTo>
                    <a:pt x="27" y="6"/>
                  </a:lnTo>
                  <a:lnTo>
                    <a:pt x="45" y="4"/>
                  </a:lnTo>
                  <a:lnTo>
                    <a:pt x="68" y="3"/>
                  </a:lnTo>
                  <a:lnTo>
                    <a:pt x="97" y="2"/>
                  </a:lnTo>
                  <a:lnTo>
                    <a:pt x="129" y="1"/>
                  </a:lnTo>
                  <a:lnTo>
                    <a:pt x="166" y="0"/>
                  </a:lnTo>
                  <a:lnTo>
                    <a:pt x="203" y="0"/>
                  </a:lnTo>
                  <a:lnTo>
                    <a:pt x="244" y="0"/>
                  </a:lnTo>
                  <a:lnTo>
                    <a:pt x="284" y="0"/>
                  </a:lnTo>
                  <a:lnTo>
                    <a:pt x="325" y="1"/>
                  </a:lnTo>
                  <a:lnTo>
                    <a:pt x="364" y="3"/>
                  </a:lnTo>
                  <a:lnTo>
                    <a:pt x="403" y="4"/>
                  </a:lnTo>
                  <a:lnTo>
                    <a:pt x="438" y="7"/>
                  </a:lnTo>
                  <a:lnTo>
                    <a:pt x="472" y="9"/>
                  </a:lnTo>
                  <a:lnTo>
                    <a:pt x="500" y="12"/>
                  </a:lnTo>
                  <a:lnTo>
                    <a:pt x="523" y="16"/>
                  </a:lnTo>
                  <a:lnTo>
                    <a:pt x="546" y="21"/>
                  </a:lnTo>
                  <a:lnTo>
                    <a:pt x="573" y="29"/>
                  </a:lnTo>
                  <a:lnTo>
                    <a:pt x="604" y="38"/>
                  </a:lnTo>
                  <a:lnTo>
                    <a:pt x="638" y="50"/>
                  </a:lnTo>
                  <a:lnTo>
                    <a:pt x="674" y="61"/>
                  </a:lnTo>
                  <a:lnTo>
                    <a:pt x="710" y="74"/>
                  </a:lnTo>
                  <a:lnTo>
                    <a:pt x="748" y="88"/>
                  </a:lnTo>
                  <a:lnTo>
                    <a:pt x="784" y="100"/>
                  </a:lnTo>
                  <a:lnTo>
                    <a:pt x="820" y="114"/>
                  </a:lnTo>
                  <a:lnTo>
                    <a:pt x="854" y="126"/>
                  </a:lnTo>
                  <a:lnTo>
                    <a:pt x="884" y="138"/>
                  </a:lnTo>
                  <a:lnTo>
                    <a:pt x="911" y="148"/>
                  </a:lnTo>
                  <a:lnTo>
                    <a:pt x="933" y="157"/>
                  </a:lnTo>
                  <a:lnTo>
                    <a:pt x="950" y="164"/>
                  </a:lnTo>
                  <a:lnTo>
                    <a:pt x="960" y="168"/>
                  </a:lnTo>
                  <a:lnTo>
                    <a:pt x="964" y="169"/>
                  </a:lnTo>
                  <a:close/>
                </a:path>
              </a:pathLst>
            </a:custGeom>
            <a:solidFill>
              <a:srgbClr val="cc8766"/>
            </a:solidFill>
            <a:ln w="0">
              <a:noFill/>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7690" name=""/>
            <p:cNvSpPr/>
            <p:nvPr/>
          </p:nvSpPr>
          <p:spPr>
            <a:xfrm flipV="1">
              <a:off x="6418080" y="5279760"/>
              <a:ext cx="57240" cy="12240"/>
            </a:xfrm>
            <a:custGeom>
              <a:avLst/>
              <a:gdLst/>
              <a:ahLst/>
              <a:rect l="l" t="t" r="r" b="b"/>
              <a:pathLst>
                <a:path w="527" h="101">
                  <a:moveTo>
                    <a:pt x="527" y="101"/>
                  </a:moveTo>
                  <a:lnTo>
                    <a:pt x="525" y="100"/>
                  </a:lnTo>
                  <a:lnTo>
                    <a:pt x="519" y="99"/>
                  </a:lnTo>
                  <a:lnTo>
                    <a:pt x="510" y="96"/>
                  </a:lnTo>
                  <a:lnTo>
                    <a:pt x="496" y="93"/>
                  </a:lnTo>
                  <a:lnTo>
                    <a:pt x="480" y="89"/>
                  </a:lnTo>
                  <a:lnTo>
                    <a:pt x="462" y="85"/>
                  </a:lnTo>
                  <a:lnTo>
                    <a:pt x="442" y="79"/>
                  </a:lnTo>
                  <a:lnTo>
                    <a:pt x="419" y="74"/>
                  </a:lnTo>
                  <a:lnTo>
                    <a:pt x="395" y="68"/>
                  </a:lnTo>
                  <a:lnTo>
                    <a:pt x="370" y="63"/>
                  </a:lnTo>
                  <a:lnTo>
                    <a:pt x="344" y="57"/>
                  </a:lnTo>
                  <a:lnTo>
                    <a:pt x="317" y="51"/>
                  </a:lnTo>
                  <a:lnTo>
                    <a:pt x="291" y="46"/>
                  </a:lnTo>
                  <a:lnTo>
                    <a:pt x="265" y="41"/>
                  </a:lnTo>
                  <a:lnTo>
                    <a:pt x="239" y="37"/>
                  </a:lnTo>
                  <a:lnTo>
                    <a:pt x="214" y="33"/>
                  </a:lnTo>
                  <a:lnTo>
                    <a:pt x="190" y="30"/>
                  </a:lnTo>
                  <a:lnTo>
                    <a:pt x="166" y="26"/>
                  </a:lnTo>
                  <a:lnTo>
                    <a:pt x="142" y="24"/>
                  </a:lnTo>
                  <a:lnTo>
                    <a:pt x="120" y="22"/>
                  </a:lnTo>
                  <a:lnTo>
                    <a:pt x="98" y="21"/>
                  </a:lnTo>
                  <a:lnTo>
                    <a:pt x="78" y="20"/>
                  </a:lnTo>
                  <a:lnTo>
                    <a:pt x="60" y="19"/>
                  </a:lnTo>
                  <a:lnTo>
                    <a:pt x="44" y="18"/>
                  </a:lnTo>
                  <a:lnTo>
                    <a:pt x="29" y="17"/>
                  </a:lnTo>
                  <a:lnTo>
                    <a:pt x="18" y="16"/>
                  </a:lnTo>
                  <a:lnTo>
                    <a:pt x="9" y="15"/>
                  </a:lnTo>
                  <a:lnTo>
                    <a:pt x="2" y="14"/>
                  </a:lnTo>
                  <a:lnTo>
                    <a:pt x="0" y="13"/>
                  </a:lnTo>
                  <a:lnTo>
                    <a:pt x="1" y="11"/>
                  </a:lnTo>
                  <a:lnTo>
                    <a:pt x="5" y="9"/>
                  </a:lnTo>
                  <a:lnTo>
                    <a:pt x="15" y="7"/>
                  </a:lnTo>
                  <a:lnTo>
                    <a:pt x="26" y="5"/>
                  </a:lnTo>
                  <a:lnTo>
                    <a:pt x="38" y="3"/>
                  </a:lnTo>
                  <a:lnTo>
                    <a:pt x="50" y="1"/>
                  </a:lnTo>
                  <a:lnTo>
                    <a:pt x="63" y="0"/>
                  </a:lnTo>
                  <a:lnTo>
                    <a:pt x="75" y="0"/>
                  </a:lnTo>
                  <a:lnTo>
                    <a:pt x="89" y="0"/>
                  </a:lnTo>
                  <a:lnTo>
                    <a:pt x="102" y="1"/>
                  </a:lnTo>
                  <a:lnTo>
                    <a:pt x="116" y="3"/>
                  </a:lnTo>
                  <a:lnTo>
                    <a:pt x="130" y="4"/>
                  </a:lnTo>
                  <a:lnTo>
                    <a:pt x="144" y="6"/>
                  </a:lnTo>
                  <a:lnTo>
                    <a:pt x="160" y="8"/>
                  </a:lnTo>
                  <a:lnTo>
                    <a:pt x="174" y="10"/>
                  </a:lnTo>
                  <a:lnTo>
                    <a:pt x="190" y="12"/>
                  </a:lnTo>
                  <a:lnTo>
                    <a:pt x="205" y="15"/>
                  </a:lnTo>
                  <a:lnTo>
                    <a:pt x="222" y="17"/>
                  </a:lnTo>
                  <a:lnTo>
                    <a:pt x="239" y="20"/>
                  </a:lnTo>
                  <a:lnTo>
                    <a:pt x="256" y="23"/>
                  </a:lnTo>
                  <a:lnTo>
                    <a:pt x="277" y="27"/>
                  </a:lnTo>
                  <a:lnTo>
                    <a:pt x="298" y="33"/>
                  </a:lnTo>
                  <a:lnTo>
                    <a:pt x="322" y="39"/>
                  </a:lnTo>
                  <a:lnTo>
                    <a:pt x="345" y="45"/>
                  </a:lnTo>
                  <a:lnTo>
                    <a:pt x="369" y="52"/>
                  </a:lnTo>
                  <a:lnTo>
                    <a:pt x="393" y="60"/>
                  </a:lnTo>
                  <a:lnTo>
                    <a:pt x="417" y="66"/>
                  </a:lnTo>
                  <a:lnTo>
                    <a:pt x="439" y="73"/>
                  </a:lnTo>
                  <a:lnTo>
                    <a:pt x="460" y="79"/>
                  </a:lnTo>
                  <a:lnTo>
                    <a:pt x="478" y="86"/>
                  </a:lnTo>
                  <a:lnTo>
                    <a:pt x="495" y="91"/>
                  </a:lnTo>
                  <a:lnTo>
                    <a:pt x="509" y="95"/>
                  </a:lnTo>
                  <a:lnTo>
                    <a:pt x="519" y="98"/>
                  </a:lnTo>
                  <a:lnTo>
                    <a:pt x="525" y="100"/>
                  </a:lnTo>
                  <a:lnTo>
                    <a:pt x="527" y="101"/>
                  </a:lnTo>
                  <a:close/>
                </a:path>
              </a:pathLst>
            </a:custGeom>
            <a:solidFill>
              <a:srgbClr val="cc8766"/>
            </a:solidFill>
            <a:ln w="0">
              <a:noFill/>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7691" name=""/>
            <p:cNvSpPr/>
            <p:nvPr/>
          </p:nvSpPr>
          <p:spPr>
            <a:xfrm flipV="1">
              <a:off x="5808600" y="5453640"/>
              <a:ext cx="150840" cy="37800"/>
            </a:xfrm>
            <a:custGeom>
              <a:avLst/>
              <a:gdLst/>
              <a:ahLst/>
              <a:rect l="l" t="t" r="r" b="b"/>
              <a:pathLst>
                <a:path w="1426" h="346">
                  <a:moveTo>
                    <a:pt x="1352" y="336"/>
                  </a:moveTo>
                  <a:lnTo>
                    <a:pt x="1327" y="340"/>
                  </a:lnTo>
                  <a:lnTo>
                    <a:pt x="1301" y="342"/>
                  </a:lnTo>
                  <a:lnTo>
                    <a:pt x="1275" y="344"/>
                  </a:lnTo>
                  <a:lnTo>
                    <a:pt x="1248" y="345"/>
                  </a:lnTo>
                  <a:lnTo>
                    <a:pt x="1222" y="346"/>
                  </a:lnTo>
                  <a:lnTo>
                    <a:pt x="1196" y="346"/>
                  </a:lnTo>
                  <a:lnTo>
                    <a:pt x="1170" y="345"/>
                  </a:lnTo>
                  <a:lnTo>
                    <a:pt x="1144" y="344"/>
                  </a:lnTo>
                  <a:lnTo>
                    <a:pt x="1118" y="343"/>
                  </a:lnTo>
                  <a:lnTo>
                    <a:pt x="1092" y="341"/>
                  </a:lnTo>
                  <a:lnTo>
                    <a:pt x="1066" y="339"/>
                  </a:lnTo>
                  <a:lnTo>
                    <a:pt x="1040" y="336"/>
                  </a:lnTo>
                  <a:lnTo>
                    <a:pt x="1014" y="333"/>
                  </a:lnTo>
                  <a:lnTo>
                    <a:pt x="988" y="330"/>
                  </a:lnTo>
                  <a:lnTo>
                    <a:pt x="963" y="327"/>
                  </a:lnTo>
                  <a:lnTo>
                    <a:pt x="937" y="324"/>
                  </a:lnTo>
                  <a:lnTo>
                    <a:pt x="912" y="321"/>
                  </a:lnTo>
                  <a:lnTo>
                    <a:pt x="886" y="317"/>
                  </a:lnTo>
                  <a:lnTo>
                    <a:pt x="859" y="314"/>
                  </a:lnTo>
                  <a:lnTo>
                    <a:pt x="832" y="309"/>
                  </a:lnTo>
                  <a:lnTo>
                    <a:pt x="804" y="305"/>
                  </a:lnTo>
                  <a:lnTo>
                    <a:pt x="776" y="301"/>
                  </a:lnTo>
                  <a:lnTo>
                    <a:pt x="746" y="297"/>
                  </a:lnTo>
                  <a:lnTo>
                    <a:pt x="717" y="292"/>
                  </a:lnTo>
                  <a:lnTo>
                    <a:pt x="688" y="288"/>
                  </a:lnTo>
                  <a:lnTo>
                    <a:pt x="659" y="282"/>
                  </a:lnTo>
                  <a:lnTo>
                    <a:pt x="630" y="278"/>
                  </a:lnTo>
                  <a:lnTo>
                    <a:pt x="601" y="273"/>
                  </a:lnTo>
                  <a:lnTo>
                    <a:pt x="572" y="268"/>
                  </a:lnTo>
                  <a:lnTo>
                    <a:pt x="542" y="263"/>
                  </a:lnTo>
                  <a:lnTo>
                    <a:pt x="514" y="258"/>
                  </a:lnTo>
                  <a:lnTo>
                    <a:pt x="486" y="252"/>
                  </a:lnTo>
                  <a:lnTo>
                    <a:pt x="458" y="247"/>
                  </a:lnTo>
                  <a:lnTo>
                    <a:pt x="431" y="242"/>
                  </a:lnTo>
                  <a:lnTo>
                    <a:pt x="404" y="238"/>
                  </a:lnTo>
                  <a:lnTo>
                    <a:pt x="378" y="233"/>
                  </a:lnTo>
                  <a:lnTo>
                    <a:pt x="353" y="227"/>
                  </a:lnTo>
                  <a:lnTo>
                    <a:pt x="329" y="222"/>
                  </a:lnTo>
                  <a:lnTo>
                    <a:pt x="306" y="217"/>
                  </a:lnTo>
                  <a:lnTo>
                    <a:pt x="283" y="213"/>
                  </a:lnTo>
                  <a:lnTo>
                    <a:pt x="262" y="208"/>
                  </a:lnTo>
                  <a:lnTo>
                    <a:pt x="242" y="204"/>
                  </a:lnTo>
                  <a:lnTo>
                    <a:pt x="224" y="199"/>
                  </a:lnTo>
                  <a:lnTo>
                    <a:pt x="206" y="195"/>
                  </a:lnTo>
                  <a:lnTo>
                    <a:pt x="190" y="191"/>
                  </a:lnTo>
                  <a:lnTo>
                    <a:pt x="176" y="187"/>
                  </a:lnTo>
                  <a:lnTo>
                    <a:pt x="163" y="183"/>
                  </a:lnTo>
                  <a:lnTo>
                    <a:pt x="152" y="180"/>
                  </a:lnTo>
                  <a:lnTo>
                    <a:pt x="132" y="173"/>
                  </a:lnTo>
                  <a:lnTo>
                    <a:pt x="113" y="166"/>
                  </a:lnTo>
                  <a:lnTo>
                    <a:pt x="95" y="159"/>
                  </a:lnTo>
                  <a:lnTo>
                    <a:pt x="76" y="151"/>
                  </a:lnTo>
                  <a:lnTo>
                    <a:pt x="59" y="142"/>
                  </a:lnTo>
                  <a:lnTo>
                    <a:pt x="43" y="134"/>
                  </a:lnTo>
                  <a:lnTo>
                    <a:pt x="30" y="125"/>
                  </a:lnTo>
                  <a:lnTo>
                    <a:pt x="18" y="116"/>
                  </a:lnTo>
                  <a:lnTo>
                    <a:pt x="9" y="107"/>
                  </a:lnTo>
                  <a:lnTo>
                    <a:pt x="3" y="97"/>
                  </a:lnTo>
                  <a:lnTo>
                    <a:pt x="0" y="87"/>
                  </a:lnTo>
                  <a:lnTo>
                    <a:pt x="0" y="77"/>
                  </a:lnTo>
                  <a:lnTo>
                    <a:pt x="4" y="66"/>
                  </a:lnTo>
                  <a:lnTo>
                    <a:pt x="12" y="56"/>
                  </a:lnTo>
                  <a:lnTo>
                    <a:pt x="26" y="45"/>
                  </a:lnTo>
                  <a:lnTo>
                    <a:pt x="43" y="34"/>
                  </a:lnTo>
                  <a:lnTo>
                    <a:pt x="67" y="23"/>
                  </a:lnTo>
                  <a:lnTo>
                    <a:pt x="90" y="13"/>
                  </a:lnTo>
                  <a:lnTo>
                    <a:pt x="111" y="7"/>
                  </a:lnTo>
                  <a:lnTo>
                    <a:pt x="133" y="2"/>
                  </a:lnTo>
                  <a:lnTo>
                    <a:pt x="154" y="0"/>
                  </a:lnTo>
                  <a:lnTo>
                    <a:pt x="175" y="0"/>
                  </a:lnTo>
                  <a:lnTo>
                    <a:pt x="198" y="1"/>
                  </a:lnTo>
                  <a:lnTo>
                    <a:pt x="221" y="3"/>
                  </a:lnTo>
                  <a:lnTo>
                    <a:pt x="244" y="7"/>
                  </a:lnTo>
                  <a:lnTo>
                    <a:pt x="271" y="11"/>
                  </a:lnTo>
                  <a:lnTo>
                    <a:pt x="299" y="17"/>
                  </a:lnTo>
                  <a:lnTo>
                    <a:pt x="329" y="23"/>
                  </a:lnTo>
                  <a:lnTo>
                    <a:pt x="362" y="28"/>
                  </a:lnTo>
                  <a:lnTo>
                    <a:pt x="400" y="34"/>
                  </a:lnTo>
                  <a:lnTo>
                    <a:pt x="439" y="39"/>
                  </a:lnTo>
                  <a:lnTo>
                    <a:pt x="484" y="45"/>
                  </a:lnTo>
                  <a:lnTo>
                    <a:pt x="505" y="47"/>
                  </a:lnTo>
                  <a:lnTo>
                    <a:pt x="526" y="50"/>
                  </a:lnTo>
                  <a:lnTo>
                    <a:pt x="547" y="52"/>
                  </a:lnTo>
                  <a:lnTo>
                    <a:pt x="566" y="55"/>
                  </a:lnTo>
                  <a:lnTo>
                    <a:pt x="587" y="59"/>
                  </a:lnTo>
                  <a:lnTo>
                    <a:pt x="608" y="62"/>
                  </a:lnTo>
                  <a:lnTo>
                    <a:pt x="629" y="66"/>
                  </a:lnTo>
                  <a:lnTo>
                    <a:pt x="650" y="69"/>
                  </a:lnTo>
                  <a:lnTo>
                    <a:pt x="670" y="74"/>
                  </a:lnTo>
                  <a:lnTo>
                    <a:pt x="692" y="78"/>
                  </a:lnTo>
                  <a:lnTo>
                    <a:pt x="713" y="82"/>
                  </a:lnTo>
                  <a:lnTo>
                    <a:pt x="735" y="87"/>
                  </a:lnTo>
                  <a:lnTo>
                    <a:pt x="757" y="91"/>
                  </a:lnTo>
                  <a:lnTo>
                    <a:pt x="779" y="95"/>
                  </a:lnTo>
                  <a:lnTo>
                    <a:pt x="802" y="100"/>
                  </a:lnTo>
                  <a:lnTo>
                    <a:pt x="825" y="105"/>
                  </a:lnTo>
                  <a:lnTo>
                    <a:pt x="848" y="109"/>
                  </a:lnTo>
                  <a:lnTo>
                    <a:pt x="871" y="113"/>
                  </a:lnTo>
                  <a:lnTo>
                    <a:pt x="895" y="117"/>
                  </a:lnTo>
                  <a:lnTo>
                    <a:pt x="920" y="121"/>
                  </a:lnTo>
                  <a:lnTo>
                    <a:pt x="945" y="126"/>
                  </a:lnTo>
                  <a:lnTo>
                    <a:pt x="971" y="130"/>
                  </a:lnTo>
                  <a:lnTo>
                    <a:pt x="997" y="133"/>
                  </a:lnTo>
                  <a:lnTo>
                    <a:pt x="1024" y="137"/>
                  </a:lnTo>
                  <a:lnTo>
                    <a:pt x="1052" y="140"/>
                  </a:lnTo>
                  <a:lnTo>
                    <a:pt x="1080" y="143"/>
                  </a:lnTo>
                  <a:lnTo>
                    <a:pt x="1109" y="146"/>
                  </a:lnTo>
                  <a:lnTo>
                    <a:pt x="1138" y="148"/>
                  </a:lnTo>
                  <a:lnTo>
                    <a:pt x="1168" y="151"/>
                  </a:lnTo>
                  <a:lnTo>
                    <a:pt x="1200" y="153"/>
                  </a:lnTo>
                  <a:lnTo>
                    <a:pt x="1232" y="155"/>
                  </a:lnTo>
                  <a:lnTo>
                    <a:pt x="1264" y="156"/>
                  </a:lnTo>
                  <a:lnTo>
                    <a:pt x="1291" y="156"/>
                  </a:lnTo>
                  <a:lnTo>
                    <a:pt x="1316" y="160"/>
                  </a:lnTo>
                  <a:lnTo>
                    <a:pt x="1339" y="167"/>
                  </a:lnTo>
                  <a:lnTo>
                    <a:pt x="1360" y="178"/>
                  </a:lnTo>
                  <a:lnTo>
                    <a:pt x="1379" y="190"/>
                  </a:lnTo>
                  <a:lnTo>
                    <a:pt x="1394" y="205"/>
                  </a:lnTo>
                  <a:lnTo>
                    <a:pt x="1407" y="219"/>
                  </a:lnTo>
                  <a:lnTo>
                    <a:pt x="1417" y="236"/>
                  </a:lnTo>
                  <a:lnTo>
                    <a:pt x="1423" y="252"/>
                  </a:lnTo>
                  <a:lnTo>
                    <a:pt x="1426" y="268"/>
                  </a:lnTo>
                  <a:lnTo>
                    <a:pt x="1425" y="285"/>
                  </a:lnTo>
                  <a:lnTo>
                    <a:pt x="1419" y="299"/>
                  </a:lnTo>
                  <a:lnTo>
                    <a:pt x="1409" y="312"/>
                  </a:lnTo>
                  <a:lnTo>
                    <a:pt x="1395" y="323"/>
                  </a:lnTo>
                  <a:lnTo>
                    <a:pt x="1376" y="331"/>
                  </a:lnTo>
                  <a:lnTo>
                    <a:pt x="1352" y="336"/>
                  </a:lnTo>
                  <a:close/>
                </a:path>
              </a:pathLst>
            </a:custGeom>
            <a:solidFill>
              <a:srgbClr val="ffc7ab"/>
            </a:solidFill>
            <a:ln w="0">
              <a:noFill/>
            </a:ln>
          </p:spPr>
          <p:style>
            <a:lnRef idx="0"/>
            <a:fillRef idx="0"/>
            <a:effectRef idx="0"/>
            <a:fontRef idx="minor"/>
          </p:style>
          <p:txBody>
            <a:bodyPr lIns="90000" rIns="90000" tIns="-9000" bIns="-9000" anchor="t">
              <a:noAutofit/>
            </a:bodyPr>
            <a:p>
              <a:endParaRPr b="0" lang="en-US" sz="2400" spc="-1" strike="noStrike">
                <a:solidFill>
                  <a:srgbClr val="000000"/>
                </a:solidFill>
                <a:latin typeface="Times New Roman"/>
              </a:endParaRPr>
            </a:p>
          </p:txBody>
        </p:sp>
        <p:sp>
          <p:nvSpPr>
            <p:cNvPr id="7692" name=""/>
            <p:cNvSpPr/>
            <p:nvPr/>
          </p:nvSpPr>
          <p:spPr>
            <a:xfrm flipV="1">
              <a:off x="5813280" y="5333760"/>
              <a:ext cx="184320" cy="59760"/>
            </a:xfrm>
            <a:custGeom>
              <a:avLst/>
              <a:gdLst/>
              <a:ahLst/>
              <a:rect l="l" t="t" r="r" b="b"/>
              <a:pathLst>
                <a:path w="1739" h="517">
                  <a:moveTo>
                    <a:pt x="1646" y="515"/>
                  </a:moveTo>
                  <a:lnTo>
                    <a:pt x="1632" y="513"/>
                  </a:lnTo>
                  <a:lnTo>
                    <a:pt x="1616" y="510"/>
                  </a:lnTo>
                  <a:lnTo>
                    <a:pt x="1600" y="507"/>
                  </a:lnTo>
                  <a:lnTo>
                    <a:pt x="1581" y="502"/>
                  </a:lnTo>
                  <a:lnTo>
                    <a:pt x="1561" y="498"/>
                  </a:lnTo>
                  <a:lnTo>
                    <a:pt x="1540" y="494"/>
                  </a:lnTo>
                  <a:lnTo>
                    <a:pt x="1518" y="490"/>
                  </a:lnTo>
                  <a:lnTo>
                    <a:pt x="1496" y="486"/>
                  </a:lnTo>
                  <a:lnTo>
                    <a:pt x="1472" y="481"/>
                  </a:lnTo>
                  <a:lnTo>
                    <a:pt x="1447" y="475"/>
                  </a:lnTo>
                  <a:lnTo>
                    <a:pt x="1421" y="471"/>
                  </a:lnTo>
                  <a:lnTo>
                    <a:pt x="1395" y="466"/>
                  </a:lnTo>
                  <a:lnTo>
                    <a:pt x="1367" y="461"/>
                  </a:lnTo>
                  <a:lnTo>
                    <a:pt x="1340" y="456"/>
                  </a:lnTo>
                  <a:lnTo>
                    <a:pt x="1312" y="450"/>
                  </a:lnTo>
                  <a:lnTo>
                    <a:pt x="1284" y="445"/>
                  </a:lnTo>
                  <a:lnTo>
                    <a:pt x="1256" y="440"/>
                  </a:lnTo>
                  <a:lnTo>
                    <a:pt x="1228" y="435"/>
                  </a:lnTo>
                  <a:lnTo>
                    <a:pt x="1199" y="430"/>
                  </a:lnTo>
                  <a:lnTo>
                    <a:pt x="1171" y="426"/>
                  </a:lnTo>
                  <a:lnTo>
                    <a:pt x="1142" y="421"/>
                  </a:lnTo>
                  <a:lnTo>
                    <a:pt x="1114" y="416"/>
                  </a:lnTo>
                  <a:lnTo>
                    <a:pt x="1087" y="413"/>
                  </a:lnTo>
                  <a:lnTo>
                    <a:pt x="1060" y="409"/>
                  </a:lnTo>
                  <a:lnTo>
                    <a:pt x="1033" y="406"/>
                  </a:lnTo>
                  <a:lnTo>
                    <a:pt x="1008" y="403"/>
                  </a:lnTo>
                  <a:lnTo>
                    <a:pt x="982" y="400"/>
                  </a:lnTo>
                  <a:lnTo>
                    <a:pt x="958" y="397"/>
                  </a:lnTo>
                  <a:lnTo>
                    <a:pt x="934" y="395"/>
                  </a:lnTo>
                  <a:lnTo>
                    <a:pt x="912" y="393"/>
                  </a:lnTo>
                  <a:lnTo>
                    <a:pt x="890" y="392"/>
                  </a:lnTo>
                  <a:lnTo>
                    <a:pt x="871" y="392"/>
                  </a:lnTo>
                  <a:lnTo>
                    <a:pt x="821" y="391"/>
                  </a:lnTo>
                  <a:lnTo>
                    <a:pt x="771" y="388"/>
                  </a:lnTo>
                  <a:lnTo>
                    <a:pt x="722" y="385"/>
                  </a:lnTo>
                  <a:lnTo>
                    <a:pt x="672" y="381"/>
                  </a:lnTo>
                  <a:lnTo>
                    <a:pt x="624" y="375"/>
                  </a:lnTo>
                  <a:lnTo>
                    <a:pt x="576" y="369"/>
                  </a:lnTo>
                  <a:lnTo>
                    <a:pt x="530" y="362"/>
                  </a:lnTo>
                  <a:lnTo>
                    <a:pt x="485" y="355"/>
                  </a:lnTo>
                  <a:lnTo>
                    <a:pt x="442" y="348"/>
                  </a:lnTo>
                  <a:lnTo>
                    <a:pt x="401" y="339"/>
                  </a:lnTo>
                  <a:lnTo>
                    <a:pt x="362" y="331"/>
                  </a:lnTo>
                  <a:lnTo>
                    <a:pt x="326" y="323"/>
                  </a:lnTo>
                  <a:lnTo>
                    <a:pt x="294" y="315"/>
                  </a:lnTo>
                  <a:lnTo>
                    <a:pt x="263" y="307"/>
                  </a:lnTo>
                  <a:lnTo>
                    <a:pt x="237" y="300"/>
                  </a:lnTo>
                  <a:lnTo>
                    <a:pt x="214" y="293"/>
                  </a:lnTo>
                  <a:lnTo>
                    <a:pt x="197" y="287"/>
                  </a:lnTo>
                  <a:lnTo>
                    <a:pt x="178" y="281"/>
                  </a:lnTo>
                  <a:lnTo>
                    <a:pt x="159" y="275"/>
                  </a:lnTo>
                  <a:lnTo>
                    <a:pt x="139" y="269"/>
                  </a:lnTo>
                  <a:lnTo>
                    <a:pt x="119" y="261"/>
                  </a:lnTo>
                  <a:lnTo>
                    <a:pt x="99" y="253"/>
                  </a:lnTo>
                  <a:lnTo>
                    <a:pt x="80" y="244"/>
                  </a:lnTo>
                  <a:lnTo>
                    <a:pt x="62" y="233"/>
                  </a:lnTo>
                  <a:lnTo>
                    <a:pt x="46" y="221"/>
                  </a:lnTo>
                  <a:lnTo>
                    <a:pt x="31" y="207"/>
                  </a:lnTo>
                  <a:lnTo>
                    <a:pt x="19" y="192"/>
                  </a:lnTo>
                  <a:lnTo>
                    <a:pt x="9" y="173"/>
                  </a:lnTo>
                  <a:lnTo>
                    <a:pt x="3" y="153"/>
                  </a:lnTo>
                  <a:lnTo>
                    <a:pt x="0" y="130"/>
                  </a:lnTo>
                  <a:lnTo>
                    <a:pt x="1" y="106"/>
                  </a:lnTo>
                  <a:lnTo>
                    <a:pt x="6" y="77"/>
                  </a:lnTo>
                  <a:lnTo>
                    <a:pt x="16" y="47"/>
                  </a:lnTo>
                  <a:lnTo>
                    <a:pt x="25" y="26"/>
                  </a:lnTo>
                  <a:lnTo>
                    <a:pt x="35" y="11"/>
                  </a:lnTo>
                  <a:lnTo>
                    <a:pt x="48" y="2"/>
                  </a:lnTo>
                  <a:lnTo>
                    <a:pt x="61" y="0"/>
                  </a:lnTo>
                  <a:lnTo>
                    <a:pt x="77" y="2"/>
                  </a:lnTo>
                  <a:lnTo>
                    <a:pt x="94" y="8"/>
                  </a:lnTo>
                  <a:lnTo>
                    <a:pt x="112" y="19"/>
                  </a:lnTo>
                  <a:lnTo>
                    <a:pt x="133" y="33"/>
                  </a:lnTo>
                  <a:lnTo>
                    <a:pt x="156" y="49"/>
                  </a:lnTo>
                  <a:lnTo>
                    <a:pt x="182" y="67"/>
                  </a:lnTo>
                  <a:lnTo>
                    <a:pt x="210" y="87"/>
                  </a:lnTo>
                  <a:lnTo>
                    <a:pt x="242" y="108"/>
                  </a:lnTo>
                  <a:lnTo>
                    <a:pt x="276" y="127"/>
                  </a:lnTo>
                  <a:lnTo>
                    <a:pt x="313" y="147"/>
                  </a:lnTo>
                  <a:lnTo>
                    <a:pt x="354" y="165"/>
                  </a:lnTo>
                  <a:lnTo>
                    <a:pt x="377" y="174"/>
                  </a:lnTo>
                  <a:lnTo>
                    <a:pt x="402" y="183"/>
                  </a:lnTo>
                  <a:lnTo>
                    <a:pt x="428" y="193"/>
                  </a:lnTo>
                  <a:lnTo>
                    <a:pt x="456" y="201"/>
                  </a:lnTo>
                  <a:lnTo>
                    <a:pt x="485" y="210"/>
                  </a:lnTo>
                  <a:lnTo>
                    <a:pt x="517" y="220"/>
                  </a:lnTo>
                  <a:lnTo>
                    <a:pt x="549" y="229"/>
                  </a:lnTo>
                  <a:lnTo>
                    <a:pt x="582" y="239"/>
                  </a:lnTo>
                  <a:lnTo>
                    <a:pt x="616" y="247"/>
                  </a:lnTo>
                  <a:lnTo>
                    <a:pt x="653" y="256"/>
                  </a:lnTo>
                  <a:lnTo>
                    <a:pt x="689" y="264"/>
                  </a:lnTo>
                  <a:lnTo>
                    <a:pt x="727" y="273"/>
                  </a:lnTo>
                  <a:lnTo>
                    <a:pt x="766" y="281"/>
                  </a:lnTo>
                  <a:lnTo>
                    <a:pt x="806" y="289"/>
                  </a:lnTo>
                  <a:lnTo>
                    <a:pt x="847" y="297"/>
                  </a:lnTo>
                  <a:lnTo>
                    <a:pt x="888" y="304"/>
                  </a:lnTo>
                  <a:lnTo>
                    <a:pt x="931" y="311"/>
                  </a:lnTo>
                  <a:lnTo>
                    <a:pt x="974" y="317"/>
                  </a:lnTo>
                  <a:lnTo>
                    <a:pt x="1017" y="324"/>
                  </a:lnTo>
                  <a:lnTo>
                    <a:pt x="1061" y="329"/>
                  </a:lnTo>
                  <a:lnTo>
                    <a:pt x="1106" y="334"/>
                  </a:lnTo>
                  <a:lnTo>
                    <a:pt x="1152" y="338"/>
                  </a:lnTo>
                  <a:lnTo>
                    <a:pt x="1197" y="342"/>
                  </a:lnTo>
                  <a:lnTo>
                    <a:pt x="1243" y="347"/>
                  </a:lnTo>
                  <a:lnTo>
                    <a:pt x="1289" y="349"/>
                  </a:lnTo>
                  <a:lnTo>
                    <a:pt x="1336" y="352"/>
                  </a:lnTo>
                  <a:lnTo>
                    <a:pt x="1382" y="353"/>
                  </a:lnTo>
                  <a:lnTo>
                    <a:pt x="1429" y="354"/>
                  </a:lnTo>
                  <a:lnTo>
                    <a:pt x="1476" y="354"/>
                  </a:lnTo>
                  <a:lnTo>
                    <a:pt x="1523" y="353"/>
                  </a:lnTo>
                  <a:lnTo>
                    <a:pt x="1569" y="352"/>
                  </a:lnTo>
                  <a:lnTo>
                    <a:pt x="1616" y="350"/>
                  </a:lnTo>
                  <a:lnTo>
                    <a:pt x="1642" y="351"/>
                  </a:lnTo>
                  <a:lnTo>
                    <a:pt x="1665" y="356"/>
                  </a:lnTo>
                  <a:lnTo>
                    <a:pt x="1685" y="364"/>
                  </a:lnTo>
                  <a:lnTo>
                    <a:pt x="1703" y="376"/>
                  </a:lnTo>
                  <a:lnTo>
                    <a:pt x="1716" y="389"/>
                  </a:lnTo>
                  <a:lnTo>
                    <a:pt x="1727" y="405"/>
                  </a:lnTo>
                  <a:lnTo>
                    <a:pt x="1734" y="421"/>
                  </a:lnTo>
                  <a:lnTo>
                    <a:pt x="1738" y="438"/>
                  </a:lnTo>
                  <a:lnTo>
                    <a:pt x="1739" y="456"/>
                  </a:lnTo>
                  <a:lnTo>
                    <a:pt x="1736" y="471"/>
                  </a:lnTo>
                  <a:lnTo>
                    <a:pt x="1730" y="486"/>
                  </a:lnTo>
                  <a:lnTo>
                    <a:pt x="1721" y="498"/>
                  </a:lnTo>
                  <a:lnTo>
                    <a:pt x="1707" y="509"/>
                  </a:lnTo>
                  <a:lnTo>
                    <a:pt x="1690" y="515"/>
                  </a:lnTo>
                  <a:lnTo>
                    <a:pt x="1669" y="517"/>
                  </a:lnTo>
                  <a:lnTo>
                    <a:pt x="1646" y="515"/>
                  </a:lnTo>
                  <a:close/>
                </a:path>
              </a:pathLst>
            </a:custGeom>
            <a:solidFill>
              <a:srgbClr val="ffc7ab"/>
            </a:solidFill>
            <a:ln w="0">
              <a:noFill/>
            </a:ln>
          </p:spPr>
          <p:style>
            <a:lnRef idx="0"/>
            <a:fillRef idx="0"/>
            <a:effectRef idx="0"/>
            <a:fontRef idx="minor"/>
          </p:style>
          <p:txBody>
            <a:bodyPr lIns="90000" rIns="90000" tIns="12960" bIns="12960" anchor="t">
              <a:noAutofit/>
            </a:bodyPr>
            <a:p>
              <a:endParaRPr b="0" lang="en-US" sz="2400" spc="-1" strike="noStrike">
                <a:solidFill>
                  <a:srgbClr val="000000"/>
                </a:solidFill>
                <a:latin typeface="Times New Roman"/>
              </a:endParaRPr>
            </a:p>
          </p:txBody>
        </p:sp>
        <p:sp>
          <p:nvSpPr>
            <p:cNvPr id="7693" name=""/>
            <p:cNvSpPr/>
            <p:nvPr/>
          </p:nvSpPr>
          <p:spPr>
            <a:xfrm flipV="1">
              <a:off x="5857920" y="5250240"/>
              <a:ext cx="163440" cy="36360"/>
            </a:xfrm>
            <a:custGeom>
              <a:avLst/>
              <a:gdLst/>
              <a:ahLst/>
              <a:rect l="l" t="t" r="r" b="b"/>
              <a:pathLst>
                <a:path w="1546" h="331">
                  <a:moveTo>
                    <a:pt x="1410" y="329"/>
                  </a:moveTo>
                  <a:lnTo>
                    <a:pt x="1383" y="325"/>
                  </a:lnTo>
                  <a:lnTo>
                    <a:pt x="1355" y="321"/>
                  </a:lnTo>
                  <a:lnTo>
                    <a:pt x="1326" y="317"/>
                  </a:lnTo>
                  <a:lnTo>
                    <a:pt x="1294" y="313"/>
                  </a:lnTo>
                  <a:lnTo>
                    <a:pt x="1262" y="309"/>
                  </a:lnTo>
                  <a:lnTo>
                    <a:pt x="1229" y="306"/>
                  </a:lnTo>
                  <a:lnTo>
                    <a:pt x="1193" y="304"/>
                  </a:lnTo>
                  <a:lnTo>
                    <a:pt x="1159" y="301"/>
                  </a:lnTo>
                  <a:lnTo>
                    <a:pt x="1123" y="299"/>
                  </a:lnTo>
                  <a:lnTo>
                    <a:pt x="1085" y="297"/>
                  </a:lnTo>
                  <a:lnTo>
                    <a:pt x="1048" y="296"/>
                  </a:lnTo>
                  <a:lnTo>
                    <a:pt x="1010" y="294"/>
                  </a:lnTo>
                  <a:lnTo>
                    <a:pt x="972" y="293"/>
                  </a:lnTo>
                  <a:lnTo>
                    <a:pt x="932" y="292"/>
                  </a:lnTo>
                  <a:lnTo>
                    <a:pt x="893" y="291"/>
                  </a:lnTo>
                  <a:lnTo>
                    <a:pt x="854" y="291"/>
                  </a:lnTo>
                  <a:lnTo>
                    <a:pt x="806" y="290"/>
                  </a:lnTo>
                  <a:lnTo>
                    <a:pt x="760" y="288"/>
                  </a:lnTo>
                  <a:lnTo>
                    <a:pt x="717" y="284"/>
                  </a:lnTo>
                  <a:lnTo>
                    <a:pt x="676" y="280"/>
                  </a:lnTo>
                  <a:lnTo>
                    <a:pt x="637" y="275"/>
                  </a:lnTo>
                  <a:lnTo>
                    <a:pt x="601" y="269"/>
                  </a:lnTo>
                  <a:lnTo>
                    <a:pt x="566" y="263"/>
                  </a:lnTo>
                  <a:lnTo>
                    <a:pt x="534" y="256"/>
                  </a:lnTo>
                  <a:lnTo>
                    <a:pt x="503" y="249"/>
                  </a:lnTo>
                  <a:lnTo>
                    <a:pt x="474" y="243"/>
                  </a:lnTo>
                  <a:lnTo>
                    <a:pt x="447" y="236"/>
                  </a:lnTo>
                  <a:lnTo>
                    <a:pt x="420" y="228"/>
                  </a:lnTo>
                  <a:lnTo>
                    <a:pt x="396" y="222"/>
                  </a:lnTo>
                  <a:lnTo>
                    <a:pt x="372" y="216"/>
                  </a:lnTo>
                  <a:lnTo>
                    <a:pt x="350" y="210"/>
                  </a:lnTo>
                  <a:lnTo>
                    <a:pt x="328" y="204"/>
                  </a:lnTo>
                  <a:lnTo>
                    <a:pt x="285" y="193"/>
                  </a:lnTo>
                  <a:lnTo>
                    <a:pt x="246" y="181"/>
                  </a:lnTo>
                  <a:lnTo>
                    <a:pt x="209" y="167"/>
                  </a:lnTo>
                  <a:lnTo>
                    <a:pt x="176" y="154"/>
                  </a:lnTo>
                  <a:lnTo>
                    <a:pt x="146" y="139"/>
                  </a:lnTo>
                  <a:lnTo>
                    <a:pt x="120" y="123"/>
                  </a:lnTo>
                  <a:lnTo>
                    <a:pt x="96" y="109"/>
                  </a:lnTo>
                  <a:lnTo>
                    <a:pt x="75" y="95"/>
                  </a:lnTo>
                  <a:lnTo>
                    <a:pt x="56" y="82"/>
                  </a:lnTo>
                  <a:lnTo>
                    <a:pt x="40" y="69"/>
                  </a:lnTo>
                  <a:lnTo>
                    <a:pt x="28" y="58"/>
                  </a:lnTo>
                  <a:lnTo>
                    <a:pt x="18" y="48"/>
                  </a:lnTo>
                  <a:lnTo>
                    <a:pt x="9" y="39"/>
                  </a:lnTo>
                  <a:lnTo>
                    <a:pt x="4" y="33"/>
                  </a:lnTo>
                  <a:lnTo>
                    <a:pt x="1" y="29"/>
                  </a:lnTo>
                  <a:lnTo>
                    <a:pt x="0" y="28"/>
                  </a:lnTo>
                  <a:lnTo>
                    <a:pt x="8" y="15"/>
                  </a:lnTo>
                  <a:lnTo>
                    <a:pt x="19" y="7"/>
                  </a:lnTo>
                  <a:lnTo>
                    <a:pt x="32" y="2"/>
                  </a:lnTo>
                  <a:lnTo>
                    <a:pt x="47" y="0"/>
                  </a:lnTo>
                  <a:lnTo>
                    <a:pt x="64" y="0"/>
                  </a:lnTo>
                  <a:lnTo>
                    <a:pt x="84" y="3"/>
                  </a:lnTo>
                  <a:lnTo>
                    <a:pt x="106" y="8"/>
                  </a:lnTo>
                  <a:lnTo>
                    <a:pt x="130" y="15"/>
                  </a:lnTo>
                  <a:lnTo>
                    <a:pt x="157" y="24"/>
                  </a:lnTo>
                  <a:lnTo>
                    <a:pt x="186" y="33"/>
                  </a:lnTo>
                  <a:lnTo>
                    <a:pt x="219" y="43"/>
                  </a:lnTo>
                  <a:lnTo>
                    <a:pt x="253" y="54"/>
                  </a:lnTo>
                  <a:lnTo>
                    <a:pt x="289" y="64"/>
                  </a:lnTo>
                  <a:lnTo>
                    <a:pt x="329" y="75"/>
                  </a:lnTo>
                  <a:lnTo>
                    <a:pt x="372" y="84"/>
                  </a:lnTo>
                  <a:lnTo>
                    <a:pt x="416" y="92"/>
                  </a:lnTo>
                  <a:lnTo>
                    <a:pt x="445" y="97"/>
                  </a:lnTo>
                  <a:lnTo>
                    <a:pt x="472" y="102"/>
                  </a:lnTo>
                  <a:lnTo>
                    <a:pt x="500" y="106"/>
                  </a:lnTo>
                  <a:lnTo>
                    <a:pt x="527" y="111"/>
                  </a:lnTo>
                  <a:lnTo>
                    <a:pt x="554" y="115"/>
                  </a:lnTo>
                  <a:lnTo>
                    <a:pt x="581" y="118"/>
                  </a:lnTo>
                  <a:lnTo>
                    <a:pt x="608" y="122"/>
                  </a:lnTo>
                  <a:lnTo>
                    <a:pt x="636" y="126"/>
                  </a:lnTo>
                  <a:lnTo>
                    <a:pt x="663" y="130"/>
                  </a:lnTo>
                  <a:lnTo>
                    <a:pt x="690" y="133"/>
                  </a:lnTo>
                  <a:lnTo>
                    <a:pt x="718" y="136"/>
                  </a:lnTo>
                  <a:lnTo>
                    <a:pt x="747" y="138"/>
                  </a:lnTo>
                  <a:lnTo>
                    <a:pt x="776" y="141"/>
                  </a:lnTo>
                  <a:lnTo>
                    <a:pt x="805" y="143"/>
                  </a:lnTo>
                  <a:lnTo>
                    <a:pt x="834" y="145"/>
                  </a:lnTo>
                  <a:lnTo>
                    <a:pt x="864" y="147"/>
                  </a:lnTo>
                  <a:lnTo>
                    <a:pt x="894" y="148"/>
                  </a:lnTo>
                  <a:lnTo>
                    <a:pt x="926" y="150"/>
                  </a:lnTo>
                  <a:lnTo>
                    <a:pt x="958" y="151"/>
                  </a:lnTo>
                  <a:lnTo>
                    <a:pt x="990" y="153"/>
                  </a:lnTo>
                  <a:lnTo>
                    <a:pt x="1024" y="154"/>
                  </a:lnTo>
                  <a:lnTo>
                    <a:pt x="1058" y="154"/>
                  </a:lnTo>
                  <a:lnTo>
                    <a:pt x="1093" y="154"/>
                  </a:lnTo>
                  <a:lnTo>
                    <a:pt x="1130" y="154"/>
                  </a:lnTo>
                  <a:lnTo>
                    <a:pt x="1166" y="154"/>
                  </a:lnTo>
                  <a:lnTo>
                    <a:pt x="1205" y="153"/>
                  </a:lnTo>
                  <a:lnTo>
                    <a:pt x="1244" y="151"/>
                  </a:lnTo>
                  <a:lnTo>
                    <a:pt x="1285" y="150"/>
                  </a:lnTo>
                  <a:lnTo>
                    <a:pt x="1327" y="148"/>
                  </a:lnTo>
                  <a:lnTo>
                    <a:pt x="1369" y="146"/>
                  </a:lnTo>
                  <a:lnTo>
                    <a:pt x="1414" y="144"/>
                  </a:lnTo>
                  <a:lnTo>
                    <a:pt x="1460" y="142"/>
                  </a:lnTo>
                  <a:lnTo>
                    <a:pt x="1485" y="143"/>
                  </a:lnTo>
                  <a:lnTo>
                    <a:pt x="1506" y="148"/>
                  </a:lnTo>
                  <a:lnTo>
                    <a:pt x="1523" y="159"/>
                  </a:lnTo>
                  <a:lnTo>
                    <a:pt x="1534" y="171"/>
                  </a:lnTo>
                  <a:lnTo>
                    <a:pt x="1542" y="187"/>
                  </a:lnTo>
                  <a:lnTo>
                    <a:pt x="1546" y="204"/>
                  </a:lnTo>
                  <a:lnTo>
                    <a:pt x="1546" y="223"/>
                  </a:lnTo>
                  <a:lnTo>
                    <a:pt x="1543" y="242"/>
                  </a:lnTo>
                  <a:lnTo>
                    <a:pt x="1536" y="261"/>
                  </a:lnTo>
                  <a:lnTo>
                    <a:pt x="1527" y="278"/>
                  </a:lnTo>
                  <a:lnTo>
                    <a:pt x="1513" y="295"/>
                  </a:lnTo>
                  <a:lnTo>
                    <a:pt x="1498" y="309"/>
                  </a:lnTo>
                  <a:lnTo>
                    <a:pt x="1479" y="321"/>
                  </a:lnTo>
                  <a:lnTo>
                    <a:pt x="1458" y="328"/>
                  </a:lnTo>
                  <a:lnTo>
                    <a:pt x="1435" y="331"/>
                  </a:lnTo>
                  <a:lnTo>
                    <a:pt x="1410" y="329"/>
                  </a:lnTo>
                  <a:close/>
                </a:path>
              </a:pathLst>
            </a:custGeom>
            <a:solidFill>
              <a:srgbClr val="ffc7ab"/>
            </a:solidFill>
            <a:ln w="0">
              <a:noFill/>
            </a:ln>
          </p:spPr>
          <p:style>
            <a:lnRef idx="0"/>
            <a:fillRef idx="0"/>
            <a:effectRef idx="0"/>
            <a:fontRef idx="minor"/>
          </p:style>
          <p:txBody>
            <a:bodyPr lIns="90000" rIns="90000" tIns="-10440" bIns="-10440" anchor="t">
              <a:noAutofit/>
            </a:bodyPr>
            <a:p>
              <a:endParaRPr b="0" lang="en-US" sz="2400" spc="-1" strike="noStrike">
                <a:solidFill>
                  <a:srgbClr val="000000"/>
                </a:solidFill>
                <a:latin typeface="Times New Roman"/>
              </a:endParaRPr>
            </a:p>
          </p:txBody>
        </p:sp>
        <p:sp>
          <p:nvSpPr>
            <p:cNvPr id="7694" name=""/>
            <p:cNvSpPr/>
            <p:nvPr/>
          </p:nvSpPr>
          <p:spPr>
            <a:xfrm flipV="1">
              <a:off x="6029280" y="5421960"/>
              <a:ext cx="60480" cy="69480"/>
            </a:xfrm>
            <a:custGeom>
              <a:avLst/>
              <a:gdLst/>
              <a:ahLst/>
              <a:rect l="l" t="t" r="r" b="b"/>
              <a:pathLst>
                <a:path w="566" h="609">
                  <a:moveTo>
                    <a:pt x="461" y="9"/>
                  </a:moveTo>
                  <a:lnTo>
                    <a:pt x="446" y="2"/>
                  </a:lnTo>
                  <a:lnTo>
                    <a:pt x="428" y="0"/>
                  </a:lnTo>
                  <a:lnTo>
                    <a:pt x="408" y="0"/>
                  </a:lnTo>
                  <a:lnTo>
                    <a:pt x="386" y="5"/>
                  </a:lnTo>
                  <a:lnTo>
                    <a:pt x="361" y="11"/>
                  </a:lnTo>
                  <a:lnTo>
                    <a:pt x="335" y="22"/>
                  </a:lnTo>
                  <a:lnTo>
                    <a:pt x="309" y="33"/>
                  </a:lnTo>
                  <a:lnTo>
                    <a:pt x="281" y="47"/>
                  </a:lnTo>
                  <a:lnTo>
                    <a:pt x="253" y="62"/>
                  </a:lnTo>
                  <a:lnTo>
                    <a:pt x="227" y="78"/>
                  </a:lnTo>
                  <a:lnTo>
                    <a:pt x="201" y="94"/>
                  </a:lnTo>
                  <a:lnTo>
                    <a:pt x="176" y="111"/>
                  </a:lnTo>
                  <a:lnTo>
                    <a:pt x="154" y="127"/>
                  </a:lnTo>
                  <a:lnTo>
                    <a:pt x="134" y="142"/>
                  </a:lnTo>
                  <a:lnTo>
                    <a:pt x="116" y="157"/>
                  </a:lnTo>
                  <a:lnTo>
                    <a:pt x="101" y="170"/>
                  </a:lnTo>
                  <a:lnTo>
                    <a:pt x="88" y="185"/>
                  </a:lnTo>
                  <a:lnTo>
                    <a:pt x="74" y="204"/>
                  </a:lnTo>
                  <a:lnTo>
                    <a:pt x="61" y="226"/>
                  </a:lnTo>
                  <a:lnTo>
                    <a:pt x="47" y="252"/>
                  </a:lnTo>
                  <a:lnTo>
                    <a:pt x="36" y="280"/>
                  </a:lnTo>
                  <a:lnTo>
                    <a:pt x="24" y="311"/>
                  </a:lnTo>
                  <a:lnTo>
                    <a:pt x="15" y="342"/>
                  </a:lnTo>
                  <a:lnTo>
                    <a:pt x="8" y="374"/>
                  </a:lnTo>
                  <a:lnTo>
                    <a:pt x="2" y="407"/>
                  </a:lnTo>
                  <a:lnTo>
                    <a:pt x="0" y="439"/>
                  </a:lnTo>
                  <a:lnTo>
                    <a:pt x="0" y="469"/>
                  </a:lnTo>
                  <a:lnTo>
                    <a:pt x="4" y="500"/>
                  </a:lnTo>
                  <a:lnTo>
                    <a:pt x="13" y="527"/>
                  </a:lnTo>
                  <a:lnTo>
                    <a:pt x="25" y="552"/>
                  </a:lnTo>
                  <a:lnTo>
                    <a:pt x="43" y="572"/>
                  </a:lnTo>
                  <a:lnTo>
                    <a:pt x="65" y="590"/>
                  </a:lnTo>
                  <a:lnTo>
                    <a:pt x="91" y="602"/>
                  </a:lnTo>
                  <a:lnTo>
                    <a:pt x="118" y="609"/>
                  </a:lnTo>
                  <a:lnTo>
                    <a:pt x="147" y="609"/>
                  </a:lnTo>
                  <a:lnTo>
                    <a:pt x="176" y="606"/>
                  </a:lnTo>
                  <a:lnTo>
                    <a:pt x="208" y="597"/>
                  </a:lnTo>
                  <a:lnTo>
                    <a:pt x="238" y="587"/>
                  </a:lnTo>
                  <a:lnTo>
                    <a:pt x="267" y="573"/>
                  </a:lnTo>
                  <a:lnTo>
                    <a:pt x="297" y="558"/>
                  </a:lnTo>
                  <a:lnTo>
                    <a:pt x="324" y="540"/>
                  </a:lnTo>
                  <a:lnTo>
                    <a:pt x="350" y="523"/>
                  </a:lnTo>
                  <a:lnTo>
                    <a:pt x="375" y="506"/>
                  </a:lnTo>
                  <a:lnTo>
                    <a:pt x="396" y="489"/>
                  </a:lnTo>
                  <a:lnTo>
                    <a:pt x="415" y="475"/>
                  </a:lnTo>
                  <a:lnTo>
                    <a:pt x="429" y="461"/>
                  </a:lnTo>
                  <a:lnTo>
                    <a:pt x="441" y="451"/>
                  </a:lnTo>
                  <a:lnTo>
                    <a:pt x="447" y="445"/>
                  </a:lnTo>
                  <a:lnTo>
                    <a:pt x="453" y="437"/>
                  </a:lnTo>
                  <a:lnTo>
                    <a:pt x="464" y="426"/>
                  </a:lnTo>
                  <a:lnTo>
                    <a:pt x="477" y="409"/>
                  </a:lnTo>
                  <a:lnTo>
                    <a:pt x="492" y="389"/>
                  </a:lnTo>
                  <a:lnTo>
                    <a:pt x="508" y="366"/>
                  </a:lnTo>
                  <a:lnTo>
                    <a:pt x="523" y="340"/>
                  </a:lnTo>
                  <a:lnTo>
                    <a:pt x="538" y="311"/>
                  </a:lnTo>
                  <a:lnTo>
                    <a:pt x="550" y="279"/>
                  </a:lnTo>
                  <a:lnTo>
                    <a:pt x="560" y="247"/>
                  </a:lnTo>
                  <a:lnTo>
                    <a:pt x="565" y="214"/>
                  </a:lnTo>
                  <a:lnTo>
                    <a:pt x="566" y="179"/>
                  </a:lnTo>
                  <a:lnTo>
                    <a:pt x="561" y="144"/>
                  </a:lnTo>
                  <a:lnTo>
                    <a:pt x="548" y="109"/>
                  </a:lnTo>
                  <a:lnTo>
                    <a:pt x="528" y="75"/>
                  </a:lnTo>
                  <a:lnTo>
                    <a:pt x="499" y="41"/>
                  </a:lnTo>
                  <a:lnTo>
                    <a:pt x="461" y="9"/>
                  </a:lnTo>
                  <a:close/>
                </a:path>
              </a:pathLst>
            </a:custGeom>
            <a:solidFill>
              <a:srgbClr val="d99473"/>
            </a:solidFill>
            <a:ln w="0">
              <a:noFill/>
            </a:ln>
          </p:spPr>
          <p:style>
            <a:lnRef idx="0"/>
            <a:fillRef idx="0"/>
            <a:effectRef idx="0"/>
            <a:fontRef idx="minor"/>
          </p:style>
          <p:txBody>
            <a:bodyPr lIns="90000" rIns="90000" tIns="22680" bIns="22680" anchor="t">
              <a:noAutofit/>
            </a:bodyPr>
            <a:p>
              <a:endParaRPr b="0" lang="en-US" sz="2400" spc="-1" strike="noStrike">
                <a:solidFill>
                  <a:srgbClr val="000000"/>
                </a:solidFill>
                <a:latin typeface="Times New Roman"/>
              </a:endParaRPr>
            </a:p>
          </p:txBody>
        </p:sp>
        <p:sp>
          <p:nvSpPr>
            <p:cNvPr id="7695" name=""/>
            <p:cNvSpPr/>
            <p:nvPr/>
          </p:nvSpPr>
          <p:spPr>
            <a:xfrm flipV="1">
              <a:off x="6037200" y="5333760"/>
              <a:ext cx="57240" cy="72720"/>
            </a:xfrm>
            <a:custGeom>
              <a:avLst/>
              <a:gdLst/>
              <a:ahLst/>
              <a:rect l="l" t="t" r="r" b="b"/>
              <a:pathLst>
                <a:path w="542" h="649">
                  <a:moveTo>
                    <a:pt x="399" y="3"/>
                  </a:moveTo>
                  <a:lnTo>
                    <a:pt x="383" y="0"/>
                  </a:lnTo>
                  <a:lnTo>
                    <a:pt x="367" y="0"/>
                  </a:lnTo>
                  <a:lnTo>
                    <a:pt x="348" y="2"/>
                  </a:lnTo>
                  <a:lnTo>
                    <a:pt x="328" y="6"/>
                  </a:lnTo>
                  <a:lnTo>
                    <a:pt x="307" y="11"/>
                  </a:lnTo>
                  <a:lnTo>
                    <a:pt x="286" y="19"/>
                  </a:lnTo>
                  <a:lnTo>
                    <a:pt x="265" y="28"/>
                  </a:lnTo>
                  <a:lnTo>
                    <a:pt x="243" y="37"/>
                  </a:lnTo>
                  <a:lnTo>
                    <a:pt x="222" y="49"/>
                  </a:lnTo>
                  <a:lnTo>
                    <a:pt x="201" y="61"/>
                  </a:lnTo>
                  <a:lnTo>
                    <a:pt x="180" y="75"/>
                  </a:lnTo>
                  <a:lnTo>
                    <a:pt x="162" y="88"/>
                  </a:lnTo>
                  <a:lnTo>
                    <a:pt x="144" y="102"/>
                  </a:lnTo>
                  <a:lnTo>
                    <a:pt x="128" y="116"/>
                  </a:lnTo>
                  <a:lnTo>
                    <a:pt x="114" y="130"/>
                  </a:lnTo>
                  <a:lnTo>
                    <a:pt x="101" y="144"/>
                  </a:lnTo>
                  <a:lnTo>
                    <a:pt x="90" y="161"/>
                  </a:lnTo>
                  <a:lnTo>
                    <a:pt x="76" y="184"/>
                  </a:lnTo>
                  <a:lnTo>
                    <a:pt x="63" y="211"/>
                  </a:lnTo>
                  <a:lnTo>
                    <a:pt x="49" y="242"/>
                  </a:lnTo>
                  <a:lnTo>
                    <a:pt x="35" y="276"/>
                  </a:lnTo>
                  <a:lnTo>
                    <a:pt x="24" y="313"/>
                  </a:lnTo>
                  <a:lnTo>
                    <a:pt x="14" y="351"/>
                  </a:lnTo>
                  <a:lnTo>
                    <a:pt x="6" y="389"/>
                  </a:lnTo>
                  <a:lnTo>
                    <a:pt x="1" y="429"/>
                  </a:lnTo>
                  <a:lnTo>
                    <a:pt x="0" y="467"/>
                  </a:lnTo>
                  <a:lnTo>
                    <a:pt x="3" y="504"/>
                  </a:lnTo>
                  <a:lnTo>
                    <a:pt x="12" y="539"/>
                  </a:lnTo>
                  <a:lnTo>
                    <a:pt x="24" y="570"/>
                  </a:lnTo>
                  <a:lnTo>
                    <a:pt x="43" y="598"/>
                  </a:lnTo>
                  <a:lnTo>
                    <a:pt x="69" y="622"/>
                  </a:lnTo>
                  <a:lnTo>
                    <a:pt x="101" y="640"/>
                  </a:lnTo>
                  <a:lnTo>
                    <a:pt x="128" y="648"/>
                  </a:lnTo>
                  <a:lnTo>
                    <a:pt x="156" y="649"/>
                  </a:lnTo>
                  <a:lnTo>
                    <a:pt x="185" y="646"/>
                  </a:lnTo>
                  <a:lnTo>
                    <a:pt x="214" y="639"/>
                  </a:lnTo>
                  <a:lnTo>
                    <a:pt x="243" y="626"/>
                  </a:lnTo>
                  <a:lnTo>
                    <a:pt x="271" y="612"/>
                  </a:lnTo>
                  <a:lnTo>
                    <a:pt x="299" y="594"/>
                  </a:lnTo>
                  <a:lnTo>
                    <a:pt x="325" y="575"/>
                  </a:lnTo>
                  <a:lnTo>
                    <a:pt x="351" y="556"/>
                  </a:lnTo>
                  <a:lnTo>
                    <a:pt x="374" y="535"/>
                  </a:lnTo>
                  <a:lnTo>
                    <a:pt x="395" y="515"/>
                  </a:lnTo>
                  <a:lnTo>
                    <a:pt x="415" y="496"/>
                  </a:lnTo>
                  <a:lnTo>
                    <a:pt x="430" y="479"/>
                  </a:lnTo>
                  <a:lnTo>
                    <a:pt x="443" y="464"/>
                  </a:lnTo>
                  <a:lnTo>
                    <a:pt x="453" y="453"/>
                  </a:lnTo>
                  <a:lnTo>
                    <a:pt x="458" y="446"/>
                  </a:lnTo>
                  <a:lnTo>
                    <a:pt x="464" y="436"/>
                  </a:lnTo>
                  <a:lnTo>
                    <a:pt x="473" y="422"/>
                  </a:lnTo>
                  <a:lnTo>
                    <a:pt x="483" y="400"/>
                  </a:lnTo>
                  <a:lnTo>
                    <a:pt x="496" y="375"/>
                  </a:lnTo>
                  <a:lnTo>
                    <a:pt x="508" y="345"/>
                  </a:lnTo>
                  <a:lnTo>
                    <a:pt x="520" y="313"/>
                  </a:lnTo>
                  <a:lnTo>
                    <a:pt x="529" y="277"/>
                  </a:lnTo>
                  <a:lnTo>
                    <a:pt x="537" y="241"/>
                  </a:lnTo>
                  <a:lnTo>
                    <a:pt x="542" y="205"/>
                  </a:lnTo>
                  <a:lnTo>
                    <a:pt x="542" y="168"/>
                  </a:lnTo>
                  <a:lnTo>
                    <a:pt x="536" y="133"/>
                  </a:lnTo>
                  <a:lnTo>
                    <a:pt x="525" y="100"/>
                  </a:lnTo>
                  <a:lnTo>
                    <a:pt x="506" y="69"/>
                  </a:lnTo>
                  <a:lnTo>
                    <a:pt x="479" y="42"/>
                  </a:lnTo>
                  <a:lnTo>
                    <a:pt x="444" y="20"/>
                  </a:lnTo>
                  <a:lnTo>
                    <a:pt x="399" y="3"/>
                  </a:lnTo>
                  <a:close/>
                </a:path>
              </a:pathLst>
            </a:custGeom>
            <a:solidFill>
              <a:srgbClr val="d99473"/>
            </a:solidFill>
            <a:ln w="0">
              <a:noFill/>
            </a:ln>
          </p:spPr>
          <p:style>
            <a:lnRef idx="0"/>
            <a:fillRef idx="0"/>
            <a:effectRef idx="0"/>
            <a:fontRef idx="minor"/>
          </p:style>
          <p:txBody>
            <a:bodyPr lIns="90000" rIns="90000" tIns="25920" bIns="25920" anchor="t">
              <a:noAutofit/>
            </a:bodyPr>
            <a:p>
              <a:endParaRPr b="0" lang="en-US" sz="2400" spc="-1" strike="noStrike">
                <a:solidFill>
                  <a:srgbClr val="000000"/>
                </a:solidFill>
                <a:latin typeface="Times New Roman"/>
              </a:endParaRPr>
            </a:p>
          </p:txBody>
        </p:sp>
        <p:sp>
          <p:nvSpPr>
            <p:cNvPr id="7696" name=""/>
            <p:cNvSpPr/>
            <p:nvPr/>
          </p:nvSpPr>
          <p:spPr>
            <a:xfrm flipV="1">
              <a:off x="6066000" y="5258520"/>
              <a:ext cx="42840" cy="69480"/>
            </a:xfrm>
            <a:custGeom>
              <a:avLst/>
              <a:gdLst/>
              <a:ahLst/>
              <a:rect l="l" t="t" r="r" b="b"/>
              <a:pathLst>
                <a:path w="421" h="611">
                  <a:moveTo>
                    <a:pt x="292" y="8"/>
                  </a:moveTo>
                  <a:lnTo>
                    <a:pt x="278" y="2"/>
                  </a:lnTo>
                  <a:lnTo>
                    <a:pt x="262" y="0"/>
                  </a:lnTo>
                  <a:lnTo>
                    <a:pt x="245" y="1"/>
                  </a:lnTo>
                  <a:lnTo>
                    <a:pt x="228" y="6"/>
                  </a:lnTo>
                  <a:lnTo>
                    <a:pt x="209" y="13"/>
                  </a:lnTo>
                  <a:lnTo>
                    <a:pt x="190" y="22"/>
                  </a:lnTo>
                  <a:lnTo>
                    <a:pt x="172" y="33"/>
                  </a:lnTo>
                  <a:lnTo>
                    <a:pt x="153" y="46"/>
                  </a:lnTo>
                  <a:lnTo>
                    <a:pt x="134" y="61"/>
                  </a:lnTo>
                  <a:lnTo>
                    <a:pt x="115" y="77"/>
                  </a:lnTo>
                  <a:lnTo>
                    <a:pt x="98" y="95"/>
                  </a:lnTo>
                  <a:lnTo>
                    <a:pt x="80" y="114"/>
                  </a:lnTo>
                  <a:lnTo>
                    <a:pt x="64" y="132"/>
                  </a:lnTo>
                  <a:lnTo>
                    <a:pt x="50" y="152"/>
                  </a:lnTo>
                  <a:lnTo>
                    <a:pt x="36" y="172"/>
                  </a:lnTo>
                  <a:lnTo>
                    <a:pt x="24" y="192"/>
                  </a:lnTo>
                  <a:lnTo>
                    <a:pt x="15" y="209"/>
                  </a:lnTo>
                  <a:lnTo>
                    <a:pt x="9" y="231"/>
                  </a:lnTo>
                  <a:lnTo>
                    <a:pt x="4" y="257"/>
                  </a:lnTo>
                  <a:lnTo>
                    <a:pt x="1" y="285"/>
                  </a:lnTo>
                  <a:lnTo>
                    <a:pt x="0" y="315"/>
                  </a:lnTo>
                  <a:lnTo>
                    <a:pt x="0" y="346"/>
                  </a:lnTo>
                  <a:lnTo>
                    <a:pt x="3" y="380"/>
                  </a:lnTo>
                  <a:lnTo>
                    <a:pt x="7" y="412"/>
                  </a:lnTo>
                  <a:lnTo>
                    <a:pt x="14" y="444"/>
                  </a:lnTo>
                  <a:lnTo>
                    <a:pt x="24" y="476"/>
                  </a:lnTo>
                  <a:lnTo>
                    <a:pt x="35" y="505"/>
                  </a:lnTo>
                  <a:lnTo>
                    <a:pt x="49" y="533"/>
                  </a:lnTo>
                  <a:lnTo>
                    <a:pt x="66" y="557"/>
                  </a:lnTo>
                  <a:lnTo>
                    <a:pt x="85" y="579"/>
                  </a:lnTo>
                  <a:lnTo>
                    <a:pt x="108" y="596"/>
                  </a:lnTo>
                  <a:lnTo>
                    <a:pt x="133" y="608"/>
                  </a:lnTo>
                  <a:lnTo>
                    <a:pt x="149" y="611"/>
                  </a:lnTo>
                  <a:lnTo>
                    <a:pt x="165" y="610"/>
                  </a:lnTo>
                  <a:lnTo>
                    <a:pt x="182" y="606"/>
                  </a:lnTo>
                  <a:lnTo>
                    <a:pt x="200" y="598"/>
                  </a:lnTo>
                  <a:lnTo>
                    <a:pt x="217" y="587"/>
                  </a:lnTo>
                  <a:lnTo>
                    <a:pt x="235" y="575"/>
                  </a:lnTo>
                  <a:lnTo>
                    <a:pt x="253" y="560"/>
                  </a:lnTo>
                  <a:lnTo>
                    <a:pt x="270" y="546"/>
                  </a:lnTo>
                  <a:lnTo>
                    <a:pt x="286" y="529"/>
                  </a:lnTo>
                  <a:lnTo>
                    <a:pt x="302" y="514"/>
                  </a:lnTo>
                  <a:lnTo>
                    <a:pt x="316" y="497"/>
                  </a:lnTo>
                  <a:lnTo>
                    <a:pt x="329" y="482"/>
                  </a:lnTo>
                  <a:lnTo>
                    <a:pt x="340" y="468"/>
                  </a:lnTo>
                  <a:lnTo>
                    <a:pt x="350" y="456"/>
                  </a:lnTo>
                  <a:lnTo>
                    <a:pt x="357" y="447"/>
                  </a:lnTo>
                  <a:lnTo>
                    <a:pt x="362" y="440"/>
                  </a:lnTo>
                  <a:lnTo>
                    <a:pt x="367" y="430"/>
                  </a:lnTo>
                  <a:lnTo>
                    <a:pt x="375" y="417"/>
                  </a:lnTo>
                  <a:lnTo>
                    <a:pt x="384" y="397"/>
                  </a:lnTo>
                  <a:lnTo>
                    <a:pt x="392" y="374"/>
                  </a:lnTo>
                  <a:lnTo>
                    <a:pt x="402" y="348"/>
                  </a:lnTo>
                  <a:lnTo>
                    <a:pt x="410" y="318"/>
                  </a:lnTo>
                  <a:lnTo>
                    <a:pt x="416" y="287"/>
                  </a:lnTo>
                  <a:lnTo>
                    <a:pt x="420" y="254"/>
                  </a:lnTo>
                  <a:lnTo>
                    <a:pt x="421" y="220"/>
                  </a:lnTo>
                  <a:lnTo>
                    <a:pt x="419" y="185"/>
                  </a:lnTo>
                  <a:lnTo>
                    <a:pt x="413" y="151"/>
                  </a:lnTo>
                  <a:lnTo>
                    <a:pt x="402" y="118"/>
                  </a:lnTo>
                  <a:lnTo>
                    <a:pt x="385" y="87"/>
                  </a:lnTo>
                  <a:lnTo>
                    <a:pt x="361" y="58"/>
                  </a:lnTo>
                  <a:lnTo>
                    <a:pt x="331" y="31"/>
                  </a:lnTo>
                  <a:lnTo>
                    <a:pt x="292" y="8"/>
                  </a:lnTo>
                  <a:close/>
                </a:path>
              </a:pathLst>
            </a:custGeom>
            <a:solidFill>
              <a:srgbClr val="d99473"/>
            </a:solidFill>
            <a:ln w="0">
              <a:noFill/>
            </a:ln>
          </p:spPr>
          <p:style>
            <a:lnRef idx="0"/>
            <a:fillRef idx="0"/>
            <a:effectRef idx="0"/>
            <a:fontRef idx="minor"/>
          </p:style>
          <p:txBody>
            <a:bodyPr lIns="90000" rIns="90000" tIns="22680" bIns="22680" anchor="t">
              <a:noAutofit/>
            </a:bodyPr>
            <a:p>
              <a:endParaRPr b="0" lang="en-US" sz="2400" spc="-1" strike="noStrike">
                <a:solidFill>
                  <a:srgbClr val="000000"/>
                </a:solidFill>
                <a:latin typeface="Times New Roman"/>
              </a:endParaRPr>
            </a:p>
          </p:txBody>
        </p:sp>
        <p:sp>
          <p:nvSpPr>
            <p:cNvPr id="7697" name=""/>
            <p:cNvSpPr/>
            <p:nvPr/>
          </p:nvSpPr>
          <p:spPr>
            <a:xfrm flipV="1">
              <a:off x="6032520" y="5428080"/>
              <a:ext cx="57240" cy="60120"/>
            </a:xfrm>
            <a:custGeom>
              <a:avLst/>
              <a:gdLst/>
              <a:ahLst/>
              <a:rect l="l" t="t" r="r" b="b"/>
              <a:pathLst>
                <a:path w="531" h="532">
                  <a:moveTo>
                    <a:pt x="463" y="0"/>
                  </a:moveTo>
                  <a:lnTo>
                    <a:pt x="436" y="0"/>
                  </a:lnTo>
                  <a:lnTo>
                    <a:pt x="408" y="2"/>
                  </a:lnTo>
                  <a:lnTo>
                    <a:pt x="380" y="8"/>
                  </a:lnTo>
                  <a:lnTo>
                    <a:pt x="352" y="15"/>
                  </a:lnTo>
                  <a:lnTo>
                    <a:pt x="324" y="24"/>
                  </a:lnTo>
                  <a:lnTo>
                    <a:pt x="295" y="36"/>
                  </a:lnTo>
                  <a:lnTo>
                    <a:pt x="267" y="48"/>
                  </a:lnTo>
                  <a:lnTo>
                    <a:pt x="240" y="63"/>
                  </a:lnTo>
                  <a:lnTo>
                    <a:pt x="213" y="79"/>
                  </a:lnTo>
                  <a:lnTo>
                    <a:pt x="187" y="97"/>
                  </a:lnTo>
                  <a:lnTo>
                    <a:pt x="162" y="116"/>
                  </a:lnTo>
                  <a:lnTo>
                    <a:pt x="137" y="135"/>
                  </a:lnTo>
                  <a:lnTo>
                    <a:pt x="114" y="156"/>
                  </a:lnTo>
                  <a:lnTo>
                    <a:pt x="91" y="178"/>
                  </a:lnTo>
                  <a:lnTo>
                    <a:pt x="70" y="200"/>
                  </a:lnTo>
                  <a:lnTo>
                    <a:pt x="51" y="222"/>
                  </a:lnTo>
                  <a:lnTo>
                    <a:pt x="50" y="225"/>
                  </a:lnTo>
                  <a:lnTo>
                    <a:pt x="45" y="232"/>
                  </a:lnTo>
                  <a:lnTo>
                    <a:pt x="40" y="243"/>
                  </a:lnTo>
                  <a:lnTo>
                    <a:pt x="33" y="259"/>
                  </a:lnTo>
                  <a:lnTo>
                    <a:pt x="26" y="278"/>
                  </a:lnTo>
                  <a:lnTo>
                    <a:pt x="18" y="299"/>
                  </a:lnTo>
                  <a:lnTo>
                    <a:pt x="11" y="322"/>
                  </a:lnTo>
                  <a:lnTo>
                    <a:pt x="5" y="347"/>
                  </a:lnTo>
                  <a:lnTo>
                    <a:pt x="2" y="372"/>
                  </a:lnTo>
                  <a:lnTo>
                    <a:pt x="0" y="398"/>
                  </a:lnTo>
                  <a:lnTo>
                    <a:pt x="2" y="423"/>
                  </a:lnTo>
                  <a:lnTo>
                    <a:pt x="6" y="448"/>
                  </a:lnTo>
                  <a:lnTo>
                    <a:pt x="15" y="470"/>
                  </a:lnTo>
                  <a:lnTo>
                    <a:pt x="30" y="491"/>
                  </a:lnTo>
                  <a:lnTo>
                    <a:pt x="50" y="508"/>
                  </a:lnTo>
                  <a:lnTo>
                    <a:pt x="75" y="523"/>
                  </a:lnTo>
                  <a:lnTo>
                    <a:pt x="90" y="528"/>
                  </a:lnTo>
                  <a:lnTo>
                    <a:pt x="109" y="531"/>
                  </a:lnTo>
                  <a:lnTo>
                    <a:pt x="130" y="532"/>
                  </a:lnTo>
                  <a:lnTo>
                    <a:pt x="152" y="531"/>
                  </a:lnTo>
                  <a:lnTo>
                    <a:pt x="176" y="528"/>
                  </a:lnTo>
                  <a:lnTo>
                    <a:pt x="202" y="523"/>
                  </a:lnTo>
                  <a:lnTo>
                    <a:pt x="228" y="517"/>
                  </a:lnTo>
                  <a:lnTo>
                    <a:pt x="254" y="507"/>
                  </a:lnTo>
                  <a:lnTo>
                    <a:pt x="281" y="497"/>
                  </a:lnTo>
                  <a:lnTo>
                    <a:pt x="308" y="484"/>
                  </a:lnTo>
                  <a:lnTo>
                    <a:pt x="334" y="470"/>
                  </a:lnTo>
                  <a:lnTo>
                    <a:pt x="360" y="453"/>
                  </a:lnTo>
                  <a:lnTo>
                    <a:pt x="385" y="435"/>
                  </a:lnTo>
                  <a:lnTo>
                    <a:pt x="408" y="415"/>
                  </a:lnTo>
                  <a:lnTo>
                    <a:pt x="429" y="393"/>
                  </a:lnTo>
                  <a:lnTo>
                    <a:pt x="449" y="369"/>
                  </a:lnTo>
                  <a:lnTo>
                    <a:pt x="450" y="368"/>
                  </a:lnTo>
                  <a:lnTo>
                    <a:pt x="453" y="365"/>
                  </a:lnTo>
                  <a:lnTo>
                    <a:pt x="457" y="360"/>
                  </a:lnTo>
                  <a:lnTo>
                    <a:pt x="462" y="352"/>
                  </a:lnTo>
                  <a:lnTo>
                    <a:pt x="468" y="344"/>
                  </a:lnTo>
                  <a:lnTo>
                    <a:pt x="476" y="334"/>
                  </a:lnTo>
                  <a:lnTo>
                    <a:pt x="484" y="321"/>
                  </a:lnTo>
                  <a:lnTo>
                    <a:pt x="491" y="308"/>
                  </a:lnTo>
                  <a:lnTo>
                    <a:pt x="500" y="293"/>
                  </a:lnTo>
                  <a:lnTo>
                    <a:pt x="507" y="277"/>
                  </a:lnTo>
                  <a:lnTo>
                    <a:pt x="514" y="259"/>
                  </a:lnTo>
                  <a:lnTo>
                    <a:pt x="520" y="240"/>
                  </a:lnTo>
                  <a:lnTo>
                    <a:pt x="526" y="220"/>
                  </a:lnTo>
                  <a:lnTo>
                    <a:pt x="529" y="199"/>
                  </a:lnTo>
                  <a:lnTo>
                    <a:pt x="531" y="177"/>
                  </a:lnTo>
                  <a:lnTo>
                    <a:pt x="531" y="154"/>
                  </a:lnTo>
                  <a:lnTo>
                    <a:pt x="527" y="111"/>
                  </a:lnTo>
                  <a:lnTo>
                    <a:pt x="518" y="78"/>
                  </a:lnTo>
                  <a:lnTo>
                    <a:pt x="507" y="51"/>
                  </a:lnTo>
                  <a:lnTo>
                    <a:pt x="495" y="30"/>
                  </a:lnTo>
                  <a:lnTo>
                    <a:pt x="483" y="16"/>
                  </a:lnTo>
                  <a:lnTo>
                    <a:pt x="472" y="7"/>
                  </a:lnTo>
                  <a:lnTo>
                    <a:pt x="466" y="1"/>
                  </a:lnTo>
                  <a:lnTo>
                    <a:pt x="463" y="0"/>
                  </a:lnTo>
                  <a:close/>
                </a:path>
              </a:pathLst>
            </a:custGeom>
            <a:solidFill>
              <a:srgbClr val="d99473"/>
            </a:solidFill>
            <a:ln w="0">
              <a:noFill/>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7698" name=""/>
            <p:cNvSpPr/>
            <p:nvPr/>
          </p:nvSpPr>
          <p:spPr>
            <a:xfrm flipV="1">
              <a:off x="6033960" y="5432040"/>
              <a:ext cx="54000" cy="55440"/>
            </a:xfrm>
            <a:custGeom>
              <a:avLst/>
              <a:gdLst/>
              <a:ahLst/>
              <a:rect l="l" t="t" r="r" b="b"/>
              <a:pathLst>
                <a:path w="510" h="476">
                  <a:moveTo>
                    <a:pt x="57" y="204"/>
                  </a:moveTo>
                  <a:lnTo>
                    <a:pt x="78" y="182"/>
                  </a:lnTo>
                  <a:lnTo>
                    <a:pt x="99" y="162"/>
                  </a:lnTo>
                  <a:lnTo>
                    <a:pt x="122" y="141"/>
                  </a:lnTo>
                  <a:lnTo>
                    <a:pt x="146" y="122"/>
                  </a:lnTo>
                  <a:lnTo>
                    <a:pt x="170" y="104"/>
                  </a:lnTo>
                  <a:lnTo>
                    <a:pt x="196" y="87"/>
                  </a:lnTo>
                  <a:lnTo>
                    <a:pt x="221" y="70"/>
                  </a:lnTo>
                  <a:lnTo>
                    <a:pt x="247" y="56"/>
                  </a:lnTo>
                  <a:lnTo>
                    <a:pt x="273" y="43"/>
                  </a:lnTo>
                  <a:lnTo>
                    <a:pt x="300" y="31"/>
                  </a:lnTo>
                  <a:lnTo>
                    <a:pt x="326" y="21"/>
                  </a:lnTo>
                  <a:lnTo>
                    <a:pt x="352" y="13"/>
                  </a:lnTo>
                  <a:lnTo>
                    <a:pt x="378" y="7"/>
                  </a:lnTo>
                  <a:lnTo>
                    <a:pt x="403" y="2"/>
                  </a:lnTo>
                  <a:lnTo>
                    <a:pt x="427" y="0"/>
                  </a:lnTo>
                  <a:lnTo>
                    <a:pt x="451" y="0"/>
                  </a:lnTo>
                  <a:lnTo>
                    <a:pt x="453" y="1"/>
                  </a:lnTo>
                  <a:lnTo>
                    <a:pt x="459" y="6"/>
                  </a:lnTo>
                  <a:lnTo>
                    <a:pt x="469" y="13"/>
                  </a:lnTo>
                  <a:lnTo>
                    <a:pt x="479" y="26"/>
                  </a:lnTo>
                  <a:lnTo>
                    <a:pt x="491" y="43"/>
                  </a:lnTo>
                  <a:lnTo>
                    <a:pt x="500" y="67"/>
                  </a:lnTo>
                  <a:lnTo>
                    <a:pt x="507" y="96"/>
                  </a:lnTo>
                  <a:lnTo>
                    <a:pt x="510" y="133"/>
                  </a:lnTo>
                  <a:lnTo>
                    <a:pt x="509" y="152"/>
                  </a:lnTo>
                  <a:lnTo>
                    <a:pt x="507" y="172"/>
                  </a:lnTo>
                  <a:lnTo>
                    <a:pt x="502" y="192"/>
                  </a:lnTo>
                  <a:lnTo>
                    <a:pt x="496" y="210"/>
                  </a:lnTo>
                  <a:lnTo>
                    <a:pt x="489" y="227"/>
                  </a:lnTo>
                  <a:lnTo>
                    <a:pt x="480" y="244"/>
                  </a:lnTo>
                  <a:lnTo>
                    <a:pt x="472" y="259"/>
                  </a:lnTo>
                  <a:lnTo>
                    <a:pt x="463" y="273"/>
                  </a:lnTo>
                  <a:lnTo>
                    <a:pt x="453" y="286"/>
                  </a:lnTo>
                  <a:lnTo>
                    <a:pt x="444" y="298"/>
                  </a:lnTo>
                  <a:lnTo>
                    <a:pt x="436" y="308"/>
                  </a:lnTo>
                  <a:lnTo>
                    <a:pt x="427" y="317"/>
                  </a:lnTo>
                  <a:lnTo>
                    <a:pt x="421" y="323"/>
                  </a:lnTo>
                  <a:lnTo>
                    <a:pt x="416" y="328"/>
                  </a:lnTo>
                  <a:lnTo>
                    <a:pt x="413" y="331"/>
                  </a:lnTo>
                  <a:lnTo>
                    <a:pt x="412" y="332"/>
                  </a:lnTo>
                  <a:lnTo>
                    <a:pt x="390" y="354"/>
                  </a:lnTo>
                  <a:lnTo>
                    <a:pt x="367" y="375"/>
                  </a:lnTo>
                  <a:lnTo>
                    <a:pt x="343" y="393"/>
                  </a:lnTo>
                  <a:lnTo>
                    <a:pt x="319" y="410"/>
                  </a:lnTo>
                  <a:lnTo>
                    <a:pt x="295" y="425"/>
                  </a:lnTo>
                  <a:lnTo>
                    <a:pt x="270" y="437"/>
                  </a:lnTo>
                  <a:lnTo>
                    <a:pt x="245" y="448"/>
                  </a:lnTo>
                  <a:lnTo>
                    <a:pt x="221" y="457"/>
                  </a:lnTo>
                  <a:lnTo>
                    <a:pt x="196" y="465"/>
                  </a:lnTo>
                  <a:lnTo>
                    <a:pt x="173" y="470"/>
                  </a:lnTo>
                  <a:lnTo>
                    <a:pt x="150" y="474"/>
                  </a:lnTo>
                  <a:lnTo>
                    <a:pt x="129" y="476"/>
                  </a:lnTo>
                  <a:lnTo>
                    <a:pt x="108" y="476"/>
                  </a:lnTo>
                  <a:lnTo>
                    <a:pt x="90" y="475"/>
                  </a:lnTo>
                  <a:lnTo>
                    <a:pt x="73" y="472"/>
                  </a:lnTo>
                  <a:lnTo>
                    <a:pt x="57" y="467"/>
                  </a:lnTo>
                  <a:lnTo>
                    <a:pt x="37" y="456"/>
                  </a:lnTo>
                  <a:lnTo>
                    <a:pt x="20" y="440"/>
                  </a:lnTo>
                  <a:lnTo>
                    <a:pt x="10" y="422"/>
                  </a:lnTo>
                  <a:lnTo>
                    <a:pt x="3" y="404"/>
                  </a:lnTo>
                  <a:lnTo>
                    <a:pt x="0" y="382"/>
                  </a:lnTo>
                  <a:lnTo>
                    <a:pt x="1" y="360"/>
                  </a:lnTo>
                  <a:lnTo>
                    <a:pt x="4" y="338"/>
                  </a:lnTo>
                  <a:lnTo>
                    <a:pt x="10" y="315"/>
                  </a:lnTo>
                  <a:lnTo>
                    <a:pt x="16" y="294"/>
                  </a:lnTo>
                  <a:lnTo>
                    <a:pt x="23" y="273"/>
                  </a:lnTo>
                  <a:lnTo>
                    <a:pt x="31" y="254"/>
                  </a:lnTo>
                  <a:lnTo>
                    <a:pt x="40" y="238"/>
                  </a:lnTo>
                  <a:lnTo>
                    <a:pt x="46" y="224"/>
                  </a:lnTo>
                  <a:lnTo>
                    <a:pt x="52" y="214"/>
                  </a:lnTo>
                  <a:lnTo>
                    <a:pt x="56" y="206"/>
                  </a:lnTo>
                  <a:lnTo>
                    <a:pt x="57" y="204"/>
                  </a:lnTo>
                  <a:close/>
                </a:path>
              </a:pathLst>
            </a:custGeom>
            <a:solidFill>
              <a:srgbClr val="e3a17d"/>
            </a:solidFill>
            <a:ln w="0">
              <a:noFill/>
            </a:ln>
          </p:spPr>
          <p:style>
            <a:lnRef idx="0"/>
            <a:fillRef idx="0"/>
            <a:effectRef idx="0"/>
            <a:fontRef idx="minor"/>
          </p:style>
          <p:txBody>
            <a:bodyPr lIns="90000" rIns="90000" tIns="8640" bIns="8640" anchor="t">
              <a:noAutofit/>
            </a:bodyPr>
            <a:p>
              <a:endParaRPr b="0" lang="en-US" sz="2400" spc="-1" strike="noStrike">
                <a:solidFill>
                  <a:srgbClr val="000000"/>
                </a:solidFill>
                <a:latin typeface="Times New Roman"/>
              </a:endParaRPr>
            </a:p>
          </p:txBody>
        </p:sp>
        <p:sp>
          <p:nvSpPr>
            <p:cNvPr id="7699" name=""/>
            <p:cNvSpPr/>
            <p:nvPr/>
          </p:nvSpPr>
          <p:spPr>
            <a:xfrm flipV="1">
              <a:off x="6033960" y="5438520"/>
              <a:ext cx="54000" cy="48960"/>
            </a:xfrm>
            <a:custGeom>
              <a:avLst/>
              <a:gdLst/>
              <a:ahLst/>
              <a:rect l="l" t="t" r="r" b="b"/>
              <a:pathLst>
                <a:path w="490" h="423">
                  <a:moveTo>
                    <a:pt x="64" y="190"/>
                  </a:moveTo>
                  <a:lnTo>
                    <a:pt x="85" y="169"/>
                  </a:lnTo>
                  <a:lnTo>
                    <a:pt x="107" y="149"/>
                  </a:lnTo>
                  <a:lnTo>
                    <a:pt x="131" y="130"/>
                  </a:lnTo>
                  <a:lnTo>
                    <a:pt x="154" y="111"/>
                  </a:lnTo>
                  <a:lnTo>
                    <a:pt x="179" y="94"/>
                  </a:lnTo>
                  <a:lnTo>
                    <a:pt x="204" y="79"/>
                  </a:lnTo>
                  <a:lnTo>
                    <a:pt x="229" y="64"/>
                  </a:lnTo>
                  <a:lnTo>
                    <a:pt x="255" y="51"/>
                  </a:lnTo>
                  <a:lnTo>
                    <a:pt x="280" y="39"/>
                  </a:lnTo>
                  <a:lnTo>
                    <a:pt x="305" y="29"/>
                  </a:lnTo>
                  <a:lnTo>
                    <a:pt x="329" y="21"/>
                  </a:lnTo>
                  <a:lnTo>
                    <a:pt x="353" y="13"/>
                  </a:lnTo>
                  <a:lnTo>
                    <a:pt x="377" y="7"/>
                  </a:lnTo>
                  <a:lnTo>
                    <a:pt x="399" y="3"/>
                  </a:lnTo>
                  <a:lnTo>
                    <a:pt x="419" y="1"/>
                  </a:lnTo>
                  <a:lnTo>
                    <a:pt x="439" y="0"/>
                  </a:lnTo>
                  <a:lnTo>
                    <a:pt x="441" y="1"/>
                  </a:lnTo>
                  <a:lnTo>
                    <a:pt x="446" y="5"/>
                  </a:lnTo>
                  <a:lnTo>
                    <a:pt x="455" y="11"/>
                  </a:lnTo>
                  <a:lnTo>
                    <a:pt x="464" y="23"/>
                  </a:lnTo>
                  <a:lnTo>
                    <a:pt x="474" y="37"/>
                  </a:lnTo>
                  <a:lnTo>
                    <a:pt x="482" y="57"/>
                  </a:lnTo>
                  <a:lnTo>
                    <a:pt x="487" y="82"/>
                  </a:lnTo>
                  <a:lnTo>
                    <a:pt x="490" y="112"/>
                  </a:lnTo>
                  <a:lnTo>
                    <a:pt x="489" y="130"/>
                  </a:lnTo>
                  <a:lnTo>
                    <a:pt x="485" y="147"/>
                  </a:lnTo>
                  <a:lnTo>
                    <a:pt x="480" y="164"/>
                  </a:lnTo>
                  <a:lnTo>
                    <a:pt x="472" y="181"/>
                  </a:lnTo>
                  <a:lnTo>
                    <a:pt x="463" y="197"/>
                  </a:lnTo>
                  <a:lnTo>
                    <a:pt x="454" y="212"/>
                  </a:lnTo>
                  <a:lnTo>
                    <a:pt x="443" y="226"/>
                  </a:lnTo>
                  <a:lnTo>
                    <a:pt x="432" y="240"/>
                  </a:lnTo>
                  <a:lnTo>
                    <a:pt x="421" y="252"/>
                  </a:lnTo>
                  <a:lnTo>
                    <a:pt x="411" y="264"/>
                  </a:lnTo>
                  <a:lnTo>
                    <a:pt x="401" y="273"/>
                  </a:lnTo>
                  <a:lnTo>
                    <a:pt x="392" y="281"/>
                  </a:lnTo>
                  <a:lnTo>
                    <a:pt x="384" y="288"/>
                  </a:lnTo>
                  <a:lnTo>
                    <a:pt x="379" y="293"/>
                  </a:lnTo>
                  <a:lnTo>
                    <a:pt x="375" y="296"/>
                  </a:lnTo>
                  <a:lnTo>
                    <a:pt x="374" y="297"/>
                  </a:lnTo>
                  <a:lnTo>
                    <a:pt x="350" y="318"/>
                  </a:lnTo>
                  <a:lnTo>
                    <a:pt x="326" y="337"/>
                  </a:lnTo>
                  <a:lnTo>
                    <a:pt x="302" y="353"/>
                  </a:lnTo>
                  <a:lnTo>
                    <a:pt x="278" y="368"/>
                  </a:lnTo>
                  <a:lnTo>
                    <a:pt x="255" y="380"/>
                  </a:lnTo>
                  <a:lnTo>
                    <a:pt x="232" y="392"/>
                  </a:lnTo>
                  <a:lnTo>
                    <a:pt x="209" y="401"/>
                  </a:lnTo>
                  <a:lnTo>
                    <a:pt x="187" y="408"/>
                  </a:lnTo>
                  <a:lnTo>
                    <a:pt x="165" y="414"/>
                  </a:lnTo>
                  <a:lnTo>
                    <a:pt x="144" y="419"/>
                  </a:lnTo>
                  <a:lnTo>
                    <a:pt x="125" y="422"/>
                  </a:lnTo>
                  <a:lnTo>
                    <a:pt x="106" y="423"/>
                  </a:lnTo>
                  <a:lnTo>
                    <a:pt x="88" y="423"/>
                  </a:lnTo>
                  <a:lnTo>
                    <a:pt x="70" y="421"/>
                  </a:lnTo>
                  <a:lnTo>
                    <a:pt x="55" y="418"/>
                  </a:lnTo>
                  <a:lnTo>
                    <a:pt x="40" y="413"/>
                  </a:lnTo>
                  <a:lnTo>
                    <a:pt x="24" y="404"/>
                  </a:lnTo>
                  <a:lnTo>
                    <a:pt x="11" y="392"/>
                  </a:lnTo>
                  <a:lnTo>
                    <a:pt x="4" y="377"/>
                  </a:lnTo>
                  <a:lnTo>
                    <a:pt x="0" y="361"/>
                  </a:lnTo>
                  <a:lnTo>
                    <a:pt x="0" y="343"/>
                  </a:lnTo>
                  <a:lnTo>
                    <a:pt x="2" y="324"/>
                  </a:lnTo>
                  <a:lnTo>
                    <a:pt x="6" y="305"/>
                  </a:lnTo>
                  <a:lnTo>
                    <a:pt x="13" y="286"/>
                  </a:lnTo>
                  <a:lnTo>
                    <a:pt x="20" y="268"/>
                  </a:lnTo>
                  <a:lnTo>
                    <a:pt x="29" y="249"/>
                  </a:lnTo>
                  <a:lnTo>
                    <a:pt x="37" y="234"/>
                  </a:lnTo>
                  <a:lnTo>
                    <a:pt x="45" y="219"/>
                  </a:lnTo>
                  <a:lnTo>
                    <a:pt x="53" y="207"/>
                  </a:lnTo>
                  <a:lnTo>
                    <a:pt x="59" y="198"/>
                  </a:lnTo>
                  <a:lnTo>
                    <a:pt x="63" y="192"/>
                  </a:lnTo>
                  <a:lnTo>
                    <a:pt x="64" y="190"/>
                  </a:lnTo>
                  <a:close/>
                </a:path>
              </a:pathLst>
            </a:custGeom>
            <a:solidFill>
              <a:srgbClr val="eba985"/>
            </a:solidFill>
            <a:ln w="0">
              <a:noFill/>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7700" name=""/>
            <p:cNvSpPr/>
            <p:nvPr/>
          </p:nvSpPr>
          <p:spPr>
            <a:xfrm flipV="1">
              <a:off x="6037200" y="5443200"/>
              <a:ext cx="47520" cy="42480"/>
            </a:xfrm>
            <a:custGeom>
              <a:avLst/>
              <a:gdLst/>
              <a:ahLst/>
              <a:rect l="l" t="t" r="r" b="b"/>
              <a:pathLst>
                <a:path w="474" h="370">
                  <a:moveTo>
                    <a:pt x="76" y="175"/>
                  </a:moveTo>
                  <a:lnTo>
                    <a:pt x="98" y="154"/>
                  </a:lnTo>
                  <a:lnTo>
                    <a:pt x="120" y="135"/>
                  </a:lnTo>
                  <a:lnTo>
                    <a:pt x="144" y="117"/>
                  </a:lnTo>
                  <a:lnTo>
                    <a:pt x="168" y="100"/>
                  </a:lnTo>
                  <a:lnTo>
                    <a:pt x="192" y="84"/>
                  </a:lnTo>
                  <a:lnTo>
                    <a:pt x="217" y="71"/>
                  </a:lnTo>
                  <a:lnTo>
                    <a:pt x="242" y="57"/>
                  </a:lnTo>
                  <a:lnTo>
                    <a:pt x="266" y="46"/>
                  </a:lnTo>
                  <a:lnTo>
                    <a:pt x="290" y="36"/>
                  </a:lnTo>
                  <a:lnTo>
                    <a:pt x="314" y="27"/>
                  </a:lnTo>
                  <a:lnTo>
                    <a:pt x="336" y="19"/>
                  </a:lnTo>
                  <a:lnTo>
                    <a:pt x="358" y="13"/>
                  </a:lnTo>
                  <a:lnTo>
                    <a:pt x="378" y="8"/>
                  </a:lnTo>
                  <a:lnTo>
                    <a:pt x="398" y="4"/>
                  </a:lnTo>
                  <a:lnTo>
                    <a:pt x="416" y="1"/>
                  </a:lnTo>
                  <a:lnTo>
                    <a:pt x="431" y="0"/>
                  </a:lnTo>
                  <a:lnTo>
                    <a:pt x="433" y="1"/>
                  </a:lnTo>
                  <a:lnTo>
                    <a:pt x="437" y="4"/>
                  </a:lnTo>
                  <a:lnTo>
                    <a:pt x="445" y="11"/>
                  </a:lnTo>
                  <a:lnTo>
                    <a:pt x="453" y="19"/>
                  </a:lnTo>
                  <a:lnTo>
                    <a:pt x="460" y="31"/>
                  </a:lnTo>
                  <a:lnTo>
                    <a:pt x="468" y="48"/>
                  </a:lnTo>
                  <a:lnTo>
                    <a:pt x="472" y="68"/>
                  </a:lnTo>
                  <a:lnTo>
                    <a:pt x="474" y="93"/>
                  </a:lnTo>
                  <a:lnTo>
                    <a:pt x="472" y="108"/>
                  </a:lnTo>
                  <a:lnTo>
                    <a:pt x="468" y="123"/>
                  </a:lnTo>
                  <a:lnTo>
                    <a:pt x="461" y="138"/>
                  </a:lnTo>
                  <a:lnTo>
                    <a:pt x="452" y="153"/>
                  </a:lnTo>
                  <a:lnTo>
                    <a:pt x="443" y="168"/>
                  </a:lnTo>
                  <a:lnTo>
                    <a:pt x="431" y="181"/>
                  </a:lnTo>
                  <a:lnTo>
                    <a:pt x="419" y="195"/>
                  </a:lnTo>
                  <a:lnTo>
                    <a:pt x="406" y="207"/>
                  </a:lnTo>
                  <a:lnTo>
                    <a:pt x="394" y="218"/>
                  </a:lnTo>
                  <a:lnTo>
                    <a:pt x="382" y="229"/>
                  </a:lnTo>
                  <a:lnTo>
                    <a:pt x="371" y="238"/>
                  </a:lnTo>
                  <a:lnTo>
                    <a:pt x="360" y="246"/>
                  </a:lnTo>
                  <a:lnTo>
                    <a:pt x="352" y="253"/>
                  </a:lnTo>
                  <a:lnTo>
                    <a:pt x="346" y="257"/>
                  </a:lnTo>
                  <a:lnTo>
                    <a:pt x="341" y="260"/>
                  </a:lnTo>
                  <a:lnTo>
                    <a:pt x="340" y="261"/>
                  </a:lnTo>
                  <a:lnTo>
                    <a:pt x="314" y="281"/>
                  </a:lnTo>
                  <a:lnTo>
                    <a:pt x="287" y="297"/>
                  </a:lnTo>
                  <a:lnTo>
                    <a:pt x="264" y="313"/>
                  </a:lnTo>
                  <a:lnTo>
                    <a:pt x="241" y="326"/>
                  </a:lnTo>
                  <a:lnTo>
                    <a:pt x="219" y="337"/>
                  </a:lnTo>
                  <a:lnTo>
                    <a:pt x="197" y="347"/>
                  </a:lnTo>
                  <a:lnTo>
                    <a:pt x="177" y="355"/>
                  </a:lnTo>
                  <a:lnTo>
                    <a:pt x="157" y="361"/>
                  </a:lnTo>
                  <a:lnTo>
                    <a:pt x="139" y="365"/>
                  </a:lnTo>
                  <a:lnTo>
                    <a:pt x="120" y="368"/>
                  </a:lnTo>
                  <a:lnTo>
                    <a:pt x="103" y="370"/>
                  </a:lnTo>
                  <a:lnTo>
                    <a:pt x="86" y="370"/>
                  </a:lnTo>
                  <a:lnTo>
                    <a:pt x="71" y="369"/>
                  </a:lnTo>
                  <a:lnTo>
                    <a:pt x="55" y="367"/>
                  </a:lnTo>
                  <a:lnTo>
                    <a:pt x="41" y="364"/>
                  </a:lnTo>
                  <a:lnTo>
                    <a:pt x="26" y="360"/>
                  </a:lnTo>
                  <a:lnTo>
                    <a:pt x="14" y="352"/>
                  </a:lnTo>
                  <a:lnTo>
                    <a:pt x="5" y="343"/>
                  </a:lnTo>
                  <a:lnTo>
                    <a:pt x="1" y="332"/>
                  </a:lnTo>
                  <a:lnTo>
                    <a:pt x="0" y="318"/>
                  </a:lnTo>
                  <a:lnTo>
                    <a:pt x="2" y="304"/>
                  </a:lnTo>
                  <a:lnTo>
                    <a:pt x="6" y="288"/>
                  </a:lnTo>
                  <a:lnTo>
                    <a:pt x="14" y="272"/>
                  </a:lnTo>
                  <a:lnTo>
                    <a:pt x="21" y="256"/>
                  </a:lnTo>
                  <a:lnTo>
                    <a:pt x="30" y="240"/>
                  </a:lnTo>
                  <a:lnTo>
                    <a:pt x="40" y="226"/>
                  </a:lnTo>
                  <a:lnTo>
                    <a:pt x="48" y="212"/>
                  </a:lnTo>
                  <a:lnTo>
                    <a:pt x="57" y="200"/>
                  </a:lnTo>
                  <a:lnTo>
                    <a:pt x="65" y="189"/>
                  </a:lnTo>
                  <a:lnTo>
                    <a:pt x="71" y="181"/>
                  </a:lnTo>
                  <a:lnTo>
                    <a:pt x="75" y="177"/>
                  </a:lnTo>
                  <a:lnTo>
                    <a:pt x="76" y="175"/>
                  </a:lnTo>
                  <a:close/>
                </a:path>
              </a:pathLst>
            </a:custGeom>
            <a:solidFill>
              <a:srgbClr val="f5b58f"/>
            </a:solidFill>
            <a:ln w="0">
              <a:noFill/>
            </a:ln>
          </p:spPr>
          <p:style>
            <a:lnRef idx="0"/>
            <a:fillRef idx="0"/>
            <a:effectRef idx="0"/>
            <a:fontRef idx="minor"/>
          </p:style>
          <p:txBody>
            <a:bodyPr lIns="90000" rIns="90000" tIns="-4320" bIns="-4320" anchor="t">
              <a:noAutofit/>
            </a:bodyPr>
            <a:p>
              <a:endParaRPr b="0" lang="en-US" sz="2400" spc="-1" strike="noStrike">
                <a:solidFill>
                  <a:srgbClr val="000000"/>
                </a:solidFill>
                <a:latin typeface="Times New Roman"/>
              </a:endParaRPr>
            </a:p>
          </p:txBody>
        </p:sp>
        <p:sp>
          <p:nvSpPr>
            <p:cNvPr id="7701" name=""/>
            <p:cNvSpPr/>
            <p:nvPr/>
          </p:nvSpPr>
          <p:spPr>
            <a:xfrm flipV="1">
              <a:off x="6037200" y="5449680"/>
              <a:ext cx="47520" cy="36000"/>
            </a:xfrm>
            <a:custGeom>
              <a:avLst/>
              <a:gdLst/>
              <a:ahLst/>
              <a:rect l="l" t="t" r="r" b="b"/>
              <a:pathLst>
                <a:path w="458" h="316">
                  <a:moveTo>
                    <a:pt x="423" y="0"/>
                  </a:moveTo>
                  <a:lnTo>
                    <a:pt x="412" y="2"/>
                  </a:lnTo>
                  <a:lnTo>
                    <a:pt x="397" y="4"/>
                  </a:lnTo>
                  <a:lnTo>
                    <a:pt x="381" y="8"/>
                  </a:lnTo>
                  <a:lnTo>
                    <a:pt x="363" y="12"/>
                  </a:lnTo>
                  <a:lnTo>
                    <a:pt x="343" y="17"/>
                  </a:lnTo>
                  <a:lnTo>
                    <a:pt x="322" y="23"/>
                  </a:lnTo>
                  <a:lnTo>
                    <a:pt x="299" y="32"/>
                  </a:lnTo>
                  <a:lnTo>
                    <a:pt x="276" y="40"/>
                  </a:lnTo>
                  <a:lnTo>
                    <a:pt x="252" y="50"/>
                  </a:lnTo>
                  <a:lnTo>
                    <a:pt x="228" y="61"/>
                  </a:lnTo>
                  <a:lnTo>
                    <a:pt x="205" y="74"/>
                  </a:lnTo>
                  <a:lnTo>
                    <a:pt x="180" y="88"/>
                  </a:lnTo>
                  <a:lnTo>
                    <a:pt x="156" y="103"/>
                  </a:lnTo>
                  <a:lnTo>
                    <a:pt x="132" y="120"/>
                  </a:lnTo>
                  <a:lnTo>
                    <a:pt x="109" y="139"/>
                  </a:lnTo>
                  <a:lnTo>
                    <a:pt x="87" y="159"/>
                  </a:lnTo>
                  <a:lnTo>
                    <a:pt x="82" y="164"/>
                  </a:lnTo>
                  <a:lnTo>
                    <a:pt x="67" y="179"/>
                  </a:lnTo>
                  <a:lnTo>
                    <a:pt x="48" y="200"/>
                  </a:lnTo>
                  <a:lnTo>
                    <a:pt x="29" y="225"/>
                  </a:lnTo>
                  <a:lnTo>
                    <a:pt x="12" y="251"/>
                  </a:lnTo>
                  <a:lnTo>
                    <a:pt x="0" y="275"/>
                  </a:lnTo>
                  <a:lnTo>
                    <a:pt x="0" y="294"/>
                  </a:lnTo>
                  <a:lnTo>
                    <a:pt x="13" y="305"/>
                  </a:lnTo>
                  <a:lnTo>
                    <a:pt x="26" y="309"/>
                  </a:lnTo>
                  <a:lnTo>
                    <a:pt x="40" y="312"/>
                  </a:lnTo>
                  <a:lnTo>
                    <a:pt x="54" y="314"/>
                  </a:lnTo>
                  <a:lnTo>
                    <a:pt x="67" y="315"/>
                  </a:lnTo>
                  <a:lnTo>
                    <a:pt x="82" y="316"/>
                  </a:lnTo>
                  <a:lnTo>
                    <a:pt x="96" y="315"/>
                  </a:lnTo>
                  <a:lnTo>
                    <a:pt x="111" y="314"/>
                  </a:lnTo>
                  <a:lnTo>
                    <a:pt x="127" y="311"/>
                  </a:lnTo>
                  <a:lnTo>
                    <a:pt x="144" y="306"/>
                  </a:lnTo>
                  <a:lnTo>
                    <a:pt x="163" y="301"/>
                  </a:lnTo>
                  <a:lnTo>
                    <a:pt x="183" y="293"/>
                  </a:lnTo>
                  <a:lnTo>
                    <a:pt x="203" y="283"/>
                  </a:lnTo>
                  <a:lnTo>
                    <a:pt x="226" y="272"/>
                  </a:lnTo>
                  <a:lnTo>
                    <a:pt x="251" y="258"/>
                  </a:lnTo>
                  <a:lnTo>
                    <a:pt x="277" y="243"/>
                  </a:lnTo>
                  <a:lnTo>
                    <a:pt x="307" y="225"/>
                  </a:lnTo>
                  <a:lnTo>
                    <a:pt x="313" y="221"/>
                  </a:lnTo>
                  <a:lnTo>
                    <a:pt x="330" y="210"/>
                  </a:lnTo>
                  <a:lnTo>
                    <a:pt x="353" y="194"/>
                  </a:lnTo>
                  <a:lnTo>
                    <a:pt x="382" y="173"/>
                  </a:lnTo>
                  <a:lnTo>
                    <a:pt x="409" y="149"/>
                  </a:lnTo>
                  <a:lnTo>
                    <a:pt x="434" y="123"/>
                  </a:lnTo>
                  <a:lnTo>
                    <a:pt x="450" y="96"/>
                  </a:lnTo>
                  <a:lnTo>
                    <a:pt x="458" y="71"/>
                  </a:lnTo>
                  <a:lnTo>
                    <a:pt x="457" y="53"/>
                  </a:lnTo>
                  <a:lnTo>
                    <a:pt x="452" y="37"/>
                  </a:lnTo>
                  <a:lnTo>
                    <a:pt x="447" y="25"/>
                  </a:lnTo>
                  <a:lnTo>
                    <a:pt x="441" y="15"/>
                  </a:lnTo>
                  <a:lnTo>
                    <a:pt x="435" y="8"/>
                  </a:lnTo>
                  <a:lnTo>
                    <a:pt x="428" y="3"/>
                  </a:lnTo>
                  <a:lnTo>
                    <a:pt x="424" y="1"/>
                  </a:lnTo>
                  <a:lnTo>
                    <a:pt x="423" y="0"/>
                  </a:lnTo>
                  <a:close/>
                </a:path>
              </a:pathLst>
            </a:custGeom>
            <a:solidFill>
              <a:srgbClr val="ffbf99"/>
            </a:solidFill>
            <a:ln w="0">
              <a:noFill/>
            </a:ln>
          </p:spPr>
          <p:style>
            <a:lnRef idx="0"/>
            <a:fillRef idx="0"/>
            <a:effectRef idx="0"/>
            <a:fontRef idx="minor"/>
          </p:style>
          <p:txBody>
            <a:bodyPr lIns="90000" rIns="90000" tIns="-10800" bIns="-10800" anchor="t">
              <a:noAutofit/>
            </a:bodyPr>
            <a:p>
              <a:endParaRPr b="0" lang="en-US" sz="2400" spc="-1" strike="noStrike">
                <a:solidFill>
                  <a:srgbClr val="000000"/>
                </a:solidFill>
                <a:latin typeface="Times New Roman"/>
              </a:endParaRPr>
            </a:p>
          </p:txBody>
        </p:sp>
        <p:sp>
          <p:nvSpPr>
            <p:cNvPr id="7702" name=""/>
            <p:cNvSpPr/>
            <p:nvPr/>
          </p:nvSpPr>
          <p:spPr>
            <a:xfrm flipV="1">
              <a:off x="6032520" y="5428800"/>
              <a:ext cx="14400" cy="33120"/>
            </a:xfrm>
            <a:custGeom>
              <a:avLst/>
              <a:gdLst/>
              <a:ahLst/>
              <a:rect l="l" t="t" r="r" b="b"/>
              <a:pathLst>
                <a:path w="121" h="289">
                  <a:moveTo>
                    <a:pt x="44" y="0"/>
                  </a:moveTo>
                  <a:lnTo>
                    <a:pt x="48" y="5"/>
                  </a:lnTo>
                  <a:lnTo>
                    <a:pt x="53" y="12"/>
                  </a:lnTo>
                  <a:lnTo>
                    <a:pt x="59" y="19"/>
                  </a:lnTo>
                  <a:lnTo>
                    <a:pt x="66" y="28"/>
                  </a:lnTo>
                  <a:lnTo>
                    <a:pt x="72" y="39"/>
                  </a:lnTo>
                  <a:lnTo>
                    <a:pt x="79" y="50"/>
                  </a:lnTo>
                  <a:lnTo>
                    <a:pt x="85" y="62"/>
                  </a:lnTo>
                  <a:lnTo>
                    <a:pt x="93" y="75"/>
                  </a:lnTo>
                  <a:lnTo>
                    <a:pt x="99" y="90"/>
                  </a:lnTo>
                  <a:lnTo>
                    <a:pt x="104" y="105"/>
                  </a:lnTo>
                  <a:lnTo>
                    <a:pt x="109" y="121"/>
                  </a:lnTo>
                  <a:lnTo>
                    <a:pt x="114" y="137"/>
                  </a:lnTo>
                  <a:lnTo>
                    <a:pt x="118" y="155"/>
                  </a:lnTo>
                  <a:lnTo>
                    <a:pt x="120" y="173"/>
                  </a:lnTo>
                  <a:lnTo>
                    <a:pt x="121" y="191"/>
                  </a:lnTo>
                  <a:lnTo>
                    <a:pt x="120" y="210"/>
                  </a:lnTo>
                  <a:lnTo>
                    <a:pt x="118" y="228"/>
                  </a:lnTo>
                  <a:lnTo>
                    <a:pt x="115" y="244"/>
                  </a:lnTo>
                  <a:lnTo>
                    <a:pt x="110" y="258"/>
                  </a:lnTo>
                  <a:lnTo>
                    <a:pt x="106" y="268"/>
                  </a:lnTo>
                  <a:lnTo>
                    <a:pt x="102" y="278"/>
                  </a:lnTo>
                  <a:lnTo>
                    <a:pt x="99" y="284"/>
                  </a:lnTo>
                  <a:lnTo>
                    <a:pt x="97" y="288"/>
                  </a:lnTo>
                  <a:lnTo>
                    <a:pt x="96" y="289"/>
                  </a:lnTo>
                  <a:lnTo>
                    <a:pt x="94" y="288"/>
                  </a:lnTo>
                  <a:lnTo>
                    <a:pt x="88" y="287"/>
                  </a:lnTo>
                  <a:lnTo>
                    <a:pt x="78" y="284"/>
                  </a:lnTo>
                  <a:lnTo>
                    <a:pt x="67" y="279"/>
                  </a:lnTo>
                  <a:lnTo>
                    <a:pt x="54" y="272"/>
                  </a:lnTo>
                  <a:lnTo>
                    <a:pt x="42" y="264"/>
                  </a:lnTo>
                  <a:lnTo>
                    <a:pt x="30" y="253"/>
                  </a:lnTo>
                  <a:lnTo>
                    <a:pt x="20" y="239"/>
                  </a:lnTo>
                  <a:lnTo>
                    <a:pt x="9" y="219"/>
                  </a:lnTo>
                  <a:lnTo>
                    <a:pt x="3" y="200"/>
                  </a:lnTo>
                  <a:lnTo>
                    <a:pt x="0" y="179"/>
                  </a:lnTo>
                  <a:lnTo>
                    <a:pt x="0" y="159"/>
                  </a:lnTo>
                  <a:lnTo>
                    <a:pt x="1" y="140"/>
                  </a:lnTo>
                  <a:lnTo>
                    <a:pt x="3" y="122"/>
                  </a:lnTo>
                  <a:lnTo>
                    <a:pt x="7" y="106"/>
                  </a:lnTo>
                  <a:lnTo>
                    <a:pt x="10" y="92"/>
                  </a:lnTo>
                  <a:lnTo>
                    <a:pt x="15" y="78"/>
                  </a:lnTo>
                  <a:lnTo>
                    <a:pt x="19" y="64"/>
                  </a:lnTo>
                  <a:lnTo>
                    <a:pt x="25" y="48"/>
                  </a:lnTo>
                  <a:lnTo>
                    <a:pt x="30" y="33"/>
                  </a:lnTo>
                  <a:lnTo>
                    <a:pt x="35" y="20"/>
                  </a:lnTo>
                  <a:lnTo>
                    <a:pt x="40" y="10"/>
                  </a:lnTo>
                  <a:lnTo>
                    <a:pt x="43" y="2"/>
                  </a:lnTo>
                  <a:lnTo>
                    <a:pt x="44" y="0"/>
                  </a:lnTo>
                  <a:close/>
                </a:path>
              </a:pathLst>
            </a:custGeom>
            <a:solidFill>
              <a:srgbClr val="ffc7b2"/>
            </a:solidFill>
            <a:ln w="0">
              <a:noFill/>
            </a:ln>
          </p:spPr>
          <p:style>
            <a:lnRef idx="0"/>
            <a:fillRef idx="0"/>
            <a:effectRef idx="0"/>
            <a:fontRef idx="minor"/>
          </p:style>
          <p:txBody>
            <a:bodyPr lIns="90000" rIns="90000" tIns="-13680" bIns="-13680" anchor="t">
              <a:noAutofit/>
            </a:bodyPr>
            <a:p>
              <a:endParaRPr b="0" lang="en-US" sz="2400" spc="-1" strike="noStrike">
                <a:solidFill>
                  <a:srgbClr val="000000"/>
                </a:solidFill>
                <a:latin typeface="Times New Roman"/>
              </a:endParaRPr>
            </a:p>
          </p:txBody>
        </p:sp>
        <p:sp>
          <p:nvSpPr>
            <p:cNvPr id="7703" name=""/>
            <p:cNvSpPr/>
            <p:nvPr/>
          </p:nvSpPr>
          <p:spPr>
            <a:xfrm flipV="1">
              <a:off x="6041880" y="5338440"/>
              <a:ext cx="52560" cy="66240"/>
            </a:xfrm>
            <a:custGeom>
              <a:avLst/>
              <a:gdLst/>
              <a:ahLst/>
              <a:rect l="l" t="t" r="r" b="b"/>
              <a:pathLst>
                <a:path w="493" h="573">
                  <a:moveTo>
                    <a:pt x="398" y="0"/>
                  </a:moveTo>
                  <a:lnTo>
                    <a:pt x="371" y="3"/>
                  </a:lnTo>
                  <a:lnTo>
                    <a:pt x="345" y="9"/>
                  </a:lnTo>
                  <a:lnTo>
                    <a:pt x="318" y="17"/>
                  </a:lnTo>
                  <a:lnTo>
                    <a:pt x="292" y="28"/>
                  </a:lnTo>
                  <a:lnTo>
                    <a:pt x="266" y="40"/>
                  </a:lnTo>
                  <a:lnTo>
                    <a:pt x="241" y="55"/>
                  </a:lnTo>
                  <a:lnTo>
                    <a:pt x="216" y="71"/>
                  </a:lnTo>
                  <a:lnTo>
                    <a:pt x="192" y="89"/>
                  </a:lnTo>
                  <a:lnTo>
                    <a:pt x="169" y="108"/>
                  </a:lnTo>
                  <a:lnTo>
                    <a:pt x="146" y="129"/>
                  </a:lnTo>
                  <a:lnTo>
                    <a:pt x="124" y="150"/>
                  </a:lnTo>
                  <a:lnTo>
                    <a:pt x="103" y="173"/>
                  </a:lnTo>
                  <a:lnTo>
                    <a:pt x="83" y="196"/>
                  </a:lnTo>
                  <a:lnTo>
                    <a:pt x="65" y="220"/>
                  </a:lnTo>
                  <a:lnTo>
                    <a:pt x="47" y="245"/>
                  </a:lnTo>
                  <a:lnTo>
                    <a:pt x="30" y="270"/>
                  </a:lnTo>
                  <a:lnTo>
                    <a:pt x="29" y="273"/>
                  </a:lnTo>
                  <a:lnTo>
                    <a:pt x="26" y="281"/>
                  </a:lnTo>
                  <a:lnTo>
                    <a:pt x="22" y="294"/>
                  </a:lnTo>
                  <a:lnTo>
                    <a:pt x="18" y="310"/>
                  </a:lnTo>
                  <a:lnTo>
                    <a:pt x="13" y="330"/>
                  </a:lnTo>
                  <a:lnTo>
                    <a:pt x="7" y="352"/>
                  </a:lnTo>
                  <a:lnTo>
                    <a:pt x="3" y="377"/>
                  </a:lnTo>
                  <a:lnTo>
                    <a:pt x="1" y="402"/>
                  </a:lnTo>
                  <a:lnTo>
                    <a:pt x="0" y="428"/>
                  </a:lnTo>
                  <a:lnTo>
                    <a:pt x="2" y="454"/>
                  </a:lnTo>
                  <a:lnTo>
                    <a:pt x="6" y="479"/>
                  </a:lnTo>
                  <a:lnTo>
                    <a:pt x="14" y="503"/>
                  </a:lnTo>
                  <a:lnTo>
                    <a:pt x="26" y="524"/>
                  </a:lnTo>
                  <a:lnTo>
                    <a:pt x="42" y="543"/>
                  </a:lnTo>
                  <a:lnTo>
                    <a:pt x="63" y="558"/>
                  </a:lnTo>
                  <a:lnTo>
                    <a:pt x="90" y="569"/>
                  </a:lnTo>
                  <a:lnTo>
                    <a:pt x="105" y="572"/>
                  </a:lnTo>
                  <a:lnTo>
                    <a:pt x="124" y="573"/>
                  </a:lnTo>
                  <a:lnTo>
                    <a:pt x="144" y="571"/>
                  </a:lnTo>
                  <a:lnTo>
                    <a:pt x="165" y="567"/>
                  </a:lnTo>
                  <a:lnTo>
                    <a:pt x="188" y="562"/>
                  </a:lnTo>
                  <a:lnTo>
                    <a:pt x="210" y="552"/>
                  </a:lnTo>
                  <a:lnTo>
                    <a:pt x="234" y="542"/>
                  </a:lnTo>
                  <a:lnTo>
                    <a:pt x="258" y="530"/>
                  </a:lnTo>
                  <a:lnTo>
                    <a:pt x="282" y="515"/>
                  </a:lnTo>
                  <a:lnTo>
                    <a:pt x="306" y="499"/>
                  </a:lnTo>
                  <a:lnTo>
                    <a:pt x="330" y="481"/>
                  </a:lnTo>
                  <a:lnTo>
                    <a:pt x="352" y="461"/>
                  </a:lnTo>
                  <a:lnTo>
                    <a:pt x="374" y="439"/>
                  </a:lnTo>
                  <a:lnTo>
                    <a:pt x="394" y="416"/>
                  </a:lnTo>
                  <a:lnTo>
                    <a:pt x="411" y="391"/>
                  </a:lnTo>
                  <a:lnTo>
                    <a:pt x="428" y="365"/>
                  </a:lnTo>
                  <a:lnTo>
                    <a:pt x="429" y="364"/>
                  </a:lnTo>
                  <a:lnTo>
                    <a:pt x="431" y="359"/>
                  </a:lnTo>
                  <a:lnTo>
                    <a:pt x="434" y="352"/>
                  </a:lnTo>
                  <a:lnTo>
                    <a:pt x="439" y="343"/>
                  </a:lnTo>
                  <a:lnTo>
                    <a:pt x="444" y="331"/>
                  </a:lnTo>
                  <a:lnTo>
                    <a:pt x="450" y="318"/>
                  </a:lnTo>
                  <a:lnTo>
                    <a:pt x="456" y="303"/>
                  </a:lnTo>
                  <a:lnTo>
                    <a:pt x="463" y="286"/>
                  </a:lnTo>
                  <a:lnTo>
                    <a:pt x="468" y="270"/>
                  </a:lnTo>
                  <a:lnTo>
                    <a:pt x="474" y="251"/>
                  </a:lnTo>
                  <a:lnTo>
                    <a:pt x="479" y="232"/>
                  </a:lnTo>
                  <a:lnTo>
                    <a:pt x="484" y="214"/>
                  </a:lnTo>
                  <a:lnTo>
                    <a:pt x="489" y="195"/>
                  </a:lnTo>
                  <a:lnTo>
                    <a:pt x="491" y="176"/>
                  </a:lnTo>
                  <a:lnTo>
                    <a:pt x="493" y="159"/>
                  </a:lnTo>
                  <a:lnTo>
                    <a:pt x="493" y="141"/>
                  </a:lnTo>
                  <a:lnTo>
                    <a:pt x="486" y="99"/>
                  </a:lnTo>
                  <a:lnTo>
                    <a:pt x="475" y="67"/>
                  </a:lnTo>
                  <a:lnTo>
                    <a:pt x="459" y="42"/>
                  </a:lnTo>
                  <a:lnTo>
                    <a:pt x="443" y="24"/>
                  </a:lnTo>
                  <a:lnTo>
                    <a:pt x="426" y="12"/>
                  </a:lnTo>
                  <a:lnTo>
                    <a:pt x="411" y="5"/>
                  </a:lnTo>
                  <a:lnTo>
                    <a:pt x="402" y="1"/>
                  </a:lnTo>
                  <a:lnTo>
                    <a:pt x="398" y="0"/>
                  </a:lnTo>
                  <a:close/>
                </a:path>
              </a:pathLst>
            </a:custGeom>
            <a:solidFill>
              <a:srgbClr val="d99473"/>
            </a:solidFill>
            <a:ln w="0">
              <a:noFill/>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7704" name=""/>
            <p:cNvSpPr/>
            <p:nvPr/>
          </p:nvSpPr>
          <p:spPr>
            <a:xfrm flipV="1">
              <a:off x="6043680" y="5344920"/>
              <a:ext cx="48960" cy="58320"/>
            </a:xfrm>
            <a:custGeom>
              <a:avLst/>
              <a:gdLst/>
              <a:ahLst/>
              <a:rect l="l" t="t" r="r" b="b"/>
              <a:pathLst>
                <a:path w="471" h="522">
                  <a:moveTo>
                    <a:pt x="37" y="254"/>
                  </a:moveTo>
                  <a:lnTo>
                    <a:pt x="54" y="230"/>
                  </a:lnTo>
                  <a:lnTo>
                    <a:pt x="72" y="206"/>
                  </a:lnTo>
                  <a:lnTo>
                    <a:pt x="91" y="183"/>
                  </a:lnTo>
                  <a:lnTo>
                    <a:pt x="112" y="160"/>
                  </a:lnTo>
                  <a:lnTo>
                    <a:pt x="133" y="139"/>
                  </a:lnTo>
                  <a:lnTo>
                    <a:pt x="155" y="118"/>
                  </a:lnTo>
                  <a:lnTo>
                    <a:pt x="178" y="100"/>
                  </a:lnTo>
                  <a:lnTo>
                    <a:pt x="201" y="82"/>
                  </a:lnTo>
                  <a:lnTo>
                    <a:pt x="225" y="65"/>
                  </a:lnTo>
                  <a:lnTo>
                    <a:pt x="247" y="51"/>
                  </a:lnTo>
                  <a:lnTo>
                    <a:pt x="271" y="37"/>
                  </a:lnTo>
                  <a:lnTo>
                    <a:pt x="295" y="26"/>
                  </a:lnTo>
                  <a:lnTo>
                    <a:pt x="319" y="17"/>
                  </a:lnTo>
                  <a:lnTo>
                    <a:pt x="343" y="8"/>
                  </a:lnTo>
                  <a:lnTo>
                    <a:pt x="367" y="3"/>
                  </a:lnTo>
                  <a:lnTo>
                    <a:pt x="390" y="0"/>
                  </a:lnTo>
                  <a:lnTo>
                    <a:pt x="393" y="1"/>
                  </a:lnTo>
                  <a:lnTo>
                    <a:pt x="402" y="4"/>
                  </a:lnTo>
                  <a:lnTo>
                    <a:pt x="414" y="10"/>
                  </a:lnTo>
                  <a:lnTo>
                    <a:pt x="429" y="22"/>
                  </a:lnTo>
                  <a:lnTo>
                    <a:pt x="443" y="37"/>
                  </a:lnTo>
                  <a:lnTo>
                    <a:pt x="456" y="59"/>
                  </a:lnTo>
                  <a:lnTo>
                    <a:pt x="466" y="87"/>
                  </a:lnTo>
                  <a:lnTo>
                    <a:pt x="471" y="124"/>
                  </a:lnTo>
                  <a:lnTo>
                    <a:pt x="471" y="139"/>
                  </a:lnTo>
                  <a:lnTo>
                    <a:pt x="469" y="157"/>
                  </a:lnTo>
                  <a:lnTo>
                    <a:pt x="466" y="174"/>
                  </a:lnTo>
                  <a:lnTo>
                    <a:pt x="461" y="191"/>
                  </a:lnTo>
                  <a:lnTo>
                    <a:pt x="455" y="210"/>
                  </a:lnTo>
                  <a:lnTo>
                    <a:pt x="448" y="227"/>
                  </a:lnTo>
                  <a:lnTo>
                    <a:pt x="441" y="244"/>
                  </a:lnTo>
                  <a:lnTo>
                    <a:pt x="433" y="260"/>
                  </a:lnTo>
                  <a:lnTo>
                    <a:pt x="426" y="275"/>
                  </a:lnTo>
                  <a:lnTo>
                    <a:pt x="418" y="290"/>
                  </a:lnTo>
                  <a:lnTo>
                    <a:pt x="411" y="302"/>
                  </a:lnTo>
                  <a:lnTo>
                    <a:pt x="405" y="314"/>
                  </a:lnTo>
                  <a:lnTo>
                    <a:pt x="399" y="322"/>
                  </a:lnTo>
                  <a:lnTo>
                    <a:pt x="395" y="329"/>
                  </a:lnTo>
                  <a:lnTo>
                    <a:pt x="392" y="334"/>
                  </a:lnTo>
                  <a:lnTo>
                    <a:pt x="391" y="335"/>
                  </a:lnTo>
                  <a:lnTo>
                    <a:pt x="372" y="359"/>
                  </a:lnTo>
                  <a:lnTo>
                    <a:pt x="353" y="383"/>
                  </a:lnTo>
                  <a:lnTo>
                    <a:pt x="333" y="404"/>
                  </a:lnTo>
                  <a:lnTo>
                    <a:pt x="311" y="424"/>
                  </a:lnTo>
                  <a:lnTo>
                    <a:pt x="289" y="443"/>
                  </a:lnTo>
                  <a:lnTo>
                    <a:pt x="267" y="458"/>
                  </a:lnTo>
                  <a:lnTo>
                    <a:pt x="245" y="473"/>
                  </a:lnTo>
                  <a:lnTo>
                    <a:pt x="223" y="485"/>
                  </a:lnTo>
                  <a:lnTo>
                    <a:pt x="202" y="497"/>
                  </a:lnTo>
                  <a:lnTo>
                    <a:pt x="180" y="505"/>
                  </a:lnTo>
                  <a:lnTo>
                    <a:pt x="159" y="512"/>
                  </a:lnTo>
                  <a:lnTo>
                    <a:pt x="138" y="517"/>
                  </a:lnTo>
                  <a:lnTo>
                    <a:pt x="119" y="521"/>
                  </a:lnTo>
                  <a:lnTo>
                    <a:pt x="101" y="522"/>
                  </a:lnTo>
                  <a:lnTo>
                    <a:pt x="84" y="521"/>
                  </a:lnTo>
                  <a:lnTo>
                    <a:pt x="68" y="517"/>
                  </a:lnTo>
                  <a:lnTo>
                    <a:pt x="46" y="508"/>
                  </a:lnTo>
                  <a:lnTo>
                    <a:pt x="29" y="496"/>
                  </a:lnTo>
                  <a:lnTo>
                    <a:pt x="16" y="479"/>
                  </a:lnTo>
                  <a:lnTo>
                    <a:pt x="7" y="460"/>
                  </a:lnTo>
                  <a:lnTo>
                    <a:pt x="2" y="439"/>
                  </a:lnTo>
                  <a:lnTo>
                    <a:pt x="0" y="418"/>
                  </a:lnTo>
                  <a:lnTo>
                    <a:pt x="1" y="395"/>
                  </a:lnTo>
                  <a:lnTo>
                    <a:pt x="3" y="371"/>
                  </a:lnTo>
                  <a:lnTo>
                    <a:pt x="7" y="349"/>
                  </a:lnTo>
                  <a:lnTo>
                    <a:pt x="12" y="327"/>
                  </a:lnTo>
                  <a:lnTo>
                    <a:pt x="17" y="308"/>
                  </a:lnTo>
                  <a:lnTo>
                    <a:pt x="24" y="290"/>
                  </a:lnTo>
                  <a:lnTo>
                    <a:pt x="29" y="274"/>
                  </a:lnTo>
                  <a:lnTo>
                    <a:pt x="33" y="263"/>
                  </a:lnTo>
                  <a:lnTo>
                    <a:pt x="36" y="256"/>
                  </a:lnTo>
                  <a:lnTo>
                    <a:pt x="37" y="254"/>
                  </a:lnTo>
                  <a:close/>
                </a:path>
              </a:pathLst>
            </a:custGeom>
            <a:solidFill>
              <a:srgbClr val="e3a17d"/>
            </a:solidFill>
            <a:ln w="0">
              <a:noFill/>
            </a:ln>
          </p:spPr>
          <p:style>
            <a:lnRef idx="0"/>
            <a:fillRef idx="0"/>
            <a:effectRef idx="0"/>
            <a:fontRef idx="minor"/>
          </p:style>
          <p:txBody>
            <a:bodyPr lIns="90000" rIns="90000" tIns="11520" bIns="11520" anchor="t">
              <a:noAutofit/>
            </a:bodyPr>
            <a:p>
              <a:endParaRPr b="0" lang="en-US" sz="2400" spc="-1" strike="noStrike">
                <a:solidFill>
                  <a:srgbClr val="000000"/>
                </a:solidFill>
                <a:latin typeface="Times New Roman"/>
              </a:endParaRPr>
            </a:p>
          </p:txBody>
        </p:sp>
        <p:sp>
          <p:nvSpPr>
            <p:cNvPr id="7705" name=""/>
            <p:cNvSpPr/>
            <p:nvPr/>
          </p:nvSpPr>
          <p:spPr>
            <a:xfrm flipV="1">
              <a:off x="6043680" y="5348880"/>
              <a:ext cx="48960" cy="53640"/>
            </a:xfrm>
            <a:custGeom>
              <a:avLst/>
              <a:gdLst/>
              <a:ahLst/>
              <a:rect l="l" t="t" r="r" b="b"/>
              <a:pathLst>
                <a:path w="453" h="469">
                  <a:moveTo>
                    <a:pt x="46" y="237"/>
                  </a:moveTo>
                  <a:lnTo>
                    <a:pt x="64" y="213"/>
                  </a:lnTo>
                  <a:lnTo>
                    <a:pt x="82" y="190"/>
                  </a:lnTo>
                  <a:lnTo>
                    <a:pt x="103" y="169"/>
                  </a:lnTo>
                  <a:lnTo>
                    <a:pt x="124" y="147"/>
                  </a:lnTo>
                  <a:lnTo>
                    <a:pt x="145" y="127"/>
                  </a:lnTo>
                  <a:lnTo>
                    <a:pt x="167" y="108"/>
                  </a:lnTo>
                  <a:lnTo>
                    <a:pt x="190" y="91"/>
                  </a:lnTo>
                  <a:lnTo>
                    <a:pt x="212" y="75"/>
                  </a:lnTo>
                  <a:lnTo>
                    <a:pt x="235" y="60"/>
                  </a:lnTo>
                  <a:lnTo>
                    <a:pt x="258" y="46"/>
                  </a:lnTo>
                  <a:lnTo>
                    <a:pt x="280" y="35"/>
                  </a:lnTo>
                  <a:lnTo>
                    <a:pt x="303" y="24"/>
                  </a:lnTo>
                  <a:lnTo>
                    <a:pt x="324" y="16"/>
                  </a:lnTo>
                  <a:lnTo>
                    <a:pt x="345" y="9"/>
                  </a:lnTo>
                  <a:lnTo>
                    <a:pt x="366" y="3"/>
                  </a:lnTo>
                  <a:lnTo>
                    <a:pt x="384" y="0"/>
                  </a:lnTo>
                  <a:lnTo>
                    <a:pt x="387" y="1"/>
                  </a:lnTo>
                  <a:lnTo>
                    <a:pt x="394" y="4"/>
                  </a:lnTo>
                  <a:lnTo>
                    <a:pt x="404" y="10"/>
                  </a:lnTo>
                  <a:lnTo>
                    <a:pt x="417" y="19"/>
                  </a:lnTo>
                  <a:lnTo>
                    <a:pt x="428" y="33"/>
                  </a:lnTo>
                  <a:lnTo>
                    <a:pt x="439" y="51"/>
                  </a:lnTo>
                  <a:lnTo>
                    <a:pt x="448" y="75"/>
                  </a:lnTo>
                  <a:lnTo>
                    <a:pt x="453" y="105"/>
                  </a:lnTo>
                  <a:lnTo>
                    <a:pt x="453" y="121"/>
                  </a:lnTo>
                  <a:lnTo>
                    <a:pt x="450" y="136"/>
                  </a:lnTo>
                  <a:lnTo>
                    <a:pt x="446" y="152"/>
                  </a:lnTo>
                  <a:lnTo>
                    <a:pt x="441" y="169"/>
                  </a:lnTo>
                  <a:lnTo>
                    <a:pt x="433" y="186"/>
                  </a:lnTo>
                  <a:lnTo>
                    <a:pt x="425" y="202"/>
                  </a:lnTo>
                  <a:lnTo>
                    <a:pt x="416" y="218"/>
                  </a:lnTo>
                  <a:lnTo>
                    <a:pt x="406" y="234"/>
                  </a:lnTo>
                  <a:lnTo>
                    <a:pt x="397" y="249"/>
                  </a:lnTo>
                  <a:lnTo>
                    <a:pt x="388" y="261"/>
                  </a:lnTo>
                  <a:lnTo>
                    <a:pt x="380" y="274"/>
                  </a:lnTo>
                  <a:lnTo>
                    <a:pt x="372" y="284"/>
                  </a:lnTo>
                  <a:lnTo>
                    <a:pt x="366" y="292"/>
                  </a:lnTo>
                  <a:lnTo>
                    <a:pt x="360" y="298"/>
                  </a:lnTo>
                  <a:lnTo>
                    <a:pt x="357" y="303"/>
                  </a:lnTo>
                  <a:lnTo>
                    <a:pt x="356" y="304"/>
                  </a:lnTo>
                  <a:lnTo>
                    <a:pt x="335" y="328"/>
                  </a:lnTo>
                  <a:lnTo>
                    <a:pt x="313" y="349"/>
                  </a:lnTo>
                  <a:lnTo>
                    <a:pt x="293" y="369"/>
                  </a:lnTo>
                  <a:lnTo>
                    <a:pt x="272" y="388"/>
                  </a:lnTo>
                  <a:lnTo>
                    <a:pt x="250" y="403"/>
                  </a:lnTo>
                  <a:lnTo>
                    <a:pt x="229" y="418"/>
                  </a:lnTo>
                  <a:lnTo>
                    <a:pt x="209" y="430"/>
                  </a:lnTo>
                  <a:lnTo>
                    <a:pt x="188" y="441"/>
                  </a:lnTo>
                  <a:lnTo>
                    <a:pt x="169" y="450"/>
                  </a:lnTo>
                  <a:lnTo>
                    <a:pt x="150" y="457"/>
                  </a:lnTo>
                  <a:lnTo>
                    <a:pt x="131" y="463"/>
                  </a:lnTo>
                  <a:lnTo>
                    <a:pt x="112" y="466"/>
                  </a:lnTo>
                  <a:lnTo>
                    <a:pt x="96" y="468"/>
                  </a:lnTo>
                  <a:lnTo>
                    <a:pt x="79" y="469"/>
                  </a:lnTo>
                  <a:lnTo>
                    <a:pt x="62" y="468"/>
                  </a:lnTo>
                  <a:lnTo>
                    <a:pt x="48" y="465"/>
                  </a:lnTo>
                  <a:lnTo>
                    <a:pt x="30" y="457"/>
                  </a:lnTo>
                  <a:lnTo>
                    <a:pt x="17" y="447"/>
                  </a:lnTo>
                  <a:lnTo>
                    <a:pt x="8" y="434"/>
                  </a:lnTo>
                  <a:lnTo>
                    <a:pt x="2" y="417"/>
                  </a:lnTo>
                  <a:lnTo>
                    <a:pt x="0" y="399"/>
                  </a:lnTo>
                  <a:lnTo>
                    <a:pt x="0" y="381"/>
                  </a:lnTo>
                  <a:lnTo>
                    <a:pt x="2" y="361"/>
                  </a:lnTo>
                  <a:lnTo>
                    <a:pt x="6" y="340"/>
                  </a:lnTo>
                  <a:lnTo>
                    <a:pt x="12" y="320"/>
                  </a:lnTo>
                  <a:lnTo>
                    <a:pt x="18" y="302"/>
                  </a:lnTo>
                  <a:lnTo>
                    <a:pt x="25" y="284"/>
                  </a:lnTo>
                  <a:lnTo>
                    <a:pt x="31" y="268"/>
                  </a:lnTo>
                  <a:lnTo>
                    <a:pt x="36" y="256"/>
                  </a:lnTo>
                  <a:lnTo>
                    <a:pt x="42" y="245"/>
                  </a:lnTo>
                  <a:lnTo>
                    <a:pt x="45" y="239"/>
                  </a:lnTo>
                  <a:lnTo>
                    <a:pt x="46" y="237"/>
                  </a:lnTo>
                  <a:close/>
                </a:path>
              </a:pathLst>
            </a:custGeom>
            <a:solidFill>
              <a:srgbClr val="eba985"/>
            </a:solidFill>
            <a:ln w="0">
              <a:noFill/>
            </a:ln>
          </p:spPr>
          <p:style>
            <a:lnRef idx="0"/>
            <a:fillRef idx="0"/>
            <a:effectRef idx="0"/>
            <a:fontRef idx="minor"/>
          </p:style>
          <p:txBody>
            <a:bodyPr lIns="90000" rIns="90000" tIns="6840" bIns="6840" anchor="t">
              <a:noAutofit/>
            </a:bodyPr>
            <a:p>
              <a:endParaRPr b="0" lang="en-US" sz="2400" spc="-1" strike="noStrike">
                <a:solidFill>
                  <a:srgbClr val="000000"/>
                </a:solidFill>
                <a:latin typeface="Times New Roman"/>
              </a:endParaRPr>
            </a:p>
          </p:txBody>
        </p:sp>
        <p:sp>
          <p:nvSpPr>
            <p:cNvPr id="7706" name=""/>
            <p:cNvSpPr/>
            <p:nvPr/>
          </p:nvSpPr>
          <p:spPr>
            <a:xfrm flipV="1">
              <a:off x="6045120" y="5354280"/>
              <a:ext cx="46080" cy="48960"/>
            </a:xfrm>
            <a:custGeom>
              <a:avLst/>
              <a:gdLst/>
              <a:ahLst/>
              <a:rect l="l" t="t" r="r" b="b"/>
              <a:pathLst>
                <a:path w="436" h="415">
                  <a:moveTo>
                    <a:pt x="57" y="219"/>
                  </a:moveTo>
                  <a:lnTo>
                    <a:pt x="75" y="195"/>
                  </a:lnTo>
                  <a:lnTo>
                    <a:pt x="94" y="173"/>
                  </a:lnTo>
                  <a:lnTo>
                    <a:pt x="115" y="152"/>
                  </a:lnTo>
                  <a:lnTo>
                    <a:pt x="137" y="133"/>
                  </a:lnTo>
                  <a:lnTo>
                    <a:pt x="159" y="114"/>
                  </a:lnTo>
                  <a:lnTo>
                    <a:pt x="180" y="96"/>
                  </a:lnTo>
                  <a:lnTo>
                    <a:pt x="202" y="81"/>
                  </a:lnTo>
                  <a:lnTo>
                    <a:pt x="225" y="66"/>
                  </a:lnTo>
                  <a:lnTo>
                    <a:pt x="247" y="53"/>
                  </a:lnTo>
                  <a:lnTo>
                    <a:pt x="269" y="41"/>
                  </a:lnTo>
                  <a:lnTo>
                    <a:pt x="290" y="30"/>
                  </a:lnTo>
                  <a:lnTo>
                    <a:pt x="311" y="21"/>
                  </a:lnTo>
                  <a:lnTo>
                    <a:pt x="330" y="13"/>
                  </a:lnTo>
                  <a:lnTo>
                    <a:pt x="348" y="7"/>
                  </a:lnTo>
                  <a:lnTo>
                    <a:pt x="365" y="3"/>
                  </a:lnTo>
                  <a:lnTo>
                    <a:pt x="380" y="0"/>
                  </a:lnTo>
                  <a:lnTo>
                    <a:pt x="383" y="1"/>
                  </a:lnTo>
                  <a:lnTo>
                    <a:pt x="389" y="3"/>
                  </a:lnTo>
                  <a:lnTo>
                    <a:pt x="396" y="8"/>
                  </a:lnTo>
                  <a:lnTo>
                    <a:pt x="406" y="15"/>
                  </a:lnTo>
                  <a:lnTo>
                    <a:pt x="416" y="27"/>
                  </a:lnTo>
                  <a:lnTo>
                    <a:pt x="425" y="41"/>
                  </a:lnTo>
                  <a:lnTo>
                    <a:pt x="431" y="61"/>
                  </a:lnTo>
                  <a:lnTo>
                    <a:pt x="436" y="86"/>
                  </a:lnTo>
                  <a:lnTo>
                    <a:pt x="436" y="99"/>
                  </a:lnTo>
                  <a:lnTo>
                    <a:pt x="433" y="115"/>
                  </a:lnTo>
                  <a:lnTo>
                    <a:pt x="427" y="129"/>
                  </a:lnTo>
                  <a:lnTo>
                    <a:pt x="421" y="145"/>
                  </a:lnTo>
                  <a:lnTo>
                    <a:pt x="413" y="161"/>
                  </a:lnTo>
                  <a:lnTo>
                    <a:pt x="402" y="176"/>
                  </a:lnTo>
                  <a:lnTo>
                    <a:pt x="393" y="191"/>
                  </a:lnTo>
                  <a:lnTo>
                    <a:pt x="381" y="205"/>
                  </a:lnTo>
                  <a:lnTo>
                    <a:pt x="371" y="219"/>
                  </a:lnTo>
                  <a:lnTo>
                    <a:pt x="361" y="232"/>
                  </a:lnTo>
                  <a:lnTo>
                    <a:pt x="350" y="243"/>
                  </a:lnTo>
                  <a:lnTo>
                    <a:pt x="342" y="253"/>
                  </a:lnTo>
                  <a:lnTo>
                    <a:pt x="334" y="260"/>
                  </a:lnTo>
                  <a:lnTo>
                    <a:pt x="328" y="267"/>
                  </a:lnTo>
                  <a:lnTo>
                    <a:pt x="324" y="271"/>
                  </a:lnTo>
                  <a:lnTo>
                    <a:pt x="323" y="272"/>
                  </a:lnTo>
                  <a:lnTo>
                    <a:pt x="299" y="295"/>
                  </a:lnTo>
                  <a:lnTo>
                    <a:pt x="277" y="314"/>
                  </a:lnTo>
                  <a:lnTo>
                    <a:pt x="255" y="333"/>
                  </a:lnTo>
                  <a:lnTo>
                    <a:pt x="234" y="350"/>
                  </a:lnTo>
                  <a:lnTo>
                    <a:pt x="214" y="363"/>
                  </a:lnTo>
                  <a:lnTo>
                    <a:pt x="194" y="376"/>
                  </a:lnTo>
                  <a:lnTo>
                    <a:pt x="175" y="386"/>
                  </a:lnTo>
                  <a:lnTo>
                    <a:pt x="157" y="394"/>
                  </a:lnTo>
                  <a:lnTo>
                    <a:pt x="139" y="402"/>
                  </a:lnTo>
                  <a:lnTo>
                    <a:pt x="122" y="407"/>
                  </a:lnTo>
                  <a:lnTo>
                    <a:pt x="105" y="411"/>
                  </a:lnTo>
                  <a:lnTo>
                    <a:pt x="90" y="414"/>
                  </a:lnTo>
                  <a:lnTo>
                    <a:pt x="74" y="415"/>
                  </a:lnTo>
                  <a:lnTo>
                    <a:pt x="60" y="415"/>
                  </a:lnTo>
                  <a:lnTo>
                    <a:pt x="45" y="413"/>
                  </a:lnTo>
                  <a:lnTo>
                    <a:pt x="31" y="411"/>
                  </a:lnTo>
                  <a:lnTo>
                    <a:pt x="17" y="406"/>
                  </a:lnTo>
                  <a:lnTo>
                    <a:pt x="8" y="398"/>
                  </a:lnTo>
                  <a:lnTo>
                    <a:pt x="2" y="386"/>
                  </a:lnTo>
                  <a:lnTo>
                    <a:pt x="0" y="373"/>
                  </a:lnTo>
                  <a:lnTo>
                    <a:pt x="0" y="358"/>
                  </a:lnTo>
                  <a:lnTo>
                    <a:pt x="2" y="341"/>
                  </a:lnTo>
                  <a:lnTo>
                    <a:pt x="7" y="325"/>
                  </a:lnTo>
                  <a:lnTo>
                    <a:pt x="13" y="307"/>
                  </a:lnTo>
                  <a:lnTo>
                    <a:pt x="19" y="291"/>
                  </a:lnTo>
                  <a:lnTo>
                    <a:pt x="26" y="275"/>
                  </a:lnTo>
                  <a:lnTo>
                    <a:pt x="34" y="259"/>
                  </a:lnTo>
                  <a:lnTo>
                    <a:pt x="41" y="246"/>
                  </a:lnTo>
                  <a:lnTo>
                    <a:pt x="47" y="234"/>
                  </a:lnTo>
                  <a:lnTo>
                    <a:pt x="52" y="226"/>
                  </a:lnTo>
                  <a:lnTo>
                    <a:pt x="56" y="221"/>
                  </a:lnTo>
                  <a:lnTo>
                    <a:pt x="57" y="219"/>
                  </a:lnTo>
                  <a:close/>
                </a:path>
              </a:pathLst>
            </a:custGeom>
            <a:solidFill>
              <a:srgbClr val="f5b58f"/>
            </a:solidFill>
            <a:ln w="0">
              <a:noFill/>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7707" name=""/>
            <p:cNvSpPr/>
            <p:nvPr/>
          </p:nvSpPr>
          <p:spPr>
            <a:xfrm flipV="1">
              <a:off x="6045120" y="5358960"/>
              <a:ext cx="46080" cy="41040"/>
            </a:xfrm>
            <a:custGeom>
              <a:avLst/>
              <a:gdLst/>
              <a:ahLst/>
              <a:rect l="l" t="t" r="r" b="b"/>
              <a:pathLst>
                <a:path w="423" h="362">
                  <a:moveTo>
                    <a:pt x="382" y="0"/>
                  </a:moveTo>
                  <a:lnTo>
                    <a:pt x="370" y="3"/>
                  </a:lnTo>
                  <a:lnTo>
                    <a:pt x="357" y="7"/>
                  </a:lnTo>
                  <a:lnTo>
                    <a:pt x="341" y="13"/>
                  </a:lnTo>
                  <a:lnTo>
                    <a:pt x="323" y="20"/>
                  </a:lnTo>
                  <a:lnTo>
                    <a:pt x="306" y="28"/>
                  </a:lnTo>
                  <a:lnTo>
                    <a:pt x="285" y="37"/>
                  </a:lnTo>
                  <a:lnTo>
                    <a:pt x="264" y="48"/>
                  </a:lnTo>
                  <a:lnTo>
                    <a:pt x="243" y="59"/>
                  </a:lnTo>
                  <a:lnTo>
                    <a:pt x="220" y="73"/>
                  </a:lnTo>
                  <a:lnTo>
                    <a:pt x="198" y="86"/>
                  </a:lnTo>
                  <a:lnTo>
                    <a:pt x="175" y="103"/>
                  </a:lnTo>
                  <a:lnTo>
                    <a:pt x="154" y="119"/>
                  </a:lnTo>
                  <a:lnTo>
                    <a:pt x="132" y="138"/>
                  </a:lnTo>
                  <a:lnTo>
                    <a:pt x="110" y="158"/>
                  </a:lnTo>
                  <a:lnTo>
                    <a:pt x="90" y="180"/>
                  </a:lnTo>
                  <a:lnTo>
                    <a:pt x="70" y="202"/>
                  </a:lnTo>
                  <a:lnTo>
                    <a:pt x="66" y="209"/>
                  </a:lnTo>
                  <a:lnTo>
                    <a:pt x="54" y="225"/>
                  </a:lnTo>
                  <a:lnTo>
                    <a:pt x="38" y="249"/>
                  </a:lnTo>
                  <a:lnTo>
                    <a:pt x="22" y="276"/>
                  </a:lnTo>
                  <a:lnTo>
                    <a:pt x="9" y="304"/>
                  </a:lnTo>
                  <a:lnTo>
                    <a:pt x="0" y="329"/>
                  </a:lnTo>
                  <a:lnTo>
                    <a:pt x="3" y="349"/>
                  </a:lnTo>
                  <a:lnTo>
                    <a:pt x="16" y="358"/>
                  </a:lnTo>
                  <a:lnTo>
                    <a:pt x="30" y="360"/>
                  </a:lnTo>
                  <a:lnTo>
                    <a:pt x="43" y="361"/>
                  </a:lnTo>
                  <a:lnTo>
                    <a:pt x="58" y="362"/>
                  </a:lnTo>
                  <a:lnTo>
                    <a:pt x="71" y="362"/>
                  </a:lnTo>
                  <a:lnTo>
                    <a:pt x="85" y="361"/>
                  </a:lnTo>
                  <a:lnTo>
                    <a:pt x="99" y="358"/>
                  </a:lnTo>
                  <a:lnTo>
                    <a:pt x="114" y="355"/>
                  </a:lnTo>
                  <a:lnTo>
                    <a:pt x="130" y="350"/>
                  </a:lnTo>
                  <a:lnTo>
                    <a:pt x="145" y="343"/>
                  </a:lnTo>
                  <a:lnTo>
                    <a:pt x="163" y="334"/>
                  </a:lnTo>
                  <a:lnTo>
                    <a:pt x="181" y="324"/>
                  </a:lnTo>
                  <a:lnTo>
                    <a:pt x="200" y="313"/>
                  </a:lnTo>
                  <a:lnTo>
                    <a:pt x="221" y="298"/>
                  </a:lnTo>
                  <a:lnTo>
                    <a:pt x="244" y="281"/>
                  </a:lnTo>
                  <a:lnTo>
                    <a:pt x="268" y="263"/>
                  </a:lnTo>
                  <a:lnTo>
                    <a:pt x="294" y="241"/>
                  </a:lnTo>
                  <a:lnTo>
                    <a:pt x="295" y="240"/>
                  </a:lnTo>
                  <a:lnTo>
                    <a:pt x="300" y="236"/>
                  </a:lnTo>
                  <a:lnTo>
                    <a:pt x="307" y="231"/>
                  </a:lnTo>
                  <a:lnTo>
                    <a:pt x="315" y="223"/>
                  </a:lnTo>
                  <a:lnTo>
                    <a:pt x="325" y="214"/>
                  </a:lnTo>
                  <a:lnTo>
                    <a:pt x="337" y="204"/>
                  </a:lnTo>
                  <a:lnTo>
                    <a:pt x="348" y="192"/>
                  </a:lnTo>
                  <a:lnTo>
                    <a:pt x="361" y="179"/>
                  </a:lnTo>
                  <a:lnTo>
                    <a:pt x="373" y="166"/>
                  </a:lnTo>
                  <a:lnTo>
                    <a:pt x="385" y="152"/>
                  </a:lnTo>
                  <a:lnTo>
                    <a:pt x="396" y="137"/>
                  </a:lnTo>
                  <a:lnTo>
                    <a:pt x="406" y="122"/>
                  </a:lnTo>
                  <a:lnTo>
                    <a:pt x="414" y="108"/>
                  </a:lnTo>
                  <a:lnTo>
                    <a:pt x="419" y="94"/>
                  </a:lnTo>
                  <a:lnTo>
                    <a:pt x="423" y="80"/>
                  </a:lnTo>
                  <a:lnTo>
                    <a:pt x="423" y="67"/>
                  </a:lnTo>
                  <a:lnTo>
                    <a:pt x="420" y="49"/>
                  </a:lnTo>
                  <a:lnTo>
                    <a:pt x="415" y="33"/>
                  </a:lnTo>
                  <a:lnTo>
                    <a:pt x="408" y="22"/>
                  </a:lnTo>
                  <a:lnTo>
                    <a:pt x="400" y="12"/>
                  </a:lnTo>
                  <a:lnTo>
                    <a:pt x="393" y="6"/>
                  </a:lnTo>
                  <a:lnTo>
                    <a:pt x="388" y="3"/>
                  </a:lnTo>
                  <a:lnTo>
                    <a:pt x="384" y="1"/>
                  </a:lnTo>
                  <a:lnTo>
                    <a:pt x="382" y="0"/>
                  </a:lnTo>
                  <a:close/>
                </a:path>
              </a:pathLst>
            </a:custGeom>
            <a:solidFill>
              <a:srgbClr val="ffbf99"/>
            </a:solidFill>
            <a:ln w="0">
              <a:noFill/>
            </a:ln>
          </p:spPr>
          <p:style>
            <a:lnRef idx="0"/>
            <a:fillRef idx="0"/>
            <a:effectRef idx="0"/>
            <a:fontRef idx="minor"/>
          </p:style>
          <p:txBody>
            <a:bodyPr lIns="90000" rIns="90000" tIns="-5760" bIns="-5760" anchor="t">
              <a:noAutofit/>
            </a:bodyPr>
            <a:p>
              <a:endParaRPr b="0" lang="en-US" sz="2400" spc="-1" strike="noStrike">
                <a:solidFill>
                  <a:srgbClr val="000000"/>
                </a:solidFill>
                <a:latin typeface="Times New Roman"/>
              </a:endParaRPr>
            </a:p>
          </p:txBody>
        </p:sp>
        <p:sp>
          <p:nvSpPr>
            <p:cNvPr id="7708" name=""/>
            <p:cNvSpPr/>
            <p:nvPr/>
          </p:nvSpPr>
          <p:spPr>
            <a:xfrm flipV="1">
              <a:off x="6043680" y="5338440"/>
              <a:ext cx="12600" cy="33120"/>
            </a:xfrm>
            <a:custGeom>
              <a:avLst/>
              <a:gdLst/>
              <a:ahLst/>
              <a:rect l="l" t="t" r="r" b="b"/>
              <a:pathLst>
                <a:path w="125" h="284">
                  <a:moveTo>
                    <a:pt x="27" y="0"/>
                  </a:moveTo>
                  <a:lnTo>
                    <a:pt x="31" y="5"/>
                  </a:lnTo>
                  <a:lnTo>
                    <a:pt x="37" y="11"/>
                  </a:lnTo>
                  <a:lnTo>
                    <a:pt x="43" y="17"/>
                  </a:lnTo>
                  <a:lnTo>
                    <a:pt x="50" y="25"/>
                  </a:lnTo>
                  <a:lnTo>
                    <a:pt x="58" y="35"/>
                  </a:lnTo>
                  <a:lnTo>
                    <a:pt x="66" y="45"/>
                  </a:lnTo>
                  <a:lnTo>
                    <a:pt x="74" y="57"/>
                  </a:lnTo>
                  <a:lnTo>
                    <a:pt x="83" y="70"/>
                  </a:lnTo>
                  <a:lnTo>
                    <a:pt x="90" y="84"/>
                  </a:lnTo>
                  <a:lnTo>
                    <a:pt x="97" y="98"/>
                  </a:lnTo>
                  <a:lnTo>
                    <a:pt x="105" y="114"/>
                  </a:lnTo>
                  <a:lnTo>
                    <a:pt x="111" y="129"/>
                  </a:lnTo>
                  <a:lnTo>
                    <a:pt x="116" y="147"/>
                  </a:lnTo>
                  <a:lnTo>
                    <a:pt x="120" y="165"/>
                  </a:lnTo>
                  <a:lnTo>
                    <a:pt x="123" y="183"/>
                  </a:lnTo>
                  <a:lnTo>
                    <a:pt x="125" y="202"/>
                  </a:lnTo>
                  <a:lnTo>
                    <a:pt x="125" y="220"/>
                  </a:lnTo>
                  <a:lnTo>
                    <a:pt x="124" y="236"/>
                  </a:lnTo>
                  <a:lnTo>
                    <a:pt x="122" y="251"/>
                  </a:lnTo>
                  <a:lnTo>
                    <a:pt x="119" y="262"/>
                  </a:lnTo>
                  <a:lnTo>
                    <a:pt x="117" y="272"/>
                  </a:lnTo>
                  <a:lnTo>
                    <a:pt x="114" y="279"/>
                  </a:lnTo>
                  <a:lnTo>
                    <a:pt x="113" y="283"/>
                  </a:lnTo>
                  <a:lnTo>
                    <a:pt x="112" y="284"/>
                  </a:lnTo>
                  <a:lnTo>
                    <a:pt x="110" y="284"/>
                  </a:lnTo>
                  <a:lnTo>
                    <a:pt x="104" y="283"/>
                  </a:lnTo>
                  <a:lnTo>
                    <a:pt x="94" y="281"/>
                  </a:lnTo>
                  <a:lnTo>
                    <a:pt x="83" y="278"/>
                  </a:lnTo>
                  <a:lnTo>
                    <a:pt x="69" y="273"/>
                  </a:lnTo>
                  <a:lnTo>
                    <a:pt x="56" y="265"/>
                  </a:lnTo>
                  <a:lnTo>
                    <a:pt x="42" y="256"/>
                  </a:lnTo>
                  <a:lnTo>
                    <a:pt x="31" y="244"/>
                  </a:lnTo>
                  <a:lnTo>
                    <a:pt x="18" y="225"/>
                  </a:lnTo>
                  <a:lnTo>
                    <a:pt x="10" y="206"/>
                  </a:lnTo>
                  <a:lnTo>
                    <a:pt x="5" y="185"/>
                  </a:lnTo>
                  <a:lnTo>
                    <a:pt x="2" y="166"/>
                  </a:lnTo>
                  <a:lnTo>
                    <a:pt x="0" y="146"/>
                  </a:lnTo>
                  <a:lnTo>
                    <a:pt x="0" y="128"/>
                  </a:lnTo>
                  <a:lnTo>
                    <a:pt x="2" y="112"/>
                  </a:lnTo>
                  <a:lnTo>
                    <a:pt x="4" y="97"/>
                  </a:lnTo>
                  <a:lnTo>
                    <a:pt x="6" y="83"/>
                  </a:lnTo>
                  <a:lnTo>
                    <a:pt x="10" y="67"/>
                  </a:lnTo>
                  <a:lnTo>
                    <a:pt x="13" y="51"/>
                  </a:lnTo>
                  <a:lnTo>
                    <a:pt x="17" y="36"/>
                  </a:lnTo>
                  <a:lnTo>
                    <a:pt x="20" y="21"/>
                  </a:lnTo>
                  <a:lnTo>
                    <a:pt x="23" y="11"/>
                  </a:lnTo>
                  <a:lnTo>
                    <a:pt x="25" y="4"/>
                  </a:lnTo>
                  <a:lnTo>
                    <a:pt x="27" y="0"/>
                  </a:lnTo>
                  <a:close/>
                </a:path>
              </a:pathLst>
            </a:custGeom>
            <a:solidFill>
              <a:srgbClr val="ffc7b2"/>
            </a:solidFill>
            <a:ln w="0">
              <a:noFill/>
            </a:ln>
          </p:spPr>
          <p:style>
            <a:lnRef idx="0"/>
            <a:fillRef idx="0"/>
            <a:effectRef idx="0"/>
            <a:fontRef idx="minor"/>
          </p:style>
          <p:txBody>
            <a:bodyPr lIns="90000" rIns="90000" tIns="-13680" bIns="-13680" anchor="t">
              <a:noAutofit/>
            </a:bodyPr>
            <a:p>
              <a:endParaRPr b="0" lang="en-US" sz="2400" spc="-1" strike="noStrike">
                <a:solidFill>
                  <a:srgbClr val="000000"/>
                </a:solidFill>
                <a:latin typeface="Times New Roman"/>
              </a:endParaRPr>
            </a:p>
          </p:txBody>
        </p:sp>
        <p:sp>
          <p:nvSpPr>
            <p:cNvPr id="7709" name=""/>
            <p:cNvSpPr/>
            <p:nvPr/>
          </p:nvSpPr>
          <p:spPr>
            <a:xfrm flipV="1">
              <a:off x="6072120" y="5264640"/>
              <a:ext cx="36720" cy="60120"/>
            </a:xfrm>
            <a:custGeom>
              <a:avLst/>
              <a:gdLst/>
              <a:ahLst/>
              <a:rect l="l" t="t" r="r" b="b"/>
              <a:pathLst>
                <a:path w="366" h="535">
                  <a:moveTo>
                    <a:pt x="268" y="0"/>
                  </a:moveTo>
                  <a:lnTo>
                    <a:pt x="247" y="3"/>
                  </a:lnTo>
                  <a:lnTo>
                    <a:pt x="226" y="10"/>
                  </a:lnTo>
                  <a:lnTo>
                    <a:pt x="206" y="18"/>
                  </a:lnTo>
                  <a:lnTo>
                    <a:pt x="187" y="28"/>
                  </a:lnTo>
                  <a:lnTo>
                    <a:pt x="168" y="40"/>
                  </a:lnTo>
                  <a:lnTo>
                    <a:pt x="149" y="54"/>
                  </a:lnTo>
                  <a:lnTo>
                    <a:pt x="131" y="70"/>
                  </a:lnTo>
                  <a:lnTo>
                    <a:pt x="115" y="86"/>
                  </a:lnTo>
                  <a:lnTo>
                    <a:pt x="98" y="105"/>
                  </a:lnTo>
                  <a:lnTo>
                    <a:pt x="83" y="125"/>
                  </a:lnTo>
                  <a:lnTo>
                    <a:pt x="67" y="146"/>
                  </a:lnTo>
                  <a:lnTo>
                    <a:pt x="53" y="166"/>
                  </a:lnTo>
                  <a:lnTo>
                    <a:pt x="40" y="188"/>
                  </a:lnTo>
                  <a:lnTo>
                    <a:pt x="28" y="211"/>
                  </a:lnTo>
                  <a:lnTo>
                    <a:pt x="17" y="234"/>
                  </a:lnTo>
                  <a:lnTo>
                    <a:pt x="8" y="257"/>
                  </a:lnTo>
                  <a:lnTo>
                    <a:pt x="8" y="260"/>
                  </a:lnTo>
                  <a:lnTo>
                    <a:pt x="5" y="267"/>
                  </a:lnTo>
                  <a:lnTo>
                    <a:pt x="4" y="279"/>
                  </a:lnTo>
                  <a:lnTo>
                    <a:pt x="2" y="294"/>
                  </a:lnTo>
                  <a:lnTo>
                    <a:pt x="1" y="313"/>
                  </a:lnTo>
                  <a:lnTo>
                    <a:pt x="0" y="334"/>
                  </a:lnTo>
                  <a:lnTo>
                    <a:pt x="0" y="356"/>
                  </a:lnTo>
                  <a:lnTo>
                    <a:pt x="1" y="379"/>
                  </a:lnTo>
                  <a:lnTo>
                    <a:pt x="4" y="403"/>
                  </a:lnTo>
                  <a:lnTo>
                    <a:pt x="9" y="427"/>
                  </a:lnTo>
                  <a:lnTo>
                    <a:pt x="15" y="450"/>
                  </a:lnTo>
                  <a:lnTo>
                    <a:pt x="24" y="472"/>
                  </a:lnTo>
                  <a:lnTo>
                    <a:pt x="36" y="492"/>
                  </a:lnTo>
                  <a:lnTo>
                    <a:pt x="51" y="508"/>
                  </a:lnTo>
                  <a:lnTo>
                    <a:pt x="70" y="523"/>
                  </a:lnTo>
                  <a:lnTo>
                    <a:pt x="92" y="532"/>
                  </a:lnTo>
                  <a:lnTo>
                    <a:pt x="104" y="535"/>
                  </a:lnTo>
                  <a:lnTo>
                    <a:pt x="118" y="535"/>
                  </a:lnTo>
                  <a:lnTo>
                    <a:pt x="131" y="533"/>
                  </a:lnTo>
                  <a:lnTo>
                    <a:pt x="146" y="529"/>
                  </a:lnTo>
                  <a:lnTo>
                    <a:pt x="161" y="523"/>
                  </a:lnTo>
                  <a:lnTo>
                    <a:pt x="175" y="514"/>
                  </a:lnTo>
                  <a:lnTo>
                    <a:pt x="191" y="505"/>
                  </a:lnTo>
                  <a:lnTo>
                    <a:pt x="205" y="493"/>
                  </a:lnTo>
                  <a:lnTo>
                    <a:pt x="221" y="479"/>
                  </a:lnTo>
                  <a:lnTo>
                    <a:pt x="236" y="465"/>
                  </a:lnTo>
                  <a:lnTo>
                    <a:pt x="250" y="448"/>
                  </a:lnTo>
                  <a:lnTo>
                    <a:pt x="264" y="429"/>
                  </a:lnTo>
                  <a:lnTo>
                    <a:pt x="277" y="411"/>
                  </a:lnTo>
                  <a:lnTo>
                    <a:pt x="290" y="390"/>
                  </a:lnTo>
                  <a:lnTo>
                    <a:pt x="302" y="368"/>
                  </a:lnTo>
                  <a:lnTo>
                    <a:pt x="313" y="345"/>
                  </a:lnTo>
                  <a:lnTo>
                    <a:pt x="315" y="342"/>
                  </a:lnTo>
                  <a:lnTo>
                    <a:pt x="319" y="333"/>
                  </a:lnTo>
                  <a:lnTo>
                    <a:pt x="326" y="318"/>
                  </a:lnTo>
                  <a:lnTo>
                    <a:pt x="334" y="297"/>
                  </a:lnTo>
                  <a:lnTo>
                    <a:pt x="343" y="273"/>
                  </a:lnTo>
                  <a:lnTo>
                    <a:pt x="351" y="246"/>
                  </a:lnTo>
                  <a:lnTo>
                    <a:pt x="359" y="215"/>
                  </a:lnTo>
                  <a:lnTo>
                    <a:pt x="364" y="182"/>
                  </a:lnTo>
                  <a:lnTo>
                    <a:pt x="366" y="155"/>
                  </a:lnTo>
                  <a:lnTo>
                    <a:pt x="365" y="131"/>
                  </a:lnTo>
                  <a:lnTo>
                    <a:pt x="362" y="109"/>
                  </a:lnTo>
                  <a:lnTo>
                    <a:pt x="356" y="91"/>
                  </a:lnTo>
                  <a:lnTo>
                    <a:pt x="350" y="74"/>
                  </a:lnTo>
                  <a:lnTo>
                    <a:pt x="342" y="58"/>
                  </a:lnTo>
                  <a:lnTo>
                    <a:pt x="332" y="46"/>
                  </a:lnTo>
                  <a:lnTo>
                    <a:pt x="323" y="35"/>
                  </a:lnTo>
                  <a:lnTo>
                    <a:pt x="313" y="26"/>
                  </a:lnTo>
                  <a:lnTo>
                    <a:pt x="303" y="18"/>
                  </a:lnTo>
                  <a:lnTo>
                    <a:pt x="294" y="13"/>
                  </a:lnTo>
                  <a:lnTo>
                    <a:pt x="286" y="8"/>
                  </a:lnTo>
                  <a:lnTo>
                    <a:pt x="278" y="4"/>
                  </a:lnTo>
                  <a:lnTo>
                    <a:pt x="273" y="2"/>
                  </a:lnTo>
                  <a:lnTo>
                    <a:pt x="269" y="0"/>
                  </a:lnTo>
                  <a:lnTo>
                    <a:pt x="268" y="0"/>
                  </a:lnTo>
                  <a:close/>
                </a:path>
              </a:pathLst>
            </a:custGeom>
            <a:solidFill>
              <a:srgbClr val="d99473"/>
            </a:solidFill>
            <a:ln w="0">
              <a:noFill/>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7710" name=""/>
            <p:cNvSpPr/>
            <p:nvPr/>
          </p:nvSpPr>
          <p:spPr>
            <a:xfrm flipV="1">
              <a:off x="6072120" y="5270040"/>
              <a:ext cx="36720" cy="55440"/>
            </a:xfrm>
            <a:custGeom>
              <a:avLst/>
              <a:gdLst/>
              <a:ahLst/>
              <a:rect l="l" t="t" r="r" b="b"/>
              <a:pathLst>
                <a:path w="345" h="487">
                  <a:moveTo>
                    <a:pt x="11" y="240"/>
                  </a:moveTo>
                  <a:lnTo>
                    <a:pt x="21" y="218"/>
                  </a:lnTo>
                  <a:lnTo>
                    <a:pt x="33" y="196"/>
                  </a:lnTo>
                  <a:lnTo>
                    <a:pt x="45" y="174"/>
                  </a:lnTo>
                  <a:lnTo>
                    <a:pt x="59" y="153"/>
                  </a:lnTo>
                  <a:lnTo>
                    <a:pt x="73" y="133"/>
                  </a:lnTo>
                  <a:lnTo>
                    <a:pt x="88" y="114"/>
                  </a:lnTo>
                  <a:lnTo>
                    <a:pt x="104" y="96"/>
                  </a:lnTo>
                  <a:lnTo>
                    <a:pt x="119" y="79"/>
                  </a:lnTo>
                  <a:lnTo>
                    <a:pt x="136" y="64"/>
                  </a:lnTo>
                  <a:lnTo>
                    <a:pt x="154" y="49"/>
                  </a:lnTo>
                  <a:lnTo>
                    <a:pt x="170" y="37"/>
                  </a:lnTo>
                  <a:lnTo>
                    <a:pt x="188" y="25"/>
                  </a:lnTo>
                  <a:lnTo>
                    <a:pt x="206" y="16"/>
                  </a:lnTo>
                  <a:lnTo>
                    <a:pt x="224" y="9"/>
                  </a:lnTo>
                  <a:lnTo>
                    <a:pt x="241" y="4"/>
                  </a:lnTo>
                  <a:lnTo>
                    <a:pt x="259" y="0"/>
                  </a:lnTo>
                  <a:lnTo>
                    <a:pt x="263" y="1"/>
                  </a:lnTo>
                  <a:lnTo>
                    <a:pt x="275" y="7"/>
                  </a:lnTo>
                  <a:lnTo>
                    <a:pt x="289" y="15"/>
                  </a:lnTo>
                  <a:lnTo>
                    <a:pt x="307" y="30"/>
                  </a:lnTo>
                  <a:lnTo>
                    <a:pt x="324" y="49"/>
                  </a:lnTo>
                  <a:lnTo>
                    <a:pt x="337" y="75"/>
                  </a:lnTo>
                  <a:lnTo>
                    <a:pt x="345" y="110"/>
                  </a:lnTo>
                  <a:lnTo>
                    <a:pt x="345" y="152"/>
                  </a:lnTo>
                  <a:lnTo>
                    <a:pt x="341" y="183"/>
                  </a:lnTo>
                  <a:lnTo>
                    <a:pt x="333" y="212"/>
                  </a:lnTo>
                  <a:lnTo>
                    <a:pt x="324" y="240"/>
                  </a:lnTo>
                  <a:lnTo>
                    <a:pt x="312" y="264"/>
                  </a:lnTo>
                  <a:lnTo>
                    <a:pt x="302" y="285"/>
                  </a:lnTo>
                  <a:lnTo>
                    <a:pt x="292" y="302"/>
                  </a:lnTo>
                  <a:lnTo>
                    <a:pt x="286" y="312"/>
                  </a:lnTo>
                  <a:lnTo>
                    <a:pt x="284" y="315"/>
                  </a:lnTo>
                  <a:lnTo>
                    <a:pt x="271" y="337"/>
                  </a:lnTo>
                  <a:lnTo>
                    <a:pt x="259" y="358"/>
                  </a:lnTo>
                  <a:lnTo>
                    <a:pt x="245" y="377"/>
                  </a:lnTo>
                  <a:lnTo>
                    <a:pt x="232" y="395"/>
                  </a:lnTo>
                  <a:lnTo>
                    <a:pt x="217" y="411"/>
                  </a:lnTo>
                  <a:lnTo>
                    <a:pt x="204" y="426"/>
                  </a:lnTo>
                  <a:lnTo>
                    <a:pt x="189" y="440"/>
                  </a:lnTo>
                  <a:lnTo>
                    <a:pt x="176" y="451"/>
                  </a:lnTo>
                  <a:lnTo>
                    <a:pt x="161" y="462"/>
                  </a:lnTo>
                  <a:lnTo>
                    <a:pt x="147" y="470"/>
                  </a:lnTo>
                  <a:lnTo>
                    <a:pt x="133" y="476"/>
                  </a:lnTo>
                  <a:lnTo>
                    <a:pt x="119" y="481"/>
                  </a:lnTo>
                  <a:lnTo>
                    <a:pt x="106" y="485"/>
                  </a:lnTo>
                  <a:lnTo>
                    <a:pt x="93" y="487"/>
                  </a:lnTo>
                  <a:lnTo>
                    <a:pt x="81" y="486"/>
                  </a:lnTo>
                  <a:lnTo>
                    <a:pt x="68" y="484"/>
                  </a:lnTo>
                  <a:lnTo>
                    <a:pt x="50" y="475"/>
                  </a:lnTo>
                  <a:lnTo>
                    <a:pt x="35" y="464"/>
                  </a:lnTo>
                  <a:lnTo>
                    <a:pt x="23" y="449"/>
                  </a:lnTo>
                  <a:lnTo>
                    <a:pt x="14" y="432"/>
                  </a:lnTo>
                  <a:lnTo>
                    <a:pt x="7" y="413"/>
                  </a:lnTo>
                  <a:lnTo>
                    <a:pt x="3" y="392"/>
                  </a:lnTo>
                  <a:lnTo>
                    <a:pt x="0" y="371"/>
                  </a:lnTo>
                  <a:lnTo>
                    <a:pt x="0" y="349"/>
                  </a:lnTo>
                  <a:lnTo>
                    <a:pt x="0" y="329"/>
                  </a:lnTo>
                  <a:lnTo>
                    <a:pt x="1" y="309"/>
                  </a:lnTo>
                  <a:lnTo>
                    <a:pt x="3" y="290"/>
                  </a:lnTo>
                  <a:lnTo>
                    <a:pt x="5" y="274"/>
                  </a:lnTo>
                  <a:lnTo>
                    <a:pt x="7" y="260"/>
                  </a:lnTo>
                  <a:lnTo>
                    <a:pt x="9" y="250"/>
                  </a:lnTo>
                  <a:lnTo>
                    <a:pt x="10" y="242"/>
                  </a:lnTo>
                  <a:lnTo>
                    <a:pt x="11" y="240"/>
                  </a:lnTo>
                  <a:close/>
                </a:path>
              </a:pathLst>
            </a:custGeom>
            <a:solidFill>
              <a:srgbClr val="e3a17d"/>
            </a:solidFill>
            <a:ln w="0">
              <a:noFill/>
            </a:ln>
          </p:spPr>
          <p:style>
            <a:lnRef idx="0"/>
            <a:fillRef idx="0"/>
            <a:effectRef idx="0"/>
            <a:fontRef idx="minor"/>
          </p:style>
          <p:txBody>
            <a:bodyPr lIns="90000" rIns="90000" tIns="8640" bIns="8640" anchor="t">
              <a:noAutofit/>
            </a:bodyPr>
            <a:p>
              <a:endParaRPr b="0" lang="en-US" sz="2400" spc="-1" strike="noStrike">
                <a:solidFill>
                  <a:srgbClr val="000000"/>
                </a:solidFill>
                <a:latin typeface="Times New Roman"/>
              </a:endParaRPr>
            </a:p>
          </p:txBody>
        </p:sp>
        <p:sp>
          <p:nvSpPr>
            <p:cNvPr id="7711" name=""/>
            <p:cNvSpPr/>
            <p:nvPr/>
          </p:nvSpPr>
          <p:spPr>
            <a:xfrm flipV="1">
              <a:off x="6073920" y="5276520"/>
              <a:ext cx="33120" cy="48960"/>
            </a:xfrm>
            <a:custGeom>
              <a:avLst/>
              <a:gdLst/>
              <a:ahLst/>
              <a:rect l="l" t="t" r="r" b="b"/>
              <a:pathLst>
                <a:path w="330" h="436">
                  <a:moveTo>
                    <a:pt x="18" y="223"/>
                  </a:moveTo>
                  <a:lnTo>
                    <a:pt x="28" y="201"/>
                  </a:lnTo>
                  <a:lnTo>
                    <a:pt x="40" y="179"/>
                  </a:lnTo>
                  <a:lnTo>
                    <a:pt x="53" y="159"/>
                  </a:lnTo>
                  <a:lnTo>
                    <a:pt x="68" y="139"/>
                  </a:lnTo>
                  <a:lnTo>
                    <a:pt x="82" y="120"/>
                  </a:lnTo>
                  <a:lnTo>
                    <a:pt x="97" y="102"/>
                  </a:lnTo>
                  <a:lnTo>
                    <a:pt x="112" y="86"/>
                  </a:lnTo>
                  <a:lnTo>
                    <a:pt x="129" y="70"/>
                  </a:lnTo>
                  <a:lnTo>
                    <a:pt x="145" y="57"/>
                  </a:lnTo>
                  <a:lnTo>
                    <a:pt x="161" y="44"/>
                  </a:lnTo>
                  <a:lnTo>
                    <a:pt x="177" y="33"/>
                  </a:lnTo>
                  <a:lnTo>
                    <a:pt x="194" y="22"/>
                  </a:lnTo>
                  <a:lnTo>
                    <a:pt x="209" y="14"/>
                  </a:lnTo>
                  <a:lnTo>
                    <a:pt x="225" y="8"/>
                  </a:lnTo>
                  <a:lnTo>
                    <a:pt x="240" y="3"/>
                  </a:lnTo>
                  <a:lnTo>
                    <a:pt x="255" y="0"/>
                  </a:lnTo>
                  <a:lnTo>
                    <a:pt x="258" y="1"/>
                  </a:lnTo>
                  <a:lnTo>
                    <a:pt x="268" y="5"/>
                  </a:lnTo>
                  <a:lnTo>
                    <a:pt x="280" y="11"/>
                  </a:lnTo>
                  <a:lnTo>
                    <a:pt x="295" y="22"/>
                  </a:lnTo>
                  <a:lnTo>
                    <a:pt x="308" y="38"/>
                  </a:lnTo>
                  <a:lnTo>
                    <a:pt x="320" y="60"/>
                  </a:lnTo>
                  <a:lnTo>
                    <a:pt x="328" y="87"/>
                  </a:lnTo>
                  <a:lnTo>
                    <a:pt x="330" y="121"/>
                  </a:lnTo>
                  <a:lnTo>
                    <a:pt x="327" y="150"/>
                  </a:lnTo>
                  <a:lnTo>
                    <a:pt x="320" y="178"/>
                  </a:lnTo>
                  <a:lnTo>
                    <a:pt x="308" y="205"/>
                  </a:lnTo>
                  <a:lnTo>
                    <a:pt x="295" y="230"/>
                  </a:lnTo>
                  <a:lnTo>
                    <a:pt x="282" y="252"/>
                  </a:lnTo>
                  <a:lnTo>
                    <a:pt x="271" y="269"/>
                  </a:lnTo>
                  <a:lnTo>
                    <a:pt x="262" y="279"/>
                  </a:lnTo>
                  <a:lnTo>
                    <a:pt x="259" y="283"/>
                  </a:lnTo>
                  <a:lnTo>
                    <a:pt x="245" y="305"/>
                  </a:lnTo>
                  <a:lnTo>
                    <a:pt x="231" y="325"/>
                  </a:lnTo>
                  <a:lnTo>
                    <a:pt x="216" y="342"/>
                  </a:lnTo>
                  <a:lnTo>
                    <a:pt x="203" y="359"/>
                  </a:lnTo>
                  <a:lnTo>
                    <a:pt x="189" y="374"/>
                  </a:lnTo>
                  <a:lnTo>
                    <a:pt x="176" y="387"/>
                  </a:lnTo>
                  <a:lnTo>
                    <a:pt x="161" y="399"/>
                  </a:lnTo>
                  <a:lnTo>
                    <a:pt x="149" y="408"/>
                  </a:lnTo>
                  <a:lnTo>
                    <a:pt x="135" y="416"/>
                  </a:lnTo>
                  <a:lnTo>
                    <a:pt x="122" y="423"/>
                  </a:lnTo>
                  <a:lnTo>
                    <a:pt x="109" y="429"/>
                  </a:lnTo>
                  <a:lnTo>
                    <a:pt x="97" y="433"/>
                  </a:lnTo>
                  <a:lnTo>
                    <a:pt x="84" y="435"/>
                  </a:lnTo>
                  <a:lnTo>
                    <a:pt x="72" y="436"/>
                  </a:lnTo>
                  <a:lnTo>
                    <a:pt x="59" y="435"/>
                  </a:lnTo>
                  <a:lnTo>
                    <a:pt x="48" y="433"/>
                  </a:lnTo>
                  <a:lnTo>
                    <a:pt x="33" y="427"/>
                  </a:lnTo>
                  <a:lnTo>
                    <a:pt x="22" y="416"/>
                  </a:lnTo>
                  <a:lnTo>
                    <a:pt x="13" y="404"/>
                  </a:lnTo>
                  <a:lnTo>
                    <a:pt x="6" y="389"/>
                  </a:lnTo>
                  <a:lnTo>
                    <a:pt x="2" y="374"/>
                  </a:lnTo>
                  <a:lnTo>
                    <a:pt x="0" y="356"/>
                  </a:lnTo>
                  <a:lnTo>
                    <a:pt x="0" y="337"/>
                  </a:lnTo>
                  <a:lnTo>
                    <a:pt x="0" y="319"/>
                  </a:lnTo>
                  <a:lnTo>
                    <a:pt x="2" y="300"/>
                  </a:lnTo>
                  <a:lnTo>
                    <a:pt x="4" y="283"/>
                  </a:lnTo>
                  <a:lnTo>
                    <a:pt x="7" y="267"/>
                  </a:lnTo>
                  <a:lnTo>
                    <a:pt x="10" y="252"/>
                  </a:lnTo>
                  <a:lnTo>
                    <a:pt x="13" y="241"/>
                  </a:lnTo>
                  <a:lnTo>
                    <a:pt x="15" y="231"/>
                  </a:lnTo>
                  <a:lnTo>
                    <a:pt x="17" y="225"/>
                  </a:lnTo>
                  <a:lnTo>
                    <a:pt x="18" y="223"/>
                  </a:lnTo>
                  <a:close/>
                </a:path>
              </a:pathLst>
            </a:custGeom>
            <a:solidFill>
              <a:srgbClr val="eba985"/>
            </a:solidFill>
            <a:ln w="0">
              <a:noFill/>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7712" name=""/>
            <p:cNvSpPr/>
            <p:nvPr/>
          </p:nvSpPr>
          <p:spPr>
            <a:xfrm flipV="1">
              <a:off x="6073920" y="5279760"/>
              <a:ext cx="33120" cy="43920"/>
            </a:xfrm>
            <a:custGeom>
              <a:avLst/>
              <a:gdLst/>
              <a:ahLst/>
              <a:rect l="l" t="t" r="r" b="b"/>
              <a:pathLst>
                <a:path w="318" h="387">
                  <a:moveTo>
                    <a:pt x="26" y="207"/>
                  </a:moveTo>
                  <a:lnTo>
                    <a:pt x="38" y="185"/>
                  </a:lnTo>
                  <a:lnTo>
                    <a:pt x="50" y="164"/>
                  </a:lnTo>
                  <a:lnTo>
                    <a:pt x="64" y="144"/>
                  </a:lnTo>
                  <a:lnTo>
                    <a:pt x="78" y="127"/>
                  </a:lnTo>
                  <a:lnTo>
                    <a:pt x="93" y="109"/>
                  </a:lnTo>
                  <a:lnTo>
                    <a:pt x="108" y="92"/>
                  </a:lnTo>
                  <a:lnTo>
                    <a:pt x="124" y="78"/>
                  </a:lnTo>
                  <a:lnTo>
                    <a:pt x="140" y="64"/>
                  </a:lnTo>
                  <a:lnTo>
                    <a:pt x="155" y="52"/>
                  </a:lnTo>
                  <a:lnTo>
                    <a:pt x="171" y="40"/>
                  </a:lnTo>
                  <a:lnTo>
                    <a:pt x="186" y="30"/>
                  </a:lnTo>
                  <a:lnTo>
                    <a:pt x="201" y="22"/>
                  </a:lnTo>
                  <a:lnTo>
                    <a:pt x="216" y="13"/>
                  </a:lnTo>
                  <a:lnTo>
                    <a:pt x="229" y="8"/>
                  </a:lnTo>
                  <a:lnTo>
                    <a:pt x="242" y="3"/>
                  </a:lnTo>
                  <a:lnTo>
                    <a:pt x="253" y="0"/>
                  </a:lnTo>
                  <a:lnTo>
                    <a:pt x="256" y="1"/>
                  </a:lnTo>
                  <a:lnTo>
                    <a:pt x="262" y="3"/>
                  </a:lnTo>
                  <a:lnTo>
                    <a:pt x="273" y="8"/>
                  </a:lnTo>
                  <a:lnTo>
                    <a:pt x="284" y="16"/>
                  </a:lnTo>
                  <a:lnTo>
                    <a:pt x="296" y="28"/>
                  </a:lnTo>
                  <a:lnTo>
                    <a:pt x="306" y="44"/>
                  </a:lnTo>
                  <a:lnTo>
                    <a:pt x="314" y="64"/>
                  </a:lnTo>
                  <a:lnTo>
                    <a:pt x="318" y="90"/>
                  </a:lnTo>
                  <a:lnTo>
                    <a:pt x="316" y="117"/>
                  </a:lnTo>
                  <a:lnTo>
                    <a:pt x="307" y="144"/>
                  </a:lnTo>
                  <a:lnTo>
                    <a:pt x="295" y="172"/>
                  </a:lnTo>
                  <a:lnTo>
                    <a:pt x="279" y="197"/>
                  </a:lnTo>
                  <a:lnTo>
                    <a:pt x="264" y="220"/>
                  </a:lnTo>
                  <a:lnTo>
                    <a:pt x="250" y="238"/>
                  </a:lnTo>
                  <a:lnTo>
                    <a:pt x="241" y="249"/>
                  </a:lnTo>
                  <a:lnTo>
                    <a:pt x="236" y="253"/>
                  </a:lnTo>
                  <a:lnTo>
                    <a:pt x="221" y="274"/>
                  </a:lnTo>
                  <a:lnTo>
                    <a:pt x="205" y="293"/>
                  </a:lnTo>
                  <a:lnTo>
                    <a:pt x="191" y="309"/>
                  </a:lnTo>
                  <a:lnTo>
                    <a:pt x="176" y="325"/>
                  </a:lnTo>
                  <a:lnTo>
                    <a:pt x="162" y="337"/>
                  </a:lnTo>
                  <a:lnTo>
                    <a:pt x="149" y="349"/>
                  </a:lnTo>
                  <a:lnTo>
                    <a:pt x="136" y="359"/>
                  </a:lnTo>
                  <a:lnTo>
                    <a:pt x="124" y="367"/>
                  </a:lnTo>
                  <a:lnTo>
                    <a:pt x="111" y="374"/>
                  </a:lnTo>
                  <a:lnTo>
                    <a:pt x="99" y="379"/>
                  </a:lnTo>
                  <a:lnTo>
                    <a:pt x="88" y="383"/>
                  </a:lnTo>
                  <a:lnTo>
                    <a:pt x="76" y="385"/>
                  </a:lnTo>
                  <a:lnTo>
                    <a:pt x="65" y="386"/>
                  </a:lnTo>
                  <a:lnTo>
                    <a:pt x="53" y="387"/>
                  </a:lnTo>
                  <a:lnTo>
                    <a:pt x="42" y="386"/>
                  </a:lnTo>
                  <a:lnTo>
                    <a:pt x="30" y="384"/>
                  </a:lnTo>
                  <a:lnTo>
                    <a:pt x="19" y="379"/>
                  </a:lnTo>
                  <a:lnTo>
                    <a:pt x="10" y="372"/>
                  </a:lnTo>
                  <a:lnTo>
                    <a:pt x="5" y="361"/>
                  </a:lnTo>
                  <a:lnTo>
                    <a:pt x="1" y="350"/>
                  </a:lnTo>
                  <a:lnTo>
                    <a:pt x="0" y="335"/>
                  </a:lnTo>
                  <a:lnTo>
                    <a:pt x="0" y="321"/>
                  </a:lnTo>
                  <a:lnTo>
                    <a:pt x="1" y="305"/>
                  </a:lnTo>
                  <a:lnTo>
                    <a:pt x="3" y="289"/>
                  </a:lnTo>
                  <a:lnTo>
                    <a:pt x="6" y="273"/>
                  </a:lnTo>
                  <a:lnTo>
                    <a:pt x="9" y="259"/>
                  </a:lnTo>
                  <a:lnTo>
                    <a:pt x="14" y="244"/>
                  </a:lnTo>
                  <a:lnTo>
                    <a:pt x="18" y="231"/>
                  </a:lnTo>
                  <a:lnTo>
                    <a:pt x="21" y="221"/>
                  </a:lnTo>
                  <a:lnTo>
                    <a:pt x="24" y="214"/>
                  </a:lnTo>
                  <a:lnTo>
                    <a:pt x="25" y="209"/>
                  </a:lnTo>
                  <a:lnTo>
                    <a:pt x="26" y="207"/>
                  </a:lnTo>
                  <a:close/>
                </a:path>
              </a:pathLst>
            </a:custGeom>
            <a:solidFill>
              <a:srgbClr val="f5b58f"/>
            </a:solidFill>
            <a:ln w="0">
              <a:noFill/>
            </a:ln>
          </p:spPr>
          <p:style>
            <a:lnRef idx="0"/>
            <a:fillRef idx="0"/>
            <a:effectRef idx="0"/>
            <a:fontRef idx="minor"/>
          </p:style>
          <p:txBody>
            <a:bodyPr lIns="90000" rIns="90000" tIns="-2880" bIns="-2880" anchor="t">
              <a:noAutofit/>
            </a:bodyPr>
            <a:p>
              <a:endParaRPr b="0" lang="en-US" sz="2400" spc="-1" strike="noStrike">
                <a:solidFill>
                  <a:srgbClr val="000000"/>
                </a:solidFill>
                <a:latin typeface="Times New Roman"/>
              </a:endParaRPr>
            </a:p>
          </p:txBody>
        </p:sp>
        <p:sp>
          <p:nvSpPr>
            <p:cNvPr id="7713" name=""/>
            <p:cNvSpPr/>
            <p:nvPr/>
          </p:nvSpPr>
          <p:spPr>
            <a:xfrm flipV="1">
              <a:off x="6073920" y="5283720"/>
              <a:ext cx="31680" cy="39240"/>
            </a:xfrm>
            <a:custGeom>
              <a:avLst/>
              <a:gdLst/>
              <a:ahLst/>
              <a:rect l="l" t="t" r="r" b="b"/>
              <a:pathLst>
                <a:path w="308" h="339">
                  <a:moveTo>
                    <a:pt x="255" y="0"/>
                  </a:moveTo>
                  <a:lnTo>
                    <a:pt x="247" y="3"/>
                  </a:lnTo>
                  <a:lnTo>
                    <a:pt x="236" y="7"/>
                  </a:lnTo>
                  <a:lnTo>
                    <a:pt x="225" y="12"/>
                  </a:lnTo>
                  <a:lnTo>
                    <a:pt x="212" y="19"/>
                  </a:lnTo>
                  <a:lnTo>
                    <a:pt x="199" y="26"/>
                  </a:lnTo>
                  <a:lnTo>
                    <a:pt x="185" y="35"/>
                  </a:lnTo>
                  <a:lnTo>
                    <a:pt x="170" y="45"/>
                  </a:lnTo>
                  <a:lnTo>
                    <a:pt x="155" y="56"/>
                  </a:lnTo>
                  <a:lnTo>
                    <a:pt x="140" y="69"/>
                  </a:lnTo>
                  <a:lnTo>
                    <a:pt x="123" y="82"/>
                  </a:lnTo>
                  <a:lnTo>
                    <a:pt x="108" y="97"/>
                  </a:lnTo>
                  <a:lnTo>
                    <a:pt x="93" y="113"/>
                  </a:lnTo>
                  <a:lnTo>
                    <a:pt x="78" y="130"/>
                  </a:lnTo>
                  <a:lnTo>
                    <a:pt x="64" y="149"/>
                  </a:lnTo>
                  <a:lnTo>
                    <a:pt x="51" y="168"/>
                  </a:lnTo>
                  <a:lnTo>
                    <a:pt x="39" y="190"/>
                  </a:lnTo>
                  <a:lnTo>
                    <a:pt x="35" y="196"/>
                  </a:lnTo>
                  <a:lnTo>
                    <a:pt x="29" y="212"/>
                  </a:lnTo>
                  <a:lnTo>
                    <a:pt x="20" y="234"/>
                  </a:lnTo>
                  <a:lnTo>
                    <a:pt x="10" y="259"/>
                  </a:lnTo>
                  <a:lnTo>
                    <a:pt x="3" y="286"/>
                  </a:lnTo>
                  <a:lnTo>
                    <a:pt x="0" y="309"/>
                  </a:lnTo>
                  <a:lnTo>
                    <a:pt x="4" y="326"/>
                  </a:lnTo>
                  <a:lnTo>
                    <a:pt x="16" y="335"/>
                  </a:lnTo>
                  <a:lnTo>
                    <a:pt x="27" y="337"/>
                  </a:lnTo>
                  <a:lnTo>
                    <a:pt x="38" y="338"/>
                  </a:lnTo>
                  <a:lnTo>
                    <a:pt x="48" y="339"/>
                  </a:lnTo>
                  <a:lnTo>
                    <a:pt x="58" y="338"/>
                  </a:lnTo>
                  <a:lnTo>
                    <a:pt x="70" y="337"/>
                  </a:lnTo>
                  <a:lnTo>
                    <a:pt x="80" y="335"/>
                  </a:lnTo>
                  <a:lnTo>
                    <a:pt x="92" y="330"/>
                  </a:lnTo>
                  <a:lnTo>
                    <a:pt x="103" y="325"/>
                  </a:lnTo>
                  <a:lnTo>
                    <a:pt x="115" y="319"/>
                  </a:lnTo>
                  <a:lnTo>
                    <a:pt x="127" y="312"/>
                  </a:lnTo>
                  <a:lnTo>
                    <a:pt x="140" y="301"/>
                  </a:lnTo>
                  <a:lnTo>
                    <a:pt x="153" y="290"/>
                  </a:lnTo>
                  <a:lnTo>
                    <a:pt x="168" y="276"/>
                  </a:lnTo>
                  <a:lnTo>
                    <a:pt x="183" y="261"/>
                  </a:lnTo>
                  <a:lnTo>
                    <a:pt x="200" y="243"/>
                  </a:lnTo>
                  <a:lnTo>
                    <a:pt x="218" y="223"/>
                  </a:lnTo>
                  <a:lnTo>
                    <a:pt x="222" y="219"/>
                  </a:lnTo>
                  <a:lnTo>
                    <a:pt x="233" y="207"/>
                  </a:lnTo>
                  <a:lnTo>
                    <a:pt x="250" y="188"/>
                  </a:lnTo>
                  <a:lnTo>
                    <a:pt x="268" y="165"/>
                  </a:lnTo>
                  <a:lnTo>
                    <a:pt x="285" y="139"/>
                  </a:lnTo>
                  <a:lnTo>
                    <a:pt x="300" y="111"/>
                  </a:lnTo>
                  <a:lnTo>
                    <a:pt x="308" y="85"/>
                  </a:lnTo>
                  <a:lnTo>
                    <a:pt x="308" y="60"/>
                  </a:lnTo>
                  <a:lnTo>
                    <a:pt x="303" y="43"/>
                  </a:lnTo>
                  <a:lnTo>
                    <a:pt x="296" y="29"/>
                  </a:lnTo>
                  <a:lnTo>
                    <a:pt x="286" y="19"/>
                  </a:lnTo>
                  <a:lnTo>
                    <a:pt x="278" y="10"/>
                  </a:lnTo>
                  <a:lnTo>
                    <a:pt x="270" y="5"/>
                  </a:lnTo>
                  <a:lnTo>
                    <a:pt x="262" y="2"/>
                  </a:lnTo>
                  <a:lnTo>
                    <a:pt x="257" y="0"/>
                  </a:lnTo>
                  <a:lnTo>
                    <a:pt x="255" y="0"/>
                  </a:lnTo>
                  <a:close/>
                </a:path>
              </a:pathLst>
            </a:custGeom>
            <a:solidFill>
              <a:srgbClr val="ffbf99"/>
            </a:solidFill>
            <a:ln w="0">
              <a:noFill/>
            </a:ln>
          </p:spPr>
          <p:style>
            <a:lnRef idx="0"/>
            <a:fillRef idx="0"/>
            <a:effectRef idx="0"/>
            <a:fontRef idx="minor"/>
          </p:style>
          <p:txBody>
            <a:bodyPr lIns="90000" rIns="90000" tIns="-7560" bIns="-7560" anchor="t">
              <a:noAutofit/>
            </a:bodyPr>
            <a:p>
              <a:endParaRPr b="0" lang="en-US" sz="2400" spc="-1" strike="noStrike">
                <a:solidFill>
                  <a:srgbClr val="000000"/>
                </a:solidFill>
                <a:latin typeface="Times New Roman"/>
              </a:endParaRPr>
            </a:p>
          </p:txBody>
        </p:sp>
        <p:sp>
          <p:nvSpPr>
            <p:cNvPr id="7714" name=""/>
            <p:cNvSpPr/>
            <p:nvPr/>
          </p:nvSpPr>
          <p:spPr>
            <a:xfrm flipV="1">
              <a:off x="6072120" y="5264640"/>
              <a:ext cx="11160" cy="28440"/>
            </a:xfrm>
            <a:custGeom>
              <a:avLst/>
              <a:gdLst/>
              <a:ahLst/>
              <a:rect l="l" t="t" r="r" b="b"/>
              <a:pathLst>
                <a:path w="111" h="260">
                  <a:moveTo>
                    <a:pt x="5" y="0"/>
                  </a:moveTo>
                  <a:lnTo>
                    <a:pt x="9" y="5"/>
                  </a:lnTo>
                  <a:lnTo>
                    <a:pt x="14" y="10"/>
                  </a:lnTo>
                  <a:lnTo>
                    <a:pt x="20" y="16"/>
                  </a:lnTo>
                  <a:lnTo>
                    <a:pt x="27" y="23"/>
                  </a:lnTo>
                  <a:lnTo>
                    <a:pt x="34" y="33"/>
                  </a:lnTo>
                  <a:lnTo>
                    <a:pt x="41" y="42"/>
                  </a:lnTo>
                  <a:lnTo>
                    <a:pt x="50" y="52"/>
                  </a:lnTo>
                  <a:lnTo>
                    <a:pt x="57" y="64"/>
                  </a:lnTo>
                  <a:lnTo>
                    <a:pt x="65" y="76"/>
                  </a:lnTo>
                  <a:lnTo>
                    <a:pt x="72" y="90"/>
                  </a:lnTo>
                  <a:lnTo>
                    <a:pt x="80" y="103"/>
                  </a:lnTo>
                  <a:lnTo>
                    <a:pt x="87" y="118"/>
                  </a:lnTo>
                  <a:lnTo>
                    <a:pt x="93" y="134"/>
                  </a:lnTo>
                  <a:lnTo>
                    <a:pt x="99" y="150"/>
                  </a:lnTo>
                  <a:lnTo>
                    <a:pt x="103" y="168"/>
                  </a:lnTo>
                  <a:lnTo>
                    <a:pt x="107" y="185"/>
                  </a:lnTo>
                  <a:lnTo>
                    <a:pt x="109" y="202"/>
                  </a:lnTo>
                  <a:lnTo>
                    <a:pt x="110" y="216"/>
                  </a:lnTo>
                  <a:lnTo>
                    <a:pt x="111" y="230"/>
                  </a:lnTo>
                  <a:lnTo>
                    <a:pt x="110" y="240"/>
                  </a:lnTo>
                  <a:lnTo>
                    <a:pt x="109" y="249"/>
                  </a:lnTo>
                  <a:lnTo>
                    <a:pt x="108" y="255"/>
                  </a:lnTo>
                  <a:lnTo>
                    <a:pt x="107" y="259"/>
                  </a:lnTo>
                  <a:lnTo>
                    <a:pt x="107" y="260"/>
                  </a:lnTo>
                  <a:lnTo>
                    <a:pt x="105" y="260"/>
                  </a:lnTo>
                  <a:lnTo>
                    <a:pt x="101" y="259"/>
                  </a:lnTo>
                  <a:lnTo>
                    <a:pt x="92" y="257"/>
                  </a:lnTo>
                  <a:lnTo>
                    <a:pt x="83" y="255"/>
                  </a:lnTo>
                  <a:lnTo>
                    <a:pt x="72" y="250"/>
                  </a:lnTo>
                  <a:lnTo>
                    <a:pt x="61" y="243"/>
                  </a:lnTo>
                  <a:lnTo>
                    <a:pt x="50" y="235"/>
                  </a:lnTo>
                  <a:lnTo>
                    <a:pt x="39" y="225"/>
                  </a:lnTo>
                  <a:lnTo>
                    <a:pt x="28" y="208"/>
                  </a:lnTo>
                  <a:lnTo>
                    <a:pt x="18" y="191"/>
                  </a:lnTo>
                  <a:lnTo>
                    <a:pt x="11" y="172"/>
                  </a:lnTo>
                  <a:lnTo>
                    <a:pt x="6" y="153"/>
                  </a:lnTo>
                  <a:lnTo>
                    <a:pt x="3" y="135"/>
                  </a:lnTo>
                  <a:lnTo>
                    <a:pt x="1" y="119"/>
                  </a:lnTo>
                  <a:lnTo>
                    <a:pt x="0" y="103"/>
                  </a:lnTo>
                  <a:lnTo>
                    <a:pt x="0" y="90"/>
                  </a:lnTo>
                  <a:lnTo>
                    <a:pt x="0" y="76"/>
                  </a:lnTo>
                  <a:lnTo>
                    <a:pt x="0" y="62"/>
                  </a:lnTo>
                  <a:lnTo>
                    <a:pt x="1" y="47"/>
                  </a:lnTo>
                  <a:lnTo>
                    <a:pt x="2" y="33"/>
                  </a:lnTo>
                  <a:lnTo>
                    <a:pt x="3" y="20"/>
                  </a:lnTo>
                  <a:lnTo>
                    <a:pt x="4" y="10"/>
                  </a:lnTo>
                  <a:lnTo>
                    <a:pt x="5" y="2"/>
                  </a:lnTo>
                  <a:lnTo>
                    <a:pt x="5" y="0"/>
                  </a:lnTo>
                  <a:close/>
                </a:path>
              </a:pathLst>
            </a:custGeom>
            <a:solidFill>
              <a:srgbClr val="ffc7b2"/>
            </a:solidFill>
            <a:ln w="0">
              <a:noFill/>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7715" name=""/>
            <p:cNvSpPr/>
            <p:nvPr/>
          </p:nvSpPr>
          <p:spPr>
            <a:xfrm flipV="1">
              <a:off x="6032520" y="5428080"/>
              <a:ext cx="49320" cy="60120"/>
            </a:xfrm>
            <a:custGeom>
              <a:avLst/>
              <a:gdLst/>
              <a:ahLst/>
              <a:rect l="l" t="t" r="r" b="b"/>
              <a:pathLst>
                <a:path w="463" h="532">
                  <a:moveTo>
                    <a:pt x="463" y="0"/>
                  </a:moveTo>
                  <a:lnTo>
                    <a:pt x="463" y="0"/>
                  </a:lnTo>
                  <a:lnTo>
                    <a:pt x="436" y="0"/>
                  </a:lnTo>
                  <a:lnTo>
                    <a:pt x="408" y="2"/>
                  </a:lnTo>
                  <a:lnTo>
                    <a:pt x="380" y="8"/>
                  </a:lnTo>
                  <a:lnTo>
                    <a:pt x="352" y="15"/>
                  </a:lnTo>
                  <a:lnTo>
                    <a:pt x="324" y="24"/>
                  </a:lnTo>
                  <a:lnTo>
                    <a:pt x="295" y="36"/>
                  </a:lnTo>
                  <a:lnTo>
                    <a:pt x="267" y="48"/>
                  </a:lnTo>
                  <a:lnTo>
                    <a:pt x="240" y="63"/>
                  </a:lnTo>
                  <a:lnTo>
                    <a:pt x="213" y="79"/>
                  </a:lnTo>
                  <a:lnTo>
                    <a:pt x="187" y="97"/>
                  </a:lnTo>
                  <a:lnTo>
                    <a:pt x="162" y="116"/>
                  </a:lnTo>
                  <a:lnTo>
                    <a:pt x="137" y="135"/>
                  </a:lnTo>
                  <a:lnTo>
                    <a:pt x="114" y="156"/>
                  </a:lnTo>
                  <a:lnTo>
                    <a:pt x="91" y="178"/>
                  </a:lnTo>
                  <a:lnTo>
                    <a:pt x="70" y="200"/>
                  </a:lnTo>
                  <a:lnTo>
                    <a:pt x="51" y="222"/>
                  </a:lnTo>
                  <a:lnTo>
                    <a:pt x="51" y="222"/>
                  </a:lnTo>
                  <a:lnTo>
                    <a:pt x="50" y="225"/>
                  </a:lnTo>
                  <a:lnTo>
                    <a:pt x="45" y="232"/>
                  </a:lnTo>
                  <a:lnTo>
                    <a:pt x="40" y="243"/>
                  </a:lnTo>
                  <a:lnTo>
                    <a:pt x="33" y="259"/>
                  </a:lnTo>
                  <a:lnTo>
                    <a:pt x="26" y="278"/>
                  </a:lnTo>
                  <a:lnTo>
                    <a:pt x="18" y="299"/>
                  </a:lnTo>
                  <a:lnTo>
                    <a:pt x="11" y="322"/>
                  </a:lnTo>
                  <a:lnTo>
                    <a:pt x="5" y="347"/>
                  </a:lnTo>
                  <a:lnTo>
                    <a:pt x="2" y="372"/>
                  </a:lnTo>
                  <a:lnTo>
                    <a:pt x="0" y="398"/>
                  </a:lnTo>
                  <a:lnTo>
                    <a:pt x="2" y="423"/>
                  </a:lnTo>
                  <a:lnTo>
                    <a:pt x="6" y="448"/>
                  </a:lnTo>
                  <a:lnTo>
                    <a:pt x="15" y="470"/>
                  </a:lnTo>
                  <a:lnTo>
                    <a:pt x="30" y="491"/>
                  </a:lnTo>
                  <a:lnTo>
                    <a:pt x="50" y="508"/>
                  </a:lnTo>
                  <a:lnTo>
                    <a:pt x="75" y="523"/>
                  </a:lnTo>
                  <a:lnTo>
                    <a:pt x="75" y="523"/>
                  </a:lnTo>
                  <a:lnTo>
                    <a:pt x="86" y="527"/>
                  </a:lnTo>
                  <a:lnTo>
                    <a:pt x="99" y="529"/>
                  </a:lnTo>
                  <a:lnTo>
                    <a:pt x="113" y="531"/>
                  </a:lnTo>
                  <a:lnTo>
                    <a:pt x="129" y="532"/>
                  </a:lnTo>
                  <a:lnTo>
                    <a:pt x="145" y="531"/>
                  </a:lnTo>
                  <a:lnTo>
                    <a:pt x="162" y="530"/>
                  </a:lnTo>
                  <a:lnTo>
                    <a:pt x="181" y="527"/>
                  </a:lnTo>
                  <a:lnTo>
                    <a:pt x="200" y="524"/>
                  </a:lnTo>
                  <a:lnTo>
                    <a:pt x="218" y="519"/>
                  </a:lnTo>
                  <a:lnTo>
                    <a:pt x="238" y="512"/>
                  </a:lnTo>
                  <a:lnTo>
                    <a:pt x="258" y="506"/>
                  </a:lnTo>
                  <a:lnTo>
                    <a:pt x="278" y="498"/>
                  </a:lnTo>
                  <a:lnTo>
                    <a:pt x="297" y="490"/>
                  </a:lnTo>
                  <a:lnTo>
                    <a:pt x="317" y="479"/>
                  </a:lnTo>
                  <a:lnTo>
                    <a:pt x="337" y="469"/>
                  </a:lnTo>
                  <a:lnTo>
                    <a:pt x="356" y="456"/>
                  </a:lnTo>
                </a:path>
              </a:pathLst>
            </a:custGeom>
            <a:noFill/>
            <a:ln w="0">
              <a:solidFill>
                <a:srgbClr val="a66140"/>
              </a:solidFill>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7716" name=""/>
            <p:cNvSpPr/>
            <p:nvPr/>
          </p:nvSpPr>
          <p:spPr>
            <a:xfrm flipV="1">
              <a:off x="6019920" y="5433840"/>
              <a:ext cx="69840" cy="67680"/>
            </a:xfrm>
            <a:custGeom>
              <a:avLst/>
              <a:gdLst/>
              <a:ahLst/>
              <a:rect l="l" t="t" r="r" b="b"/>
              <a:pathLst>
                <a:path w="663" h="578">
                  <a:moveTo>
                    <a:pt x="463" y="578"/>
                  </a:moveTo>
                  <a:lnTo>
                    <a:pt x="463" y="578"/>
                  </a:lnTo>
                  <a:lnTo>
                    <a:pt x="480" y="564"/>
                  </a:lnTo>
                  <a:lnTo>
                    <a:pt x="499" y="549"/>
                  </a:lnTo>
                  <a:lnTo>
                    <a:pt x="519" y="532"/>
                  </a:lnTo>
                  <a:lnTo>
                    <a:pt x="540" y="515"/>
                  </a:lnTo>
                  <a:lnTo>
                    <a:pt x="561" y="497"/>
                  </a:lnTo>
                  <a:lnTo>
                    <a:pt x="580" y="479"/>
                  </a:lnTo>
                  <a:lnTo>
                    <a:pt x="594" y="463"/>
                  </a:lnTo>
                  <a:lnTo>
                    <a:pt x="605" y="448"/>
                  </a:lnTo>
                  <a:lnTo>
                    <a:pt x="605" y="448"/>
                  </a:lnTo>
                  <a:lnTo>
                    <a:pt x="606" y="447"/>
                  </a:lnTo>
                  <a:lnTo>
                    <a:pt x="608" y="444"/>
                  </a:lnTo>
                  <a:lnTo>
                    <a:pt x="612" y="438"/>
                  </a:lnTo>
                  <a:lnTo>
                    <a:pt x="616" y="430"/>
                  </a:lnTo>
                  <a:lnTo>
                    <a:pt x="621" y="420"/>
                  </a:lnTo>
                  <a:lnTo>
                    <a:pt x="628" y="409"/>
                  </a:lnTo>
                  <a:lnTo>
                    <a:pt x="634" y="396"/>
                  </a:lnTo>
                  <a:lnTo>
                    <a:pt x="640" y="382"/>
                  </a:lnTo>
                  <a:lnTo>
                    <a:pt x="645" y="365"/>
                  </a:lnTo>
                  <a:lnTo>
                    <a:pt x="652" y="347"/>
                  </a:lnTo>
                  <a:lnTo>
                    <a:pt x="656" y="329"/>
                  </a:lnTo>
                  <a:lnTo>
                    <a:pt x="660" y="309"/>
                  </a:lnTo>
                  <a:lnTo>
                    <a:pt x="662" y="288"/>
                  </a:lnTo>
                  <a:lnTo>
                    <a:pt x="663" y="267"/>
                  </a:lnTo>
                  <a:lnTo>
                    <a:pt x="663" y="244"/>
                  </a:lnTo>
                  <a:lnTo>
                    <a:pt x="660" y="222"/>
                  </a:lnTo>
                  <a:lnTo>
                    <a:pt x="660" y="222"/>
                  </a:lnTo>
                  <a:lnTo>
                    <a:pt x="651" y="180"/>
                  </a:lnTo>
                  <a:lnTo>
                    <a:pt x="638" y="147"/>
                  </a:lnTo>
                  <a:lnTo>
                    <a:pt x="625" y="121"/>
                  </a:lnTo>
                  <a:lnTo>
                    <a:pt x="610" y="102"/>
                  </a:lnTo>
                  <a:lnTo>
                    <a:pt x="598" y="90"/>
                  </a:lnTo>
                  <a:lnTo>
                    <a:pt x="586" y="81"/>
                  </a:lnTo>
                  <a:lnTo>
                    <a:pt x="579" y="77"/>
                  </a:lnTo>
                  <a:lnTo>
                    <a:pt x="576" y="76"/>
                  </a:lnTo>
                  <a:lnTo>
                    <a:pt x="576" y="76"/>
                  </a:lnTo>
                  <a:lnTo>
                    <a:pt x="575" y="75"/>
                  </a:lnTo>
                  <a:lnTo>
                    <a:pt x="570" y="72"/>
                  </a:lnTo>
                  <a:lnTo>
                    <a:pt x="564" y="67"/>
                  </a:lnTo>
                  <a:lnTo>
                    <a:pt x="555" y="59"/>
                  </a:lnTo>
                  <a:lnTo>
                    <a:pt x="542" y="52"/>
                  </a:lnTo>
                  <a:lnTo>
                    <a:pt x="528" y="44"/>
                  </a:lnTo>
                  <a:lnTo>
                    <a:pt x="509" y="36"/>
                  </a:lnTo>
                  <a:lnTo>
                    <a:pt x="488" y="26"/>
                  </a:lnTo>
                  <a:lnTo>
                    <a:pt x="463" y="19"/>
                  </a:lnTo>
                  <a:lnTo>
                    <a:pt x="435" y="12"/>
                  </a:lnTo>
                  <a:lnTo>
                    <a:pt x="403" y="6"/>
                  </a:lnTo>
                  <a:lnTo>
                    <a:pt x="367" y="2"/>
                  </a:lnTo>
                  <a:lnTo>
                    <a:pt x="328" y="0"/>
                  </a:lnTo>
                  <a:lnTo>
                    <a:pt x="285" y="1"/>
                  </a:lnTo>
                  <a:lnTo>
                    <a:pt x="237" y="4"/>
                  </a:lnTo>
                  <a:lnTo>
                    <a:pt x="186" y="12"/>
                  </a:lnTo>
                  <a:lnTo>
                    <a:pt x="0" y="44"/>
                  </a:lnTo>
                </a:path>
              </a:pathLst>
            </a:custGeom>
            <a:noFill/>
            <a:ln w="0">
              <a:solidFill>
                <a:srgbClr val="732e0d"/>
              </a:solidFill>
            </a:ln>
          </p:spPr>
          <p:style>
            <a:lnRef idx="0"/>
            <a:fillRef idx="0"/>
            <a:effectRef idx="0"/>
            <a:fontRef idx="minor"/>
          </p:style>
          <p:txBody>
            <a:bodyPr lIns="90000" rIns="90000" tIns="20880" bIns="20880" anchor="t">
              <a:noAutofit/>
            </a:bodyPr>
            <a:p>
              <a:endParaRPr b="0" lang="en-US" sz="2400" spc="-1" strike="noStrike">
                <a:solidFill>
                  <a:srgbClr val="000000"/>
                </a:solidFill>
                <a:latin typeface="Times New Roman"/>
              </a:endParaRPr>
            </a:p>
          </p:txBody>
        </p:sp>
        <p:sp>
          <p:nvSpPr>
            <p:cNvPr id="7717" name=""/>
            <p:cNvSpPr/>
            <p:nvPr/>
          </p:nvSpPr>
          <p:spPr>
            <a:xfrm flipV="1">
              <a:off x="6041880" y="5338440"/>
              <a:ext cx="47880" cy="66240"/>
            </a:xfrm>
            <a:custGeom>
              <a:avLst/>
              <a:gdLst/>
              <a:ahLst/>
              <a:rect l="l" t="t" r="r" b="b"/>
              <a:pathLst>
                <a:path w="439" h="573">
                  <a:moveTo>
                    <a:pt x="398" y="0"/>
                  </a:moveTo>
                  <a:lnTo>
                    <a:pt x="398" y="0"/>
                  </a:lnTo>
                  <a:lnTo>
                    <a:pt x="371" y="3"/>
                  </a:lnTo>
                  <a:lnTo>
                    <a:pt x="345" y="9"/>
                  </a:lnTo>
                  <a:lnTo>
                    <a:pt x="318" y="17"/>
                  </a:lnTo>
                  <a:lnTo>
                    <a:pt x="292" y="28"/>
                  </a:lnTo>
                  <a:lnTo>
                    <a:pt x="266" y="40"/>
                  </a:lnTo>
                  <a:lnTo>
                    <a:pt x="241" y="55"/>
                  </a:lnTo>
                  <a:lnTo>
                    <a:pt x="216" y="71"/>
                  </a:lnTo>
                  <a:lnTo>
                    <a:pt x="192" y="89"/>
                  </a:lnTo>
                  <a:lnTo>
                    <a:pt x="169" y="108"/>
                  </a:lnTo>
                  <a:lnTo>
                    <a:pt x="146" y="129"/>
                  </a:lnTo>
                  <a:lnTo>
                    <a:pt x="124" y="150"/>
                  </a:lnTo>
                  <a:lnTo>
                    <a:pt x="103" y="173"/>
                  </a:lnTo>
                  <a:lnTo>
                    <a:pt x="83" y="196"/>
                  </a:lnTo>
                  <a:lnTo>
                    <a:pt x="65" y="220"/>
                  </a:lnTo>
                  <a:lnTo>
                    <a:pt x="47" y="245"/>
                  </a:lnTo>
                  <a:lnTo>
                    <a:pt x="30" y="270"/>
                  </a:lnTo>
                  <a:lnTo>
                    <a:pt x="30" y="270"/>
                  </a:lnTo>
                  <a:lnTo>
                    <a:pt x="29" y="273"/>
                  </a:lnTo>
                  <a:lnTo>
                    <a:pt x="26" y="281"/>
                  </a:lnTo>
                  <a:lnTo>
                    <a:pt x="22" y="294"/>
                  </a:lnTo>
                  <a:lnTo>
                    <a:pt x="18" y="310"/>
                  </a:lnTo>
                  <a:lnTo>
                    <a:pt x="13" y="330"/>
                  </a:lnTo>
                  <a:lnTo>
                    <a:pt x="7" y="352"/>
                  </a:lnTo>
                  <a:lnTo>
                    <a:pt x="3" y="377"/>
                  </a:lnTo>
                  <a:lnTo>
                    <a:pt x="1" y="402"/>
                  </a:lnTo>
                  <a:lnTo>
                    <a:pt x="0" y="428"/>
                  </a:lnTo>
                  <a:lnTo>
                    <a:pt x="2" y="454"/>
                  </a:lnTo>
                  <a:lnTo>
                    <a:pt x="6" y="479"/>
                  </a:lnTo>
                  <a:lnTo>
                    <a:pt x="14" y="503"/>
                  </a:lnTo>
                  <a:lnTo>
                    <a:pt x="26" y="524"/>
                  </a:lnTo>
                  <a:lnTo>
                    <a:pt x="42" y="543"/>
                  </a:lnTo>
                  <a:lnTo>
                    <a:pt x="63" y="558"/>
                  </a:lnTo>
                  <a:lnTo>
                    <a:pt x="90" y="569"/>
                  </a:lnTo>
                  <a:lnTo>
                    <a:pt x="90" y="569"/>
                  </a:lnTo>
                  <a:lnTo>
                    <a:pt x="105" y="572"/>
                  </a:lnTo>
                  <a:lnTo>
                    <a:pt x="124" y="573"/>
                  </a:lnTo>
                  <a:lnTo>
                    <a:pt x="144" y="571"/>
                  </a:lnTo>
                  <a:lnTo>
                    <a:pt x="165" y="567"/>
                  </a:lnTo>
                  <a:lnTo>
                    <a:pt x="188" y="562"/>
                  </a:lnTo>
                  <a:lnTo>
                    <a:pt x="210" y="552"/>
                  </a:lnTo>
                  <a:lnTo>
                    <a:pt x="234" y="542"/>
                  </a:lnTo>
                  <a:lnTo>
                    <a:pt x="258" y="530"/>
                  </a:lnTo>
                  <a:lnTo>
                    <a:pt x="282" y="515"/>
                  </a:lnTo>
                  <a:lnTo>
                    <a:pt x="306" y="499"/>
                  </a:lnTo>
                  <a:lnTo>
                    <a:pt x="330" y="481"/>
                  </a:lnTo>
                  <a:lnTo>
                    <a:pt x="352" y="461"/>
                  </a:lnTo>
                  <a:lnTo>
                    <a:pt x="374" y="439"/>
                  </a:lnTo>
                  <a:lnTo>
                    <a:pt x="394" y="416"/>
                  </a:lnTo>
                  <a:lnTo>
                    <a:pt x="411" y="391"/>
                  </a:lnTo>
                  <a:lnTo>
                    <a:pt x="428" y="365"/>
                  </a:lnTo>
                  <a:lnTo>
                    <a:pt x="428" y="365"/>
                  </a:lnTo>
                  <a:lnTo>
                    <a:pt x="429" y="363"/>
                  </a:lnTo>
                  <a:lnTo>
                    <a:pt x="431" y="359"/>
                  </a:lnTo>
                  <a:lnTo>
                    <a:pt x="434" y="352"/>
                  </a:lnTo>
                  <a:lnTo>
                    <a:pt x="439" y="343"/>
                  </a:lnTo>
                </a:path>
              </a:pathLst>
            </a:custGeom>
            <a:noFill/>
            <a:ln w="0">
              <a:solidFill>
                <a:srgbClr val="a66140"/>
              </a:solidFill>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7718" name=""/>
            <p:cNvSpPr/>
            <p:nvPr/>
          </p:nvSpPr>
          <p:spPr>
            <a:xfrm flipV="1">
              <a:off x="6083280" y="5364720"/>
              <a:ext cx="11160" cy="39240"/>
            </a:xfrm>
            <a:custGeom>
              <a:avLst/>
              <a:gdLst/>
              <a:ahLst/>
              <a:rect l="l" t="t" r="r" b="b"/>
              <a:pathLst>
                <a:path w="95" h="343">
                  <a:moveTo>
                    <a:pt x="41" y="343"/>
                  </a:moveTo>
                  <a:lnTo>
                    <a:pt x="41" y="343"/>
                  </a:lnTo>
                  <a:lnTo>
                    <a:pt x="45" y="334"/>
                  </a:lnTo>
                  <a:lnTo>
                    <a:pt x="49" y="325"/>
                  </a:lnTo>
                  <a:lnTo>
                    <a:pt x="53" y="315"/>
                  </a:lnTo>
                  <a:lnTo>
                    <a:pt x="57" y="303"/>
                  </a:lnTo>
                  <a:lnTo>
                    <a:pt x="62" y="291"/>
                  </a:lnTo>
                  <a:lnTo>
                    <a:pt x="67" y="278"/>
                  </a:lnTo>
                  <a:lnTo>
                    <a:pt x="72" y="265"/>
                  </a:lnTo>
                  <a:lnTo>
                    <a:pt x="76" y="251"/>
                  </a:lnTo>
                  <a:lnTo>
                    <a:pt x="80" y="238"/>
                  </a:lnTo>
                  <a:lnTo>
                    <a:pt x="84" y="223"/>
                  </a:lnTo>
                  <a:lnTo>
                    <a:pt x="87" y="210"/>
                  </a:lnTo>
                  <a:lnTo>
                    <a:pt x="91" y="195"/>
                  </a:lnTo>
                  <a:lnTo>
                    <a:pt x="93" y="182"/>
                  </a:lnTo>
                  <a:lnTo>
                    <a:pt x="94" y="167"/>
                  </a:lnTo>
                  <a:lnTo>
                    <a:pt x="95" y="154"/>
                  </a:lnTo>
                  <a:lnTo>
                    <a:pt x="95" y="141"/>
                  </a:lnTo>
                  <a:lnTo>
                    <a:pt x="95" y="141"/>
                  </a:lnTo>
                  <a:lnTo>
                    <a:pt x="88" y="99"/>
                  </a:lnTo>
                  <a:lnTo>
                    <a:pt x="77" y="67"/>
                  </a:lnTo>
                  <a:lnTo>
                    <a:pt x="61" y="42"/>
                  </a:lnTo>
                  <a:lnTo>
                    <a:pt x="45" y="24"/>
                  </a:lnTo>
                  <a:lnTo>
                    <a:pt x="28" y="12"/>
                  </a:lnTo>
                  <a:lnTo>
                    <a:pt x="13" y="5"/>
                  </a:lnTo>
                  <a:lnTo>
                    <a:pt x="4" y="1"/>
                  </a:lnTo>
                  <a:lnTo>
                    <a:pt x="0" y="0"/>
                  </a:lnTo>
                </a:path>
              </a:pathLst>
            </a:custGeom>
            <a:noFill/>
            <a:ln w="0">
              <a:solidFill>
                <a:srgbClr val="732e0d"/>
              </a:solidFill>
            </a:ln>
          </p:spPr>
          <p:style>
            <a:lnRef idx="0"/>
            <a:fillRef idx="0"/>
            <a:effectRef idx="0"/>
            <a:fontRef idx="minor"/>
          </p:style>
          <p:txBody>
            <a:bodyPr lIns="90000" rIns="90000" tIns="-7560" bIns="-7560" anchor="t">
              <a:noAutofit/>
            </a:bodyPr>
            <a:p>
              <a:endParaRPr b="0" lang="en-US" sz="2400" spc="-1" strike="noStrike">
                <a:solidFill>
                  <a:srgbClr val="000000"/>
                </a:solidFill>
                <a:latin typeface="Times New Roman"/>
              </a:endParaRPr>
            </a:p>
          </p:txBody>
        </p:sp>
        <p:sp>
          <p:nvSpPr>
            <p:cNvPr id="7719" name=""/>
            <p:cNvSpPr/>
            <p:nvPr/>
          </p:nvSpPr>
          <p:spPr>
            <a:xfrm flipV="1">
              <a:off x="6072120" y="5264640"/>
              <a:ext cx="36720" cy="60120"/>
            </a:xfrm>
            <a:custGeom>
              <a:avLst/>
              <a:gdLst/>
              <a:ahLst/>
              <a:rect l="l" t="t" r="r" b="b"/>
              <a:pathLst>
                <a:path w="353" h="534">
                  <a:moveTo>
                    <a:pt x="260" y="0"/>
                  </a:moveTo>
                  <a:lnTo>
                    <a:pt x="260" y="0"/>
                  </a:lnTo>
                  <a:lnTo>
                    <a:pt x="240" y="4"/>
                  </a:lnTo>
                  <a:lnTo>
                    <a:pt x="220" y="11"/>
                  </a:lnTo>
                  <a:lnTo>
                    <a:pt x="200" y="19"/>
                  </a:lnTo>
                  <a:lnTo>
                    <a:pt x="181" y="29"/>
                  </a:lnTo>
                  <a:lnTo>
                    <a:pt x="163" y="42"/>
                  </a:lnTo>
                  <a:lnTo>
                    <a:pt x="145" y="56"/>
                  </a:lnTo>
                  <a:lnTo>
                    <a:pt x="128" y="72"/>
                  </a:lnTo>
                  <a:lnTo>
                    <a:pt x="112" y="89"/>
                  </a:lnTo>
                  <a:lnTo>
                    <a:pt x="95" y="107"/>
                  </a:lnTo>
                  <a:lnTo>
                    <a:pt x="80" y="126"/>
                  </a:lnTo>
                  <a:lnTo>
                    <a:pt x="66" y="147"/>
                  </a:lnTo>
                  <a:lnTo>
                    <a:pt x="52" y="168"/>
                  </a:lnTo>
                  <a:lnTo>
                    <a:pt x="40" y="189"/>
                  </a:lnTo>
                  <a:lnTo>
                    <a:pt x="27" y="211"/>
                  </a:lnTo>
                  <a:lnTo>
                    <a:pt x="17" y="233"/>
                  </a:lnTo>
                  <a:lnTo>
                    <a:pt x="8" y="256"/>
                  </a:lnTo>
                  <a:lnTo>
                    <a:pt x="8" y="256"/>
                  </a:lnTo>
                  <a:lnTo>
                    <a:pt x="8" y="259"/>
                  </a:lnTo>
                  <a:lnTo>
                    <a:pt x="5" y="266"/>
                  </a:lnTo>
                  <a:lnTo>
                    <a:pt x="4" y="278"/>
                  </a:lnTo>
                  <a:lnTo>
                    <a:pt x="2" y="293"/>
                  </a:lnTo>
                  <a:lnTo>
                    <a:pt x="1" y="312"/>
                  </a:lnTo>
                  <a:lnTo>
                    <a:pt x="0" y="333"/>
                  </a:lnTo>
                  <a:lnTo>
                    <a:pt x="0" y="355"/>
                  </a:lnTo>
                  <a:lnTo>
                    <a:pt x="1" y="378"/>
                  </a:lnTo>
                  <a:lnTo>
                    <a:pt x="4" y="402"/>
                  </a:lnTo>
                  <a:lnTo>
                    <a:pt x="9" y="426"/>
                  </a:lnTo>
                  <a:lnTo>
                    <a:pt x="15" y="449"/>
                  </a:lnTo>
                  <a:lnTo>
                    <a:pt x="24" y="471"/>
                  </a:lnTo>
                  <a:lnTo>
                    <a:pt x="36" y="491"/>
                  </a:lnTo>
                  <a:lnTo>
                    <a:pt x="51" y="507"/>
                  </a:lnTo>
                  <a:lnTo>
                    <a:pt x="70" y="522"/>
                  </a:lnTo>
                  <a:lnTo>
                    <a:pt x="92" y="531"/>
                  </a:lnTo>
                  <a:lnTo>
                    <a:pt x="92" y="531"/>
                  </a:lnTo>
                  <a:lnTo>
                    <a:pt x="104" y="534"/>
                  </a:lnTo>
                  <a:lnTo>
                    <a:pt x="118" y="534"/>
                  </a:lnTo>
                  <a:lnTo>
                    <a:pt x="131" y="532"/>
                  </a:lnTo>
                  <a:lnTo>
                    <a:pt x="146" y="528"/>
                  </a:lnTo>
                  <a:lnTo>
                    <a:pt x="161" y="522"/>
                  </a:lnTo>
                  <a:lnTo>
                    <a:pt x="175" y="513"/>
                  </a:lnTo>
                  <a:lnTo>
                    <a:pt x="191" y="504"/>
                  </a:lnTo>
                  <a:lnTo>
                    <a:pt x="205" y="492"/>
                  </a:lnTo>
                  <a:lnTo>
                    <a:pt x="221" y="478"/>
                  </a:lnTo>
                  <a:lnTo>
                    <a:pt x="236" y="464"/>
                  </a:lnTo>
                  <a:lnTo>
                    <a:pt x="250" y="447"/>
                  </a:lnTo>
                  <a:lnTo>
                    <a:pt x="264" y="428"/>
                  </a:lnTo>
                  <a:lnTo>
                    <a:pt x="277" y="410"/>
                  </a:lnTo>
                  <a:lnTo>
                    <a:pt x="290" y="389"/>
                  </a:lnTo>
                  <a:lnTo>
                    <a:pt x="302" y="367"/>
                  </a:lnTo>
                  <a:lnTo>
                    <a:pt x="313" y="344"/>
                  </a:lnTo>
                  <a:lnTo>
                    <a:pt x="313" y="344"/>
                  </a:lnTo>
                  <a:lnTo>
                    <a:pt x="314" y="342"/>
                  </a:lnTo>
                  <a:lnTo>
                    <a:pt x="317" y="336"/>
                  </a:lnTo>
                  <a:lnTo>
                    <a:pt x="321" y="326"/>
                  </a:lnTo>
                  <a:lnTo>
                    <a:pt x="327" y="314"/>
                  </a:lnTo>
                  <a:lnTo>
                    <a:pt x="334" y="298"/>
                  </a:lnTo>
                  <a:lnTo>
                    <a:pt x="340" y="280"/>
                  </a:lnTo>
                  <a:lnTo>
                    <a:pt x="347" y="260"/>
                  </a:lnTo>
                  <a:lnTo>
                    <a:pt x="353" y="237"/>
                  </a:lnTo>
                </a:path>
              </a:pathLst>
            </a:custGeom>
            <a:noFill/>
            <a:ln w="0">
              <a:solidFill>
                <a:srgbClr val="a66140"/>
              </a:solidFill>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7720" name=""/>
            <p:cNvSpPr/>
            <p:nvPr/>
          </p:nvSpPr>
          <p:spPr>
            <a:xfrm flipV="1">
              <a:off x="6099120" y="5300280"/>
              <a:ext cx="9720" cy="25200"/>
            </a:xfrm>
            <a:custGeom>
              <a:avLst/>
              <a:gdLst/>
              <a:ahLst/>
              <a:rect l="l" t="t" r="r" b="b"/>
              <a:pathLst>
                <a:path w="106" h="238">
                  <a:moveTo>
                    <a:pt x="93" y="238"/>
                  </a:moveTo>
                  <a:lnTo>
                    <a:pt x="93" y="238"/>
                  </a:lnTo>
                  <a:lnTo>
                    <a:pt x="94" y="232"/>
                  </a:lnTo>
                  <a:lnTo>
                    <a:pt x="96" y="225"/>
                  </a:lnTo>
                  <a:lnTo>
                    <a:pt x="97" y="217"/>
                  </a:lnTo>
                  <a:lnTo>
                    <a:pt x="100" y="211"/>
                  </a:lnTo>
                  <a:lnTo>
                    <a:pt x="101" y="204"/>
                  </a:lnTo>
                  <a:lnTo>
                    <a:pt x="102" y="197"/>
                  </a:lnTo>
                  <a:lnTo>
                    <a:pt x="103" y="189"/>
                  </a:lnTo>
                  <a:lnTo>
                    <a:pt x="104" y="182"/>
                  </a:lnTo>
                  <a:lnTo>
                    <a:pt x="104" y="182"/>
                  </a:lnTo>
                  <a:lnTo>
                    <a:pt x="106" y="155"/>
                  </a:lnTo>
                  <a:lnTo>
                    <a:pt x="105" y="131"/>
                  </a:lnTo>
                  <a:lnTo>
                    <a:pt x="102" y="109"/>
                  </a:lnTo>
                  <a:lnTo>
                    <a:pt x="96" y="91"/>
                  </a:lnTo>
                  <a:lnTo>
                    <a:pt x="90" y="74"/>
                  </a:lnTo>
                  <a:lnTo>
                    <a:pt x="82" y="58"/>
                  </a:lnTo>
                  <a:lnTo>
                    <a:pt x="72" y="46"/>
                  </a:lnTo>
                  <a:lnTo>
                    <a:pt x="63" y="35"/>
                  </a:lnTo>
                  <a:lnTo>
                    <a:pt x="53" y="26"/>
                  </a:lnTo>
                  <a:lnTo>
                    <a:pt x="43" y="18"/>
                  </a:lnTo>
                  <a:lnTo>
                    <a:pt x="34" y="13"/>
                  </a:lnTo>
                  <a:lnTo>
                    <a:pt x="26" y="8"/>
                  </a:lnTo>
                  <a:lnTo>
                    <a:pt x="18" y="4"/>
                  </a:lnTo>
                  <a:lnTo>
                    <a:pt x="13" y="2"/>
                  </a:lnTo>
                  <a:lnTo>
                    <a:pt x="9" y="0"/>
                  </a:lnTo>
                  <a:lnTo>
                    <a:pt x="8" y="0"/>
                  </a:lnTo>
                  <a:lnTo>
                    <a:pt x="8" y="0"/>
                  </a:lnTo>
                  <a:lnTo>
                    <a:pt x="6" y="0"/>
                  </a:lnTo>
                  <a:lnTo>
                    <a:pt x="4" y="0"/>
                  </a:lnTo>
                  <a:lnTo>
                    <a:pt x="2" y="1"/>
                  </a:lnTo>
                  <a:lnTo>
                    <a:pt x="0" y="1"/>
                  </a:lnTo>
                </a:path>
              </a:pathLst>
            </a:custGeom>
            <a:noFill/>
            <a:ln w="0">
              <a:solidFill>
                <a:srgbClr val="732e0d"/>
              </a:solidFill>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7721" name=""/>
            <p:cNvSpPr/>
            <p:nvPr/>
          </p:nvSpPr>
          <p:spPr>
            <a:xfrm flipV="1">
              <a:off x="5989680" y="5450400"/>
              <a:ext cx="69840" cy="45720"/>
            </a:xfrm>
            <a:custGeom>
              <a:avLst/>
              <a:gdLst/>
              <a:ahLst/>
              <a:rect l="l" t="t" r="r" b="b"/>
              <a:pathLst>
                <a:path w="679" h="403">
                  <a:moveTo>
                    <a:pt x="651" y="26"/>
                  </a:moveTo>
                  <a:lnTo>
                    <a:pt x="631" y="34"/>
                  </a:lnTo>
                  <a:lnTo>
                    <a:pt x="608" y="46"/>
                  </a:lnTo>
                  <a:lnTo>
                    <a:pt x="582" y="61"/>
                  </a:lnTo>
                  <a:lnTo>
                    <a:pt x="553" y="79"/>
                  </a:lnTo>
                  <a:lnTo>
                    <a:pt x="523" y="100"/>
                  </a:lnTo>
                  <a:lnTo>
                    <a:pt x="492" y="121"/>
                  </a:lnTo>
                  <a:lnTo>
                    <a:pt x="458" y="145"/>
                  </a:lnTo>
                  <a:lnTo>
                    <a:pt x="426" y="169"/>
                  </a:lnTo>
                  <a:lnTo>
                    <a:pt x="394" y="194"/>
                  </a:lnTo>
                  <a:lnTo>
                    <a:pt x="362" y="218"/>
                  </a:lnTo>
                  <a:lnTo>
                    <a:pt x="333" y="242"/>
                  </a:lnTo>
                  <a:lnTo>
                    <a:pt x="305" y="264"/>
                  </a:lnTo>
                  <a:lnTo>
                    <a:pt x="281" y="283"/>
                  </a:lnTo>
                  <a:lnTo>
                    <a:pt x="259" y="301"/>
                  </a:lnTo>
                  <a:lnTo>
                    <a:pt x="242" y="316"/>
                  </a:lnTo>
                  <a:lnTo>
                    <a:pt x="229" y="327"/>
                  </a:lnTo>
                  <a:lnTo>
                    <a:pt x="209" y="347"/>
                  </a:lnTo>
                  <a:lnTo>
                    <a:pt x="193" y="365"/>
                  </a:lnTo>
                  <a:lnTo>
                    <a:pt x="177" y="383"/>
                  </a:lnTo>
                  <a:lnTo>
                    <a:pt x="164" y="397"/>
                  </a:lnTo>
                  <a:lnTo>
                    <a:pt x="148" y="403"/>
                  </a:lnTo>
                  <a:lnTo>
                    <a:pt x="132" y="400"/>
                  </a:lnTo>
                  <a:lnTo>
                    <a:pt x="115" y="386"/>
                  </a:lnTo>
                  <a:lnTo>
                    <a:pt x="94" y="358"/>
                  </a:lnTo>
                  <a:lnTo>
                    <a:pt x="82" y="342"/>
                  </a:lnTo>
                  <a:lnTo>
                    <a:pt x="71" y="326"/>
                  </a:lnTo>
                  <a:lnTo>
                    <a:pt x="60" y="313"/>
                  </a:lnTo>
                  <a:lnTo>
                    <a:pt x="50" y="300"/>
                  </a:lnTo>
                  <a:lnTo>
                    <a:pt x="41" y="290"/>
                  </a:lnTo>
                  <a:lnTo>
                    <a:pt x="31" y="279"/>
                  </a:lnTo>
                  <a:lnTo>
                    <a:pt x="23" y="270"/>
                  </a:lnTo>
                  <a:lnTo>
                    <a:pt x="16" y="261"/>
                  </a:lnTo>
                  <a:lnTo>
                    <a:pt x="9" y="252"/>
                  </a:lnTo>
                  <a:lnTo>
                    <a:pt x="5" y="244"/>
                  </a:lnTo>
                  <a:lnTo>
                    <a:pt x="2" y="236"/>
                  </a:lnTo>
                  <a:lnTo>
                    <a:pt x="0" y="227"/>
                  </a:lnTo>
                  <a:lnTo>
                    <a:pt x="0" y="218"/>
                  </a:lnTo>
                  <a:lnTo>
                    <a:pt x="2" y="209"/>
                  </a:lnTo>
                  <a:lnTo>
                    <a:pt x="5" y="198"/>
                  </a:lnTo>
                  <a:lnTo>
                    <a:pt x="11" y="187"/>
                  </a:lnTo>
                  <a:lnTo>
                    <a:pt x="22" y="175"/>
                  </a:lnTo>
                  <a:lnTo>
                    <a:pt x="40" y="163"/>
                  </a:lnTo>
                  <a:lnTo>
                    <a:pt x="63" y="150"/>
                  </a:lnTo>
                  <a:lnTo>
                    <a:pt x="91" y="139"/>
                  </a:lnTo>
                  <a:lnTo>
                    <a:pt x="122" y="127"/>
                  </a:lnTo>
                  <a:lnTo>
                    <a:pt x="156" y="115"/>
                  </a:lnTo>
                  <a:lnTo>
                    <a:pt x="194" y="104"/>
                  </a:lnTo>
                  <a:lnTo>
                    <a:pt x="232" y="92"/>
                  </a:lnTo>
                  <a:lnTo>
                    <a:pt x="270" y="82"/>
                  </a:lnTo>
                  <a:lnTo>
                    <a:pt x="308" y="71"/>
                  </a:lnTo>
                  <a:lnTo>
                    <a:pt x="345" y="62"/>
                  </a:lnTo>
                  <a:lnTo>
                    <a:pt x="379" y="54"/>
                  </a:lnTo>
                  <a:lnTo>
                    <a:pt x="409" y="46"/>
                  </a:lnTo>
                  <a:lnTo>
                    <a:pt x="436" y="38"/>
                  </a:lnTo>
                  <a:lnTo>
                    <a:pt x="458" y="33"/>
                  </a:lnTo>
                  <a:lnTo>
                    <a:pt x="474" y="28"/>
                  </a:lnTo>
                  <a:lnTo>
                    <a:pt x="497" y="21"/>
                  </a:lnTo>
                  <a:lnTo>
                    <a:pt x="520" y="14"/>
                  </a:lnTo>
                  <a:lnTo>
                    <a:pt x="544" y="9"/>
                  </a:lnTo>
                  <a:lnTo>
                    <a:pt x="566" y="6"/>
                  </a:lnTo>
                  <a:lnTo>
                    <a:pt x="587" y="3"/>
                  </a:lnTo>
                  <a:lnTo>
                    <a:pt x="607" y="1"/>
                  </a:lnTo>
                  <a:lnTo>
                    <a:pt x="626" y="0"/>
                  </a:lnTo>
                  <a:lnTo>
                    <a:pt x="643" y="0"/>
                  </a:lnTo>
                  <a:lnTo>
                    <a:pt x="656" y="1"/>
                  </a:lnTo>
                  <a:lnTo>
                    <a:pt x="667" y="3"/>
                  </a:lnTo>
                  <a:lnTo>
                    <a:pt x="675" y="5"/>
                  </a:lnTo>
                  <a:lnTo>
                    <a:pt x="679" y="8"/>
                  </a:lnTo>
                  <a:lnTo>
                    <a:pt x="679" y="12"/>
                  </a:lnTo>
                  <a:lnTo>
                    <a:pt x="674" y="16"/>
                  </a:lnTo>
                  <a:lnTo>
                    <a:pt x="666" y="21"/>
                  </a:lnTo>
                  <a:lnTo>
                    <a:pt x="651" y="26"/>
                  </a:lnTo>
                  <a:close/>
                </a:path>
              </a:pathLst>
            </a:custGeom>
            <a:solidFill>
              <a:srgbClr val="f5b08f"/>
            </a:solidFill>
            <a:ln w="0">
              <a:noFill/>
            </a:ln>
          </p:spPr>
          <p:style>
            <a:lnRef idx="0"/>
            <a:fillRef idx="0"/>
            <a:effectRef idx="0"/>
            <a:fontRef idx="minor"/>
          </p:style>
          <p:txBody>
            <a:bodyPr lIns="90000" rIns="90000" tIns="-1080" bIns="-1080" anchor="t">
              <a:noAutofit/>
            </a:bodyPr>
            <a:p>
              <a:endParaRPr b="0" lang="en-US" sz="2400" spc="-1" strike="noStrike">
                <a:solidFill>
                  <a:srgbClr val="000000"/>
                </a:solidFill>
                <a:latin typeface="Times New Roman"/>
              </a:endParaRPr>
            </a:p>
          </p:txBody>
        </p:sp>
        <p:sp>
          <p:nvSpPr>
            <p:cNvPr id="7722" name=""/>
            <p:cNvSpPr/>
            <p:nvPr/>
          </p:nvSpPr>
          <p:spPr>
            <a:xfrm flipV="1">
              <a:off x="6012000" y="5457600"/>
              <a:ext cx="45720" cy="36000"/>
            </a:xfrm>
            <a:custGeom>
              <a:avLst/>
              <a:gdLst/>
              <a:ahLst/>
              <a:rect l="l" t="t" r="r" b="b"/>
              <a:pathLst>
                <a:path w="432" h="320">
                  <a:moveTo>
                    <a:pt x="14" y="320"/>
                  </a:moveTo>
                  <a:lnTo>
                    <a:pt x="14" y="320"/>
                  </a:lnTo>
                  <a:lnTo>
                    <a:pt x="27" y="309"/>
                  </a:lnTo>
                  <a:lnTo>
                    <a:pt x="45" y="294"/>
                  </a:lnTo>
                  <a:lnTo>
                    <a:pt x="67" y="277"/>
                  </a:lnTo>
                  <a:lnTo>
                    <a:pt x="90" y="257"/>
                  </a:lnTo>
                  <a:lnTo>
                    <a:pt x="119" y="235"/>
                  </a:lnTo>
                  <a:lnTo>
                    <a:pt x="148" y="211"/>
                  </a:lnTo>
                  <a:lnTo>
                    <a:pt x="178" y="187"/>
                  </a:lnTo>
                  <a:lnTo>
                    <a:pt x="210" y="162"/>
                  </a:lnTo>
                  <a:lnTo>
                    <a:pt x="243" y="139"/>
                  </a:lnTo>
                  <a:lnTo>
                    <a:pt x="276" y="116"/>
                  </a:lnTo>
                  <a:lnTo>
                    <a:pt x="307" y="94"/>
                  </a:lnTo>
                  <a:lnTo>
                    <a:pt x="337" y="73"/>
                  </a:lnTo>
                  <a:lnTo>
                    <a:pt x="365" y="55"/>
                  </a:lnTo>
                  <a:lnTo>
                    <a:pt x="391" y="40"/>
                  </a:lnTo>
                  <a:lnTo>
                    <a:pt x="413" y="29"/>
                  </a:lnTo>
                  <a:lnTo>
                    <a:pt x="432" y="21"/>
                  </a:lnTo>
                  <a:lnTo>
                    <a:pt x="426" y="0"/>
                  </a:lnTo>
                  <a:lnTo>
                    <a:pt x="405" y="9"/>
                  </a:lnTo>
                  <a:lnTo>
                    <a:pt x="381" y="21"/>
                  </a:lnTo>
                  <a:lnTo>
                    <a:pt x="355" y="37"/>
                  </a:lnTo>
                  <a:lnTo>
                    <a:pt x="325" y="54"/>
                  </a:lnTo>
                  <a:lnTo>
                    <a:pt x="295" y="75"/>
                  </a:lnTo>
                  <a:lnTo>
                    <a:pt x="263" y="97"/>
                  </a:lnTo>
                  <a:lnTo>
                    <a:pt x="230" y="122"/>
                  </a:lnTo>
                  <a:lnTo>
                    <a:pt x="198" y="146"/>
                  </a:lnTo>
                  <a:lnTo>
                    <a:pt x="165" y="171"/>
                  </a:lnTo>
                  <a:lnTo>
                    <a:pt x="133" y="195"/>
                  </a:lnTo>
                  <a:lnTo>
                    <a:pt x="104" y="219"/>
                  </a:lnTo>
                  <a:lnTo>
                    <a:pt x="76" y="240"/>
                  </a:lnTo>
                  <a:lnTo>
                    <a:pt x="52" y="260"/>
                  </a:lnTo>
                  <a:lnTo>
                    <a:pt x="30" y="278"/>
                  </a:lnTo>
                  <a:lnTo>
                    <a:pt x="12" y="292"/>
                  </a:lnTo>
                  <a:lnTo>
                    <a:pt x="0" y="304"/>
                  </a:lnTo>
                  <a:lnTo>
                    <a:pt x="0" y="304"/>
                  </a:lnTo>
                  <a:lnTo>
                    <a:pt x="14" y="320"/>
                  </a:lnTo>
                  <a:close/>
                </a:path>
              </a:pathLst>
            </a:custGeom>
            <a:solidFill>
              <a:srgbClr val="eda687"/>
            </a:solidFill>
            <a:ln w="0">
              <a:noFill/>
            </a:ln>
          </p:spPr>
          <p:style>
            <a:lnRef idx="0"/>
            <a:fillRef idx="0"/>
            <a:effectRef idx="0"/>
            <a:fontRef idx="minor"/>
          </p:style>
          <p:txBody>
            <a:bodyPr lIns="90000" rIns="90000" tIns="-10800" bIns="-10800" anchor="t">
              <a:noAutofit/>
            </a:bodyPr>
            <a:p>
              <a:endParaRPr b="0" lang="en-US" sz="2400" spc="-1" strike="noStrike">
                <a:solidFill>
                  <a:srgbClr val="000000"/>
                </a:solidFill>
                <a:latin typeface="Times New Roman"/>
              </a:endParaRPr>
            </a:p>
          </p:txBody>
        </p:sp>
        <p:sp>
          <p:nvSpPr>
            <p:cNvPr id="7723" name=""/>
            <p:cNvSpPr/>
            <p:nvPr/>
          </p:nvSpPr>
          <p:spPr>
            <a:xfrm flipV="1">
              <a:off x="5997600" y="5448960"/>
              <a:ext cx="15840" cy="9000"/>
            </a:xfrm>
            <a:custGeom>
              <a:avLst/>
              <a:gdLst/>
              <a:ahLst/>
              <a:rect l="l" t="t" r="r" b="b"/>
              <a:pathLst>
                <a:path w="152" h="94">
                  <a:moveTo>
                    <a:pt x="0" y="45"/>
                  </a:moveTo>
                  <a:lnTo>
                    <a:pt x="0" y="45"/>
                  </a:lnTo>
                  <a:lnTo>
                    <a:pt x="22" y="75"/>
                  </a:lnTo>
                  <a:lnTo>
                    <a:pt x="43" y="90"/>
                  </a:lnTo>
                  <a:lnTo>
                    <a:pt x="65" y="94"/>
                  </a:lnTo>
                  <a:lnTo>
                    <a:pt x="86" y="87"/>
                  </a:lnTo>
                  <a:lnTo>
                    <a:pt x="101" y="71"/>
                  </a:lnTo>
                  <a:lnTo>
                    <a:pt x="117" y="54"/>
                  </a:lnTo>
                  <a:lnTo>
                    <a:pt x="134" y="35"/>
                  </a:lnTo>
                  <a:lnTo>
                    <a:pt x="152" y="16"/>
                  </a:lnTo>
                  <a:lnTo>
                    <a:pt x="138" y="0"/>
                  </a:lnTo>
                  <a:lnTo>
                    <a:pt x="117" y="21"/>
                  </a:lnTo>
                  <a:lnTo>
                    <a:pt x="100" y="39"/>
                  </a:lnTo>
                  <a:lnTo>
                    <a:pt x="85" y="57"/>
                  </a:lnTo>
                  <a:lnTo>
                    <a:pt x="73" y="68"/>
                  </a:lnTo>
                  <a:lnTo>
                    <a:pt x="63" y="74"/>
                  </a:lnTo>
                  <a:lnTo>
                    <a:pt x="53" y="71"/>
                  </a:lnTo>
                  <a:lnTo>
                    <a:pt x="39" y="60"/>
                  </a:lnTo>
                  <a:lnTo>
                    <a:pt x="19" y="33"/>
                  </a:lnTo>
                  <a:lnTo>
                    <a:pt x="19" y="33"/>
                  </a:lnTo>
                  <a:lnTo>
                    <a:pt x="0" y="45"/>
                  </a:lnTo>
                  <a:close/>
                </a:path>
              </a:pathLst>
            </a:custGeom>
            <a:solidFill>
              <a:srgbClr val="eda687"/>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724" name=""/>
            <p:cNvSpPr/>
            <p:nvPr/>
          </p:nvSpPr>
          <p:spPr>
            <a:xfrm flipV="1">
              <a:off x="5987880" y="5453640"/>
              <a:ext cx="11160" cy="21960"/>
            </a:xfrm>
            <a:custGeom>
              <a:avLst/>
              <a:gdLst/>
              <a:ahLst/>
              <a:rect l="l" t="t" r="r" b="b"/>
              <a:pathLst>
                <a:path w="113" h="182">
                  <a:moveTo>
                    <a:pt x="12" y="0"/>
                  </a:moveTo>
                  <a:lnTo>
                    <a:pt x="12" y="0"/>
                  </a:lnTo>
                  <a:lnTo>
                    <a:pt x="5" y="12"/>
                  </a:lnTo>
                  <a:lnTo>
                    <a:pt x="2" y="24"/>
                  </a:lnTo>
                  <a:lnTo>
                    <a:pt x="0" y="35"/>
                  </a:lnTo>
                  <a:lnTo>
                    <a:pt x="0" y="46"/>
                  </a:lnTo>
                  <a:lnTo>
                    <a:pt x="2" y="57"/>
                  </a:lnTo>
                  <a:lnTo>
                    <a:pt x="5" y="66"/>
                  </a:lnTo>
                  <a:lnTo>
                    <a:pt x="10" y="76"/>
                  </a:lnTo>
                  <a:lnTo>
                    <a:pt x="17" y="85"/>
                  </a:lnTo>
                  <a:lnTo>
                    <a:pt x="25" y="95"/>
                  </a:lnTo>
                  <a:lnTo>
                    <a:pt x="33" y="105"/>
                  </a:lnTo>
                  <a:lnTo>
                    <a:pt x="42" y="115"/>
                  </a:lnTo>
                  <a:lnTo>
                    <a:pt x="52" y="125"/>
                  </a:lnTo>
                  <a:lnTo>
                    <a:pt x="62" y="138"/>
                  </a:lnTo>
                  <a:lnTo>
                    <a:pt x="73" y="150"/>
                  </a:lnTo>
                  <a:lnTo>
                    <a:pt x="83" y="166"/>
                  </a:lnTo>
                  <a:lnTo>
                    <a:pt x="94" y="182"/>
                  </a:lnTo>
                  <a:lnTo>
                    <a:pt x="113" y="170"/>
                  </a:lnTo>
                  <a:lnTo>
                    <a:pt x="102" y="153"/>
                  </a:lnTo>
                  <a:lnTo>
                    <a:pt x="89" y="138"/>
                  </a:lnTo>
                  <a:lnTo>
                    <a:pt x="79" y="123"/>
                  </a:lnTo>
                  <a:lnTo>
                    <a:pt x="68" y="111"/>
                  </a:lnTo>
                  <a:lnTo>
                    <a:pt x="59" y="100"/>
                  </a:lnTo>
                  <a:lnTo>
                    <a:pt x="50" y="90"/>
                  </a:lnTo>
                  <a:lnTo>
                    <a:pt x="41" y="81"/>
                  </a:lnTo>
                  <a:lnTo>
                    <a:pt x="34" y="72"/>
                  </a:lnTo>
                  <a:lnTo>
                    <a:pt x="29" y="64"/>
                  </a:lnTo>
                  <a:lnTo>
                    <a:pt x="26" y="58"/>
                  </a:lnTo>
                  <a:lnTo>
                    <a:pt x="23" y="51"/>
                  </a:lnTo>
                  <a:lnTo>
                    <a:pt x="20" y="44"/>
                  </a:lnTo>
                  <a:lnTo>
                    <a:pt x="20" y="37"/>
                  </a:lnTo>
                  <a:lnTo>
                    <a:pt x="23" y="30"/>
                  </a:lnTo>
                  <a:lnTo>
                    <a:pt x="26" y="20"/>
                  </a:lnTo>
                  <a:lnTo>
                    <a:pt x="31" y="10"/>
                  </a:lnTo>
                  <a:lnTo>
                    <a:pt x="31" y="10"/>
                  </a:lnTo>
                  <a:lnTo>
                    <a:pt x="12" y="0"/>
                  </a:lnTo>
                  <a:close/>
                </a:path>
              </a:pathLst>
            </a:custGeom>
            <a:solidFill>
              <a:srgbClr val="eda687"/>
            </a:solidFill>
            <a:ln w="0">
              <a:noFill/>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7725" name=""/>
            <p:cNvSpPr/>
            <p:nvPr/>
          </p:nvSpPr>
          <p:spPr>
            <a:xfrm flipV="1">
              <a:off x="5989680" y="5474880"/>
              <a:ext cx="49320" cy="18720"/>
            </a:xfrm>
            <a:custGeom>
              <a:avLst/>
              <a:gdLst/>
              <a:ahLst/>
              <a:rect l="l" t="t" r="r" b="b"/>
              <a:pathLst>
                <a:path w="475" h="175">
                  <a:moveTo>
                    <a:pt x="469" y="0"/>
                  </a:moveTo>
                  <a:lnTo>
                    <a:pt x="469" y="0"/>
                  </a:lnTo>
                  <a:lnTo>
                    <a:pt x="453" y="6"/>
                  </a:lnTo>
                  <a:lnTo>
                    <a:pt x="431" y="11"/>
                  </a:lnTo>
                  <a:lnTo>
                    <a:pt x="404" y="18"/>
                  </a:lnTo>
                  <a:lnTo>
                    <a:pt x="374" y="26"/>
                  </a:lnTo>
                  <a:lnTo>
                    <a:pt x="340" y="35"/>
                  </a:lnTo>
                  <a:lnTo>
                    <a:pt x="303" y="44"/>
                  </a:lnTo>
                  <a:lnTo>
                    <a:pt x="265" y="54"/>
                  </a:lnTo>
                  <a:lnTo>
                    <a:pt x="227" y="65"/>
                  </a:lnTo>
                  <a:lnTo>
                    <a:pt x="189" y="76"/>
                  </a:lnTo>
                  <a:lnTo>
                    <a:pt x="151" y="88"/>
                  </a:lnTo>
                  <a:lnTo>
                    <a:pt x="116" y="99"/>
                  </a:lnTo>
                  <a:lnTo>
                    <a:pt x="84" y="112"/>
                  </a:lnTo>
                  <a:lnTo>
                    <a:pt x="56" y="124"/>
                  </a:lnTo>
                  <a:lnTo>
                    <a:pt x="32" y="137"/>
                  </a:lnTo>
                  <a:lnTo>
                    <a:pt x="13" y="150"/>
                  </a:lnTo>
                  <a:lnTo>
                    <a:pt x="0" y="165"/>
                  </a:lnTo>
                  <a:lnTo>
                    <a:pt x="19" y="175"/>
                  </a:lnTo>
                  <a:lnTo>
                    <a:pt x="27" y="167"/>
                  </a:lnTo>
                  <a:lnTo>
                    <a:pt x="43" y="155"/>
                  </a:lnTo>
                  <a:lnTo>
                    <a:pt x="65" y="143"/>
                  </a:lnTo>
                  <a:lnTo>
                    <a:pt x="93" y="132"/>
                  </a:lnTo>
                  <a:lnTo>
                    <a:pt x="124" y="120"/>
                  </a:lnTo>
                  <a:lnTo>
                    <a:pt x="157" y="109"/>
                  </a:lnTo>
                  <a:lnTo>
                    <a:pt x="195" y="97"/>
                  </a:lnTo>
                  <a:lnTo>
                    <a:pt x="233" y="86"/>
                  </a:lnTo>
                  <a:lnTo>
                    <a:pt x="271" y="75"/>
                  </a:lnTo>
                  <a:lnTo>
                    <a:pt x="309" y="65"/>
                  </a:lnTo>
                  <a:lnTo>
                    <a:pt x="346" y="56"/>
                  </a:lnTo>
                  <a:lnTo>
                    <a:pt x="380" y="47"/>
                  </a:lnTo>
                  <a:lnTo>
                    <a:pt x="410" y="39"/>
                  </a:lnTo>
                  <a:lnTo>
                    <a:pt x="438" y="32"/>
                  </a:lnTo>
                  <a:lnTo>
                    <a:pt x="459" y="26"/>
                  </a:lnTo>
                  <a:lnTo>
                    <a:pt x="475" y="21"/>
                  </a:lnTo>
                  <a:lnTo>
                    <a:pt x="475" y="21"/>
                  </a:lnTo>
                  <a:lnTo>
                    <a:pt x="469" y="0"/>
                  </a:lnTo>
                  <a:close/>
                </a:path>
              </a:pathLst>
            </a:custGeom>
            <a:solidFill>
              <a:srgbClr val="eda687"/>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726" name=""/>
            <p:cNvSpPr/>
            <p:nvPr/>
          </p:nvSpPr>
          <p:spPr>
            <a:xfrm flipV="1">
              <a:off x="6039000" y="5492520"/>
              <a:ext cx="23760" cy="5760"/>
            </a:xfrm>
            <a:custGeom>
              <a:avLst/>
              <a:gdLst/>
              <a:ahLst/>
              <a:rect l="l" t="t" r="r" b="b"/>
              <a:pathLst>
                <a:path w="217" h="50">
                  <a:moveTo>
                    <a:pt x="183" y="48"/>
                  </a:moveTo>
                  <a:lnTo>
                    <a:pt x="183" y="48"/>
                  </a:lnTo>
                  <a:lnTo>
                    <a:pt x="199" y="43"/>
                  </a:lnTo>
                  <a:lnTo>
                    <a:pt x="208" y="38"/>
                  </a:lnTo>
                  <a:lnTo>
                    <a:pt x="217" y="31"/>
                  </a:lnTo>
                  <a:lnTo>
                    <a:pt x="217" y="15"/>
                  </a:lnTo>
                  <a:lnTo>
                    <a:pt x="208" y="7"/>
                  </a:lnTo>
                  <a:lnTo>
                    <a:pt x="198" y="5"/>
                  </a:lnTo>
                  <a:lnTo>
                    <a:pt x="186" y="2"/>
                  </a:lnTo>
                  <a:lnTo>
                    <a:pt x="172" y="0"/>
                  </a:lnTo>
                  <a:lnTo>
                    <a:pt x="155" y="0"/>
                  </a:lnTo>
                  <a:lnTo>
                    <a:pt x="135" y="2"/>
                  </a:lnTo>
                  <a:lnTo>
                    <a:pt x="115" y="5"/>
                  </a:lnTo>
                  <a:lnTo>
                    <a:pt x="94" y="8"/>
                  </a:lnTo>
                  <a:lnTo>
                    <a:pt x="71" y="11"/>
                  </a:lnTo>
                  <a:lnTo>
                    <a:pt x="47" y="16"/>
                  </a:lnTo>
                  <a:lnTo>
                    <a:pt x="23" y="22"/>
                  </a:lnTo>
                  <a:lnTo>
                    <a:pt x="0" y="29"/>
                  </a:lnTo>
                  <a:lnTo>
                    <a:pt x="6" y="50"/>
                  </a:lnTo>
                  <a:lnTo>
                    <a:pt x="29" y="43"/>
                  </a:lnTo>
                  <a:lnTo>
                    <a:pt x="51" y="37"/>
                  </a:lnTo>
                  <a:lnTo>
                    <a:pt x="75" y="32"/>
                  </a:lnTo>
                  <a:lnTo>
                    <a:pt x="96" y="28"/>
                  </a:lnTo>
                  <a:lnTo>
                    <a:pt x="117" y="25"/>
                  </a:lnTo>
                  <a:lnTo>
                    <a:pt x="137" y="23"/>
                  </a:lnTo>
                  <a:lnTo>
                    <a:pt x="155" y="23"/>
                  </a:lnTo>
                  <a:lnTo>
                    <a:pt x="172" y="23"/>
                  </a:lnTo>
                  <a:lnTo>
                    <a:pt x="184" y="23"/>
                  </a:lnTo>
                  <a:lnTo>
                    <a:pt x="193" y="25"/>
                  </a:lnTo>
                  <a:lnTo>
                    <a:pt x="200" y="27"/>
                  </a:lnTo>
                  <a:lnTo>
                    <a:pt x="199" y="25"/>
                  </a:lnTo>
                  <a:lnTo>
                    <a:pt x="199" y="18"/>
                  </a:lnTo>
                  <a:lnTo>
                    <a:pt x="198" y="19"/>
                  </a:lnTo>
                  <a:lnTo>
                    <a:pt x="190" y="22"/>
                  </a:lnTo>
                  <a:lnTo>
                    <a:pt x="177" y="27"/>
                  </a:lnTo>
                  <a:lnTo>
                    <a:pt x="177" y="27"/>
                  </a:lnTo>
                  <a:lnTo>
                    <a:pt x="183" y="48"/>
                  </a:lnTo>
                  <a:close/>
                </a:path>
              </a:pathLst>
            </a:custGeom>
            <a:solidFill>
              <a:srgbClr val="eda687"/>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7727" name=""/>
            <p:cNvSpPr/>
            <p:nvPr/>
          </p:nvSpPr>
          <p:spPr>
            <a:xfrm flipV="1">
              <a:off x="6006960" y="5357520"/>
              <a:ext cx="44640" cy="50400"/>
            </a:xfrm>
            <a:custGeom>
              <a:avLst/>
              <a:gdLst/>
              <a:ahLst/>
              <a:rect l="l" t="t" r="r" b="b"/>
              <a:pathLst>
                <a:path w="427" h="442">
                  <a:moveTo>
                    <a:pt x="419" y="29"/>
                  </a:moveTo>
                  <a:lnTo>
                    <a:pt x="417" y="30"/>
                  </a:lnTo>
                  <a:lnTo>
                    <a:pt x="412" y="33"/>
                  </a:lnTo>
                  <a:lnTo>
                    <a:pt x="405" y="38"/>
                  </a:lnTo>
                  <a:lnTo>
                    <a:pt x="396" y="45"/>
                  </a:lnTo>
                  <a:lnTo>
                    <a:pt x="384" y="54"/>
                  </a:lnTo>
                  <a:lnTo>
                    <a:pt x="371" y="63"/>
                  </a:lnTo>
                  <a:lnTo>
                    <a:pt x="357" y="75"/>
                  </a:lnTo>
                  <a:lnTo>
                    <a:pt x="343" y="87"/>
                  </a:lnTo>
                  <a:lnTo>
                    <a:pt x="329" y="100"/>
                  </a:lnTo>
                  <a:lnTo>
                    <a:pt x="315" y="114"/>
                  </a:lnTo>
                  <a:lnTo>
                    <a:pt x="301" y="129"/>
                  </a:lnTo>
                  <a:lnTo>
                    <a:pt x="290" y="143"/>
                  </a:lnTo>
                  <a:lnTo>
                    <a:pt x="278" y="159"/>
                  </a:lnTo>
                  <a:lnTo>
                    <a:pt x="270" y="174"/>
                  </a:lnTo>
                  <a:lnTo>
                    <a:pt x="263" y="189"/>
                  </a:lnTo>
                  <a:lnTo>
                    <a:pt x="260" y="204"/>
                  </a:lnTo>
                  <a:lnTo>
                    <a:pt x="257" y="220"/>
                  </a:lnTo>
                  <a:lnTo>
                    <a:pt x="252" y="239"/>
                  </a:lnTo>
                  <a:lnTo>
                    <a:pt x="245" y="258"/>
                  </a:lnTo>
                  <a:lnTo>
                    <a:pt x="235" y="278"/>
                  </a:lnTo>
                  <a:lnTo>
                    <a:pt x="225" y="299"/>
                  </a:lnTo>
                  <a:lnTo>
                    <a:pt x="213" y="321"/>
                  </a:lnTo>
                  <a:lnTo>
                    <a:pt x="201" y="342"/>
                  </a:lnTo>
                  <a:lnTo>
                    <a:pt x="187" y="361"/>
                  </a:lnTo>
                  <a:lnTo>
                    <a:pt x="175" y="380"/>
                  </a:lnTo>
                  <a:lnTo>
                    <a:pt x="161" y="398"/>
                  </a:lnTo>
                  <a:lnTo>
                    <a:pt x="149" y="412"/>
                  </a:lnTo>
                  <a:lnTo>
                    <a:pt x="136" y="425"/>
                  </a:lnTo>
                  <a:lnTo>
                    <a:pt x="126" y="434"/>
                  </a:lnTo>
                  <a:lnTo>
                    <a:pt x="116" y="440"/>
                  </a:lnTo>
                  <a:lnTo>
                    <a:pt x="107" y="442"/>
                  </a:lnTo>
                  <a:lnTo>
                    <a:pt x="101" y="440"/>
                  </a:lnTo>
                  <a:lnTo>
                    <a:pt x="91" y="430"/>
                  </a:lnTo>
                  <a:lnTo>
                    <a:pt x="80" y="418"/>
                  </a:lnTo>
                  <a:lnTo>
                    <a:pt x="70" y="405"/>
                  </a:lnTo>
                  <a:lnTo>
                    <a:pt x="59" y="390"/>
                  </a:lnTo>
                  <a:lnTo>
                    <a:pt x="49" y="376"/>
                  </a:lnTo>
                  <a:lnTo>
                    <a:pt x="37" y="362"/>
                  </a:lnTo>
                  <a:lnTo>
                    <a:pt x="25" y="350"/>
                  </a:lnTo>
                  <a:lnTo>
                    <a:pt x="11" y="340"/>
                  </a:lnTo>
                  <a:lnTo>
                    <a:pt x="1" y="331"/>
                  </a:lnTo>
                  <a:lnTo>
                    <a:pt x="0" y="322"/>
                  </a:lnTo>
                  <a:lnTo>
                    <a:pt x="6" y="312"/>
                  </a:lnTo>
                  <a:lnTo>
                    <a:pt x="18" y="300"/>
                  </a:lnTo>
                  <a:lnTo>
                    <a:pt x="33" y="284"/>
                  </a:lnTo>
                  <a:lnTo>
                    <a:pt x="52" y="265"/>
                  </a:lnTo>
                  <a:lnTo>
                    <a:pt x="72" y="239"/>
                  </a:lnTo>
                  <a:lnTo>
                    <a:pt x="91" y="207"/>
                  </a:lnTo>
                  <a:lnTo>
                    <a:pt x="101" y="189"/>
                  </a:lnTo>
                  <a:lnTo>
                    <a:pt x="114" y="173"/>
                  </a:lnTo>
                  <a:lnTo>
                    <a:pt x="127" y="158"/>
                  </a:lnTo>
                  <a:lnTo>
                    <a:pt x="142" y="143"/>
                  </a:lnTo>
                  <a:lnTo>
                    <a:pt x="158" y="131"/>
                  </a:lnTo>
                  <a:lnTo>
                    <a:pt x="175" y="118"/>
                  </a:lnTo>
                  <a:lnTo>
                    <a:pt x="192" y="107"/>
                  </a:lnTo>
                  <a:lnTo>
                    <a:pt x="209" y="96"/>
                  </a:lnTo>
                  <a:lnTo>
                    <a:pt x="226" y="87"/>
                  </a:lnTo>
                  <a:lnTo>
                    <a:pt x="243" y="78"/>
                  </a:lnTo>
                  <a:lnTo>
                    <a:pt x="259" y="69"/>
                  </a:lnTo>
                  <a:lnTo>
                    <a:pt x="274" y="62"/>
                  </a:lnTo>
                  <a:lnTo>
                    <a:pt x="288" y="55"/>
                  </a:lnTo>
                  <a:lnTo>
                    <a:pt x="301" y="49"/>
                  </a:lnTo>
                  <a:lnTo>
                    <a:pt x="311" y="43"/>
                  </a:lnTo>
                  <a:lnTo>
                    <a:pt x="320" y="38"/>
                  </a:lnTo>
                  <a:lnTo>
                    <a:pt x="337" y="28"/>
                  </a:lnTo>
                  <a:lnTo>
                    <a:pt x="357" y="17"/>
                  </a:lnTo>
                  <a:lnTo>
                    <a:pt x="379" y="9"/>
                  </a:lnTo>
                  <a:lnTo>
                    <a:pt x="399" y="2"/>
                  </a:lnTo>
                  <a:lnTo>
                    <a:pt x="416" y="0"/>
                  </a:lnTo>
                  <a:lnTo>
                    <a:pt x="426" y="3"/>
                  </a:lnTo>
                  <a:lnTo>
                    <a:pt x="427" y="12"/>
                  </a:lnTo>
                  <a:lnTo>
                    <a:pt x="419" y="29"/>
                  </a:lnTo>
                  <a:close/>
                </a:path>
              </a:pathLst>
            </a:custGeom>
            <a:solidFill>
              <a:srgbClr val="f5b08f"/>
            </a:solidFill>
            <a:ln w="0">
              <a:noFill/>
            </a:ln>
          </p:spPr>
          <p:style>
            <a:lnRef idx="0"/>
            <a:fillRef idx="0"/>
            <a:effectRef idx="0"/>
            <a:fontRef idx="minor"/>
          </p:style>
          <p:txBody>
            <a:bodyPr lIns="90000" rIns="90000" tIns="3600" bIns="3600" anchor="t">
              <a:noAutofit/>
            </a:bodyPr>
            <a:p>
              <a:endParaRPr b="0" lang="en-US" sz="2400" spc="-1" strike="noStrike">
                <a:solidFill>
                  <a:srgbClr val="000000"/>
                </a:solidFill>
                <a:latin typeface="Times New Roman"/>
              </a:endParaRPr>
            </a:p>
          </p:txBody>
        </p:sp>
        <p:sp>
          <p:nvSpPr>
            <p:cNvPr id="7728" name=""/>
            <p:cNvSpPr/>
            <p:nvPr/>
          </p:nvSpPr>
          <p:spPr>
            <a:xfrm flipV="1">
              <a:off x="6032520" y="5384520"/>
              <a:ext cx="19080" cy="20160"/>
            </a:xfrm>
            <a:custGeom>
              <a:avLst/>
              <a:gdLst/>
              <a:ahLst/>
              <a:rect l="l" t="t" r="r" b="b"/>
              <a:pathLst>
                <a:path w="175" h="185">
                  <a:moveTo>
                    <a:pt x="21" y="185"/>
                  </a:moveTo>
                  <a:lnTo>
                    <a:pt x="21" y="185"/>
                  </a:lnTo>
                  <a:lnTo>
                    <a:pt x="24" y="172"/>
                  </a:lnTo>
                  <a:lnTo>
                    <a:pt x="29" y="160"/>
                  </a:lnTo>
                  <a:lnTo>
                    <a:pt x="37" y="145"/>
                  </a:lnTo>
                  <a:lnTo>
                    <a:pt x="48" y="129"/>
                  </a:lnTo>
                  <a:lnTo>
                    <a:pt x="59" y="116"/>
                  </a:lnTo>
                  <a:lnTo>
                    <a:pt x="73" y="101"/>
                  </a:lnTo>
                  <a:lnTo>
                    <a:pt x="86" y="88"/>
                  </a:lnTo>
                  <a:lnTo>
                    <a:pt x="100" y="75"/>
                  </a:lnTo>
                  <a:lnTo>
                    <a:pt x="115" y="63"/>
                  </a:lnTo>
                  <a:lnTo>
                    <a:pt x="127" y="51"/>
                  </a:lnTo>
                  <a:lnTo>
                    <a:pt x="141" y="43"/>
                  </a:lnTo>
                  <a:lnTo>
                    <a:pt x="152" y="34"/>
                  </a:lnTo>
                  <a:lnTo>
                    <a:pt x="161" y="27"/>
                  </a:lnTo>
                  <a:lnTo>
                    <a:pt x="169" y="21"/>
                  </a:lnTo>
                  <a:lnTo>
                    <a:pt x="173" y="19"/>
                  </a:lnTo>
                  <a:lnTo>
                    <a:pt x="175" y="18"/>
                  </a:lnTo>
                  <a:lnTo>
                    <a:pt x="162" y="0"/>
                  </a:lnTo>
                  <a:lnTo>
                    <a:pt x="160" y="1"/>
                  </a:lnTo>
                  <a:lnTo>
                    <a:pt x="156" y="5"/>
                  </a:lnTo>
                  <a:lnTo>
                    <a:pt x="149" y="10"/>
                  </a:lnTo>
                  <a:lnTo>
                    <a:pt x="140" y="17"/>
                  </a:lnTo>
                  <a:lnTo>
                    <a:pt x="128" y="24"/>
                  </a:lnTo>
                  <a:lnTo>
                    <a:pt x="115" y="35"/>
                  </a:lnTo>
                  <a:lnTo>
                    <a:pt x="100" y="46"/>
                  </a:lnTo>
                  <a:lnTo>
                    <a:pt x="85" y="59"/>
                  </a:lnTo>
                  <a:lnTo>
                    <a:pt x="72" y="71"/>
                  </a:lnTo>
                  <a:lnTo>
                    <a:pt x="56" y="87"/>
                  </a:lnTo>
                  <a:lnTo>
                    <a:pt x="43" y="101"/>
                  </a:lnTo>
                  <a:lnTo>
                    <a:pt x="31" y="117"/>
                  </a:lnTo>
                  <a:lnTo>
                    <a:pt x="19" y="133"/>
                  </a:lnTo>
                  <a:lnTo>
                    <a:pt x="10" y="149"/>
                  </a:lnTo>
                  <a:lnTo>
                    <a:pt x="3" y="166"/>
                  </a:lnTo>
                  <a:lnTo>
                    <a:pt x="0" y="183"/>
                  </a:lnTo>
                  <a:lnTo>
                    <a:pt x="0" y="183"/>
                  </a:lnTo>
                  <a:lnTo>
                    <a:pt x="21" y="185"/>
                  </a:lnTo>
                  <a:close/>
                </a:path>
              </a:pathLst>
            </a:custGeom>
            <a:solidFill>
              <a:srgbClr val="eda687"/>
            </a:solidFill>
            <a:ln w="0">
              <a:noFill/>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7729" name=""/>
            <p:cNvSpPr/>
            <p:nvPr/>
          </p:nvSpPr>
          <p:spPr>
            <a:xfrm flipV="1">
              <a:off x="6016680" y="5353560"/>
              <a:ext cx="17280" cy="29880"/>
            </a:xfrm>
            <a:custGeom>
              <a:avLst/>
              <a:gdLst/>
              <a:ahLst/>
              <a:rect l="l" t="t" r="r" b="b"/>
              <a:pathLst>
                <a:path w="177" h="251">
                  <a:moveTo>
                    <a:pt x="1" y="246"/>
                  </a:moveTo>
                  <a:lnTo>
                    <a:pt x="0" y="246"/>
                  </a:lnTo>
                  <a:lnTo>
                    <a:pt x="13" y="251"/>
                  </a:lnTo>
                  <a:lnTo>
                    <a:pt x="26" y="248"/>
                  </a:lnTo>
                  <a:lnTo>
                    <a:pt x="38" y="239"/>
                  </a:lnTo>
                  <a:lnTo>
                    <a:pt x="50" y="230"/>
                  </a:lnTo>
                  <a:lnTo>
                    <a:pt x="63" y="216"/>
                  </a:lnTo>
                  <a:lnTo>
                    <a:pt x="76" y="202"/>
                  </a:lnTo>
                  <a:lnTo>
                    <a:pt x="90" y="183"/>
                  </a:lnTo>
                  <a:lnTo>
                    <a:pt x="103" y="165"/>
                  </a:lnTo>
                  <a:lnTo>
                    <a:pt x="116" y="145"/>
                  </a:lnTo>
                  <a:lnTo>
                    <a:pt x="129" y="123"/>
                  </a:lnTo>
                  <a:lnTo>
                    <a:pt x="140" y="101"/>
                  </a:lnTo>
                  <a:lnTo>
                    <a:pt x="151" y="80"/>
                  </a:lnTo>
                  <a:lnTo>
                    <a:pt x="161" y="60"/>
                  </a:lnTo>
                  <a:lnTo>
                    <a:pt x="168" y="39"/>
                  </a:lnTo>
                  <a:lnTo>
                    <a:pt x="174" y="19"/>
                  </a:lnTo>
                  <a:lnTo>
                    <a:pt x="177" y="2"/>
                  </a:lnTo>
                  <a:lnTo>
                    <a:pt x="156" y="0"/>
                  </a:lnTo>
                  <a:lnTo>
                    <a:pt x="153" y="15"/>
                  </a:lnTo>
                  <a:lnTo>
                    <a:pt x="148" y="33"/>
                  </a:lnTo>
                  <a:lnTo>
                    <a:pt x="140" y="51"/>
                  </a:lnTo>
                  <a:lnTo>
                    <a:pt x="132" y="70"/>
                  </a:lnTo>
                  <a:lnTo>
                    <a:pt x="122" y="91"/>
                  </a:lnTo>
                  <a:lnTo>
                    <a:pt x="110" y="113"/>
                  </a:lnTo>
                  <a:lnTo>
                    <a:pt x="98" y="132"/>
                  </a:lnTo>
                  <a:lnTo>
                    <a:pt x="84" y="152"/>
                  </a:lnTo>
                  <a:lnTo>
                    <a:pt x="72" y="171"/>
                  </a:lnTo>
                  <a:lnTo>
                    <a:pt x="59" y="187"/>
                  </a:lnTo>
                  <a:lnTo>
                    <a:pt x="47" y="202"/>
                  </a:lnTo>
                  <a:lnTo>
                    <a:pt x="35" y="213"/>
                  </a:lnTo>
                  <a:lnTo>
                    <a:pt x="26" y="223"/>
                  </a:lnTo>
                  <a:lnTo>
                    <a:pt x="17" y="227"/>
                  </a:lnTo>
                  <a:lnTo>
                    <a:pt x="13" y="228"/>
                  </a:lnTo>
                  <a:lnTo>
                    <a:pt x="14" y="229"/>
                  </a:lnTo>
                  <a:lnTo>
                    <a:pt x="13" y="229"/>
                  </a:lnTo>
                  <a:lnTo>
                    <a:pt x="1" y="246"/>
                  </a:lnTo>
                  <a:close/>
                </a:path>
              </a:pathLst>
            </a:custGeom>
            <a:solidFill>
              <a:srgbClr val="eda687"/>
            </a:solidFill>
            <a:ln w="0">
              <a:noFill/>
            </a:ln>
          </p:spPr>
          <p:style>
            <a:lnRef idx="0"/>
            <a:fillRef idx="0"/>
            <a:effectRef idx="0"/>
            <a:fontRef idx="minor"/>
          </p:style>
          <p:txBody>
            <a:bodyPr lIns="90000" rIns="90000" tIns="-16920" bIns="-16920" anchor="t">
              <a:noAutofit/>
            </a:bodyPr>
            <a:p>
              <a:endParaRPr b="0" lang="en-US" sz="2400" spc="-1" strike="noStrike">
                <a:solidFill>
                  <a:srgbClr val="000000"/>
                </a:solidFill>
                <a:latin typeface="Times New Roman"/>
              </a:endParaRPr>
            </a:p>
          </p:txBody>
        </p:sp>
        <p:sp>
          <p:nvSpPr>
            <p:cNvPr id="7730" name=""/>
            <p:cNvSpPr/>
            <p:nvPr/>
          </p:nvSpPr>
          <p:spPr>
            <a:xfrm flipV="1">
              <a:off x="6006960" y="5357520"/>
              <a:ext cx="11160" cy="12240"/>
            </a:xfrm>
            <a:custGeom>
              <a:avLst/>
              <a:gdLst/>
              <a:ahLst/>
              <a:rect l="l" t="t" r="r" b="b"/>
              <a:pathLst>
                <a:path w="102" h="119">
                  <a:moveTo>
                    <a:pt x="1" y="19"/>
                  </a:moveTo>
                  <a:lnTo>
                    <a:pt x="0" y="19"/>
                  </a:lnTo>
                  <a:lnTo>
                    <a:pt x="13" y="28"/>
                  </a:lnTo>
                  <a:lnTo>
                    <a:pt x="24" y="40"/>
                  </a:lnTo>
                  <a:lnTo>
                    <a:pt x="36" y="52"/>
                  </a:lnTo>
                  <a:lnTo>
                    <a:pt x="45" y="67"/>
                  </a:lnTo>
                  <a:lnTo>
                    <a:pt x="56" y="81"/>
                  </a:lnTo>
                  <a:lnTo>
                    <a:pt x="67" y="96"/>
                  </a:lnTo>
                  <a:lnTo>
                    <a:pt x="77" y="107"/>
                  </a:lnTo>
                  <a:lnTo>
                    <a:pt x="90" y="119"/>
                  </a:lnTo>
                  <a:lnTo>
                    <a:pt x="102" y="102"/>
                  </a:lnTo>
                  <a:lnTo>
                    <a:pt x="94" y="93"/>
                  </a:lnTo>
                  <a:lnTo>
                    <a:pt x="84" y="81"/>
                  </a:lnTo>
                  <a:lnTo>
                    <a:pt x="73" y="69"/>
                  </a:lnTo>
                  <a:lnTo>
                    <a:pt x="64" y="54"/>
                  </a:lnTo>
                  <a:lnTo>
                    <a:pt x="52" y="40"/>
                  </a:lnTo>
                  <a:lnTo>
                    <a:pt x="41" y="25"/>
                  </a:lnTo>
                  <a:lnTo>
                    <a:pt x="27" y="12"/>
                  </a:lnTo>
                  <a:lnTo>
                    <a:pt x="13" y="0"/>
                  </a:lnTo>
                  <a:lnTo>
                    <a:pt x="12" y="0"/>
                  </a:lnTo>
                  <a:lnTo>
                    <a:pt x="1" y="19"/>
                  </a:lnTo>
                  <a:close/>
                </a:path>
              </a:pathLst>
            </a:custGeom>
            <a:solidFill>
              <a:srgbClr val="eda687"/>
            </a:solidFill>
            <a:ln w="0">
              <a:noFill/>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7731" name=""/>
            <p:cNvSpPr/>
            <p:nvPr/>
          </p:nvSpPr>
          <p:spPr>
            <a:xfrm flipV="1">
              <a:off x="6005520" y="5367960"/>
              <a:ext cx="12600" cy="15480"/>
            </a:xfrm>
            <a:custGeom>
              <a:avLst/>
              <a:gdLst/>
              <a:ahLst/>
              <a:rect l="l" t="t" r="r" b="b"/>
              <a:pathLst>
                <a:path w="110" h="148">
                  <a:moveTo>
                    <a:pt x="91" y="0"/>
                  </a:moveTo>
                  <a:lnTo>
                    <a:pt x="91" y="0"/>
                  </a:lnTo>
                  <a:lnTo>
                    <a:pt x="72" y="31"/>
                  </a:lnTo>
                  <a:lnTo>
                    <a:pt x="54" y="56"/>
                  </a:lnTo>
                  <a:lnTo>
                    <a:pt x="35" y="76"/>
                  </a:lnTo>
                  <a:lnTo>
                    <a:pt x="19" y="92"/>
                  </a:lnTo>
                  <a:lnTo>
                    <a:pt x="8" y="104"/>
                  </a:lnTo>
                  <a:lnTo>
                    <a:pt x="0" y="118"/>
                  </a:lnTo>
                  <a:lnTo>
                    <a:pt x="2" y="136"/>
                  </a:lnTo>
                  <a:lnTo>
                    <a:pt x="16" y="148"/>
                  </a:lnTo>
                  <a:lnTo>
                    <a:pt x="27" y="129"/>
                  </a:lnTo>
                  <a:lnTo>
                    <a:pt x="20" y="124"/>
                  </a:lnTo>
                  <a:lnTo>
                    <a:pt x="20" y="124"/>
                  </a:lnTo>
                  <a:lnTo>
                    <a:pt x="25" y="119"/>
                  </a:lnTo>
                  <a:lnTo>
                    <a:pt x="36" y="106"/>
                  </a:lnTo>
                  <a:lnTo>
                    <a:pt x="52" y="91"/>
                  </a:lnTo>
                  <a:lnTo>
                    <a:pt x="70" y="71"/>
                  </a:lnTo>
                  <a:lnTo>
                    <a:pt x="91" y="44"/>
                  </a:lnTo>
                  <a:lnTo>
                    <a:pt x="110" y="11"/>
                  </a:lnTo>
                  <a:lnTo>
                    <a:pt x="110" y="11"/>
                  </a:lnTo>
                  <a:lnTo>
                    <a:pt x="91" y="0"/>
                  </a:lnTo>
                  <a:close/>
                </a:path>
              </a:pathLst>
            </a:custGeom>
            <a:solidFill>
              <a:srgbClr val="eda687"/>
            </a:solidFill>
            <a:ln w="0">
              <a:noFill/>
            </a:ln>
          </p:spPr>
          <p:style>
            <a:lnRef idx="0"/>
            <a:fillRef idx="0"/>
            <a:effectRef idx="0"/>
            <a:fontRef idx="minor"/>
          </p:style>
          <p:txBody>
            <a:bodyPr lIns="90000" rIns="90000" tIns="-31320" bIns="-31320" anchor="t">
              <a:noAutofit/>
            </a:bodyPr>
            <a:p>
              <a:endParaRPr b="0" lang="en-US" sz="2400" spc="-1" strike="noStrike">
                <a:solidFill>
                  <a:srgbClr val="000000"/>
                </a:solidFill>
                <a:latin typeface="Times New Roman"/>
              </a:endParaRPr>
            </a:p>
          </p:txBody>
        </p:sp>
        <p:sp>
          <p:nvSpPr>
            <p:cNvPr id="7732" name=""/>
            <p:cNvSpPr/>
            <p:nvPr/>
          </p:nvSpPr>
          <p:spPr>
            <a:xfrm flipV="1">
              <a:off x="6016680" y="5382000"/>
              <a:ext cx="25200" cy="21960"/>
            </a:xfrm>
            <a:custGeom>
              <a:avLst/>
              <a:gdLst/>
              <a:ahLst/>
              <a:rect l="l" t="t" r="r" b="b"/>
              <a:pathLst>
                <a:path w="245" h="183">
                  <a:moveTo>
                    <a:pt x="232" y="0"/>
                  </a:moveTo>
                  <a:lnTo>
                    <a:pt x="232" y="0"/>
                  </a:lnTo>
                  <a:lnTo>
                    <a:pt x="225" y="5"/>
                  </a:lnTo>
                  <a:lnTo>
                    <a:pt x="215" y="10"/>
                  </a:lnTo>
                  <a:lnTo>
                    <a:pt x="202" y="16"/>
                  </a:lnTo>
                  <a:lnTo>
                    <a:pt x="188" y="24"/>
                  </a:lnTo>
                  <a:lnTo>
                    <a:pt x="173" y="31"/>
                  </a:lnTo>
                  <a:lnTo>
                    <a:pt x="156" y="39"/>
                  </a:lnTo>
                  <a:lnTo>
                    <a:pt x="140" y="49"/>
                  </a:lnTo>
                  <a:lnTo>
                    <a:pt x="123" y="58"/>
                  </a:lnTo>
                  <a:lnTo>
                    <a:pt x="104" y="68"/>
                  </a:lnTo>
                  <a:lnTo>
                    <a:pt x="88" y="81"/>
                  </a:lnTo>
                  <a:lnTo>
                    <a:pt x="71" y="93"/>
                  </a:lnTo>
                  <a:lnTo>
                    <a:pt x="53" y="106"/>
                  </a:lnTo>
                  <a:lnTo>
                    <a:pt x="38" y="121"/>
                  </a:lnTo>
                  <a:lnTo>
                    <a:pt x="24" y="137"/>
                  </a:lnTo>
                  <a:lnTo>
                    <a:pt x="11" y="154"/>
                  </a:lnTo>
                  <a:lnTo>
                    <a:pt x="0" y="172"/>
                  </a:lnTo>
                  <a:lnTo>
                    <a:pt x="19" y="183"/>
                  </a:lnTo>
                  <a:lnTo>
                    <a:pt x="29" y="166"/>
                  </a:lnTo>
                  <a:lnTo>
                    <a:pt x="41" y="152"/>
                  </a:lnTo>
                  <a:lnTo>
                    <a:pt x="54" y="136"/>
                  </a:lnTo>
                  <a:lnTo>
                    <a:pt x="68" y="122"/>
                  </a:lnTo>
                  <a:lnTo>
                    <a:pt x="84" y="110"/>
                  </a:lnTo>
                  <a:lnTo>
                    <a:pt x="100" y="98"/>
                  </a:lnTo>
                  <a:lnTo>
                    <a:pt x="117" y="87"/>
                  </a:lnTo>
                  <a:lnTo>
                    <a:pt x="134" y="77"/>
                  </a:lnTo>
                  <a:lnTo>
                    <a:pt x="150" y="67"/>
                  </a:lnTo>
                  <a:lnTo>
                    <a:pt x="167" y="58"/>
                  </a:lnTo>
                  <a:lnTo>
                    <a:pt x="184" y="50"/>
                  </a:lnTo>
                  <a:lnTo>
                    <a:pt x="198" y="42"/>
                  </a:lnTo>
                  <a:lnTo>
                    <a:pt x="213" y="35"/>
                  </a:lnTo>
                  <a:lnTo>
                    <a:pt x="225" y="29"/>
                  </a:lnTo>
                  <a:lnTo>
                    <a:pt x="236" y="24"/>
                  </a:lnTo>
                  <a:lnTo>
                    <a:pt x="245" y="19"/>
                  </a:lnTo>
                  <a:lnTo>
                    <a:pt x="245" y="19"/>
                  </a:lnTo>
                  <a:lnTo>
                    <a:pt x="232" y="0"/>
                  </a:lnTo>
                  <a:close/>
                </a:path>
              </a:pathLst>
            </a:custGeom>
            <a:solidFill>
              <a:srgbClr val="eda687"/>
            </a:solidFill>
            <a:ln w="0">
              <a:noFill/>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7733" name=""/>
            <p:cNvSpPr/>
            <p:nvPr/>
          </p:nvSpPr>
          <p:spPr>
            <a:xfrm flipV="1">
              <a:off x="6040440" y="5403600"/>
              <a:ext cx="12600" cy="4320"/>
            </a:xfrm>
            <a:custGeom>
              <a:avLst/>
              <a:gdLst/>
              <a:ahLst/>
              <a:rect l="l" t="t" r="r" b="b"/>
              <a:pathLst>
                <a:path w="124" h="60">
                  <a:moveTo>
                    <a:pt x="112" y="50"/>
                  </a:moveTo>
                  <a:lnTo>
                    <a:pt x="115" y="47"/>
                  </a:lnTo>
                  <a:lnTo>
                    <a:pt x="124" y="27"/>
                  </a:lnTo>
                  <a:lnTo>
                    <a:pt x="121" y="8"/>
                  </a:lnTo>
                  <a:lnTo>
                    <a:pt x="103" y="0"/>
                  </a:lnTo>
                  <a:lnTo>
                    <a:pt x="83" y="3"/>
                  </a:lnTo>
                  <a:lnTo>
                    <a:pt x="62" y="11"/>
                  </a:lnTo>
                  <a:lnTo>
                    <a:pt x="40" y="19"/>
                  </a:lnTo>
                  <a:lnTo>
                    <a:pt x="19" y="30"/>
                  </a:lnTo>
                  <a:lnTo>
                    <a:pt x="0" y="41"/>
                  </a:lnTo>
                  <a:lnTo>
                    <a:pt x="13" y="60"/>
                  </a:lnTo>
                  <a:lnTo>
                    <a:pt x="30" y="49"/>
                  </a:lnTo>
                  <a:lnTo>
                    <a:pt x="48" y="40"/>
                  </a:lnTo>
                  <a:lnTo>
                    <a:pt x="70" y="32"/>
                  </a:lnTo>
                  <a:lnTo>
                    <a:pt x="89" y="24"/>
                  </a:lnTo>
                  <a:lnTo>
                    <a:pt x="103" y="23"/>
                  </a:lnTo>
                  <a:lnTo>
                    <a:pt x="105" y="22"/>
                  </a:lnTo>
                  <a:lnTo>
                    <a:pt x="104" y="21"/>
                  </a:lnTo>
                  <a:lnTo>
                    <a:pt x="96" y="35"/>
                  </a:lnTo>
                  <a:lnTo>
                    <a:pt x="99" y="32"/>
                  </a:lnTo>
                  <a:lnTo>
                    <a:pt x="112" y="50"/>
                  </a:lnTo>
                  <a:close/>
                </a:path>
              </a:pathLst>
            </a:custGeom>
            <a:solidFill>
              <a:srgbClr val="eda687"/>
            </a:solidFill>
            <a:ln w="0">
              <a:no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7734" name=""/>
            <p:cNvSpPr/>
            <p:nvPr/>
          </p:nvSpPr>
          <p:spPr>
            <a:xfrm flipV="1">
              <a:off x="6031080" y="5275080"/>
              <a:ext cx="37800" cy="43920"/>
            </a:xfrm>
            <a:custGeom>
              <a:avLst/>
              <a:gdLst/>
              <a:ahLst/>
              <a:rect l="l" t="t" r="r" b="b"/>
              <a:pathLst>
                <a:path w="361" h="399">
                  <a:moveTo>
                    <a:pt x="361" y="0"/>
                  </a:moveTo>
                  <a:lnTo>
                    <a:pt x="360" y="1"/>
                  </a:lnTo>
                  <a:lnTo>
                    <a:pt x="356" y="5"/>
                  </a:lnTo>
                  <a:lnTo>
                    <a:pt x="350" y="10"/>
                  </a:lnTo>
                  <a:lnTo>
                    <a:pt x="343" y="17"/>
                  </a:lnTo>
                  <a:lnTo>
                    <a:pt x="333" y="26"/>
                  </a:lnTo>
                  <a:lnTo>
                    <a:pt x="323" y="38"/>
                  </a:lnTo>
                  <a:lnTo>
                    <a:pt x="312" y="50"/>
                  </a:lnTo>
                  <a:lnTo>
                    <a:pt x="301" y="64"/>
                  </a:lnTo>
                  <a:lnTo>
                    <a:pt x="290" y="78"/>
                  </a:lnTo>
                  <a:lnTo>
                    <a:pt x="278" y="95"/>
                  </a:lnTo>
                  <a:lnTo>
                    <a:pt x="267" y="112"/>
                  </a:lnTo>
                  <a:lnTo>
                    <a:pt x="257" y="130"/>
                  </a:lnTo>
                  <a:lnTo>
                    <a:pt x="248" y="149"/>
                  </a:lnTo>
                  <a:lnTo>
                    <a:pt x="241" y="169"/>
                  </a:lnTo>
                  <a:lnTo>
                    <a:pt x="235" y="188"/>
                  </a:lnTo>
                  <a:lnTo>
                    <a:pt x="232" y="209"/>
                  </a:lnTo>
                  <a:lnTo>
                    <a:pt x="229" y="230"/>
                  </a:lnTo>
                  <a:lnTo>
                    <a:pt x="224" y="251"/>
                  </a:lnTo>
                  <a:lnTo>
                    <a:pt x="216" y="272"/>
                  </a:lnTo>
                  <a:lnTo>
                    <a:pt x="206" y="292"/>
                  </a:lnTo>
                  <a:lnTo>
                    <a:pt x="195" y="311"/>
                  </a:lnTo>
                  <a:lnTo>
                    <a:pt x="181" y="330"/>
                  </a:lnTo>
                  <a:lnTo>
                    <a:pt x="168" y="346"/>
                  </a:lnTo>
                  <a:lnTo>
                    <a:pt x="153" y="361"/>
                  </a:lnTo>
                  <a:lnTo>
                    <a:pt x="139" y="374"/>
                  </a:lnTo>
                  <a:lnTo>
                    <a:pt x="123" y="385"/>
                  </a:lnTo>
                  <a:lnTo>
                    <a:pt x="107" y="393"/>
                  </a:lnTo>
                  <a:lnTo>
                    <a:pt x="93" y="398"/>
                  </a:lnTo>
                  <a:lnTo>
                    <a:pt x="79" y="399"/>
                  </a:lnTo>
                  <a:lnTo>
                    <a:pt x="66" y="397"/>
                  </a:lnTo>
                  <a:lnTo>
                    <a:pt x="54" y="392"/>
                  </a:lnTo>
                  <a:lnTo>
                    <a:pt x="44" y="382"/>
                  </a:lnTo>
                  <a:lnTo>
                    <a:pt x="34" y="369"/>
                  </a:lnTo>
                  <a:lnTo>
                    <a:pt x="26" y="358"/>
                  </a:lnTo>
                  <a:lnTo>
                    <a:pt x="20" y="347"/>
                  </a:lnTo>
                  <a:lnTo>
                    <a:pt x="12" y="337"/>
                  </a:lnTo>
                  <a:lnTo>
                    <a:pt x="8" y="327"/>
                  </a:lnTo>
                  <a:lnTo>
                    <a:pt x="4" y="317"/>
                  </a:lnTo>
                  <a:lnTo>
                    <a:pt x="1" y="308"/>
                  </a:lnTo>
                  <a:lnTo>
                    <a:pt x="0" y="299"/>
                  </a:lnTo>
                  <a:lnTo>
                    <a:pt x="0" y="289"/>
                  </a:lnTo>
                  <a:lnTo>
                    <a:pt x="2" y="279"/>
                  </a:lnTo>
                  <a:lnTo>
                    <a:pt x="6" y="268"/>
                  </a:lnTo>
                  <a:lnTo>
                    <a:pt x="11" y="258"/>
                  </a:lnTo>
                  <a:lnTo>
                    <a:pt x="19" y="248"/>
                  </a:lnTo>
                  <a:lnTo>
                    <a:pt x="28" y="236"/>
                  </a:lnTo>
                  <a:lnTo>
                    <a:pt x="41" y="224"/>
                  </a:lnTo>
                  <a:lnTo>
                    <a:pt x="54" y="210"/>
                  </a:lnTo>
                  <a:lnTo>
                    <a:pt x="71" y="196"/>
                  </a:lnTo>
                  <a:lnTo>
                    <a:pt x="90" y="180"/>
                  </a:lnTo>
                  <a:lnTo>
                    <a:pt x="111" y="164"/>
                  </a:lnTo>
                  <a:lnTo>
                    <a:pt x="135" y="147"/>
                  </a:lnTo>
                  <a:lnTo>
                    <a:pt x="160" y="129"/>
                  </a:lnTo>
                  <a:lnTo>
                    <a:pt x="186" y="112"/>
                  </a:lnTo>
                  <a:lnTo>
                    <a:pt x="212" y="95"/>
                  </a:lnTo>
                  <a:lnTo>
                    <a:pt x="237" y="78"/>
                  </a:lnTo>
                  <a:lnTo>
                    <a:pt x="262" y="63"/>
                  </a:lnTo>
                  <a:lnTo>
                    <a:pt x="285" y="47"/>
                  </a:lnTo>
                  <a:lnTo>
                    <a:pt x="306" y="35"/>
                  </a:lnTo>
                  <a:lnTo>
                    <a:pt x="325" y="23"/>
                  </a:lnTo>
                  <a:lnTo>
                    <a:pt x="340" y="14"/>
                  </a:lnTo>
                  <a:lnTo>
                    <a:pt x="351" y="7"/>
                  </a:lnTo>
                  <a:lnTo>
                    <a:pt x="359" y="1"/>
                  </a:lnTo>
                  <a:lnTo>
                    <a:pt x="361" y="0"/>
                  </a:lnTo>
                  <a:close/>
                </a:path>
              </a:pathLst>
            </a:custGeom>
            <a:solidFill>
              <a:srgbClr val="f5b08f"/>
            </a:solidFill>
            <a:ln w="0">
              <a:noFill/>
            </a:ln>
          </p:spPr>
          <p:style>
            <a:lnRef idx="0"/>
            <a:fillRef idx="0"/>
            <a:effectRef idx="0"/>
            <a:fontRef idx="minor"/>
          </p:style>
          <p:txBody>
            <a:bodyPr lIns="90000" rIns="90000" tIns="-2880" bIns="-2880" anchor="t">
              <a:noAutofit/>
            </a:bodyPr>
            <a:p>
              <a:endParaRPr b="0" lang="en-US" sz="2400" spc="-1" strike="noStrike">
                <a:solidFill>
                  <a:srgbClr val="000000"/>
                </a:solidFill>
                <a:latin typeface="Times New Roman"/>
              </a:endParaRPr>
            </a:p>
          </p:txBody>
        </p:sp>
        <p:sp>
          <p:nvSpPr>
            <p:cNvPr id="7735" name=""/>
            <p:cNvSpPr/>
            <p:nvPr/>
          </p:nvSpPr>
          <p:spPr>
            <a:xfrm flipV="1">
              <a:off x="6054840" y="5294880"/>
              <a:ext cx="15840" cy="23400"/>
            </a:xfrm>
            <a:custGeom>
              <a:avLst/>
              <a:gdLst/>
              <a:ahLst/>
              <a:rect l="l" t="t" r="r" b="b"/>
              <a:pathLst>
                <a:path w="147" h="218">
                  <a:moveTo>
                    <a:pt x="21" y="218"/>
                  </a:moveTo>
                  <a:lnTo>
                    <a:pt x="21" y="218"/>
                  </a:lnTo>
                  <a:lnTo>
                    <a:pt x="24" y="199"/>
                  </a:lnTo>
                  <a:lnTo>
                    <a:pt x="29" y="180"/>
                  </a:lnTo>
                  <a:lnTo>
                    <a:pt x="36" y="161"/>
                  </a:lnTo>
                  <a:lnTo>
                    <a:pt x="45" y="144"/>
                  </a:lnTo>
                  <a:lnTo>
                    <a:pt x="54" y="125"/>
                  </a:lnTo>
                  <a:lnTo>
                    <a:pt x="65" y="109"/>
                  </a:lnTo>
                  <a:lnTo>
                    <a:pt x="76" y="93"/>
                  </a:lnTo>
                  <a:lnTo>
                    <a:pt x="87" y="79"/>
                  </a:lnTo>
                  <a:lnTo>
                    <a:pt x="99" y="66"/>
                  </a:lnTo>
                  <a:lnTo>
                    <a:pt x="109" y="53"/>
                  </a:lnTo>
                  <a:lnTo>
                    <a:pt x="120" y="42"/>
                  </a:lnTo>
                  <a:lnTo>
                    <a:pt x="128" y="32"/>
                  </a:lnTo>
                  <a:lnTo>
                    <a:pt x="135" y="26"/>
                  </a:lnTo>
                  <a:lnTo>
                    <a:pt x="141" y="21"/>
                  </a:lnTo>
                  <a:lnTo>
                    <a:pt x="146" y="18"/>
                  </a:lnTo>
                  <a:lnTo>
                    <a:pt x="147" y="17"/>
                  </a:lnTo>
                  <a:lnTo>
                    <a:pt x="132" y="0"/>
                  </a:lnTo>
                  <a:lnTo>
                    <a:pt x="131" y="1"/>
                  </a:lnTo>
                  <a:lnTo>
                    <a:pt x="127" y="4"/>
                  </a:lnTo>
                  <a:lnTo>
                    <a:pt x="121" y="9"/>
                  </a:lnTo>
                  <a:lnTo>
                    <a:pt x="113" y="18"/>
                  </a:lnTo>
                  <a:lnTo>
                    <a:pt x="103" y="27"/>
                  </a:lnTo>
                  <a:lnTo>
                    <a:pt x="93" y="39"/>
                  </a:lnTo>
                  <a:lnTo>
                    <a:pt x="82" y="51"/>
                  </a:lnTo>
                  <a:lnTo>
                    <a:pt x="71" y="65"/>
                  </a:lnTo>
                  <a:lnTo>
                    <a:pt x="59" y="80"/>
                  </a:lnTo>
                  <a:lnTo>
                    <a:pt x="47" y="97"/>
                  </a:lnTo>
                  <a:lnTo>
                    <a:pt x="35" y="114"/>
                  </a:lnTo>
                  <a:lnTo>
                    <a:pt x="26" y="133"/>
                  </a:lnTo>
                  <a:lnTo>
                    <a:pt x="15" y="153"/>
                  </a:lnTo>
                  <a:lnTo>
                    <a:pt x="8" y="174"/>
                  </a:lnTo>
                  <a:lnTo>
                    <a:pt x="3" y="194"/>
                  </a:lnTo>
                  <a:lnTo>
                    <a:pt x="0" y="216"/>
                  </a:lnTo>
                  <a:lnTo>
                    <a:pt x="0" y="216"/>
                  </a:lnTo>
                  <a:lnTo>
                    <a:pt x="21" y="218"/>
                  </a:lnTo>
                  <a:close/>
                </a:path>
              </a:pathLst>
            </a:custGeom>
            <a:solidFill>
              <a:srgbClr val="eda687"/>
            </a:solidFill>
            <a:ln w="0">
              <a:noFill/>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7736" name=""/>
            <p:cNvSpPr/>
            <p:nvPr/>
          </p:nvSpPr>
          <p:spPr>
            <a:xfrm flipV="1">
              <a:off x="6033960" y="5271120"/>
              <a:ext cx="22320" cy="23400"/>
            </a:xfrm>
            <a:custGeom>
              <a:avLst/>
              <a:gdLst/>
              <a:ahLst/>
              <a:rect l="l" t="t" r="r" b="b"/>
              <a:pathLst>
                <a:path w="208" h="203">
                  <a:moveTo>
                    <a:pt x="0" y="180"/>
                  </a:moveTo>
                  <a:lnTo>
                    <a:pt x="0" y="180"/>
                  </a:lnTo>
                  <a:lnTo>
                    <a:pt x="13" y="193"/>
                  </a:lnTo>
                  <a:lnTo>
                    <a:pt x="27" y="200"/>
                  </a:lnTo>
                  <a:lnTo>
                    <a:pt x="44" y="203"/>
                  </a:lnTo>
                  <a:lnTo>
                    <a:pt x="60" y="201"/>
                  </a:lnTo>
                  <a:lnTo>
                    <a:pt x="76" y="196"/>
                  </a:lnTo>
                  <a:lnTo>
                    <a:pt x="93" y="186"/>
                  </a:lnTo>
                  <a:lnTo>
                    <a:pt x="111" y="175"/>
                  </a:lnTo>
                  <a:lnTo>
                    <a:pt x="125" y="161"/>
                  </a:lnTo>
                  <a:lnTo>
                    <a:pt x="141" y="146"/>
                  </a:lnTo>
                  <a:lnTo>
                    <a:pt x="155" y="128"/>
                  </a:lnTo>
                  <a:lnTo>
                    <a:pt x="169" y="109"/>
                  </a:lnTo>
                  <a:lnTo>
                    <a:pt x="181" y="90"/>
                  </a:lnTo>
                  <a:lnTo>
                    <a:pt x="191" y="68"/>
                  </a:lnTo>
                  <a:lnTo>
                    <a:pt x="199" y="46"/>
                  </a:lnTo>
                  <a:lnTo>
                    <a:pt x="205" y="24"/>
                  </a:lnTo>
                  <a:lnTo>
                    <a:pt x="208" y="2"/>
                  </a:lnTo>
                  <a:lnTo>
                    <a:pt x="187" y="0"/>
                  </a:lnTo>
                  <a:lnTo>
                    <a:pt x="184" y="20"/>
                  </a:lnTo>
                  <a:lnTo>
                    <a:pt x="179" y="40"/>
                  </a:lnTo>
                  <a:lnTo>
                    <a:pt x="170" y="59"/>
                  </a:lnTo>
                  <a:lnTo>
                    <a:pt x="162" y="79"/>
                  </a:lnTo>
                  <a:lnTo>
                    <a:pt x="150" y="97"/>
                  </a:lnTo>
                  <a:lnTo>
                    <a:pt x="138" y="116"/>
                  </a:lnTo>
                  <a:lnTo>
                    <a:pt x="124" y="131"/>
                  </a:lnTo>
                  <a:lnTo>
                    <a:pt x="111" y="145"/>
                  </a:lnTo>
                  <a:lnTo>
                    <a:pt x="96" y="158"/>
                  </a:lnTo>
                  <a:lnTo>
                    <a:pt x="83" y="167"/>
                  </a:lnTo>
                  <a:lnTo>
                    <a:pt x="68" y="175"/>
                  </a:lnTo>
                  <a:lnTo>
                    <a:pt x="56" y="180"/>
                  </a:lnTo>
                  <a:lnTo>
                    <a:pt x="44" y="180"/>
                  </a:lnTo>
                  <a:lnTo>
                    <a:pt x="34" y="179"/>
                  </a:lnTo>
                  <a:lnTo>
                    <a:pt x="25" y="175"/>
                  </a:lnTo>
                  <a:lnTo>
                    <a:pt x="17" y="167"/>
                  </a:lnTo>
                  <a:lnTo>
                    <a:pt x="17" y="167"/>
                  </a:lnTo>
                  <a:lnTo>
                    <a:pt x="0" y="180"/>
                  </a:lnTo>
                  <a:close/>
                </a:path>
              </a:pathLst>
            </a:custGeom>
            <a:solidFill>
              <a:srgbClr val="eda687"/>
            </a:solidFill>
            <a:ln w="0">
              <a:noFill/>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7737" name=""/>
            <p:cNvSpPr/>
            <p:nvPr/>
          </p:nvSpPr>
          <p:spPr>
            <a:xfrm flipV="1">
              <a:off x="6029280" y="5276520"/>
              <a:ext cx="9720" cy="18720"/>
            </a:xfrm>
            <a:custGeom>
              <a:avLst/>
              <a:gdLst/>
              <a:ahLst/>
              <a:rect l="l" t="t" r="r" b="b"/>
              <a:pathLst>
                <a:path w="72" h="186">
                  <a:moveTo>
                    <a:pt x="58" y="0"/>
                  </a:moveTo>
                  <a:lnTo>
                    <a:pt x="58" y="0"/>
                  </a:lnTo>
                  <a:lnTo>
                    <a:pt x="44" y="15"/>
                  </a:lnTo>
                  <a:lnTo>
                    <a:pt x="31" y="27"/>
                  </a:lnTo>
                  <a:lnTo>
                    <a:pt x="21" y="39"/>
                  </a:lnTo>
                  <a:lnTo>
                    <a:pt x="13" y="51"/>
                  </a:lnTo>
                  <a:lnTo>
                    <a:pt x="7" y="62"/>
                  </a:lnTo>
                  <a:lnTo>
                    <a:pt x="3" y="74"/>
                  </a:lnTo>
                  <a:lnTo>
                    <a:pt x="1" y="86"/>
                  </a:lnTo>
                  <a:lnTo>
                    <a:pt x="0" y="98"/>
                  </a:lnTo>
                  <a:lnTo>
                    <a:pt x="2" y="108"/>
                  </a:lnTo>
                  <a:lnTo>
                    <a:pt x="5" y="119"/>
                  </a:lnTo>
                  <a:lnTo>
                    <a:pt x="9" y="129"/>
                  </a:lnTo>
                  <a:lnTo>
                    <a:pt x="14" y="140"/>
                  </a:lnTo>
                  <a:lnTo>
                    <a:pt x="21" y="152"/>
                  </a:lnTo>
                  <a:lnTo>
                    <a:pt x="28" y="162"/>
                  </a:lnTo>
                  <a:lnTo>
                    <a:pt x="37" y="173"/>
                  </a:lnTo>
                  <a:lnTo>
                    <a:pt x="46" y="186"/>
                  </a:lnTo>
                  <a:lnTo>
                    <a:pt x="63" y="173"/>
                  </a:lnTo>
                  <a:lnTo>
                    <a:pt x="54" y="161"/>
                  </a:lnTo>
                  <a:lnTo>
                    <a:pt x="46" y="150"/>
                  </a:lnTo>
                  <a:lnTo>
                    <a:pt x="40" y="139"/>
                  </a:lnTo>
                  <a:lnTo>
                    <a:pt x="33" y="130"/>
                  </a:lnTo>
                  <a:lnTo>
                    <a:pt x="30" y="121"/>
                  </a:lnTo>
                  <a:lnTo>
                    <a:pt x="26" y="111"/>
                  </a:lnTo>
                  <a:lnTo>
                    <a:pt x="22" y="104"/>
                  </a:lnTo>
                  <a:lnTo>
                    <a:pt x="22" y="96"/>
                  </a:lnTo>
                  <a:lnTo>
                    <a:pt x="21" y="88"/>
                  </a:lnTo>
                  <a:lnTo>
                    <a:pt x="23" y="80"/>
                  </a:lnTo>
                  <a:lnTo>
                    <a:pt x="28" y="71"/>
                  </a:lnTo>
                  <a:lnTo>
                    <a:pt x="32" y="61"/>
                  </a:lnTo>
                  <a:lnTo>
                    <a:pt x="38" y="52"/>
                  </a:lnTo>
                  <a:lnTo>
                    <a:pt x="47" y="42"/>
                  </a:lnTo>
                  <a:lnTo>
                    <a:pt x="59" y="29"/>
                  </a:lnTo>
                  <a:lnTo>
                    <a:pt x="72" y="17"/>
                  </a:lnTo>
                  <a:lnTo>
                    <a:pt x="72" y="17"/>
                  </a:lnTo>
                  <a:lnTo>
                    <a:pt x="58" y="0"/>
                  </a:lnTo>
                  <a:close/>
                </a:path>
              </a:pathLst>
            </a:custGeom>
            <a:solidFill>
              <a:srgbClr val="eda687"/>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738" name=""/>
            <p:cNvSpPr/>
            <p:nvPr/>
          </p:nvSpPr>
          <p:spPr>
            <a:xfrm flipV="1">
              <a:off x="6037200" y="5293440"/>
              <a:ext cx="33480" cy="24840"/>
            </a:xfrm>
            <a:custGeom>
              <a:avLst/>
              <a:gdLst/>
              <a:ahLst/>
              <a:rect l="l" t="t" r="r" b="b"/>
              <a:pathLst>
                <a:path w="322" h="228">
                  <a:moveTo>
                    <a:pt x="322" y="18"/>
                  </a:moveTo>
                  <a:lnTo>
                    <a:pt x="309" y="0"/>
                  </a:lnTo>
                  <a:lnTo>
                    <a:pt x="307" y="1"/>
                  </a:lnTo>
                  <a:lnTo>
                    <a:pt x="298" y="6"/>
                  </a:lnTo>
                  <a:lnTo>
                    <a:pt x="286" y="14"/>
                  </a:lnTo>
                  <a:lnTo>
                    <a:pt x="272" y="23"/>
                  </a:lnTo>
                  <a:lnTo>
                    <a:pt x="254" y="34"/>
                  </a:lnTo>
                  <a:lnTo>
                    <a:pt x="232" y="47"/>
                  </a:lnTo>
                  <a:lnTo>
                    <a:pt x="209" y="62"/>
                  </a:lnTo>
                  <a:lnTo>
                    <a:pt x="184" y="78"/>
                  </a:lnTo>
                  <a:lnTo>
                    <a:pt x="159" y="95"/>
                  </a:lnTo>
                  <a:lnTo>
                    <a:pt x="133" y="111"/>
                  </a:lnTo>
                  <a:lnTo>
                    <a:pt x="107" y="129"/>
                  </a:lnTo>
                  <a:lnTo>
                    <a:pt x="82" y="147"/>
                  </a:lnTo>
                  <a:lnTo>
                    <a:pt x="58" y="164"/>
                  </a:lnTo>
                  <a:lnTo>
                    <a:pt x="35" y="181"/>
                  </a:lnTo>
                  <a:lnTo>
                    <a:pt x="17" y="196"/>
                  </a:lnTo>
                  <a:lnTo>
                    <a:pt x="0" y="211"/>
                  </a:lnTo>
                  <a:lnTo>
                    <a:pt x="14" y="228"/>
                  </a:lnTo>
                  <a:lnTo>
                    <a:pt x="31" y="213"/>
                  </a:lnTo>
                  <a:lnTo>
                    <a:pt x="50" y="197"/>
                  </a:lnTo>
                  <a:lnTo>
                    <a:pt x="71" y="181"/>
                  </a:lnTo>
                  <a:lnTo>
                    <a:pt x="95" y="165"/>
                  </a:lnTo>
                  <a:lnTo>
                    <a:pt x="120" y="148"/>
                  </a:lnTo>
                  <a:lnTo>
                    <a:pt x="146" y="130"/>
                  </a:lnTo>
                  <a:lnTo>
                    <a:pt x="172" y="113"/>
                  </a:lnTo>
                  <a:lnTo>
                    <a:pt x="197" y="97"/>
                  </a:lnTo>
                  <a:lnTo>
                    <a:pt x="222" y="81"/>
                  </a:lnTo>
                  <a:lnTo>
                    <a:pt x="245" y="66"/>
                  </a:lnTo>
                  <a:lnTo>
                    <a:pt x="264" y="53"/>
                  </a:lnTo>
                  <a:lnTo>
                    <a:pt x="284" y="42"/>
                  </a:lnTo>
                  <a:lnTo>
                    <a:pt x="299" y="32"/>
                  </a:lnTo>
                  <a:lnTo>
                    <a:pt x="310" y="25"/>
                  </a:lnTo>
                  <a:lnTo>
                    <a:pt x="318" y="20"/>
                  </a:lnTo>
                  <a:lnTo>
                    <a:pt x="320" y="19"/>
                  </a:lnTo>
                  <a:lnTo>
                    <a:pt x="307" y="1"/>
                  </a:lnTo>
                  <a:lnTo>
                    <a:pt x="322" y="18"/>
                  </a:lnTo>
                  <a:close/>
                </a:path>
              </a:pathLst>
            </a:custGeom>
            <a:solidFill>
              <a:srgbClr val="eda687"/>
            </a:solidFill>
            <a:ln w="0">
              <a:noFill/>
            </a:ln>
          </p:spPr>
          <p:style>
            <a:lnRef idx="0"/>
            <a:fillRef idx="0"/>
            <a:effectRef idx="0"/>
            <a:fontRef idx="minor"/>
          </p:style>
          <p:txBody>
            <a:bodyPr lIns="90000" rIns="90000" tIns="-21960" bIns="-21960" anchor="t">
              <a:noAutofit/>
            </a:bodyPr>
            <a:p>
              <a:endParaRPr b="0" lang="en-US" sz="2400" spc="-1" strike="noStrike">
                <a:solidFill>
                  <a:srgbClr val="000000"/>
                </a:solidFill>
                <a:latin typeface="Times New Roman"/>
              </a:endParaRPr>
            </a:p>
          </p:txBody>
        </p:sp>
        <p:sp>
          <p:nvSpPr>
            <p:cNvPr id="7739" name=""/>
            <p:cNvSpPr/>
            <p:nvPr/>
          </p:nvSpPr>
          <p:spPr>
            <a:xfrm flipV="1">
              <a:off x="6078600" y="5863320"/>
              <a:ext cx="31680" cy="78840"/>
            </a:xfrm>
            <a:custGeom>
              <a:avLst/>
              <a:gdLst/>
              <a:ahLst/>
              <a:rect l="l" t="t" r="r" b="b"/>
              <a:pathLst>
                <a:path w="295" h="677">
                  <a:moveTo>
                    <a:pt x="169" y="0"/>
                  </a:moveTo>
                  <a:lnTo>
                    <a:pt x="174" y="5"/>
                  </a:lnTo>
                  <a:lnTo>
                    <a:pt x="179" y="10"/>
                  </a:lnTo>
                  <a:lnTo>
                    <a:pt x="186" y="18"/>
                  </a:lnTo>
                  <a:lnTo>
                    <a:pt x="192" y="28"/>
                  </a:lnTo>
                  <a:lnTo>
                    <a:pt x="197" y="41"/>
                  </a:lnTo>
                  <a:lnTo>
                    <a:pt x="203" y="57"/>
                  </a:lnTo>
                  <a:lnTo>
                    <a:pt x="211" y="75"/>
                  </a:lnTo>
                  <a:lnTo>
                    <a:pt x="217" y="97"/>
                  </a:lnTo>
                  <a:lnTo>
                    <a:pt x="224" y="122"/>
                  </a:lnTo>
                  <a:lnTo>
                    <a:pt x="231" y="150"/>
                  </a:lnTo>
                  <a:lnTo>
                    <a:pt x="239" y="183"/>
                  </a:lnTo>
                  <a:lnTo>
                    <a:pt x="246" y="220"/>
                  </a:lnTo>
                  <a:lnTo>
                    <a:pt x="253" y="259"/>
                  </a:lnTo>
                  <a:lnTo>
                    <a:pt x="262" y="305"/>
                  </a:lnTo>
                  <a:lnTo>
                    <a:pt x="270" y="354"/>
                  </a:lnTo>
                  <a:lnTo>
                    <a:pt x="278" y="408"/>
                  </a:lnTo>
                  <a:lnTo>
                    <a:pt x="278" y="411"/>
                  </a:lnTo>
                  <a:lnTo>
                    <a:pt x="279" y="419"/>
                  </a:lnTo>
                  <a:lnTo>
                    <a:pt x="280" y="432"/>
                  </a:lnTo>
                  <a:lnTo>
                    <a:pt x="282" y="448"/>
                  </a:lnTo>
                  <a:lnTo>
                    <a:pt x="285" y="468"/>
                  </a:lnTo>
                  <a:lnTo>
                    <a:pt x="287" y="490"/>
                  </a:lnTo>
                  <a:lnTo>
                    <a:pt x="289" y="514"/>
                  </a:lnTo>
                  <a:lnTo>
                    <a:pt x="291" y="538"/>
                  </a:lnTo>
                  <a:lnTo>
                    <a:pt x="292" y="562"/>
                  </a:lnTo>
                  <a:lnTo>
                    <a:pt x="294" y="585"/>
                  </a:lnTo>
                  <a:lnTo>
                    <a:pt x="295" y="608"/>
                  </a:lnTo>
                  <a:lnTo>
                    <a:pt x="295" y="629"/>
                  </a:lnTo>
                  <a:lnTo>
                    <a:pt x="295" y="646"/>
                  </a:lnTo>
                  <a:lnTo>
                    <a:pt x="295" y="660"/>
                  </a:lnTo>
                  <a:lnTo>
                    <a:pt x="293" y="669"/>
                  </a:lnTo>
                  <a:lnTo>
                    <a:pt x="291" y="674"/>
                  </a:lnTo>
                  <a:lnTo>
                    <a:pt x="280" y="677"/>
                  </a:lnTo>
                  <a:lnTo>
                    <a:pt x="267" y="677"/>
                  </a:lnTo>
                  <a:lnTo>
                    <a:pt x="251" y="675"/>
                  </a:lnTo>
                  <a:lnTo>
                    <a:pt x="235" y="669"/>
                  </a:lnTo>
                  <a:lnTo>
                    <a:pt x="217" y="661"/>
                  </a:lnTo>
                  <a:lnTo>
                    <a:pt x="198" y="651"/>
                  </a:lnTo>
                  <a:lnTo>
                    <a:pt x="178" y="638"/>
                  </a:lnTo>
                  <a:lnTo>
                    <a:pt x="158" y="623"/>
                  </a:lnTo>
                  <a:lnTo>
                    <a:pt x="139" y="604"/>
                  </a:lnTo>
                  <a:lnTo>
                    <a:pt x="120" y="584"/>
                  </a:lnTo>
                  <a:lnTo>
                    <a:pt x="102" y="561"/>
                  </a:lnTo>
                  <a:lnTo>
                    <a:pt x="85" y="537"/>
                  </a:lnTo>
                  <a:lnTo>
                    <a:pt x="70" y="509"/>
                  </a:lnTo>
                  <a:lnTo>
                    <a:pt x="56" y="480"/>
                  </a:lnTo>
                  <a:lnTo>
                    <a:pt x="46" y="449"/>
                  </a:lnTo>
                  <a:lnTo>
                    <a:pt x="38" y="416"/>
                  </a:lnTo>
                  <a:lnTo>
                    <a:pt x="29" y="381"/>
                  </a:lnTo>
                  <a:lnTo>
                    <a:pt x="23" y="348"/>
                  </a:lnTo>
                  <a:lnTo>
                    <a:pt x="17" y="318"/>
                  </a:lnTo>
                  <a:lnTo>
                    <a:pt x="13" y="292"/>
                  </a:lnTo>
                  <a:lnTo>
                    <a:pt x="9" y="267"/>
                  </a:lnTo>
                  <a:lnTo>
                    <a:pt x="5" y="246"/>
                  </a:lnTo>
                  <a:lnTo>
                    <a:pt x="3" y="226"/>
                  </a:lnTo>
                  <a:lnTo>
                    <a:pt x="1" y="208"/>
                  </a:lnTo>
                  <a:lnTo>
                    <a:pt x="0" y="194"/>
                  </a:lnTo>
                  <a:lnTo>
                    <a:pt x="0" y="180"/>
                  </a:lnTo>
                  <a:lnTo>
                    <a:pt x="0" y="169"/>
                  </a:lnTo>
                  <a:lnTo>
                    <a:pt x="1" y="158"/>
                  </a:lnTo>
                  <a:lnTo>
                    <a:pt x="2" y="150"/>
                  </a:lnTo>
                  <a:lnTo>
                    <a:pt x="4" y="143"/>
                  </a:lnTo>
                  <a:lnTo>
                    <a:pt x="5" y="137"/>
                  </a:lnTo>
                  <a:lnTo>
                    <a:pt x="7" y="132"/>
                  </a:lnTo>
                  <a:lnTo>
                    <a:pt x="12" y="125"/>
                  </a:lnTo>
                  <a:lnTo>
                    <a:pt x="20" y="110"/>
                  </a:lnTo>
                  <a:lnTo>
                    <a:pt x="34" y="90"/>
                  </a:lnTo>
                  <a:lnTo>
                    <a:pt x="51" y="67"/>
                  </a:lnTo>
                  <a:lnTo>
                    <a:pt x="73" y="44"/>
                  </a:lnTo>
                  <a:lnTo>
                    <a:pt x="100" y="24"/>
                  </a:lnTo>
                  <a:lnTo>
                    <a:pt x="132" y="9"/>
                  </a:lnTo>
                  <a:lnTo>
                    <a:pt x="169" y="0"/>
                  </a:lnTo>
                  <a:close/>
                </a:path>
              </a:pathLst>
            </a:custGeom>
            <a:solidFill>
              <a:srgbClr val="f2ad8c"/>
            </a:solidFill>
            <a:ln w="0">
              <a:noFill/>
            </a:ln>
          </p:spPr>
          <p:style>
            <a:lnRef idx="0"/>
            <a:fillRef idx="0"/>
            <a:effectRef idx="0"/>
            <a:fontRef idx="minor"/>
          </p:style>
          <p:txBody>
            <a:bodyPr lIns="90000" rIns="90000" tIns="32040" bIns="32040" anchor="t">
              <a:noAutofit/>
            </a:bodyPr>
            <a:p>
              <a:endParaRPr b="0" lang="en-US" sz="2400" spc="-1" strike="noStrike">
                <a:solidFill>
                  <a:srgbClr val="000000"/>
                </a:solidFill>
                <a:latin typeface="Times New Roman"/>
              </a:endParaRPr>
            </a:p>
          </p:txBody>
        </p:sp>
        <p:sp>
          <p:nvSpPr>
            <p:cNvPr id="7740" name=""/>
            <p:cNvSpPr/>
            <p:nvPr/>
          </p:nvSpPr>
          <p:spPr>
            <a:xfrm flipV="1">
              <a:off x="6097680" y="5895000"/>
              <a:ext cx="11160" cy="47160"/>
            </a:xfrm>
            <a:custGeom>
              <a:avLst/>
              <a:gdLst/>
              <a:ahLst/>
              <a:rect l="l" t="t" r="r" b="b"/>
              <a:pathLst>
                <a:path w="116" h="413">
                  <a:moveTo>
                    <a:pt x="116" y="411"/>
                  </a:moveTo>
                  <a:lnTo>
                    <a:pt x="116" y="411"/>
                  </a:lnTo>
                  <a:lnTo>
                    <a:pt x="108" y="357"/>
                  </a:lnTo>
                  <a:lnTo>
                    <a:pt x="100" y="308"/>
                  </a:lnTo>
                  <a:lnTo>
                    <a:pt x="91" y="262"/>
                  </a:lnTo>
                  <a:lnTo>
                    <a:pt x="84" y="223"/>
                  </a:lnTo>
                  <a:lnTo>
                    <a:pt x="77" y="186"/>
                  </a:lnTo>
                  <a:lnTo>
                    <a:pt x="70" y="153"/>
                  </a:lnTo>
                  <a:lnTo>
                    <a:pt x="62" y="125"/>
                  </a:lnTo>
                  <a:lnTo>
                    <a:pt x="55" y="100"/>
                  </a:lnTo>
                  <a:lnTo>
                    <a:pt x="49" y="77"/>
                  </a:lnTo>
                  <a:lnTo>
                    <a:pt x="41" y="58"/>
                  </a:lnTo>
                  <a:lnTo>
                    <a:pt x="35" y="43"/>
                  </a:lnTo>
                  <a:lnTo>
                    <a:pt x="29" y="30"/>
                  </a:lnTo>
                  <a:lnTo>
                    <a:pt x="23" y="19"/>
                  </a:lnTo>
                  <a:lnTo>
                    <a:pt x="16" y="11"/>
                  </a:lnTo>
                  <a:lnTo>
                    <a:pt x="10" y="4"/>
                  </a:lnTo>
                  <a:lnTo>
                    <a:pt x="4" y="0"/>
                  </a:lnTo>
                  <a:lnTo>
                    <a:pt x="0" y="9"/>
                  </a:lnTo>
                  <a:lnTo>
                    <a:pt x="4" y="13"/>
                  </a:lnTo>
                  <a:lnTo>
                    <a:pt x="8" y="17"/>
                  </a:lnTo>
                  <a:lnTo>
                    <a:pt x="14" y="25"/>
                  </a:lnTo>
                  <a:lnTo>
                    <a:pt x="21" y="35"/>
                  </a:lnTo>
                  <a:lnTo>
                    <a:pt x="25" y="47"/>
                  </a:lnTo>
                  <a:lnTo>
                    <a:pt x="31" y="63"/>
                  </a:lnTo>
                  <a:lnTo>
                    <a:pt x="38" y="81"/>
                  </a:lnTo>
                  <a:lnTo>
                    <a:pt x="45" y="102"/>
                  </a:lnTo>
                  <a:lnTo>
                    <a:pt x="52" y="127"/>
                  </a:lnTo>
                  <a:lnTo>
                    <a:pt x="59" y="155"/>
                  </a:lnTo>
                  <a:lnTo>
                    <a:pt x="66" y="188"/>
                  </a:lnTo>
                  <a:lnTo>
                    <a:pt x="74" y="225"/>
                  </a:lnTo>
                  <a:lnTo>
                    <a:pt x="81" y="264"/>
                  </a:lnTo>
                  <a:lnTo>
                    <a:pt x="89" y="310"/>
                  </a:lnTo>
                  <a:lnTo>
                    <a:pt x="98" y="359"/>
                  </a:lnTo>
                  <a:lnTo>
                    <a:pt x="106" y="413"/>
                  </a:lnTo>
                  <a:lnTo>
                    <a:pt x="106" y="413"/>
                  </a:lnTo>
                  <a:lnTo>
                    <a:pt x="116" y="411"/>
                  </a:lnTo>
                  <a:close/>
                </a:path>
              </a:pathLst>
            </a:custGeom>
            <a:solidFill>
              <a:srgbClr val="260000"/>
            </a:solidFill>
            <a:ln w="0">
              <a:noFill/>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7741" name=""/>
            <p:cNvSpPr/>
            <p:nvPr/>
          </p:nvSpPr>
          <p:spPr>
            <a:xfrm flipV="1">
              <a:off x="6107040" y="5863320"/>
              <a:ext cx="3240" cy="31320"/>
            </a:xfrm>
            <a:custGeom>
              <a:avLst/>
              <a:gdLst/>
              <a:ahLst/>
              <a:rect l="l" t="t" r="r" b="b"/>
              <a:pathLst>
                <a:path w="27" h="271">
                  <a:moveTo>
                    <a:pt x="20" y="271"/>
                  </a:moveTo>
                  <a:lnTo>
                    <a:pt x="20" y="271"/>
                  </a:lnTo>
                  <a:lnTo>
                    <a:pt x="25" y="264"/>
                  </a:lnTo>
                  <a:lnTo>
                    <a:pt x="27" y="253"/>
                  </a:lnTo>
                  <a:lnTo>
                    <a:pt x="27" y="239"/>
                  </a:lnTo>
                  <a:lnTo>
                    <a:pt x="27" y="222"/>
                  </a:lnTo>
                  <a:lnTo>
                    <a:pt x="27" y="201"/>
                  </a:lnTo>
                  <a:lnTo>
                    <a:pt x="26" y="178"/>
                  </a:lnTo>
                  <a:lnTo>
                    <a:pt x="24" y="155"/>
                  </a:lnTo>
                  <a:lnTo>
                    <a:pt x="23" y="131"/>
                  </a:lnTo>
                  <a:lnTo>
                    <a:pt x="21" y="107"/>
                  </a:lnTo>
                  <a:lnTo>
                    <a:pt x="19" y="83"/>
                  </a:lnTo>
                  <a:lnTo>
                    <a:pt x="17" y="61"/>
                  </a:lnTo>
                  <a:lnTo>
                    <a:pt x="15" y="40"/>
                  </a:lnTo>
                  <a:lnTo>
                    <a:pt x="13" y="24"/>
                  </a:lnTo>
                  <a:lnTo>
                    <a:pt x="12" y="12"/>
                  </a:lnTo>
                  <a:lnTo>
                    <a:pt x="10" y="4"/>
                  </a:lnTo>
                  <a:lnTo>
                    <a:pt x="10" y="0"/>
                  </a:lnTo>
                  <a:lnTo>
                    <a:pt x="0" y="2"/>
                  </a:lnTo>
                  <a:lnTo>
                    <a:pt x="0" y="4"/>
                  </a:lnTo>
                  <a:lnTo>
                    <a:pt x="1" y="12"/>
                  </a:lnTo>
                  <a:lnTo>
                    <a:pt x="2" y="26"/>
                  </a:lnTo>
                  <a:lnTo>
                    <a:pt x="4" y="42"/>
                  </a:lnTo>
                  <a:lnTo>
                    <a:pt x="6" y="61"/>
                  </a:lnTo>
                  <a:lnTo>
                    <a:pt x="8" y="83"/>
                  </a:lnTo>
                  <a:lnTo>
                    <a:pt x="10" y="107"/>
                  </a:lnTo>
                  <a:lnTo>
                    <a:pt x="13" y="131"/>
                  </a:lnTo>
                  <a:lnTo>
                    <a:pt x="14" y="155"/>
                  </a:lnTo>
                  <a:lnTo>
                    <a:pt x="16" y="178"/>
                  </a:lnTo>
                  <a:lnTo>
                    <a:pt x="17" y="201"/>
                  </a:lnTo>
                  <a:lnTo>
                    <a:pt x="17" y="222"/>
                  </a:lnTo>
                  <a:lnTo>
                    <a:pt x="17" y="239"/>
                  </a:lnTo>
                  <a:lnTo>
                    <a:pt x="17" y="253"/>
                  </a:lnTo>
                  <a:lnTo>
                    <a:pt x="15" y="261"/>
                  </a:lnTo>
                  <a:lnTo>
                    <a:pt x="16" y="262"/>
                  </a:lnTo>
                  <a:lnTo>
                    <a:pt x="16" y="262"/>
                  </a:lnTo>
                  <a:lnTo>
                    <a:pt x="20" y="271"/>
                  </a:lnTo>
                  <a:close/>
                </a:path>
              </a:pathLst>
            </a:custGeom>
            <a:solidFill>
              <a:srgbClr val="260000"/>
            </a:solidFill>
            <a:ln w="0">
              <a:noFill/>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7742" name=""/>
            <p:cNvSpPr/>
            <p:nvPr/>
          </p:nvSpPr>
          <p:spPr>
            <a:xfrm flipV="1">
              <a:off x="6081840" y="5863320"/>
              <a:ext cx="27000" cy="31320"/>
            </a:xfrm>
            <a:custGeom>
              <a:avLst/>
              <a:gdLst/>
              <a:ahLst/>
              <a:rect l="l" t="t" r="r" b="b"/>
              <a:pathLst>
                <a:path w="261" h="267">
                  <a:moveTo>
                    <a:pt x="0" y="2"/>
                  </a:moveTo>
                  <a:lnTo>
                    <a:pt x="0" y="2"/>
                  </a:lnTo>
                  <a:lnTo>
                    <a:pt x="9" y="35"/>
                  </a:lnTo>
                  <a:lnTo>
                    <a:pt x="19" y="67"/>
                  </a:lnTo>
                  <a:lnTo>
                    <a:pt x="34" y="97"/>
                  </a:lnTo>
                  <a:lnTo>
                    <a:pt x="48" y="125"/>
                  </a:lnTo>
                  <a:lnTo>
                    <a:pt x="66" y="150"/>
                  </a:lnTo>
                  <a:lnTo>
                    <a:pt x="84" y="172"/>
                  </a:lnTo>
                  <a:lnTo>
                    <a:pt x="103" y="193"/>
                  </a:lnTo>
                  <a:lnTo>
                    <a:pt x="123" y="212"/>
                  </a:lnTo>
                  <a:lnTo>
                    <a:pt x="143" y="227"/>
                  </a:lnTo>
                  <a:lnTo>
                    <a:pt x="163" y="240"/>
                  </a:lnTo>
                  <a:lnTo>
                    <a:pt x="183" y="250"/>
                  </a:lnTo>
                  <a:lnTo>
                    <a:pt x="200" y="260"/>
                  </a:lnTo>
                  <a:lnTo>
                    <a:pt x="218" y="265"/>
                  </a:lnTo>
                  <a:lnTo>
                    <a:pt x="235" y="267"/>
                  </a:lnTo>
                  <a:lnTo>
                    <a:pt x="249" y="267"/>
                  </a:lnTo>
                  <a:lnTo>
                    <a:pt x="261" y="263"/>
                  </a:lnTo>
                  <a:lnTo>
                    <a:pt x="257" y="254"/>
                  </a:lnTo>
                  <a:lnTo>
                    <a:pt x="247" y="257"/>
                  </a:lnTo>
                  <a:lnTo>
                    <a:pt x="235" y="257"/>
                  </a:lnTo>
                  <a:lnTo>
                    <a:pt x="220" y="254"/>
                  </a:lnTo>
                  <a:lnTo>
                    <a:pt x="205" y="249"/>
                  </a:lnTo>
                  <a:lnTo>
                    <a:pt x="187" y="242"/>
                  </a:lnTo>
                  <a:lnTo>
                    <a:pt x="169" y="232"/>
                  </a:lnTo>
                  <a:lnTo>
                    <a:pt x="149" y="219"/>
                  </a:lnTo>
                  <a:lnTo>
                    <a:pt x="130" y="204"/>
                  </a:lnTo>
                  <a:lnTo>
                    <a:pt x="111" y="185"/>
                  </a:lnTo>
                  <a:lnTo>
                    <a:pt x="92" y="166"/>
                  </a:lnTo>
                  <a:lnTo>
                    <a:pt x="74" y="143"/>
                  </a:lnTo>
                  <a:lnTo>
                    <a:pt x="57" y="118"/>
                  </a:lnTo>
                  <a:lnTo>
                    <a:pt x="42" y="92"/>
                  </a:lnTo>
                  <a:lnTo>
                    <a:pt x="30" y="63"/>
                  </a:lnTo>
                  <a:lnTo>
                    <a:pt x="19" y="33"/>
                  </a:lnTo>
                  <a:lnTo>
                    <a:pt x="11" y="0"/>
                  </a:lnTo>
                  <a:lnTo>
                    <a:pt x="11" y="0"/>
                  </a:lnTo>
                  <a:lnTo>
                    <a:pt x="11" y="0"/>
                  </a:lnTo>
                  <a:lnTo>
                    <a:pt x="11" y="0"/>
                  </a:lnTo>
                  <a:lnTo>
                    <a:pt x="11" y="0"/>
                  </a:lnTo>
                  <a:lnTo>
                    <a:pt x="0" y="2"/>
                  </a:lnTo>
                  <a:close/>
                </a:path>
              </a:pathLst>
            </a:custGeom>
            <a:solidFill>
              <a:srgbClr val="260000"/>
            </a:solidFill>
            <a:ln w="0">
              <a:noFill/>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7743" name=""/>
            <p:cNvSpPr/>
            <p:nvPr/>
          </p:nvSpPr>
          <p:spPr>
            <a:xfrm flipV="1">
              <a:off x="6078600" y="5895000"/>
              <a:ext cx="4680" cy="32760"/>
            </a:xfrm>
            <a:custGeom>
              <a:avLst/>
              <a:gdLst/>
              <a:ahLst/>
              <a:rect l="l" t="t" r="r" b="b"/>
              <a:pathLst>
                <a:path w="48" h="288">
                  <a:moveTo>
                    <a:pt x="8" y="0"/>
                  </a:moveTo>
                  <a:lnTo>
                    <a:pt x="7" y="1"/>
                  </a:lnTo>
                  <a:lnTo>
                    <a:pt x="5" y="6"/>
                  </a:lnTo>
                  <a:lnTo>
                    <a:pt x="4" y="13"/>
                  </a:lnTo>
                  <a:lnTo>
                    <a:pt x="2" y="20"/>
                  </a:lnTo>
                  <a:lnTo>
                    <a:pt x="1" y="28"/>
                  </a:lnTo>
                  <a:lnTo>
                    <a:pt x="0" y="40"/>
                  </a:lnTo>
                  <a:lnTo>
                    <a:pt x="0" y="51"/>
                  </a:lnTo>
                  <a:lnTo>
                    <a:pt x="0" y="65"/>
                  </a:lnTo>
                  <a:lnTo>
                    <a:pt x="1" y="79"/>
                  </a:lnTo>
                  <a:lnTo>
                    <a:pt x="3" y="98"/>
                  </a:lnTo>
                  <a:lnTo>
                    <a:pt x="5" y="118"/>
                  </a:lnTo>
                  <a:lnTo>
                    <a:pt x="8" y="139"/>
                  </a:lnTo>
                  <a:lnTo>
                    <a:pt x="12" y="164"/>
                  </a:lnTo>
                  <a:lnTo>
                    <a:pt x="17" y="190"/>
                  </a:lnTo>
                  <a:lnTo>
                    <a:pt x="23" y="221"/>
                  </a:lnTo>
                  <a:lnTo>
                    <a:pt x="29" y="253"/>
                  </a:lnTo>
                  <a:lnTo>
                    <a:pt x="37" y="288"/>
                  </a:lnTo>
                  <a:lnTo>
                    <a:pt x="48" y="286"/>
                  </a:lnTo>
                  <a:lnTo>
                    <a:pt x="40" y="251"/>
                  </a:lnTo>
                  <a:lnTo>
                    <a:pt x="33" y="218"/>
                  </a:lnTo>
                  <a:lnTo>
                    <a:pt x="27" y="188"/>
                  </a:lnTo>
                  <a:lnTo>
                    <a:pt x="23" y="162"/>
                  </a:lnTo>
                  <a:lnTo>
                    <a:pt x="19" y="137"/>
                  </a:lnTo>
                  <a:lnTo>
                    <a:pt x="16" y="116"/>
                  </a:lnTo>
                  <a:lnTo>
                    <a:pt x="14" y="96"/>
                  </a:lnTo>
                  <a:lnTo>
                    <a:pt x="11" y="79"/>
                  </a:lnTo>
                  <a:lnTo>
                    <a:pt x="10" y="65"/>
                  </a:lnTo>
                  <a:lnTo>
                    <a:pt x="10" y="51"/>
                  </a:lnTo>
                  <a:lnTo>
                    <a:pt x="10" y="40"/>
                  </a:lnTo>
                  <a:lnTo>
                    <a:pt x="11" y="30"/>
                  </a:lnTo>
                  <a:lnTo>
                    <a:pt x="12" y="22"/>
                  </a:lnTo>
                  <a:lnTo>
                    <a:pt x="15" y="15"/>
                  </a:lnTo>
                  <a:lnTo>
                    <a:pt x="16" y="9"/>
                  </a:lnTo>
                  <a:lnTo>
                    <a:pt x="18" y="5"/>
                  </a:lnTo>
                  <a:lnTo>
                    <a:pt x="17" y="6"/>
                  </a:lnTo>
                  <a:lnTo>
                    <a:pt x="8" y="0"/>
                  </a:lnTo>
                  <a:close/>
                </a:path>
              </a:pathLst>
            </a:custGeom>
            <a:solidFill>
              <a:srgbClr val="260000"/>
            </a:solidFill>
            <a:ln w="0">
              <a:noFill/>
            </a:ln>
          </p:spPr>
          <p:style>
            <a:lnRef idx="0"/>
            <a:fillRef idx="0"/>
            <a:effectRef idx="0"/>
            <a:fontRef idx="minor"/>
          </p:style>
          <p:txBody>
            <a:bodyPr lIns="90000" rIns="90000" tIns="-14040" bIns="-14040" anchor="t">
              <a:noAutofit/>
            </a:bodyPr>
            <a:p>
              <a:endParaRPr b="0" lang="en-US" sz="2400" spc="-1" strike="noStrike">
                <a:solidFill>
                  <a:srgbClr val="000000"/>
                </a:solidFill>
                <a:latin typeface="Times New Roman"/>
              </a:endParaRPr>
            </a:p>
          </p:txBody>
        </p:sp>
        <p:sp>
          <p:nvSpPr>
            <p:cNvPr id="7744" name=""/>
            <p:cNvSpPr/>
            <p:nvPr/>
          </p:nvSpPr>
          <p:spPr>
            <a:xfrm flipV="1">
              <a:off x="6078600" y="5925240"/>
              <a:ext cx="19080" cy="16920"/>
            </a:xfrm>
            <a:custGeom>
              <a:avLst/>
              <a:gdLst/>
              <a:ahLst/>
              <a:rect l="l" t="t" r="r" b="b"/>
              <a:pathLst>
                <a:path w="168" h="140">
                  <a:moveTo>
                    <a:pt x="168" y="1"/>
                  </a:moveTo>
                  <a:lnTo>
                    <a:pt x="166" y="0"/>
                  </a:lnTo>
                  <a:lnTo>
                    <a:pt x="127" y="9"/>
                  </a:lnTo>
                  <a:lnTo>
                    <a:pt x="94" y="25"/>
                  </a:lnTo>
                  <a:lnTo>
                    <a:pt x="67" y="45"/>
                  </a:lnTo>
                  <a:lnTo>
                    <a:pt x="44" y="69"/>
                  </a:lnTo>
                  <a:lnTo>
                    <a:pt x="26" y="92"/>
                  </a:lnTo>
                  <a:lnTo>
                    <a:pt x="13" y="111"/>
                  </a:lnTo>
                  <a:lnTo>
                    <a:pt x="4" y="128"/>
                  </a:lnTo>
                  <a:lnTo>
                    <a:pt x="0" y="134"/>
                  </a:lnTo>
                  <a:lnTo>
                    <a:pt x="9" y="140"/>
                  </a:lnTo>
                  <a:lnTo>
                    <a:pt x="13" y="132"/>
                  </a:lnTo>
                  <a:lnTo>
                    <a:pt x="21" y="118"/>
                  </a:lnTo>
                  <a:lnTo>
                    <a:pt x="35" y="98"/>
                  </a:lnTo>
                  <a:lnTo>
                    <a:pt x="52" y="75"/>
                  </a:lnTo>
                  <a:lnTo>
                    <a:pt x="73" y="53"/>
                  </a:lnTo>
                  <a:lnTo>
                    <a:pt x="100" y="33"/>
                  </a:lnTo>
                  <a:lnTo>
                    <a:pt x="132" y="19"/>
                  </a:lnTo>
                  <a:lnTo>
                    <a:pt x="166" y="11"/>
                  </a:lnTo>
                  <a:lnTo>
                    <a:pt x="164" y="10"/>
                  </a:lnTo>
                  <a:lnTo>
                    <a:pt x="168" y="1"/>
                  </a:lnTo>
                  <a:lnTo>
                    <a:pt x="167" y="0"/>
                  </a:lnTo>
                  <a:lnTo>
                    <a:pt x="166" y="0"/>
                  </a:lnTo>
                  <a:lnTo>
                    <a:pt x="168" y="1"/>
                  </a:lnTo>
                  <a:close/>
                </a:path>
              </a:pathLst>
            </a:custGeom>
            <a:solidFill>
              <a:srgbClr val="260000"/>
            </a:solidFill>
            <a:ln w="0">
              <a:noFill/>
            </a:ln>
          </p:spPr>
          <p:style>
            <a:lnRef idx="0"/>
            <a:fillRef idx="0"/>
            <a:effectRef idx="0"/>
            <a:fontRef idx="minor"/>
          </p:style>
          <p:txBody>
            <a:bodyPr lIns="90000" rIns="90000" tIns="-29880" bIns="-29880" anchor="t">
              <a:noAutofit/>
            </a:bodyPr>
            <a:p>
              <a:endParaRPr b="0" lang="en-US" sz="2400" spc="-1" strike="noStrike">
                <a:solidFill>
                  <a:srgbClr val="000000"/>
                </a:solidFill>
                <a:latin typeface="Times New Roman"/>
              </a:endParaRPr>
            </a:p>
          </p:txBody>
        </p:sp>
        <p:sp>
          <p:nvSpPr>
            <p:cNvPr id="7745" name=""/>
            <p:cNvSpPr/>
            <p:nvPr/>
          </p:nvSpPr>
          <p:spPr>
            <a:xfrm flipV="1">
              <a:off x="6083280" y="5871240"/>
              <a:ext cx="25560" cy="69480"/>
            </a:xfrm>
            <a:custGeom>
              <a:avLst/>
              <a:gdLst/>
              <a:ahLst/>
              <a:rect l="l" t="t" r="r" b="b"/>
              <a:pathLst>
                <a:path w="240" h="604">
                  <a:moveTo>
                    <a:pt x="23" y="251"/>
                  </a:moveTo>
                  <a:lnTo>
                    <a:pt x="21" y="247"/>
                  </a:lnTo>
                  <a:lnTo>
                    <a:pt x="16" y="237"/>
                  </a:lnTo>
                  <a:lnTo>
                    <a:pt x="9" y="220"/>
                  </a:lnTo>
                  <a:lnTo>
                    <a:pt x="3" y="199"/>
                  </a:lnTo>
                  <a:lnTo>
                    <a:pt x="0" y="174"/>
                  </a:lnTo>
                  <a:lnTo>
                    <a:pt x="0" y="146"/>
                  </a:lnTo>
                  <a:lnTo>
                    <a:pt x="7" y="117"/>
                  </a:lnTo>
                  <a:lnTo>
                    <a:pt x="21" y="88"/>
                  </a:lnTo>
                  <a:lnTo>
                    <a:pt x="44" y="56"/>
                  </a:lnTo>
                  <a:lnTo>
                    <a:pt x="63" y="32"/>
                  </a:lnTo>
                  <a:lnTo>
                    <a:pt x="80" y="16"/>
                  </a:lnTo>
                  <a:lnTo>
                    <a:pt x="95" y="7"/>
                  </a:lnTo>
                  <a:lnTo>
                    <a:pt x="106" y="2"/>
                  </a:lnTo>
                  <a:lnTo>
                    <a:pt x="115" y="0"/>
                  </a:lnTo>
                  <a:lnTo>
                    <a:pt x="119" y="1"/>
                  </a:lnTo>
                  <a:lnTo>
                    <a:pt x="121" y="1"/>
                  </a:lnTo>
                  <a:lnTo>
                    <a:pt x="130" y="12"/>
                  </a:lnTo>
                  <a:lnTo>
                    <a:pt x="140" y="29"/>
                  </a:lnTo>
                  <a:lnTo>
                    <a:pt x="149" y="47"/>
                  </a:lnTo>
                  <a:lnTo>
                    <a:pt x="157" y="70"/>
                  </a:lnTo>
                  <a:lnTo>
                    <a:pt x="166" y="95"/>
                  </a:lnTo>
                  <a:lnTo>
                    <a:pt x="174" y="123"/>
                  </a:lnTo>
                  <a:lnTo>
                    <a:pt x="182" y="152"/>
                  </a:lnTo>
                  <a:lnTo>
                    <a:pt x="190" y="184"/>
                  </a:lnTo>
                  <a:lnTo>
                    <a:pt x="196" y="216"/>
                  </a:lnTo>
                  <a:lnTo>
                    <a:pt x="202" y="249"/>
                  </a:lnTo>
                  <a:lnTo>
                    <a:pt x="208" y="283"/>
                  </a:lnTo>
                  <a:lnTo>
                    <a:pt x="213" y="317"/>
                  </a:lnTo>
                  <a:lnTo>
                    <a:pt x="219" y="350"/>
                  </a:lnTo>
                  <a:lnTo>
                    <a:pt x="223" y="382"/>
                  </a:lnTo>
                  <a:lnTo>
                    <a:pt x="227" y="413"/>
                  </a:lnTo>
                  <a:lnTo>
                    <a:pt x="230" y="443"/>
                  </a:lnTo>
                  <a:lnTo>
                    <a:pt x="231" y="445"/>
                  </a:lnTo>
                  <a:lnTo>
                    <a:pt x="232" y="452"/>
                  </a:lnTo>
                  <a:lnTo>
                    <a:pt x="234" y="461"/>
                  </a:lnTo>
                  <a:lnTo>
                    <a:pt x="236" y="473"/>
                  </a:lnTo>
                  <a:lnTo>
                    <a:pt x="238" y="488"/>
                  </a:lnTo>
                  <a:lnTo>
                    <a:pt x="240" y="504"/>
                  </a:lnTo>
                  <a:lnTo>
                    <a:pt x="240" y="520"/>
                  </a:lnTo>
                  <a:lnTo>
                    <a:pt x="237" y="537"/>
                  </a:lnTo>
                  <a:lnTo>
                    <a:pt x="234" y="553"/>
                  </a:lnTo>
                  <a:lnTo>
                    <a:pt x="229" y="569"/>
                  </a:lnTo>
                  <a:lnTo>
                    <a:pt x="221" y="581"/>
                  </a:lnTo>
                  <a:lnTo>
                    <a:pt x="209" y="593"/>
                  </a:lnTo>
                  <a:lnTo>
                    <a:pt x="195" y="600"/>
                  </a:lnTo>
                  <a:lnTo>
                    <a:pt x="176" y="604"/>
                  </a:lnTo>
                  <a:lnTo>
                    <a:pt x="153" y="604"/>
                  </a:lnTo>
                  <a:lnTo>
                    <a:pt x="126" y="599"/>
                  </a:lnTo>
                  <a:lnTo>
                    <a:pt x="113" y="594"/>
                  </a:lnTo>
                  <a:lnTo>
                    <a:pt x="103" y="587"/>
                  </a:lnTo>
                  <a:lnTo>
                    <a:pt x="95" y="577"/>
                  </a:lnTo>
                  <a:lnTo>
                    <a:pt x="87" y="565"/>
                  </a:lnTo>
                  <a:lnTo>
                    <a:pt x="82" y="550"/>
                  </a:lnTo>
                  <a:lnTo>
                    <a:pt x="78" y="534"/>
                  </a:lnTo>
                  <a:lnTo>
                    <a:pt x="74" y="514"/>
                  </a:lnTo>
                  <a:lnTo>
                    <a:pt x="71" y="493"/>
                  </a:lnTo>
                  <a:lnTo>
                    <a:pt x="68" y="469"/>
                  </a:lnTo>
                  <a:lnTo>
                    <a:pt x="65" y="444"/>
                  </a:lnTo>
                  <a:lnTo>
                    <a:pt x="60" y="416"/>
                  </a:lnTo>
                  <a:lnTo>
                    <a:pt x="56" y="387"/>
                  </a:lnTo>
                  <a:lnTo>
                    <a:pt x="50" y="356"/>
                  </a:lnTo>
                  <a:lnTo>
                    <a:pt x="43" y="323"/>
                  </a:lnTo>
                  <a:lnTo>
                    <a:pt x="34" y="287"/>
                  </a:lnTo>
                  <a:lnTo>
                    <a:pt x="23" y="251"/>
                  </a:lnTo>
                  <a:close/>
                </a:path>
              </a:pathLst>
            </a:custGeom>
            <a:solidFill>
              <a:srgbClr val="f5b392"/>
            </a:solidFill>
            <a:ln w="0">
              <a:noFill/>
            </a:ln>
          </p:spPr>
          <p:style>
            <a:lnRef idx="0"/>
            <a:fillRef idx="0"/>
            <a:effectRef idx="0"/>
            <a:fontRef idx="minor"/>
          </p:style>
          <p:txBody>
            <a:bodyPr lIns="90000" rIns="90000" tIns="22680" bIns="22680" anchor="t">
              <a:noAutofit/>
            </a:bodyPr>
            <a:p>
              <a:endParaRPr b="0" lang="en-US" sz="2400" spc="-1" strike="noStrike">
                <a:solidFill>
                  <a:srgbClr val="000000"/>
                </a:solidFill>
                <a:latin typeface="Times New Roman"/>
              </a:endParaRPr>
            </a:p>
          </p:txBody>
        </p:sp>
        <p:sp>
          <p:nvSpPr>
            <p:cNvPr id="7746" name=""/>
            <p:cNvSpPr/>
            <p:nvPr/>
          </p:nvSpPr>
          <p:spPr>
            <a:xfrm flipV="1">
              <a:off x="6084720" y="5872680"/>
              <a:ext cx="24120" cy="68040"/>
            </a:xfrm>
            <a:custGeom>
              <a:avLst/>
              <a:gdLst/>
              <a:ahLst/>
              <a:rect l="l" t="t" r="r" b="b"/>
              <a:pathLst>
                <a:path w="214" h="590">
                  <a:moveTo>
                    <a:pt x="15" y="69"/>
                  </a:moveTo>
                  <a:lnTo>
                    <a:pt x="33" y="43"/>
                  </a:lnTo>
                  <a:lnTo>
                    <a:pt x="50" y="25"/>
                  </a:lnTo>
                  <a:lnTo>
                    <a:pt x="64" y="12"/>
                  </a:lnTo>
                  <a:lnTo>
                    <a:pt x="76" y="5"/>
                  </a:lnTo>
                  <a:lnTo>
                    <a:pt x="85" y="1"/>
                  </a:lnTo>
                  <a:lnTo>
                    <a:pt x="93" y="0"/>
                  </a:lnTo>
                  <a:lnTo>
                    <a:pt x="97" y="0"/>
                  </a:lnTo>
                  <a:lnTo>
                    <a:pt x="98" y="0"/>
                  </a:lnTo>
                  <a:lnTo>
                    <a:pt x="107" y="11"/>
                  </a:lnTo>
                  <a:lnTo>
                    <a:pt x="115" y="26"/>
                  </a:lnTo>
                  <a:lnTo>
                    <a:pt x="124" y="43"/>
                  </a:lnTo>
                  <a:lnTo>
                    <a:pt x="132" y="64"/>
                  </a:lnTo>
                  <a:lnTo>
                    <a:pt x="140" y="87"/>
                  </a:lnTo>
                  <a:lnTo>
                    <a:pt x="148" y="112"/>
                  </a:lnTo>
                  <a:lnTo>
                    <a:pt x="155" y="138"/>
                  </a:lnTo>
                  <a:lnTo>
                    <a:pt x="162" y="167"/>
                  </a:lnTo>
                  <a:lnTo>
                    <a:pt x="169" y="196"/>
                  </a:lnTo>
                  <a:lnTo>
                    <a:pt x="176" y="227"/>
                  </a:lnTo>
                  <a:lnTo>
                    <a:pt x="181" y="259"/>
                  </a:lnTo>
                  <a:lnTo>
                    <a:pt x="187" y="292"/>
                  </a:lnTo>
                  <a:lnTo>
                    <a:pt x="193" y="325"/>
                  </a:lnTo>
                  <a:lnTo>
                    <a:pt x="197" y="357"/>
                  </a:lnTo>
                  <a:lnTo>
                    <a:pt x="201" y="390"/>
                  </a:lnTo>
                  <a:lnTo>
                    <a:pt x="205" y="423"/>
                  </a:lnTo>
                  <a:lnTo>
                    <a:pt x="205" y="425"/>
                  </a:lnTo>
                  <a:lnTo>
                    <a:pt x="207" y="431"/>
                  </a:lnTo>
                  <a:lnTo>
                    <a:pt x="208" y="439"/>
                  </a:lnTo>
                  <a:lnTo>
                    <a:pt x="210" y="451"/>
                  </a:lnTo>
                  <a:lnTo>
                    <a:pt x="212" y="464"/>
                  </a:lnTo>
                  <a:lnTo>
                    <a:pt x="213" y="480"/>
                  </a:lnTo>
                  <a:lnTo>
                    <a:pt x="214" y="495"/>
                  </a:lnTo>
                  <a:lnTo>
                    <a:pt x="213" y="512"/>
                  </a:lnTo>
                  <a:lnTo>
                    <a:pt x="211" y="529"/>
                  </a:lnTo>
                  <a:lnTo>
                    <a:pt x="208" y="543"/>
                  </a:lnTo>
                  <a:lnTo>
                    <a:pt x="202" y="558"/>
                  </a:lnTo>
                  <a:lnTo>
                    <a:pt x="194" y="570"/>
                  </a:lnTo>
                  <a:lnTo>
                    <a:pt x="182" y="579"/>
                  </a:lnTo>
                  <a:lnTo>
                    <a:pt x="169" y="587"/>
                  </a:lnTo>
                  <a:lnTo>
                    <a:pt x="151" y="590"/>
                  </a:lnTo>
                  <a:lnTo>
                    <a:pt x="130" y="589"/>
                  </a:lnTo>
                  <a:lnTo>
                    <a:pt x="120" y="586"/>
                  </a:lnTo>
                  <a:lnTo>
                    <a:pt x="111" y="579"/>
                  </a:lnTo>
                  <a:lnTo>
                    <a:pt x="105" y="570"/>
                  </a:lnTo>
                  <a:lnTo>
                    <a:pt x="100" y="559"/>
                  </a:lnTo>
                  <a:lnTo>
                    <a:pt x="96" y="543"/>
                  </a:lnTo>
                  <a:lnTo>
                    <a:pt x="93" y="525"/>
                  </a:lnTo>
                  <a:lnTo>
                    <a:pt x="89" y="506"/>
                  </a:lnTo>
                  <a:lnTo>
                    <a:pt x="86" y="483"/>
                  </a:lnTo>
                  <a:lnTo>
                    <a:pt x="83" y="458"/>
                  </a:lnTo>
                  <a:lnTo>
                    <a:pt x="79" y="431"/>
                  </a:lnTo>
                  <a:lnTo>
                    <a:pt x="75" y="402"/>
                  </a:lnTo>
                  <a:lnTo>
                    <a:pt x="70" y="372"/>
                  </a:lnTo>
                  <a:lnTo>
                    <a:pt x="63" y="339"/>
                  </a:lnTo>
                  <a:lnTo>
                    <a:pt x="55" y="305"/>
                  </a:lnTo>
                  <a:lnTo>
                    <a:pt x="45" y="270"/>
                  </a:lnTo>
                  <a:lnTo>
                    <a:pt x="32" y="233"/>
                  </a:lnTo>
                  <a:lnTo>
                    <a:pt x="30" y="229"/>
                  </a:lnTo>
                  <a:lnTo>
                    <a:pt x="24" y="218"/>
                  </a:lnTo>
                  <a:lnTo>
                    <a:pt x="15" y="199"/>
                  </a:lnTo>
                  <a:lnTo>
                    <a:pt x="7" y="177"/>
                  </a:lnTo>
                  <a:lnTo>
                    <a:pt x="2" y="151"/>
                  </a:lnTo>
                  <a:lnTo>
                    <a:pt x="0" y="124"/>
                  </a:lnTo>
                  <a:lnTo>
                    <a:pt x="4" y="96"/>
                  </a:lnTo>
                  <a:lnTo>
                    <a:pt x="15" y="69"/>
                  </a:lnTo>
                  <a:close/>
                </a:path>
              </a:pathLst>
            </a:custGeom>
            <a:solidFill>
              <a:srgbClr val="f7b596"/>
            </a:solidFill>
            <a:ln w="0">
              <a:noFill/>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7747" name=""/>
            <p:cNvSpPr/>
            <p:nvPr/>
          </p:nvSpPr>
          <p:spPr>
            <a:xfrm flipV="1">
              <a:off x="6089760" y="5875200"/>
              <a:ext cx="19080" cy="66240"/>
            </a:xfrm>
            <a:custGeom>
              <a:avLst/>
              <a:gdLst/>
              <a:ahLst/>
              <a:rect l="l" t="t" r="r" b="b"/>
              <a:pathLst>
                <a:path w="190" h="579">
                  <a:moveTo>
                    <a:pt x="12" y="52"/>
                  </a:moveTo>
                  <a:lnTo>
                    <a:pt x="26" y="32"/>
                  </a:lnTo>
                  <a:lnTo>
                    <a:pt x="38" y="18"/>
                  </a:lnTo>
                  <a:lnTo>
                    <a:pt x="50" y="9"/>
                  </a:lnTo>
                  <a:lnTo>
                    <a:pt x="58" y="4"/>
                  </a:lnTo>
                  <a:lnTo>
                    <a:pt x="65" y="1"/>
                  </a:lnTo>
                  <a:lnTo>
                    <a:pt x="72" y="0"/>
                  </a:lnTo>
                  <a:lnTo>
                    <a:pt x="75" y="0"/>
                  </a:lnTo>
                  <a:lnTo>
                    <a:pt x="76" y="0"/>
                  </a:lnTo>
                  <a:lnTo>
                    <a:pt x="84" y="11"/>
                  </a:lnTo>
                  <a:lnTo>
                    <a:pt x="92" y="25"/>
                  </a:lnTo>
                  <a:lnTo>
                    <a:pt x="100" y="41"/>
                  </a:lnTo>
                  <a:lnTo>
                    <a:pt x="108" y="60"/>
                  </a:lnTo>
                  <a:lnTo>
                    <a:pt x="115" y="80"/>
                  </a:lnTo>
                  <a:lnTo>
                    <a:pt x="123" y="102"/>
                  </a:lnTo>
                  <a:lnTo>
                    <a:pt x="130" y="125"/>
                  </a:lnTo>
                  <a:lnTo>
                    <a:pt x="137" y="151"/>
                  </a:lnTo>
                  <a:lnTo>
                    <a:pt x="143" y="178"/>
                  </a:lnTo>
                  <a:lnTo>
                    <a:pt x="150" y="206"/>
                  </a:lnTo>
                  <a:lnTo>
                    <a:pt x="156" y="237"/>
                  </a:lnTo>
                  <a:lnTo>
                    <a:pt x="161" y="268"/>
                  </a:lnTo>
                  <a:lnTo>
                    <a:pt x="166" y="300"/>
                  </a:lnTo>
                  <a:lnTo>
                    <a:pt x="172" y="333"/>
                  </a:lnTo>
                  <a:lnTo>
                    <a:pt x="176" y="367"/>
                  </a:lnTo>
                  <a:lnTo>
                    <a:pt x="180" y="402"/>
                  </a:lnTo>
                  <a:lnTo>
                    <a:pt x="180" y="404"/>
                  </a:lnTo>
                  <a:lnTo>
                    <a:pt x="182" y="409"/>
                  </a:lnTo>
                  <a:lnTo>
                    <a:pt x="183" y="417"/>
                  </a:lnTo>
                  <a:lnTo>
                    <a:pt x="185" y="428"/>
                  </a:lnTo>
                  <a:lnTo>
                    <a:pt x="187" y="441"/>
                  </a:lnTo>
                  <a:lnTo>
                    <a:pt x="188" y="456"/>
                  </a:lnTo>
                  <a:lnTo>
                    <a:pt x="189" y="471"/>
                  </a:lnTo>
                  <a:lnTo>
                    <a:pt x="190" y="487"/>
                  </a:lnTo>
                  <a:lnTo>
                    <a:pt x="189" y="504"/>
                  </a:lnTo>
                  <a:lnTo>
                    <a:pt x="187" y="519"/>
                  </a:lnTo>
                  <a:lnTo>
                    <a:pt x="184" y="534"/>
                  </a:lnTo>
                  <a:lnTo>
                    <a:pt x="179" y="547"/>
                  </a:lnTo>
                  <a:lnTo>
                    <a:pt x="172" y="560"/>
                  </a:lnTo>
                  <a:lnTo>
                    <a:pt x="162" y="569"/>
                  </a:lnTo>
                  <a:lnTo>
                    <a:pt x="150" y="576"/>
                  </a:lnTo>
                  <a:lnTo>
                    <a:pt x="135" y="579"/>
                  </a:lnTo>
                  <a:lnTo>
                    <a:pt x="128" y="578"/>
                  </a:lnTo>
                  <a:lnTo>
                    <a:pt x="122" y="574"/>
                  </a:lnTo>
                  <a:lnTo>
                    <a:pt x="116" y="566"/>
                  </a:lnTo>
                  <a:lnTo>
                    <a:pt x="113" y="553"/>
                  </a:lnTo>
                  <a:lnTo>
                    <a:pt x="110" y="538"/>
                  </a:lnTo>
                  <a:lnTo>
                    <a:pt x="107" y="519"/>
                  </a:lnTo>
                  <a:lnTo>
                    <a:pt x="105" y="498"/>
                  </a:lnTo>
                  <a:lnTo>
                    <a:pt x="102" y="474"/>
                  </a:lnTo>
                  <a:lnTo>
                    <a:pt x="99" y="447"/>
                  </a:lnTo>
                  <a:lnTo>
                    <a:pt x="96" y="419"/>
                  </a:lnTo>
                  <a:lnTo>
                    <a:pt x="90" y="389"/>
                  </a:lnTo>
                  <a:lnTo>
                    <a:pt x="85" y="357"/>
                  </a:lnTo>
                  <a:lnTo>
                    <a:pt x="77" y="324"/>
                  </a:lnTo>
                  <a:lnTo>
                    <a:pt x="67" y="289"/>
                  </a:lnTo>
                  <a:lnTo>
                    <a:pt x="56" y="253"/>
                  </a:lnTo>
                  <a:lnTo>
                    <a:pt x="42" y="217"/>
                  </a:lnTo>
                  <a:lnTo>
                    <a:pt x="39" y="213"/>
                  </a:lnTo>
                  <a:lnTo>
                    <a:pt x="32" y="199"/>
                  </a:lnTo>
                  <a:lnTo>
                    <a:pt x="23" y="180"/>
                  </a:lnTo>
                  <a:lnTo>
                    <a:pt x="12" y="157"/>
                  </a:lnTo>
                  <a:lnTo>
                    <a:pt x="4" y="130"/>
                  </a:lnTo>
                  <a:lnTo>
                    <a:pt x="0" y="103"/>
                  </a:lnTo>
                  <a:lnTo>
                    <a:pt x="2" y="76"/>
                  </a:lnTo>
                  <a:lnTo>
                    <a:pt x="12" y="52"/>
                  </a:lnTo>
                  <a:close/>
                </a:path>
              </a:pathLst>
            </a:custGeom>
            <a:solidFill>
              <a:srgbClr val="fcbca0"/>
            </a:solidFill>
            <a:ln w="0">
              <a:noFill/>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7748" name=""/>
            <p:cNvSpPr/>
            <p:nvPr/>
          </p:nvSpPr>
          <p:spPr>
            <a:xfrm flipV="1">
              <a:off x="6091200" y="5875200"/>
              <a:ext cx="17640" cy="66240"/>
            </a:xfrm>
            <a:custGeom>
              <a:avLst/>
              <a:gdLst/>
              <a:ahLst/>
              <a:rect l="l" t="t" r="r" b="b"/>
              <a:pathLst>
                <a:path w="167" h="571">
                  <a:moveTo>
                    <a:pt x="54" y="0"/>
                  </a:moveTo>
                  <a:lnTo>
                    <a:pt x="61" y="11"/>
                  </a:lnTo>
                  <a:lnTo>
                    <a:pt x="69" y="24"/>
                  </a:lnTo>
                  <a:lnTo>
                    <a:pt x="77" y="38"/>
                  </a:lnTo>
                  <a:lnTo>
                    <a:pt x="84" y="55"/>
                  </a:lnTo>
                  <a:lnTo>
                    <a:pt x="91" y="72"/>
                  </a:lnTo>
                  <a:lnTo>
                    <a:pt x="98" y="91"/>
                  </a:lnTo>
                  <a:lnTo>
                    <a:pt x="105" y="112"/>
                  </a:lnTo>
                  <a:lnTo>
                    <a:pt x="111" y="135"/>
                  </a:lnTo>
                  <a:lnTo>
                    <a:pt x="118" y="160"/>
                  </a:lnTo>
                  <a:lnTo>
                    <a:pt x="125" y="186"/>
                  </a:lnTo>
                  <a:lnTo>
                    <a:pt x="130" y="214"/>
                  </a:lnTo>
                  <a:lnTo>
                    <a:pt x="136" y="244"/>
                  </a:lnTo>
                  <a:lnTo>
                    <a:pt x="141" y="275"/>
                  </a:lnTo>
                  <a:lnTo>
                    <a:pt x="146" y="308"/>
                  </a:lnTo>
                  <a:lnTo>
                    <a:pt x="152" y="344"/>
                  </a:lnTo>
                  <a:lnTo>
                    <a:pt x="156" y="381"/>
                  </a:lnTo>
                  <a:lnTo>
                    <a:pt x="156" y="383"/>
                  </a:lnTo>
                  <a:lnTo>
                    <a:pt x="157" y="387"/>
                  </a:lnTo>
                  <a:lnTo>
                    <a:pt x="159" y="396"/>
                  </a:lnTo>
                  <a:lnTo>
                    <a:pt x="160" y="406"/>
                  </a:lnTo>
                  <a:lnTo>
                    <a:pt x="162" y="418"/>
                  </a:lnTo>
                  <a:lnTo>
                    <a:pt x="164" y="432"/>
                  </a:lnTo>
                  <a:lnTo>
                    <a:pt x="165" y="446"/>
                  </a:lnTo>
                  <a:lnTo>
                    <a:pt x="167" y="463"/>
                  </a:lnTo>
                  <a:lnTo>
                    <a:pt x="167" y="479"/>
                  </a:lnTo>
                  <a:lnTo>
                    <a:pt x="167" y="495"/>
                  </a:lnTo>
                  <a:lnTo>
                    <a:pt x="166" y="511"/>
                  </a:lnTo>
                  <a:lnTo>
                    <a:pt x="164" y="526"/>
                  </a:lnTo>
                  <a:lnTo>
                    <a:pt x="161" y="540"/>
                  </a:lnTo>
                  <a:lnTo>
                    <a:pt x="156" y="552"/>
                  </a:lnTo>
                  <a:lnTo>
                    <a:pt x="150" y="563"/>
                  </a:lnTo>
                  <a:lnTo>
                    <a:pt x="141" y="570"/>
                  </a:lnTo>
                  <a:lnTo>
                    <a:pt x="136" y="571"/>
                  </a:lnTo>
                  <a:lnTo>
                    <a:pt x="132" y="568"/>
                  </a:lnTo>
                  <a:lnTo>
                    <a:pt x="129" y="561"/>
                  </a:lnTo>
                  <a:lnTo>
                    <a:pt x="127" y="548"/>
                  </a:lnTo>
                  <a:lnTo>
                    <a:pt x="125" y="533"/>
                  </a:lnTo>
                  <a:lnTo>
                    <a:pt x="123" y="513"/>
                  </a:lnTo>
                  <a:lnTo>
                    <a:pt x="120" y="491"/>
                  </a:lnTo>
                  <a:lnTo>
                    <a:pt x="118" y="465"/>
                  </a:lnTo>
                  <a:lnTo>
                    <a:pt x="115" y="437"/>
                  </a:lnTo>
                  <a:lnTo>
                    <a:pt x="112" y="407"/>
                  </a:lnTo>
                  <a:lnTo>
                    <a:pt x="107" y="375"/>
                  </a:lnTo>
                  <a:lnTo>
                    <a:pt x="100" y="342"/>
                  </a:lnTo>
                  <a:lnTo>
                    <a:pt x="91" y="307"/>
                  </a:lnTo>
                  <a:lnTo>
                    <a:pt x="81" y="272"/>
                  </a:lnTo>
                  <a:lnTo>
                    <a:pt x="68" y="236"/>
                  </a:lnTo>
                  <a:lnTo>
                    <a:pt x="53" y="199"/>
                  </a:lnTo>
                  <a:lnTo>
                    <a:pt x="50" y="194"/>
                  </a:lnTo>
                  <a:lnTo>
                    <a:pt x="41" y="180"/>
                  </a:lnTo>
                  <a:lnTo>
                    <a:pt x="29" y="161"/>
                  </a:lnTo>
                  <a:lnTo>
                    <a:pt x="17" y="136"/>
                  </a:lnTo>
                  <a:lnTo>
                    <a:pt x="7" y="109"/>
                  </a:lnTo>
                  <a:lnTo>
                    <a:pt x="0" y="82"/>
                  </a:lnTo>
                  <a:lnTo>
                    <a:pt x="0" y="56"/>
                  </a:lnTo>
                  <a:lnTo>
                    <a:pt x="8" y="34"/>
                  </a:lnTo>
                  <a:lnTo>
                    <a:pt x="17" y="22"/>
                  </a:lnTo>
                  <a:lnTo>
                    <a:pt x="26" y="13"/>
                  </a:lnTo>
                  <a:lnTo>
                    <a:pt x="34" y="7"/>
                  </a:lnTo>
                  <a:lnTo>
                    <a:pt x="40" y="3"/>
                  </a:lnTo>
                  <a:lnTo>
                    <a:pt x="46" y="1"/>
                  </a:lnTo>
                  <a:lnTo>
                    <a:pt x="51" y="0"/>
                  </a:lnTo>
                  <a:lnTo>
                    <a:pt x="53" y="0"/>
                  </a:lnTo>
                  <a:lnTo>
                    <a:pt x="54" y="0"/>
                  </a:lnTo>
                  <a:close/>
                </a:path>
              </a:pathLst>
            </a:custGeom>
            <a:solidFill>
              <a:srgbClr val="ffc2a6"/>
            </a:solidFill>
            <a:ln w="0">
              <a:noFill/>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7749" name=""/>
            <p:cNvSpPr/>
            <p:nvPr/>
          </p:nvSpPr>
          <p:spPr>
            <a:xfrm flipV="1">
              <a:off x="6091200" y="5865480"/>
              <a:ext cx="17640" cy="18720"/>
            </a:xfrm>
            <a:custGeom>
              <a:avLst/>
              <a:gdLst/>
              <a:ahLst/>
              <a:rect l="l" t="t" r="r" b="b"/>
              <a:pathLst>
                <a:path w="187" h="170">
                  <a:moveTo>
                    <a:pt x="175" y="1"/>
                  </a:moveTo>
                  <a:lnTo>
                    <a:pt x="165" y="10"/>
                  </a:lnTo>
                  <a:lnTo>
                    <a:pt x="157" y="17"/>
                  </a:lnTo>
                  <a:lnTo>
                    <a:pt x="150" y="24"/>
                  </a:lnTo>
                  <a:lnTo>
                    <a:pt x="144" y="29"/>
                  </a:lnTo>
                  <a:lnTo>
                    <a:pt x="138" y="34"/>
                  </a:lnTo>
                  <a:lnTo>
                    <a:pt x="132" y="40"/>
                  </a:lnTo>
                  <a:lnTo>
                    <a:pt x="124" y="43"/>
                  </a:lnTo>
                  <a:lnTo>
                    <a:pt x="115" y="47"/>
                  </a:lnTo>
                  <a:lnTo>
                    <a:pt x="86" y="55"/>
                  </a:lnTo>
                  <a:lnTo>
                    <a:pt x="62" y="58"/>
                  </a:lnTo>
                  <a:lnTo>
                    <a:pt x="42" y="59"/>
                  </a:lnTo>
                  <a:lnTo>
                    <a:pt x="26" y="56"/>
                  </a:lnTo>
                  <a:lnTo>
                    <a:pt x="15" y="53"/>
                  </a:lnTo>
                  <a:lnTo>
                    <a:pt x="7" y="49"/>
                  </a:lnTo>
                  <a:lnTo>
                    <a:pt x="1" y="46"/>
                  </a:lnTo>
                  <a:lnTo>
                    <a:pt x="0" y="45"/>
                  </a:lnTo>
                  <a:lnTo>
                    <a:pt x="1" y="46"/>
                  </a:lnTo>
                  <a:lnTo>
                    <a:pt x="3" y="50"/>
                  </a:lnTo>
                  <a:lnTo>
                    <a:pt x="8" y="56"/>
                  </a:lnTo>
                  <a:lnTo>
                    <a:pt x="13" y="64"/>
                  </a:lnTo>
                  <a:lnTo>
                    <a:pt x="20" y="73"/>
                  </a:lnTo>
                  <a:lnTo>
                    <a:pt x="27" y="83"/>
                  </a:lnTo>
                  <a:lnTo>
                    <a:pt x="37" y="95"/>
                  </a:lnTo>
                  <a:lnTo>
                    <a:pt x="48" y="106"/>
                  </a:lnTo>
                  <a:lnTo>
                    <a:pt x="60" y="118"/>
                  </a:lnTo>
                  <a:lnTo>
                    <a:pt x="73" y="129"/>
                  </a:lnTo>
                  <a:lnTo>
                    <a:pt x="87" y="139"/>
                  </a:lnTo>
                  <a:lnTo>
                    <a:pt x="102" y="149"/>
                  </a:lnTo>
                  <a:lnTo>
                    <a:pt x="118" y="157"/>
                  </a:lnTo>
                  <a:lnTo>
                    <a:pt x="136" y="163"/>
                  </a:lnTo>
                  <a:lnTo>
                    <a:pt x="153" y="167"/>
                  </a:lnTo>
                  <a:lnTo>
                    <a:pt x="172" y="170"/>
                  </a:lnTo>
                  <a:lnTo>
                    <a:pt x="181" y="165"/>
                  </a:lnTo>
                  <a:lnTo>
                    <a:pt x="186" y="153"/>
                  </a:lnTo>
                  <a:lnTo>
                    <a:pt x="187" y="134"/>
                  </a:lnTo>
                  <a:lnTo>
                    <a:pt x="186" y="111"/>
                  </a:lnTo>
                  <a:lnTo>
                    <a:pt x="184" y="86"/>
                  </a:lnTo>
                  <a:lnTo>
                    <a:pt x="181" y="61"/>
                  </a:lnTo>
                  <a:lnTo>
                    <a:pt x="178" y="40"/>
                  </a:lnTo>
                  <a:lnTo>
                    <a:pt x="176" y="21"/>
                  </a:lnTo>
                  <a:lnTo>
                    <a:pt x="175" y="6"/>
                  </a:lnTo>
                  <a:lnTo>
                    <a:pt x="175" y="1"/>
                  </a:lnTo>
                  <a:lnTo>
                    <a:pt x="175" y="0"/>
                  </a:lnTo>
                  <a:lnTo>
                    <a:pt x="175" y="1"/>
                  </a:lnTo>
                  <a:close/>
                </a:path>
              </a:pathLst>
            </a:custGeom>
            <a:solidFill>
              <a:srgbClr val="ffc7b2"/>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750" name=""/>
            <p:cNvSpPr/>
            <p:nvPr/>
          </p:nvSpPr>
          <p:spPr>
            <a:xfrm flipV="1">
              <a:off x="5999040" y="5437800"/>
              <a:ext cx="1800" cy="1080"/>
            </a:xfrm>
            <a:custGeom>
              <a:avLst/>
              <a:gdLst/>
              <a:ahLst/>
              <a:rect l="l" t="t" r="r" b="b"/>
              <a:pathLst>
                <a:path w="10" h="10">
                  <a:moveTo>
                    <a:pt x="10" y="2"/>
                  </a:moveTo>
                  <a:lnTo>
                    <a:pt x="6" y="0"/>
                  </a:lnTo>
                  <a:lnTo>
                    <a:pt x="2" y="2"/>
                  </a:lnTo>
                  <a:lnTo>
                    <a:pt x="0" y="6"/>
                  </a:lnTo>
                  <a:lnTo>
                    <a:pt x="2" y="10"/>
                  </a:lnTo>
                  <a:lnTo>
                    <a:pt x="10" y="2"/>
                  </a:lnTo>
                  <a:close/>
                </a:path>
              </a:pathLst>
            </a:custGeom>
            <a:solidFill>
              <a:srgbClr val="99543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51" name=""/>
            <p:cNvSpPr/>
            <p:nvPr/>
          </p:nvSpPr>
          <p:spPr>
            <a:xfrm flipV="1">
              <a:off x="5999040" y="5393160"/>
              <a:ext cx="5040" cy="44280"/>
            </a:xfrm>
            <a:custGeom>
              <a:avLst/>
              <a:gdLst/>
              <a:ahLst/>
              <a:rect l="l" t="t" r="r" b="b"/>
              <a:pathLst>
                <a:path w="51" h="397">
                  <a:moveTo>
                    <a:pt x="18" y="397"/>
                  </a:moveTo>
                  <a:lnTo>
                    <a:pt x="29" y="375"/>
                  </a:lnTo>
                  <a:lnTo>
                    <a:pt x="37" y="350"/>
                  </a:lnTo>
                  <a:lnTo>
                    <a:pt x="44" y="324"/>
                  </a:lnTo>
                  <a:lnTo>
                    <a:pt x="48" y="295"/>
                  </a:lnTo>
                  <a:lnTo>
                    <a:pt x="50" y="265"/>
                  </a:lnTo>
                  <a:lnTo>
                    <a:pt x="51" y="233"/>
                  </a:lnTo>
                  <a:lnTo>
                    <a:pt x="51" y="203"/>
                  </a:lnTo>
                  <a:lnTo>
                    <a:pt x="50" y="172"/>
                  </a:lnTo>
                  <a:lnTo>
                    <a:pt x="47" y="142"/>
                  </a:lnTo>
                  <a:lnTo>
                    <a:pt x="44" y="114"/>
                  </a:lnTo>
                  <a:lnTo>
                    <a:pt x="38" y="87"/>
                  </a:lnTo>
                  <a:lnTo>
                    <a:pt x="33" y="63"/>
                  </a:lnTo>
                  <a:lnTo>
                    <a:pt x="28" y="42"/>
                  </a:lnTo>
                  <a:lnTo>
                    <a:pt x="22" y="24"/>
                  </a:lnTo>
                  <a:lnTo>
                    <a:pt x="14" y="11"/>
                  </a:lnTo>
                  <a:lnTo>
                    <a:pt x="8" y="0"/>
                  </a:lnTo>
                  <a:lnTo>
                    <a:pt x="0" y="8"/>
                  </a:lnTo>
                  <a:lnTo>
                    <a:pt x="6" y="15"/>
                  </a:lnTo>
                  <a:lnTo>
                    <a:pt x="11" y="28"/>
                  </a:lnTo>
                  <a:lnTo>
                    <a:pt x="18" y="44"/>
                  </a:lnTo>
                  <a:lnTo>
                    <a:pt x="23" y="65"/>
                  </a:lnTo>
                  <a:lnTo>
                    <a:pt x="28" y="89"/>
                  </a:lnTo>
                  <a:lnTo>
                    <a:pt x="33" y="116"/>
                  </a:lnTo>
                  <a:lnTo>
                    <a:pt x="36" y="144"/>
                  </a:lnTo>
                  <a:lnTo>
                    <a:pt x="39" y="172"/>
                  </a:lnTo>
                  <a:lnTo>
                    <a:pt x="41" y="203"/>
                  </a:lnTo>
                  <a:lnTo>
                    <a:pt x="41" y="233"/>
                  </a:lnTo>
                  <a:lnTo>
                    <a:pt x="39" y="265"/>
                  </a:lnTo>
                  <a:lnTo>
                    <a:pt x="37" y="293"/>
                  </a:lnTo>
                  <a:lnTo>
                    <a:pt x="33" y="322"/>
                  </a:lnTo>
                  <a:lnTo>
                    <a:pt x="27" y="348"/>
                  </a:lnTo>
                  <a:lnTo>
                    <a:pt x="19" y="371"/>
                  </a:lnTo>
                  <a:lnTo>
                    <a:pt x="9" y="392"/>
                  </a:lnTo>
                  <a:lnTo>
                    <a:pt x="18" y="397"/>
                  </a:lnTo>
                  <a:close/>
                </a:path>
              </a:pathLst>
            </a:custGeom>
            <a:solidFill>
              <a:srgbClr val="995433"/>
            </a:solidFill>
            <a:ln w="0">
              <a:noFill/>
            </a:ln>
          </p:spPr>
          <p:style>
            <a:lnRef idx="0"/>
            <a:fillRef idx="0"/>
            <a:effectRef idx="0"/>
            <a:fontRef idx="minor"/>
          </p:style>
          <p:txBody>
            <a:bodyPr lIns="90000" rIns="90000" tIns="-2520" bIns="-2520" anchor="t">
              <a:noAutofit/>
            </a:bodyPr>
            <a:p>
              <a:endParaRPr b="0" lang="en-US" sz="2400" spc="-1" strike="noStrike">
                <a:solidFill>
                  <a:srgbClr val="000000"/>
                </a:solidFill>
                <a:latin typeface="Times New Roman"/>
              </a:endParaRPr>
            </a:p>
          </p:txBody>
        </p:sp>
        <p:sp>
          <p:nvSpPr>
            <p:cNvPr id="7752" name=""/>
            <p:cNvSpPr/>
            <p:nvPr/>
          </p:nvSpPr>
          <p:spPr>
            <a:xfrm flipV="1">
              <a:off x="5999040" y="5391720"/>
              <a:ext cx="1800" cy="1080"/>
            </a:xfrm>
            <a:custGeom>
              <a:avLst/>
              <a:gdLst/>
              <a:ahLst/>
              <a:rect l="l" t="t" r="r" b="b"/>
              <a:pathLst>
                <a:path w="9" h="7">
                  <a:moveTo>
                    <a:pt x="0" y="0"/>
                  </a:moveTo>
                  <a:lnTo>
                    <a:pt x="0" y="3"/>
                  </a:lnTo>
                  <a:lnTo>
                    <a:pt x="3" y="7"/>
                  </a:lnTo>
                  <a:lnTo>
                    <a:pt x="7" y="7"/>
                  </a:lnTo>
                  <a:lnTo>
                    <a:pt x="9" y="5"/>
                  </a:lnTo>
                  <a:lnTo>
                    <a:pt x="0" y="0"/>
                  </a:lnTo>
                  <a:close/>
                </a:path>
              </a:pathLst>
            </a:custGeom>
            <a:solidFill>
              <a:srgbClr val="99543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53" name=""/>
            <p:cNvSpPr/>
            <p:nvPr/>
          </p:nvSpPr>
          <p:spPr>
            <a:xfrm flipV="1">
              <a:off x="6013440" y="5418720"/>
              <a:ext cx="1440" cy="1080"/>
            </a:xfrm>
            <a:custGeom>
              <a:avLst/>
              <a:gdLst/>
              <a:ahLst/>
              <a:rect l="l" t="t" r="r" b="b"/>
              <a:pathLst>
                <a:path w="10" h="6">
                  <a:moveTo>
                    <a:pt x="10" y="4"/>
                  </a:moveTo>
                  <a:lnTo>
                    <a:pt x="8" y="1"/>
                  </a:lnTo>
                  <a:lnTo>
                    <a:pt x="4" y="0"/>
                  </a:lnTo>
                  <a:lnTo>
                    <a:pt x="1" y="2"/>
                  </a:lnTo>
                  <a:lnTo>
                    <a:pt x="0" y="6"/>
                  </a:lnTo>
                  <a:lnTo>
                    <a:pt x="10" y="4"/>
                  </a:lnTo>
                  <a:close/>
                </a:path>
              </a:pathLst>
            </a:custGeom>
            <a:solidFill>
              <a:srgbClr val="99543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54" name=""/>
            <p:cNvSpPr/>
            <p:nvPr/>
          </p:nvSpPr>
          <p:spPr>
            <a:xfrm flipV="1">
              <a:off x="6006960" y="5398920"/>
              <a:ext cx="7920" cy="21600"/>
            </a:xfrm>
            <a:custGeom>
              <a:avLst/>
              <a:gdLst/>
              <a:ahLst/>
              <a:rect l="l" t="t" r="r" b="b"/>
              <a:pathLst>
                <a:path w="52" h="198">
                  <a:moveTo>
                    <a:pt x="9" y="198"/>
                  </a:moveTo>
                  <a:lnTo>
                    <a:pt x="18" y="184"/>
                  </a:lnTo>
                  <a:lnTo>
                    <a:pt x="27" y="167"/>
                  </a:lnTo>
                  <a:lnTo>
                    <a:pt x="34" y="153"/>
                  </a:lnTo>
                  <a:lnTo>
                    <a:pt x="39" y="135"/>
                  </a:lnTo>
                  <a:lnTo>
                    <a:pt x="43" y="120"/>
                  </a:lnTo>
                  <a:lnTo>
                    <a:pt x="46" y="103"/>
                  </a:lnTo>
                  <a:lnTo>
                    <a:pt x="48" y="88"/>
                  </a:lnTo>
                  <a:lnTo>
                    <a:pt x="50" y="71"/>
                  </a:lnTo>
                  <a:lnTo>
                    <a:pt x="50" y="57"/>
                  </a:lnTo>
                  <a:lnTo>
                    <a:pt x="52" y="44"/>
                  </a:lnTo>
                  <a:lnTo>
                    <a:pt x="52" y="31"/>
                  </a:lnTo>
                  <a:lnTo>
                    <a:pt x="50" y="21"/>
                  </a:lnTo>
                  <a:lnTo>
                    <a:pt x="50" y="13"/>
                  </a:lnTo>
                  <a:lnTo>
                    <a:pt x="50" y="6"/>
                  </a:lnTo>
                  <a:lnTo>
                    <a:pt x="49" y="1"/>
                  </a:lnTo>
                  <a:lnTo>
                    <a:pt x="49" y="0"/>
                  </a:lnTo>
                  <a:lnTo>
                    <a:pt x="39" y="2"/>
                  </a:lnTo>
                  <a:lnTo>
                    <a:pt x="39" y="3"/>
                  </a:lnTo>
                  <a:lnTo>
                    <a:pt x="40" y="6"/>
                  </a:lnTo>
                  <a:lnTo>
                    <a:pt x="40" y="13"/>
                  </a:lnTo>
                  <a:lnTo>
                    <a:pt x="40" y="21"/>
                  </a:lnTo>
                  <a:lnTo>
                    <a:pt x="41" y="31"/>
                  </a:lnTo>
                  <a:lnTo>
                    <a:pt x="41" y="44"/>
                  </a:lnTo>
                  <a:lnTo>
                    <a:pt x="40" y="57"/>
                  </a:lnTo>
                  <a:lnTo>
                    <a:pt x="40" y="71"/>
                  </a:lnTo>
                  <a:lnTo>
                    <a:pt x="38" y="85"/>
                  </a:lnTo>
                  <a:lnTo>
                    <a:pt x="36" y="101"/>
                  </a:lnTo>
                  <a:lnTo>
                    <a:pt x="33" y="118"/>
                  </a:lnTo>
                  <a:lnTo>
                    <a:pt x="29" y="133"/>
                  </a:lnTo>
                  <a:lnTo>
                    <a:pt x="23" y="149"/>
                  </a:lnTo>
                  <a:lnTo>
                    <a:pt x="18" y="163"/>
                  </a:lnTo>
                  <a:lnTo>
                    <a:pt x="10" y="178"/>
                  </a:lnTo>
                  <a:lnTo>
                    <a:pt x="0" y="191"/>
                  </a:lnTo>
                  <a:lnTo>
                    <a:pt x="9" y="198"/>
                  </a:lnTo>
                  <a:close/>
                </a:path>
              </a:pathLst>
            </a:custGeom>
            <a:solidFill>
              <a:srgbClr val="995433"/>
            </a:solidFill>
            <a:ln w="0">
              <a:noFill/>
            </a:ln>
          </p:spPr>
          <p:style>
            <a:lnRef idx="0"/>
            <a:fillRef idx="0"/>
            <a:effectRef idx="0"/>
            <a:fontRef idx="minor"/>
          </p:style>
          <p:txBody>
            <a:bodyPr lIns="90000" rIns="90000" tIns="-25200" bIns="-25200" anchor="t">
              <a:noAutofit/>
            </a:bodyPr>
            <a:p>
              <a:endParaRPr b="0" lang="en-US" sz="2400" spc="-1" strike="noStrike">
                <a:solidFill>
                  <a:srgbClr val="000000"/>
                </a:solidFill>
                <a:latin typeface="Times New Roman"/>
              </a:endParaRPr>
            </a:p>
          </p:txBody>
        </p:sp>
        <p:sp>
          <p:nvSpPr>
            <p:cNvPr id="7755" name=""/>
            <p:cNvSpPr/>
            <p:nvPr/>
          </p:nvSpPr>
          <p:spPr>
            <a:xfrm flipV="1">
              <a:off x="6006960" y="5397120"/>
              <a:ext cx="1800" cy="1440"/>
            </a:xfrm>
            <a:custGeom>
              <a:avLst/>
              <a:gdLst/>
              <a:ahLst/>
              <a:rect l="l" t="t" r="r" b="b"/>
              <a:pathLst>
                <a:path w="10" h="9">
                  <a:moveTo>
                    <a:pt x="1" y="0"/>
                  </a:moveTo>
                  <a:lnTo>
                    <a:pt x="0" y="5"/>
                  </a:lnTo>
                  <a:lnTo>
                    <a:pt x="3" y="8"/>
                  </a:lnTo>
                  <a:lnTo>
                    <a:pt x="7" y="9"/>
                  </a:lnTo>
                  <a:lnTo>
                    <a:pt x="10" y="7"/>
                  </a:lnTo>
                  <a:lnTo>
                    <a:pt x="1" y="0"/>
                  </a:lnTo>
                  <a:close/>
                </a:path>
              </a:pathLst>
            </a:custGeom>
            <a:solidFill>
              <a:srgbClr val="99543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56" name=""/>
            <p:cNvSpPr/>
            <p:nvPr/>
          </p:nvSpPr>
          <p:spPr>
            <a:xfrm flipV="1">
              <a:off x="5848200" y="5304960"/>
              <a:ext cx="1800" cy="1440"/>
            </a:xfrm>
            <a:custGeom>
              <a:avLst/>
              <a:gdLst/>
              <a:ahLst/>
              <a:rect l="l" t="t" r="r" b="b"/>
              <a:pathLst>
                <a:path w="7" h="11">
                  <a:moveTo>
                    <a:pt x="7" y="0"/>
                  </a:moveTo>
                  <a:lnTo>
                    <a:pt x="3" y="0"/>
                  </a:lnTo>
                  <a:lnTo>
                    <a:pt x="1" y="4"/>
                  </a:lnTo>
                  <a:lnTo>
                    <a:pt x="0" y="8"/>
                  </a:lnTo>
                  <a:lnTo>
                    <a:pt x="3" y="11"/>
                  </a:lnTo>
                  <a:lnTo>
                    <a:pt x="7" y="0"/>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57" name=""/>
            <p:cNvSpPr/>
            <p:nvPr/>
          </p:nvSpPr>
          <p:spPr>
            <a:xfrm flipV="1">
              <a:off x="5848200" y="5289120"/>
              <a:ext cx="128880" cy="17280"/>
            </a:xfrm>
            <a:custGeom>
              <a:avLst/>
              <a:gdLst/>
              <a:ahLst/>
              <a:rect l="l" t="t" r="r" b="b"/>
              <a:pathLst>
                <a:path w="1216" h="166">
                  <a:moveTo>
                    <a:pt x="1216" y="155"/>
                  </a:moveTo>
                  <a:lnTo>
                    <a:pt x="1216" y="155"/>
                  </a:lnTo>
                  <a:lnTo>
                    <a:pt x="1196" y="153"/>
                  </a:lnTo>
                  <a:lnTo>
                    <a:pt x="1174" y="151"/>
                  </a:lnTo>
                  <a:lnTo>
                    <a:pt x="1147" y="148"/>
                  </a:lnTo>
                  <a:lnTo>
                    <a:pt x="1116" y="145"/>
                  </a:lnTo>
                  <a:lnTo>
                    <a:pt x="1083" y="142"/>
                  </a:lnTo>
                  <a:lnTo>
                    <a:pt x="1047" y="139"/>
                  </a:lnTo>
                  <a:lnTo>
                    <a:pt x="1009" y="134"/>
                  </a:lnTo>
                  <a:lnTo>
                    <a:pt x="967" y="130"/>
                  </a:lnTo>
                  <a:lnTo>
                    <a:pt x="925" y="126"/>
                  </a:lnTo>
                  <a:lnTo>
                    <a:pt x="880" y="121"/>
                  </a:lnTo>
                  <a:lnTo>
                    <a:pt x="832" y="117"/>
                  </a:lnTo>
                  <a:lnTo>
                    <a:pt x="785" y="112"/>
                  </a:lnTo>
                  <a:lnTo>
                    <a:pt x="738" y="106"/>
                  </a:lnTo>
                  <a:lnTo>
                    <a:pt x="689" y="101"/>
                  </a:lnTo>
                  <a:lnTo>
                    <a:pt x="639" y="96"/>
                  </a:lnTo>
                  <a:lnTo>
                    <a:pt x="589" y="91"/>
                  </a:lnTo>
                  <a:lnTo>
                    <a:pt x="540" y="86"/>
                  </a:lnTo>
                  <a:lnTo>
                    <a:pt x="490" y="79"/>
                  </a:lnTo>
                  <a:lnTo>
                    <a:pt x="442" y="74"/>
                  </a:lnTo>
                  <a:lnTo>
                    <a:pt x="394" y="68"/>
                  </a:lnTo>
                  <a:lnTo>
                    <a:pt x="348" y="62"/>
                  </a:lnTo>
                  <a:lnTo>
                    <a:pt x="303" y="57"/>
                  </a:lnTo>
                  <a:lnTo>
                    <a:pt x="261" y="50"/>
                  </a:lnTo>
                  <a:lnTo>
                    <a:pt x="220" y="45"/>
                  </a:lnTo>
                  <a:lnTo>
                    <a:pt x="181" y="39"/>
                  </a:lnTo>
                  <a:lnTo>
                    <a:pt x="146" y="33"/>
                  </a:lnTo>
                  <a:lnTo>
                    <a:pt x="113" y="27"/>
                  </a:lnTo>
                  <a:lnTo>
                    <a:pt x="83" y="22"/>
                  </a:lnTo>
                  <a:lnTo>
                    <a:pt x="57" y="16"/>
                  </a:lnTo>
                  <a:lnTo>
                    <a:pt x="36" y="11"/>
                  </a:lnTo>
                  <a:lnTo>
                    <a:pt x="18" y="6"/>
                  </a:lnTo>
                  <a:lnTo>
                    <a:pt x="4" y="0"/>
                  </a:lnTo>
                  <a:lnTo>
                    <a:pt x="0" y="11"/>
                  </a:lnTo>
                  <a:lnTo>
                    <a:pt x="14" y="16"/>
                  </a:lnTo>
                  <a:lnTo>
                    <a:pt x="33" y="21"/>
                  </a:lnTo>
                  <a:lnTo>
                    <a:pt x="55" y="26"/>
                  </a:lnTo>
                  <a:lnTo>
                    <a:pt x="81" y="33"/>
                  </a:lnTo>
                  <a:lnTo>
                    <a:pt x="111" y="38"/>
                  </a:lnTo>
                  <a:lnTo>
                    <a:pt x="144" y="43"/>
                  </a:lnTo>
                  <a:lnTo>
                    <a:pt x="179" y="49"/>
                  </a:lnTo>
                  <a:lnTo>
                    <a:pt x="218" y="56"/>
                  </a:lnTo>
                  <a:lnTo>
                    <a:pt x="258" y="61"/>
                  </a:lnTo>
                  <a:lnTo>
                    <a:pt x="301" y="67"/>
                  </a:lnTo>
                  <a:lnTo>
                    <a:pt x="346" y="72"/>
                  </a:lnTo>
                  <a:lnTo>
                    <a:pt x="392" y="78"/>
                  </a:lnTo>
                  <a:lnTo>
                    <a:pt x="440" y="85"/>
                  </a:lnTo>
                  <a:lnTo>
                    <a:pt x="488" y="90"/>
                  </a:lnTo>
                  <a:lnTo>
                    <a:pt x="538" y="96"/>
                  </a:lnTo>
                  <a:lnTo>
                    <a:pt x="587" y="101"/>
                  </a:lnTo>
                  <a:lnTo>
                    <a:pt x="637" y="106"/>
                  </a:lnTo>
                  <a:lnTo>
                    <a:pt x="687" y="112"/>
                  </a:lnTo>
                  <a:lnTo>
                    <a:pt x="735" y="117"/>
                  </a:lnTo>
                  <a:lnTo>
                    <a:pt x="783" y="122"/>
                  </a:lnTo>
                  <a:lnTo>
                    <a:pt x="832" y="127"/>
                  </a:lnTo>
                  <a:lnTo>
                    <a:pt x="878" y="131"/>
                  </a:lnTo>
                  <a:lnTo>
                    <a:pt x="923" y="137"/>
                  </a:lnTo>
                  <a:lnTo>
                    <a:pt x="967" y="141"/>
                  </a:lnTo>
                  <a:lnTo>
                    <a:pt x="1007" y="145"/>
                  </a:lnTo>
                  <a:lnTo>
                    <a:pt x="1047" y="149"/>
                  </a:lnTo>
                  <a:lnTo>
                    <a:pt x="1083" y="152"/>
                  </a:lnTo>
                  <a:lnTo>
                    <a:pt x="1116" y="155"/>
                  </a:lnTo>
                  <a:lnTo>
                    <a:pt x="1145" y="158"/>
                  </a:lnTo>
                  <a:lnTo>
                    <a:pt x="1172" y="161"/>
                  </a:lnTo>
                  <a:lnTo>
                    <a:pt x="1196" y="164"/>
                  </a:lnTo>
                  <a:lnTo>
                    <a:pt x="1214" y="166"/>
                  </a:lnTo>
                  <a:lnTo>
                    <a:pt x="1214" y="166"/>
                  </a:lnTo>
                  <a:lnTo>
                    <a:pt x="1216" y="155"/>
                  </a:lnTo>
                  <a:close/>
                </a:path>
              </a:pathLst>
            </a:custGeom>
            <a:solidFill>
              <a:srgbClr val="732e0d"/>
            </a:solidFill>
            <a:ln w="0">
              <a:noFill/>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7758" name=""/>
            <p:cNvSpPr/>
            <p:nvPr/>
          </p:nvSpPr>
          <p:spPr>
            <a:xfrm flipV="1">
              <a:off x="5977080" y="5287680"/>
              <a:ext cx="42840" cy="10800"/>
            </a:xfrm>
            <a:custGeom>
              <a:avLst/>
              <a:gdLst/>
              <a:ahLst/>
              <a:rect l="l" t="t" r="r" b="b"/>
              <a:pathLst>
                <a:path w="406" h="93">
                  <a:moveTo>
                    <a:pt x="399" y="0"/>
                  </a:moveTo>
                  <a:lnTo>
                    <a:pt x="399" y="0"/>
                  </a:lnTo>
                  <a:lnTo>
                    <a:pt x="386" y="10"/>
                  </a:lnTo>
                  <a:lnTo>
                    <a:pt x="369" y="18"/>
                  </a:lnTo>
                  <a:lnTo>
                    <a:pt x="352" y="26"/>
                  </a:lnTo>
                  <a:lnTo>
                    <a:pt x="332" y="35"/>
                  </a:lnTo>
                  <a:lnTo>
                    <a:pt x="311" y="43"/>
                  </a:lnTo>
                  <a:lnTo>
                    <a:pt x="289" y="50"/>
                  </a:lnTo>
                  <a:lnTo>
                    <a:pt x="265" y="57"/>
                  </a:lnTo>
                  <a:lnTo>
                    <a:pt x="240" y="64"/>
                  </a:lnTo>
                  <a:lnTo>
                    <a:pt x="213" y="69"/>
                  </a:lnTo>
                  <a:lnTo>
                    <a:pt x="186" y="74"/>
                  </a:lnTo>
                  <a:lnTo>
                    <a:pt x="157" y="78"/>
                  </a:lnTo>
                  <a:lnTo>
                    <a:pt x="129" y="80"/>
                  </a:lnTo>
                  <a:lnTo>
                    <a:pt x="97" y="82"/>
                  </a:lnTo>
                  <a:lnTo>
                    <a:pt x="66" y="82"/>
                  </a:lnTo>
                  <a:lnTo>
                    <a:pt x="34" y="81"/>
                  </a:lnTo>
                  <a:lnTo>
                    <a:pt x="2" y="78"/>
                  </a:lnTo>
                  <a:lnTo>
                    <a:pt x="0" y="89"/>
                  </a:lnTo>
                  <a:lnTo>
                    <a:pt x="34" y="92"/>
                  </a:lnTo>
                  <a:lnTo>
                    <a:pt x="66" y="93"/>
                  </a:lnTo>
                  <a:lnTo>
                    <a:pt x="97" y="93"/>
                  </a:lnTo>
                  <a:lnTo>
                    <a:pt x="129" y="91"/>
                  </a:lnTo>
                  <a:lnTo>
                    <a:pt x="159" y="89"/>
                  </a:lnTo>
                  <a:lnTo>
                    <a:pt x="188" y="84"/>
                  </a:lnTo>
                  <a:lnTo>
                    <a:pt x="215" y="79"/>
                  </a:lnTo>
                  <a:lnTo>
                    <a:pt x="242" y="74"/>
                  </a:lnTo>
                  <a:lnTo>
                    <a:pt x="267" y="68"/>
                  </a:lnTo>
                  <a:lnTo>
                    <a:pt x="291" y="61"/>
                  </a:lnTo>
                  <a:lnTo>
                    <a:pt x="315" y="53"/>
                  </a:lnTo>
                  <a:lnTo>
                    <a:pt x="336" y="45"/>
                  </a:lnTo>
                  <a:lnTo>
                    <a:pt x="356" y="37"/>
                  </a:lnTo>
                  <a:lnTo>
                    <a:pt x="373" y="26"/>
                  </a:lnTo>
                  <a:lnTo>
                    <a:pt x="390" y="18"/>
                  </a:lnTo>
                  <a:lnTo>
                    <a:pt x="406" y="9"/>
                  </a:lnTo>
                  <a:lnTo>
                    <a:pt x="406" y="9"/>
                  </a:lnTo>
                  <a:lnTo>
                    <a:pt x="399" y="0"/>
                  </a:lnTo>
                  <a:close/>
                </a:path>
              </a:pathLst>
            </a:custGeom>
            <a:solidFill>
              <a:srgbClr val="732e0d"/>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759" name=""/>
            <p:cNvSpPr/>
            <p:nvPr/>
          </p:nvSpPr>
          <p:spPr>
            <a:xfrm flipV="1">
              <a:off x="6019920" y="5298840"/>
              <a:ext cx="60120" cy="50400"/>
            </a:xfrm>
            <a:custGeom>
              <a:avLst/>
              <a:gdLst/>
              <a:ahLst/>
              <a:rect l="l" t="t" r="r" b="b"/>
              <a:pathLst>
                <a:path w="580" h="460">
                  <a:moveTo>
                    <a:pt x="571" y="1"/>
                  </a:moveTo>
                  <a:lnTo>
                    <a:pt x="572" y="0"/>
                  </a:lnTo>
                  <a:lnTo>
                    <a:pt x="567" y="5"/>
                  </a:lnTo>
                  <a:lnTo>
                    <a:pt x="550" y="18"/>
                  </a:lnTo>
                  <a:lnTo>
                    <a:pt x="526" y="38"/>
                  </a:lnTo>
                  <a:lnTo>
                    <a:pt x="493" y="64"/>
                  </a:lnTo>
                  <a:lnTo>
                    <a:pt x="455" y="95"/>
                  </a:lnTo>
                  <a:lnTo>
                    <a:pt x="411" y="130"/>
                  </a:lnTo>
                  <a:lnTo>
                    <a:pt x="364" y="169"/>
                  </a:lnTo>
                  <a:lnTo>
                    <a:pt x="315" y="208"/>
                  </a:lnTo>
                  <a:lnTo>
                    <a:pt x="264" y="248"/>
                  </a:lnTo>
                  <a:lnTo>
                    <a:pt x="214" y="287"/>
                  </a:lnTo>
                  <a:lnTo>
                    <a:pt x="166" y="326"/>
                  </a:lnTo>
                  <a:lnTo>
                    <a:pt x="121" y="361"/>
                  </a:lnTo>
                  <a:lnTo>
                    <a:pt x="81" y="392"/>
                  </a:lnTo>
                  <a:lnTo>
                    <a:pt x="46" y="418"/>
                  </a:lnTo>
                  <a:lnTo>
                    <a:pt x="19" y="439"/>
                  </a:lnTo>
                  <a:lnTo>
                    <a:pt x="0" y="451"/>
                  </a:lnTo>
                  <a:lnTo>
                    <a:pt x="7" y="460"/>
                  </a:lnTo>
                  <a:lnTo>
                    <a:pt x="25" y="447"/>
                  </a:lnTo>
                  <a:lnTo>
                    <a:pt x="53" y="426"/>
                  </a:lnTo>
                  <a:lnTo>
                    <a:pt x="87" y="400"/>
                  </a:lnTo>
                  <a:lnTo>
                    <a:pt x="128" y="369"/>
                  </a:lnTo>
                  <a:lnTo>
                    <a:pt x="172" y="334"/>
                  </a:lnTo>
                  <a:lnTo>
                    <a:pt x="220" y="296"/>
                  </a:lnTo>
                  <a:lnTo>
                    <a:pt x="270" y="256"/>
                  </a:lnTo>
                  <a:lnTo>
                    <a:pt x="321" y="217"/>
                  </a:lnTo>
                  <a:lnTo>
                    <a:pt x="370" y="177"/>
                  </a:lnTo>
                  <a:lnTo>
                    <a:pt x="417" y="139"/>
                  </a:lnTo>
                  <a:lnTo>
                    <a:pt x="461" y="103"/>
                  </a:lnTo>
                  <a:lnTo>
                    <a:pt x="499" y="72"/>
                  </a:lnTo>
                  <a:lnTo>
                    <a:pt x="533" y="46"/>
                  </a:lnTo>
                  <a:lnTo>
                    <a:pt x="557" y="26"/>
                  </a:lnTo>
                  <a:lnTo>
                    <a:pt x="573" y="13"/>
                  </a:lnTo>
                  <a:lnTo>
                    <a:pt x="579" y="9"/>
                  </a:lnTo>
                  <a:lnTo>
                    <a:pt x="580" y="8"/>
                  </a:lnTo>
                  <a:lnTo>
                    <a:pt x="571" y="1"/>
                  </a:lnTo>
                  <a:close/>
                </a:path>
              </a:pathLst>
            </a:custGeom>
            <a:solidFill>
              <a:srgbClr val="732e0d"/>
            </a:solidFill>
            <a:ln w="0">
              <a:noFill/>
            </a:ln>
          </p:spPr>
          <p:style>
            <a:lnRef idx="0"/>
            <a:fillRef idx="0"/>
            <a:effectRef idx="0"/>
            <a:fontRef idx="minor"/>
          </p:style>
          <p:txBody>
            <a:bodyPr lIns="90000" rIns="90000" tIns="3600" bIns="3600" anchor="t">
              <a:noAutofit/>
            </a:bodyPr>
            <a:p>
              <a:endParaRPr b="0" lang="en-US" sz="2400" spc="-1" strike="noStrike">
                <a:solidFill>
                  <a:srgbClr val="000000"/>
                </a:solidFill>
                <a:latin typeface="Times New Roman"/>
              </a:endParaRPr>
            </a:p>
          </p:txBody>
        </p:sp>
        <p:sp>
          <p:nvSpPr>
            <p:cNvPr id="7760" name=""/>
            <p:cNvSpPr/>
            <p:nvPr/>
          </p:nvSpPr>
          <p:spPr>
            <a:xfrm flipV="1">
              <a:off x="6078600" y="5349600"/>
              <a:ext cx="11160" cy="12240"/>
            </a:xfrm>
            <a:custGeom>
              <a:avLst/>
              <a:gdLst/>
              <a:ahLst/>
              <a:rect l="l" t="t" r="r" b="b"/>
              <a:pathLst>
                <a:path w="86" h="119">
                  <a:moveTo>
                    <a:pt x="77" y="0"/>
                  </a:moveTo>
                  <a:lnTo>
                    <a:pt x="66" y="22"/>
                  </a:lnTo>
                  <a:lnTo>
                    <a:pt x="53" y="42"/>
                  </a:lnTo>
                  <a:lnTo>
                    <a:pt x="41" y="61"/>
                  </a:lnTo>
                  <a:lnTo>
                    <a:pt x="28" y="77"/>
                  </a:lnTo>
                  <a:lnTo>
                    <a:pt x="17" y="92"/>
                  </a:lnTo>
                  <a:lnTo>
                    <a:pt x="9" y="103"/>
                  </a:lnTo>
                  <a:lnTo>
                    <a:pt x="2" y="110"/>
                  </a:lnTo>
                  <a:lnTo>
                    <a:pt x="0" y="112"/>
                  </a:lnTo>
                  <a:lnTo>
                    <a:pt x="9" y="119"/>
                  </a:lnTo>
                  <a:lnTo>
                    <a:pt x="11" y="117"/>
                  </a:lnTo>
                  <a:lnTo>
                    <a:pt x="17" y="109"/>
                  </a:lnTo>
                  <a:lnTo>
                    <a:pt x="25" y="98"/>
                  </a:lnTo>
                  <a:lnTo>
                    <a:pt x="37" y="83"/>
                  </a:lnTo>
                  <a:lnTo>
                    <a:pt x="49" y="67"/>
                  </a:lnTo>
                  <a:lnTo>
                    <a:pt x="62" y="48"/>
                  </a:lnTo>
                  <a:lnTo>
                    <a:pt x="74" y="26"/>
                  </a:lnTo>
                  <a:lnTo>
                    <a:pt x="86" y="4"/>
                  </a:lnTo>
                  <a:lnTo>
                    <a:pt x="77" y="0"/>
                  </a:lnTo>
                  <a:close/>
                </a:path>
              </a:pathLst>
            </a:custGeom>
            <a:solidFill>
              <a:srgbClr val="732e0d"/>
            </a:solidFill>
            <a:ln w="0">
              <a:noFill/>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7761" name=""/>
            <p:cNvSpPr/>
            <p:nvPr/>
          </p:nvSpPr>
          <p:spPr>
            <a:xfrm flipV="1">
              <a:off x="6087960" y="5360040"/>
              <a:ext cx="1800" cy="1080"/>
            </a:xfrm>
            <a:custGeom>
              <a:avLst/>
              <a:gdLst/>
              <a:ahLst/>
              <a:rect l="l" t="t" r="r" b="b"/>
              <a:pathLst>
                <a:path w="9" h="6">
                  <a:moveTo>
                    <a:pt x="9" y="6"/>
                  </a:moveTo>
                  <a:lnTo>
                    <a:pt x="9" y="3"/>
                  </a:lnTo>
                  <a:lnTo>
                    <a:pt x="7" y="0"/>
                  </a:lnTo>
                  <a:lnTo>
                    <a:pt x="2" y="0"/>
                  </a:lnTo>
                  <a:lnTo>
                    <a:pt x="0" y="2"/>
                  </a:lnTo>
                  <a:lnTo>
                    <a:pt x="9" y="6"/>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62" name=""/>
            <p:cNvSpPr/>
            <p:nvPr/>
          </p:nvSpPr>
          <p:spPr>
            <a:xfrm flipV="1">
              <a:off x="6019920" y="5204520"/>
              <a:ext cx="1440" cy="1080"/>
            </a:xfrm>
            <a:custGeom>
              <a:avLst/>
              <a:gdLst/>
              <a:ahLst/>
              <a:rect l="l" t="t" r="r" b="b"/>
              <a:pathLst>
                <a:path w="7" h="10">
                  <a:moveTo>
                    <a:pt x="3" y="0"/>
                  </a:moveTo>
                  <a:lnTo>
                    <a:pt x="0" y="3"/>
                  </a:lnTo>
                  <a:lnTo>
                    <a:pt x="1" y="6"/>
                  </a:lnTo>
                  <a:lnTo>
                    <a:pt x="3" y="10"/>
                  </a:lnTo>
                  <a:lnTo>
                    <a:pt x="7" y="10"/>
                  </a:lnTo>
                  <a:lnTo>
                    <a:pt x="3" y="0"/>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63" name=""/>
            <p:cNvSpPr/>
            <p:nvPr/>
          </p:nvSpPr>
          <p:spPr>
            <a:xfrm flipV="1">
              <a:off x="6021360" y="5205240"/>
              <a:ext cx="33480" cy="18720"/>
            </a:xfrm>
            <a:custGeom>
              <a:avLst/>
              <a:gdLst/>
              <a:ahLst/>
              <a:rect l="l" t="t" r="r" b="b"/>
              <a:pathLst>
                <a:path w="324" h="177">
                  <a:moveTo>
                    <a:pt x="318" y="0"/>
                  </a:moveTo>
                  <a:lnTo>
                    <a:pt x="318" y="0"/>
                  </a:lnTo>
                  <a:lnTo>
                    <a:pt x="295" y="18"/>
                  </a:lnTo>
                  <a:lnTo>
                    <a:pt x="270" y="35"/>
                  </a:lnTo>
                  <a:lnTo>
                    <a:pt x="244" y="50"/>
                  </a:lnTo>
                  <a:lnTo>
                    <a:pt x="219" y="66"/>
                  </a:lnTo>
                  <a:lnTo>
                    <a:pt x="192" y="80"/>
                  </a:lnTo>
                  <a:lnTo>
                    <a:pt x="166" y="94"/>
                  </a:lnTo>
                  <a:lnTo>
                    <a:pt x="140" y="107"/>
                  </a:lnTo>
                  <a:lnTo>
                    <a:pt x="115" y="118"/>
                  </a:lnTo>
                  <a:lnTo>
                    <a:pt x="91" y="129"/>
                  </a:lnTo>
                  <a:lnTo>
                    <a:pt x="69" y="139"/>
                  </a:lnTo>
                  <a:lnTo>
                    <a:pt x="50" y="147"/>
                  </a:lnTo>
                  <a:lnTo>
                    <a:pt x="33" y="153"/>
                  </a:lnTo>
                  <a:lnTo>
                    <a:pt x="19" y="159"/>
                  </a:lnTo>
                  <a:lnTo>
                    <a:pt x="8" y="163"/>
                  </a:lnTo>
                  <a:lnTo>
                    <a:pt x="2" y="166"/>
                  </a:lnTo>
                  <a:lnTo>
                    <a:pt x="0" y="167"/>
                  </a:lnTo>
                  <a:lnTo>
                    <a:pt x="4" y="177"/>
                  </a:lnTo>
                  <a:lnTo>
                    <a:pt x="6" y="176"/>
                  </a:lnTo>
                  <a:lnTo>
                    <a:pt x="13" y="174"/>
                  </a:lnTo>
                  <a:lnTo>
                    <a:pt x="23" y="170"/>
                  </a:lnTo>
                  <a:lnTo>
                    <a:pt x="38" y="163"/>
                  </a:lnTo>
                  <a:lnTo>
                    <a:pt x="54" y="157"/>
                  </a:lnTo>
                  <a:lnTo>
                    <a:pt x="73" y="149"/>
                  </a:lnTo>
                  <a:lnTo>
                    <a:pt x="95" y="140"/>
                  </a:lnTo>
                  <a:lnTo>
                    <a:pt x="119" y="128"/>
                  </a:lnTo>
                  <a:lnTo>
                    <a:pt x="144" y="116"/>
                  </a:lnTo>
                  <a:lnTo>
                    <a:pt x="170" y="102"/>
                  </a:lnTo>
                  <a:lnTo>
                    <a:pt x="196" y="89"/>
                  </a:lnTo>
                  <a:lnTo>
                    <a:pt x="223" y="74"/>
                  </a:lnTo>
                  <a:lnTo>
                    <a:pt x="250" y="59"/>
                  </a:lnTo>
                  <a:lnTo>
                    <a:pt x="276" y="43"/>
                  </a:lnTo>
                  <a:lnTo>
                    <a:pt x="301" y="26"/>
                  </a:lnTo>
                  <a:lnTo>
                    <a:pt x="324" y="9"/>
                  </a:lnTo>
                  <a:lnTo>
                    <a:pt x="324" y="9"/>
                  </a:lnTo>
                  <a:lnTo>
                    <a:pt x="318" y="0"/>
                  </a:lnTo>
                  <a:close/>
                </a:path>
              </a:pathLst>
            </a:custGeom>
            <a:solidFill>
              <a:srgbClr val="732e0d"/>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764" name=""/>
            <p:cNvSpPr/>
            <p:nvPr/>
          </p:nvSpPr>
          <p:spPr>
            <a:xfrm flipV="1">
              <a:off x="6053040" y="5224320"/>
              <a:ext cx="34920" cy="34560"/>
            </a:xfrm>
            <a:custGeom>
              <a:avLst/>
              <a:gdLst/>
              <a:ahLst/>
              <a:rect l="l" t="t" r="r" b="b"/>
              <a:pathLst>
                <a:path w="314" h="305">
                  <a:moveTo>
                    <a:pt x="308" y="0"/>
                  </a:moveTo>
                  <a:lnTo>
                    <a:pt x="308" y="0"/>
                  </a:lnTo>
                  <a:lnTo>
                    <a:pt x="296" y="12"/>
                  </a:lnTo>
                  <a:lnTo>
                    <a:pt x="281" y="24"/>
                  </a:lnTo>
                  <a:lnTo>
                    <a:pt x="264" y="41"/>
                  </a:lnTo>
                  <a:lnTo>
                    <a:pt x="249" y="57"/>
                  </a:lnTo>
                  <a:lnTo>
                    <a:pt x="231" y="74"/>
                  </a:lnTo>
                  <a:lnTo>
                    <a:pt x="212" y="94"/>
                  </a:lnTo>
                  <a:lnTo>
                    <a:pt x="193" y="114"/>
                  </a:lnTo>
                  <a:lnTo>
                    <a:pt x="174" y="134"/>
                  </a:lnTo>
                  <a:lnTo>
                    <a:pt x="153" y="154"/>
                  </a:lnTo>
                  <a:lnTo>
                    <a:pt x="131" y="176"/>
                  </a:lnTo>
                  <a:lnTo>
                    <a:pt x="110" y="197"/>
                  </a:lnTo>
                  <a:lnTo>
                    <a:pt x="89" y="218"/>
                  </a:lnTo>
                  <a:lnTo>
                    <a:pt x="66" y="239"/>
                  </a:lnTo>
                  <a:lnTo>
                    <a:pt x="45" y="259"/>
                  </a:lnTo>
                  <a:lnTo>
                    <a:pt x="22" y="279"/>
                  </a:lnTo>
                  <a:lnTo>
                    <a:pt x="0" y="296"/>
                  </a:lnTo>
                  <a:lnTo>
                    <a:pt x="6" y="305"/>
                  </a:lnTo>
                  <a:lnTo>
                    <a:pt x="28" y="287"/>
                  </a:lnTo>
                  <a:lnTo>
                    <a:pt x="51" y="267"/>
                  </a:lnTo>
                  <a:lnTo>
                    <a:pt x="73" y="248"/>
                  </a:lnTo>
                  <a:lnTo>
                    <a:pt x="96" y="227"/>
                  </a:lnTo>
                  <a:lnTo>
                    <a:pt x="118" y="205"/>
                  </a:lnTo>
                  <a:lnTo>
                    <a:pt x="139" y="184"/>
                  </a:lnTo>
                  <a:lnTo>
                    <a:pt x="161" y="162"/>
                  </a:lnTo>
                  <a:lnTo>
                    <a:pt x="182" y="141"/>
                  </a:lnTo>
                  <a:lnTo>
                    <a:pt x="202" y="120"/>
                  </a:lnTo>
                  <a:lnTo>
                    <a:pt x="221" y="100"/>
                  </a:lnTo>
                  <a:lnTo>
                    <a:pt x="239" y="82"/>
                  </a:lnTo>
                  <a:lnTo>
                    <a:pt x="257" y="64"/>
                  </a:lnTo>
                  <a:lnTo>
                    <a:pt x="273" y="47"/>
                  </a:lnTo>
                  <a:lnTo>
                    <a:pt x="287" y="32"/>
                  </a:lnTo>
                  <a:lnTo>
                    <a:pt x="302" y="20"/>
                  </a:lnTo>
                  <a:lnTo>
                    <a:pt x="314" y="9"/>
                  </a:lnTo>
                  <a:lnTo>
                    <a:pt x="314" y="9"/>
                  </a:lnTo>
                  <a:lnTo>
                    <a:pt x="308" y="0"/>
                  </a:lnTo>
                  <a:close/>
                </a:path>
              </a:pathLst>
            </a:custGeom>
            <a:solidFill>
              <a:srgbClr val="732e0d"/>
            </a:solidFill>
            <a:ln w="0">
              <a:noFill/>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7765" name=""/>
            <p:cNvSpPr/>
            <p:nvPr/>
          </p:nvSpPr>
          <p:spPr>
            <a:xfrm flipV="1">
              <a:off x="6087960" y="5257440"/>
              <a:ext cx="14400" cy="20160"/>
            </a:xfrm>
            <a:custGeom>
              <a:avLst/>
              <a:gdLst/>
              <a:ahLst/>
              <a:rect l="l" t="t" r="r" b="b"/>
              <a:pathLst>
                <a:path w="156" h="179">
                  <a:moveTo>
                    <a:pt x="148" y="1"/>
                  </a:moveTo>
                  <a:lnTo>
                    <a:pt x="148" y="0"/>
                  </a:lnTo>
                  <a:lnTo>
                    <a:pt x="143" y="6"/>
                  </a:lnTo>
                  <a:lnTo>
                    <a:pt x="138" y="13"/>
                  </a:lnTo>
                  <a:lnTo>
                    <a:pt x="130" y="22"/>
                  </a:lnTo>
                  <a:lnTo>
                    <a:pt x="123" y="31"/>
                  </a:lnTo>
                  <a:lnTo>
                    <a:pt x="116" y="41"/>
                  </a:lnTo>
                  <a:lnTo>
                    <a:pt x="107" y="52"/>
                  </a:lnTo>
                  <a:lnTo>
                    <a:pt x="98" y="64"/>
                  </a:lnTo>
                  <a:lnTo>
                    <a:pt x="89" y="76"/>
                  </a:lnTo>
                  <a:lnTo>
                    <a:pt x="78" y="88"/>
                  </a:lnTo>
                  <a:lnTo>
                    <a:pt x="68" y="101"/>
                  </a:lnTo>
                  <a:lnTo>
                    <a:pt x="57" y="113"/>
                  </a:lnTo>
                  <a:lnTo>
                    <a:pt x="46" y="126"/>
                  </a:lnTo>
                  <a:lnTo>
                    <a:pt x="34" y="138"/>
                  </a:lnTo>
                  <a:lnTo>
                    <a:pt x="23" y="148"/>
                  </a:lnTo>
                  <a:lnTo>
                    <a:pt x="13" y="160"/>
                  </a:lnTo>
                  <a:lnTo>
                    <a:pt x="0" y="170"/>
                  </a:lnTo>
                  <a:lnTo>
                    <a:pt x="6" y="179"/>
                  </a:lnTo>
                  <a:lnTo>
                    <a:pt x="19" y="168"/>
                  </a:lnTo>
                  <a:lnTo>
                    <a:pt x="31" y="157"/>
                  </a:lnTo>
                  <a:lnTo>
                    <a:pt x="43" y="144"/>
                  </a:lnTo>
                  <a:lnTo>
                    <a:pt x="54" y="132"/>
                  </a:lnTo>
                  <a:lnTo>
                    <a:pt x="66" y="119"/>
                  </a:lnTo>
                  <a:lnTo>
                    <a:pt x="76" y="107"/>
                  </a:lnTo>
                  <a:lnTo>
                    <a:pt x="86" y="94"/>
                  </a:lnTo>
                  <a:lnTo>
                    <a:pt x="97" y="82"/>
                  </a:lnTo>
                  <a:lnTo>
                    <a:pt x="106" y="71"/>
                  </a:lnTo>
                  <a:lnTo>
                    <a:pt x="116" y="58"/>
                  </a:lnTo>
                  <a:lnTo>
                    <a:pt x="124" y="48"/>
                  </a:lnTo>
                  <a:lnTo>
                    <a:pt x="131" y="37"/>
                  </a:lnTo>
                  <a:lnTo>
                    <a:pt x="139" y="28"/>
                  </a:lnTo>
                  <a:lnTo>
                    <a:pt x="146" y="20"/>
                  </a:lnTo>
                  <a:lnTo>
                    <a:pt x="151" y="12"/>
                  </a:lnTo>
                  <a:lnTo>
                    <a:pt x="156" y="6"/>
                  </a:lnTo>
                  <a:lnTo>
                    <a:pt x="156" y="5"/>
                  </a:lnTo>
                  <a:lnTo>
                    <a:pt x="148" y="1"/>
                  </a:lnTo>
                  <a:close/>
                </a:path>
              </a:pathLst>
            </a:custGeom>
            <a:solidFill>
              <a:srgbClr val="732e0d"/>
            </a:solidFill>
            <a:ln w="0">
              <a:noFill/>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7766" name=""/>
            <p:cNvSpPr/>
            <p:nvPr/>
          </p:nvSpPr>
          <p:spPr>
            <a:xfrm flipV="1">
              <a:off x="6102360" y="5277240"/>
              <a:ext cx="4680" cy="12600"/>
            </a:xfrm>
            <a:custGeom>
              <a:avLst/>
              <a:gdLst/>
              <a:ahLst/>
              <a:rect l="l" t="t" r="r" b="b"/>
              <a:pathLst>
                <a:path w="54" h="110">
                  <a:moveTo>
                    <a:pt x="44" y="0"/>
                  </a:moveTo>
                  <a:lnTo>
                    <a:pt x="37" y="19"/>
                  </a:lnTo>
                  <a:lnTo>
                    <a:pt x="30" y="38"/>
                  </a:lnTo>
                  <a:lnTo>
                    <a:pt x="23" y="56"/>
                  </a:lnTo>
                  <a:lnTo>
                    <a:pt x="16" y="73"/>
                  </a:lnTo>
                  <a:lnTo>
                    <a:pt x="10" y="86"/>
                  </a:lnTo>
                  <a:lnTo>
                    <a:pt x="5" y="97"/>
                  </a:lnTo>
                  <a:lnTo>
                    <a:pt x="1" y="104"/>
                  </a:lnTo>
                  <a:lnTo>
                    <a:pt x="0" y="106"/>
                  </a:lnTo>
                  <a:lnTo>
                    <a:pt x="8" y="110"/>
                  </a:lnTo>
                  <a:lnTo>
                    <a:pt x="9" y="108"/>
                  </a:lnTo>
                  <a:lnTo>
                    <a:pt x="13" y="101"/>
                  </a:lnTo>
                  <a:lnTo>
                    <a:pt x="19" y="90"/>
                  </a:lnTo>
                  <a:lnTo>
                    <a:pt x="26" y="77"/>
                  </a:lnTo>
                  <a:lnTo>
                    <a:pt x="33" y="60"/>
                  </a:lnTo>
                  <a:lnTo>
                    <a:pt x="41" y="43"/>
                  </a:lnTo>
                  <a:lnTo>
                    <a:pt x="48" y="23"/>
                  </a:lnTo>
                  <a:lnTo>
                    <a:pt x="54" y="2"/>
                  </a:lnTo>
                  <a:lnTo>
                    <a:pt x="44" y="0"/>
                  </a:lnTo>
                  <a:close/>
                </a:path>
              </a:pathLst>
            </a:custGeom>
            <a:solidFill>
              <a:srgbClr val="732e0d"/>
            </a:solidFill>
            <a:ln w="0">
              <a:noFill/>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7767" name=""/>
            <p:cNvSpPr/>
            <p:nvPr/>
          </p:nvSpPr>
          <p:spPr>
            <a:xfrm flipV="1">
              <a:off x="6107040" y="5289120"/>
              <a:ext cx="1800" cy="1440"/>
            </a:xfrm>
            <a:custGeom>
              <a:avLst/>
              <a:gdLst/>
              <a:ahLst/>
              <a:rect l="l" t="t" r="r" b="b"/>
              <a:pathLst>
                <a:path w="10" h="6">
                  <a:moveTo>
                    <a:pt x="10" y="6"/>
                  </a:moveTo>
                  <a:lnTo>
                    <a:pt x="9" y="2"/>
                  </a:lnTo>
                  <a:lnTo>
                    <a:pt x="6" y="0"/>
                  </a:lnTo>
                  <a:lnTo>
                    <a:pt x="2" y="1"/>
                  </a:lnTo>
                  <a:lnTo>
                    <a:pt x="0" y="4"/>
                  </a:lnTo>
                  <a:lnTo>
                    <a:pt x="10" y="6"/>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68" name=""/>
            <p:cNvSpPr/>
            <p:nvPr/>
          </p:nvSpPr>
          <p:spPr>
            <a:xfrm flipV="1">
              <a:off x="6045120" y="5250960"/>
              <a:ext cx="1800" cy="1440"/>
            </a:xfrm>
            <a:custGeom>
              <a:avLst/>
              <a:gdLst/>
              <a:ahLst/>
              <a:rect l="l" t="t" r="r" b="b"/>
              <a:pathLst>
                <a:path w="11" h="7">
                  <a:moveTo>
                    <a:pt x="11" y="3"/>
                  </a:moveTo>
                  <a:lnTo>
                    <a:pt x="8" y="0"/>
                  </a:lnTo>
                  <a:lnTo>
                    <a:pt x="5" y="0"/>
                  </a:lnTo>
                  <a:lnTo>
                    <a:pt x="0" y="3"/>
                  </a:lnTo>
                  <a:lnTo>
                    <a:pt x="0" y="7"/>
                  </a:lnTo>
                  <a:lnTo>
                    <a:pt x="11" y="3"/>
                  </a:lnTo>
                  <a:close/>
                </a:path>
              </a:pathLst>
            </a:custGeom>
            <a:solidFill>
              <a:srgbClr val="99543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69" name=""/>
            <p:cNvSpPr/>
            <p:nvPr/>
          </p:nvSpPr>
          <p:spPr>
            <a:xfrm flipV="1">
              <a:off x="6045120" y="5228280"/>
              <a:ext cx="4680" cy="23400"/>
            </a:xfrm>
            <a:custGeom>
              <a:avLst/>
              <a:gdLst/>
              <a:ahLst/>
              <a:rect l="l" t="t" r="r" b="b"/>
              <a:pathLst>
                <a:path w="39" h="208">
                  <a:moveTo>
                    <a:pt x="20" y="208"/>
                  </a:moveTo>
                  <a:lnTo>
                    <a:pt x="29" y="194"/>
                  </a:lnTo>
                  <a:lnTo>
                    <a:pt x="34" y="178"/>
                  </a:lnTo>
                  <a:lnTo>
                    <a:pt x="37" y="163"/>
                  </a:lnTo>
                  <a:lnTo>
                    <a:pt x="39" y="145"/>
                  </a:lnTo>
                  <a:lnTo>
                    <a:pt x="39" y="128"/>
                  </a:lnTo>
                  <a:lnTo>
                    <a:pt x="38" y="112"/>
                  </a:lnTo>
                  <a:lnTo>
                    <a:pt x="36" y="94"/>
                  </a:lnTo>
                  <a:lnTo>
                    <a:pt x="33" y="78"/>
                  </a:lnTo>
                  <a:lnTo>
                    <a:pt x="30" y="62"/>
                  </a:lnTo>
                  <a:lnTo>
                    <a:pt x="27" y="47"/>
                  </a:lnTo>
                  <a:lnTo>
                    <a:pt x="22" y="35"/>
                  </a:lnTo>
                  <a:lnTo>
                    <a:pt x="19" y="24"/>
                  </a:lnTo>
                  <a:lnTo>
                    <a:pt x="16" y="13"/>
                  </a:lnTo>
                  <a:lnTo>
                    <a:pt x="13" y="6"/>
                  </a:lnTo>
                  <a:lnTo>
                    <a:pt x="12" y="1"/>
                  </a:lnTo>
                  <a:lnTo>
                    <a:pt x="11" y="0"/>
                  </a:lnTo>
                  <a:lnTo>
                    <a:pt x="0" y="4"/>
                  </a:lnTo>
                  <a:lnTo>
                    <a:pt x="2" y="5"/>
                  </a:lnTo>
                  <a:lnTo>
                    <a:pt x="3" y="10"/>
                  </a:lnTo>
                  <a:lnTo>
                    <a:pt x="6" y="17"/>
                  </a:lnTo>
                  <a:lnTo>
                    <a:pt x="9" y="26"/>
                  </a:lnTo>
                  <a:lnTo>
                    <a:pt x="12" y="37"/>
                  </a:lnTo>
                  <a:lnTo>
                    <a:pt x="16" y="49"/>
                  </a:lnTo>
                  <a:lnTo>
                    <a:pt x="19" y="64"/>
                  </a:lnTo>
                  <a:lnTo>
                    <a:pt x="22" y="80"/>
                  </a:lnTo>
                  <a:lnTo>
                    <a:pt x="25" y="96"/>
                  </a:lnTo>
                  <a:lnTo>
                    <a:pt x="28" y="112"/>
                  </a:lnTo>
                  <a:lnTo>
                    <a:pt x="29" y="128"/>
                  </a:lnTo>
                  <a:lnTo>
                    <a:pt x="29" y="145"/>
                  </a:lnTo>
                  <a:lnTo>
                    <a:pt x="27" y="161"/>
                  </a:lnTo>
                  <a:lnTo>
                    <a:pt x="23" y="176"/>
                  </a:lnTo>
                  <a:lnTo>
                    <a:pt x="18" y="190"/>
                  </a:lnTo>
                  <a:lnTo>
                    <a:pt x="12" y="202"/>
                  </a:lnTo>
                  <a:lnTo>
                    <a:pt x="20" y="208"/>
                  </a:lnTo>
                  <a:close/>
                </a:path>
              </a:pathLst>
            </a:custGeom>
            <a:solidFill>
              <a:srgbClr val="995433"/>
            </a:solidFill>
            <a:ln w="0">
              <a:noFill/>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7770" name=""/>
            <p:cNvSpPr/>
            <p:nvPr/>
          </p:nvSpPr>
          <p:spPr>
            <a:xfrm flipV="1">
              <a:off x="6046920" y="5225760"/>
              <a:ext cx="1440" cy="2880"/>
            </a:xfrm>
            <a:custGeom>
              <a:avLst/>
              <a:gdLst/>
              <a:ahLst/>
              <a:rect l="l" t="t" r="r" b="b"/>
              <a:pathLst>
                <a:path w="9" h="9">
                  <a:moveTo>
                    <a:pt x="1" y="0"/>
                  </a:moveTo>
                  <a:lnTo>
                    <a:pt x="0" y="4"/>
                  </a:lnTo>
                  <a:lnTo>
                    <a:pt x="2" y="7"/>
                  </a:lnTo>
                  <a:lnTo>
                    <a:pt x="6" y="9"/>
                  </a:lnTo>
                  <a:lnTo>
                    <a:pt x="9" y="6"/>
                  </a:lnTo>
                  <a:lnTo>
                    <a:pt x="1" y="0"/>
                  </a:lnTo>
                  <a:close/>
                </a:path>
              </a:pathLst>
            </a:custGeom>
            <a:solidFill>
              <a:srgbClr val="995433"/>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771" name=""/>
            <p:cNvSpPr/>
            <p:nvPr/>
          </p:nvSpPr>
          <p:spPr>
            <a:xfrm flipV="1">
              <a:off x="6049800" y="5247360"/>
              <a:ext cx="1800" cy="2520"/>
            </a:xfrm>
            <a:custGeom>
              <a:avLst/>
              <a:gdLst/>
              <a:ahLst/>
              <a:rect l="l" t="t" r="r" b="b"/>
              <a:pathLst>
                <a:path w="11" h="5">
                  <a:moveTo>
                    <a:pt x="0" y="2"/>
                  </a:moveTo>
                  <a:lnTo>
                    <a:pt x="3" y="5"/>
                  </a:lnTo>
                  <a:lnTo>
                    <a:pt x="7" y="5"/>
                  </a:lnTo>
                  <a:lnTo>
                    <a:pt x="10" y="4"/>
                  </a:lnTo>
                  <a:lnTo>
                    <a:pt x="11" y="0"/>
                  </a:lnTo>
                  <a:lnTo>
                    <a:pt x="0" y="2"/>
                  </a:lnTo>
                  <a:close/>
                </a:path>
              </a:pathLst>
            </a:custGeom>
            <a:solidFill>
              <a:srgbClr val="995433"/>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7772" name=""/>
            <p:cNvSpPr/>
            <p:nvPr/>
          </p:nvSpPr>
          <p:spPr>
            <a:xfrm flipV="1">
              <a:off x="6045120" y="5250240"/>
              <a:ext cx="6480" cy="14040"/>
            </a:xfrm>
            <a:custGeom>
              <a:avLst/>
              <a:gdLst/>
              <a:ahLst/>
              <a:rect l="l" t="t" r="r" b="b"/>
              <a:pathLst>
                <a:path w="64" h="127">
                  <a:moveTo>
                    <a:pt x="0" y="8"/>
                  </a:moveTo>
                  <a:lnTo>
                    <a:pt x="13" y="22"/>
                  </a:lnTo>
                  <a:lnTo>
                    <a:pt x="23" y="39"/>
                  </a:lnTo>
                  <a:lnTo>
                    <a:pt x="32" y="60"/>
                  </a:lnTo>
                  <a:lnTo>
                    <a:pt x="39" y="80"/>
                  </a:lnTo>
                  <a:lnTo>
                    <a:pt x="45" y="98"/>
                  </a:lnTo>
                  <a:lnTo>
                    <a:pt x="50" y="113"/>
                  </a:lnTo>
                  <a:lnTo>
                    <a:pt x="52" y="123"/>
                  </a:lnTo>
                  <a:lnTo>
                    <a:pt x="53" y="127"/>
                  </a:lnTo>
                  <a:lnTo>
                    <a:pt x="64" y="125"/>
                  </a:lnTo>
                  <a:lnTo>
                    <a:pt x="63" y="121"/>
                  </a:lnTo>
                  <a:lnTo>
                    <a:pt x="61" y="111"/>
                  </a:lnTo>
                  <a:lnTo>
                    <a:pt x="56" y="94"/>
                  </a:lnTo>
                  <a:lnTo>
                    <a:pt x="49" y="75"/>
                  </a:lnTo>
                  <a:lnTo>
                    <a:pt x="42" y="56"/>
                  </a:lnTo>
                  <a:lnTo>
                    <a:pt x="32" y="35"/>
                  </a:lnTo>
                  <a:lnTo>
                    <a:pt x="21" y="16"/>
                  </a:lnTo>
                  <a:lnTo>
                    <a:pt x="9" y="0"/>
                  </a:lnTo>
                  <a:lnTo>
                    <a:pt x="0" y="8"/>
                  </a:lnTo>
                  <a:close/>
                </a:path>
              </a:pathLst>
            </a:custGeom>
            <a:solidFill>
              <a:srgbClr val="995433"/>
            </a:solidFill>
            <a:ln w="0">
              <a:no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7773" name=""/>
            <p:cNvSpPr/>
            <p:nvPr/>
          </p:nvSpPr>
          <p:spPr>
            <a:xfrm flipV="1">
              <a:off x="6045120" y="5263200"/>
              <a:ext cx="1800" cy="1080"/>
            </a:xfrm>
            <a:custGeom>
              <a:avLst/>
              <a:gdLst/>
              <a:ahLst/>
              <a:rect l="l" t="t" r="r" b="b"/>
              <a:pathLst>
                <a:path w="11" h="11">
                  <a:moveTo>
                    <a:pt x="11" y="3"/>
                  </a:moveTo>
                  <a:lnTo>
                    <a:pt x="7" y="0"/>
                  </a:lnTo>
                  <a:lnTo>
                    <a:pt x="2" y="3"/>
                  </a:lnTo>
                  <a:lnTo>
                    <a:pt x="0" y="7"/>
                  </a:lnTo>
                  <a:lnTo>
                    <a:pt x="2" y="11"/>
                  </a:lnTo>
                  <a:lnTo>
                    <a:pt x="11" y="3"/>
                  </a:lnTo>
                  <a:close/>
                </a:path>
              </a:pathLst>
            </a:custGeom>
            <a:solidFill>
              <a:srgbClr val="99543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74" name=""/>
            <p:cNvSpPr/>
            <p:nvPr/>
          </p:nvSpPr>
          <p:spPr>
            <a:xfrm flipV="1">
              <a:off x="6021360" y="5310720"/>
              <a:ext cx="1440" cy="1080"/>
            </a:xfrm>
            <a:custGeom>
              <a:avLst/>
              <a:gdLst/>
              <a:ahLst/>
              <a:rect l="l" t="t" r="r" b="b"/>
              <a:pathLst>
                <a:path w="10" h="5">
                  <a:moveTo>
                    <a:pt x="0" y="0"/>
                  </a:moveTo>
                  <a:lnTo>
                    <a:pt x="1" y="4"/>
                  </a:lnTo>
                  <a:lnTo>
                    <a:pt x="4" y="5"/>
                  </a:lnTo>
                  <a:lnTo>
                    <a:pt x="8" y="5"/>
                  </a:lnTo>
                  <a:lnTo>
                    <a:pt x="10" y="2"/>
                  </a:lnTo>
                  <a:lnTo>
                    <a:pt x="0" y="0"/>
                  </a:lnTo>
                  <a:close/>
                </a:path>
              </a:pathLst>
            </a:custGeom>
            <a:solidFill>
              <a:srgbClr val="99543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75" name=""/>
            <p:cNvSpPr/>
            <p:nvPr/>
          </p:nvSpPr>
          <p:spPr>
            <a:xfrm flipV="1">
              <a:off x="6021360" y="5312160"/>
              <a:ext cx="3240" cy="20520"/>
            </a:xfrm>
            <a:custGeom>
              <a:avLst/>
              <a:gdLst/>
              <a:ahLst/>
              <a:rect l="l" t="t" r="r" b="b"/>
              <a:pathLst>
                <a:path w="18" h="184">
                  <a:moveTo>
                    <a:pt x="0" y="2"/>
                  </a:moveTo>
                  <a:lnTo>
                    <a:pt x="3" y="15"/>
                  </a:lnTo>
                  <a:lnTo>
                    <a:pt x="5" y="29"/>
                  </a:lnTo>
                  <a:lnTo>
                    <a:pt x="7" y="43"/>
                  </a:lnTo>
                  <a:lnTo>
                    <a:pt x="8" y="58"/>
                  </a:lnTo>
                  <a:lnTo>
                    <a:pt x="8" y="73"/>
                  </a:lnTo>
                  <a:lnTo>
                    <a:pt x="8" y="88"/>
                  </a:lnTo>
                  <a:lnTo>
                    <a:pt x="8" y="103"/>
                  </a:lnTo>
                  <a:lnTo>
                    <a:pt x="7" y="117"/>
                  </a:lnTo>
                  <a:lnTo>
                    <a:pt x="6" y="131"/>
                  </a:lnTo>
                  <a:lnTo>
                    <a:pt x="5" y="143"/>
                  </a:lnTo>
                  <a:lnTo>
                    <a:pt x="4" y="155"/>
                  </a:lnTo>
                  <a:lnTo>
                    <a:pt x="3" y="163"/>
                  </a:lnTo>
                  <a:lnTo>
                    <a:pt x="2" y="170"/>
                  </a:lnTo>
                  <a:lnTo>
                    <a:pt x="1" y="176"/>
                  </a:lnTo>
                  <a:lnTo>
                    <a:pt x="0" y="181"/>
                  </a:lnTo>
                  <a:lnTo>
                    <a:pt x="0" y="182"/>
                  </a:lnTo>
                  <a:lnTo>
                    <a:pt x="10" y="184"/>
                  </a:lnTo>
                  <a:lnTo>
                    <a:pt x="10" y="183"/>
                  </a:lnTo>
                  <a:lnTo>
                    <a:pt x="11" y="179"/>
                  </a:lnTo>
                  <a:lnTo>
                    <a:pt x="12" y="172"/>
                  </a:lnTo>
                  <a:lnTo>
                    <a:pt x="13" y="165"/>
                  </a:lnTo>
                  <a:lnTo>
                    <a:pt x="14" y="155"/>
                  </a:lnTo>
                  <a:lnTo>
                    <a:pt x="15" y="143"/>
                  </a:lnTo>
                  <a:lnTo>
                    <a:pt x="16" y="131"/>
                  </a:lnTo>
                  <a:lnTo>
                    <a:pt x="17" y="117"/>
                  </a:lnTo>
                  <a:lnTo>
                    <a:pt x="18" y="103"/>
                  </a:lnTo>
                  <a:lnTo>
                    <a:pt x="18" y="88"/>
                  </a:lnTo>
                  <a:lnTo>
                    <a:pt x="18" y="73"/>
                  </a:lnTo>
                  <a:lnTo>
                    <a:pt x="18" y="58"/>
                  </a:lnTo>
                  <a:lnTo>
                    <a:pt x="17" y="41"/>
                  </a:lnTo>
                  <a:lnTo>
                    <a:pt x="15" y="27"/>
                  </a:lnTo>
                  <a:lnTo>
                    <a:pt x="13" y="13"/>
                  </a:lnTo>
                  <a:lnTo>
                    <a:pt x="10" y="0"/>
                  </a:lnTo>
                  <a:lnTo>
                    <a:pt x="0" y="2"/>
                  </a:lnTo>
                  <a:close/>
                </a:path>
              </a:pathLst>
            </a:custGeom>
            <a:solidFill>
              <a:srgbClr val="995433"/>
            </a:solidFill>
            <a:ln w="0">
              <a:noFill/>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7776" name=""/>
            <p:cNvSpPr/>
            <p:nvPr/>
          </p:nvSpPr>
          <p:spPr>
            <a:xfrm flipV="1">
              <a:off x="6021360" y="5333040"/>
              <a:ext cx="1440" cy="1080"/>
            </a:xfrm>
            <a:custGeom>
              <a:avLst/>
              <a:gdLst/>
              <a:ahLst/>
              <a:rect l="l" t="t" r="r" b="b"/>
              <a:pathLst>
                <a:path w="10" h="6">
                  <a:moveTo>
                    <a:pt x="10" y="4"/>
                  </a:moveTo>
                  <a:lnTo>
                    <a:pt x="8" y="1"/>
                  </a:lnTo>
                  <a:lnTo>
                    <a:pt x="4" y="0"/>
                  </a:lnTo>
                  <a:lnTo>
                    <a:pt x="1" y="2"/>
                  </a:lnTo>
                  <a:lnTo>
                    <a:pt x="0" y="6"/>
                  </a:lnTo>
                  <a:lnTo>
                    <a:pt x="10" y="4"/>
                  </a:lnTo>
                  <a:close/>
                </a:path>
              </a:pathLst>
            </a:custGeom>
            <a:solidFill>
              <a:srgbClr val="99543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77" name=""/>
            <p:cNvSpPr/>
            <p:nvPr/>
          </p:nvSpPr>
          <p:spPr>
            <a:xfrm flipV="1">
              <a:off x="6019920" y="5337720"/>
              <a:ext cx="1440" cy="1080"/>
            </a:xfrm>
            <a:custGeom>
              <a:avLst/>
              <a:gdLst/>
              <a:ahLst/>
              <a:rect l="l" t="t" r="r" b="b"/>
              <a:pathLst>
                <a:path w="9" h="8">
                  <a:moveTo>
                    <a:pt x="0" y="6"/>
                  </a:moveTo>
                  <a:lnTo>
                    <a:pt x="4" y="8"/>
                  </a:lnTo>
                  <a:lnTo>
                    <a:pt x="7" y="7"/>
                  </a:lnTo>
                  <a:lnTo>
                    <a:pt x="9" y="4"/>
                  </a:lnTo>
                  <a:lnTo>
                    <a:pt x="8" y="0"/>
                  </a:lnTo>
                  <a:lnTo>
                    <a:pt x="0" y="6"/>
                  </a:lnTo>
                  <a:close/>
                </a:path>
              </a:pathLst>
            </a:custGeom>
            <a:solidFill>
              <a:srgbClr val="99543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78" name=""/>
            <p:cNvSpPr/>
            <p:nvPr/>
          </p:nvSpPr>
          <p:spPr>
            <a:xfrm flipV="1">
              <a:off x="6014880" y="5338440"/>
              <a:ext cx="6480" cy="10800"/>
            </a:xfrm>
            <a:custGeom>
              <a:avLst/>
              <a:gdLst/>
              <a:ahLst/>
              <a:rect l="l" t="t" r="r" b="b"/>
              <a:pathLst>
                <a:path w="63" h="91">
                  <a:moveTo>
                    <a:pt x="0" y="4"/>
                  </a:moveTo>
                  <a:lnTo>
                    <a:pt x="7" y="16"/>
                  </a:lnTo>
                  <a:lnTo>
                    <a:pt x="15" y="32"/>
                  </a:lnTo>
                  <a:lnTo>
                    <a:pt x="25" y="47"/>
                  </a:lnTo>
                  <a:lnTo>
                    <a:pt x="33" y="60"/>
                  </a:lnTo>
                  <a:lnTo>
                    <a:pt x="41" y="72"/>
                  </a:lnTo>
                  <a:lnTo>
                    <a:pt x="49" y="82"/>
                  </a:lnTo>
                  <a:lnTo>
                    <a:pt x="53" y="89"/>
                  </a:lnTo>
                  <a:lnTo>
                    <a:pt x="55" y="91"/>
                  </a:lnTo>
                  <a:lnTo>
                    <a:pt x="63" y="85"/>
                  </a:lnTo>
                  <a:lnTo>
                    <a:pt x="61" y="83"/>
                  </a:lnTo>
                  <a:lnTo>
                    <a:pt x="57" y="76"/>
                  </a:lnTo>
                  <a:lnTo>
                    <a:pt x="50" y="66"/>
                  </a:lnTo>
                  <a:lnTo>
                    <a:pt x="41" y="54"/>
                  </a:lnTo>
                  <a:lnTo>
                    <a:pt x="33" y="40"/>
                  </a:lnTo>
                  <a:lnTo>
                    <a:pt x="24" y="26"/>
                  </a:lnTo>
                  <a:lnTo>
                    <a:pt x="15" y="12"/>
                  </a:lnTo>
                  <a:lnTo>
                    <a:pt x="10" y="0"/>
                  </a:lnTo>
                  <a:lnTo>
                    <a:pt x="0" y="4"/>
                  </a:lnTo>
                  <a:close/>
                </a:path>
              </a:pathLst>
            </a:custGeom>
            <a:solidFill>
              <a:srgbClr val="995433"/>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779" name=""/>
            <p:cNvSpPr/>
            <p:nvPr/>
          </p:nvSpPr>
          <p:spPr>
            <a:xfrm flipV="1">
              <a:off x="6014880" y="5347800"/>
              <a:ext cx="1800" cy="1440"/>
            </a:xfrm>
            <a:custGeom>
              <a:avLst/>
              <a:gdLst/>
              <a:ahLst/>
              <a:rect l="l" t="t" r="r" b="b"/>
              <a:pathLst>
                <a:path w="10" h="7">
                  <a:moveTo>
                    <a:pt x="10" y="3"/>
                  </a:moveTo>
                  <a:lnTo>
                    <a:pt x="7" y="0"/>
                  </a:lnTo>
                  <a:lnTo>
                    <a:pt x="4" y="0"/>
                  </a:lnTo>
                  <a:lnTo>
                    <a:pt x="0" y="3"/>
                  </a:lnTo>
                  <a:lnTo>
                    <a:pt x="0" y="7"/>
                  </a:lnTo>
                  <a:lnTo>
                    <a:pt x="10" y="3"/>
                  </a:lnTo>
                  <a:close/>
                </a:path>
              </a:pathLst>
            </a:custGeom>
            <a:solidFill>
              <a:srgbClr val="99543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80" name=""/>
            <p:cNvSpPr/>
            <p:nvPr/>
          </p:nvSpPr>
          <p:spPr>
            <a:xfrm flipV="1">
              <a:off x="6012000" y="5432040"/>
              <a:ext cx="1440" cy="1440"/>
            </a:xfrm>
            <a:custGeom>
              <a:avLst/>
              <a:gdLst/>
              <a:ahLst/>
              <a:rect l="l" t="t" r="r" b="b"/>
              <a:pathLst>
                <a:path w="11" h="5">
                  <a:moveTo>
                    <a:pt x="0" y="2"/>
                  </a:moveTo>
                  <a:lnTo>
                    <a:pt x="3" y="5"/>
                  </a:lnTo>
                  <a:lnTo>
                    <a:pt x="7" y="5"/>
                  </a:lnTo>
                  <a:lnTo>
                    <a:pt x="10" y="4"/>
                  </a:lnTo>
                  <a:lnTo>
                    <a:pt x="11" y="0"/>
                  </a:lnTo>
                  <a:lnTo>
                    <a:pt x="0" y="2"/>
                  </a:lnTo>
                  <a:close/>
                </a:path>
              </a:pathLst>
            </a:custGeom>
            <a:solidFill>
              <a:srgbClr val="99543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81" name=""/>
            <p:cNvSpPr/>
            <p:nvPr/>
          </p:nvSpPr>
          <p:spPr>
            <a:xfrm flipV="1">
              <a:off x="6004080" y="5433120"/>
              <a:ext cx="7920" cy="23400"/>
            </a:xfrm>
            <a:custGeom>
              <a:avLst/>
              <a:gdLst/>
              <a:ahLst/>
              <a:rect l="l" t="t" r="r" b="b"/>
              <a:pathLst>
                <a:path w="74" h="198">
                  <a:moveTo>
                    <a:pt x="0" y="6"/>
                  </a:moveTo>
                  <a:lnTo>
                    <a:pt x="8" y="18"/>
                  </a:lnTo>
                  <a:lnTo>
                    <a:pt x="17" y="31"/>
                  </a:lnTo>
                  <a:lnTo>
                    <a:pt x="24" y="45"/>
                  </a:lnTo>
                  <a:lnTo>
                    <a:pt x="30" y="61"/>
                  </a:lnTo>
                  <a:lnTo>
                    <a:pt x="35" y="78"/>
                  </a:lnTo>
                  <a:lnTo>
                    <a:pt x="41" y="93"/>
                  </a:lnTo>
                  <a:lnTo>
                    <a:pt x="46" y="109"/>
                  </a:lnTo>
                  <a:lnTo>
                    <a:pt x="50" y="124"/>
                  </a:lnTo>
                  <a:lnTo>
                    <a:pt x="53" y="139"/>
                  </a:lnTo>
                  <a:lnTo>
                    <a:pt x="56" y="152"/>
                  </a:lnTo>
                  <a:lnTo>
                    <a:pt x="58" y="166"/>
                  </a:lnTo>
                  <a:lnTo>
                    <a:pt x="60" y="176"/>
                  </a:lnTo>
                  <a:lnTo>
                    <a:pt x="61" y="186"/>
                  </a:lnTo>
                  <a:lnTo>
                    <a:pt x="62" y="192"/>
                  </a:lnTo>
                  <a:lnTo>
                    <a:pt x="63" y="197"/>
                  </a:lnTo>
                  <a:lnTo>
                    <a:pt x="63" y="198"/>
                  </a:lnTo>
                  <a:lnTo>
                    <a:pt x="74" y="196"/>
                  </a:lnTo>
                  <a:lnTo>
                    <a:pt x="74" y="195"/>
                  </a:lnTo>
                  <a:lnTo>
                    <a:pt x="73" y="190"/>
                  </a:lnTo>
                  <a:lnTo>
                    <a:pt x="72" y="184"/>
                  </a:lnTo>
                  <a:lnTo>
                    <a:pt x="71" y="174"/>
                  </a:lnTo>
                  <a:lnTo>
                    <a:pt x="69" y="164"/>
                  </a:lnTo>
                  <a:lnTo>
                    <a:pt x="67" y="150"/>
                  </a:lnTo>
                  <a:lnTo>
                    <a:pt x="63" y="137"/>
                  </a:lnTo>
                  <a:lnTo>
                    <a:pt x="60" y="122"/>
                  </a:lnTo>
                  <a:lnTo>
                    <a:pt x="56" y="107"/>
                  </a:lnTo>
                  <a:lnTo>
                    <a:pt x="51" y="89"/>
                  </a:lnTo>
                  <a:lnTo>
                    <a:pt x="46" y="73"/>
                  </a:lnTo>
                  <a:lnTo>
                    <a:pt x="41" y="57"/>
                  </a:lnTo>
                  <a:lnTo>
                    <a:pt x="32" y="41"/>
                  </a:lnTo>
                  <a:lnTo>
                    <a:pt x="25" y="27"/>
                  </a:lnTo>
                  <a:lnTo>
                    <a:pt x="17" y="12"/>
                  </a:lnTo>
                  <a:lnTo>
                    <a:pt x="8" y="0"/>
                  </a:lnTo>
                  <a:lnTo>
                    <a:pt x="0" y="6"/>
                  </a:lnTo>
                  <a:close/>
                </a:path>
              </a:pathLst>
            </a:custGeom>
            <a:solidFill>
              <a:srgbClr val="995433"/>
            </a:solidFill>
            <a:ln w="0">
              <a:noFill/>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7782" name=""/>
            <p:cNvSpPr/>
            <p:nvPr/>
          </p:nvSpPr>
          <p:spPr>
            <a:xfrm flipV="1">
              <a:off x="6004080" y="5455800"/>
              <a:ext cx="1440" cy="1440"/>
            </a:xfrm>
            <a:custGeom>
              <a:avLst/>
              <a:gdLst/>
              <a:ahLst/>
              <a:rect l="l" t="t" r="r" b="b"/>
              <a:pathLst>
                <a:path w="9" h="8">
                  <a:moveTo>
                    <a:pt x="9" y="2"/>
                  </a:moveTo>
                  <a:lnTo>
                    <a:pt x="6" y="0"/>
                  </a:lnTo>
                  <a:lnTo>
                    <a:pt x="2" y="1"/>
                  </a:lnTo>
                  <a:lnTo>
                    <a:pt x="0" y="4"/>
                  </a:lnTo>
                  <a:lnTo>
                    <a:pt x="1" y="8"/>
                  </a:lnTo>
                  <a:lnTo>
                    <a:pt x="9" y="2"/>
                  </a:lnTo>
                  <a:close/>
                </a:path>
              </a:pathLst>
            </a:custGeom>
            <a:solidFill>
              <a:srgbClr val="99543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83" name=""/>
            <p:cNvSpPr/>
            <p:nvPr/>
          </p:nvSpPr>
          <p:spPr>
            <a:xfrm flipV="1">
              <a:off x="6068880" y="5432040"/>
              <a:ext cx="1800" cy="1440"/>
            </a:xfrm>
            <a:custGeom>
              <a:avLst/>
              <a:gdLst/>
              <a:ahLst/>
              <a:rect l="l" t="t" r="r" b="b"/>
              <a:pathLst>
                <a:path w="6" h="8">
                  <a:moveTo>
                    <a:pt x="4" y="8"/>
                  </a:moveTo>
                  <a:lnTo>
                    <a:pt x="6" y="6"/>
                  </a:lnTo>
                  <a:lnTo>
                    <a:pt x="6" y="2"/>
                  </a:lnTo>
                  <a:lnTo>
                    <a:pt x="3" y="0"/>
                  </a:lnTo>
                  <a:lnTo>
                    <a:pt x="0" y="0"/>
                  </a:lnTo>
                  <a:lnTo>
                    <a:pt x="4" y="8"/>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84" name=""/>
            <p:cNvSpPr/>
            <p:nvPr/>
          </p:nvSpPr>
          <p:spPr>
            <a:xfrm flipV="1">
              <a:off x="6039000" y="5417280"/>
              <a:ext cx="29880" cy="15480"/>
            </a:xfrm>
            <a:custGeom>
              <a:avLst/>
              <a:gdLst/>
              <a:ahLst/>
              <a:rect l="l" t="t" r="r" b="b"/>
              <a:pathLst>
                <a:path w="290" h="148">
                  <a:moveTo>
                    <a:pt x="6" y="146"/>
                  </a:moveTo>
                  <a:lnTo>
                    <a:pt x="5" y="148"/>
                  </a:lnTo>
                  <a:lnTo>
                    <a:pt x="30" y="136"/>
                  </a:lnTo>
                  <a:lnTo>
                    <a:pt x="56" y="125"/>
                  </a:lnTo>
                  <a:lnTo>
                    <a:pt x="81" y="113"/>
                  </a:lnTo>
                  <a:lnTo>
                    <a:pt x="106" y="102"/>
                  </a:lnTo>
                  <a:lnTo>
                    <a:pt x="130" y="89"/>
                  </a:lnTo>
                  <a:lnTo>
                    <a:pt x="154" y="78"/>
                  </a:lnTo>
                  <a:lnTo>
                    <a:pt x="177" y="66"/>
                  </a:lnTo>
                  <a:lnTo>
                    <a:pt x="198" y="56"/>
                  </a:lnTo>
                  <a:lnTo>
                    <a:pt x="217" y="46"/>
                  </a:lnTo>
                  <a:lnTo>
                    <a:pt x="235" y="37"/>
                  </a:lnTo>
                  <a:lnTo>
                    <a:pt x="251" y="29"/>
                  </a:lnTo>
                  <a:lnTo>
                    <a:pt x="264" y="22"/>
                  </a:lnTo>
                  <a:lnTo>
                    <a:pt x="276" y="17"/>
                  </a:lnTo>
                  <a:lnTo>
                    <a:pt x="284" y="11"/>
                  </a:lnTo>
                  <a:lnTo>
                    <a:pt x="288" y="10"/>
                  </a:lnTo>
                  <a:lnTo>
                    <a:pt x="290" y="8"/>
                  </a:lnTo>
                  <a:lnTo>
                    <a:pt x="286" y="0"/>
                  </a:lnTo>
                  <a:lnTo>
                    <a:pt x="284" y="0"/>
                  </a:lnTo>
                  <a:lnTo>
                    <a:pt x="278" y="3"/>
                  </a:lnTo>
                  <a:lnTo>
                    <a:pt x="272" y="8"/>
                  </a:lnTo>
                  <a:lnTo>
                    <a:pt x="260" y="13"/>
                  </a:lnTo>
                  <a:lnTo>
                    <a:pt x="247" y="21"/>
                  </a:lnTo>
                  <a:lnTo>
                    <a:pt x="231" y="29"/>
                  </a:lnTo>
                  <a:lnTo>
                    <a:pt x="213" y="37"/>
                  </a:lnTo>
                  <a:lnTo>
                    <a:pt x="194" y="48"/>
                  </a:lnTo>
                  <a:lnTo>
                    <a:pt x="173" y="58"/>
                  </a:lnTo>
                  <a:lnTo>
                    <a:pt x="150" y="70"/>
                  </a:lnTo>
                  <a:lnTo>
                    <a:pt x="126" y="81"/>
                  </a:lnTo>
                  <a:lnTo>
                    <a:pt x="102" y="91"/>
                  </a:lnTo>
                  <a:lnTo>
                    <a:pt x="77" y="103"/>
                  </a:lnTo>
                  <a:lnTo>
                    <a:pt x="52" y="114"/>
                  </a:lnTo>
                  <a:lnTo>
                    <a:pt x="26" y="126"/>
                  </a:lnTo>
                  <a:lnTo>
                    <a:pt x="1" y="137"/>
                  </a:lnTo>
                  <a:lnTo>
                    <a:pt x="0" y="138"/>
                  </a:lnTo>
                  <a:lnTo>
                    <a:pt x="1" y="137"/>
                  </a:lnTo>
                  <a:lnTo>
                    <a:pt x="1" y="138"/>
                  </a:lnTo>
                  <a:lnTo>
                    <a:pt x="0" y="138"/>
                  </a:lnTo>
                  <a:lnTo>
                    <a:pt x="6" y="146"/>
                  </a:lnTo>
                  <a:close/>
                </a:path>
              </a:pathLst>
            </a:custGeom>
            <a:solidFill>
              <a:srgbClr val="732e0d"/>
            </a:solidFill>
            <a:ln w="0">
              <a:noFill/>
            </a:ln>
          </p:spPr>
          <p:style>
            <a:lnRef idx="0"/>
            <a:fillRef idx="0"/>
            <a:effectRef idx="0"/>
            <a:fontRef idx="minor"/>
          </p:style>
          <p:txBody>
            <a:bodyPr lIns="90000" rIns="90000" tIns="-31320" bIns="-31320" anchor="t">
              <a:noAutofit/>
            </a:bodyPr>
            <a:p>
              <a:endParaRPr b="0" lang="en-US" sz="2400" spc="-1" strike="noStrike">
                <a:solidFill>
                  <a:srgbClr val="000000"/>
                </a:solidFill>
                <a:latin typeface="Times New Roman"/>
              </a:endParaRPr>
            </a:p>
          </p:txBody>
        </p:sp>
        <p:sp>
          <p:nvSpPr>
            <p:cNvPr id="7785" name=""/>
            <p:cNvSpPr/>
            <p:nvPr/>
          </p:nvSpPr>
          <p:spPr>
            <a:xfrm flipV="1">
              <a:off x="5994360" y="5384520"/>
              <a:ext cx="46080" cy="34560"/>
            </a:xfrm>
            <a:custGeom>
              <a:avLst/>
              <a:gdLst/>
              <a:ahLst/>
              <a:rect l="l" t="t" r="r" b="b"/>
              <a:pathLst>
                <a:path w="424" h="306">
                  <a:moveTo>
                    <a:pt x="6" y="306"/>
                  </a:moveTo>
                  <a:lnTo>
                    <a:pt x="6" y="306"/>
                  </a:lnTo>
                  <a:lnTo>
                    <a:pt x="23" y="290"/>
                  </a:lnTo>
                  <a:lnTo>
                    <a:pt x="46" y="272"/>
                  </a:lnTo>
                  <a:lnTo>
                    <a:pt x="73" y="252"/>
                  </a:lnTo>
                  <a:lnTo>
                    <a:pt x="103" y="229"/>
                  </a:lnTo>
                  <a:lnTo>
                    <a:pt x="137" y="205"/>
                  </a:lnTo>
                  <a:lnTo>
                    <a:pt x="172" y="180"/>
                  </a:lnTo>
                  <a:lnTo>
                    <a:pt x="207" y="155"/>
                  </a:lnTo>
                  <a:lnTo>
                    <a:pt x="244" y="130"/>
                  </a:lnTo>
                  <a:lnTo>
                    <a:pt x="278" y="106"/>
                  </a:lnTo>
                  <a:lnTo>
                    <a:pt x="312" y="83"/>
                  </a:lnTo>
                  <a:lnTo>
                    <a:pt x="342" y="63"/>
                  </a:lnTo>
                  <a:lnTo>
                    <a:pt x="369" y="45"/>
                  </a:lnTo>
                  <a:lnTo>
                    <a:pt x="392" y="29"/>
                  </a:lnTo>
                  <a:lnTo>
                    <a:pt x="409" y="18"/>
                  </a:lnTo>
                  <a:lnTo>
                    <a:pt x="420" y="11"/>
                  </a:lnTo>
                  <a:lnTo>
                    <a:pt x="424" y="8"/>
                  </a:lnTo>
                  <a:lnTo>
                    <a:pt x="418" y="0"/>
                  </a:lnTo>
                  <a:lnTo>
                    <a:pt x="414" y="2"/>
                  </a:lnTo>
                  <a:lnTo>
                    <a:pt x="403" y="10"/>
                  </a:lnTo>
                  <a:lnTo>
                    <a:pt x="386" y="21"/>
                  </a:lnTo>
                  <a:lnTo>
                    <a:pt x="363" y="37"/>
                  </a:lnTo>
                  <a:lnTo>
                    <a:pt x="336" y="54"/>
                  </a:lnTo>
                  <a:lnTo>
                    <a:pt x="305" y="75"/>
                  </a:lnTo>
                  <a:lnTo>
                    <a:pt x="272" y="98"/>
                  </a:lnTo>
                  <a:lnTo>
                    <a:pt x="238" y="122"/>
                  </a:lnTo>
                  <a:lnTo>
                    <a:pt x="201" y="147"/>
                  </a:lnTo>
                  <a:lnTo>
                    <a:pt x="166" y="172"/>
                  </a:lnTo>
                  <a:lnTo>
                    <a:pt x="130" y="197"/>
                  </a:lnTo>
                  <a:lnTo>
                    <a:pt x="97" y="220"/>
                  </a:lnTo>
                  <a:lnTo>
                    <a:pt x="67" y="243"/>
                  </a:lnTo>
                  <a:lnTo>
                    <a:pt x="40" y="264"/>
                  </a:lnTo>
                  <a:lnTo>
                    <a:pt x="17" y="282"/>
                  </a:lnTo>
                  <a:lnTo>
                    <a:pt x="0" y="297"/>
                  </a:lnTo>
                  <a:lnTo>
                    <a:pt x="0" y="297"/>
                  </a:lnTo>
                  <a:lnTo>
                    <a:pt x="6" y="306"/>
                  </a:lnTo>
                  <a:close/>
                </a:path>
              </a:pathLst>
            </a:custGeom>
            <a:solidFill>
              <a:srgbClr val="732e0d"/>
            </a:solidFill>
            <a:ln w="0">
              <a:noFill/>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7786" name=""/>
            <p:cNvSpPr/>
            <p:nvPr/>
          </p:nvSpPr>
          <p:spPr>
            <a:xfrm flipV="1">
              <a:off x="5951520" y="5373360"/>
              <a:ext cx="42840" cy="10800"/>
            </a:xfrm>
            <a:custGeom>
              <a:avLst/>
              <a:gdLst/>
              <a:ahLst/>
              <a:rect l="l" t="t" r="r" b="b"/>
              <a:pathLst>
                <a:path w="402" h="95">
                  <a:moveTo>
                    <a:pt x="0" y="84"/>
                  </a:moveTo>
                  <a:lnTo>
                    <a:pt x="0" y="84"/>
                  </a:lnTo>
                  <a:lnTo>
                    <a:pt x="32" y="89"/>
                  </a:lnTo>
                  <a:lnTo>
                    <a:pt x="64" y="93"/>
                  </a:lnTo>
                  <a:lnTo>
                    <a:pt x="95" y="94"/>
                  </a:lnTo>
                  <a:lnTo>
                    <a:pt x="124" y="95"/>
                  </a:lnTo>
                  <a:lnTo>
                    <a:pt x="153" y="95"/>
                  </a:lnTo>
                  <a:lnTo>
                    <a:pt x="183" y="93"/>
                  </a:lnTo>
                  <a:lnTo>
                    <a:pt x="211" y="90"/>
                  </a:lnTo>
                  <a:lnTo>
                    <a:pt x="237" y="85"/>
                  </a:lnTo>
                  <a:lnTo>
                    <a:pt x="262" y="79"/>
                  </a:lnTo>
                  <a:lnTo>
                    <a:pt x="286" y="73"/>
                  </a:lnTo>
                  <a:lnTo>
                    <a:pt x="310" y="66"/>
                  </a:lnTo>
                  <a:lnTo>
                    <a:pt x="332" y="56"/>
                  </a:lnTo>
                  <a:lnTo>
                    <a:pt x="351" y="45"/>
                  </a:lnTo>
                  <a:lnTo>
                    <a:pt x="371" y="35"/>
                  </a:lnTo>
                  <a:lnTo>
                    <a:pt x="388" y="22"/>
                  </a:lnTo>
                  <a:lnTo>
                    <a:pt x="402" y="9"/>
                  </a:lnTo>
                  <a:lnTo>
                    <a:pt x="396" y="0"/>
                  </a:lnTo>
                  <a:lnTo>
                    <a:pt x="382" y="14"/>
                  </a:lnTo>
                  <a:lnTo>
                    <a:pt x="365" y="26"/>
                  </a:lnTo>
                  <a:lnTo>
                    <a:pt x="347" y="37"/>
                  </a:lnTo>
                  <a:lnTo>
                    <a:pt x="327" y="46"/>
                  </a:lnTo>
                  <a:lnTo>
                    <a:pt x="306" y="55"/>
                  </a:lnTo>
                  <a:lnTo>
                    <a:pt x="284" y="63"/>
                  </a:lnTo>
                  <a:lnTo>
                    <a:pt x="260" y="69"/>
                  </a:lnTo>
                  <a:lnTo>
                    <a:pt x="235" y="75"/>
                  </a:lnTo>
                  <a:lnTo>
                    <a:pt x="209" y="79"/>
                  </a:lnTo>
                  <a:lnTo>
                    <a:pt x="183" y="82"/>
                  </a:lnTo>
                  <a:lnTo>
                    <a:pt x="153" y="84"/>
                  </a:lnTo>
                  <a:lnTo>
                    <a:pt x="124" y="84"/>
                  </a:lnTo>
                  <a:lnTo>
                    <a:pt x="95" y="83"/>
                  </a:lnTo>
                  <a:lnTo>
                    <a:pt x="64" y="82"/>
                  </a:lnTo>
                  <a:lnTo>
                    <a:pt x="34" y="78"/>
                  </a:lnTo>
                  <a:lnTo>
                    <a:pt x="2" y="74"/>
                  </a:lnTo>
                  <a:lnTo>
                    <a:pt x="2" y="74"/>
                  </a:lnTo>
                  <a:lnTo>
                    <a:pt x="0" y="84"/>
                  </a:lnTo>
                  <a:close/>
                </a:path>
              </a:pathLst>
            </a:custGeom>
            <a:solidFill>
              <a:srgbClr val="732e0d"/>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787" name=""/>
            <p:cNvSpPr/>
            <p:nvPr/>
          </p:nvSpPr>
          <p:spPr>
            <a:xfrm flipV="1">
              <a:off x="5899320" y="5374800"/>
              <a:ext cx="52200" cy="10800"/>
            </a:xfrm>
            <a:custGeom>
              <a:avLst/>
              <a:gdLst/>
              <a:ahLst/>
              <a:rect l="l" t="t" r="r" b="b"/>
              <a:pathLst>
                <a:path w="503" h="94">
                  <a:moveTo>
                    <a:pt x="0" y="10"/>
                  </a:moveTo>
                  <a:lnTo>
                    <a:pt x="0" y="10"/>
                  </a:lnTo>
                  <a:lnTo>
                    <a:pt x="20" y="12"/>
                  </a:lnTo>
                  <a:lnTo>
                    <a:pt x="42" y="15"/>
                  </a:lnTo>
                  <a:lnTo>
                    <a:pt x="67" y="20"/>
                  </a:lnTo>
                  <a:lnTo>
                    <a:pt x="95" y="24"/>
                  </a:lnTo>
                  <a:lnTo>
                    <a:pt x="124" y="29"/>
                  </a:lnTo>
                  <a:lnTo>
                    <a:pt x="156" y="34"/>
                  </a:lnTo>
                  <a:lnTo>
                    <a:pt x="189" y="39"/>
                  </a:lnTo>
                  <a:lnTo>
                    <a:pt x="223" y="46"/>
                  </a:lnTo>
                  <a:lnTo>
                    <a:pt x="258" y="52"/>
                  </a:lnTo>
                  <a:lnTo>
                    <a:pt x="294" y="58"/>
                  </a:lnTo>
                  <a:lnTo>
                    <a:pt x="330" y="64"/>
                  </a:lnTo>
                  <a:lnTo>
                    <a:pt x="365" y="71"/>
                  </a:lnTo>
                  <a:lnTo>
                    <a:pt x="400" y="77"/>
                  </a:lnTo>
                  <a:lnTo>
                    <a:pt x="436" y="83"/>
                  </a:lnTo>
                  <a:lnTo>
                    <a:pt x="469" y="89"/>
                  </a:lnTo>
                  <a:lnTo>
                    <a:pt x="501" y="94"/>
                  </a:lnTo>
                  <a:lnTo>
                    <a:pt x="503" y="84"/>
                  </a:lnTo>
                  <a:lnTo>
                    <a:pt x="471" y="79"/>
                  </a:lnTo>
                  <a:lnTo>
                    <a:pt x="438" y="73"/>
                  </a:lnTo>
                  <a:lnTo>
                    <a:pt x="402" y="66"/>
                  </a:lnTo>
                  <a:lnTo>
                    <a:pt x="367" y="60"/>
                  </a:lnTo>
                  <a:lnTo>
                    <a:pt x="332" y="54"/>
                  </a:lnTo>
                  <a:lnTo>
                    <a:pt x="296" y="48"/>
                  </a:lnTo>
                  <a:lnTo>
                    <a:pt x="260" y="41"/>
                  </a:lnTo>
                  <a:lnTo>
                    <a:pt x="225" y="35"/>
                  </a:lnTo>
                  <a:lnTo>
                    <a:pt x="191" y="29"/>
                  </a:lnTo>
                  <a:lnTo>
                    <a:pt x="158" y="24"/>
                  </a:lnTo>
                  <a:lnTo>
                    <a:pt x="126" y="19"/>
                  </a:lnTo>
                  <a:lnTo>
                    <a:pt x="97" y="13"/>
                  </a:lnTo>
                  <a:lnTo>
                    <a:pt x="69" y="9"/>
                  </a:lnTo>
                  <a:lnTo>
                    <a:pt x="44" y="5"/>
                  </a:lnTo>
                  <a:lnTo>
                    <a:pt x="22" y="2"/>
                  </a:lnTo>
                  <a:lnTo>
                    <a:pt x="3" y="0"/>
                  </a:lnTo>
                  <a:lnTo>
                    <a:pt x="3" y="0"/>
                  </a:lnTo>
                  <a:lnTo>
                    <a:pt x="0" y="10"/>
                  </a:lnTo>
                  <a:close/>
                </a:path>
              </a:pathLst>
            </a:custGeom>
            <a:solidFill>
              <a:srgbClr val="732e0d"/>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788" name=""/>
            <p:cNvSpPr/>
            <p:nvPr/>
          </p:nvSpPr>
          <p:spPr>
            <a:xfrm flipV="1">
              <a:off x="5818320" y="5383800"/>
              <a:ext cx="81000" cy="15480"/>
            </a:xfrm>
            <a:custGeom>
              <a:avLst/>
              <a:gdLst/>
              <a:ahLst/>
              <a:rect l="l" t="t" r="r" b="b"/>
              <a:pathLst>
                <a:path w="776" h="143">
                  <a:moveTo>
                    <a:pt x="0" y="8"/>
                  </a:moveTo>
                  <a:lnTo>
                    <a:pt x="13" y="18"/>
                  </a:lnTo>
                  <a:lnTo>
                    <a:pt x="31" y="27"/>
                  </a:lnTo>
                  <a:lnTo>
                    <a:pt x="50" y="35"/>
                  </a:lnTo>
                  <a:lnTo>
                    <a:pt x="69" y="44"/>
                  </a:lnTo>
                  <a:lnTo>
                    <a:pt x="91" y="51"/>
                  </a:lnTo>
                  <a:lnTo>
                    <a:pt x="116" y="58"/>
                  </a:lnTo>
                  <a:lnTo>
                    <a:pt x="141" y="64"/>
                  </a:lnTo>
                  <a:lnTo>
                    <a:pt x="167" y="71"/>
                  </a:lnTo>
                  <a:lnTo>
                    <a:pt x="195" y="77"/>
                  </a:lnTo>
                  <a:lnTo>
                    <a:pt x="224" y="83"/>
                  </a:lnTo>
                  <a:lnTo>
                    <a:pt x="253" y="88"/>
                  </a:lnTo>
                  <a:lnTo>
                    <a:pt x="283" y="93"/>
                  </a:lnTo>
                  <a:lnTo>
                    <a:pt x="313" y="98"/>
                  </a:lnTo>
                  <a:lnTo>
                    <a:pt x="344" y="102"/>
                  </a:lnTo>
                  <a:lnTo>
                    <a:pt x="375" y="106"/>
                  </a:lnTo>
                  <a:lnTo>
                    <a:pt x="406" y="110"/>
                  </a:lnTo>
                  <a:lnTo>
                    <a:pt x="437" y="114"/>
                  </a:lnTo>
                  <a:lnTo>
                    <a:pt x="467" y="117"/>
                  </a:lnTo>
                  <a:lnTo>
                    <a:pt x="497" y="120"/>
                  </a:lnTo>
                  <a:lnTo>
                    <a:pt x="528" y="124"/>
                  </a:lnTo>
                  <a:lnTo>
                    <a:pt x="557" y="126"/>
                  </a:lnTo>
                  <a:lnTo>
                    <a:pt x="584" y="128"/>
                  </a:lnTo>
                  <a:lnTo>
                    <a:pt x="611" y="131"/>
                  </a:lnTo>
                  <a:lnTo>
                    <a:pt x="636" y="133"/>
                  </a:lnTo>
                  <a:lnTo>
                    <a:pt x="660" y="134"/>
                  </a:lnTo>
                  <a:lnTo>
                    <a:pt x="683" y="136"/>
                  </a:lnTo>
                  <a:lnTo>
                    <a:pt x="703" y="137"/>
                  </a:lnTo>
                  <a:lnTo>
                    <a:pt x="721" y="139"/>
                  </a:lnTo>
                  <a:lnTo>
                    <a:pt x="738" y="140"/>
                  </a:lnTo>
                  <a:lnTo>
                    <a:pt x="753" y="141"/>
                  </a:lnTo>
                  <a:lnTo>
                    <a:pt x="765" y="142"/>
                  </a:lnTo>
                  <a:lnTo>
                    <a:pt x="773" y="143"/>
                  </a:lnTo>
                  <a:lnTo>
                    <a:pt x="776" y="133"/>
                  </a:lnTo>
                  <a:lnTo>
                    <a:pt x="765" y="132"/>
                  </a:lnTo>
                  <a:lnTo>
                    <a:pt x="753" y="131"/>
                  </a:lnTo>
                  <a:lnTo>
                    <a:pt x="738" y="130"/>
                  </a:lnTo>
                  <a:lnTo>
                    <a:pt x="721" y="129"/>
                  </a:lnTo>
                  <a:lnTo>
                    <a:pt x="703" y="127"/>
                  </a:lnTo>
                  <a:lnTo>
                    <a:pt x="683" y="126"/>
                  </a:lnTo>
                  <a:lnTo>
                    <a:pt x="660" y="124"/>
                  </a:lnTo>
                  <a:lnTo>
                    <a:pt x="636" y="123"/>
                  </a:lnTo>
                  <a:lnTo>
                    <a:pt x="611" y="120"/>
                  </a:lnTo>
                  <a:lnTo>
                    <a:pt x="584" y="117"/>
                  </a:lnTo>
                  <a:lnTo>
                    <a:pt x="557" y="115"/>
                  </a:lnTo>
                  <a:lnTo>
                    <a:pt x="528" y="113"/>
                  </a:lnTo>
                  <a:lnTo>
                    <a:pt x="500" y="110"/>
                  </a:lnTo>
                  <a:lnTo>
                    <a:pt x="469" y="107"/>
                  </a:lnTo>
                  <a:lnTo>
                    <a:pt x="439" y="104"/>
                  </a:lnTo>
                  <a:lnTo>
                    <a:pt x="408" y="100"/>
                  </a:lnTo>
                  <a:lnTo>
                    <a:pt x="377" y="96"/>
                  </a:lnTo>
                  <a:lnTo>
                    <a:pt x="346" y="91"/>
                  </a:lnTo>
                  <a:lnTo>
                    <a:pt x="315" y="87"/>
                  </a:lnTo>
                  <a:lnTo>
                    <a:pt x="285" y="83"/>
                  </a:lnTo>
                  <a:lnTo>
                    <a:pt x="255" y="78"/>
                  </a:lnTo>
                  <a:lnTo>
                    <a:pt x="226" y="73"/>
                  </a:lnTo>
                  <a:lnTo>
                    <a:pt x="197" y="66"/>
                  </a:lnTo>
                  <a:lnTo>
                    <a:pt x="169" y="60"/>
                  </a:lnTo>
                  <a:lnTo>
                    <a:pt x="143" y="54"/>
                  </a:lnTo>
                  <a:lnTo>
                    <a:pt x="118" y="48"/>
                  </a:lnTo>
                  <a:lnTo>
                    <a:pt x="95" y="40"/>
                  </a:lnTo>
                  <a:lnTo>
                    <a:pt x="74" y="33"/>
                  </a:lnTo>
                  <a:lnTo>
                    <a:pt x="54" y="25"/>
                  </a:lnTo>
                  <a:lnTo>
                    <a:pt x="35" y="17"/>
                  </a:lnTo>
                  <a:lnTo>
                    <a:pt x="19" y="9"/>
                  </a:lnTo>
                  <a:lnTo>
                    <a:pt x="6" y="0"/>
                  </a:lnTo>
                  <a:lnTo>
                    <a:pt x="0" y="8"/>
                  </a:lnTo>
                  <a:close/>
                </a:path>
              </a:pathLst>
            </a:custGeom>
            <a:solidFill>
              <a:srgbClr val="732e0d"/>
            </a:solidFill>
            <a:ln w="0">
              <a:noFill/>
            </a:ln>
          </p:spPr>
          <p:style>
            <a:lnRef idx="0"/>
            <a:fillRef idx="0"/>
            <a:effectRef idx="0"/>
            <a:fontRef idx="minor"/>
          </p:style>
          <p:txBody>
            <a:bodyPr lIns="90000" rIns="90000" tIns="-31320" bIns="-31320" anchor="t">
              <a:noAutofit/>
            </a:bodyPr>
            <a:p>
              <a:endParaRPr b="0" lang="en-US" sz="2400" spc="-1" strike="noStrike">
                <a:solidFill>
                  <a:srgbClr val="000000"/>
                </a:solidFill>
                <a:latin typeface="Times New Roman"/>
              </a:endParaRPr>
            </a:p>
          </p:txBody>
        </p:sp>
        <p:sp>
          <p:nvSpPr>
            <p:cNvPr id="7789" name=""/>
            <p:cNvSpPr/>
            <p:nvPr/>
          </p:nvSpPr>
          <p:spPr>
            <a:xfrm flipV="1">
              <a:off x="5816520" y="5398200"/>
              <a:ext cx="1800" cy="1080"/>
            </a:xfrm>
            <a:custGeom>
              <a:avLst/>
              <a:gdLst/>
              <a:ahLst/>
              <a:rect l="l" t="t" r="r" b="b"/>
              <a:pathLst>
                <a:path w="8" h="9">
                  <a:moveTo>
                    <a:pt x="8" y="1"/>
                  </a:moveTo>
                  <a:lnTo>
                    <a:pt x="4" y="0"/>
                  </a:lnTo>
                  <a:lnTo>
                    <a:pt x="1" y="2"/>
                  </a:lnTo>
                  <a:lnTo>
                    <a:pt x="0" y="5"/>
                  </a:lnTo>
                  <a:lnTo>
                    <a:pt x="2" y="9"/>
                  </a:lnTo>
                  <a:lnTo>
                    <a:pt x="8" y="1"/>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90" name=""/>
            <p:cNvSpPr/>
            <p:nvPr/>
          </p:nvSpPr>
          <p:spPr>
            <a:xfrm flipV="1">
              <a:off x="6033960" y="5414040"/>
              <a:ext cx="3240" cy="1080"/>
            </a:xfrm>
            <a:custGeom>
              <a:avLst/>
              <a:gdLst/>
              <a:ahLst/>
              <a:rect l="l" t="t" r="r" b="b"/>
              <a:pathLst>
                <a:path w="5" h="10">
                  <a:moveTo>
                    <a:pt x="3" y="0"/>
                  </a:moveTo>
                  <a:lnTo>
                    <a:pt x="0" y="2"/>
                  </a:lnTo>
                  <a:lnTo>
                    <a:pt x="0" y="6"/>
                  </a:lnTo>
                  <a:lnTo>
                    <a:pt x="1" y="9"/>
                  </a:lnTo>
                  <a:lnTo>
                    <a:pt x="5" y="10"/>
                  </a:lnTo>
                  <a:lnTo>
                    <a:pt x="3" y="0"/>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791" name=""/>
            <p:cNvSpPr/>
            <p:nvPr/>
          </p:nvSpPr>
          <p:spPr>
            <a:xfrm flipV="1">
              <a:off x="6037200" y="5404320"/>
              <a:ext cx="44640" cy="12600"/>
            </a:xfrm>
            <a:custGeom>
              <a:avLst/>
              <a:gdLst/>
              <a:ahLst/>
              <a:rect l="l" t="t" r="r" b="b"/>
              <a:pathLst>
                <a:path w="430" h="96">
                  <a:moveTo>
                    <a:pt x="430" y="88"/>
                  </a:moveTo>
                  <a:lnTo>
                    <a:pt x="387" y="66"/>
                  </a:lnTo>
                  <a:lnTo>
                    <a:pt x="347" y="49"/>
                  </a:lnTo>
                  <a:lnTo>
                    <a:pt x="306" y="35"/>
                  </a:lnTo>
                  <a:lnTo>
                    <a:pt x="267" y="24"/>
                  </a:lnTo>
                  <a:lnTo>
                    <a:pt x="229" y="15"/>
                  </a:lnTo>
                  <a:lnTo>
                    <a:pt x="194" y="8"/>
                  </a:lnTo>
                  <a:lnTo>
                    <a:pt x="160" y="4"/>
                  </a:lnTo>
                  <a:lnTo>
                    <a:pt x="129" y="1"/>
                  </a:lnTo>
                  <a:lnTo>
                    <a:pt x="101" y="0"/>
                  </a:lnTo>
                  <a:lnTo>
                    <a:pt x="76" y="0"/>
                  </a:lnTo>
                  <a:lnTo>
                    <a:pt x="54" y="1"/>
                  </a:lnTo>
                  <a:lnTo>
                    <a:pt x="35" y="2"/>
                  </a:lnTo>
                  <a:lnTo>
                    <a:pt x="20" y="3"/>
                  </a:lnTo>
                  <a:lnTo>
                    <a:pt x="9" y="5"/>
                  </a:lnTo>
                  <a:lnTo>
                    <a:pt x="2" y="6"/>
                  </a:lnTo>
                  <a:lnTo>
                    <a:pt x="0" y="6"/>
                  </a:lnTo>
                  <a:lnTo>
                    <a:pt x="2" y="16"/>
                  </a:lnTo>
                  <a:lnTo>
                    <a:pt x="4" y="16"/>
                  </a:lnTo>
                  <a:lnTo>
                    <a:pt x="11" y="15"/>
                  </a:lnTo>
                  <a:lnTo>
                    <a:pt x="22" y="13"/>
                  </a:lnTo>
                  <a:lnTo>
                    <a:pt x="35" y="12"/>
                  </a:lnTo>
                  <a:lnTo>
                    <a:pt x="54" y="11"/>
                  </a:lnTo>
                  <a:lnTo>
                    <a:pt x="76" y="10"/>
                  </a:lnTo>
                  <a:lnTo>
                    <a:pt x="101" y="10"/>
                  </a:lnTo>
                  <a:lnTo>
                    <a:pt x="129" y="11"/>
                  </a:lnTo>
                  <a:lnTo>
                    <a:pt x="158" y="14"/>
                  </a:lnTo>
                  <a:lnTo>
                    <a:pt x="192" y="19"/>
                  </a:lnTo>
                  <a:lnTo>
                    <a:pt x="227" y="26"/>
                  </a:lnTo>
                  <a:lnTo>
                    <a:pt x="264" y="34"/>
                  </a:lnTo>
                  <a:lnTo>
                    <a:pt x="302" y="46"/>
                  </a:lnTo>
                  <a:lnTo>
                    <a:pt x="343" y="59"/>
                  </a:lnTo>
                  <a:lnTo>
                    <a:pt x="383" y="77"/>
                  </a:lnTo>
                  <a:lnTo>
                    <a:pt x="426" y="96"/>
                  </a:lnTo>
                  <a:lnTo>
                    <a:pt x="430" y="88"/>
                  </a:lnTo>
                  <a:close/>
                </a:path>
              </a:pathLst>
            </a:custGeom>
            <a:solidFill>
              <a:srgbClr val="732e0d"/>
            </a:solidFill>
            <a:ln w="0">
              <a:noFill/>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7792" name=""/>
            <p:cNvSpPr/>
            <p:nvPr/>
          </p:nvSpPr>
          <p:spPr>
            <a:xfrm flipV="1">
              <a:off x="6080040" y="5405040"/>
              <a:ext cx="1800" cy="1440"/>
            </a:xfrm>
            <a:custGeom>
              <a:avLst/>
              <a:gdLst/>
              <a:ahLst/>
              <a:rect l="l" t="t" r="r" b="b"/>
              <a:pathLst>
                <a:path w="6" h="8">
                  <a:moveTo>
                    <a:pt x="0" y="8"/>
                  </a:moveTo>
                  <a:lnTo>
                    <a:pt x="3" y="8"/>
                  </a:lnTo>
                  <a:lnTo>
                    <a:pt x="6" y="5"/>
                  </a:lnTo>
                  <a:lnTo>
                    <a:pt x="6" y="2"/>
                  </a:lnTo>
                  <a:lnTo>
                    <a:pt x="4" y="0"/>
                  </a:lnTo>
                  <a:lnTo>
                    <a:pt x="0" y="8"/>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93" name=""/>
            <p:cNvSpPr/>
            <p:nvPr/>
          </p:nvSpPr>
          <p:spPr>
            <a:xfrm flipV="1">
              <a:off x="6056280" y="5327280"/>
              <a:ext cx="1440" cy="1440"/>
            </a:xfrm>
            <a:custGeom>
              <a:avLst/>
              <a:gdLst/>
              <a:ahLst/>
              <a:rect l="l" t="t" r="r" b="b"/>
              <a:pathLst>
                <a:path w="5" h="11">
                  <a:moveTo>
                    <a:pt x="3" y="0"/>
                  </a:moveTo>
                  <a:lnTo>
                    <a:pt x="0" y="2"/>
                  </a:lnTo>
                  <a:lnTo>
                    <a:pt x="0" y="6"/>
                  </a:lnTo>
                  <a:lnTo>
                    <a:pt x="1" y="9"/>
                  </a:lnTo>
                  <a:lnTo>
                    <a:pt x="5" y="11"/>
                  </a:lnTo>
                  <a:lnTo>
                    <a:pt x="3" y="0"/>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94" name=""/>
            <p:cNvSpPr/>
            <p:nvPr/>
          </p:nvSpPr>
          <p:spPr>
            <a:xfrm flipV="1">
              <a:off x="6056280" y="5325840"/>
              <a:ext cx="42840" cy="4320"/>
            </a:xfrm>
            <a:custGeom>
              <a:avLst/>
              <a:gdLst/>
              <a:ahLst/>
              <a:rect l="l" t="t" r="r" b="b"/>
              <a:pathLst>
                <a:path w="388" h="52">
                  <a:moveTo>
                    <a:pt x="388" y="46"/>
                  </a:moveTo>
                  <a:lnTo>
                    <a:pt x="371" y="32"/>
                  </a:lnTo>
                  <a:lnTo>
                    <a:pt x="348" y="20"/>
                  </a:lnTo>
                  <a:lnTo>
                    <a:pt x="322" y="12"/>
                  </a:lnTo>
                  <a:lnTo>
                    <a:pt x="294" y="7"/>
                  </a:lnTo>
                  <a:lnTo>
                    <a:pt x="261" y="4"/>
                  </a:lnTo>
                  <a:lnTo>
                    <a:pt x="229" y="2"/>
                  </a:lnTo>
                  <a:lnTo>
                    <a:pt x="197" y="0"/>
                  </a:lnTo>
                  <a:lnTo>
                    <a:pt x="165" y="2"/>
                  </a:lnTo>
                  <a:lnTo>
                    <a:pt x="132" y="4"/>
                  </a:lnTo>
                  <a:lnTo>
                    <a:pt x="102" y="6"/>
                  </a:lnTo>
                  <a:lnTo>
                    <a:pt x="75" y="8"/>
                  </a:lnTo>
                  <a:lnTo>
                    <a:pt x="49" y="11"/>
                  </a:lnTo>
                  <a:lnTo>
                    <a:pt x="29" y="14"/>
                  </a:lnTo>
                  <a:lnTo>
                    <a:pt x="14" y="16"/>
                  </a:lnTo>
                  <a:lnTo>
                    <a:pt x="3" y="17"/>
                  </a:lnTo>
                  <a:lnTo>
                    <a:pt x="0" y="18"/>
                  </a:lnTo>
                  <a:lnTo>
                    <a:pt x="2" y="29"/>
                  </a:lnTo>
                  <a:lnTo>
                    <a:pt x="5" y="27"/>
                  </a:lnTo>
                  <a:lnTo>
                    <a:pt x="16" y="26"/>
                  </a:lnTo>
                  <a:lnTo>
                    <a:pt x="31" y="24"/>
                  </a:lnTo>
                  <a:lnTo>
                    <a:pt x="51" y="21"/>
                  </a:lnTo>
                  <a:lnTo>
                    <a:pt x="75" y="18"/>
                  </a:lnTo>
                  <a:lnTo>
                    <a:pt x="102" y="16"/>
                  </a:lnTo>
                  <a:lnTo>
                    <a:pt x="132" y="14"/>
                  </a:lnTo>
                  <a:lnTo>
                    <a:pt x="165" y="12"/>
                  </a:lnTo>
                  <a:lnTo>
                    <a:pt x="197" y="11"/>
                  </a:lnTo>
                  <a:lnTo>
                    <a:pt x="229" y="12"/>
                  </a:lnTo>
                  <a:lnTo>
                    <a:pt x="261" y="14"/>
                  </a:lnTo>
                  <a:lnTo>
                    <a:pt x="292" y="17"/>
                  </a:lnTo>
                  <a:lnTo>
                    <a:pt x="320" y="22"/>
                  </a:lnTo>
                  <a:lnTo>
                    <a:pt x="344" y="31"/>
                  </a:lnTo>
                  <a:lnTo>
                    <a:pt x="365" y="40"/>
                  </a:lnTo>
                  <a:lnTo>
                    <a:pt x="380" y="52"/>
                  </a:lnTo>
                  <a:lnTo>
                    <a:pt x="388" y="46"/>
                  </a:lnTo>
                  <a:close/>
                </a:path>
              </a:pathLst>
            </a:custGeom>
            <a:solidFill>
              <a:srgbClr val="732e0d"/>
            </a:solidFill>
            <a:ln w="0">
              <a:no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7795" name=""/>
            <p:cNvSpPr/>
            <p:nvPr/>
          </p:nvSpPr>
          <p:spPr>
            <a:xfrm flipV="1">
              <a:off x="6097680" y="5324040"/>
              <a:ext cx="1440" cy="1440"/>
            </a:xfrm>
            <a:custGeom>
              <a:avLst/>
              <a:gdLst/>
              <a:ahLst/>
              <a:rect l="l" t="t" r="r" b="b"/>
              <a:pathLst>
                <a:path w="10" h="9">
                  <a:moveTo>
                    <a:pt x="0" y="6"/>
                  </a:moveTo>
                  <a:lnTo>
                    <a:pt x="4" y="9"/>
                  </a:lnTo>
                  <a:lnTo>
                    <a:pt x="7" y="7"/>
                  </a:lnTo>
                  <a:lnTo>
                    <a:pt x="10" y="4"/>
                  </a:lnTo>
                  <a:lnTo>
                    <a:pt x="8" y="0"/>
                  </a:lnTo>
                  <a:lnTo>
                    <a:pt x="0" y="6"/>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796" name=""/>
            <p:cNvSpPr/>
            <p:nvPr/>
          </p:nvSpPr>
          <p:spPr>
            <a:xfrm flipV="1">
              <a:off x="6031080" y="5224320"/>
              <a:ext cx="1440" cy="29520"/>
            </a:xfrm>
            <a:custGeom>
              <a:avLst/>
              <a:gdLst/>
              <a:ahLst/>
              <a:rect l="l" t="t" r="r" b="b"/>
              <a:pathLst>
                <a:path w="25" h="255">
                  <a:moveTo>
                    <a:pt x="20" y="255"/>
                  </a:moveTo>
                  <a:lnTo>
                    <a:pt x="20" y="255"/>
                  </a:lnTo>
                  <a:lnTo>
                    <a:pt x="20" y="253"/>
                  </a:lnTo>
                  <a:lnTo>
                    <a:pt x="21" y="247"/>
                  </a:lnTo>
                  <a:lnTo>
                    <a:pt x="22" y="238"/>
                  </a:lnTo>
                  <a:lnTo>
                    <a:pt x="22" y="225"/>
                  </a:lnTo>
                  <a:lnTo>
                    <a:pt x="23" y="211"/>
                  </a:lnTo>
                  <a:lnTo>
                    <a:pt x="24" y="193"/>
                  </a:lnTo>
                  <a:lnTo>
                    <a:pt x="25" y="174"/>
                  </a:lnTo>
                  <a:lnTo>
                    <a:pt x="25" y="154"/>
                  </a:lnTo>
                  <a:lnTo>
                    <a:pt x="25" y="133"/>
                  </a:lnTo>
                  <a:lnTo>
                    <a:pt x="24" y="112"/>
                  </a:lnTo>
                  <a:lnTo>
                    <a:pt x="22" y="90"/>
                  </a:lnTo>
                  <a:lnTo>
                    <a:pt x="20" y="70"/>
                  </a:lnTo>
                  <a:lnTo>
                    <a:pt x="17" y="50"/>
                  </a:lnTo>
                  <a:lnTo>
                    <a:pt x="12" y="31"/>
                  </a:lnTo>
                  <a:lnTo>
                    <a:pt x="6" y="14"/>
                  </a:lnTo>
                  <a:lnTo>
                    <a:pt x="0" y="0"/>
                  </a:lnTo>
                </a:path>
              </a:pathLst>
            </a:custGeom>
            <a:noFill/>
            <a:ln w="0">
              <a:solidFill>
                <a:srgbClr val="d99473"/>
              </a:solidFill>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7797" name=""/>
            <p:cNvSpPr/>
            <p:nvPr/>
          </p:nvSpPr>
          <p:spPr>
            <a:xfrm flipV="1">
              <a:off x="6019920" y="5241600"/>
              <a:ext cx="2880" cy="18720"/>
            </a:xfrm>
            <a:custGeom>
              <a:avLst/>
              <a:gdLst/>
              <a:ahLst/>
              <a:rect l="l" t="t" r="r" b="b"/>
              <a:pathLst>
                <a:path w="25" h="169">
                  <a:moveTo>
                    <a:pt x="0" y="0"/>
                  </a:moveTo>
                  <a:lnTo>
                    <a:pt x="0" y="0"/>
                  </a:lnTo>
                  <a:lnTo>
                    <a:pt x="0" y="2"/>
                  </a:lnTo>
                  <a:lnTo>
                    <a:pt x="1" y="6"/>
                  </a:lnTo>
                  <a:lnTo>
                    <a:pt x="2" y="13"/>
                  </a:lnTo>
                  <a:lnTo>
                    <a:pt x="3" y="21"/>
                  </a:lnTo>
                  <a:lnTo>
                    <a:pt x="5" y="33"/>
                  </a:lnTo>
                  <a:lnTo>
                    <a:pt x="6" y="45"/>
                  </a:lnTo>
                  <a:lnTo>
                    <a:pt x="8" y="59"/>
                  </a:lnTo>
                  <a:lnTo>
                    <a:pt x="10" y="73"/>
                  </a:lnTo>
                  <a:lnTo>
                    <a:pt x="12" y="88"/>
                  </a:lnTo>
                  <a:lnTo>
                    <a:pt x="14" y="102"/>
                  </a:lnTo>
                  <a:lnTo>
                    <a:pt x="16" y="116"/>
                  </a:lnTo>
                  <a:lnTo>
                    <a:pt x="19" y="129"/>
                  </a:lnTo>
                  <a:lnTo>
                    <a:pt x="21" y="142"/>
                  </a:lnTo>
                  <a:lnTo>
                    <a:pt x="23" y="153"/>
                  </a:lnTo>
                  <a:lnTo>
                    <a:pt x="24" y="162"/>
                  </a:lnTo>
                  <a:lnTo>
                    <a:pt x="25" y="169"/>
                  </a:lnTo>
                </a:path>
              </a:pathLst>
            </a:custGeom>
            <a:noFill/>
            <a:ln w="0">
              <a:solidFill>
                <a:srgbClr val="d99473"/>
              </a:solid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798" name=""/>
            <p:cNvSpPr/>
            <p:nvPr/>
          </p:nvSpPr>
          <p:spPr>
            <a:xfrm flipV="1">
              <a:off x="6022800" y="5218920"/>
              <a:ext cx="1800" cy="12600"/>
            </a:xfrm>
            <a:prstGeom prst="line">
              <a:avLst/>
            </a:prstGeom>
            <a:ln w="0">
              <a:solidFill>
                <a:srgbClr val="d99473"/>
              </a:solidFill>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7799" name=""/>
            <p:cNvSpPr/>
            <p:nvPr/>
          </p:nvSpPr>
          <p:spPr>
            <a:xfrm flipV="1">
              <a:off x="5999040" y="5303520"/>
              <a:ext cx="6480" cy="18720"/>
            </a:xfrm>
            <a:custGeom>
              <a:avLst/>
              <a:gdLst/>
              <a:ahLst/>
              <a:rect l="l" t="t" r="r" b="b"/>
              <a:pathLst>
                <a:path w="60" h="157">
                  <a:moveTo>
                    <a:pt x="60" y="157"/>
                  </a:moveTo>
                  <a:lnTo>
                    <a:pt x="60" y="157"/>
                  </a:lnTo>
                  <a:lnTo>
                    <a:pt x="58" y="153"/>
                  </a:lnTo>
                  <a:lnTo>
                    <a:pt x="51" y="142"/>
                  </a:lnTo>
                  <a:lnTo>
                    <a:pt x="43" y="123"/>
                  </a:lnTo>
                  <a:lnTo>
                    <a:pt x="34" y="101"/>
                  </a:lnTo>
                  <a:lnTo>
                    <a:pt x="23" y="76"/>
                  </a:lnTo>
                  <a:lnTo>
                    <a:pt x="14" y="50"/>
                  </a:lnTo>
                  <a:lnTo>
                    <a:pt x="5" y="23"/>
                  </a:lnTo>
                  <a:lnTo>
                    <a:pt x="0" y="0"/>
                  </a:lnTo>
                </a:path>
              </a:pathLst>
            </a:custGeom>
            <a:noFill/>
            <a:ln w="0">
              <a:solidFill>
                <a:srgbClr val="d99473"/>
              </a:solid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800" name=""/>
            <p:cNvSpPr/>
            <p:nvPr/>
          </p:nvSpPr>
          <p:spPr>
            <a:xfrm flipH="1">
              <a:off x="5995440" y="5329080"/>
              <a:ext cx="1800" cy="16920"/>
            </a:xfrm>
            <a:prstGeom prst="line">
              <a:avLst/>
            </a:prstGeom>
            <a:ln w="0">
              <a:solidFill>
                <a:srgbClr val="d99473"/>
              </a:solidFill>
            </a:ln>
          </p:spPr>
          <p:style>
            <a:lnRef idx="0"/>
            <a:fillRef idx="0"/>
            <a:effectRef idx="0"/>
            <a:fontRef idx="minor"/>
          </p:style>
          <p:txBody>
            <a:bodyPr lIns="90000" rIns="90000" tIns="-29880" bIns="-29880" anchor="t">
              <a:noAutofit/>
            </a:bodyPr>
            <a:p>
              <a:endParaRPr b="0" lang="en-US" sz="2400" spc="-1" strike="noStrike">
                <a:solidFill>
                  <a:srgbClr val="000000"/>
                </a:solidFill>
                <a:latin typeface="Times New Roman"/>
              </a:endParaRPr>
            </a:p>
          </p:txBody>
        </p:sp>
        <p:sp>
          <p:nvSpPr>
            <p:cNvPr id="7801" name=""/>
            <p:cNvSpPr/>
            <p:nvPr/>
          </p:nvSpPr>
          <p:spPr>
            <a:xfrm flipV="1">
              <a:off x="5992920" y="5310720"/>
              <a:ext cx="2880" cy="21960"/>
            </a:xfrm>
            <a:custGeom>
              <a:avLst/>
              <a:gdLst/>
              <a:ahLst/>
              <a:rect l="l" t="t" r="r" b="b"/>
              <a:pathLst>
                <a:path w="45" h="187">
                  <a:moveTo>
                    <a:pt x="0" y="0"/>
                  </a:moveTo>
                  <a:lnTo>
                    <a:pt x="0" y="0"/>
                  </a:lnTo>
                  <a:lnTo>
                    <a:pt x="0" y="1"/>
                  </a:lnTo>
                  <a:lnTo>
                    <a:pt x="1" y="6"/>
                  </a:lnTo>
                  <a:lnTo>
                    <a:pt x="1" y="13"/>
                  </a:lnTo>
                  <a:lnTo>
                    <a:pt x="3" y="22"/>
                  </a:lnTo>
                  <a:lnTo>
                    <a:pt x="4" y="32"/>
                  </a:lnTo>
                  <a:lnTo>
                    <a:pt x="7" y="45"/>
                  </a:lnTo>
                  <a:lnTo>
                    <a:pt x="9" y="58"/>
                  </a:lnTo>
                  <a:lnTo>
                    <a:pt x="12" y="73"/>
                  </a:lnTo>
                  <a:lnTo>
                    <a:pt x="14" y="89"/>
                  </a:lnTo>
                  <a:lnTo>
                    <a:pt x="18" y="104"/>
                  </a:lnTo>
                  <a:lnTo>
                    <a:pt x="21" y="120"/>
                  </a:lnTo>
                  <a:lnTo>
                    <a:pt x="25" y="135"/>
                  </a:lnTo>
                  <a:lnTo>
                    <a:pt x="29" y="150"/>
                  </a:lnTo>
                  <a:lnTo>
                    <a:pt x="35" y="163"/>
                  </a:lnTo>
                  <a:lnTo>
                    <a:pt x="40" y="176"/>
                  </a:lnTo>
                  <a:lnTo>
                    <a:pt x="45" y="187"/>
                  </a:lnTo>
                </a:path>
              </a:pathLst>
            </a:custGeom>
            <a:noFill/>
            <a:ln w="0">
              <a:solidFill>
                <a:srgbClr val="d99473"/>
              </a:solidFill>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7802" name=""/>
            <p:cNvSpPr/>
            <p:nvPr/>
          </p:nvSpPr>
          <p:spPr>
            <a:xfrm flipV="1">
              <a:off x="5964120" y="5410800"/>
              <a:ext cx="1800" cy="16920"/>
            </a:xfrm>
            <a:custGeom>
              <a:avLst/>
              <a:gdLst/>
              <a:ahLst/>
              <a:rect l="l" t="t" r="r" b="b"/>
              <a:pathLst>
                <a:path w="7" h="147">
                  <a:moveTo>
                    <a:pt x="7" y="0"/>
                  </a:moveTo>
                  <a:lnTo>
                    <a:pt x="7" y="0"/>
                  </a:lnTo>
                  <a:lnTo>
                    <a:pt x="7" y="4"/>
                  </a:lnTo>
                  <a:lnTo>
                    <a:pt x="6" y="16"/>
                  </a:lnTo>
                  <a:lnTo>
                    <a:pt x="4" y="33"/>
                  </a:lnTo>
                  <a:lnTo>
                    <a:pt x="2" y="54"/>
                  </a:lnTo>
                  <a:lnTo>
                    <a:pt x="0" y="78"/>
                  </a:lnTo>
                  <a:lnTo>
                    <a:pt x="0" y="102"/>
                  </a:lnTo>
                  <a:lnTo>
                    <a:pt x="0" y="126"/>
                  </a:lnTo>
                  <a:lnTo>
                    <a:pt x="1" y="147"/>
                  </a:lnTo>
                </a:path>
              </a:pathLst>
            </a:custGeom>
            <a:noFill/>
            <a:ln w="0">
              <a:solidFill>
                <a:srgbClr val="d99473"/>
              </a:solidFill>
            </a:ln>
          </p:spPr>
          <p:style>
            <a:lnRef idx="0"/>
            <a:fillRef idx="0"/>
            <a:effectRef idx="0"/>
            <a:fontRef idx="minor"/>
          </p:style>
          <p:txBody>
            <a:bodyPr lIns="90000" rIns="90000" tIns="-29880" bIns="-29880" anchor="t">
              <a:noAutofit/>
            </a:bodyPr>
            <a:p>
              <a:endParaRPr b="0" lang="en-US" sz="2400" spc="-1" strike="noStrike">
                <a:solidFill>
                  <a:srgbClr val="000000"/>
                </a:solidFill>
                <a:latin typeface="Times New Roman"/>
              </a:endParaRPr>
            </a:p>
          </p:txBody>
        </p:sp>
        <p:sp>
          <p:nvSpPr>
            <p:cNvPr id="7803" name=""/>
            <p:cNvSpPr/>
            <p:nvPr/>
          </p:nvSpPr>
          <p:spPr>
            <a:xfrm flipV="1">
              <a:off x="5964120" y="5379840"/>
              <a:ext cx="5040" cy="20160"/>
            </a:xfrm>
            <a:custGeom>
              <a:avLst/>
              <a:gdLst/>
              <a:ahLst/>
              <a:rect l="l" t="t" r="r" b="b"/>
              <a:pathLst>
                <a:path w="40" h="191">
                  <a:moveTo>
                    <a:pt x="0" y="0"/>
                  </a:moveTo>
                  <a:lnTo>
                    <a:pt x="0" y="0"/>
                  </a:lnTo>
                  <a:lnTo>
                    <a:pt x="0" y="2"/>
                  </a:lnTo>
                  <a:lnTo>
                    <a:pt x="0" y="7"/>
                  </a:lnTo>
                  <a:lnTo>
                    <a:pt x="1" y="14"/>
                  </a:lnTo>
                  <a:lnTo>
                    <a:pt x="2" y="25"/>
                  </a:lnTo>
                  <a:lnTo>
                    <a:pt x="3" y="37"/>
                  </a:lnTo>
                  <a:lnTo>
                    <a:pt x="5" y="52"/>
                  </a:lnTo>
                  <a:lnTo>
                    <a:pt x="6" y="67"/>
                  </a:lnTo>
                  <a:lnTo>
                    <a:pt x="9" y="83"/>
                  </a:lnTo>
                  <a:lnTo>
                    <a:pt x="11" y="100"/>
                  </a:lnTo>
                  <a:lnTo>
                    <a:pt x="14" y="116"/>
                  </a:lnTo>
                  <a:lnTo>
                    <a:pt x="18" y="132"/>
                  </a:lnTo>
                  <a:lnTo>
                    <a:pt x="22" y="147"/>
                  </a:lnTo>
                  <a:lnTo>
                    <a:pt x="26" y="161"/>
                  </a:lnTo>
                  <a:lnTo>
                    <a:pt x="30" y="173"/>
                  </a:lnTo>
                  <a:lnTo>
                    <a:pt x="35" y="184"/>
                  </a:lnTo>
                  <a:lnTo>
                    <a:pt x="40" y="191"/>
                  </a:lnTo>
                </a:path>
              </a:pathLst>
            </a:custGeom>
            <a:noFill/>
            <a:ln w="0">
              <a:solidFill>
                <a:srgbClr val="d99473"/>
              </a:solidFill>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7804" name=""/>
            <p:cNvSpPr/>
            <p:nvPr/>
          </p:nvSpPr>
          <p:spPr>
            <a:xfrm flipV="1">
              <a:off x="5954760" y="5389200"/>
              <a:ext cx="4680" cy="25200"/>
            </a:xfrm>
            <a:custGeom>
              <a:avLst/>
              <a:gdLst/>
              <a:ahLst/>
              <a:rect l="l" t="t" r="r" b="b"/>
              <a:pathLst>
                <a:path w="31" h="205">
                  <a:moveTo>
                    <a:pt x="31" y="205"/>
                  </a:moveTo>
                  <a:lnTo>
                    <a:pt x="31" y="205"/>
                  </a:lnTo>
                  <a:lnTo>
                    <a:pt x="31" y="204"/>
                  </a:lnTo>
                  <a:lnTo>
                    <a:pt x="30" y="201"/>
                  </a:lnTo>
                  <a:lnTo>
                    <a:pt x="28" y="195"/>
                  </a:lnTo>
                  <a:lnTo>
                    <a:pt x="25" y="188"/>
                  </a:lnTo>
                  <a:lnTo>
                    <a:pt x="23" y="179"/>
                  </a:lnTo>
                  <a:lnTo>
                    <a:pt x="21" y="168"/>
                  </a:lnTo>
                  <a:lnTo>
                    <a:pt x="18" y="155"/>
                  </a:lnTo>
                  <a:lnTo>
                    <a:pt x="16" y="142"/>
                  </a:lnTo>
                  <a:lnTo>
                    <a:pt x="13" y="127"/>
                  </a:lnTo>
                  <a:lnTo>
                    <a:pt x="10" y="111"/>
                  </a:lnTo>
                  <a:lnTo>
                    <a:pt x="8" y="94"/>
                  </a:lnTo>
                  <a:lnTo>
                    <a:pt x="6" y="77"/>
                  </a:lnTo>
                  <a:lnTo>
                    <a:pt x="4" y="58"/>
                  </a:lnTo>
                  <a:lnTo>
                    <a:pt x="1" y="39"/>
                  </a:lnTo>
                  <a:lnTo>
                    <a:pt x="0" y="19"/>
                  </a:lnTo>
                  <a:lnTo>
                    <a:pt x="0" y="0"/>
                  </a:lnTo>
                </a:path>
              </a:pathLst>
            </a:custGeom>
            <a:noFill/>
            <a:ln w="0">
              <a:solidFill>
                <a:srgbClr val="d99473"/>
              </a:solidFill>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7805" name=""/>
            <p:cNvSpPr/>
            <p:nvPr/>
          </p:nvSpPr>
          <p:spPr>
            <a:xfrm flipV="1">
              <a:off x="6124680" y="5335200"/>
              <a:ext cx="36360" cy="63360"/>
            </a:xfrm>
            <a:custGeom>
              <a:avLst/>
              <a:gdLst/>
              <a:ahLst/>
              <a:rect l="l" t="t" r="r" b="b"/>
              <a:pathLst>
                <a:path w="357" h="563">
                  <a:moveTo>
                    <a:pt x="0" y="0"/>
                  </a:moveTo>
                  <a:lnTo>
                    <a:pt x="0" y="0"/>
                  </a:lnTo>
                  <a:lnTo>
                    <a:pt x="0" y="1"/>
                  </a:lnTo>
                  <a:lnTo>
                    <a:pt x="1" y="5"/>
                  </a:lnTo>
                  <a:lnTo>
                    <a:pt x="4" y="13"/>
                  </a:lnTo>
                  <a:lnTo>
                    <a:pt x="7" y="22"/>
                  </a:lnTo>
                  <a:lnTo>
                    <a:pt x="10" y="34"/>
                  </a:lnTo>
                  <a:lnTo>
                    <a:pt x="15" y="47"/>
                  </a:lnTo>
                  <a:lnTo>
                    <a:pt x="21" y="63"/>
                  </a:lnTo>
                  <a:lnTo>
                    <a:pt x="27" y="81"/>
                  </a:lnTo>
                  <a:lnTo>
                    <a:pt x="36" y="101"/>
                  </a:lnTo>
                  <a:lnTo>
                    <a:pt x="46" y="122"/>
                  </a:lnTo>
                  <a:lnTo>
                    <a:pt x="57" y="145"/>
                  </a:lnTo>
                  <a:lnTo>
                    <a:pt x="69" y="169"/>
                  </a:lnTo>
                  <a:lnTo>
                    <a:pt x="84" y="195"/>
                  </a:lnTo>
                  <a:lnTo>
                    <a:pt x="99" y="222"/>
                  </a:lnTo>
                  <a:lnTo>
                    <a:pt x="117" y="249"/>
                  </a:lnTo>
                  <a:lnTo>
                    <a:pt x="136" y="278"/>
                  </a:lnTo>
                  <a:lnTo>
                    <a:pt x="136" y="278"/>
                  </a:lnTo>
                  <a:lnTo>
                    <a:pt x="145" y="290"/>
                  </a:lnTo>
                  <a:lnTo>
                    <a:pt x="157" y="307"/>
                  </a:lnTo>
                  <a:lnTo>
                    <a:pt x="171" y="325"/>
                  </a:lnTo>
                  <a:lnTo>
                    <a:pt x="188" y="346"/>
                  </a:lnTo>
                  <a:lnTo>
                    <a:pt x="205" y="369"/>
                  </a:lnTo>
                  <a:lnTo>
                    <a:pt x="223" y="393"/>
                  </a:lnTo>
                  <a:lnTo>
                    <a:pt x="242" y="418"/>
                  </a:lnTo>
                  <a:lnTo>
                    <a:pt x="262" y="442"/>
                  </a:lnTo>
                  <a:lnTo>
                    <a:pt x="280" y="466"/>
                  </a:lnTo>
                  <a:lnTo>
                    <a:pt x="297" y="488"/>
                  </a:lnTo>
                  <a:lnTo>
                    <a:pt x="314" y="508"/>
                  </a:lnTo>
                  <a:lnTo>
                    <a:pt x="327" y="527"/>
                  </a:lnTo>
                  <a:lnTo>
                    <a:pt x="340" y="542"/>
                  </a:lnTo>
                  <a:lnTo>
                    <a:pt x="348" y="553"/>
                  </a:lnTo>
                  <a:lnTo>
                    <a:pt x="355" y="561"/>
                  </a:lnTo>
                  <a:lnTo>
                    <a:pt x="357" y="563"/>
                  </a:lnTo>
                </a:path>
              </a:pathLst>
            </a:custGeom>
            <a:noFill/>
            <a:ln w="0">
              <a:solidFill>
                <a:srgbClr val="d99473"/>
              </a:solidFill>
            </a:ln>
          </p:spPr>
          <p:style>
            <a:lnRef idx="0"/>
            <a:fillRef idx="0"/>
            <a:effectRef idx="0"/>
            <a:fontRef idx="minor"/>
          </p:style>
          <p:txBody>
            <a:bodyPr lIns="90000" rIns="90000" tIns="16560" bIns="16560" anchor="t">
              <a:noAutofit/>
            </a:bodyPr>
            <a:p>
              <a:endParaRPr b="0" lang="en-US" sz="2400" spc="-1" strike="noStrike">
                <a:solidFill>
                  <a:srgbClr val="000000"/>
                </a:solidFill>
                <a:latin typeface="Times New Roman"/>
              </a:endParaRPr>
            </a:p>
          </p:txBody>
        </p:sp>
        <p:sp>
          <p:nvSpPr>
            <p:cNvPr id="7806" name=""/>
            <p:cNvSpPr/>
            <p:nvPr/>
          </p:nvSpPr>
          <p:spPr>
            <a:xfrm flipV="1">
              <a:off x="6324480" y="5325120"/>
              <a:ext cx="27000" cy="47160"/>
            </a:xfrm>
            <a:custGeom>
              <a:avLst/>
              <a:gdLst/>
              <a:ahLst/>
              <a:rect l="l" t="t" r="r" b="b"/>
              <a:pathLst>
                <a:path w="258" h="408">
                  <a:moveTo>
                    <a:pt x="0" y="408"/>
                  </a:moveTo>
                  <a:lnTo>
                    <a:pt x="0" y="408"/>
                  </a:lnTo>
                  <a:lnTo>
                    <a:pt x="2" y="407"/>
                  </a:lnTo>
                  <a:lnTo>
                    <a:pt x="7" y="403"/>
                  </a:lnTo>
                  <a:lnTo>
                    <a:pt x="15" y="398"/>
                  </a:lnTo>
                  <a:lnTo>
                    <a:pt x="27" y="389"/>
                  </a:lnTo>
                  <a:lnTo>
                    <a:pt x="40" y="376"/>
                  </a:lnTo>
                  <a:lnTo>
                    <a:pt x="56" y="362"/>
                  </a:lnTo>
                  <a:lnTo>
                    <a:pt x="74" y="343"/>
                  </a:lnTo>
                  <a:lnTo>
                    <a:pt x="92" y="321"/>
                  </a:lnTo>
                  <a:lnTo>
                    <a:pt x="113" y="296"/>
                  </a:lnTo>
                  <a:lnTo>
                    <a:pt x="134" y="267"/>
                  </a:lnTo>
                  <a:lnTo>
                    <a:pt x="155" y="234"/>
                  </a:lnTo>
                  <a:lnTo>
                    <a:pt x="177" y="195"/>
                  </a:lnTo>
                  <a:lnTo>
                    <a:pt x="199" y="154"/>
                  </a:lnTo>
                  <a:lnTo>
                    <a:pt x="219" y="107"/>
                  </a:lnTo>
                  <a:lnTo>
                    <a:pt x="239" y="56"/>
                  </a:lnTo>
                  <a:lnTo>
                    <a:pt x="258" y="0"/>
                  </a:lnTo>
                </a:path>
              </a:pathLst>
            </a:custGeom>
            <a:noFill/>
            <a:ln w="0">
              <a:solidFill>
                <a:srgbClr val="eda887"/>
              </a:solidFill>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7807" name=""/>
            <p:cNvSpPr/>
            <p:nvPr/>
          </p:nvSpPr>
          <p:spPr>
            <a:xfrm flipV="1">
              <a:off x="6357960" y="5357520"/>
              <a:ext cx="14400" cy="26640"/>
            </a:xfrm>
            <a:custGeom>
              <a:avLst/>
              <a:gdLst/>
              <a:ahLst/>
              <a:rect l="l" t="t" r="r" b="b"/>
              <a:pathLst>
                <a:path w="118" h="227">
                  <a:moveTo>
                    <a:pt x="0" y="227"/>
                  </a:moveTo>
                  <a:lnTo>
                    <a:pt x="0" y="227"/>
                  </a:lnTo>
                  <a:lnTo>
                    <a:pt x="1" y="225"/>
                  </a:lnTo>
                  <a:lnTo>
                    <a:pt x="6" y="220"/>
                  </a:lnTo>
                  <a:lnTo>
                    <a:pt x="11" y="210"/>
                  </a:lnTo>
                  <a:lnTo>
                    <a:pt x="18" y="199"/>
                  </a:lnTo>
                  <a:lnTo>
                    <a:pt x="26" y="184"/>
                  </a:lnTo>
                  <a:lnTo>
                    <a:pt x="37" y="168"/>
                  </a:lnTo>
                  <a:lnTo>
                    <a:pt x="47" y="150"/>
                  </a:lnTo>
                  <a:lnTo>
                    <a:pt x="58" y="132"/>
                  </a:lnTo>
                  <a:lnTo>
                    <a:pt x="68" y="113"/>
                  </a:lnTo>
                  <a:lnTo>
                    <a:pt x="78" y="93"/>
                  </a:lnTo>
                  <a:lnTo>
                    <a:pt x="89" y="74"/>
                  </a:lnTo>
                  <a:lnTo>
                    <a:pt x="98" y="56"/>
                  </a:lnTo>
                  <a:lnTo>
                    <a:pt x="106" y="39"/>
                  </a:lnTo>
                  <a:lnTo>
                    <a:pt x="112" y="23"/>
                  </a:lnTo>
                  <a:lnTo>
                    <a:pt x="116" y="10"/>
                  </a:lnTo>
                  <a:lnTo>
                    <a:pt x="118" y="0"/>
                  </a:lnTo>
                </a:path>
              </a:pathLst>
            </a:custGeom>
            <a:noFill/>
            <a:ln w="0">
              <a:solidFill>
                <a:srgbClr val="eda887"/>
              </a:solidFill>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7808" name=""/>
            <p:cNvSpPr/>
            <p:nvPr/>
          </p:nvSpPr>
          <p:spPr>
            <a:xfrm flipV="1">
              <a:off x="6357960" y="5295600"/>
              <a:ext cx="60120" cy="120240"/>
            </a:xfrm>
            <a:custGeom>
              <a:avLst/>
              <a:gdLst/>
              <a:ahLst/>
              <a:rect l="l" t="t" r="r" b="b"/>
              <a:pathLst>
                <a:path w="574" h="1046">
                  <a:moveTo>
                    <a:pt x="574" y="0"/>
                  </a:moveTo>
                  <a:lnTo>
                    <a:pt x="574" y="0"/>
                  </a:lnTo>
                  <a:lnTo>
                    <a:pt x="574" y="3"/>
                  </a:lnTo>
                  <a:lnTo>
                    <a:pt x="573" y="11"/>
                  </a:lnTo>
                  <a:lnTo>
                    <a:pt x="572" y="25"/>
                  </a:lnTo>
                  <a:lnTo>
                    <a:pt x="569" y="42"/>
                  </a:lnTo>
                  <a:lnTo>
                    <a:pt x="567" y="65"/>
                  </a:lnTo>
                  <a:lnTo>
                    <a:pt x="563" y="91"/>
                  </a:lnTo>
                  <a:lnTo>
                    <a:pt x="559" y="121"/>
                  </a:lnTo>
                  <a:lnTo>
                    <a:pt x="553" y="155"/>
                  </a:lnTo>
                  <a:lnTo>
                    <a:pt x="546" y="191"/>
                  </a:lnTo>
                  <a:lnTo>
                    <a:pt x="539" y="231"/>
                  </a:lnTo>
                  <a:lnTo>
                    <a:pt x="531" y="272"/>
                  </a:lnTo>
                  <a:lnTo>
                    <a:pt x="521" y="316"/>
                  </a:lnTo>
                  <a:lnTo>
                    <a:pt x="510" y="360"/>
                  </a:lnTo>
                  <a:lnTo>
                    <a:pt x="498" y="406"/>
                  </a:lnTo>
                  <a:lnTo>
                    <a:pt x="485" y="453"/>
                  </a:lnTo>
                  <a:lnTo>
                    <a:pt x="470" y="501"/>
                  </a:lnTo>
                  <a:lnTo>
                    <a:pt x="453" y="548"/>
                  </a:lnTo>
                  <a:lnTo>
                    <a:pt x="436" y="596"/>
                  </a:lnTo>
                  <a:lnTo>
                    <a:pt x="417" y="643"/>
                  </a:lnTo>
                  <a:lnTo>
                    <a:pt x="396" y="689"/>
                  </a:lnTo>
                  <a:lnTo>
                    <a:pt x="373" y="734"/>
                  </a:lnTo>
                  <a:lnTo>
                    <a:pt x="349" y="777"/>
                  </a:lnTo>
                  <a:lnTo>
                    <a:pt x="323" y="819"/>
                  </a:lnTo>
                  <a:lnTo>
                    <a:pt x="295" y="858"/>
                  </a:lnTo>
                  <a:lnTo>
                    <a:pt x="266" y="894"/>
                  </a:lnTo>
                  <a:lnTo>
                    <a:pt x="234" y="928"/>
                  </a:lnTo>
                  <a:lnTo>
                    <a:pt x="200" y="958"/>
                  </a:lnTo>
                  <a:lnTo>
                    <a:pt x="165" y="984"/>
                  </a:lnTo>
                  <a:lnTo>
                    <a:pt x="126" y="1007"/>
                  </a:lnTo>
                  <a:lnTo>
                    <a:pt x="87" y="1024"/>
                  </a:lnTo>
                  <a:lnTo>
                    <a:pt x="45" y="1038"/>
                  </a:lnTo>
                  <a:lnTo>
                    <a:pt x="0" y="1046"/>
                  </a:lnTo>
                </a:path>
              </a:pathLst>
            </a:custGeom>
            <a:noFill/>
            <a:ln w="0">
              <a:solidFill>
                <a:srgbClr val="eda887"/>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809" name=""/>
            <p:cNvSpPr/>
            <p:nvPr/>
          </p:nvSpPr>
          <p:spPr>
            <a:xfrm flipV="1">
              <a:off x="6426360" y="5325120"/>
              <a:ext cx="10800" cy="31320"/>
            </a:xfrm>
            <a:custGeom>
              <a:avLst/>
              <a:gdLst/>
              <a:ahLst/>
              <a:rect l="l" t="t" r="r" b="b"/>
              <a:pathLst>
                <a:path w="109" h="262">
                  <a:moveTo>
                    <a:pt x="109" y="0"/>
                  </a:moveTo>
                  <a:lnTo>
                    <a:pt x="109" y="0"/>
                  </a:lnTo>
                  <a:lnTo>
                    <a:pt x="108" y="4"/>
                  </a:lnTo>
                  <a:lnTo>
                    <a:pt x="105" y="11"/>
                  </a:lnTo>
                  <a:lnTo>
                    <a:pt x="100" y="22"/>
                  </a:lnTo>
                  <a:lnTo>
                    <a:pt x="93" y="37"/>
                  </a:lnTo>
                  <a:lnTo>
                    <a:pt x="86" y="56"/>
                  </a:lnTo>
                  <a:lnTo>
                    <a:pt x="77" y="75"/>
                  </a:lnTo>
                  <a:lnTo>
                    <a:pt x="68" y="97"/>
                  </a:lnTo>
                  <a:lnTo>
                    <a:pt x="58" y="120"/>
                  </a:lnTo>
                  <a:lnTo>
                    <a:pt x="49" y="144"/>
                  </a:lnTo>
                  <a:lnTo>
                    <a:pt x="39" y="167"/>
                  </a:lnTo>
                  <a:lnTo>
                    <a:pt x="30" y="189"/>
                  </a:lnTo>
                  <a:lnTo>
                    <a:pt x="22" y="209"/>
                  </a:lnTo>
                  <a:lnTo>
                    <a:pt x="13" y="227"/>
                  </a:lnTo>
                  <a:lnTo>
                    <a:pt x="7" y="243"/>
                  </a:lnTo>
                  <a:lnTo>
                    <a:pt x="3" y="255"/>
                  </a:lnTo>
                  <a:lnTo>
                    <a:pt x="0" y="262"/>
                  </a:lnTo>
                </a:path>
              </a:pathLst>
            </a:custGeom>
            <a:noFill/>
            <a:ln w="0">
              <a:solidFill>
                <a:srgbClr val="eda887"/>
              </a:solidFill>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7810" name=""/>
            <p:cNvSpPr/>
            <p:nvPr/>
          </p:nvSpPr>
          <p:spPr>
            <a:xfrm flipV="1">
              <a:off x="6416640" y="5306760"/>
              <a:ext cx="7920" cy="28080"/>
            </a:xfrm>
            <a:custGeom>
              <a:avLst/>
              <a:gdLst/>
              <a:ahLst/>
              <a:rect l="l" t="t" r="r" b="b"/>
              <a:pathLst>
                <a:path w="59" h="236">
                  <a:moveTo>
                    <a:pt x="59" y="0"/>
                  </a:moveTo>
                  <a:lnTo>
                    <a:pt x="59" y="0"/>
                  </a:lnTo>
                  <a:lnTo>
                    <a:pt x="58" y="2"/>
                  </a:lnTo>
                  <a:lnTo>
                    <a:pt x="57" y="7"/>
                  </a:lnTo>
                  <a:lnTo>
                    <a:pt x="54" y="15"/>
                  </a:lnTo>
                  <a:lnTo>
                    <a:pt x="50" y="27"/>
                  </a:lnTo>
                  <a:lnTo>
                    <a:pt x="46" y="40"/>
                  </a:lnTo>
                  <a:lnTo>
                    <a:pt x="41" y="56"/>
                  </a:lnTo>
                  <a:lnTo>
                    <a:pt x="35" y="72"/>
                  </a:lnTo>
                  <a:lnTo>
                    <a:pt x="30" y="91"/>
                  </a:lnTo>
                  <a:lnTo>
                    <a:pt x="24" y="111"/>
                  </a:lnTo>
                  <a:lnTo>
                    <a:pt x="19" y="130"/>
                  </a:lnTo>
                  <a:lnTo>
                    <a:pt x="13" y="150"/>
                  </a:lnTo>
                  <a:lnTo>
                    <a:pt x="9" y="169"/>
                  </a:lnTo>
                  <a:lnTo>
                    <a:pt x="5" y="188"/>
                  </a:lnTo>
                  <a:lnTo>
                    <a:pt x="2" y="205"/>
                  </a:lnTo>
                  <a:lnTo>
                    <a:pt x="1" y="222"/>
                  </a:lnTo>
                  <a:lnTo>
                    <a:pt x="0" y="236"/>
                  </a:lnTo>
                </a:path>
              </a:pathLst>
            </a:custGeom>
            <a:noFill/>
            <a:ln w="0">
              <a:solidFill>
                <a:srgbClr val="eda887"/>
              </a:solidFill>
            </a:ln>
          </p:spPr>
          <p:style>
            <a:lnRef idx="0"/>
            <a:fillRef idx="0"/>
            <a:effectRef idx="0"/>
            <a:fontRef idx="minor"/>
          </p:style>
          <p:txBody>
            <a:bodyPr lIns="90000" rIns="90000" tIns="-18720" bIns="-18720" anchor="t">
              <a:noAutofit/>
            </a:bodyPr>
            <a:p>
              <a:endParaRPr b="0" lang="en-US" sz="2400" spc="-1" strike="noStrike">
                <a:solidFill>
                  <a:srgbClr val="000000"/>
                </a:solidFill>
                <a:latin typeface="Times New Roman"/>
              </a:endParaRPr>
            </a:p>
          </p:txBody>
        </p:sp>
        <p:sp>
          <p:nvSpPr>
            <p:cNvPr id="7811" name=""/>
            <p:cNvSpPr/>
            <p:nvPr/>
          </p:nvSpPr>
          <p:spPr>
            <a:xfrm flipV="1">
              <a:off x="6437160" y="5347800"/>
              <a:ext cx="7920" cy="23760"/>
            </a:xfrm>
            <a:custGeom>
              <a:avLst/>
              <a:gdLst/>
              <a:ahLst/>
              <a:rect l="l" t="t" r="r" b="b"/>
              <a:pathLst>
                <a:path w="71" h="205">
                  <a:moveTo>
                    <a:pt x="0" y="205"/>
                  </a:moveTo>
                  <a:lnTo>
                    <a:pt x="0" y="205"/>
                  </a:lnTo>
                  <a:lnTo>
                    <a:pt x="1" y="203"/>
                  </a:lnTo>
                  <a:lnTo>
                    <a:pt x="4" y="199"/>
                  </a:lnTo>
                  <a:lnTo>
                    <a:pt x="8" y="191"/>
                  </a:lnTo>
                  <a:lnTo>
                    <a:pt x="13" y="180"/>
                  </a:lnTo>
                  <a:lnTo>
                    <a:pt x="18" y="168"/>
                  </a:lnTo>
                  <a:lnTo>
                    <a:pt x="25" y="154"/>
                  </a:lnTo>
                  <a:lnTo>
                    <a:pt x="32" y="139"/>
                  </a:lnTo>
                  <a:lnTo>
                    <a:pt x="39" y="122"/>
                  </a:lnTo>
                  <a:lnTo>
                    <a:pt x="45" y="105"/>
                  </a:lnTo>
                  <a:lnTo>
                    <a:pt x="52" y="88"/>
                  </a:lnTo>
                  <a:lnTo>
                    <a:pt x="58" y="71"/>
                  </a:lnTo>
                  <a:lnTo>
                    <a:pt x="63" y="55"/>
                  </a:lnTo>
                  <a:lnTo>
                    <a:pt x="67" y="39"/>
                  </a:lnTo>
                  <a:lnTo>
                    <a:pt x="70" y="24"/>
                  </a:lnTo>
                  <a:lnTo>
                    <a:pt x="71" y="11"/>
                  </a:lnTo>
                  <a:lnTo>
                    <a:pt x="70" y="0"/>
                  </a:lnTo>
                </a:path>
              </a:pathLst>
            </a:custGeom>
            <a:noFill/>
            <a:ln w="0">
              <a:solidFill>
                <a:srgbClr val="eda887"/>
              </a:solidFill>
            </a:ln>
          </p:spPr>
          <p:style>
            <a:lnRef idx="0"/>
            <a:fillRef idx="0"/>
            <a:effectRef idx="0"/>
            <a:fontRef idx="minor"/>
          </p:style>
          <p:txBody>
            <a:bodyPr lIns="90000" rIns="90000" tIns="-23040" bIns="-23040" anchor="t">
              <a:noAutofit/>
            </a:bodyPr>
            <a:p>
              <a:endParaRPr b="0" lang="en-US" sz="2400" spc="-1" strike="noStrike">
                <a:solidFill>
                  <a:srgbClr val="000000"/>
                </a:solidFill>
                <a:latin typeface="Times New Roman"/>
              </a:endParaRPr>
            </a:p>
          </p:txBody>
        </p:sp>
        <p:sp>
          <p:nvSpPr>
            <p:cNvPr id="7812" name=""/>
            <p:cNvSpPr/>
            <p:nvPr/>
          </p:nvSpPr>
          <p:spPr>
            <a:xfrm flipV="1">
              <a:off x="6413400" y="5294880"/>
              <a:ext cx="1800" cy="16920"/>
            </a:xfrm>
            <a:custGeom>
              <a:avLst/>
              <a:gdLst/>
              <a:ahLst/>
              <a:rect l="l" t="t" r="r" b="b"/>
              <a:pathLst>
                <a:path w="13" h="151">
                  <a:moveTo>
                    <a:pt x="13" y="0"/>
                  </a:moveTo>
                  <a:lnTo>
                    <a:pt x="13" y="0"/>
                  </a:lnTo>
                  <a:lnTo>
                    <a:pt x="12" y="6"/>
                  </a:lnTo>
                  <a:lnTo>
                    <a:pt x="10" y="18"/>
                  </a:lnTo>
                  <a:lnTo>
                    <a:pt x="6" y="37"/>
                  </a:lnTo>
                  <a:lnTo>
                    <a:pt x="4" y="60"/>
                  </a:lnTo>
                  <a:lnTo>
                    <a:pt x="1" y="86"/>
                  </a:lnTo>
                  <a:lnTo>
                    <a:pt x="0" y="110"/>
                  </a:lnTo>
                  <a:lnTo>
                    <a:pt x="0" y="132"/>
                  </a:lnTo>
                  <a:lnTo>
                    <a:pt x="2" y="151"/>
                  </a:lnTo>
                </a:path>
              </a:pathLst>
            </a:custGeom>
            <a:noFill/>
            <a:ln w="0">
              <a:solidFill>
                <a:srgbClr val="d99473"/>
              </a:solidFill>
            </a:ln>
          </p:spPr>
          <p:style>
            <a:lnRef idx="0"/>
            <a:fillRef idx="0"/>
            <a:effectRef idx="0"/>
            <a:fontRef idx="minor"/>
          </p:style>
          <p:txBody>
            <a:bodyPr lIns="90000" rIns="90000" tIns="-29880" bIns="-29880" anchor="t">
              <a:noAutofit/>
            </a:bodyPr>
            <a:p>
              <a:endParaRPr b="0" lang="en-US" sz="2400" spc="-1" strike="noStrike">
                <a:solidFill>
                  <a:srgbClr val="000000"/>
                </a:solidFill>
                <a:latin typeface="Times New Roman"/>
              </a:endParaRPr>
            </a:p>
          </p:txBody>
        </p:sp>
        <p:sp>
          <p:nvSpPr>
            <p:cNvPr id="7813" name=""/>
            <p:cNvSpPr/>
            <p:nvPr/>
          </p:nvSpPr>
          <p:spPr>
            <a:xfrm flipV="1">
              <a:off x="6408720" y="5281200"/>
              <a:ext cx="1440" cy="17280"/>
            </a:xfrm>
            <a:custGeom>
              <a:avLst/>
              <a:gdLst/>
              <a:ahLst/>
              <a:rect l="l" t="t" r="r" b="b"/>
              <a:pathLst>
                <a:path w="20" h="150">
                  <a:moveTo>
                    <a:pt x="20" y="0"/>
                  </a:moveTo>
                  <a:lnTo>
                    <a:pt x="20" y="0"/>
                  </a:lnTo>
                  <a:lnTo>
                    <a:pt x="20" y="5"/>
                  </a:lnTo>
                  <a:lnTo>
                    <a:pt x="18" y="19"/>
                  </a:lnTo>
                  <a:lnTo>
                    <a:pt x="16" y="40"/>
                  </a:lnTo>
                  <a:lnTo>
                    <a:pt x="14" y="64"/>
                  </a:lnTo>
                  <a:lnTo>
                    <a:pt x="11" y="90"/>
                  </a:lnTo>
                  <a:lnTo>
                    <a:pt x="8" y="113"/>
                  </a:lnTo>
                  <a:lnTo>
                    <a:pt x="3" y="134"/>
                  </a:lnTo>
                  <a:lnTo>
                    <a:pt x="0" y="150"/>
                  </a:lnTo>
                </a:path>
              </a:pathLst>
            </a:custGeom>
            <a:noFill/>
            <a:ln w="0">
              <a:solidFill>
                <a:srgbClr val="d99473"/>
              </a:solidFill>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7814" name=""/>
            <p:cNvSpPr/>
            <p:nvPr/>
          </p:nvSpPr>
          <p:spPr>
            <a:xfrm flipV="1">
              <a:off x="6400800" y="5260680"/>
              <a:ext cx="4680" cy="20160"/>
            </a:xfrm>
            <a:custGeom>
              <a:avLst/>
              <a:gdLst/>
              <a:ahLst/>
              <a:rect l="l" t="t" r="r" b="b"/>
              <a:pathLst>
                <a:path w="50" h="176">
                  <a:moveTo>
                    <a:pt x="50" y="0"/>
                  </a:moveTo>
                  <a:lnTo>
                    <a:pt x="50" y="0"/>
                  </a:lnTo>
                  <a:lnTo>
                    <a:pt x="49" y="1"/>
                  </a:lnTo>
                  <a:lnTo>
                    <a:pt x="48" y="5"/>
                  </a:lnTo>
                  <a:lnTo>
                    <a:pt x="46" y="11"/>
                  </a:lnTo>
                  <a:lnTo>
                    <a:pt x="43" y="20"/>
                  </a:lnTo>
                  <a:lnTo>
                    <a:pt x="39" y="31"/>
                  </a:lnTo>
                  <a:lnTo>
                    <a:pt x="35" y="42"/>
                  </a:lnTo>
                  <a:lnTo>
                    <a:pt x="29" y="55"/>
                  </a:lnTo>
                  <a:lnTo>
                    <a:pt x="25" y="69"/>
                  </a:lnTo>
                  <a:lnTo>
                    <a:pt x="21" y="84"/>
                  </a:lnTo>
                  <a:lnTo>
                    <a:pt x="16" y="98"/>
                  </a:lnTo>
                  <a:lnTo>
                    <a:pt x="12" y="113"/>
                  </a:lnTo>
                  <a:lnTo>
                    <a:pt x="8" y="127"/>
                  </a:lnTo>
                  <a:lnTo>
                    <a:pt x="4" y="141"/>
                  </a:lnTo>
                  <a:lnTo>
                    <a:pt x="2" y="155"/>
                  </a:lnTo>
                  <a:lnTo>
                    <a:pt x="1" y="166"/>
                  </a:lnTo>
                  <a:lnTo>
                    <a:pt x="0" y="176"/>
                  </a:lnTo>
                </a:path>
              </a:pathLst>
            </a:custGeom>
            <a:noFill/>
            <a:ln w="0">
              <a:solidFill>
                <a:srgbClr val="d99473"/>
              </a:solidFill>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7815" name=""/>
            <p:cNvSpPr/>
            <p:nvPr/>
          </p:nvSpPr>
          <p:spPr>
            <a:xfrm flipV="1">
              <a:off x="6394320" y="5245560"/>
              <a:ext cx="5040" cy="21960"/>
            </a:xfrm>
            <a:custGeom>
              <a:avLst/>
              <a:gdLst/>
              <a:ahLst/>
              <a:rect l="l" t="t" r="r" b="b"/>
              <a:pathLst>
                <a:path w="19" h="181">
                  <a:moveTo>
                    <a:pt x="19" y="0"/>
                  </a:moveTo>
                  <a:lnTo>
                    <a:pt x="19" y="0"/>
                  </a:lnTo>
                  <a:lnTo>
                    <a:pt x="19" y="1"/>
                  </a:lnTo>
                  <a:lnTo>
                    <a:pt x="19" y="7"/>
                  </a:lnTo>
                  <a:lnTo>
                    <a:pt x="18" y="13"/>
                  </a:lnTo>
                  <a:lnTo>
                    <a:pt x="17" y="21"/>
                  </a:lnTo>
                  <a:lnTo>
                    <a:pt x="17" y="33"/>
                  </a:lnTo>
                  <a:lnTo>
                    <a:pt x="16" y="44"/>
                  </a:lnTo>
                  <a:lnTo>
                    <a:pt x="15" y="57"/>
                  </a:lnTo>
                  <a:lnTo>
                    <a:pt x="13" y="72"/>
                  </a:lnTo>
                  <a:lnTo>
                    <a:pt x="12" y="87"/>
                  </a:lnTo>
                  <a:lnTo>
                    <a:pt x="10" y="102"/>
                  </a:lnTo>
                  <a:lnTo>
                    <a:pt x="9" y="117"/>
                  </a:lnTo>
                  <a:lnTo>
                    <a:pt x="7" y="132"/>
                  </a:lnTo>
                  <a:lnTo>
                    <a:pt x="5" y="146"/>
                  </a:lnTo>
                  <a:lnTo>
                    <a:pt x="4" y="159"/>
                  </a:lnTo>
                  <a:lnTo>
                    <a:pt x="2" y="171"/>
                  </a:lnTo>
                  <a:lnTo>
                    <a:pt x="0" y="181"/>
                  </a:lnTo>
                </a:path>
              </a:pathLst>
            </a:custGeom>
            <a:noFill/>
            <a:ln w="0">
              <a:solidFill>
                <a:srgbClr val="d99473"/>
              </a:solidFill>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7816" name=""/>
            <p:cNvSpPr/>
            <p:nvPr/>
          </p:nvSpPr>
          <p:spPr>
            <a:xfrm flipV="1">
              <a:off x="6389640" y="5229720"/>
              <a:ext cx="3240" cy="21960"/>
            </a:xfrm>
            <a:custGeom>
              <a:avLst/>
              <a:gdLst/>
              <a:ahLst/>
              <a:rect l="l" t="t" r="r" b="b"/>
              <a:pathLst>
                <a:path w="19" h="191">
                  <a:moveTo>
                    <a:pt x="19" y="0"/>
                  </a:moveTo>
                  <a:lnTo>
                    <a:pt x="19" y="0"/>
                  </a:lnTo>
                  <a:lnTo>
                    <a:pt x="19" y="2"/>
                  </a:lnTo>
                  <a:lnTo>
                    <a:pt x="19" y="5"/>
                  </a:lnTo>
                  <a:lnTo>
                    <a:pt x="19" y="11"/>
                  </a:lnTo>
                  <a:lnTo>
                    <a:pt x="19" y="17"/>
                  </a:lnTo>
                  <a:lnTo>
                    <a:pt x="18" y="26"/>
                  </a:lnTo>
                  <a:lnTo>
                    <a:pt x="18" y="37"/>
                  </a:lnTo>
                  <a:lnTo>
                    <a:pt x="17" y="49"/>
                  </a:lnTo>
                  <a:lnTo>
                    <a:pt x="17" y="62"/>
                  </a:lnTo>
                  <a:lnTo>
                    <a:pt x="16" y="76"/>
                  </a:lnTo>
                  <a:lnTo>
                    <a:pt x="14" y="91"/>
                  </a:lnTo>
                  <a:lnTo>
                    <a:pt x="13" y="106"/>
                  </a:lnTo>
                  <a:lnTo>
                    <a:pt x="11" y="123"/>
                  </a:lnTo>
                  <a:lnTo>
                    <a:pt x="9" y="140"/>
                  </a:lnTo>
                  <a:lnTo>
                    <a:pt x="6" y="156"/>
                  </a:lnTo>
                  <a:lnTo>
                    <a:pt x="3" y="174"/>
                  </a:lnTo>
                  <a:lnTo>
                    <a:pt x="0" y="191"/>
                  </a:lnTo>
                </a:path>
              </a:pathLst>
            </a:custGeom>
            <a:noFill/>
            <a:ln w="0">
              <a:solidFill>
                <a:srgbClr val="cc8766"/>
              </a:solidFill>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7817" name=""/>
            <p:cNvSpPr/>
            <p:nvPr/>
          </p:nvSpPr>
          <p:spPr>
            <a:xfrm flipV="1">
              <a:off x="6384960" y="5221080"/>
              <a:ext cx="3240" cy="18720"/>
            </a:xfrm>
            <a:custGeom>
              <a:avLst/>
              <a:gdLst/>
              <a:ahLst/>
              <a:rect l="l" t="t" r="r" b="b"/>
              <a:pathLst>
                <a:path w="29" h="159">
                  <a:moveTo>
                    <a:pt x="29" y="0"/>
                  </a:moveTo>
                  <a:lnTo>
                    <a:pt x="29" y="0"/>
                  </a:lnTo>
                  <a:lnTo>
                    <a:pt x="29" y="5"/>
                  </a:lnTo>
                  <a:lnTo>
                    <a:pt x="27" y="17"/>
                  </a:lnTo>
                  <a:lnTo>
                    <a:pt x="25" y="37"/>
                  </a:lnTo>
                  <a:lnTo>
                    <a:pt x="21" y="61"/>
                  </a:lnTo>
                  <a:lnTo>
                    <a:pt x="17" y="87"/>
                  </a:lnTo>
                  <a:lnTo>
                    <a:pt x="12" y="114"/>
                  </a:lnTo>
                  <a:lnTo>
                    <a:pt x="7" y="138"/>
                  </a:lnTo>
                  <a:lnTo>
                    <a:pt x="0" y="159"/>
                  </a:lnTo>
                </a:path>
              </a:pathLst>
            </a:custGeom>
            <a:noFill/>
            <a:ln w="0">
              <a:solidFill>
                <a:srgbClr val="cc8766"/>
              </a:solid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818" name=""/>
            <p:cNvSpPr/>
            <p:nvPr/>
          </p:nvSpPr>
          <p:spPr>
            <a:xfrm flipV="1">
              <a:off x="6375240" y="5208120"/>
              <a:ext cx="6480" cy="15840"/>
            </a:xfrm>
            <a:custGeom>
              <a:avLst/>
              <a:gdLst/>
              <a:ahLst/>
              <a:rect l="l" t="t" r="r" b="b"/>
              <a:pathLst>
                <a:path w="69" h="145">
                  <a:moveTo>
                    <a:pt x="69" y="0"/>
                  </a:moveTo>
                  <a:lnTo>
                    <a:pt x="69" y="0"/>
                  </a:lnTo>
                  <a:lnTo>
                    <a:pt x="68" y="5"/>
                  </a:lnTo>
                  <a:lnTo>
                    <a:pt x="65" y="18"/>
                  </a:lnTo>
                  <a:lnTo>
                    <a:pt x="60" y="37"/>
                  </a:lnTo>
                  <a:lnTo>
                    <a:pt x="54" y="59"/>
                  </a:lnTo>
                  <a:lnTo>
                    <a:pt x="43" y="83"/>
                  </a:lnTo>
                  <a:lnTo>
                    <a:pt x="32" y="107"/>
                  </a:lnTo>
                  <a:lnTo>
                    <a:pt x="17" y="128"/>
                  </a:lnTo>
                  <a:lnTo>
                    <a:pt x="0" y="145"/>
                  </a:lnTo>
                </a:path>
              </a:pathLst>
            </a:custGeom>
            <a:noFill/>
            <a:ln w="0">
              <a:solidFill>
                <a:srgbClr val="cc8766"/>
              </a:solidFill>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7819" name=""/>
            <p:cNvSpPr/>
            <p:nvPr/>
          </p:nvSpPr>
          <p:spPr>
            <a:xfrm flipV="1">
              <a:off x="6415200" y="5212440"/>
              <a:ext cx="2880" cy="32760"/>
            </a:xfrm>
            <a:custGeom>
              <a:avLst/>
              <a:gdLst/>
              <a:ahLst/>
              <a:rect l="l" t="t" r="r" b="b"/>
              <a:pathLst>
                <a:path w="39" h="285">
                  <a:moveTo>
                    <a:pt x="0" y="285"/>
                  </a:moveTo>
                  <a:lnTo>
                    <a:pt x="0" y="285"/>
                  </a:lnTo>
                  <a:lnTo>
                    <a:pt x="1" y="284"/>
                  </a:lnTo>
                  <a:lnTo>
                    <a:pt x="3" y="280"/>
                  </a:lnTo>
                  <a:lnTo>
                    <a:pt x="7" y="272"/>
                  </a:lnTo>
                  <a:lnTo>
                    <a:pt x="11" y="261"/>
                  </a:lnTo>
                  <a:lnTo>
                    <a:pt x="15" y="244"/>
                  </a:lnTo>
                  <a:lnTo>
                    <a:pt x="21" y="224"/>
                  </a:lnTo>
                  <a:lnTo>
                    <a:pt x="26" y="195"/>
                  </a:lnTo>
                  <a:lnTo>
                    <a:pt x="30" y="161"/>
                  </a:lnTo>
                  <a:lnTo>
                    <a:pt x="30" y="161"/>
                  </a:lnTo>
                  <a:lnTo>
                    <a:pt x="33" y="126"/>
                  </a:lnTo>
                  <a:lnTo>
                    <a:pt x="35" y="94"/>
                  </a:lnTo>
                  <a:lnTo>
                    <a:pt x="37" y="67"/>
                  </a:lnTo>
                  <a:lnTo>
                    <a:pt x="38" y="43"/>
                  </a:lnTo>
                  <a:lnTo>
                    <a:pt x="39" y="25"/>
                  </a:lnTo>
                  <a:lnTo>
                    <a:pt x="39" y="12"/>
                  </a:lnTo>
                  <a:lnTo>
                    <a:pt x="39" y="3"/>
                  </a:lnTo>
                  <a:lnTo>
                    <a:pt x="39" y="0"/>
                  </a:lnTo>
                </a:path>
              </a:pathLst>
            </a:custGeom>
            <a:noFill/>
            <a:ln w="0">
              <a:solidFill>
                <a:srgbClr val="cc8766"/>
              </a:solidFill>
            </a:ln>
          </p:spPr>
          <p:style>
            <a:lnRef idx="0"/>
            <a:fillRef idx="0"/>
            <a:effectRef idx="0"/>
            <a:fontRef idx="minor"/>
          </p:style>
          <p:txBody>
            <a:bodyPr lIns="90000" rIns="90000" tIns="-14040" bIns="-14040" anchor="t">
              <a:noAutofit/>
            </a:bodyPr>
            <a:p>
              <a:endParaRPr b="0" lang="en-US" sz="2400" spc="-1" strike="noStrike">
                <a:solidFill>
                  <a:srgbClr val="000000"/>
                </a:solidFill>
                <a:latin typeface="Times New Roman"/>
              </a:endParaRPr>
            </a:p>
          </p:txBody>
        </p:sp>
        <p:sp>
          <p:nvSpPr>
            <p:cNvPr id="7820" name=""/>
            <p:cNvSpPr/>
            <p:nvPr/>
          </p:nvSpPr>
          <p:spPr>
            <a:xfrm>
              <a:off x="6423120" y="5244840"/>
              <a:ext cx="1440" cy="15480"/>
            </a:xfrm>
            <a:prstGeom prst="line">
              <a:avLst/>
            </a:prstGeom>
            <a:ln w="0">
              <a:solidFill>
                <a:srgbClr val="d99473"/>
              </a:solidFill>
            </a:ln>
          </p:spPr>
          <p:style>
            <a:lnRef idx="0"/>
            <a:fillRef idx="0"/>
            <a:effectRef idx="0"/>
            <a:fontRef idx="minor"/>
          </p:style>
          <p:txBody>
            <a:bodyPr lIns="90000" rIns="90000" tIns="-31320" bIns="-31320" anchor="t">
              <a:noAutofit/>
            </a:bodyPr>
            <a:p>
              <a:endParaRPr b="0" lang="en-US" sz="2400" spc="-1" strike="noStrike">
                <a:solidFill>
                  <a:srgbClr val="000000"/>
                </a:solidFill>
                <a:latin typeface="Times New Roman"/>
              </a:endParaRPr>
            </a:p>
          </p:txBody>
        </p:sp>
        <p:sp>
          <p:nvSpPr>
            <p:cNvPr id="7821" name=""/>
            <p:cNvSpPr/>
            <p:nvPr/>
          </p:nvSpPr>
          <p:spPr>
            <a:xfrm>
              <a:off x="6426360" y="5260680"/>
              <a:ext cx="1440" cy="16920"/>
            </a:xfrm>
            <a:prstGeom prst="line">
              <a:avLst/>
            </a:prstGeom>
            <a:ln w="0">
              <a:solidFill>
                <a:srgbClr val="d99473"/>
              </a:solidFill>
            </a:ln>
          </p:spPr>
          <p:style>
            <a:lnRef idx="0"/>
            <a:fillRef idx="0"/>
            <a:effectRef idx="0"/>
            <a:fontRef idx="minor"/>
          </p:style>
          <p:txBody>
            <a:bodyPr lIns="90000" rIns="90000" tIns="-29880" bIns="-29880" anchor="t">
              <a:noAutofit/>
            </a:bodyPr>
            <a:p>
              <a:endParaRPr b="0" lang="en-US" sz="2400" spc="-1" strike="noStrike">
                <a:solidFill>
                  <a:srgbClr val="000000"/>
                </a:solidFill>
                <a:latin typeface="Times New Roman"/>
              </a:endParaRPr>
            </a:p>
          </p:txBody>
        </p:sp>
        <p:sp>
          <p:nvSpPr>
            <p:cNvPr id="7822" name=""/>
            <p:cNvSpPr/>
            <p:nvPr/>
          </p:nvSpPr>
          <p:spPr>
            <a:xfrm>
              <a:off x="6431040" y="5277960"/>
              <a:ext cx="3240" cy="12600"/>
            </a:xfrm>
            <a:prstGeom prst="line">
              <a:avLst/>
            </a:prstGeom>
            <a:ln w="0">
              <a:solidFill>
                <a:srgbClr val="d99473"/>
              </a:solidFill>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7823" name=""/>
            <p:cNvSpPr/>
            <p:nvPr/>
          </p:nvSpPr>
          <p:spPr>
            <a:xfrm flipV="1">
              <a:off x="6437160" y="5290920"/>
              <a:ext cx="3240" cy="21600"/>
            </a:xfrm>
            <a:custGeom>
              <a:avLst/>
              <a:gdLst/>
              <a:ahLst/>
              <a:rect l="l" t="t" r="r" b="b"/>
              <a:pathLst>
                <a:path w="30" h="199">
                  <a:moveTo>
                    <a:pt x="0" y="199"/>
                  </a:moveTo>
                  <a:lnTo>
                    <a:pt x="0" y="199"/>
                  </a:lnTo>
                  <a:lnTo>
                    <a:pt x="0" y="197"/>
                  </a:lnTo>
                  <a:lnTo>
                    <a:pt x="0" y="192"/>
                  </a:lnTo>
                  <a:lnTo>
                    <a:pt x="1" y="184"/>
                  </a:lnTo>
                  <a:lnTo>
                    <a:pt x="3" y="173"/>
                  </a:lnTo>
                  <a:lnTo>
                    <a:pt x="4" y="161"/>
                  </a:lnTo>
                  <a:lnTo>
                    <a:pt x="5" y="146"/>
                  </a:lnTo>
                  <a:lnTo>
                    <a:pt x="6" y="131"/>
                  </a:lnTo>
                  <a:lnTo>
                    <a:pt x="8" y="114"/>
                  </a:lnTo>
                  <a:lnTo>
                    <a:pt x="10" y="96"/>
                  </a:lnTo>
                  <a:lnTo>
                    <a:pt x="12" y="80"/>
                  </a:lnTo>
                  <a:lnTo>
                    <a:pt x="14" y="63"/>
                  </a:lnTo>
                  <a:lnTo>
                    <a:pt x="17" y="47"/>
                  </a:lnTo>
                  <a:lnTo>
                    <a:pt x="19" y="32"/>
                  </a:lnTo>
                  <a:lnTo>
                    <a:pt x="22" y="19"/>
                  </a:lnTo>
                  <a:lnTo>
                    <a:pt x="26" y="8"/>
                  </a:lnTo>
                  <a:lnTo>
                    <a:pt x="30" y="0"/>
                  </a:lnTo>
                </a:path>
              </a:pathLst>
            </a:custGeom>
            <a:noFill/>
            <a:ln w="0">
              <a:solidFill>
                <a:srgbClr val="d99473"/>
              </a:solidFill>
            </a:ln>
          </p:spPr>
          <p:style>
            <a:lnRef idx="0"/>
            <a:fillRef idx="0"/>
            <a:effectRef idx="0"/>
            <a:fontRef idx="minor"/>
          </p:style>
          <p:txBody>
            <a:bodyPr lIns="90000" rIns="90000" tIns="-25200" bIns="-25200" anchor="t">
              <a:noAutofit/>
            </a:bodyPr>
            <a:p>
              <a:endParaRPr b="0" lang="en-US" sz="2400" spc="-1" strike="noStrike">
                <a:solidFill>
                  <a:srgbClr val="000000"/>
                </a:solidFill>
                <a:latin typeface="Times New Roman"/>
              </a:endParaRPr>
            </a:p>
          </p:txBody>
        </p:sp>
        <p:sp>
          <p:nvSpPr>
            <p:cNvPr id="7824" name=""/>
            <p:cNvSpPr/>
            <p:nvPr/>
          </p:nvSpPr>
          <p:spPr>
            <a:xfrm>
              <a:off x="6443640" y="5310000"/>
              <a:ext cx="4680" cy="16920"/>
            </a:xfrm>
            <a:prstGeom prst="line">
              <a:avLst/>
            </a:prstGeom>
            <a:ln w="0">
              <a:solidFill>
                <a:srgbClr val="eda887"/>
              </a:solidFill>
            </a:ln>
          </p:spPr>
          <p:style>
            <a:lnRef idx="0"/>
            <a:fillRef idx="0"/>
            <a:effectRef idx="0"/>
            <a:fontRef idx="minor"/>
          </p:style>
          <p:txBody>
            <a:bodyPr lIns="90000" rIns="90000" tIns="-29880" bIns="-29880" anchor="t">
              <a:noAutofit/>
            </a:bodyPr>
            <a:p>
              <a:endParaRPr b="0" lang="en-US" sz="2400" spc="-1" strike="noStrike">
                <a:solidFill>
                  <a:srgbClr val="000000"/>
                </a:solidFill>
                <a:latin typeface="Times New Roman"/>
              </a:endParaRPr>
            </a:p>
          </p:txBody>
        </p:sp>
        <p:sp>
          <p:nvSpPr>
            <p:cNvPr id="7825" name=""/>
            <p:cNvSpPr/>
            <p:nvPr/>
          </p:nvSpPr>
          <p:spPr>
            <a:xfrm>
              <a:off x="6453000" y="5333760"/>
              <a:ext cx="3240" cy="10800"/>
            </a:xfrm>
            <a:prstGeom prst="line">
              <a:avLst/>
            </a:prstGeom>
            <a:ln w="0">
              <a:solidFill>
                <a:srgbClr val="eda887"/>
              </a:solid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826" name=""/>
            <p:cNvSpPr/>
            <p:nvPr/>
          </p:nvSpPr>
          <p:spPr>
            <a:xfrm flipV="1">
              <a:off x="6408720" y="5208120"/>
              <a:ext cx="4680" cy="10800"/>
            </a:xfrm>
            <a:custGeom>
              <a:avLst/>
              <a:gdLst/>
              <a:ahLst/>
              <a:rect l="l" t="t" r="r" b="b"/>
              <a:pathLst>
                <a:path w="54" h="96">
                  <a:moveTo>
                    <a:pt x="54" y="0"/>
                  </a:moveTo>
                  <a:lnTo>
                    <a:pt x="54" y="0"/>
                  </a:lnTo>
                  <a:lnTo>
                    <a:pt x="53" y="3"/>
                  </a:lnTo>
                  <a:lnTo>
                    <a:pt x="51" y="12"/>
                  </a:lnTo>
                  <a:lnTo>
                    <a:pt x="48" y="24"/>
                  </a:lnTo>
                  <a:lnTo>
                    <a:pt x="42" y="39"/>
                  </a:lnTo>
                  <a:lnTo>
                    <a:pt x="34" y="54"/>
                  </a:lnTo>
                  <a:lnTo>
                    <a:pt x="25" y="70"/>
                  </a:lnTo>
                  <a:lnTo>
                    <a:pt x="14" y="84"/>
                  </a:lnTo>
                  <a:lnTo>
                    <a:pt x="0" y="96"/>
                  </a:lnTo>
                </a:path>
              </a:pathLst>
            </a:custGeom>
            <a:noFill/>
            <a:ln w="0">
              <a:solidFill>
                <a:srgbClr val="cc8766"/>
              </a:solid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827" name=""/>
            <p:cNvSpPr/>
            <p:nvPr/>
          </p:nvSpPr>
          <p:spPr>
            <a:xfrm flipV="1">
              <a:off x="6381720" y="5235120"/>
              <a:ext cx="1440" cy="18720"/>
            </a:xfrm>
            <a:custGeom>
              <a:avLst/>
              <a:gdLst/>
              <a:ahLst/>
              <a:rect l="l" t="t" r="r" b="b"/>
              <a:pathLst>
                <a:path w="13" h="162">
                  <a:moveTo>
                    <a:pt x="0" y="162"/>
                  </a:moveTo>
                  <a:lnTo>
                    <a:pt x="0" y="162"/>
                  </a:lnTo>
                  <a:lnTo>
                    <a:pt x="1" y="158"/>
                  </a:lnTo>
                  <a:lnTo>
                    <a:pt x="4" y="148"/>
                  </a:lnTo>
                  <a:lnTo>
                    <a:pt x="7" y="131"/>
                  </a:lnTo>
                  <a:lnTo>
                    <a:pt x="11" y="109"/>
                  </a:lnTo>
                  <a:lnTo>
                    <a:pt x="13" y="84"/>
                  </a:lnTo>
                  <a:lnTo>
                    <a:pt x="13" y="57"/>
                  </a:lnTo>
                  <a:lnTo>
                    <a:pt x="8" y="28"/>
                  </a:lnTo>
                  <a:lnTo>
                    <a:pt x="0" y="0"/>
                  </a:lnTo>
                </a:path>
              </a:pathLst>
            </a:custGeom>
            <a:noFill/>
            <a:ln w="0">
              <a:solidFill>
                <a:srgbClr val="cc8766"/>
              </a:solid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828" name=""/>
            <p:cNvSpPr/>
            <p:nvPr/>
          </p:nvSpPr>
          <p:spPr>
            <a:xfrm flipV="1">
              <a:off x="5823000" y="5455800"/>
              <a:ext cx="1440" cy="1440"/>
            </a:xfrm>
            <a:custGeom>
              <a:avLst/>
              <a:gdLst/>
              <a:ahLst/>
              <a:rect l="l" t="t" r="r" b="b"/>
              <a:pathLst>
                <a:path w="10" h="6">
                  <a:moveTo>
                    <a:pt x="10" y="6"/>
                  </a:moveTo>
                  <a:lnTo>
                    <a:pt x="8" y="3"/>
                  </a:lnTo>
                  <a:lnTo>
                    <a:pt x="5" y="0"/>
                  </a:lnTo>
                  <a:lnTo>
                    <a:pt x="2" y="3"/>
                  </a:lnTo>
                  <a:lnTo>
                    <a:pt x="0" y="6"/>
                  </a:lnTo>
                  <a:lnTo>
                    <a:pt x="10" y="6"/>
                  </a:lnTo>
                  <a:close/>
                </a:path>
              </a:pathLst>
            </a:custGeom>
            <a:solidFill>
              <a:srgbClr val="d9947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829" name=""/>
            <p:cNvSpPr/>
            <p:nvPr/>
          </p:nvSpPr>
          <p:spPr>
            <a:xfrm flipV="1">
              <a:off x="5823000" y="5434560"/>
              <a:ext cx="4680" cy="21960"/>
            </a:xfrm>
            <a:custGeom>
              <a:avLst/>
              <a:gdLst/>
              <a:ahLst/>
              <a:rect l="l" t="t" r="r" b="b"/>
              <a:pathLst>
                <a:path w="49" h="189">
                  <a:moveTo>
                    <a:pt x="49" y="182"/>
                  </a:moveTo>
                  <a:lnTo>
                    <a:pt x="42" y="171"/>
                  </a:lnTo>
                  <a:lnTo>
                    <a:pt x="36" y="158"/>
                  </a:lnTo>
                  <a:lnTo>
                    <a:pt x="31" y="143"/>
                  </a:lnTo>
                  <a:lnTo>
                    <a:pt x="27" y="128"/>
                  </a:lnTo>
                  <a:lnTo>
                    <a:pt x="23" y="113"/>
                  </a:lnTo>
                  <a:lnTo>
                    <a:pt x="20" y="97"/>
                  </a:lnTo>
                  <a:lnTo>
                    <a:pt x="18" y="82"/>
                  </a:lnTo>
                  <a:lnTo>
                    <a:pt x="16" y="67"/>
                  </a:lnTo>
                  <a:lnTo>
                    <a:pt x="13" y="54"/>
                  </a:lnTo>
                  <a:lnTo>
                    <a:pt x="12" y="41"/>
                  </a:lnTo>
                  <a:lnTo>
                    <a:pt x="11" y="30"/>
                  </a:lnTo>
                  <a:lnTo>
                    <a:pt x="11" y="19"/>
                  </a:lnTo>
                  <a:lnTo>
                    <a:pt x="10" y="11"/>
                  </a:lnTo>
                  <a:lnTo>
                    <a:pt x="10" y="5"/>
                  </a:lnTo>
                  <a:lnTo>
                    <a:pt x="10" y="1"/>
                  </a:lnTo>
                  <a:lnTo>
                    <a:pt x="10" y="0"/>
                  </a:lnTo>
                  <a:lnTo>
                    <a:pt x="0" y="0"/>
                  </a:lnTo>
                  <a:lnTo>
                    <a:pt x="0" y="1"/>
                  </a:lnTo>
                  <a:lnTo>
                    <a:pt x="0" y="5"/>
                  </a:lnTo>
                  <a:lnTo>
                    <a:pt x="0" y="11"/>
                  </a:lnTo>
                  <a:lnTo>
                    <a:pt x="1" y="19"/>
                  </a:lnTo>
                  <a:lnTo>
                    <a:pt x="1" y="30"/>
                  </a:lnTo>
                  <a:lnTo>
                    <a:pt x="2" y="41"/>
                  </a:lnTo>
                  <a:lnTo>
                    <a:pt x="3" y="56"/>
                  </a:lnTo>
                  <a:lnTo>
                    <a:pt x="5" y="69"/>
                  </a:lnTo>
                  <a:lnTo>
                    <a:pt x="7" y="84"/>
                  </a:lnTo>
                  <a:lnTo>
                    <a:pt x="9" y="99"/>
                  </a:lnTo>
                  <a:lnTo>
                    <a:pt x="12" y="115"/>
                  </a:lnTo>
                  <a:lnTo>
                    <a:pt x="17" y="131"/>
                  </a:lnTo>
                  <a:lnTo>
                    <a:pt x="21" y="145"/>
                  </a:lnTo>
                  <a:lnTo>
                    <a:pt x="26" y="162"/>
                  </a:lnTo>
                  <a:lnTo>
                    <a:pt x="33" y="175"/>
                  </a:lnTo>
                  <a:lnTo>
                    <a:pt x="41" y="189"/>
                  </a:lnTo>
                  <a:lnTo>
                    <a:pt x="49" y="182"/>
                  </a:lnTo>
                  <a:close/>
                </a:path>
              </a:pathLst>
            </a:custGeom>
            <a:solidFill>
              <a:srgbClr val="d99473"/>
            </a:solidFill>
            <a:ln w="0">
              <a:noFill/>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7830" name=""/>
            <p:cNvSpPr/>
            <p:nvPr/>
          </p:nvSpPr>
          <p:spPr>
            <a:xfrm flipV="1">
              <a:off x="5827680" y="5433120"/>
              <a:ext cx="3240" cy="1080"/>
            </a:xfrm>
            <a:custGeom>
              <a:avLst/>
              <a:gdLst/>
              <a:ahLst/>
              <a:rect l="l" t="t" r="r" b="b"/>
              <a:pathLst>
                <a:path w="9" h="9">
                  <a:moveTo>
                    <a:pt x="0" y="7"/>
                  </a:moveTo>
                  <a:lnTo>
                    <a:pt x="4" y="9"/>
                  </a:lnTo>
                  <a:lnTo>
                    <a:pt x="7" y="8"/>
                  </a:lnTo>
                  <a:lnTo>
                    <a:pt x="9" y="5"/>
                  </a:lnTo>
                  <a:lnTo>
                    <a:pt x="8" y="0"/>
                  </a:lnTo>
                  <a:lnTo>
                    <a:pt x="0" y="7"/>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31" name=""/>
            <p:cNvSpPr/>
            <p:nvPr/>
          </p:nvSpPr>
          <p:spPr>
            <a:xfrm flipV="1">
              <a:off x="5810400" y="5464800"/>
              <a:ext cx="1440" cy="1080"/>
            </a:xfrm>
            <a:custGeom>
              <a:avLst/>
              <a:gdLst/>
              <a:ahLst/>
              <a:rect l="l" t="t" r="r" b="b"/>
              <a:pathLst>
                <a:path w="11" h="6">
                  <a:moveTo>
                    <a:pt x="11" y="6"/>
                  </a:moveTo>
                  <a:lnTo>
                    <a:pt x="10" y="2"/>
                  </a:lnTo>
                  <a:lnTo>
                    <a:pt x="7" y="0"/>
                  </a:lnTo>
                  <a:lnTo>
                    <a:pt x="2" y="1"/>
                  </a:lnTo>
                  <a:lnTo>
                    <a:pt x="0" y="4"/>
                  </a:lnTo>
                  <a:lnTo>
                    <a:pt x="11" y="6"/>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32" name=""/>
            <p:cNvSpPr/>
            <p:nvPr/>
          </p:nvSpPr>
          <p:spPr>
            <a:xfrm flipV="1">
              <a:off x="5808600" y="5408280"/>
              <a:ext cx="15840" cy="56880"/>
            </a:xfrm>
            <a:custGeom>
              <a:avLst/>
              <a:gdLst/>
              <a:ahLst/>
              <a:rect l="l" t="t" r="r" b="b"/>
              <a:pathLst>
                <a:path w="161" h="506">
                  <a:moveTo>
                    <a:pt x="161" y="499"/>
                  </a:moveTo>
                  <a:lnTo>
                    <a:pt x="129" y="459"/>
                  </a:lnTo>
                  <a:lnTo>
                    <a:pt x="102" y="417"/>
                  </a:lnTo>
                  <a:lnTo>
                    <a:pt x="82" y="376"/>
                  </a:lnTo>
                  <a:lnTo>
                    <a:pt x="63" y="333"/>
                  </a:lnTo>
                  <a:lnTo>
                    <a:pt x="48" y="291"/>
                  </a:lnTo>
                  <a:lnTo>
                    <a:pt x="36" y="250"/>
                  </a:lnTo>
                  <a:lnTo>
                    <a:pt x="26" y="210"/>
                  </a:lnTo>
                  <a:lnTo>
                    <a:pt x="20" y="171"/>
                  </a:lnTo>
                  <a:lnTo>
                    <a:pt x="16" y="136"/>
                  </a:lnTo>
                  <a:lnTo>
                    <a:pt x="13" y="104"/>
                  </a:lnTo>
                  <a:lnTo>
                    <a:pt x="12" y="75"/>
                  </a:lnTo>
                  <a:lnTo>
                    <a:pt x="11" y="50"/>
                  </a:lnTo>
                  <a:lnTo>
                    <a:pt x="11" y="29"/>
                  </a:lnTo>
                  <a:lnTo>
                    <a:pt x="12" y="13"/>
                  </a:lnTo>
                  <a:lnTo>
                    <a:pt x="13" y="4"/>
                  </a:lnTo>
                  <a:lnTo>
                    <a:pt x="13" y="2"/>
                  </a:lnTo>
                  <a:lnTo>
                    <a:pt x="2" y="0"/>
                  </a:lnTo>
                  <a:lnTo>
                    <a:pt x="2" y="4"/>
                  </a:lnTo>
                  <a:lnTo>
                    <a:pt x="1" y="13"/>
                  </a:lnTo>
                  <a:lnTo>
                    <a:pt x="0" y="29"/>
                  </a:lnTo>
                  <a:lnTo>
                    <a:pt x="0" y="50"/>
                  </a:lnTo>
                  <a:lnTo>
                    <a:pt x="1" y="75"/>
                  </a:lnTo>
                  <a:lnTo>
                    <a:pt x="2" y="104"/>
                  </a:lnTo>
                  <a:lnTo>
                    <a:pt x="6" y="138"/>
                  </a:lnTo>
                  <a:lnTo>
                    <a:pt x="10" y="173"/>
                  </a:lnTo>
                  <a:lnTo>
                    <a:pt x="16" y="212"/>
                  </a:lnTo>
                  <a:lnTo>
                    <a:pt x="25" y="252"/>
                  </a:lnTo>
                  <a:lnTo>
                    <a:pt x="38" y="295"/>
                  </a:lnTo>
                  <a:lnTo>
                    <a:pt x="52" y="337"/>
                  </a:lnTo>
                  <a:lnTo>
                    <a:pt x="71" y="380"/>
                  </a:lnTo>
                  <a:lnTo>
                    <a:pt x="94" y="424"/>
                  </a:lnTo>
                  <a:lnTo>
                    <a:pt x="121" y="465"/>
                  </a:lnTo>
                  <a:lnTo>
                    <a:pt x="152" y="506"/>
                  </a:lnTo>
                  <a:lnTo>
                    <a:pt x="161" y="499"/>
                  </a:lnTo>
                  <a:close/>
                </a:path>
              </a:pathLst>
            </a:custGeom>
            <a:solidFill>
              <a:srgbClr val="d99473"/>
            </a:solidFill>
            <a:ln w="0">
              <a:noFill/>
            </a:ln>
          </p:spPr>
          <p:style>
            <a:lnRef idx="0"/>
            <a:fillRef idx="0"/>
            <a:effectRef idx="0"/>
            <a:fontRef idx="minor"/>
          </p:style>
          <p:txBody>
            <a:bodyPr lIns="90000" rIns="90000" tIns="10080" bIns="10080" anchor="t">
              <a:noAutofit/>
            </a:bodyPr>
            <a:p>
              <a:endParaRPr b="0" lang="en-US" sz="2400" spc="-1" strike="noStrike">
                <a:solidFill>
                  <a:srgbClr val="000000"/>
                </a:solidFill>
                <a:latin typeface="Times New Roman"/>
              </a:endParaRPr>
            </a:p>
          </p:txBody>
        </p:sp>
        <p:sp>
          <p:nvSpPr>
            <p:cNvPr id="7833" name=""/>
            <p:cNvSpPr/>
            <p:nvPr/>
          </p:nvSpPr>
          <p:spPr>
            <a:xfrm flipV="1">
              <a:off x="5824440" y="5406120"/>
              <a:ext cx="1800" cy="1080"/>
            </a:xfrm>
            <a:custGeom>
              <a:avLst/>
              <a:gdLst/>
              <a:ahLst/>
              <a:rect l="l" t="t" r="r" b="b"/>
              <a:pathLst>
                <a:path w="10" h="9">
                  <a:moveTo>
                    <a:pt x="0" y="7"/>
                  </a:moveTo>
                  <a:lnTo>
                    <a:pt x="5" y="9"/>
                  </a:lnTo>
                  <a:lnTo>
                    <a:pt x="8" y="8"/>
                  </a:lnTo>
                  <a:lnTo>
                    <a:pt x="10" y="5"/>
                  </a:lnTo>
                  <a:lnTo>
                    <a:pt x="9" y="0"/>
                  </a:lnTo>
                  <a:lnTo>
                    <a:pt x="0" y="7"/>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34" name=""/>
            <p:cNvSpPr/>
            <p:nvPr/>
          </p:nvSpPr>
          <p:spPr>
            <a:xfrm flipV="1">
              <a:off x="5823000" y="5432040"/>
              <a:ext cx="1440" cy="1440"/>
            </a:xfrm>
            <a:custGeom>
              <a:avLst/>
              <a:gdLst/>
              <a:ahLst/>
              <a:rect l="l" t="t" r="r" b="b"/>
              <a:pathLst>
                <a:path w="10" h="7">
                  <a:moveTo>
                    <a:pt x="10" y="4"/>
                  </a:moveTo>
                  <a:lnTo>
                    <a:pt x="8" y="1"/>
                  </a:lnTo>
                  <a:lnTo>
                    <a:pt x="4" y="0"/>
                  </a:lnTo>
                  <a:lnTo>
                    <a:pt x="1" y="2"/>
                  </a:lnTo>
                  <a:lnTo>
                    <a:pt x="0" y="7"/>
                  </a:lnTo>
                  <a:lnTo>
                    <a:pt x="10" y="4"/>
                  </a:lnTo>
                  <a:close/>
                </a:path>
              </a:pathLst>
            </a:custGeom>
            <a:solidFill>
              <a:srgbClr val="d9947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835" name=""/>
            <p:cNvSpPr/>
            <p:nvPr/>
          </p:nvSpPr>
          <p:spPr>
            <a:xfrm flipV="1">
              <a:off x="5823000" y="5405040"/>
              <a:ext cx="11160" cy="26640"/>
            </a:xfrm>
            <a:custGeom>
              <a:avLst/>
              <a:gdLst/>
              <a:ahLst/>
              <a:rect l="l" t="t" r="r" b="b"/>
              <a:pathLst>
                <a:path w="107" h="239">
                  <a:moveTo>
                    <a:pt x="107" y="231"/>
                  </a:moveTo>
                  <a:lnTo>
                    <a:pt x="97" y="220"/>
                  </a:lnTo>
                  <a:lnTo>
                    <a:pt x="87" y="206"/>
                  </a:lnTo>
                  <a:lnTo>
                    <a:pt x="77" y="191"/>
                  </a:lnTo>
                  <a:lnTo>
                    <a:pt x="68" y="173"/>
                  </a:lnTo>
                  <a:lnTo>
                    <a:pt x="60" y="153"/>
                  </a:lnTo>
                  <a:lnTo>
                    <a:pt x="52" y="135"/>
                  </a:lnTo>
                  <a:lnTo>
                    <a:pt x="44" y="115"/>
                  </a:lnTo>
                  <a:lnTo>
                    <a:pt x="37" y="95"/>
                  </a:lnTo>
                  <a:lnTo>
                    <a:pt x="31" y="77"/>
                  </a:lnTo>
                  <a:lnTo>
                    <a:pt x="26" y="60"/>
                  </a:lnTo>
                  <a:lnTo>
                    <a:pt x="21" y="43"/>
                  </a:lnTo>
                  <a:lnTo>
                    <a:pt x="17" y="29"/>
                  </a:lnTo>
                  <a:lnTo>
                    <a:pt x="14" y="17"/>
                  </a:lnTo>
                  <a:lnTo>
                    <a:pt x="12" y="8"/>
                  </a:lnTo>
                  <a:lnTo>
                    <a:pt x="10" y="3"/>
                  </a:lnTo>
                  <a:lnTo>
                    <a:pt x="10" y="0"/>
                  </a:lnTo>
                  <a:lnTo>
                    <a:pt x="0" y="3"/>
                  </a:lnTo>
                  <a:lnTo>
                    <a:pt x="0" y="5"/>
                  </a:lnTo>
                  <a:lnTo>
                    <a:pt x="2" y="10"/>
                  </a:lnTo>
                  <a:lnTo>
                    <a:pt x="4" y="19"/>
                  </a:lnTo>
                  <a:lnTo>
                    <a:pt x="7" y="31"/>
                  </a:lnTo>
                  <a:lnTo>
                    <a:pt x="11" y="45"/>
                  </a:lnTo>
                  <a:lnTo>
                    <a:pt x="15" y="62"/>
                  </a:lnTo>
                  <a:lnTo>
                    <a:pt x="20" y="79"/>
                  </a:lnTo>
                  <a:lnTo>
                    <a:pt x="27" y="99"/>
                  </a:lnTo>
                  <a:lnTo>
                    <a:pt x="34" y="119"/>
                  </a:lnTo>
                  <a:lnTo>
                    <a:pt x="41" y="139"/>
                  </a:lnTo>
                  <a:lnTo>
                    <a:pt x="50" y="157"/>
                  </a:lnTo>
                  <a:lnTo>
                    <a:pt x="58" y="177"/>
                  </a:lnTo>
                  <a:lnTo>
                    <a:pt x="68" y="195"/>
                  </a:lnTo>
                  <a:lnTo>
                    <a:pt x="79" y="212"/>
                  </a:lnTo>
                  <a:lnTo>
                    <a:pt x="89" y="226"/>
                  </a:lnTo>
                  <a:lnTo>
                    <a:pt x="101" y="239"/>
                  </a:lnTo>
                  <a:lnTo>
                    <a:pt x="107" y="231"/>
                  </a:lnTo>
                  <a:close/>
                </a:path>
              </a:pathLst>
            </a:custGeom>
            <a:solidFill>
              <a:srgbClr val="d99473"/>
            </a:solidFill>
            <a:ln w="0">
              <a:noFill/>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7836" name=""/>
            <p:cNvSpPr/>
            <p:nvPr/>
          </p:nvSpPr>
          <p:spPr>
            <a:xfrm flipV="1">
              <a:off x="5834160" y="5405040"/>
              <a:ext cx="1440" cy="1440"/>
            </a:xfrm>
            <a:custGeom>
              <a:avLst/>
              <a:gdLst/>
              <a:ahLst/>
              <a:rect l="l" t="t" r="r" b="b"/>
              <a:pathLst>
                <a:path w="8" h="9">
                  <a:moveTo>
                    <a:pt x="0" y="8"/>
                  </a:moveTo>
                  <a:lnTo>
                    <a:pt x="4" y="9"/>
                  </a:lnTo>
                  <a:lnTo>
                    <a:pt x="7" y="7"/>
                  </a:lnTo>
                  <a:lnTo>
                    <a:pt x="8" y="3"/>
                  </a:lnTo>
                  <a:lnTo>
                    <a:pt x="6" y="0"/>
                  </a:lnTo>
                  <a:lnTo>
                    <a:pt x="0" y="8"/>
                  </a:lnTo>
                  <a:close/>
                </a:path>
              </a:pathLst>
            </a:custGeom>
            <a:solidFill>
              <a:srgbClr val="d9947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837" name=""/>
            <p:cNvSpPr/>
            <p:nvPr/>
          </p:nvSpPr>
          <p:spPr>
            <a:xfrm flipV="1">
              <a:off x="5842080" y="5441040"/>
              <a:ext cx="1440" cy="1080"/>
            </a:xfrm>
            <a:custGeom>
              <a:avLst/>
              <a:gdLst/>
              <a:ahLst/>
              <a:rect l="l" t="t" r="r" b="b"/>
              <a:pathLst>
                <a:path w="10" h="8">
                  <a:moveTo>
                    <a:pt x="10" y="3"/>
                  </a:moveTo>
                  <a:lnTo>
                    <a:pt x="7" y="0"/>
                  </a:lnTo>
                  <a:lnTo>
                    <a:pt x="4" y="0"/>
                  </a:lnTo>
                  <a:lnTo>
                    <a:pt x="0" y="3"/>
                  </a:lnTo>
                  <a:lnTo>
                    <a:pt x="0" y="8"/>
                  </a:lnTo>
                  <a:lnTo>
                    <a:pt x="10" y="3"/>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38" name=""/>
            <p:cNvSpPr/>
            <p:nvPr/>
          </p:nvSpPr>
          <p:spPr>
            <a:xfrm flipV="1">
              <a:off x="5842080" y="5400360"/>
              <a:ext cx="9360" cy="42480"/>
            </a:xfrm>
            <a:custGeom>
              <a:avLst/>
              <a:gdLst/>
              <a:ahLst/>
              <a:rect l="l" t="t" r="r" b="b"/>
              <a:pathLst>
                <a:path w="91" h="356">
                  <a:moveTo>
                    <a:pt x="91" y="356"/>
                  </a:moveTo>
                  <a:lnTo>
                    <a:pt x="88" y="329"/>
                  </a:lnTo>
                  <a:lnTo>
                    <a:pt x="84" y="302"/>
                  </a:lnTo>
                  <a:lnTo>
                    <a:pt x="79" y="273"/>
                  </a:lnTo>
                  <a:lnTo>
                    <a:pt x="74" y="244"/>
                  </a:lnTo>
                  <a:lnTo>
                    <a:pt x="68" y="213"/>
                  </a:lnTo>
                  <a:lnTo>
                    <a:pt x="60" y="184"/>
                  </a:lnTo>
                  <a:lnTo>
                    <a:pt x="54" y="156"/>
                  </a:lnTo>
                  <a:lnTo>
                    <a:pt x="47" y="128"/>
                  </a:lnTo>
                  <a:lnTo>
                    <a:pt x="40" y="102"/>
                  </a:lnTo>
                  <a:lnTo>
                    <a:pt x="33" y="78"/>
                  </a:lnTo>
                  <a:lnTo>
                    <a:pt x="27" y="57"/>
                  </a:lnTo>
                  <a:lnTo>
                    <a:pt x="22" y="38"/>
                  </a:lnTo>
                  <a:lnTo>
                    <a:pt x="17" y="22"/>
                  </a:lnTo>
                  <a:lnTo>
                    <a:pt x="14" y="11"/>
                  </a:lnTo>
                  <a:lnTo>
                    <a:pt x="12" y="3"/>
                  </a:lnTo>
                  <a:lnTo>
                    <a:pt x="10" y="0"/>
                  </a:lnTo>
                  <a:lnTo>
                    <a:pt x="0" y="5"/>
                  </a:lnTo>
                  <a:lnTo>
                    <a:pt x="1" y="7"/>
                  </a:lnTo>
                  <a:lnTo>
                    <a:pt x="3" y="13"/>
                  </a:lnTo>
                  <a:lnTo>
                    <a:pt x="6" y="24"/>
                  </a:lnTo>
                  <a:lnTo>
                    <a:pt x="12" y="40"/>
                  </a:lnTo>
                  <a:lnTo>
                    <a:pt x="17" y="59"/>
                  </a:lnTo>
                  <a:lnTo>
                    <a:pt x="23" y="80"/>
                  </a:lnTo>
                  <a:lnTo>
                    <a:pt x="29" y="104"/>
                  </a:lnTo>
                  <a:lnTo>
                    <a:pt x="37" y="130"/>
                  </a:lnTo>
                  <a:lnTo>
                    <a:pt x="44" y="158"/>
                  </a:lnTo>
                  <a:lnTo>
                    <a:pt x="50" y="186"/>
                  </a:lnTo>
                  <a:lnTo>
                    <a:pt x="57" y="215"/>
                  </a:lnTo>
                  <a:lnTo>
                    <a:pt x="64" y="246"/>
                  </a:lnTo>
                  <a:lnTo>
                    <a:pt x="69" y="275"/>
                  </a:lnTo>
                  <a:lnTo>
                    <a:pt x="74" y="304"/>
                  </a:lnTo>
                  <a:lnTo>
                    <a:pt x="77" y="331"/>
                  </a:lnTo>
                  <a:lnTo>
                    <a:pt x="80" y="356"/>
                  </a:lnTo>
                  <a:lnTo>
                    <a:pt x="91" y="356"/>
                  </a:lnTo>
                  <a:close/>
                </a:path>
              </a:pathLst>
            </a:custGeom>
            <a:solidFill>
              <a:srgbClr val="d99473"/>
            </a:solidFill>
            <a:ln w="0">
              <a:noFill/>
            </a:ln>
          </p:spPr>
          <p:style>
            <a:lnRef idx="0"/>
            <a:fillRef idx="0"/>
            <a:effectRef idx="0"/>
            <a:fontRef idx="minor"/>
          </p:style>
          <p:txBody>
            <a:bodyPr lIns="90000" rIns="90000" tIns="-4320" bIns="-4320" anchor="t">
              <a:noAutofit/>
            </a:bodyPr>
            <a:p>
              <a:endParaRPr b="0" lang="en-US" sz="2400" spc="-1" strike="noStrike">
                <a:solidFill>
                  <a:srgbClr val="000000"/>
                </a:solidFill>
                <a:latin typeface="Times New Roman"/>
              </a:endParaRPr>
            </a:p>
          </p:txBody>
        </p:sp>
        <p:sp>
          <p:nvSpPr>
            <p:cNvPr id="7839" name=""/>
            <p:cNvSpPr/>
            <p:nvPr/>
          </p:nvSpPr>
          <p:spPr>
            <a:xfrm flipV="1">
              <a:off x="5850000" y="5398200"/>
              <a:ext cx="1440" cy="1080"/>
            </a:xfrm>
            <a:custGeom>
              <a:avLst/>
              <a:gdLst/>
              <a:ahLst/>
              <a:rect l="l" t="t" r="r" b="b"/>
              <a:pathLst>
                <a:path w="11" h="4">
                  <a:moveTo>
                    <a:pt x="0" y="0"/>
                  </a:moveTo>
                  <a:lnTo>
                    <a:pt x="2" y="3"/>
                  </a:lnTo>
                  <a:lnTo>
                    <a:pt x="5" y="4"/>
                  </a:lnTo>
                  <a:lnTo>
                    <a:pt x="9" y="3"/>
                  </a:lnTo>
                  <a:lnTo>
                    <a:pt x="11" y="0"/>
                  </a:lnTo>
                  <a:lnTo>
                    <a:pt x="0" y="0"/>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40" name=""/>
            <p:cNvSpPr/>
            <p:nvPr/>
          </p:nvSpPr>
          <p:spPr>
            <a:xfrm flipV="1">
              <a:off x="5818320" y="5387040"/>
              <a:ext cx="1440" cy="1080"/>
            </a:xfrm>
            <a:custGeom>
              <a:avLst/>
              <a:gdLst/>
              <a:ahLst/>
              <a:rect l="l" t="t" r="r" b="b"/>
              <a:pathLst>
                <a:path w="10" h="6">
                  <a:moveTo>
                    <a:pt x="10" y="6"/>
                  </a:moveTo>
                  <a:lnTo>
                    <a:pt x="9" y="2"/>
                  </a:lnTo>
                  <a:lnTo>
                    <a:pt x="6" y="0"/>
                  </a:lnTo>
                  <a:lnTo>
                    <a:pt x="2" y="1"/>
                  </a:lnTo>
                  <a:lnTo>
                    <a:pt x="0" y="4"/>
                  </a:lnTo>
                  <a:lnTo>
                    <a:pt x="10" y="6"/>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41" name=""/>
            <p:cNvSpPr/>
            <p:nvPr/>
          </p:nvSpPr>
          <p:spPr>
            <a:xfrm flipV="1">
              <a:off x="5818320" y="5346360"/>
              <a:ext cx="6120" cy="42480"/>
            </a:xfrm>
            <a:custGeom>
              <a:avLst/>
              <a:gdLst/>
              <a:ahLst/>
              <a:rect l="l" t="t" r="r" b="b"/>
              <a:pathLst>
                <a:path w="67" h="383">
                  <a:moveTo>
                    <a:pt x="67" y="379"/>
                  </a:moveTo>
                  <a:lnTo>
                    <a:pt x="67" y="379"/>
                  </a:lnTo>
                  <a:lnTo>
                    <a:pt x="53" y="346"/>
                  </a:lnTo>
                  <a:lnTo>
                    <a:pt x="40" y="313"/>
                  </a:lnTo>
                  <a:lnTo>
                    <a:pt x="31" y="281"/>
                  </a:lnTo>
                  <a:lnTo>
                    <a:pt x="23" y="248"/>
                  </a:lnTo>
                  <a:lnTo>
                    <a:pt x="17" y="215"/>
                  </a:lnTo>
                  <a:lnTo>
                    <a:pt x="13" y="185"/>
                  </a:lnTo>
                  <a:lnTo>
                    <a:pt x="11" y="155"/>
                  </a:lnTo>
                  <a:lnTo>
                    <a:pt x="10" y="127"/>
                  </a:lnTo>
                  <a:lnTo>
                    <a:pt x="10" y="100"/>
                  </a:lnTo>
                  <a:lnTo>
                    <a:pt x="11" y="76"/>
                  </a:lnTo>
                  <a:lnTo>
                    <a:pt x="12" y="54"/>
                  </a:lnTo>
                  <a:lnTo>
                    <a:pt x="13" y="37"/>
                  </a:lnTo>
                  <a:lnTo>
                    <a:pt x="15" y="23"/>
                  </a:lnTo>
                  <a:lnTo>
                    <a:pt x="17" y="12"/>
                  </a:lnTo>
                  <a:lnTo>
                    <a:pt x="18" y="5"/>
                  </a:lnTo>
                  <a:lnTo>
                    <a:pt x="18" y="2"/>
                  </a:lnTo>
                  <a:lnTo>
                    <a:pt x="8" y="0"/>
                  </a:lnTo>
                  <a:lnTo>
                    <a:pt x="8" y="2"/>
                  </a:lnTo>
                  <a:lnTo>
                    <a:pt x="7" y="10"/>
                  </a:lnTo>
                  <a:lnTo>
                    <a:pt x="5" y="21"/>
                  </a:lnTo>
                  <a:lnTo>
                    <a:pt x="3" y="37"/>
                  </a:lnTo>
                  <a:lnTo>
                    <a:pt x="2" y="54"/>
                  </a:lnTo>
                  <a:lnTo>
                    <a:pt x="1" y="76"/>
                  </a:lnTo>
                  <a:lnTo>
                    <a:pt x="0" y="100"/>
                  </a:lnTo>
                  <a:lnTo>
                    <a:pt x="0" y="127"/>
                  </a:lnTo>
                  <a:lnTo>
                    <a:pt x="1" y="155"/>
                  </a:lnTo>
                  <a:lnTo>
                    <a:pt x="3" y="185"/>
                  </a:lnTo>
                  <a:lnTo>
                    <a:pt x="7" y="218"/>
                  </a:lnTo>
                  <a:lnTo>
                    <a:pt x="12" y="250"/>
                  </a:lnTo>
                  <a:lnTo>
                    <a:pt x="20" y="283"/>
                  </a:lnTo>
                  <a:lnTo>
                    <a:pt x="30" y="317"/>
                  </a:lnTo>
                  <a:lnTo>
                    <a:pt x="42" y="350"/>
                  </a:lnTo>
                  <a:lnTo>
                    <a:pt x="59" y="383"/>
                  </a:lnTo>
                  <a:lnTo>
                    <a:pt x="59" y="383"/>
                  </a:lnTo>
                  <a:lnTo>
                    <a:pt x="67" y="379"/>
                  </a:lnTo>
                  <a:close/>
                </a:path>
              </a:pathLst>
            </a:custGeom>
            <a:solidFill>
              <a:srgbClr val="d99473"/>
            </a:solidFill>
            <a:ln w="0">
              <a:noFill/>
            </a:ln>
          </p:spPr>
          <p:style>
            <a:lnRef idx="0"/>
            <a:fillRef idx="0"/>
            <a:effectRef idx="0"/>
            <a:fontRef idx="minor"/>
          </p:style>
          <p:txBody>
            <a:bodyPr lIns="90000" rIns="90000" tIns="-4320" bIns="-4320" anchor="t">
              <a:noAutofit/>
            </a:bodyPr>
            <a:p>
              <a:endParaRPr b="0" lang="en-US" sz="2400" spc="-1" strike="noStrike">
                <a:solidFill>
                  <a:srgbClr val="000000"/>
                </a:solidFill>
                <a:latin typeface="Times New Roman"/>
              </a:endParaRPr>
            </a:p>
          </p:txBody>
        </p:sp>
        <p:sp>
          <p:nvSpPr>
            <p:cNvPr id="7842" name=""/>
            <p:cNvSpPr/>
            <p:nvPr/>
          </p:nvSpPr>
          <p:spPr>
            <a:xfrm flipV="1">
              <a:off x="5823000" y="5312880"/>
              <a:ext cx="27000" cy="34560"/>
            </a:xfrm>
            <a:custGeom>
              <a:avLst/>
              <a:gdLst/>
              <a:ahLst/>
              <a:rect l="l" t="t" r="r" b="b"/>
              <a:pathLst>
                <a:path w="245" h="305">
                  <a:moveTo>
                    <a:pt x="245" y="297"/>
                  </a:moveTo>
                  <a:lnTo>
                    <a:pt x="227" y="285"/>
                  </a:lnTo>
                  <a:lnTo>
                    <a:pt x="209" y="273"/>
                  </a:lnTo>
                  <a:lnTo>
                    <a:pt x="194" y="261"/>
                  </a:lnTo>
                  <a:lnTo>
                    <a:pt x="178" y="248"/>
                  </a:lnTo>
                  <a:lnTo>
                    <a:pt x="165" y="234"/>
                  </a:lnTo>
                  <a:lnTo>
                    <a:pt x="151" y="221"/>
                  </a:lnTo>
                  <a:lnTo>
                    <a:pt x="136" y="206"/>
                  </a:lnTo>
                  <a:lnTo>
                    <a:pt x="123" y="190"/>
                  </a:lnTo>
                  <a:lnTo>
                    <a:pt x="109" y="172"/>
                  </a:lnTo>
                  <a:lnTo>
                    <a:pt x="96" y="152"/>
                  </a:lnTo>
                  <a:lnTo>
                    <a:pt x="82" y="131"/>
                  </a:lnTo>
                  <a:lnTo>
                    <a:pt x="69" y="109"/>
                  </a:lnTo>
                  <a:lnTo>
                    <a:pt x="54" y="86"/>
                  </a:lnTo>
                  <a:lnTo>
                    <a:pt x="40" y="59"/>
                  </a:lnTo>
                  <a:lnTo>
                    <a:pt x="25" y="31"/>
                  </a:lnTo>
                  <a:lnTo>
                    <a:pt x="8" y="0"/>
                  </a:lnTo>
                  <a:lnTo>
                    <a:pt x="0" y="4"/>
                  </a:lnTo>
                  <a:lnTo>
                    <a:pt x="17" y="35"/>
                  </a:lnTo>
                  <a:lnTo>
                    <a:pt x="31" y="63"/>
                  </a:lnTo>
                  <a:lnTo>
                    <a:pt x="46" y="90"/>
                  </a:lnTo>
                  <a:lnTo>
                    <a:pt x="60" y="115"/>
                  </a:lnTo>
                  <a:lnTo>
                    <a:pt x="74" y="138"/>
                  </a:lnTo>
                  <a:lnTo>
                    <a:pt x="87" y="158"/>
                  </a:lnTo>
                  <a:lnTo>
                    <a:pt x="101" y="178"/>
                  </a:lnTo>
                  <a:lnTo>
                    <a:pt x="115" y="196"/>
                  </a:lnTo>
                  <a:lnTo>
                    <a:pt x="128" y="213"/>
                  </a:lnTo>
                  <a:lnTo>
                    <a:pt x="143" y="227"/>
                  </a:lnTo>
                  <a:lnTo>
                    <a:pt x="156" y="243"/>
                  </a:lnTo>
                  <a:lnTo>
                    <a:pt x="172" y="256"/>
                  </a:lnTo>
                  <a:lnTo>
                    <a:pt x="187" y="270"/>
                  </a:lnTo>
                  <a:lnTo>
                    <a:pt x="203" y="281"/>
                  </a:lnTo>
                  <a:lnTo>
                    <a:pt x="221" y="294"/>
                  </a:lnTo>
                  <a:lnTo>
                    <a:pt x="238" y="305"/>
                  </a:lnTo>
                  <a:lnTo>
                    <a:pt x="245" y="297"/>
                  </a:lnTo>
                  <a:close/>
                </a:path>
              </a:pathLst>
            </a:custGeom>
            <a:solidFill>
              <a:srgbClr val="d99473"/>
            </a:solidFill>
            <a:ln w="0">
              <a:noFill/>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7843" name=""/>
            <p:cNvSpPr/>
            <p:nvPr/>
          </p:nvSpPr>
          <p:spPr>
            <a:xfrm flipV="1">
              <a:off x="5848200" y="5310720"/>
              <a:ext cx="1800" cy="1080"/>
            </a:xfrm>
            <a:custGeom>
              <a:avLst/>
              <a:gdLst/>
              <a:ahLst/>
              <a:rect l="l" t="t" r="r" b="b"/>
              <a:pathLst>
                <a:path w="9" h="9">
                  <a:moveTo>
                    <a:pt x="0" y="8"/>
                  </a:moveTo>
                  <a:lnTo>
                    <a:pt x="5" y="9"/>
                  </a:lnTo>
                  <a:lnTo>
                    <a:pt x="8" y="7"/>
                  </a:lnTo>
                  <a:lnTo>
                    <a:pt x="9" y="3"/>
                  </a:lnTo>
                  <a:lnTo>
                    <a:pt x="7" y="0"/>
                  </a:lnTo>
                  <a:lnTo>
                    <a:pt x="0" y="8"/>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44" name=""/>
            <p:cNvSpPr/>
            <p:nvPr/>
          </p:nvSpPr>
          <p:spPr>
            <a:xfrm flipV="1">
              <a:off x="5832360" y="5372640"/>
              <a:ext cx="1800" cy="1080"/>
            </a:xfrm>
            <a:custGeom>
              <a:avLst/>
              <a:gdLst/>
              <a:ahLst/>
              <a:rect l="l" t="t" r="r" b="b"/>
              <a:pathLst>
                <a:path w="11" h="7">
                  <a:moveTo>
                    <a:pt x="11" y="7"/>
                  </a:moveTo>
                  <a:lnTo>
                    <a:pt x="9" y="2"/>
                  </a:lnTo>
                  <a:lnTo>
                    <a:pt x="6" y="0"/>
                  </a:lnTo>
                  <a:lnTo>
                    <a:pt x="2" y="1"/>
                  </a:lnTo>
                  <a:lnTo>
                    <a:pt x="0" y="4"/>
                  </a:lnTo>
                  <a:lnTo>
                    <a:pt x="11" y="7"/>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45" name=""/>
            <p:cNvSpPr/>
            <p:nvPr/>
          </p:nvSpPr>
          <p:spPr>
            <a:xfrm flipV="1">
              <a:off x="5832360" y="5340960"/>
              <a:ext cx="9720" cy="32760"/>
            </a:xfrm>
            <a:custGeom>
              <a:avLst/>
              <a:gdLst/>
              <a:ahLst/>
              <a:rect l="l" t="t" r="r" b="b"/>
              <a:pathLst>
                <a:path w="103" h="278">
                  <a:moveTo>
                    <a:pt x="103" y="270"/>
                  </a:moveTo>
                  <a:lnTo>
                    <a:pt x="82" y="249"/>
                  </a:lnTo>
                  <a:lnTo>
                    <a:pt x="63" y="226"/>
                  </a:lnTo>
                  <a:lnTo>
                    <a:pt x="48" y="203"/>
                  </a:lnTo>
                  <a:lnTo>
                    <a:pt x="36" y="181"/>
                  </a:lnTo>
                  <a:lnTo>
                    <a:pt x="27" y="157"/>
                  </a:lnTo>
                  <a:lnTo>
                    <a:pt x="20" y="137"/>
                  </a:lnTo>
                  <a:lnTo>
                    <a:pt x="16" y="115"/>
                  </a:lnTo>
                  <a:lnTo>
                    <a:pt x="12" y="94"/>
                  </a:lnTo>
                  <a:lnTo>
                    <a:pt x="10" y="75"/>
                  </a:lnTo>
                  <a:lnTo>
                    <a:pt x="10" y="58"/>
                  </a:lnTo>
                  <a:lnTo>
                    <a:pt x="10" y="42"/>
                  </a:lnTo>
                  <a:lnTo>
                    <a:pt x="11" y="27"/>
                  </a:lnTo>
                  <a:lnTo>
                    <a:pt x="12" y="18"/>
                  </a:lnTo>
                  <a:lnTo>
                    <a:pt x="14" y="10"/>
                  </a:lnTo>
                  <a:lnTo>
                    <a:pt x="16" y="5"/>
                  </a:lnTo>
                  <a:lnTo>
                    <a:pt x="16" y="3"/>
                  </a:lnTo>
                  <a:lnTo>
                    <a:pt x="5" y="0"/>
                  </a:lnTo>
                  <a:lnTo>
                    <a:pt x="5" y="3"/>
                  </a:lnTo>
                  <a:lnTo>
                    <a:pt x="4" y="8"/>
                  </a:lnTo>
                  <a:lnTo>
                    <a:pt x="2" y="16"/>
                  </a:lnTo>
                  <a:lnTo>
                    <a:pt x="1" y="27"/>
                  </a:lnTo>
                  <a:lnTo>
                    <a:pt x="0" y="42"/>
                  </a:lnTo>
                  <a:lnTo>
                    <a:pt x="0" y="58"/>
                  </a:lnTo>
                  <a:lnTo>
                    <a:pt x="0" y="75"/>
                  </a:lnTo>
                  <a:lnTo>
                    <a:pt x="2" y="96"/>
                  </a:lnTo>
                  <a:lnTo>
                    <a:pt x="5" y="117"/>
                  </a:lnTo>
                  <a:lnTo>
                    <a:pt x="9" y="139"/>
                  </a:lnTo>
                  <a:lnTo>
                    <a:pt x="17" y="161"/>
                  </a:lnTo>
                  <a:lnTo>
                    <a:pt x="26" y="185"/>
                  </a:lnTo>
                  <a:lnTo>
                    <a:pt x="39" y="209"/>
                  </a:lnTo>
                  <a:lnTo>
                    <a:pt x="55" y="232"/>
                  </a:lnTo>
                  <a:lnTo>
                    <a:pt x="74" y="255"/>
                  </a:lnTo>
                  <a:lnTo>
                    <a:pt x="97" y="278"/>
                  </a:lnTo>
                  <a:lnTo>
                    <a:pt x="103" y="270"/>
                  </a:lnTo>
                  <a:close/>
                </a:path>
              </a:pathLst>
            </a:custGeom>
            <a:solidFill>
              <a:srgbClr val="d99473"/>
            </a:solidFill>
            <a:ln w="0">
              <a:noFill/>
            </a:ln>
          </p:spPr>
          <p:style>
            <a:lnRef idx="0"/>
            <a:fillRef idx="0"/>
            <a:effectRef idx="0"/>
            <a:fontRef idx="minor"/>
          </p:style>
          <p:txBody>
            <a:bodyPr lIns="90000" rIns="90000" tIns="-14040" bIns="-14040" anchor="t">
              <a:noAutofit/>
            </a:bodyPr>
            <a:p>
              <a:endParaRPr b="0" lang="en-US" sz="2400" spc="-1" strike="noStrike">
                <a:solidFill>
                  <a:srgbClr val="000000"/>
                </a:solidFill>
                <a:latin typeface="Times New Roman"/>
              </a:endParaRPr>
            </a:p>
          </p:txBody>
        </p:sp>
        <p:sp>
          <p:nvSpPr>
            <p:cNvPr id="7846" name=""/>
            <p:cNvSpPr/>
            <p:nvPr/>
          </p:nvSpPr>
          <p:spPr>
            <a:xfrm flipV="1">
              <a:off x="5842080" y="5341680"/>
              <a:ext cx="1440" cy="2880"/>
            </a:xfrm>
            <a:custGeom>
              <a:avLst/>
              <a:gdLst/>
              <a:ahLst/>
              <a:rect l="l" t="t" r="r" b="b"/>
              <a:pathLst>
                <a:path w="8" h="9">
                  <a:moveTo>
                    <a:pt x="0" y="8"/>
                  </a:moveTo>
                  <a:lnTo>
                    <a:pt x="4" y="9"/>
                  </a:lnTo>
                  <a:lnTo>
                    <a:pt x="7" y="7"/>
                  </a:lnTo>
                  <a:lnTo>
                    <a:pt x="8" y="3"/>
                  </a:lnTo>
                  <a:lnTo>
                    <a:pt x="6" y="0"/>
                  </a:lnTo>
                  <a:lnTo>
                    <a:pt x="0" y="8"/>
                  </a:lnTo>
                  <a:close/>
                </a:path>
              </a:pathLst>
            </a:custGeom>
            <a:solidFill>
              <a:srgbClr val="d99473"/>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847" name=""/>
            <p:cNvSpPr/>
            <p:nvPr/>
          </p:nvSpPr>
          <p:spPr>
            <a:xfrm flipV="1">
              <a:off x="5834160" y="5345640"/>
              <a:ext cx="1440" cy="1080"/>
            </a:xfrm>
            <a:custGeom>
              <a:avLst/>
              <a:gdLst/>
              <a:ahLst/>
              <a:rect l="l" t="t" r="r" b="b"/>
              <a:pathLst>
                <a:path w="9" h="8">
                  <a:moveTo>
                    <a:pt x="9" y="2"/>
                  </a:moveTo>
                  <a:lnTo>
                    <a:pt x="6" y="0"/>
                  </a:lnTo>
                  <a:lnTo>
                    <a:pt x="2" y="1"/>
                  </a:lnTo>
                  <a:lnTo>
                    <a:pt x="0" y="4"/>
                  </a:lnTo>
                  <a:lnTo>
                    <a:pt x="1" y="8"/>
                  </a:lnTo>
                  <a:lnTo>
                    <a:pt x="9" y="2"/>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48" name=""/>
            <p:cNvSpPr/>
            <p:nvPr/>
          </p:nvSpPr>
          <p:spPr>
            <a:xfrm flipV="1">
              <a:off x="5835600" y="5323320"/>
              <a:ext cx="15840" cy="23400"/>
            </a:xfrm>
            <a:custGeom>
              <a:avLst/>
              <a:gdLst/>
              <a:ahLst/>
              <a:rect l="l" t="t" r="r" b="b"/>
              <a:pathLst>
                <a:path w="168" h="207">
                  <a:moveTo>
                    <a:pt x="168" y="200"/>
                  </a:moveTo>
                  <a:lnTo>
                    <a:pt x="167" y="199"/>
                  </a:lnTo>
                  <a:lnTo>
                    <a:pt x="154" y="186"/>
                  </a:lnTo>
                  <a:lnTo>
                    <a:pt x="141" y="172"/>
                  </a:lnTo>
                  <a:lnTo>
                    <a:pt x="127" y="156"/>
                  </a:lnTo>
                  <a:lnTo>
                    <a:pt x="113" y="139"/>
                  </a:lnTo>
                  <a:lnTo>
                    <a:pt x="100" y="123"/>
                  </a:lnTo>
                  <a:lnTo>
                    <a:pt x="86" y="106"/>
                  </a:lnTo>
                  <a:lnTo>
                    <a:pt x="74" y="90"/>
                  </a:lnTo>
                  <a:lnTo>
                    <a:pt x="61" y="74"/>
                  </a:lnTo>
                  <a:lnTo>
                    <a:pt x="51" y="59"/>
                  </a:lnTo>
                  <a:lnTo>
                    <a:pt x="41" y="45"/>
                  </a:lnTo>
                  <a:lnTo>
                    <a:pt x="31" y="32"/>
                  </a:lnTo>
                  <a:lnTo>
                    <a:pt x="23" y="22"/>
                  </a:lnTo>
                  <a:lnTo>
                    <a:pt x="17" y="13"/>
                  </a:lnTo>
                  <a:lnTo>
                    <a:pt x="12" y="6"/>
                  </a:lnTo>
                  <a:lnTo>
                    <a:pt x="9" y="1"/>
                  </a:lnTo>
                  <a:lnTo>
                    <a:pt x="8" y="0"/>
                  </a:lnTo>
                  <a:lnTo>
                    <a:pt x="0" y="6"/>
                  </a:lnTo>
                  <a:lnTo>
                    <a:pt x="1" y="7"/>
                  </a:lnTo>
                  <a:lnTo>
                    <a:pt x="4" y="13"/>
                  </a:lnTo>
                  <a:lnTo>
                    <a:pt x="8" y="19"/>
                  </a:lnTo>
                  <a:lnTo>
                    <a:pt x="15" y="28"/>
                  </a:lnTo>
                  <a:lnTo>
                    <a:pt x="23" y="39"/>
                  </a:lnTo>
                  <a:lnTo>
                    <a:pt x="32" y="51"/>
                  </a:lnTo>
                  <a:lnTo>
                    <a:pt x="43" y="66"/>
                  </a:lnTo>
                  <a:lnTo>
                    <a:pt x="53" y="80"/>
                  </a:lnTo>
                  <a:lnTo>
                    <a:pt x="66" y="96"/>
                  </a:lnTo>
                  <a:lnTo>
                    <a:pt x="78" y="112"/>
                  </a:lnTo>
                  <a:lnTo>
                    <a:pt x="92" y="129"/>
                  </a:lnTo>
                  <a:lnTo>
                    <a:pt x="105" y="146"/>
                  </a:lnTo>
                  <a:lnTo>
                    <a:pt x="119" y="162"/>
                  </a:lnTo>
                  <a:lnTo>
                    <a:pt x="132" y="178"/>
                  </a:lnTo>
                  <a:lnTo>
                    <a:pt x="146" y="192"/>
                  </a:lnTo>
                  <a:lnTo>
                    <a:pt x="160" y="207"/>
                  </a:lnTo>
                  <a:lnTo>
                    <a:pt x="159" y="206"/>
                  </a:lnTo>
                  <a:lnTo>
                    <a:pt x="168" y="200"/>
                  </a:lnTo>
                  <a:close/>
                </a:path>
              </a:pathLst>
            </a:custGeom>
            <a:solidFill>
              <a:srgbClr val="d99473"/>
            </a:solidFill>
            <a:ln w="0">
              <a:noFill/>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7849" name=""/>
            <p:cNvSpPr/>
            <p:nvPr/>
          </p:nvSpPr>
          <p:spPr>
            <a:xfrm flipV="1">
              <a:off x="5851440" y="5310720"/>
              <a:ext cx="11160" cy="14040"/>
            </a:xfrm>
            <a:custGeom>
              <a:avLst/>
              <a:gdLst/>
              <a:ahLst/>
              <a:rect l="l" t="t" r="r" b="b"/>
              <a:pathLst>
                <a:path w="108" h="127">
                  <a:moveTo>
                    <a:pt x="103" y="124"/>
                  </a:moveTo>
                  <a:lnTo>
                    <a:pt x="108" y="121"/>
                  </a:lnTo>
                  <a:lnTo>
                    <a:pt x="9" y="0"/>
                  </a:lnTo>
                  <a:lnTo>
                    <a:pt x="0" y="6"/>
                  </a:lnTo>
                  <a:lnTo>
                    <a:pt x="99" y="127"/>
                  </a:lnTo>
                  <a:lnTo>
                    <a:pt x="103" y="124"/>
                  </a:lnTo>
                  <a:close/>
                </a:path>
              </a:pathLst>
            </a:custGeom>
            <a:solidFill>
              <a:srgbClr val="d99473"/>
            </a:solidFill>
            <a:ln w="0">
              <a:no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7850" name=""/>
            <p:cNvSpPr/>
            <p:nvPr/>
          </p:nvSpPr>
          <p:spPr>
            <a:xfrm flipV="1">
              <a:off x="5862600" y="5309280"/>
              <a:ext cx="1440" cy="1080"/>
            </a:xfrm>
            <a:custGeom>
              <a:avLst/>
              <a:gdLst/>
              <a:ahLst/>
              <a:rect l="l" t="t" r="r" b="b"/>
              <a:pathLst>
                <a:path w="10" h="8">
                  <a:moveTo>
                    <a:pt x="0" y="6"/>
                  </a:moveTo>
                  <a:lnTo>
                    <a:pt x="4" y="8"/>
                  </a:lnTo>
                  <a:lnTo>
                    <a:pt x="8" y="7"/>
                  </a:lnTo>
                  <a:lnTo>
                    <a:pt x="10" y="4"/>
                  </a:lnTo>
                  <a:lnTo>
                    <a:pt x="9" y="0"/>
                  </a:lnTo>
                  <a:lnTo>
                    <a:pt x="0" y="6"/>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51" name=""/>
            <p:cNvSpPr/>
            <p:nvPr/>
          </p:nvSpPr>
          <p:spPr>
            <a:xfrm flipV="1">
              <a:off x="5853240" y="5345640"/>
              <a:ext cx="2880" cy="1080"/>
            </a:xfrm>
            <a:custGeom>
              <a:avLst/>
              <a:gdLst/>
              <a:ahLst/>
              <a:rect l="l" t="t" r="r" b="b"/>
              <a:pathLst>
                <a:path w="11" h="7">
                  <a:moveTo>
                    <a:pt x="11" y="5"/>
                  </a:moveTo>
                  <a:lnTo>
                    <a:pt x="9" y="2"/>
                  </a:lnTo>
                  <a:lnTo>
                    <a:pt x="5" y="0"/>
                  </a:lnTo>
                  <a:lnTo>
                    <a:pt x="1" y="3"/>
                  </a:lnTo>
                  <a:lnTo>
                    <a:pt x="0" y="7"/>
                  </a:lnTo>
                  <a:lnTo>
                    <a:pt x="11" y="5"/>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52" name=""/>
            <p:cNvSpPr/>
            <p:nvPr/>
          </p:nvSpPr>
          <p:spPr>
            <a:xfrm flipV="1">
              <a:off x="5853240" y="5319360"/>
              <a:ext cx="14040" cy="26640"/>
            </a:xfrm>
            <a:custGeom>
              <a:avLst/>
              <a:gdLst/>
              <a:ahLst/>
              <a:rect l="l" t="t" r="r" b="b"/>
              <a:pathLst>
                <a:path w="129" h="229">
                  <a:moveTo>
                    <a:pt x="129" y="221"/>
                  </a:moveTo>
                  <a:lnTo>
                    <a:pt x="116" y="211"/>
                  </a:lnTo>
                  <a:lnTo>
                    <a:pt x="105" y="199"/>
                  </a:lnTo>
                  <a:lnTo>
                    <a:pt x="93" y="184"/>
                  </a:lnTo>
                  <a:lnTo>
                    <a:pt x="82" y="167"/>
                  </a:lnTo>
                  <a:lnTo>
                    <a:pt x="71" y="150"/>
                  </a:lnTo>
                  <a:lnTo>
                    <a:pt x="61" y="131"/>
                  </a:lnTo>
                  <a:lnTo>
                    <a:pt x="52" y="112"/>
                  </a:lnTo>
                  <a:lnTo>
                    <a:pt x="44" y="93"/>
                  </a:lnTo>
                  <a:lnTo>
                    <a:pt x="37" y="74"/>
                  </a:lnTo>
                  <a:lnTo>
                    <a:pt x="31" y="57"/>
                  </a:lnTo>
                  <a:lnTo>
                    <a:pt x="24" y="41"/>
                  </a:lnTo>
                  <a:lnTo>
                    <a:pt x="20" y="27"/>
                  </a:lnTo>
                  <a:lnTo>
                    <a:pt x="16" y="15"/>
                  </a:lnTo>
                  <a:lnTo>
                    <a:pt x="13" y="7"/>
                  </a:lnTo>
                  <a:lnTo>
                    <a:pt x="12" y="2"/>
                  </a:lnTo>
                  <a:lnTo>
                    <a:pt x="11" y="0"/>
                  </a:lnTo>
                  <a:lnTo>
                    <a:pt x="0" y="2"/>
                  </a:lnTo>
                  <a:lnTo>
                    <a:pt x="1" y="4"/>
                  </a:lnTo>
                  <a:lnTo>
                    <a:pt x="2" y="9"/>
                  </a:lnTo>
                  <a:lnTo>
                    <a:pt x="6" y="19"/>
                  </a:lnTo>
                  <a:lnTo>
                    <a:pt x="10" y="31"/>
                  </a:lnTo>
                  <a:lnTo>
                    <a:pt x="14" y="45"/>
                  </a:lnTo>
                  <a:lnTo>
                    <a:pt x="20" y="61"/>
                  </a:lnTo>
                  <a:lnTo>
                    <a:pt x="26" y="79"/>
                  </a:lnTo>
                  <a:lnTo>
                    <a:pt x="34" y="97"/>
                  </a:lnTo>
                  <a:lnTo>
                    <a:pt x="42" y="116"/>
                  </a:lnTo>
                  <a:lnTo>
                    <a:pt x="52" y="135"/>
                  </a:lnTo>
                  <a:lnTo>
                    <a:pt x="63" y="154"/>
                  </a:lnTo>
                  <a:lnTo>
                    <a:pt x="73" y="173"/>
                  </a:lnTo>
                  <a:lnTo>
                    <a:pt x="85" y="190"/>
                  </a:lnTo>
                  <a:lnTo>
                    <a:pt x="96" y="205"/>
                  </a:lnTo>
                  <a:lnTo>
                    <a:pt x="110" y="219"/>
                  </a:lnTo>
                  <a:lnTo>
                    <a:pt x="122" y="229"/>
                  </a:lnTo>
                  <a:lnTo>
                    <a:pt x="129" y="221"/>
                  </a:lnTo>
                  <a:close/>
                </a:path>
              </a:pathLst>
            </a:custGeom>
            <a:solidFill>
              <a:srgbClr val="d99473"/>
            </a:solidFill>
            <a:ln w="0">
              <a:noFill/>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7853" name=""/>
            <p:cNvSpPr/>
            <p:nvPr/>
          </p:nvSpPr>
          <p:spPr>
            <a:xfrm flipV="1">
              <a:off x="5867280" y="5319360"/>
              <a:ext cx="1800" cy="2880"/>
            </a:xfrm>
            <a:custGeom>
              <a:avLst/>
              <a:gdLst/>
              <a:ahLst/>
              <a:rect l="l" t="t" r="r" b="b"/>
              <a:pathLst>
                <a:path w="9" h="9">
                  <a:moveTo>
                    <a:pt x="0" y="8"/>
                  </a:moveTo>
                  <a:lnTo>
                    <a:pt x="4" y="9"/>
                  </a:lnTo>
                  <a:lnTo>
                    <a:pt x="8" y="7"/>
                  </a:lnTo>
                  <a:lnTo>
                    <a:pt x="9" y="3"/>
                  </a:lnTo>
                  <a:lnTo>
                    <a:pt x="7" y="0"/>
                  </a:lnTo>
                  <a:lnTo>
                    <a:pt x="0" y="8"/>
                  </a:lnTo>
                  <a:close/>
                </a:path>
              </a:pathLst>
            </a:custGeom>
            <a:solidFill>
              <a:srgbClr val="d99473"/>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854" name=""/>
            <p:cNvSpPr/>
            <p:nvPr/>
          </p:nvSpPr>
          <p:spPr>
            <a:xfrm flipV="1">
              <a:off x="5875200" y="5267880"/>
              <a:ext cx="1800" cy="1080"/>
            </a:xfrm>
            <a:custGeom>
              <a:avLst/>
              <a:gdLst/>
              <a:ahLst/>
              <a:rect l="l" t="t" r="r" b="b"/>
              <a:pathLst>
                <a:path w="10" h="5">
                  <a:moveTo>
                    <a:pt x="10" y="5"/>
                  </a:moveTo>
                  <a:lnTo>
                    <a:pt x="8" y="2"/>
                  </a:lnTo>
                  <a:lnTo>
                    <a:pt x="5" y="0"/>
                  </a:lnTo>
                  <a:lnTo>
                    <a:pt x="2" y="2"/>
                  </a:lnTo>
                  <a:lnTo>
                    <a:pt x="0" y="5"/>
                  </a:lnTo>
                  <a:lnTo>
                    <a:pt x="10" y="5"/>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55" name=""/>
            <p:cNvSpPr/>
            <p:nvPr/>
          </p:nvSpPr>
          <p:spPr>
            <a:xfrm flipV="1">
              <a:off x="5875200" y="5224320"/>
              <a:ext cx="33480" cy="45360"/>
            </a:xfrm>
            <a:custGeom>
              <a:avLst/>
              <a:gdLst/>
              <a:ahLst/>
              <a:rect l="l" t="t" r="r" b="b"/>
              <a:pathLst>
                <a:path w="295" h="399">
                  <a:moveTo>
                    <a:pt x="295" y="391"/>
                  </a:moveTo>
                  <a:lnTo>
                    <a:pt x="245" y="362"/>
                  </a:lnTo>
                  <a:lnTo>
                    <a:pt x="201" y="331"/>
                  </a:lnTo>
                  <a:lnTo>
                    <a:pt x="162" y="299"/>
                  </a:lnTo>
                  <a:lnTo>
                    <a:pt x="130" y="266"/>
                  </a:lnTo>
                  <a:lnTo>
                    <a:pt x="103" y="233"/>
                  </a:lnTo>
                  <a:lnTo>
                    <a:pt x="79" y="201"/>
                  </a:lnTo>
                  <a:lnTo>
                    <a:pt x="60" y="170"/>
                  </a:lnTo>
                  <a:lnTo>
                    <a:pt x="47" y="139"/>
                  </a:lnTo>
                  <a:lnTo>
                    <a:pt x="34" y="109"/>
                  </a:lnTo>
                  <a:lnTo>
                    <a:pt x="26" y="85"/>
                  </a:lnTo>
                  <a:lnTo>
                    <a:pt x="18" y="61"/>
                  </a:lnTo>
                  <a:lnTo>
                    <a:pt x="14" y="40"/>
                  </a:lnTo>
                  <a:lnTo>
                    <a:pt x="12" y="23"/>
                  </a:lnTo>
                  <a:lnTo>
                    <a:pt x="11" y="11"/>
                  </a:lnTo>
                  <a:lnTo>
                    <a:pt x="10" y="3"/>
                  </a:lnTo>
                  <a:lnTo>
                    <a:pt x="10" y="0"/>
                  </a:lnTo>
                  <a:lnTo>
                    <a:pt x="0" y="0"/>
                  </a:lnTo>
                  <a:lnTo>
                    <a:pt x="0" y="3"/>
                  </a:lnTo>
                  <a:lnTo>
                    <a:pt x="1" y="11"/>
                  </a:lnTo>
                  <a:lnTo>
                    <a:pt x="2" y="25"/>
                  </a:lnTo>
                  <a:lnTo>
                    <a:pt x="4" y="42"/>
                  </a:lnTo>
                  <a:lnTo>
                    <a:pt x="8" y="63"/>
                  </a:lnTo>
                  <a:lnTo>
                    <a:pt x="15" y="87"/>
                  </a:lnTo>
                  <a:lnTo>
                    <a:pt x="24" y="114"/>
                  </a:lnTo>
                  <a:lnTo>
                    <a:pt x="36" y="143"/>
                  </a:lnTo>
                  <a:lnTo>
                    <a:pt x="52" y="174"/>
                  </a:lnTo>
                  <a:lnTo>
                    <a:pt x="71" y="207"/>
                  </a:lnTo>
                  <a:lnTo>
                    <a:pt x="95" y="239"/>
                  </a:lnTo>
                  <a:lnTo>
                    <a:pt x="122" y="273"/>
                  </a:lnTo>
                  <a:lnTo>
                    <a:pt x="156" y="307"/>
                  </a:lnTo>
                  <a:lnTo>
                    <a:pt x="195" y="339"/>
                  </a:lnTo>
                  <a:lnTo>
                    <a:pt x="238" y="370"/>
                  </a:lnTo>
                  <a:lnTo>
                    <a:pt x="290" y="399"/>
                  </a:lnTo>
                  <a:lnTo>
                    <a:pt x="295" y="391"/>
                  </a:lnTo>
                  <a:close/>
                </a:path>
              </a:pathLst>
            </a:custGeom>
            <a:solidFill>
              <a:srgbClr val="d99473"/>
            </a:solidFill>
            <a:ln w="0">
              <a:noFill/>
            </a:ln>
          </p:spPr>
          <p:style>
            <a:lnRef idx="0"/>
            <a:fillRef idx="0"/>
            <a:effectRef idx="0"/>
            <a:fontRef idx="minor"/>
          </p:style>
          <p:txBody>
            <a:bodyPr lIns="90000" rIns="90000" tIns="-1440" bIns="-1440" anchor="t">
              <a:noAutofit/>
            </a:bodyPr>
            <a:p>
              <a:endParaRPr b="0" lang="en-US" sz="2400" spc="-1" strike="noStrike">
                <a:solidFill>
                  <a:srgbClr val="000000"/>
                </a:solidFill>
                <a:latin typeface="Times New Roman"/>
              </a:endParaRPr>
            </a:p>
          </p:txBody>
        </p:sp>
        <p:sp>
          <p:nvSpPr>
            <p:cNvPr id="7856" name=""/>
            <p:cNvSpPr/>
            <p:nvPr/>
          </p:nvSpPr>
          <p:spPr>
            <a:xfrm flipV="1">
              <a:off x="5908680" y="5223600"/>
              <a:ext cx="1440" cy="1080"/>
            </a:xfrm>
            <a:custGeom>
              <a:avLst/>
              <a:gdLst/>
              <a:ahLst/>
              <a:rect l="l" t="t" r="r" b="b"/>
              <a:pathLst>
                <a:path w="7" h="8">
                  <a:moveTo>
                    <a:pt x="0" y="8"/>
                  </a:moveTo>
                  <a:lnTo>
                    <a:pt x="3" y="8"/>
                  </a:lnTo>
                  <a:lnTo>
                    <a:pt x="7" y="5"/>
                  </a:lnTo>
                  <a:lnTo>
                    <a:pt x="7" y="2"/>
                  </a:lnTo>
                  <a:lnTo>
                    <a:pt x="5" y="0"/>
                  </a:lnTo>
                  <a:lnTo>
                    <a:pt x="0" y="8"/>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57" name=""/>
            <p:cNvSpPr/>
            <p:nvPr/>
          </p:nvSpPr>
          <p:spPr>
            <a:xfrm flipV="1">
              <a:off x="5886360" y="5270040"/>
              <a:ext cx="1800" cy="1440"/>
            </a:xfrm>
            <a:custGeom>
              <a:avLst/>
              <a:gdLst/>
              <a:ahLst/>
              <a:rect l="l" t="t" r="r" b="b"/>
              <a:pathLst>
                <a:path w="11" h="5">
                  <a:moveTo>
                    <a:pt x="11" y="5"/>
                  </a:moveTo>
                  <a:lnTo>
                    <a:pt x="9" y="2"/>
                  </a:lnTo>
                  <a:lnTo>
                    <a:pt x="5" y="0"/>
                  </a:lnTo>
                  <a:lnTo>
                    <a:pt x="2" y="2"/>
                  </a:lnTo>
                  <a:lnTo>
                    <a:pt x="0" y="5"/>
                  </a:lnTo>
                  <a:lnTo>
                    <a:pt x="11" y="5"/>
                  </a:lnTo>
                  <a:close/>
                </a:path>
              </a:pathLst>
            </a:custGeom>
            <a:solidFill>
              <a:srgbClr val="d9947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858" name=""/>
            <p:cNvSpPr/>
            <p:nvPr/>
          </p:nvSpPr>
          <p:spPr>
            <a:xfrm flipV="1">
              <a:off x="5886360" y="5244840"/>
              <a:ext cx="11160" cy="26640"/>
            </a:xfrm>
            <a:custGeom>
              <a:avLst/>
              <a:gdLst/>
              <a:ahLst/>
              <a:rect l="l" t="t" r="r" b="b"/>
              <a:pathLst>
                <a:path w="118" h="239">
                  <a:moveTo>
                    <a:pt x="118" y="231"/>
                  </a:moveTo>
                  <a:lnTo>
                    <a:pt x="101" y="214"/>
                  </a:lnTo>
                  <a:lnTo>
                    <a:pt x="86" y="195"/>
                  </a:lnTo>
                  <a:lnTo>
                    <a:pt x="72" y="176"/>
                  </a:lnTo>
                  <a:lnTo>
                    <a:pt x="61" y="158"/>
                  </a:lnTo>
                  <a:lnTo>
                    <a:pt x="50" y="138"/>
                  </a:lnTo>
                  <a:lnTo>
                    <a:pt x="42" y="118"/>
                  </a:lnTo>
                  <a:lnTo>
                    <a:pt x="35" y="100"/>
                  </a:lnTo>
                  <a:lnTo>
                    <a:pt x="28" y="82"/>
                  </a:lnTo>
                  <a:lnTo>
                    <a:pt x="23" y="64"/>
                  </a:lnTo>
                  <a:lnTo>
                    <a:pt x="19" y="49"/>
                  </a:lnTo>
                  <a:lnTo>
                    <a:pt x="16" y="35"/>
                  </a:lnTo>
                  <a:lnTo>
                    <a:pt x="14" y="23"/>
                  </a:lnTo>
                  <a:lnTo>
                    <a:pt x="13" y="12"/>
                  </a:lnTo>
                  <a:lnTo>
                    <a:pt x="12" y="5"/>
                  </a:lnTo>
                  <a:lnTo>
                    <a:pt x="11" y="1"/>
                  </a:lnTo>
                  <a:lnTo>
                    <a:pt x="11" y="0"/>
                  </a:lnTo>
                  <a:lnTo>
                    <a:pt x="0" y="0"/>
                  </a:lnTo>
                  <a:lnTo>
                    <a:pt x="0" y="3"/>
                  </a:lnTo>
                  <a:lnTo>
                    <a:pt x="1" y="7"/>
                  </a:lnTo>
                  <a:lnTo>
                    <a:pt x="2" y="14"/>
                  </a:lnTo>
                  <a:lnTo>
                    <a:pt x="3" y="25"/>
                  </a:lnTo>
                  <a:lnTo>
                    <a:pt x="5" y="37"/>
                  </a:lnTo>
                  <a:lnTo>
                    <a:pt x="9" y="51"/>
                  </a:lnTo>
                  <a:lnTo>
                    <a:pt x="13" y="66"/>
                  </a:lnTo>
                  <a:lnTo>
                    <a:pt x="18" y="84"/>
                  </a:lnTo>
                  <a:lnTo>
                    <a:pt x="24" y="104"/>
                  </a:lnTo>
                  <a:lnTo>
                    <a:pt x="32" y="123"/>
                  </a:lnTo>
                  <a:lnTo>
                    <a:pt x="42" y="142"/>
                  </a:lnTo>
                  <a:lnTo>
                    <a:pt x="52" y="162"/>
                  </a:lnTo>
                  <a:lnTo>
                    <a:pt x="64" y="182"/>
                  </a:lnTo>
                  <a:lnTo>
                    <a:pt x="77" y="201"/>
                  </a:lnTo>
                  <a:lnTo>
                    <a:pt x="93" y="220"/>
                  </a:lnTo>
                  <a:lnTo>
                    <a:pt x="112" y="239"/>
                  </a:lnTo>
                  <a:lnTo>
                    <a:pt x="118" y="231"/>
                  </a:lnTo>
                  <a:close/>
                </a:path>
              </a:pathLst>
            </a:custGeom>
            <a:solidFill>
              <a:srgbClr val="d99473"/>
            </a:solidFill>
            <a:ln w="0">
              <a:noFill/>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7859" name=""/>
            <p:cNvSpPr/>
            <p:nvPr/>
          </p:nvSpPr>
          <p:spPr>
            <a:xfrm flipV="1">
              <a:off x="5897520" y="5243040"/>
              <a:ext cx="1800" cy="1440"/>
            </a:xfrm>
            <a:custGeom>
              <a:avLst/>
              <a:gdLst/>
              <a:ahLst/>
              <a:rect l="l" t="t" r="r" b="b"/>
              <a:pathLst>
                <a:path w="8" h="9">
                  <a:moveTo>
                    <a:pt x="0" y="8"/>
                  </a:moveTo>
                  <a:lnTo>
                    <a:pt x="4" y="9"/>
                  </a:lnTo>
                  <a:lnTo>
                    <a:pt x="7" y="7"/>
                  </a:lnTo>
                  <a:lnTo>
                    <a:pt x="8" y="3"/>
                  </a:lnTo>
                  <a:lnTo>
                    <a:pt x="6" y="0"/>
                  </a:lnTo>
                  <a:lnTo>
                    <a:pt x="0" y="8"/>
                  </a:lnTo>
                  <a:close/>
                </a:path>
              </a:pathLst>
            </a:custGeom>
            <a:solidFill>
              <a:srgbClr val="d9947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860" name=""/>
            <p:cNvSpPr/>
            <p:nvPr/>
          </p:nvSpPr>
          <p:spPr>
            <a:xfrm flipV="1">
              <a:off x="5865840" y="5277960"/>
              <a:ext cx="1440" cy="1440"/>
            </a:xfrm>
            <a:custGeom>
              <a:avLst/>
              <a:gdLst/>
              <a:ahLst/>
              <a:rect l="l" t="t" r="r" b="b"/>
              <a:pathLst>
                <a:path w="11" h="6">
                  <a:moveTo>
                    <a:pt x="11" y="6"/>
                  </a:moveTo>
                  <a:lnTo>
                    <a:pt x="9" y="3"/>
                  </a:lnTo>
                  <a:lnTo>
                    <a:pt x="6" y="0"/>
                  </a:lnTo>
                  <a:lnTo>
                    <a:pt x="2" y="3"/>
                  </a:lnTo>
                  <a:lnTo>
                    <a:pt x="0" y="6"/>
                  </a:lnTo>
                  <a:lnTo>
                    <a:pt x="11" y="6"/>
                  </a:lnTo>
                  <a:close/>
                </a:path>
              </a:pathLst>
            </a:custGeom>
            <a:solidFill>
              <a:srgbClr val="d9947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861" name=""/>
            <p:cNvSpPr/>
            <p:nvPr/>
          </p:nvSpPr>
          <p:spPr>
            <a:xfrm flipV="1">
              <a:off x="5865840" y="5254200"/>
              <a:ext cx="6480" cy="25200"/>
            </a:xfrm>
            <a:custGeom>
              <a:avLst/>
              <a:gdLst/>
              <a:ahLst/>
              <a:rect l="l" t="t" r="r" b="b"/>
              <a:pathLst>
                <a:path w="79" h="223">
                  <a:moveTo>
                    <a:pt x="79" y="217"/>
                  </a:moveTo>
                  <a:lnTo>
                    <a:pt x="68" y="201"/>
                  </a:lnTo>
                  <a:lnTo>
                    <a:pt x="59" y="184"/>
                  </a:lnTo>
                  <a:lnTo>
                    <a:pt x="51" y="165"/>
                  </a:lnTo>
                  <a:lnTo>
                    <a:pt x="44" y="146"/>
                  </a:lnTo>
                  <a:lnTo>
                    <a:pt x="37" y="128"/>
                  </a:lnTo>
                  <a:lnTo>
                    <a:pt x="32" y="111"/>
                  </a:lnTo>
                  <a:lnTo>
                    <a:pt x="26" y="93"/>
                  </a:lnTo>
                  <a:lnTo>
                    <a:pt x="23" y="75"/>
                  </a:lnTo>
                  <a:lnTo>
                    <a:pt x="19" y="60"/>
                  </a:lnTo>
                  <a:lnTo>
                    <a:pt x="17" y="45"/>
                  </a:lnTo>
                  <a:lnTo>
                    <a:pt x="15" y="32"/>
                  </a:lnTo>
                  <a:lnTo>
                    <a:pt x="13" y="20"/>
                  </a:lnTo>
                  <a:lnTo>
                    <a:pt x="12" y="11"/>
                  </a:lnTo>
                  <a:lnTo>
                    <a:pt x="11" y="6"/>
                  </a:lnTo>
                  <a:lnTo>
                    <a:pt x="11" y="1"/>
                  </a:lnTo>
                  <a:lnTo>
                    <a:pt x="11" y="0"/>
                  </a:lnTo>
                  <a:lnTo>
                    <a:pt x="0" y="0"/>
                  </a:lnTo>
                  <a:lnTo>
                    <a:pt x="0" y="1"/>
                  </a:lnTo>
                  <a:lnTo>
                    <a:pt x="0" y="6"/>
                  </a:lnTo>
                  <a:lnTo>
                    <a:pt x="1" y="13"/>
                  </a:lnTo>
                  <a:lnTo>
                    <a:pt x="2" y="22"/>
                  </a:lnTo>
                  <a:lnTo>
                    <a:pt x="5" y="34"/>
                  </a:lnTo>
                  <a:lnTo>
                    <a:pt x="7" y="47"/>
                  </a:lnTo>
                  <a:lnTo>
                    <a:pt x="9" y="62"/>
                  </a:lnTo>
                  <a:lnTo>
                    <a:pt x="13" y="78"/>
                  </a:lnTo>
                  <a:lnTo>
                    <a:pt x="16" y="95"/>
                  </a:lnTo>
                  <a:lnTo>
                    <a:pt x="21" y="113"/>
                  </a:lnTo>
                  <a:lnTo>
                    <a:pt x="26" y="133"/>
                  </a:lnTo>
                  <a:lnTo>
                    <a:pt x="34" y="150"/>
                  </a:lnTo>
                  <a:lnTo>
                    <a:pt x="41" y="169"/>
                  </a:lnTo>
                  <a:lnTo>
                    <a:pt x="50" y="188"/>
                  </a:lnTo>
                  <a:lnTo>
                    <a:pt x="60" y="205"/>
                  </a:lnTo>
                  <a:lnTo>
                    <a:pt x="70" y="223"/>
                  </a:lnTo>
                  <a:lnTo>
                    <a:pt x="79" y="217"/>
                  </a:lnTo>
                  <a:close/>
                </a:path>
              </a:pathLst>
            </a:custGeom>
            <a:solidFill>
              <a:srgbClr val="d99473"/>
            </a:solidFill>
            <a:ln w="0">
              <a:noFill/>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7862" name=""/>
            <p:cNvSpPr/>
            <p:nvPr/>
          </p:nvSpPr>
          <p:spPr>
            <a:xfrm flipV="1">
              <a:off x="5872320" y="5252040"/>
              <a:ext cx="1440" cy="1080"/>
            </a:xfrm>
            <a:custGeom>
              <a:avLst/>
              <a:gdLst/>
              <a:ahLst/>
              <a:rect l="l" t="t" r="r" b="b"/>
              <a:pathLst>
                <a:path w="10" h="8">
                  <a:moveTo>
                    <a:pt x="0" y="6"/>
                  </a:moveTo>
                  <a:lnTo>
                    <a:pt x="4" y="8"/>
                  </a:lnTo>
                  <a:lnTo>
                    <a:pt x="7" y="7"/>
                  </a:lnTo>
                  <a:lnTo>
                    <a:pt x="10" y="4"/>
                  </a:lnTo>
                  <a:lnTo>
                    <a:pt x="9" y="0"/>
                  </a:lnTo>
                  <a:lnTo>
                    <a:pt x="0" y="6"/>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63" name=""/>
            <p:cNvSpPr/>
            <p:nvPr/>
          </p:nvSpPr>
          <p:spPr>
            <a:xfrm flipV="1">
              <a:off x="5911920" y="5239440"/>
              <a:ext cx="1440" cy="1080"/>
            </a:xfrm>
            <a:custGeom>
              <a:avLst/>
              <a:gdLst/>
              <a:ahLst/>
              <a:rect l="l" t="t" r="r" b="b"/>
              <a:pathLst>
                <a:path w="10" h="9">
                  <a:moveTo>
                    <a:pt x="10" y="2"/>
                  </a:moveTo>
                  <a:lnTo>
                    <a:pt x="6" y="0"/>
                  </a:lnTo>
                  <a:lnTo>
                    <a:pt x="2" y="1"/>
                  </a:lnTo>
                  <a:lnTo>
                    <a:pt x="0" y="4"/>
                  </a:lnTo>
                  <a:lnTo>
                    <a:pt x="1" y="9"/>
                  </a:lnTo>
                  <a:lnTo>
                    <a:pt x="10" y="2"/>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64" name=""/>
            <p:cNvSpPr/>
            <p:nvPr/>
          </p:nvSpPr>
          <p:spPr>
            <a:xfrm flipV="1">
              <a:off x="5913360" y="5222520"/>
              <a:ext cx="15840" cy="18720"/>
            </a:xfrm>
            <a:custGeom>
              <a:avLst/>
              <a:gdLst/>
              <a:ahLst/>
              <a:rect l="l" t="t" r="r" b="b"/>
              <a:pathLst>
                <a:path w="166" h="157">
                  <a:moveTo>
                    <a:pt x="166" y="147"/>
                  </a:moveTo>
                  <a:lnTo>
                    <a:pt x="137" y="133"/>
                  </a:lnTo>
                  <a:lnTo>
                    <a:pt x="109" y="112"/>
                  </a:lnTo>
                  <a:lnTo>
                    <a:pt x="81" y="89"/>
                  </a:lnTo>
                  <a:lnTo>
                    <a:pt x="59" y="64"/>
                  </a:lnTo>
                  <a:lnTo>
                    <a:pt x="38" y="40"/>
                  </a:lnTo>
                  <a:lnTo>
                    <a:pt x="22" y="20"/>
                  </a:lnTo>
                  <a:lnTo>
                    <a:pt x="12" y="5"/>
                  </a:lnTo>
                  <a:lnTo>
                    <a:pt x="9" y="0"/>
                  </a:lnTo>
                  <a:lnTo>
                    <a:pt x="0" y="7"/>
                  </a:lnTo>
                  <a:lnTo>
                    <a:pt x="3" y="12"/>
                  </a:lnTo>
                  <a:lnTo>
                    <a:pt x="14" y="26"/>
                  </a:lnTo>
                  <a:lnTo>
                    <a:pt x="29" y="46"/>
                  </a:lnTo>
                  <a:lnTo>
                    <a:pt x="50" y="70"/>
                  </a:lnTo>
                  <a:lnTo>
                    <a:pt x="75" y="97"/>
                  </a:lnTo>
                  <a:lnTo>
                    <a:pt x="102" y="121"/>
                  </a:lnTo>
                  <a:lnTo>
                    <a:pt x="130" y="142"/>
                  </a:lnTo>
                  <a:lnTo>
                    <a:pt x="162" y="157"/>
                  </a:lnTo>
                  <a:lnTo>
                    <a:pt x="166" y="147"/>
                  </a:lnTo>
                  <a:close/>
                </a:path>
              </a:pathLst>
            </a:custGeom>
            <a:solidFill>
              <a:srgbClr val="d99473"/>
            </a:solidFill>
            <a:ln w="0">
              <a:noFill/>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7865" name=""/>
            <p:cNvSpPr/>
            <p:nvPr/>
          </p:nvSpPr>
          <p:spPr>
            <a:xfrm flipV="1">
              <a:off x="5929200" y="5220360"/>
              <a:ext cx="1800" cy="1080"/>
            </a:xfrm>
            <a:custGeom>
              <a:avLst/>
              <a:gdLst/>
              <a:ahLst/>
              <a:rect l="l" t="t" r="r" b="b"/>
              <a:pathLst>
                <a:path w="7" h="10">
                  <a:moveTo>
                    <a:pt x="0" y="10"/>
                  </a:moveTo>
                  <a:lnTo>
                    <a:pt x="4" y="10"/>
                  </a:lnTo>
                  <a:lnTo>
                    <a:pt x="7" y="6"/>
                  </a:lnTo>
                  <a:lnTo>
                    <a:pt x="7" y="3"/>
                  </a:lnTo>
                  <a:lnTo>
                    <a:pt x="4" y="0"/>
                  </a:lnTo>
                  <a:lnTo>
                    <a:pt x="0" y="10"/>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66" name=""/>
            <p:cNvSpPr/>
            <p:nvPr/>
          </p:nvSpPr>
          <p:spPr>
            <a:xfrm flipV="1">
              <a:off x="6419880" y="5435280"/>
              <a:ext cx="3240" cy="2880"/>
            </a:xfrm>
            <a:custGeom>
              <a:avLst/>
              <a:gdLst/>
              <a:ahLst/>
              <a:rect l="l" t="t" r="r" b="b"/>
              <a:pathLst>
                <a:path w="10" h="7">
                  <a:moveTo>
                    <a:pt x="0" y="0"/>
                  </a:moveTo>
                  <a:lnTo>
                    <a:pt x="0" y="4"/>
                  </a:lnTo>
                  <a:lnTo>
                    <a:pt x="4" y="6"/>
                  </a:lnTo>
                  <a:lnTo>
                    <a:pt x="7" y="7"/>
                  </a:lnTo>
                  <a:lnTo>
                    <a:pt x="10" y="4"/>
                  </a:lnTo>
                  <a:lnTo>
                    <a:pt x="0" y="0"/>
                  </a:lnTo>
                  <a:close/>
                </a:path>
              </a:pathLst>
            </a:custGeom>
            <a:solidFill>
              <a:srgbClr val="e5a07f"/>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867" name=""/>
            <p:cNvSpPr/>
            <p:nvPr/>
          </p:nvSpPr>
          <p:spPr>
            <a:xfrm flipV="1">
              <a:off x="6419880" y="5438520"/>
              <a:ext cx="6480" cy="26640"/>
            </a:xfrm>
            <a:custGeom>
              <a:avLst/>
              <a:gdLst/>
              <a:ahLst/>
              <a:rect l="l" t="t" r="r" b="b"/>
              <a:pathLst>
                <a:path w="53" h="242">
                  <a:moveTo>
                    <a:pt x="39" y="2"/>
                  </a:moveTo>
                  <a:lnTo>
                    <a:pt x="42" y="15"/>
                  </a:lnTo>
                  <a:lnTo>
                    <a:pt x="43" y="32"/>
                  </a:lnTo>
                  <a:lnTo>
                    <a:pt x="42" y="50"/>
                  </a:lnTo>
                  <a:lnTo>
                    <a:pt x="39" y="67"/>
                  </a:lnTo>
                  <a:lnTo>
                    <a:pt x="37" y="87"/>
                  </a:lnTo>
                  <a:lnTo>
                    <a:pt x="34" y="108"/>
                  </a:lnTo>
                  <a:lnTo>
                    <a:pt x="30" y="128"/>
                  </a:lnTo>
                  <a:lnTo>
                    <a:pt x="26" y="146"/>
                  </a:lnTo>
                  <a:lnTo>
                    <a:pt x="21" y="165"/>
                  </a:lnTo>
                  <a:lnTo>
                    <a:pt x="17" y="183"/>
                  </a:lnTo>
                  <a:lnTo>
                    <a:pt x="12" y="198"/>
                  </a:lnTo>
                  <a:lnTo>
                    <a:pt x="8" y="212"/>
                  </a:lnTo>
                  <a:lnTo>
                    <a:pt x="5" y="222"/>
                  </a:lnTo>
                  <a:lnTo>
                    <a:pt x="2" y="231"/>
                  </a:lnTo>
                  <a:lnTo>
                    <a:pt x="1" y="237"/>
                  </a:lnTo>
                  <a:lnTo>
                    <a:pt x="0" y="238"/>
                  </a:lnTo>
                  <a:lnTo>
                    <a:pt x="10" y="242"/>
                  </a:lnTo>
                  <a:lnTo>
                    <a:pt x="11" y="239"/>
                  </a:lnTo>
                  <a:lnTo>
                    <a:pt x="12" y="234"/>
                  </a:lnTo>
                  <a:lnTo>
                    <a:pt x="15" y="226"/>
                  </a:lnTo>
                  <a:lnTo>
                    <a:pt x="19" y="214"/>
                  </a:lnTo>
                  <a:lnTo>
                    <a:pt x="23" y="200"/>
                  </a:lnTo>
                  <a:lnTo>
                    <a:pt x="27" y="185"/>
                  </a:lnTo>
                  <a:lnTo>
                    <a:pt x="31" y="167"/>
                  </a:lnTo>
                  <a:lnTo>
                    <a:pt x="36" y="148"/>
                  </a:lnTo>
                  <a:lnTo>
                    <a:pt x="40" y="130"/>
                  </a:lnTo>
                  <a:lnTo>
                    <a:pt x="45" y="110"/>
                  </a:lnTo>
                  <a:lnTo>
                    <a:pt x="48" y="89"/>
                  </a:lnTo>
                  <a:lnTo>
                    <a:pt x="50" y="69"/>
                  </a:lnTo>
                  <a:lnTo>
                    <a:pt x="52" y="50"/>
                  </a:lnTo>
                  <a:lnTo>
                    <a:pt x="53" y="32"/>
                  </a:lnTo>
                  <a:lnTo>
                    <a:pt x="52" y="15"/>
                  </a:lnTo>
                  <a:lnTo>
                    <a:pt x="50" y="0"/>
                  </a:lnTo>
                  <a:lnTo>
                    <a:pt x="39" y="2"/>
                  </a:lnTo>
                  <a:close/>
                </a:path>
              </a:pathLst>
            </a:custGeom>
            <a:solidFill>
              <a:srgbClr val="e5a07f"/>
            </a:solidFill>
            <a:ln w="0">
              <a:noFill/>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7868" name=""/>
            <p:cNvSpPr/>
            <p:nvPr/>
          </p:nvSpPr>
          <p:spPr>
            <a:xfrm flipV="1">
              <a:off x="6424560" y="5464800"/>
              <a:ext cx="1800" cy="1080"/>
            </a:xfrm>
            <a:custGeom>
              <a:avLst/>
              <a:gdLst/>
              <a:ahLst/>
              <a:rect l="l" t="t" r="r" b="b"/>
              <a:pathLst>
                <a:path w="11" h="6">
                  <a:moveTo>
                    <a:pt x="11" y="4"/>
                  </a:moveTo>
                  <a:lnTo>
                    <a:pt x="9" y="1"/>
                  </a:lnTo>
                  <a:lnTo>
                    <a:pt x="5" y="0"/>
                  </a:lnTo>
                  <a:lnTo>
                    <a:pt x="1" y="2"/>
                  </a:lnTo>
                  <a:lnTo>
                    <a:pt x="0" y="6"/>
                  </a:lnTo>
                  <a:lnTo>
                    <a:pt x="11" y="4"/>
                  </a:lnTo>
                  <a:close/>
                </a:path>
              </a:pathLst>
            </a:custGeom>
            <a:solidFill>
              <a:srgbClr val="e5a07f"/>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69" name=""/>
            <p:cNvSpPr/>
            <p:nvPr/>
          </p:nvSpPr>
          <p:spPr>
            <a:xfrm flipV="1">
              <a:off x="5818320" y="5550480"/>
              <a:ext cx="225360" cy="47160"/>
            </a:xfrm>
            <a:custGeom>
              <a:avLst/>
              <a:gdLst/>
              <a:ahLst/>
              <a:rect l="l" t="t" r="r" b="b"/>
              <a:pathLst>
                <a:path w="2124" h="420">
                  <a:moveTo>
                    <a:pt x="1570" y="387"/>
                  </a:moveTo>
                  <a:lnTo>
                    <a:pt x="1549" y="397"/>
                  </a:lnTo>
                  <a:lnTo>
                    <a:pt x="1528" y="406"/>
                  </a:lnTo>
                  <a:lnTo>
                    <a:pt x="1506" y="412"/>
                  </a:lnTo>
                  <a:lnTo>
                    <a:pt x="1482" y="416"/>
                  </a:lnTo>
                  <a:lnTo>
                    <a:pt x="1458" y="419"/>
                  </a:lnTo>
                  <a:lnTo>
                    <a:pt x="1434" y="420"/>
                  </a:lnTo>
                  <a:lnTo>
                    <a:pt x="1409" y="419"/>
                  </a:lnTo>
                  <a:lnTo>
                    <a:pt x="1383" y="417"/>
                  </a:lnTo>
                  <a:lnTo>
                    <a:pt x="1357" y="414"/>
                  </a:lnTo>
                  <a:lnTo>
                    <a:pt x="1331" y="409"/>
                  </a:lnTo>
                  <a:lnTo>
                    <a:pt x="1304" y="403"/>
                  </a:lnTo>
                  <a:lnTo>
                    <a:pt x="1277" y="396"/>
                  </a:lnTo>
                  <a:lnTo>
                    <a:pt x="1250" y="389"/>
                  </a:lnTo>
                  <a:lnTo>
                    <a:pt x="1222" y="381"/>
                  </a:lnTo>
                  <a:lnTo>
                    <a:pt x="1195" y="371"/>
                  </a:lnTo>
                  <a:lnTo>
                    <a:pt x="1168" y="362"/>
                  </a:lnTo>
                  <a:lnTo>
                    <a:pt x="1142" y="353"/>
                  </a:lnTo>
                  <a:lnTo>
                    <a:pt x="1115" y="343"/>
                  </a:lnTo>
                  <a:lnTo>
                    <a:pt x="1089" y="333"/>
                  </a:lnTo>
                  <a:lnTo>
                    <a:pt x="1063" y="322"/>
                  </a:lnTo>
                  <a:lnTo>
                    <a:pt x="1038" y="313"/>
                  </a:lnTo>
                  <a:lnTo>
                    <a:pt x="1013" y="304"/>
                  </a:lnTo>
                  <a:lnTo>
                    <a:pt x="989" y="294"/>
                  </a:lnTo>
                  <a:lnTo>
                    <a:pt x="965" y="285"/>
                  </a:lnTo>
                  <a:lnTo>
                    <a:pt x="942" y="278"/>
                  </a:lnTo>
                  <a:lnTo>
                    <a:pt x="920" y="269"/>
                  </a:lnTo>
                  <a:lnTo>
                    <a:pt x="900" y="263"/>
                  </a:lnTo>
                  <a:lnTo>
                    <a:pt x="880" y="258"/>
                  </a:lnTo>
                  <a:lnTo>
                    <a:pt x="860" y="253"/>
                  </a:lnTo>
                  <a:lnTo>
                    <a:pt x="842" y="250"/>
                  </a:lnTo>
                  <a:lnTo>
                    <a:pt x="826" y="248"/>
                  </a:lnTo>
                  <a:lnTo>
                    <a:pt x="810" y="248"/>
                  </a:lnTo>
                  <a:lnTo>
                    <a:pt x="761" y="248"/>
                  </a:lnTo>
                  <a:lnTo>
                    <a:pt x="713" y="244"/>
                  </a:lnTo>
                  <a:lnTo>
                    <a:pt x="666" y="239"/>
                  </a:lnTo>
                  <a:lnTo>
                    <a:pt x="621" y="232"/>
                  </a:lnTo>
                  <a:lnTo>
                    <a:pt x="578" y="224"/>
                  </a:lnTo>
                  <a:lnTo>
                    <a:pt x="535" y="213"/>
                  </a:lnTo>
                  <a:lnTo>
                    <a:pt x="493" y="203"/>
                  </a:lnTo>
                  <a:lnTo>
                    <a:pt x="454" y="192"/>
                  </a:lnTo>
                  <a:lnTo>
                    <a:pt x="415" y="180"/>
                  </a:lnTo>
                  <a:lnTo>
                    <a:pt x="379" y="169"/>
                  </a:lnTo>
                  <a:lnTo>
                    <a:pt x="343" y="158"/>
                  </a:lnTo>
                  <a:lnTo>
                    <a:pt x="310" y="148"/>
                  </a:lnTo>
                  <a:lnTo>
                    <a:pt x="278" y="139"/>
                  </a:lnTo>
                  <a:lnTo>
                    <a:pt x="249" y="131"/>
                  </a:lnTo>
                  <a:lnTo>
                    <a:pt x="221" y="126"/>
                  </a:lnTo>
                  <a:lnTo>
                    <a:pt x="194" y="122"/>
                  </a:lnTo>
                  <a:lnTo>
                    <a:pt x="165" y="119"/>
                  </a:lnTo>
                  <a:lnTo>
                    <a:pt x="138" y="116"/>
                  </a:lnTo>
                  <a:lnTo>
                    <a:pt x="112" y="114"/>
                  </a:lnTo>
                  <a:lnTo>
                    <a:pt x="89" y="110"/>
                  </a:lnTo>
                  <a:lnTo>
                    <a:pt x="67" y="107"/>
                  </a:lnTo>
                  <a:lnTo>
                    <a:pt x="49" y="103"/>
                  </a:lnTo>
                  <a:lnTo>
                    <a:pt x="32" y="100"/>
                  </a:lnTo>
                  <a:lnTo>
                    <a:pt x="18" y="96"/>
                  </a:lnTo>
                  <a:lnTo>
                    <a:pt x="9" y="91"/>
                  </a:lnTo>
                  <a:lnTo>
                    <a:pt x="3" y="86"/>
                  </a:lnTo>
                  <a:lnTo>
                    <a:pt x="0" y="79"/>
                  </a:lnTo>
                  <a:lnTo>
                    <a:pt x="1" y="73"/>
                  </a:lnTo>
                  <a:lnTo>
                    <a:pt x="7" y="65"/>
                  </a:lnTo>
                  <a:lnTo>
                    <a:pt x="16" y="55"/>
                  </a:lnTo>
                  <a:lnTo>
                    <a:pt x="32" y="46"/>
                  </a:lnTo>
                  <a:lnTo>
                    <a:pt x="52" y="35"/>
                  </a:lnTo>
                  <a:lnTo>
                    <a:pt x="76" y="24"/>
                  </a:lnTo>
                  <a:lnTo>
                    <a:pt x="103" y="16"/>
                  </a:lnTo>
                  <a:lnTo>
                    <a:pt x="134" y="10"/>
                  </a:lnTo>
                  <a:lnTo>
                    <a:pt x="168" y="6"/>
                  </a:lnTo>
                  <a:lnTo>
                    <a:pt x="206" y="2"/>
                  </a:lnTo>
                  <a:lnTo>
                    <a:pt x="244" y="0"/>
                  </a:lnTo>
                  <a:lnTo>
                    <a:pt x="284" y="0"/>
                  </a:lnTo>
                  <a:lnTo>
                    <a:pt x="326" y="1"/>
                  </a:lnTo>
                  <a:lnTo>
                    <a:pt x="366" y="3"/>
                  </a:lnTo>
                  <a:lnTo>
                    <a:pt x="407" y="6"/>
                  </a:lnTo>
                  <a:lnTo>
                    <a:pt x="448" y="9"/>
                  </a:lnTo>
                  <a:lnTo>
                    <a:pt x="486" y="13"/>
                  </a:lnTo>
                  <a:lnTo>
                    <a:pt x="523" y="17"/>
                  </a:lnTo>
                  <a:lnTo>
                    <a:pt x="557" y="21"/>
                  </a:lnTo>
                  <a:lnTo>
                    <a:pt x="588" y="26"/>
                  </a:lnTo>
                  <a:lnTo>
                    <a:pt x="615" y="30"/>
                  </a:lnTo>
                  <a:lnTo>
                    <a:pt x="634" y="34"/>
                  </a:lnTo>
                  <a:lnTo>
                    <a:pt x="654" y="37"/>
                  </a:lnTo>
                  <a:lnTo>
                    <a:pt x="676" y="41"/>
                  </a:lnTo>
                  <a:lnTo>
                    <a:pt x="700" y="45"/>
                  </a:lnTo>
                  <a:lnTo>
                    <a:pt x="727" y="49"/>
                  </a:lnTo>
                  <a:lnTo>
                    <a:pt x="755" y="54"/>
                  </a:lnTo>
                  <a:lnTo>
                    <a:pt x="785" y="61"/>
                  </a:lnTo>
                  <a:lnTo>
                    <a:pt x="818" y="67"/>
                  </a:lnTo>
                  <a:lnTo>
                    <a:pt x="854" y="74"/>
                  </a:lnTo>
                  <a:lnTo>
                    <a:pt x="892" y="82"/>
                  </a:lnTo>
                  <a:lnTo>
                    <a:pt x="933" y="92"/>
                  </a:lnTo>
                  <a:lnTo>
                    <a:pt x="976" y="102"/>
                  </a:lnTo>
                  <a:lnTo>
                    <a:pt x="1021" y="114"/>
                  </a:lnTo>
                  <a:lnTo>
                    <a:pt x="1070" y="126"/>
                  </a:lnTo>
                  <a:lnTo>
                    <a:pt x="1122" y="140"/>
                  </a:lnTo>
                  <a:lnTo>
                    <a:pt x="1177" y="155"/>
                  </a:lnTo>
                  <a:lnTo>
                    <a:pt x="1200" y="162"/>
                  </a:lnTo>
                  <a:lnTo>
                    <a:pt x="1218" y="169"/>
                  </a:lnTo>
                  <a:lnTo>
                    <a:pt x="1234" y="176"/>
                  </a:lnTo>
                  <a:lnTo>
                    <a:pt x="1246" y="183"/>
                  </a:lnTo>
                  <a:lnTo>
                    <a:pt x="1258" y="189"/>
                  </a:lnTo>
                  <a:lnTo>
                    <a:pt x="1267" y="197"/>
                  </a:lnTo>
                  <a:lnTo>
                    <a:pt x="1276" y="203"/>
                  </a:lnTo>
                  <a:lnTo>
                    <a:pt x="1284" y="209"/>
                  </a:lnTo>
                  <a:lnTo>
                    <a:pt x="1292" y="214"/>
                  </a:lnTo>
                  <a:lnTo>
                    <a:pt x="1302" y="220"/>
                  </a:lnTo>
                  <a:lnTo>
                    <a:pt x="1312" y="225"/>
                  </a:lnTo>
                  <a:lnTo>
                    <a:pt x="1325" y="230"/>
                  </a:lnTo>
                  <a:lnTo>
                    <a:pt x="1338" y="233"/>
                  </a:lnTo>
                  <a:lnTo>
                    <a:pt x="1356" y="237"/>
                  </a:lnTo>
                  <a:lnTo>
                    <a:pt x="1377" y="239"/>
                  </a:lnTo>
                  <a:lnTo>
                    <a:pt x="1401" y="241"/>
                  </a:lnTo>
                  <a:lnTo>
                    <a:pt x="1438" y="242"/>
                  </a:lnTo>
                  <a:lnTo>
                    <a:pt x="1467" y="240"/>
                  </a:lnTo>
                  <a:lnTo>
                    <a:pt x="1489" y="235"/>
                  </a:lnTo>
                  <a:lnTo>
                    <a:pt x="1507" y="229"/>
                  </a:lnTo>
                  <a:lnTo>
                    <a:pt x="1522" y="221"/>
                  </a:lnTo>
                  <a:lnTo>
                    <a:pt x="1536" y="211"/>
                  </a:lnTo>
                  <a:lnTo>
                    <a:pt x="1551" y="203"/>
                  </a:lnTo>
                  <a:lnTo>
                    <a:pt x="1569" y="195"/>
                  </a:lnTo>
                  <a:lnTo>
                    <a:pt x="1592" y="187"/>
                  </a:lnTo>
                  <a:lnTo>
                    <a:pt x="1621" y="182"/>
                  </a:lnTo>
                  <a:lnTo>
                    <a:pt x="1660" y="179"/>
                  </a:lnTo>
                  <a:lnTo>
                    <a:pt x="1708" y="180"/>
                  </a:lnTo>
                  <a:lnTo>
                    <a:pt x="1769" y="183"/>
                  </a:lnTo>
                  <a:lnTo>
                    <a:pt x="1845" y="193"/>
                  </a:lnTo>
                  <a:lnTo>
                    <a:pt x="1937" y="206"/>
                  </a:lnTo>
                  <a:lnTo>
                    <a:pt x="2047" y="225"/>
                  </a:lnTo>
                  <a:lnTo>
                    <a:pt x="2071" y="229"/>
                  </a:lnTo>
                  <a:lnTo>
                    <a:pt x="2090" y="234"/>
                  </a:lnTo>
                  <a:lnTo>
                    <a:pt x="2105" y="237"/>
                  </a:lnTo>
                  <a:lnTo>
                    <a:pt x="2115" y="241"/>
                  </a:lnTo>
                  <a:lnTo>
                    <a:pt x="2121" y="246"/>
                  </a:lnTo>
                  <a:lnTo>
                    <a:pt x="2124" y="249"/>
                  </a:lnTo>
                  <a:lnTo>
                    <a:pt x="2123" y="252"/>
                  </a:lnTo>
                  <a:lnTo>
                    <a:pt x="2119" y="255"/>
                  </a:lnTo>
                  <a:lnTo>
                    <a:pt x="2112" y="258"/>
                  </a:lnTo>
                  <a:lnTo>
                    <a:pt x="2101" y="261"/>
                  </a:lnTo>
                  <a:lnTo>
                    <a:pt x="2088" y="264"/>
                  </a:lnTo>
                  <a:lnTo>
                    <a:pt x="2072" y="267"/>
                  </a:lnTo>
                  <a:lnTo>
                    <a:pt x="2055" y="270"/>
                  </a:lnTo>
                  <a:lnTo>
                    <a:pt x="2035" y="274"/>
                  </a:lnTo>
                  <a:lnTo>
                    <a:pt x="2013" y="278"/>
                  </a:lnTo>
                  <a:lnTo>
                    <a:pt x="1990" y="281"/>
                  </a:lnTo>
                  <a:lnTo>
                    <a:pt x="1965" y="285"/>
                  </a:lnTo>
                  <a:lnTo>
                    <a:pt x="1939" y="288"/>
                  </a:lnTo>
                  <a:lnTo>
                    <a:pt x="1912" y="293"/>
                  </a:lnTo>
                  <a:lnTo>
                    <a:pt x="1884" y="297"/>
                  </a:lnTo>
                  <a:lnTo>
                    <a:pt x="1856" y="303"/>
                  </a:lnTo>
                  <a:lnTo>
                    <a:pt x="1828" y="308"/>
                  </a:lnTo>
                  <a:lnTo>
                    <a:pt x="1798" y="313"/>
                  </a:lnTo>
                  <a:lnTo>
                    <a:pt x="1770" y="319"/>
                  </a:lnTo>
                  <a:lnTo>
                    <a:pt x="1742" y="326"/>
                  </a:lnTo>
                  <a:lnTo>
                    <a:pt x="1714" y="333"/>
                  </a:lnTo>
                  <a:lnTo>
                    <a:pt x="1687" y="340"/>
                  </a:lnTo>
                  <a:lnTo>
                    <a:pt x="1661" y="348"/>
                  </a:lnTo>
                  <a:lnTo>
                    <a:pt x="1636" y="357"/>
                  </a:lnTo>
                  <a:lnTo>
                    <a:pt x="1612" y="366"/>
                  </a:lnTo>
                  <a:lnTo>
                    <a:pt x="1590" y="376"/>
                  </a:lnTo>
                  <a:lnTo>
                    <a:pt x="1570" y="387"/>
                  </a:lnTo>
                  <a:close/>
                </a:path>
              </a:pathLst>
            </a:custGeom>
            <a:solidFill>
              <a:srgbClr val="ffc7ab"/>
            </a:solidFill>
            <a:ln w="0">
              <a:noFill/>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7870" name=""/>
            <p:cNvSpPr/>
            <p:nvPr/>
          </p:nvSpPr>
          <p:spPr>
            <a:xfrm flipV="1">
              <a:off x="6002280" y="5503680"/>
              <a:ext cx="68400" cy="58320"/>
            </a:xfrm>
            <a:custGeom>
              <a:avLst/>
              <a:gdLst/>
              <a:ahLst/>
              <a:rect l="l" t="t" r="r" b="b"/>
              <a:pathLst>
                <a:path w="645" h="506">
                  <a:moveTo>
                    <a:pt x="581" y="25"/>
                  </a:moveTo>
                  <a:lnTo>
                    <a:pt x="569" y="15"/>
                  </a:lnTo>
                  <a:lnTo>
                    <a:pt x="552" y="7"/>
                  </a:lnTo>
                  <a:lnTo>
                    <a:pt x="531" y="2"/>
                  </a:lnTo>
                  <a:lnTo>
                    <a:pt x="507" y="0"/>
                  </a:lnTo>
                  <a:lnTo>
                    <a:pt x="481" y="0"/>
                  </a:lnTo>
                  <a:lnTo>
                    <a:pt x="453" y="2"/>
                  </a:lnTo>
                  <a:lnTo>
                    <a:pt x="424" y="5"/>
                  </a:lnTo>
                  <a:lnTo>
                    <a:pt x="393" y="11"/>
                  </a:lnTo>
                  <a:lnTo>
                    <a:pt x="363" y="17"/>
                  </a:lnTo>
                  <a:lnTo>
                    <a:pt x="331" y="25"/>
                  </a:lnTo>
                  <a:lnTo>
                    <a:pt x="301" y="32"/>
                  </a:lnTo>
                  <a:lnTo>
                    <a:pt x="273" y="42"/>
                  </a:lnTo>
                  <a:lnTo>
                    <a:pt x="246" y="50"/>
                  </a:lnTo>
                  <a:lnTo>
                    <a:pt x="222" y="59"/>
                  </a:lnTo>
                  <a:lnTo>
                    <a:pt x="200" y="68"/>
                  </a:lnTo>
                  <a:lnTo>
                    <a:pt x="183" y="76"/>
                  </a:lnTo>
                  <a:lnTo>
                    <a:pt x="166" y="86"/>
                  </a:lnTo>
                  <a:lnTo>
                    <a:pt x="147" y="100"/>
                  </a:lnTo>
                  <a:lnTo>
                    <a:pt x="128" y="118"/>
                  </a:lnTo>
                  <a:lnTo>
                    <a:pt x="109" y="138"/>
                  </a:lnTo>
                  <a:lnTo>
                    <a:pt x="89" y="161"/>
                  </a:lnTo>
                  <a:lnTo>
                    <a:pt x="70" y="186"/>
                  </a:lnTo>
                  <a:lnTo>
                    <a:pt x="52" y="213"/>
                  </a:lnTo>
                  <a:lnTo>
                    <a:pt x="36" y="241"/>
                  </a:lnTo>
                  <a:lnTo>
                    <a:pt x="22" y="270"/>
                  </a:lnTo>
                  <a:lnTo>
                    <a:pt x="12" y="299"/>
                  </a:lnTo>
                  <a:lnTo>
                    <a:pt x="4" y="328"/>
                  </a:lnTo>
                  <a:lnTo>
                    <a:pt x="0" y="358"/>
                  </a:lnTo>
                  <a:lnTo>
                    <a:pt x="1" y="386"/>
                  </a:lnTo>
                  <a:lnTo>
                    <a:pt x="8" y="413"/>
                  </a:lnTo>
                  <a:lnTo>
                    <a:pt x="18" y="436"/>
                  </a:lnTo>
                  <a:lnTo>
                    <a:pt x="36" y="459"/>
                  </a:lnTo>
                  <a:lnTo>
                    <a:pt x="58" y="478"/>
                  </a:lnTo>
                  <a:lnTo>
                    <a:pt x="84" y="492"/>
                  </a:lnTo>
                  <a:lnTo>
                    <a:pt x="113" y="500"/>
                  </a:lnTo>
                  <a:lnTo>
                    <a:pt x="143" y="505"/>
                  </a:lnTo>
                  <a:lnTo>
                    <a:pt x="175" y="506"/>
                  </a:lnTo>
                  <a:lnTo>
                    <a:pt x="209" y="504"/>
                  </a:lnTo>
                  <a:lnTo>
                    <a:pt x="242" y="500"/>
                  </a:lnTo>
                  <a:lnTo>
                    <a:pt x="275" y="493"/>
                  </a:lnTo>
                  <a:lnTo>
                    <a:pt x="306" y="484"/>
                  </a:lnTo>
                  <a:lnTo>
                    <a:pt x="338" y="476"/>
                  </a:lnTo>
                  <a:lnTo>
                    <a:pt x="366" y="466"/>
                  </a:lnTo>
                  <a:lnTo>
                    <a:pt x="392" y="456"/>
                  </a:lnTo>
                  <a:lnTo>
                    <a:pt x="414" y="447"/>
                  </a:lnTo>
                  <a:lnTo>
                    <a:pt x="432" y="440"/>
                  </a:lnTo>
                  <a:lnTo>
                    <a:pt x="446" y="432"/>
                  </a:lnTo>
                  <a:lnTo>
                    <a:pt x="454" y="428"/>
                  </a:lnTo>
                  <a:lnTo>
                    <a:pt x="463" y="423"/>
                  </a:lnTo>
                  <a:lnTo>
                    <a:pt x="476" y="415"/>
                  </a:lnTo>
                  <a:lnTo>
                    <a:pt x="493" y="403"/>
                  </a:lnTo>
                  <a:lnTo>
                    <a:pt x="513" y="389"/>
                  </a:lnTo>
                  <a:lnTo>
                    <a:pt x="535" y="371"/>
                  </a:lnTo>
                  <a:lnTo>
                    <a:pt x="556" y="351"/>
                  </a:lnTo>
                  <a:lnTo>
                    <a:pt x="578" y="328"/>
                  </a:lnTo>
                  <a:lnTo>
                    <a:pt x="599" y="302"/>
                  </a:lnTo>
                  <a:lnTo>
                    <a:pt x="617" y="274"/>
                  </a:lnTo>
                  <a:lnTo>
                    <a:pt x="631" y="244"/>
                  </a:lnTo>
                  <a:lnTo>
                    <a:pt x="641" y="212"/>
                  </a:lnTo>
                  <a:lnTo>
                    <a:pt x="645" y="178"/>
                  </a:lnTo>
                  <a:lnTo>
                    <a:pt x="642" y="142"/>
                  </a:lnTo>
                  <a:lnTo>
                    <a:pt x="631" y="105"/>
                  </a:lnTo>
                  <a:lnTo>
                    <a:pt x="612" y="66"/>
                  </a:lnTo>
                  <a:lnTo>
                    <a:pt x="581" y="25"/>
                  </a:lnTo>
                  <a:close/>
                </a:path>
              </a:pathLst>
            </a:custGeom>
            <a:solidFill>
              <a:srgbClr val="d99473"/>
            </a:solidFill>
            <a:ln w="0">
              <a:noFill/>
            </a:ln>
          </p:spPr>
          <p:style>
            <a:lnRef idx="0"/>
            <a:fillRef idx="0"/>
            <a:effectRef idx="0"/>
            <a:fontRef idx="minor"/>
          </p:style>
          <p:txBody>
            <a:bodyPr lIns="90000" rIns="90000" tIns="11520" bIns="11520" anchor="t">
              <a:noAutofit/>
            </a:bodyPr>
            <a:p>
              <a:endParaRPr b="0" lang="en-US" sz="2400" spc="-1" strike="noStrike">
                <a:solidFill>
                  <a:srgbClr val="000000"/>
                </a:solidFill>
                <a:latin typeface="Times New Roman"/>
              </a:endParaRPr>
            </a:p>
          </p:txBody>
        </p:sp>
        <p:sp>
          <p:nvSpPr>
            <p:cNvPr id="7871" name=""/>
            <p:cNvSpPr/>
            <p:nvPr/>
          </p:nvSpPr>
          <p:spPr>
            <a:xfrm flipV="1">
              <a:off x="6005520" y="5508360"/>
              <a:ext cx="65160" cy="48960"/>
            </a:xfrm>
            <a:custGeom>
              <a:avLst/>
              <a:gdLst/>
              <a:ahLst/>
              <a:rect l="l" t="t" r="r" b="b"/>
              <a:pathLst>
                <a:path w="604" h="434">
                  <a:moveTo>
                    <a:pt x="571" y="17"/>
                  </a:moveTo>
                  <a:lnTo>
                    <a:pt x="543" y="9"/>
                  </a:lnTo>
                  <a:lnTo>
                    <a:pt x="515" y="4"/>
                  </a:lnTo>
                  <a:lnTo>
                    <a:pt x="486" y="1"/>
                  </a:lnTo>
                  <a:lnTo>
                    <a:pt x="456" y="0"/>
                  </a:lnTo>
                  <a:lnTo>
                    <a:pt x="426" y="1"/>
                  </a:lnTo>
                  <a:lnTo>
                    <a:pt x="395" y="3"/>
                  </a:lnTo>
                  <a:lnTo>
                    <a:pt x="364" y="8"/>
                  </a:lnTo>
                  <a:lnTo>
                    <a:pt x="333" y="13"/>
                  </a:lnTo>
                  <a:lnTo>
                    <a:pt x="302" y="22"/>
                  </a:lnTo>
                  <a:lnTo>
                    <a:pt x="272" y="31"/>
                  </a:lnTo>
                  <a:lnTo>
                    <a:pt x="241" y="41"/>
                  </a:lnTo>
                  <a:lnTo>
                    <a:pt x="212" y="53"/>
                  </a:lnTo>
                  <a:lnTo>
                    <a:pt x="183" y="66"/>
                  </a:lnTo>
                  <a:lnTo>
                    <a:pt x="156" y="80"/>
                  </a:lnTo>
                  <a:lnTo>
                    <a:pt x="129" y="94"/>
                  </a:lnTo>
                  <a:lnTo>
                    <a:pt x="104" y="110"/>
                  </a:lnTo>
                  <a:lnTo>
                    <a:pt x="102" y="112"/>
                  </a:lnTo>
                  <a:lnTo>
                    <a:pt x="96" y="118"/>
                  </a:lnTo>
                  <a:lnTo>
                    <a:pt x="87" y="128"/>
                  </a:lnTo>
                  <a:lnTo>
                    <a:pt x="76" y="140"/>
                  </a:lnTo>
                  <a:lnTo>
                    <a:pt x="63" y="156"/>
                  </a:lnTo>
                  <a:lnTo>
                    <a:pt x="51" y="173"/>
                  </a:lnTo>
                  <a:lnTo>
                    <a:pt x="37" y="193"/>
                  </a:lnTo>
                  <a:lnTo>
                    <a:pt x="26" y="215"/>
                  </a:lnTo>
                  <a:lnTo>
                    <a:pt x="14" y="238"/>
                  </a:lnTo>
                  <a:lnTo>
                    <a:pt x="6" y="261"/>
                  </a:lnTo>
                  <a:lnTo>
                    <a:pt x="1" y="284"/>
                  </a:lnTo>
                  <a:lnTo>
                    <a:pt x="0" y="309"/>
                  </a:lnTo>
                  <a:lnTo>
                    <a:pt x="3" y="332"/>
                  </a:lnTo>
                  <a:lnTo>
                    <a:pt x="11" y="355"/>
                  </a:lnTo>
                  <a:lnTo>
                    <a:pt x="26" y="377"/>
                  </a:lnTo>
                  <a:lnTo>
                    <a:pt x="48" y="398"/>
                  </a:lnTo>
                  <a:lnTo>
                    <a:pt x="62" y="407"/>
                  </a:lnTo>
                  <a:lnTo>
                    <a:pt x="79" y="415"/>
                  </a:lnTo>
                  <a:lnTo>
                    <a:pt x="100" y="422"/>
                  </a:lnTo>
                  <a:lnTo>
                    <a:pt x="122" y="427"/>
                  </a:lnTo>
                  <a:lnTo>
                    <a:pt x="147" y="431"/>
                  </a:lnTo>
                  <a:lnTo>
                    <a:pt x="173" y="433"/>
                  </a:lnTo>
                  <a:lnTo>
                    <a:pt x="201" y="434"/>
                  </a:lnTo>
                  <a:lnTo>
                    <a:pt x="230" y="433"/>
                  </a:lnTo>
                  <a:lnTo>
                    <a:pt x="259" y="431"/>
                  </a:lnTo>
                  <a:lnTo>
                    <a:pt x="289" y="426"/>
                  </a:lnTo>
                  <a:lnTo>
                    <a:pt x="320" y="420"/>
                  </a:lnTo>
                  <a:lnTo>
                    <a:pt x="349" y="411"/>
                  </a:lnTo>
                  <a:lnTo>
                    <a:pt x="378" y="402"/>
                  </a:lnTo>
                  <a:lnTo>
                    <a:pt x="407" y="389"/>
                  </a:lnTo>
                  <a:lnTo>
                    <a:pt x="434" y="375"/>
                  </a:lnTo>
                  <a:lnTo>
                    <a:pt x="459" y="358"/>
                  </a:lnTo>
                  <a:lnTo>
                    <a:pt x="460" y="357"/>
                  </a:lnTo>
                  <a:lnTo>
                    <a:pt x="464" y="355"/>
                  </a:lnTo>
                  <a:lnTo>
                    <a:pt x="470" y="352"/>
                  </a:lnTo>
                  <a:lnTo>
                    <a:pt x="477" y="347"/>
                  </a:lnTo>
                  <a:lnTo>
                    <a:pt x="485" y="341"/>
                  </a:lnTo>
                  <a:lnTo>
                    <a:pt x="496" y="332"/>
                  </a:lnTo>
                  <a:lnTo>
                    <a:pt x="506" y="323"/>
                  </a:lnTo>
                  <a:lnTo>
                    <a:pt x="517" y="313"/>
                  </a:lnTo>
                  <a:lnTo>
                    <a:pt x="530" y="300"/>
                  </a:lnTo>
                  <a:lnTo>
                    <a:pt x="541" y="288"/>
                  </a:lnTo>
                  <a:lnTo>
                    <a:pt x="553" y="273"/>
                  </a:lnTo>
                  <a:lnTo>
                    <a:pt x="563" y="256"/>
                  </a:lnTo>
                  <a:lnTo>
                    <a:pt x="574" y="239"/>
                  </a:lnTo>
                  <a:lnTo>
                    <a:pt x="583" y="221"/>
                  </a:lnTo>
                  <a:lnTo>
                    <a:pt x="590" y="200"/>
                  </a:lnTo>
                  <a:lnTo>
                    <a:pt x="597" y="180"/>
                  </a:lnTo>
                  <a:lnTo>
                    <a:pt x="604" y="139"/>
                  </a:lnTo>
                  <a:lnTo>
                    <a:pt x="604" y="105"/>
                  </a:lnTo>
                  <a:lnTo>
                    <a:pt x="601" y="77"/>
                  </a:lnTo>
                  <a:lnTo>
                    <a:pt x="595" y="55"/>
                  </a:lnTo>
                  <a:lnTo>
                    <a:pt x="586" y="38"/>
                  </a:lnTo>
                  <a:lnTo>
                    <a:pt x="579" y="26"/>
                  </a:lnTo>
                  <a:lnTo>
                    <a:pt x="573" y="20"/>
                  </a:lnTo>
                  <a:lnTo>
                    <a:pt x="571" y="17"/>
                  </a:lnTo>
                  <a:close/>
                </a:path>
              </a:pathLst>
            </a:custGeom>
            <a:solidFill>
              <a:srgbClr val="d99473"/>
            </a:solidFill>
            <a:ln w="0">
              <a:noFill/>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7872" name=""/>
            <p:cNvSpPr/>
            <p:nvPr/>
          </p:nvSpPr>
          <p:spPr>
            <a:xfrm flipV="1">
              <a:off x="6006960" y="5512320"/>
              <a:ext cx="63720" cy="44280"/>
            </a:xfrm>
            <a:custGeom>
              <a:avLst/>
              <a:gdLst/>
              <a:ahLst/>
              <a:rect l="l" t="t" r="r" b="b"/>
              <a:pathLst>
                <a:path w="581" h="380">
                  <a:moveTo>
                    <a:pt x="106" y="99"/>
                  </a:moveTo>
                  <a:lnTo>
                    <a:pt x="132" y="84"/>
                  </a:lnTo>
                  <a:lnTo>
                    <a:pt x="159" y="71"/>
                  </a:lnTo>
                  <a:lnTo>
                    <a:pt x="186" y="57"/>
                  </a:lnTo>
                  <a:lnTo>
                    <a:pt x="215" y="46"/>
                  </a:lnTo>
                  <a:lnTo>
                    <a:pt x="244" y="36"/>
                  </a:lnTo>
                  <a:lnTo>
                    <a:pt x="273" y="27"/>
                  </a:lnTo>
                  <a:lnTo>
                    <a:pt x="303" y="19"/>
                  </a:lnTo>
                  <a:lnTo>
                    <a:pt x="333" y="13"/>
                  </a:lnTo>
                  <a:lnTo>
                    <a:pt x="362" y="7"/>
                  </a:lnTo>
                  <a:lnTo>
                    <a:pt x="391" y="3"/>
                  </a:lnTo>
                  <a:lnTo>
                    <a:pt x="420" y="1"/>
                  </a:lnTo>
                  <a:lnTo>
                    <a:pt x="448" y="0"/>
                  </a:lnTo>
                  <a:lnTo>
                    <a:pt x="476" y="1"/>
                  </a:lnTo>
                  <a:lnTo>
                    <a:pt x="502" y="4"/>
                  </a:lnTo>
                  <a:lnTo>
                    <a:pt x="527" y="9"/>
                  </a:lnTo>
                  <a:lnTo>
                    <a:pt x="551" y="15"/>
                  </a:lnTo>
                  <a:lnTo>
                    <a:pt x="553" y="17"/>
                  </a:lnTo>
                  <a:lnTo>
                    <a:pt x="558" y="23"/>
                  </a:lnTo>
                  <a:lnTo>
                    <a:pt x="564" y="32"/>
                  </a:lnTo>
                  <a:lnTo>
                    <a:pt x="571" y="48"/>
                  </a:lnTo>
                  <a:lnTo>
                    <a:pt x="578" y="67"/>
                  </a:lnTo>
                  <a:lnTo>
                    <a:pt x="581" y="92"/>
                  </a:lnTo>
                  <a:lnTo>
                    <a:pt x="580" y="121"/>
                  </a:lnTo>
                  <a:lnTo>
                    <a:pt x="573" y="156"/>
                  </a:lnTo>
                  <a:lnTo>
                    <a:pt x="560" y="192"/>
                  </a:lnTo>
                  <a:lnTo>
                    <a:pt x="539" y="225"/>
                  </a:lnTo>
                  <a:lnTo>
                    <a:pt x="515" y="252"/>
                  </a:lnTo>
                  <a:lnTo>
                    <a:pt x="489" y="274"/>
                  </a:lnTo>
                  <a:lnTo>
                    <a:pt x="464" y="292"/>
                  </a:lnTo>
                  <a:lnTo>
                    <a:pt x="442" y="306"/>
                  </a:lnTo>
                  <a:lnTo>
                    <a:pt x="428" y="313"/>
                  </a:lnTo>
                  <a:lnTo>
                    <a:pt x="422" y="316"/>
                  </a:lnTo>
                  <a:lnTo>
                    <a:pt x="395" y="331"/>
                  </a:lnTo>
                  <a:lnTo>
                    <a:pt x="367" y="343"/>
                  </a:lnTo>
                  <a:lnTo>
                    <a:pt x="339" y="353"/>
                  </a:lnTo>
                  <a:lnTo>
                    <a:pt x="311" y="363"/>
                  </a:lnTo>
                  <a:lnTo>
                    <a:pt x="283" y="369"/>
                  </a:lnTo>
                  <a:lnTo>
                    <a:pt x="255" y="374"/>
                  </a:lnTo>
                  <a:lnTo>
                    <a:pt x="228" y="378"/>
                  </a:lnTo>
                  <a:lnTo>
                    <a:pt x="201" y="379"/>
                  </a:lnTo>
                  <a:lnTo>
                    <a:pt x="175" y="380"/>
                  </a:lnTo>
                  <a:lnTo>
                    <a:pt x="151" y="379"/>
                  </a:lnTo>
                  <a:lnTo>
                    <a:pt x="127" y="376"/>
                  </a:lnTo>
                  <a:lnTo>
                    <a:pt x="105" y="372"/>
                  </a:lnTo>
                  <a:lnTo>
                    <a:pt x="85" y="367"/>
                  </a:lnTo>
                  <a:lnTo>
                    <a:pt x="66" y="361"/>
                  </a:lnTo>
                  <a:lnTo>
                    <a:pt x="50" y="352"/>
                  </a:lnTo>
                  <a:lnTo>
                    <a:pt x="36" y="344"/>
                  </a:lnTo>
                  <a:lnTo>
                    <a:pt x="18" y="327"/>
                  </a:lnTo>
                  <a:lnTo>
                    <a:pt x="7" y="309"/>
                  </a:lnTo>
                  <a:lnTo>
                    <a:pt x="1" y="290"/>
                  </a:lnTo>
                  <a:lnTo>
                    <a:pt x="0" y="270"/>
                  </a:lnTo>
                  <a:lnTo>
                    <a:pt x="3" y="250"/>
                  </a:lnTo>
                  <a:lnTo>
                    <a:pt x="9" y="229"/>
                  </a:lnTo>
                  <a:lnTo>
                    <a:pt x="17" y="209"/>
                  </a:lnTo>
                  <a:lnTo>
                    <a:pt x="29" y="189"/>
                  </a:lnTo>
                  <a:lnTo>
                    <a:pt x="41" y="172"/>
                  </a:lnTo>
                  <a:lnTo>
                    <a:pt x="54" y="154"/>
                  </a:lnTo>
                  <a:lnTo>
                    <a:pt x="67" y="138"/>
                  </a:lnTo>
                  <a:lnTo>
                    <a:pt x="79" y="125"/>
                  </a:lnTo>
                  <a:lnTo>
                    <a:pt x="90" y="114"/>
                  </a:lnTo>
                  <a:lnTo>
                    <a:pt x="99" y="106"/>
                  </a:lnTo>
                  <a:lnTo>
                    <a:pt x="104" y="101"/>
                  </a:lnTo>
                  <a:lnTo>
                    <a:pt x="106" y="99"/>
                  </a:lnTo>
                  <a:close/>
                </a:path>
              </a:pathLst>
            </a:custGeom>
            <a:solidFill>
              <a:srgbClr val="e3a17d"/>
            </a:solidFill>
            <a:ln w="0">
              <a:noFill/>
            </a:ln>
          </p:spPr>
          <p:style>
            <a:lnRef idx="0"/>
            <a:fillRef idx="0"/>
            <a:effectRef idx="0"/>
            <a:fontRef idx="minor"/>
          </p:style>
          <p:txBody>
            <a:bodyPr lIns="90000" rIns="90000" tIns="-2520" bIns="-2520" anchor="t">
              <a:noAutofit/>
            </a:bodyPr>
            <a:p>
              <a:endParaRPr b="0" lang="en-US" sz="2400" spc="-1" strike="noStrike">
                <a:solidFill>
                  <a:srgbClr val="000000"/>
                </a:solidFill>
                <a:latin typeface="Times New Roman"/>
              </a:endParaRPr>
            </a:p>
          </p:txBody>
        </p:sp>
        <p:sp>
          <p:nvSpPr>
            <p:cNvPr id="7873" name=""/>
            <p:cNvSpPr/>
            <p:nvPr/>
          </p:nvSpPr>
          <p:spPr>
            <a:xfrm flipV="1">
              <a:off x="6012000" y="5517000"/>
              <a:ext cx="56880" cy="37800"/>
            </a:xfrm>
            <a:custGeom>
              <a:avLst/>
              <a:gdLst/>
              <a:ahLst/>
              <a:rect l="l" t="t" r="r" b="b"/>
              <a:pathLst>
                <a:path w="559" h="324">
                  <a:moveTo>
                    <a:pt x="111" y="86"/>
                  </a:moveTo>
                  <a:lnTo>
                    <a:pt x="137" y="72"/>
                  </a:lnTo>
                  <a:lnTo>
                    <a:pt x="164" y="59"/>
                  </a:lnTo>
                  <a:lnTo>
                    <a:pt x="192" y="47"/>
                  </a:lnTo>
                  <a:lnTo>
                    <a:pt x="220" y="37"/>
                  </a:lnTo>
                  <a:lnTo>
                    <a:pt x="249" y="29"/>
                  </a:lnTo>
                  <a:lnTo>
                    <a:pt x="278" y="20"/>
                  </a:lnTo>
                  <a:lnTo>
                    <a:pt x="306" y="14"/>
                  </a:lnTo>
                  <a:lnTo>
                    <a:pt x="336" y="9"/>
                  </a:lnTo>
                  <a:lnTo>
                    <a:pt x="363" y="5"/>
                  </a:lnTo>
                  <a:lnTo>
                    <a:pt x="391" y="2"/>
                  </a:lnTo>
                  <a:lnTo>
                    <a:pt x="417" y="1"/>
                  </a:lnTo>
                  <a:lnTo>
                    <a:pt x="443" y="0"/>
                  </a:lnTo>
                  <a:lnTo>
                    <a:pt x="467" y="1"/>
                  </a:lnTo>
                  <a:lnTo>
                    <a:pt x="490" y="3"/>
                  </a:lnTo>
                  <a:lnTo>
                    <a:pt x="512" y="7"/>
                  </a:lnTo>
                  <a:lnTo>
                    <a:pt x="531" y="11"/>
                  </a:lnTo>
                  <a:lnTo>
                    <a:pt x="534" y="13"/>
                  </a:lnTo>
                  <a:lnTo>
                    <a:pt x="538" y="18"/>
                  </a:lnTo>
                  <a:lnTo>
                    <a:pt x="544" y="27"/>
                  </a:lnTo>
                  <a:lnTo>
                    <a:pt x="550" y="39"/>
                  </a:lnTo>
                  <a:lnTo>
                    <a:pt x="555" y="56"/>
                  </a:lnTo>
                  <a:lnTo>
                    <a:pt x="559" y="77"/>
                  </a:lnTo>
                  <a:lnTo>
                    <a:pt x="557" y="101"/>
                  </a:lnTo>
                  <a:lnTo>
                    <a:pt x="552" y="131"/>
                  </a:lnTo>
                  <a:lnTo>
                    <a:pt x="539" y="162"/>
                  </a:lnTo>
                  <a:lnTo>
                    <a:pt x="517" y="190"/>
                  </a:lnTo>
                  <a:lnTo>
                    <a:pt x="491" y="215"/>
                  </a:lnTo>
                  <a:lnTo>
                    <a:pt x="462" y="234"/>
                  </a:lnTo>
                  <a:lnTo>
                    <a:pt x="435" y="250"/>
                  </a:lnTo>
                  <a:lnTo>
                    <a:pt x="411" y="261"/>
                  </a:lnTo>
                  <a:lnTo>
                    <a:pt x="395" y="269"/>
                  </a:lnTo>
                  <a:lnTo>
                    <a:pt x="389" y="271"/>
                  </a:lnTo>
                  <a:lnTo>
                    <a:pt x="360" y="283"/>
                  </a:lnTo>
                  <a:lnTo>
                    <a:pt x="330" y="295"/>
                  </a:lnTo>
                  <a:lnTo>
                    <a:pt x="302" y="303"/>
                  </a:lnTo>
                  <a:lnTo>
                    <a:pt x="275" y="310"/>
                  </a:lnTo>
                  <a:lnTo>
                    <a:pt x="248" y="316"/>
                  </a:lnTo>
                  <a:lnTo>
                    <a:pt x="222" y="321"/>
                  </a:lnTo>
                  <a:lnTo>
                    <a:pt x="197" y="323"/>
                  </a:lnTo>
                  <a:lnTo>
                    <a:pt x="174" y="324"/>
                  </a:lnTo>
                  <a:lnTo>
                    <a:pt x="151" y="324"/>
                  </a:lnTo>
                  <a:lnTo>
                    <a:pt x="129" y="322"/>
                  </a:lnTo>
                  <a:lnTo>
                    <a:pt x="109" y="320"/>
                  </a:lnTo>
                  <a:lnTo>
                    <a:pt x="90" y="315"/>
                  </a:lnTo>
                  <a:lnTo>
                    <a:pt x="72" y="310"/>
                  </a:lnTo>
                  <a:lnTo>
                    <a:pt x="55" y="304"/>
                  </a:lnTo>
                  <a:lnTo>
                    <a:pt x="41" y="297"/>
                  </a:lnTo>
                  <a:lnTo>
                    <a:pt x="27" y="288"/>
                  </a:lnTo>
                  <a:lnTo>
                    <a:pt x="13" y="275"/>
                  </a:lnTo>
                  <a:lnTo>
                    <a:pt x="4" y="260"/>
                  </a:lnTo>
                  <a:lnTo>
                    <a:pt x="0" y="245"/>
                  </a:lnTo>
                  <a:lnTo>
                    <a:pt x="1" y="228"/>
                  </a:lnTo>
                  <a:lnTo>
                    <a:pt x="5" y="212"/>
                  </a:lnTo>
                  <a:lnTo>
                    <a:pt x="13" y="195"/>
                  </a:lnTo>
                  <a:lnTo>
                    <a:pt x="23" y="178"/>
                  </a:lnTo>
                  <a:lnTo>
                    <a:pt x="35" y="162"/>
                  </a:lnTo>
                  <a:lnTo>
                    <a:pt x="47" y="146"/>
                  </a:lnTo>
                  <a:lnTo>
                    <a:pt x="60" y="133"/>
                  </a:lnTo>
                  <a:lnTo>
                    <a:pt x="73" y="119"/>
                  </a:lnTo>
                  <a:lnTo>
                    <a:pt x="85" y="108"/>
                  </a:lnTo>
                  <a:lnTo>
                    <a:pt x="95" y="98"/>
                  </a:lnTo>
                  <a:lnTo>
                    <a:pt x="103" y="92"/>
                  </a:lnTo>
                  <a:lnTo>
                    <a:pt x="109" y="87"/>
                  </a:lnTo>
                  <a:lnTo>
                    <a:pt x="111" y="86"/>
                  </a:lnTo>
                  <a:close/>
                </a:path>
              </a:pathLst>
            </a:custGeom>
            <a:solidFill>
              <a:srgbClr val="eba985"/>
            </a:solidFill>
            <a:ln w="0">
              <a:noFill/>
            </a:ln>
          </p:spPr>
          <p:style>
            <a:lnRef idx="0"/>
            <a:fillRef idx="0"/>
            <a:effectRef idx="0"/>
            <a:fontRef idx="minor"/>
          </p:style>
          <p:txBody>
            <a:bodyPr lIns="90000" rIns="90000" tIns="-9000" bIns="-9000" anchor="t">
              <a:noAutofit/>
            </a:bodyPr>
            <a:p>
              <a:endParaRPr b="0" lang="en-US" sz="2400" spc="-1" strike="noStrike">
                <a:solidFill>
                  <a:srgbClr val="000000"/>
                </a:solidFill>
                <a:latin typeface="Times New Roman"/>
              </a:endParaRPr>
            </a:p>
          </p:txBody>
        </p:sp>
        <p:sp>
          <p:nvSpPr>
            <p:cNvPr id="7874" name=""/>
            <p:cNvSpPr/>
            <p:nvPr/>
          </p:nvSpPr>
          <p:spPr>
            <a:xfrm flipV="1">
              <a:off x="6013440" y="5522760"/>
              <a:ext cx="55440" cy="29520"/>
            </a:xfrm>
            <a:custGeom>
              <a:avLst/>
              <a:gdLst/>
              <a:ahLst/>
              <a:rect l="l" t="t" r="r" b="b"/>
              <a:pathLst>
                <a:path w="536" h="269">
                  <a:moveTo>
                    <a:pt x="116" y="74"/>
                  </a:moveTo>
                  <a:lnTo>
                    <a:pt x="143" y="60"/>
                  </a:lnTo>
                  <a:lnTo>
                    <a:pt x="170" y="49"/>
                  </a:lnTo>
                  <a:lnTo>
                    <a:pt x="197" y="38"/>
                  </a:lnTo>
                  <a:lnTo>
                    <a:pt x="226" y="29"/>
                  </a:lnTo>
                  <a:lnTo>
                    <a:pt x="254" y="22"/>
                  </a:lnTo>
                  <a:lnTo>
                    <a:pt x="282" y="16"/>
                  </a:lnTo>
                  <a:lnTo>
                    <a:pt x="309" y="10"/>
                  </a:lnTo>
                  <a:lnTo>
                    <a:pt x="337" y="6"/>
                  </a:lnTo>
                  <a:lnTo>
                    <a:pt x="363" y="3"/>
                  </a:lnTo>
                  <a:lnTo>
                    <a:pt x="389" y="1"/>
                  </a:lnTo>
                  <a:lnTo>
                    <a:pt x="414" y="0"/>
                  </a:lnTo>
                  <a:lnTo>
                    <a:pt x="437" y="0"/>
                  </a:lnTo>
                  <a:lnTo>
                    <a:pt x="459" y="1"/>
                  </a:lnTo>
                  <a:lnTo>
                    <a:pt x="479" y="3"/>
                  </a:lnTo>
                  <a:lnTo>
                    <a:pt x="498" y="5"/>
                  </a:lnTo>
                  <a:lnTo>
                    <a:pt x="513" y="8"/>
                  </a:lnTo>
                  <a:lnTo>
                    <a:pt x="515" y="9"/>
                  </a:lnTo>
                  <a:lnTo>
                    <a:pt x="519" y="15"/>
                  </a:lnTo>
                  <a:lnTo>
                    <a:pt x="524" y="22"/>
                  </a:lnTo>
                  <a:lnTo>
                    <a:pt x="530" y="32"/>
                  </a:lnTo>
                  <a:lnTo>
                    <a:pt x="534" y="46"/>
                  </a:lnTo>
                  <a:lnTo>
                    <a:pt x="536" y="62"/>
                  </a:lnTo>
                  <a:lnTo>
                    <a:pt x="536" y="82"/>
                  </a:lnTo>
                  <a:lnTo>
                    <a:pt x="531" y="106"/>
                  </a:lnTo>
                  <a:lnTo>
                    <a:pt x="526" y="120"/>
                  </a:lnTo>
                  <a:lnTo>
                    <a:pt x="518" y="133"/>
                  </a:lnTo>
                  <a:lnTo>
                    <a:pt x="507" y="146"/>
                  </a:lnTo>
                  <a:lnTo>
                    <a:pt x="495" y="157"/>
                  </a:lnTo>
                  <a:lnTo>
                    <a:pt x="481" y="167"/>
                  </a:lnTo>
                  <a:lnTo>
                    <a:pt x="465" y="178"/>
                  </a:lnTo>
                  <a:lnTo>
                    <a:pt x="451" y="186"/>
                  </a:lnTo>
                  <a:lnTo>
                    <a:pt x="435" y="194"/>
                  </a:lnTo>
                  <a:lnTo>
                    <a:pt x="420" y="203"/>
                  </a:lnTo>
                  <a:lnTo>
                    <a:pt x="405" y="209"/>
                  </a:lnTo>
                  <a:lnTo>
                    <a:pt x="391" y="214"/>
                  </a:lnTo>
                  <a:lnTo>
                    <a:pt x="379" y="219"/>
                  </a:lnTo>
                  <a:lnTo>
                    <a:pt x="369" y="222"/>
                  </a:lnTo>
                  <a:lnTo>
                    <a:pt x="360" y="225"/>
                  </a:lnTo>
                  <a:lnTo>
                    <a:pt x="356" y="227"/>
                  </a:lnTo>
                  <a:lnTo>
                    <a:pt x="354" y="228"/>
                  </a:lnTo>
                  <a:lnTo>
                    <a:pt x="323" y="238"/>
                  </a:lnTo>
                  <a:lnTo>
                    <a:pt x="294" y="247"/>
                  </a:lnTo>
                  <a:lnTo>
                    <a:pt x="266" y="255"/>
                  </a:lnTo>
                  <a:lnTo>
                    <a:pt x="238" y="261"/>
                  </a:lnTo>
                  <a:lnTo>
                    <a:pt x="213" y="265"/>
                  </a:lnTo>
                  <a:lnTo>
                    <a:pt x="191" y="268"/>
                  </a:lnTo>
                  <a:lnTo>
                    <a:pt x="168" y="269"/>
                  </a:lnTo>
                  <a:lnTo>
                    <a:pt x="147" y="269"/>
                  </a:lnTo>
                  <a:lnTo>
                    <a:pt x="127" y="268"/>
                  </a:lnTo>
                  <a:lnTo>
                    <a:pt x="108" y="266"/>
                  </a:lnTo>
                  <a:lnTo>
                    <a:pt x="91" y="263"/>
                  </a:lnTo>
                  <a:lnTo>
                    <a:pt x="74" y="259"/>
                  </a:lnTo>
                  <a:lnTo>
                    <a:pt x="59" y="254"/>
                  </a:lnTo>
                  <a:lnTo>
                    <a:pt x="45" y="247"/>
                  </a:lnTo>
                  <a:lnTo>
                    <a:pt x="30" y="241"/>
                  </a:lnTo>
                  <a:lnTo>
                    <a:pt x="18" y="233"/>
                  </a:lnTo>
                  <a:lnTo>
                    <a:pt x="7" y="223"/>
                  </a:lnTo>
                  <a:lnTo>
                    <a:pt x="1" y="212"/>
                  </a:lnTo>
                  <a:lnTo>
                    <a:pt x="0" y="200"/>
                  </a:lnTo>
                  <a:lnTo>
                    <a:pt x="3" y="187"/>
                  </a:lnTo>
                  <a:lnTo>
                    <a:pt x="8" y="175"/>
                  </a:lnTo>
                  <a:lnTo>
                    <a:pt x="17" y="161"/>
                  </a:lnTo>
                  <a:lnTo>
                    <a:pt x="28" y="148"/>
                  </a:lnTo>
                  <a:lnTo>
                    <a:pt x="40" y="135"/>
                  </a:lnTo>
                  <a:lnTo>
                    <a:pt x="52" y="123"/>
                  </a:lnTo>
                  <a:lnTo>
                    <a:pt x="66" y="111"/>
                  </a:lnTo>
                  <a:lnTo>
                    <a:pt x="78" y="101"/>
                  </a:lnTo>
                  <a:lnTo>
                    <a:pt x="91" y="91"/>
                  </a:lnTo>
                  <a:lnTo>
                    <a:pt x="100" y="84"/>
                  </a:lnTo>
                  <a:lnTo>
                    <a:pt x="108" y="79"/>
                  </a:lnTo>
                  <a:lnTo>
                    <a:pt x="113" y="75"/>
                  </a:lnTo>
                  <a:lnTo>
                    <a:pt x="116" y="74"/>
                  </a:lnTo>
                  <a:close/>
                </a:path>
              </a:pathLst>
            </a:custGeom>
            <a:solidFill>
              <a:srgbClr val="f5b58f"/>
            </a:solidFill>
            <a:ln w="0">
              <a:noFill/>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7875" name=""/>
            <p:cNvSpPr/>
            <p:nvPr/>
          </p:nvSpPr>
          <p:spPr>
            <a:xfrm flipV="1">
              <a:off x="6014880" y="5526720"/>
              <a:ext cx="54000" cy="24840"/>
            </a:xfrm>
            <a:custGeom>
              <a:avLst/>
              <a:gdLst/>
              <a:ahLst/>
              <a:rect l="l" t="t" r="r" b="b"/>
              <a:pathLst>
                <a:path w="516" h="216">
                  <a:moveTo>
                    <a:pt x="496" y="6"/>
                  </a:moveTo>
                  <a:lnTo>
                    <a:pt x="484" y="5"/>
                  </a:lnTo>
                  <a:lnTo>
                    <a:pt x="469" y="3"/>
                  </a:lnTo>
                  <a:lnTo>
                    <a:pt x="453" y="2"/>
                  </a:lnTo>
                  <a:lnTo>
                    <a:pt x="433" y="0"/>
                  </a:lnTo>
                  <a:lnTo>
                    <a:pt x="412" y="0"/>
                  </a:lnTo>
                  <a:lnTo>
                    <a:pt x="390" y="0"/>
                  </a:lnTo>
                  <a:lnTo>
                    <a:pt x="365" y="2"/>
                  </a:lnTo>
                  <a:lnTo>
                    <a:pt x="340" y="4"/>
                  </a:lnTo>
                  <a:lnTo>
                    <a:pt x="314" y="7"/>
                  </a:lnTo>
                  <a:lnTo>
                    <a:pt x="287" y="10"/>
                  </a:lnTo>
                  <a:lnTo>
                    <a:pt x="260" y="15"/>
                  </a:lnTo>
                  <a:lnTo>
                    <a:pt x="232" y="21"/>
                  </a:lnTo>
                  <a:lnTo>
                    <a:pt x="204" y="30"/>
                  </a:lnTo>
                  <a:lnTo>
                    <a:pt x="176" y="39"/>
                  </a:lnTo>
                  <a:lnTo>
                    <a:pt x="147" y="49"/>
                  </a:lnTo>
                  <a:lnTo>
                    <a:pt x="120" y="62"/>
                  </a:lnTo>
                  <a:lnTo>
                    <a:pt x="113" y="66"/>
                  </a:lnTo>
                  <a:lnTo>
                    <a:pt x="95" y="75"/>
                  </a:lnTo>
                  <a:lnTo>
                    <a:pt x="71" y="91"/>
                  </a:lnTo>
                  <a:lnTo>
                    <a:pt x="45" y="109"/>
                  </a:lnTo>
                  <a:lnTo>
                    <a:pt x="21" y="127"/>
                  </a:lnTo>
                  <a:lnTo>
                    <a:pt x="5" y="147"/>
                  </a:lnTo>
                  <a:lnTo>
                    <a:pt x="0" y="165"/>
                  </a:lnTo>
                  <a:lnTo>
                    <a:pt x="9" y="178"/>
                  </a:lnTo>
                  <a:lnTo>
                    <a:pt x="21" y="185"/>
                  </a:lnTo>
                  <a:lnTo>
                    <a:pt x="34" y="192"/>
                  </a:lnTo>
                  <a:lnTo>
                    <a:pt x="46" y="198"/>
                  </a:lnTo>
                  <a:lnTo>
                    <a:pt x="60" y="203"/>
                  </a:lnTo>
                  <a:lnTo>
                    <a:pt x="74" y="207"/>
                  </a:lnTo>
                  <a:lnTo>
                    <a:pt x="88" y="211"/>
                  </a:lnTo>
                  <a:lnTo>
                    <a:pt x="104" y="213"/>
                  </a:lnTo>
                  <a:lnTo>
                    <a:pt x="121" y="216"/>
                  </a:lnTo>
                  <a:lnTo>
                    <a:pt x="139" y="216"/>
                  </a:lnTo>
                  <a:lnTo>
                    <a:pt x="159" y="214"/>
                  </a:lnTo>
                  <a:lnTo>
                    <a:pt x="181" y="213"/>
                  </a:lnTo>
                  <a:lnTo>
                    <a:pt x="204" y="210"/>
                  </a:lnTo>
                  <a:lnTo>
                    <a:pt x="230" y="206"/>
                  </a:lnTo>
                  <a:lnTo>
                    <a:pt x="258" y="200"/>
                  </a:lnTo>
                  <a:lnTo>
                    <a:pt x="288" y="193"/>
                  </a:lnTo>
                  <a:lnTo>
                    <a:pt x="321" y="184"/>
                  </a:lnTo>
                  <a:lnTo>
                    <a:pt x="323" y="184"/>
                  </a:lnTo>
                  <a:lnTo>
                    <a:pt x="329" y="182"/>
                  </a:lnTo>
                  <a:lnTo>
                    <a:pt x="337" y="180"/>
                  </a:lnTo>
                  <a:lnTo>
                    <a:pt x="348" y="177"/>
                  </a:lnTo>
                  <a:lnTo>
                    <a:pt x="362" y="173"/>
                  </a:lnTo>
                  <a:lnTo>
                    <a:pt x="377" y="168"/>
                  </a:lnTo>
                  <a:lnTo>
                    <a:pt x="392" y="163"/>
                  </a:lnTo>
                  <a:lnTo>
                    <a:pt x="409" y="156"/>
                  </a:lnTo>
                  <a:lnTo>
                    <a:pt x="426" y="149"/>
                  </a:lnTo>
                  <a:lnTo>
                    <a:pt x="443" y="141"/>
                  </a:lnTo>
                  <a:lnTo>
                    <a:pt x="459" y="132"/>
                  </a:lnTo>
                  <a:lnTo>
                    <a:pt x="473" y="124"/>
                  </a:lnTo>
                  <a:lnTo>
                    <a:pt x="487" y="115"/>
                  </a:lnTo>
                  <a:lnTo>
                    <a:pt x="497" y="104"/>
                  </a:lnTo>
                  <a:lnTo>
                    <a:pt x="506" y="94"/>
                  </a:lnTo>
                  <a:lnTo>
                    <a:pt x="511" y="83"/>
                  </a:lnTo>
                  <a:lnTo>
                    <a:pt x="515" y="64"/>
                  </a:lnTo>
                  <a:lnTo>
                    <a:pt x="516" y="48"/>
                  </a:lnTo>
                  <a:lnTo>
                    <a:pt x="514" y="36"/>
                  </a:lnTo>
                  <a:lnTo>
                    <a:pt x="510" y="24"/>
                  </a:lnTo>
                  <a:lnTo>
                    <a:pt x="506" y="16"/>
                  </a:lnTo>
                  <a:lnTo>
                    <a:pt x="501" y="11"/>
                  </a:lnTo>
                  <a:lnTo>
                    <a:pt x="497" y="7"/>
                  </a:lnTo>
                  <a:lnTo>
                    <a:pt x="496" y="6"/>
                  </a:lnTo>
                  <a:close/>
                </a:path>
              </a:pathLst>
            </a:custGeom>
            <a:solidFill>
              <a:srgbClr val="ffbf99"/>
            </a:solidFill>
            <a:ln w="0">
              <a:noFill/>
            </a:ln>
          </p:spPr>
          <p:style>
            <a:lnRef idx="0"/>
            <a:fillRef idx="0"/>
            <a:effectRef idx="0"/>
            <a:fontRef idx="minor"/>
          </p:style>
          <p:txBody>
            <a:bodyPr lIns="90000" rIns="90000" tIns="-21960" bIns="-21960" anchor="t">
              <a:noAutofit/>
            </a:bodyPr>
            <a:p>
              <a:endParaRPr b="0" lang="en-US" sz="2400" spc="-1" strike="noStrike">
                <a:solidFill>
                  <a:srgbClr val="000000"/>
                </a:solidFill>
                <a:latin typeface="Times New Roman"/>
              </a:endParaRPr>
            </a:p>
          </p:txBody>
        </p:sp>
        <p:sp>
          <p:nvSpPr>
            <p:cNvPr id="7876" name=""/>
            <p:cNvSpPr/>
            <p:nvPr/>
          </p:nvSpPr>
          <p:spPr>
            <a:xfrm flipV="1">
              <a:off x="6006960" y="5510880"/>
              <a:ext cx="14400" cy="31320"/>
            </a:xfrm>
            <a:custGeom>
              <a:avLst/>
              <a:gdLst/>
              <a:ahLst/>
              <a:rect l="l" t="t" r="r" b="b"/>
              <a:pathLst>
                <a:path w="126" h="284">
                  <a:moveTo>
                    <a:pt x="94" y="0"/>
                  </a:moveTo>
                  <a:lnTo>
                    <a:pt x="97" y="5"/>
                  </a:lnTo>
                  <a:lnTo>
                    <a:pt x="100" y="12"/>
                  </a:lnTo>
                  <a:lnTo>
                    <a:pt x="103" y="21"/>
                  </a:lnTo>
                  <a:lnTo>
                    <a:pt x="107" y="32"/>
                  </a:lnTo>
                  <a:lnTo>
                    <a:pt x="112" y="42"/>
                  </a:lnTo>
                  <a:lnTo>
                    <a:pt x="115" y="55"/>
                  </a:lnTo>
                  <a:lnTo>
                    <a:pt x="118" y="68"/>
                  </a:lnTo>
                  <a:lnTo>
                    <a:pt x="121" y="83"/>
                  </a:lnTo>
                  <a:lnTo>
                    <a:pt x="124" y="98"/>
                  </a:lnTo>
                  <a:lnTo>
                    <a:pt x="125" y="114"/>
                  </a:lnTo>
                  <a:lnTo>
                    <a:pt x="126" y="130"/>
                  </a:lnTo>
                  <a:lnTo>
                    <a:pt x="126" y="147"/>
                  </a:lnTo>
                  <a:lnTo>
                    <a:pt x="125" y="164"/>
                  </a:lnTo>
                  <a:lnTo>
                    <a:pt x="122" y="181"/>
                  </a:lnTo>
                  <a:lnTo>
                    <a:pt x="118" y="199"/>
                  </a:lnTo>
                  <a:lnTo>
                    <a:pt x="113" y="217"/>
                  </a:lnTo>
                  <a:lnTo>
                    <a:pt x="106" y="232"/>
                  </a:lnTo>
                  <a:lnTo>
                    <a:pt x="99" y="247"/>
                  </a:lnTo>
                  <a:lnTo>
                    <a:pt x="92" y="258"/>
                  </a:lnTo>
                  <a:lnTo>
                    <a:pt x="85" y="268"/>
                  </a:lnTo>
                  <a:lnTo>
                    <a:pt x="78" y="275"/>
                  </a:lnTo>
                  <a:lnTo>
                    <a:pt x="73" y="280"/>
                  </a:lnTo>
                  <a:lnTo>
                    <a:pt x="70" y="283"/>
                  </a:lnTo>
                  <a:lnTo>
                    <a:pt x="69" y="284"/>
                  </a:lnTo>
                  <a:lnTo>
                    <a:pt x="67" y="283"/>
                  </a:lnTo>
                  <a:lnTo>
                    <a:pt x="61" y="280"/>
                  </a:lnTo>
                  <a:lnTo>
                    <a:pt x="52" y="274"/>
                  </a:lnTo>
                  <a:lnTo>
                    <a:pt x="43" y="267"/>
                  </a:lnTo>
                  <a:lnTo>
                    <a:pt x="32" y="257"/>
                  </a:lnTo>
                  <a:lnTo>
                    <a:pt x="22" y="245"/>
                  </a:lnTo>
                  <a:lnTo>
                    <a:pt x="13" y="232"/>
                  </a:lnTo>
                  <a:lnTo>
                    <a:pt x="6" y="217"/>
                  </a:lnTo>
                  <a:lnTo>
                    <a:pt x="1" y="196"/>
                  </a:lnTo>
                  <a:lnTo>
                    <a:pt x="0" y="174"/>
                  </a:lnTo>
                  <a:lnTo>
                    <a:pt x="2" y="154"/>
                  </a:lnTo>
                  <a:lnTo>
                    <a:pt x="7" y="136"/>
                  </a:lnTo>
                  <a:lnTo>
                    <a:pt x="14" y="118"/>
                  </a:lnTo>
                  <a:lnTo>
                    <a:pt x="21" y="101"/>
                  </a:lnTo>
                  <a:lnTo>
                    <a:pt x="28" y="88"/>
                  </a:lnTo>
                  <a:lnTo>
                    <a:pt x="36" y="75"/>
                  </a:lnTo>
                  <a:lnTo>
                    <a:pt x="43" y="64"/>
                  </a:lnTo>
                  <a:lnTo>
                    <a:pt x="52" y="51"/>
                  </a:lnTo>
                  <a:lnTo>
                    <a:pt x="62" y="39"/>
                  </a:lnTo>
                  <a:lnTo>
                    <a:pt x="71" y="27"/>
                  </a:lnTo>
                  <a:lnTo>
                    <a:pt x="80" y="16"/>
                  </a:lnTo>
                  <a:lnTo>
                    <a:pt x="88" y="7"/>
                  </a:lnTo>
                  <a:lnTo>
                    <a:pt x="92" y="2"/>
                  </a:lnTo>
                  <a:lnTo>
                    <a:pt x="94" y="0"/>
                  </a:lnTo>
                  <a:close/>
                </a:path>
              </a:pathLst>
            </a:custGeom>
            <a:solidFill>
              <a:srgbClr val="ffc7b2"/>
            </a:solidFill>
            <a:ln w="0">
              <a:noFill/>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7877" name=""/>
            <p:cNvSpPr/>
            <p:nvPr/>
          </p:nvSpPr>
          <p:spPr>
            <a:xfrm flipV="1">
              <a:off x="6005520" y="5508360"/>
              <a:ext cx="61920" cy="48960"/>
            </a:xfrm>
            <a:custGeom>
              <a:avLst/>
              <a:gdLst/>
              <a:ahLst/>
              <a:rect l="l" t="t" r="r" b="b"/>
              <a:pathLst>
                <a:path w="571" h="434">
                  <a:moveTo>
                    <a:pt x="571" y="17"/>
                  </a:moveTo>
                  <a:lnTo>
                    <a:pt x="571" y="17"/>
                  </a:lnTo>
                  <a:lnTo>
                    <a:pt x="543" y="9"/>
                  </a:lnTo>
                  <a:lnTo>
                    <a:pt x="515" y="4"/>
                  </a:lnTo>
                  <a:lnTo>
                    <a:pt x="486" y="1"/>
                  </a:lnTo>
                  <a:lnTo>
                    <a:pt x="456" y="0"/>
                  </a:lnTo>
                  <a:lnTo>
                    <a:pt x="426" y="1"/>
                  </a:lnTo>
                  <a:lnTo>
                    <a:pt x="395" y="3"/>
                  </a:lnTo>
                  <a:lnTo>
                    <a:pt x="364" y="8"/>
                  </a:lnTo>
                  <a:lnTo>
                    <a:pt x="333" y="13"/>
                  </a:lnTo>
                  <a:lnTo>
                    <a:pt x="302" y="22"/>
                  </a:lnTo>
                  <a:lnTo>
                    <a:pt x="272" y="31"/>
                  </a:lnTo>
                  <a:lnTo>
                    <a:pt x="241" y="41"/>
                  </a:lnTo>
                  <a:lnTo>
                    <a:pt x="212" y="53"/>
                  </a:lnTo>
                  <a:lnTo>
                    <a:pt x="183" y="66"/>
                  </a:lnTo>
                  <a:lnTo>
                    <a:pt x="156" y="80"/>
                  </a:lnTo>
                  <a:lnTo>
                    <a:pt x="129" y="94"/>
                  </a:lnTo>
                  <a:lnTo>
                    <a:pt x="104" y="110"/>
                  </a:lnTo>
                  <a:lnTo>
                    <a:pt x="104" y="110"/>
                  </a:lnTo>
                  <a:lnTo>
                    <a:pt x="102" y="112"/>
                  </a:lnTo>
                  <a:lnTo>
                    <a:pt x="96" y="118"/>
                  </a:lnTo>
                  <a:lnTo>
                    <a:pt x="87" y="128"/>
                  </a:lnTo>
                  <a:lnTo>
                    <a:pt x="76" y="140"/>
                  </a:lnTo>
                  <a:lnTo>
                    <a:pt x="63" y="156"/>
                  </a:lnTo>
                  <a:lnTo>
                    <a:pt x="51" y="173"/>
                  </a:lnTo>
                  <a:lnTo>
                    <a:pt x="37" y="193"/>
                  </a:lnTo>
                  <a:lnTo>
                    <a:pt x="26" y="215"/>
                  </a:lnTo>
                  <a:lnTo>
                    <a:pt x="14" y="238"/>
                  </a:lnTo>
                  <a:lnTo>
                    <a:pt x="6" y="261"/>
                  </a:lnTo>
                  <a:lnTo>
                    <a:pt x="1" y="284"/>
                  </a:lnTo>
                  <a:lnTo>
                    <a:pt x="0" y="309"/>
                  </a:lnTo>
                  <a:lnTo>
                    <a:pt x="3" y="332"/>
                  </a:lnTo>
                  <a:lnTo>
                    <a:pt x="11" y="355"/>
                  </a:lnTo>
                  <a:lnTo>
                    <a:pt x="26" y="377"/>
                  </a:lnTo>
                  <a:lnTo>
                    <a:pt x="48" y="398"/>
                  </a:lnTo>
                  <a:lnTo>
                    <a:pt x="48" y="398"/>
                  </a:lnTo>
                  <a:lnTo>
                    <a:pt x="58" y="405"/>
                  </a:lnTo>
                  <a:lnTo>
                    <a:pt x="70" y="411"/>
                  </a:lnTo>
                  <a:lnTo>
                    <a:pt x="83" y="416"/>
                  </a:lnTo>
                  <a:lnTo>
                    <a:pt x="99" y="422"/>
                  </a:lnTo>
                  <a:lnTo>
                    <a:pt x="115" y="426"/>
                  </a:lnTo>
                  <a:lnTo>
                    <a:pt x="132" y="429"/>
                  </a:lnTo>
                  <a:lnTo>
                    <a:pt x="151" y="431"/>
                  </a:lnTo>
                  <a:lnTo>
                    <a:pt x="171" y="433"/>
                  </a:lnTo>
                  <a:lnTo>
                    <a:pt x="190" y="434"/>
                  </a:lnTo>
                  <a:lnTo>
                    <a:pt x="212" y="434"/>
                  </a:lnTo>
                  <a:lnTo>
                    <a:pt x="233" y="433"/>
                  </a:lnTo>
                  <a:lnTo>
                    <a:pt x="255" y="431"/>
                  </a:lnTo>
                  <a:lnTo>
                    <a:pt x="277" y="428"/>
                  </a:lnTo>
                  <a:lnTo>
                    <a:pt x="300" y="425"/>
                  </a:lnTo>
                  <a:lnTo>
                    <a:pt x="322" y="420"/>
                  </a:lnTo>
                  <a:lnTo>
                    <a:pt x="344" y="413"/>
                  </a:lnTo>
                </a:path>
              </a:pathLst>
            </a:custGeom>
            <a:noFill/>
            <a:ln w="0">
              <a:solidFill>
                <a:srgbClr val="a66140"/>
              </a:solidFill>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7878" name=""/>
            <p:cNvSpPr/>
            <p:nvPr/>
          </p:nvSpPr>
          <p:spPr>
            <a:xfrm flipV="1">
              <a:off x="5987880" y="5534640"/>
              <a:ext cx="1800" cy="1080"/>
            </a:xfrm>
            <a:custGeom>
              <a:avLst/>
              <a:gdLst/>
              <a:ahLst/>
              <a:rect l="l" t="t" r="r" b="b"/>
              <a:pathLst>
                <a:path w="10" h="7">
                  <a:moveTo>
                    <a:pt x="10" y="3"/>
                  </a:moveTo>
                  <a:lnTo>
                    <a:pt x="7" y="0"/>
                  </a:lnTo>
                  <a:lnTo>
                    <a:pt x="4" y="0"/>
                  </a:lnTo>
                  <a:lnTo>
                    <a:pt x="0" y="3"/>
                  </a:lnTo>
                  <a:lnTo>
                    <a:pt x="0" y="7"/>
                  </a:lnTo>
                  <a:lnTo>
                    <a:pt x="10" y="3"/>
                  </a:lnTo>
                  <a:close/>
                </a:path>
              </a:pathLst>
            </a:custGeom>
            <a:solidFill>
              <a:srgbClr val="99543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79" name=""/>
            <p:cNvSpPr/>
            <p:nvPr/>
          </p:nvSpPr>
          <p:spPr>
            <a:xfrm flipV="1">
              <a:off x="5985000" y="5493960"/>
              <a:ext cx="6120" cy="42480"/>
            </a:xfrm>
            <a:custGeom>
              <a:avLst/>
              <a:gdLst/>
              <a:ahLst/>
              <a:rect l="l" t="t" r="r" b="b"/>
              <a:pathLst>
                <a:path w="67" h="360">
                  <a:moveTo>
                    <a:pt x="7" y="360"/>
                  </a:moveTo>
                  <a:lnTo>
                    <a:pt x="24" y="345"/>
                  </a:lnTo>
                  <a:lnTo>
                    <a:pt x="38" y="326"/>
                  </a:lnTo>
                  <a:lnTo>
                    <a:pt x="49" y="303"/>
                  </a:lnTo>
                  <a:lnTo>
                    <a:pt x="57" y="278"/>
                  </a:lnTo>
                  <a:lnTo>
                    <a:pt x="63" y="253"/>
                  </a:lnTo>
                  <a:lnTo>
                    <a:pt x="66" y="225"/>
                  </a:lnTo>
                  <a:lnTo>
                    <a:pt x="67" y="197"/>
                  </a:lnTo>
                  <a:lnTo>
                    <a:pt x="67" y="169"/>
                  </a:lnTo>
                  <a:lnTo>
                    <a:pt x="66" y="141"/>
                  </a:lnTo>
                  <a:lnTo>
                    <a:pt x="63" y="114"/>
                  </a:lnTo>
                  <a:lnTo>
                    <a:pt x="60" y="88"/>
                  </a:lnTo>
                  <a:lnTo>
                    <a:pt x="56" y="65"/>
                  </a:lnTo>
                  <a:lnTo>
                    <a:pt x="52" y="43"/>
                  </a:lnTo>
                  <a:lnTo>
                    <a:pt x="46" y="26"/>
                  </a:lnTo>
                  <a:lnTo>
                    <a:pt x="42" y="10"/>
                  </a:lnTo>
                  <a:lnTo>
                    <a:pt x="38" y="0"/>
                  </a:lnTo>
                  <a:lnTo>
                    <a:pt x="28" y="4"/>
                  </a:lnTo>
                  <a:lnTo>
                    <a:pt x="32" y="14"/>
                  </a:lnTo>
                  <a:lnTo>
                    <a:pt x="36" y="28"/>
                  </a:lnTo>
                  <a:lnTo>
                    <a:pt x="41" y="45"/>
                  </a:lnTo>
                  <a:lnTo>
                    <a:pt x="45" y="67"/>
                  </a:lnTo>
                  <a:lnTo>
                    <a:pt x="49" y="90"/>
                  </a:lnTo>
                  <a:lnTo>
                    <a:pt x="53" y="116"/>
                  </a:lnTo>
                  <a:lnTo>
                    <a:pt x="56" y="141"/>
                  </a:lnTo>
                  <a:lnTo>
                    <a:pt x="57" y="169"/>
                  </a:lnTo>
                  <a:lnTo>
                    <a:pt x="57" y="197"/>
                  </a:lnTo>
                  <a:lnTo>
                    <a:pt x="56" y="225"/>
                  </a:lnTo>
                  <a:lnTo>
                    <a:pt x="53" y="251"/>
                  </a:lnTo>
                  <a:lnTo>
                    <a:pt x="46" y="276"/>
                  </a:lnTo>
                  <a:lnTo>
                    <a:pt x="39" y="299"/>
                  </a:lnTo>
                  <a:lnTo>
                    <a:pt x="30" y="320"/>
                  </a:lnTo>
                  <a:lnTo>
                    <a:pt x="16" y="338"/>
                  </a:lnTo>
                  <a:lnTo>
                    <a:pt x="0" y="352"/>
                  </a:lnTo>
                  <a:lnTo>
                    <a:pt x="7" y="360"/>
                  </a:lnTo>
                  <a:close/>
                </a:path>
              </a:pathLst>
            </a:custGeom>
            <a:solidFill>
              <a:srgbClr val="995433"/>
            </a:solidFill>
            <a:ln w="0">
              <a:noFill/>
            </a:ln>
          </p:spPr>
          <p:style>
            <a:lnRef idx="0"/>
            <a:fillRef idx="0"/>
            <a:effectRef idx="0"/>
            <a:fontRef idx="minor"/>
          </p:style>
          <p:txBody>
            <a:bodyPr lIns="90000" rIns="90000" tIns="-4320" bIns="-4320" anchor="t">
              <a:noAutofit/>
            </a:bodyPr>
            <a:p>
              <a:endParaRPr b="0" lang="en-US" sz="2400" spc="-1" strike="noStrike">
                <a:solidFill>
                  <a:srgbClr val="000000"/>
                </a:solidFill>
                <a:latin typeface="Times New Roman"/>
              </a:endParaRPr>
            </a:p>
          </p:txBody>
        </p:sp>
        <p:sp>
          <p:nvSpPr>
            <p:cNvPr id="7880" name=""/>
            <p:cNvSpPr/>
            <p:nvPr/>
          </p:nvSpPr>
          <p:spPr>
            <a:xfrm flipV="1">
              <a:off x="5985000" y="5493960"/>
              <a:ext cx="1440" cy="2880"/>
            </a:xfrm>
            <a:custGeom>
              <a:avLst/>
              <a:gdLst/>
              <a:ahLst/>
              <a:rect l="l" t="t" r="r" b="b"/>
              <a:pathLst>
                <a:path w="9" h="9">
                  <a:moveTo>
                    <a:pt x="2" y="0"/>
                  </a:moveTo>
                  <a:lnTo>
                    <a:pt x="0" y="3"/>
                  </a:lnTo>
                  <a:lnTo>
                    <a:pt x="1" y="7"/>
                  </a:lnTo>
                  <a:lnTo>
                    <a:pt x="5" y="9"/>
                  </a:lnTo>
                  <a:lnTo>
                    <a:pt x="9" y="8"/>
                  </a:lnTo>
                  <a:lnTo>
                    <a:pt x="2" y="0"/>
                  </a:lnTo>
                  <a:close/>
                </a:path>
              </a:pathLst>
            </a:custGeom>
            <a:solidFill>
              <a:srgbClr val="995433"/>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881" name=""/>
            <p:cNvSpPr/>
            <p:nvPr/>
          </p:nvSpPr>
          <p:spPr>
            <a:xfrm flipV="1">
              <a:off x="5999040" y="5525640"/>
              <a:ext cx="1800" cy="1440"/>
            </a:xfrm>
            <a:custGeom>
              <a:avLst/>
              <a:gdLst/>
              <a:ahLst/>
              <a:rect l="l" t="t" r="r" b="b"/>
              <a:pathLst>
                <a:path w="10" h="5">
                  <a:moveTo>
                    <a:pt x="0" y="0"/>
                  </a:moveTo>
                  <a:lnTo>
                    <a:pt x="1" y="4"/>
                  </a:lnTo>
                  <a:lnTo>
                    <a:pt x="4" y="5"/>
                  </a:lnTo>
                  <a:lnTo>
                    <a:pt x="8" y="5"/>
                  </a:lnTo>
                  <a:lnTo>
                    <a:pt x="10" y="2"/>
                  </a:lnTo>
                  <a:lnTo>
                    <a:pt x="0" y="0"/>
                  </a:lnTo>
                  <a:close/>
                </a:path>
              </a:pathLst>
            </a:custGeom>
            <a:solidFill>
              <a:srgbClr val="99543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882" name=""/>
            <p:cNvSpPr/>
            <p:nvPr/>
          </p:nvSpPr>
          <p:spPr>
            <a:xfrm flipV="1">
              <a:off x="5999040" y="5526720"/>
              <a:ext cx="3240" cy="21960"/>
            </a:xfrm>
            <a:custGeom>
              <a:avLst/>
              <a:gdLst/>
              <a:ahLst/>
              <a:rect l="l" t="t" r="r" b="b"/>
              <a:pathLst>
                <a:path w="30" h="200">
                  <a:moveTo>
                    <a:pt x="11" y="4"/>
                  </a:moveTo>
                  <a:lnTo>
                    <a:pt x="16" y="18"/>
                  </a:lnTo>
                  <a:lnTo>
                    <a:pt x="18" y="32"/>
                  </a:lnTo>
                  <a:lnTo>
                    <a:pt x="20" y="47"/>
                  </a:lnTo>
                  <a:lnTo>
                    <a:pt x="20" y="64"/>
                  </a:lnTo>
                  <a:lnTo>
                    <a:pt x="20" y="80"/>
                  </a:lnTo>
                  <a:lnTo>
                    <a:pt x="19" y="97"/>
                  </a:lnTo>
                  <a:lnTo>
                    <a:pt x="17" y="111"/>
                  </a:lnTo>
                  <a:lnTo>
                    <a:pt x="15" y="127"/>
                  </a:lnTo>
                  <a:lnTo>
                    <a:pt x="12" y="141"/>
                  </a:lnTo>
                  <a:lnTo>
                    <a:pt x="10" y="155"/>
                  </a:lnTo>
                  <a:lnTo>
                    <a:pt x="7" y="166"/>
                  </a:lnTo>
                  <a:lnTo>
                    <a:pt x="5" y="177"/>
                  </a:lnTo>
                  <a:lnTo>
                    <a:pt x="3" y="186"/>
                  </a:lnTo>
                  <a:lnTo>
                    <a:pt x="1" y="192"/>
                  </a:lnTo>
                  <a:lnTo>
                    <a:pt x="0" y="197"/>
                  </a:lnTo>
                  <a:lnTo>
                    <a:pt x="0" y="198"/>
                  </a:lnTo>
                  <a:lnTo>
                    <a:pt x="10" y="200"/>
                  </a:lnTo>
                  <a:lnTo>
                    <a:pt x="10" y="199"/>
                  </a:lnTo>
                  <a:lnTo>
                    <a:pt x="11" y="194"/>
                  </a:lnTo>
                  <a:lnTo>
                    <a:pt x="14" y="188"/>
                  </a:lnTo>
                  <a:lnTo>
                    <a:pt x="16" y="179"/>
                  </a:lnTo>
                  <a:lnTo>
                    <a:pt x="18" y="168"/>
                  </a:lnTo>
                  <a:lnTo>
                    <a:pt x="21" y="157"/>
                  </a:lnTo>
                  <a:lnTo>
                    <a:pt x="23" y="144"/>
                  </a:lnTo>
                  <a:lnTo>
                    <a:pt x="25" y="129"/>
                  </a:lnTo>
                  <a:lnTo>
                    <a:pt x="27" y="113"/>
                  </a:lnTo>
                  <a:lnTo>
                    <a:pt x="29" y="97"/>
                  </a:lnTo>
                  <a:lnTo>
                    <a:pt x="30" y="80"/>
                  </a:lnTo>
                  <a:lnTo>
                    <a:pt x="30" y="64"/>
                  </a:lnTo>
                  <a:lnTo>
                    <a:pt x="30" y="47"/>
                  </a:lnTo>
                  <a:lnTo>
                    <a:pt x="28" y="30"/>
                  </a:lnTo>
                  <a:lnTo>
                    <a:pt x="26" y="16"/>
                  </a:lnTo>
                  <a:lnTo>
                    <a:pt x="22" y="0"/>
                  </a:lnTo>
                  <a:lnTo>
                    <a:pt x="11" y="4"/>
                  </a:lnTo>
                  <a:close/>
                </a:path>
              </a:pathLst>
            </a:custGeom>
            <a:solidFill>
              <a:srgbClr val="995433"/>
            </a:solidFill>
            <a:ln w="0">
              <a:noFill/>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7883" name=""/>
            <p:cNvSpPr/>
            <p:nvPr/>
          </p:nvSpPr>
          <p:spPr>
            <a:xfrm flipV="1">
              <a:off x="6000840" y="5549040"/>
              <a:ext cx="1440" cy="1080"/>
            </a:xfrm>
            <a:custGeom>
              <a:avLst/>
              <a:gdLst/>
              <a:ahLst/>
              <a:rect l="l" t="t" r="r" b="b"/>
              <a:pathLst>
                <a:path w="11" h="7">
                  <a:moveTo>
                    <a:pt x="11" y="3"/>
                  </a:moveTo>
                  <a:lnTo>
                    <a:pt x="8" y="0"/>
                  </a:lnTo>
                  <a:lnTo>
                    <a:pt x="5" y="0"/>
                  </a:lnTo>
                  <a:lnTo>
                    <a:pt x="0" y="3"/>
                  </a:lnTo>
                  <a:lnTo>
                    <a:pt x="0" y="7"/>
                  </a:lnTo>
                  <a:lnTo>
                    <a:pt x="11" y="3"/>
                  </a:lnTo>
                  <a:close/>
                </a:path>
              </a:pathLst>
            </a:custGeom>
            <a:solidFill>
              <a:srgbClr val="99543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84" name=""/>
            <p:cNvSpPr/>
            <p:nvPr/>
          </p:nvSpPr>
          <p:spPr>
            <a:xfrm flipV="1">
              <a:off x="5819760" y="5501880"/>
              <a:ext cx="1440" cy="1440"/>
            </a:xfrm>
            <a:custGeom>
              <a:avLst/>
              <a:gdLst/>
              <a:ahLst/>
              <a:rect l="l" t="t" r="r" b="b"/>
              <a:pathLst>
                <a:path w="8" h="10">
                  <a:moveTo>
                    <a:pt x="8" y="1"/>
                  </a:moveTo>
                  <a:lnTo>
                    <a:pt x="4" y="0"/>
                  </a:lnTo>
                  <a:lnTo>
                    <a:pt x="1" y="3"/>
                  </a:lnTo>
                  <a:lnTo>
                    <a:pt x="0" y="6"/>
                  </a:lnTo>
                  <a:lnTo>
                    <a:pt x="2" y="10"/>
                  </a:lnTo>
                  <a:lnTo>
                    <a:pt x="8" y="1"/>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885" name=""/>
            <p:cNvSpPr/>
            <p:nvPr/>
          </p:nvSpPr>
          <p:spPr>
            <a:xfrm flipV="1">
              <a:off x="5819760" y="5488560"/>
              <a:ext cx="84240" cy="14040"/>
            </a:xfrm>
            <a:custGeom>
              <a:avLst/>
              <a:gdLst/>
              <a:ahLst/>
              <a:rect l="l" t="t" r="r" b="b"/>
              <a:pathLst>
                <a:path w="793" h="122">
                  <a:moveTo>
                    <a:pt x="793" y="112"/>
                  </a:moveTo>
                  <a:lnTo>
                    <a:pt x="793" y="112"/>
                  </a:lnTo>
                  <a:lnTo>
                    <a:pt x="783" y="110"/>
                  </a:lnTo>
                  <a:lnTo>
                    <a:pt x="770" y="109"/>
                  </a:lnTo>
                  <a:lnTo>
                    <a:pt x="755" y="106"/>
                  </a:lnTo>
                  <a:lnTo>
                    <a:pt x="738" y="105"/>
                  </a:lnTo>
                  <a:lnTo>
                    <a:pt x="719" y="103"/>
                  </a:lnTo>
                  <a:lnTo>
                    <a:pt x="699" y="102"/>
                  </a:lnTo>
                  <a:lnTo>
                    <a:pt x="677" y="101"/>
                  </a:lnTo>
                  <a:lnTo>
                    <a:pt x="653" y="99"/>
                  </a:lnTo>
                  <a:lnTo>
                    <a:pt x="627" y="98"/>
                  </a:lnTo>
                  <a:lnTo>
                    <a:pt x="601" y="96"/>
                  </a:lnTo>
                  <a:lnTo>
                    <a:pt x="573" y="95"/>
                  </a:lnTo>
                  <a:lnTo>
                    <a:pt x="544" y="93"/>
                  </a:lnTo>
                  <a:lnTo>
                    <a:pt x="515" y="91"/>
                  </a:lnTo>
                  <a:lnTo>
                    <a:pt x="485" y="89"/>
                  </a:lnTo>
                  <a:lnTo>
                    <a:pt x="455" y="87"/>
                  </a:lnTo>
                  <a:lnTo>
                    <a:pt x="424" y="85"/>
                  </a:lnTo>
                  <a:lnTo>
                    <a:pt x="392" y="82"/>
                  </a:lnTo>
                  <a:lnTo>
                    <a:pt x="361" y="78"/>
                  </a:lnTo>
                  <a:lnTo>
                    <a:pt x="331" y="75"/>
                  </a:lnTo>
                  <a:lnTo>
                    <a:pt x="301" y="72"/>
                  </a:lnTo>
                  <a:lnTo>
                    <a:pt x="271" y="68"/>
                  </a:lnTo>
                  <a:lnTo>
                    <a:pt x="240" y="64"/>
                  </a:lnTo>
                  <a:lnTo>
                    <a:pt x="211" y="60"/>
                  </a:lnTo>
                  <a:lnTo>
                    <a:pt x="183" y="54"/>
                  </a:lnTo>
                  <a:lnTo>
                    <a:pt x="156" y="49"/>
                  </a:lnTo>
                  <a:lnTo>
                    <a:pt x="130" y="44"/>
                  </a:lnTo>
                  <a:lnTo>
                    <a:pt x="105" y="38"/>
                  </a:lnTo>
                  <a:lnTo>
                    <a:pt x="81" y="32"/>
                  </a:lnTo>
                  <a:lnTo>
                    <a:pt x="60" y="24"/>
                  </a:lnTo>
                  <a:lnTo>
                    <a:pt x="39" y="16"/>
                  </a:lnTo>
                  <a:lnTo>
                    <a:pt x="22" y="9"/>
                  </a:lnTo>
                  <a:lnTo>
                    <a:pt x="6" y="0"/>
                  </a:lnTo>
                  <a:lnTo>
                    <a:pt x="0" y="9"/>
                  </a:lnTo>
                  <a:lnTo>
                    <a:pt x="17" y="17"/>
                  </a:lnTo>
                  <a:lnTo>
                    <a:pt x="35" y="26"/>
                  </a:lnTo>
                  <a:lnTo>
                    <a:pt x="56" y="35"/>
                  </a:lnTo>
                  <a:lnTo>
                    <a:pt x="79" y="42"/>
                  </a:lnTo>
                  <a:lnTo>
                    <a:pt x="103" y="48"/>
                  </a:lnTo>
                  <a:lnTo>
                    <a:pt x="128" y="54"/>
                  </a:lnTo>
                  <a:lnTo>
                    <a:pt x="154" y="60"/>
                  </a:lnTo>
                  <a:lnTo>
                    <a:pt x="181" y="65"/>
                  </a:lnTo>
                  <a:lnTo>
                    <a:pt x="209" y="70"/>
                  </a:lnTo>
                  <a:lnTo>
                    <a:pt x="238" y="74"/>
                  </a:lnTo>
                  <a:lnTo>
                    <a:pt x="268" y="78"/>
                  </a:lnTo>
                  <a:lnTo>
                    <a:pt x="299" y="83"/>
                  </a:lnTo>
                  <a:lnTo>
                    <a:pt x="331" y="86"/>
                  </a:lnTo>
                  <a:lnTo>
                    <a:pt x="361" y="89"/>
                  </a:lnTo>
                  <a:lnTo>
                    <a:pt x="392" y="92"/>
                  </a:lnTo>
                  <a:lnTo>
                    <a:pt x="424" y="95"/>
                  </a:lnTo>
                  <a:lnTo>
                    <a:pt x="455" y="97"/>
                  </a:lnTo>
                  <a:lnTo>
                    <a:pt x="485" y="99"/>
                  </a:lnTo>
                  <a:lnTo>
                    <a:pt x="515" y="101"/>
                  </a:lnTo>
                  <a:lnTo>
                    <a:pt x="544" y="103"/>
                  </a:lnTo>
                  <a:lnTo>
                    <a:pt x="573" y="105"/>
                  </a:lnTo>
                  <a:lnTo>
                    <a:pt x="601" y="106"/>
                  </a:lnTo>
                  <a:lnTo>
                    <a:pt x="627" y="109"/>
                  </a:lnTo>
                  <a:lnTo>
                    <a:pt x="653" y="110"/>
                  </a:lnTo>
                  <a:lnTo>
                    <a:pt x="677" y="112"/>
                  </a:lnTo>
                  <a:lnTo>
                    <a:pt x="699" y="113"/>
                  </a:lnTo>
                  <a:lnTo>
                    <a:pt x="719" y="114"/>
                  </a:lnTo>
                  <a:lnTo>
                    <a:pt x="738" y="116"/>
                  </a:lnTo>
                  <a:lnTo>
                    <a:pt x="755" y="117"/>
                  </a:lnTo>
                  <a:lnTo>
                    <a:pt x="768" y="119"/>
                  </a:lnTo>
                  <a:lnTo>
                    <a:pt x="781" y="120"/>
                  </a:lnTo>
                  <a:lnTo>
                    <a:pt x="791" y="122"/>
                  </a:lnTo>
                  <a:lnTo>
                    <a:pt x="791" y="122"/>
                  </a:lnTo>
                  <a:lnTo>
                    <a:pt x="793" y="112"/>
                  </a:lnTo>
                  <a:close/>
                </a:path>
              </a:pathLst>
            </a:custGeom>
            <a:solidFill>
              <a:srgbClr val="732e0d"/>
            </a:solidFill>
            <a:ln w="0">
              <a:no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7886" name=""/>
            <p:cNvSpPr/>
            <p:nvPr/>
          </p:nvSpPr>
          <p:spPr>
            <a:xfrm flipV="1">
              <a:off x="5904000" y="5480640"/>
              <a:ext cx="42840" cy="9000"/>
            </a:xfrm>
            <a:custGeom>
              <a:avLst/>
              <a:gdLst/>
              <a:ahLst/>
              <a:rect l="l" t="t" r="r" b="b"/>
              <a:pathLst>
                <a:path w="410" h="70">
                  <a:moveTo>
                    <a:pt x="410" y="60"/>
                  </a:moveTo>
                  <a:lnTo>
                    <a:pt x="410" y="60"/>
                  </a:lnTo>
                  <a:lnTo>
                    <a:pt x="378" y="55"/>
                  </a:lnTo>
                  <a:lnTo>
                    <a:pt x="347" y="51"/>
                  </a:lnTo>
                  <a:lnTo>
                    <a:pt x="318" y="45"/>
                  </a:lnTo>
                  <a:lnTo>
                    <a:pt x="288" y="41"/>
                  </a:lnTo>
                  <a:lnTo>
                    <a:pt x="260" y="38"/>
                  </a:lnTo>
                  <a:lnTo>
                    <a:pt x="232" y="34"/>
                  </a:lnTo>
                  <a:lnTo>
                    <a:pt x="204" y="31"/>
                  </a:lnTo>
                  <a:lnTo>
                    <a:pt x="178" y="27"/>
                  </a:lnTo>
                  <a:lnTo>
                    <a:pt x="152" y="24"/>
                  </a:lnTo>
                  <a:lnTo>
                    <a:pt x="128" y="20"/>
                  </a:lnTo>
                  <a:lnTo>
                    <a:pt x="104" y="17"/>
                  </a:lnTo>
                  <a:lnTo>
                    <a:pt x="83" y="14"/>
                  </a:lnTo>
                  <a:lnTo>
                    <a:pt x="61" y="10"/>
                  </a:lnTo>
                  <a:lnTo>
                    <a:pt x="40" y="7"/>
                  </a:lnTo>
                  <a:lnTo>
                    <a:pt x="21" y="4"/>
                  </a:lnTo>
                  <a:lnTo>
                    <a:pt x="2" y="0"/>
                  </a:lnTo>
                  <a:lnTo>
                    <a:pt x="0" y="10"/>
                  </a:lnTo>
                  <a:lnTo>
                    <a:pt x="19" y="14"/>
                  </a:lnTo>
                  <a:lnTo>
                    <a:pt x="38" y="17"/>
                  </a:lnTo>
                  <a:lnTo>
                    <a:pt x="59" y="20"/>
                  </a:lnTo>
                  <a:lnTo>
                    <a:pt x="80" y="25"/>
                  </a:lnTo>
                  <a:lnTo>
                    <a:pt x="102" y="28"/>
                  </a:lnTo>
                  <a:lnTo>
                    <a:pt x="126" y="31"/>
                  </a:lnTo>
                  <a:lnTo>
                    <a:pt x="150" y="34"/>
                  </a:lnTo>
                  <a:lnTo>
                    <a:pt x="176" y="37"/>
                  </a:lnTo>
                  <a:lnTo>
                    <a:pt x="202" y="41"/>
                  </a:lnTo>
                  <a:lnTo>
                    <a:pt x="229" y="44"/>
                  </a:lnTo>
                  <a:lnTo>
                    <a:pt x="258" y="48"/>
                  </a:lnTo>
                  <a:lnTo>
                    <a:pt x="286" y="52"/>
                  </a:lnTo>
                  <a:lnTo>
                    <a:pt x="316" y="56"/>
                  </a:lnTo>
                  <a:lnTo>
                    <a:pt x="345" y="61"/>
                  </a:lnTo>
                  <a:lnTo>
                    <a:pt x="376" y="65"/>
                  </a:lnTo>
                  <a:lnTo>
                    <a:pt x="408" y="70"/>
                  </a:lnTo>
                  <a:lnTo>
                    <a:pt x="408" y="70"/>
                  </a:lnTo>
                  <a:lnTo>
                    <a:pt x="410" y="60"/>
                  </a:lnTo>
                  <a:close/>
                </a:path>
              </a:pathLst>
            </a:custGeom>
            <a:solidFill>
              <a:srgbClr val="732e0d"/>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887" name=""/>
            <p:cNvSpPr/>
            <p:nvPr/>
          </p:nvSpPr>
          <p:spPr>
            <a:xfrm flipV="1">
              <a:off x="5946840" y="5480640"/>
              <a:ext cx="46080" cy="7560"/>
            </a:xfrm>
            <a:custGeom>
              <a:avLst/>
              <a:gdLst/>
              <a:ahLst/>
              <a:rect l="l" t="t" r="r" b="b"/>
              <a:pathLst>
                <a:path w="433" h="65">
                  <a:moveTo>
                    <a:pt x="429" y="0"/>
                  </a:moveTo>
                  <a:lnTo>
                    <a:pt x="429" y="0"/>
                  </a:lnTo>
                  <a:lnTo>
                    <a:pt x="408" y="10"/>
                  </a:lnTo>
                  <a:lnTo>
                    <a:pt x="387" y="18"/>
                  </a:lnTo>
                  <a:lnTo>
                    <a:pt x="365" y="25"/>
                  </a:lnTo>
                  <a:lnTo>
                    <a:pt x="342" y="32"/>
                  </a:lnTo>
                  <a:lnTo>
                    <a:pt x="317" y="38"/>
                  </a:lnTo>
                  <a:lnTo>
                    <a:pt x="292" y="43"/>
                  </a:lnTo>
                  <a:lnTo>
                    <a:pt x="265" y="47"/>
                  </a:lnTo>
                  <a:lnTo>
                    <a:pt x="239" y="50"/>
                  </a:lnTo>
                  <a:lnTo>
                    <a:pt x="212" y="52"/>
                  </a:lnTo>
                  <a:lnTo>
                    <a:pt x="183" y="53"/>
                  </a:lnTo>
                  <a:lnTo>
                    <a:pt x="154" y="54"/>
                  </a:lnTo>
                  <a:lnTo>
                    <a:pt x="125" y="53"/>
                  </a:lnTo>
                  <a:lnTo>
                    <a:pt x="94" y="52"/>
                  </a:lnTo>
                  <a:lnTo>
                    <a:pt x="63" y="49"/>
                  </a:lnTo>
                  <a:lnTo>
                    <a:pt x="33" y="46"/>
                  </a:lnTo>
                  <a:lnTo>
                    <a:pt x="2" y="41"/>
                  </a:lnTo>
                  <a:lnTo>
                    <a:pt x="0" y="51"/>
                  </a:lnTo>
                  <a:lnTo>
                    <a:pt x="31" y="56"/>
                  </a:lnTo>
                  <a:lnTo>
                    <a:pt x="63" y="60"/>
                  </a:lnTo>
                  <a:lnTo>
                    <a:pt x="94" y="63"/>
                  </a:lnTo>
                  <a:lnTo>
                    <a:pt x="125" y="64"/>
                  </a:lnTo>
                  <a:lnTo>
                    <a:pt x="154" y="65"/>
                  </a:lnTo>
                  <a:lnTo>
                    <a:pt x="183" y="64"/>
                  </a:lnTo>
                  <a:lnTo>
                    <a:pt x="212" y="63"/>
                  </a:lnTo>
                  <a:lnTo>
                    <a:pt x="239" y="61"/>
                  </a:lnTo>
                  <a:lnTo>
                    <a:pt x="267" y="58"/>
                  </a:lnTo>
                  <a:lnTo>
                    <a:pt x="294" y="53"/>
                  </a:lnTo>
                  <a:lnTo>
                    <a:pt x="319" y="48"/>
                  </a:lnTo>
                  <a:lnTo>
                    <a:pt x="344" y="42"/>
                  </a:lnTo>
                  <a:lnTo>
                    <a:pt x="367" y="36"/>
                  </a:lnTo>
                  <a:lnTo>
                    <a:pt x="391" y="28"/>
                  </a:lnTo>
                  <a:lnTo>
                    <a:pt x="412" y="20"/>
                  </a:lnTo>
                  <a:lnTo>
                    <a:pt x="433" y="11"/>
                  </a:lnTo>
                  <a:lnTo>
                    <a:pt x="433" y="11"/>
                  </a:lnTo>
                  <a:lnTo>
                    <a:pt x="429" y="0"/>
                  </a:lnTo>
                  <a:close/>
                </a:path>
              </a:pathLst>
            </a:custGeom>
            <a:solidFill>
              <a:srgbClr val="732e0d"/>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7888" name=""/>
            <p:cNvSpPr/>
            <p:nvPr/>
          </p:nvSpPr>
          <p:spPr>
            <a:xfrm flipV="1">
              <a:off x="5992920" y="5487120"/>
              <a:ext cx="23760" cy="9000"/>
            </a:xfrm>
            <a:custGeom>
              <a:avLst/>
              <a:gdLst/>
              <a:ahLst/>
              <a:rect l="l" t="t" r="r" b="b"/>
              <a:pathLst>
                <a:path w="229" h="74">
                  <a:moveTo>
                    <a:pt x="225" y="1"/>
                  </a:moveTo>
                  <a:lnTo>
                    <a:pt x="226" y="0"/>
                  </a:lnTo>
                  <a:lnTo>
                    <a:pt x="225" y="0"/>
                  </a:lnTo>
                  <a:lnTo>
                    <a:pt x="219" y="1"/>
                  </a:lnTo>
                  <a:lnTo>
                    <a:pt x="213" y="2"/>
                  </a:lnTo>
                  <a:lnTo>
                    <a:pt x="204" y="4"/>
                  </a:lnTo>
                  <a:lnTo>
                    <a:pt x="192" y="6"/>
                  </a:lnTo>
                  <a:lnTo>
                    <a:pt x="179" y="8"/>
                  </a:lnTo>
                  <a:lnTo>
                    <a:pt x="164" y="11"/>
                  </a:lnTo>
                  <a:lnTo>
                    <a:pt x="148" y="16"/>
                  </a:lnTo>
                  <a:lnTo>
                    <a:pt x="130" y="20"/>
                  </a:lnTo>
                  <a:lnTo>
                    <a:pt x="112" y="24"/>
                  </a:lnTo>
                  <a:lnTo>
                    <a:pt x="93" y="29"/>
                  </a:lnTo>
                  <a:lnTo>
                    <a:pt x="74" y="35"/>
                  </a:lnTo>
                  <a:lnTo>
                    <a:pt x="55" y="42"/>
                  </a:lnTo>
                  <a:lnTo>
                    <a:pt x="36" y="48"/>
                  </a:lnTo>
                  <a:lnTo>
                    <a:pt x="17" y="55"/>
                  </a:lnTo>
                  <a:lnTo>
                    <a:pt x="0" y="63"/>
                  </a:lnTo>
                  <a:lnTo>
                    <a:pt x="4" y="74"/>
                  </a:lnTo>
                  <a:lnTo>
                    <a:pt x="22" y="65"/>
                  </a:lnTo>
                  <a:lnTo>
                    <a:pt x="40" y="58"/>
                  </a:lnTo>
                  <a:lnTo>
                    <a:pt x="59" y="52"/>
                  </a:lnTo>
                  <a:lnTo>
                    <a:pt x="78" y="46"/>
                  </a:lnTo>
                  <a:lnTo>
                    <a:pt x="95" y="39"/>
                  </a:lnTo>
                  <a:lnTo>
                    <a:pt x="114" y="34"/>
                  </a:lnTo>
                  <a:lnTo>
                    <a:pt x="132" y="30"/>
                  </a:lnTo>
                  <a:lnTo>
                    <a:pt x="150" y="26"/>
                  </a:lnTo>
                  <a:lnTo>
                    <a:pt x="166" y="22"/>
                  </a:lnTo>
                  <a:lnTo>
                    <a:pt x="181" y="19"/>
                  </a:lnTo>
                  <a:lnTo>
                    <a:pt x="194" y="17"/>
                  </a:lnTo>
                  <a:lnTo>
                    <a:pt x="206" y="15"/>
                  </a:lnTo>
                  <a:lnTo>
                    <a:pt x="215" y="12"/>
                  </a:lnTo>
                  <a:lnTo>
                    <a:pt x="221" y="11"/>
                  </a:lnTo>
                  <a:lnTo>
                    <a:pt x="227" y="10"/>
                  </a:lnTo>
                  <a:lnTo>
                    <a:pt x="228" y="10"/>
                  </a:lnTo>
                  <a:lnTo>
                    <a:pt x="229" y="9"/>
                  </a:lnTo>
                  <a:lnTo>
                    <a:pt x="228" y="10"/>
                  </a:lnTo>
                  <a:lnTo>
                    <a:pt x="229" y="10"/>
                  </a:lnTo>
                  <a:lnTo>
                    <a:pt x="229" y="9"/>
                  </a:lnTo>
                  <a:lnTo>
                    <a:pt x="225" y="1"/>
                  </a:lnTo>
                  <a:close/>
                </a:path>
              </a:pathLst>
            </a:custGeom>
            <a:solidFill>
              <a:srgbClr val="732e0d"/>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889" name=""/>
            <p:cNvSpPr/>
            <p:nvPr/>
          </p:nvSpPr>
          <p:spPr>
            <a:xfrm flipV="1">
              <a:off x="6016680" y="5493960"/>
              <a:ext cx="33120" cy="17280"/>
            </a:xfrm>
            <a:custGeom>
              <a:avLst/>
              <a:gdLst/>
              <a:ahLst/>
              <a:rect l="l" t="t" r="r" b="b"/>
              <a:pathLst>
                <a:path w="319" h="141">
                  <a:moveTo>
                    <a:pt x="313" y="1"/>
                  </a:moveTo>
                  <a:lnTo>
                    <a:pt x="314" y="0"/>
                  </a:lnTo>
                  <a:lnTo>
                    <a:pt x="312" y="1"/>
                  </a:lnTo>
                  <a:lnTo>
                    <a:pt x="306" y="3"/>
                  </a:lnTo>
                  <a:lnTo>
                    <a:pt x="295" y="7"/>
                  </a:lnTo>
                  <a:lnTo>
                    <a:pt x="282" y="13"/>
                  </a:lnTo>
                  <a:lnTo>
                    <a:pt x="266" y="19"/>
                  </a:lnTo>
                  <a:lnTo>
                    <a:pt x="247" y="26"/>
                  </a:lnTo>
                  <a:lnTo>
                    <a:pt x="226" y="34"/>
                  </a:lnTo>
                  <a:lnTo>
                    <a:pt x="203" y="43"/>
                  </a:lnTo>
                  <a:lnTo>
                    <a:pt x="179" y="53"/>
                  </a:lnTo>
                  <a:lnTo>
                    <a:pt x="153" y="63"/>
                  </a:lnTo>
                  <a:lnTo>
                    <a:pt x="127" y="74"/>
                  </a:lnTo>
                  <a:lnTo>
                    <a:pt x="101" y="85"/>
                  </a:lnTo>
                  <a:lnTo>
                    <a:pt x="75" y="97"/>
                  </a:lnTo>
                  <a:lnTo>
                    <a:pt x="49" y="109"/>
                  </a:lnTo>
                  <a:lnTo>
                    <a:pt x="24" y="121"/>
                  </a:lnTo>
                  <a:lnTo>
                    <a:pt x="0" y="133"/>
                  </a:lnTo>
                  <a:lnTo>
                    <a:pt x="4" y="141"/>
                  </a:lnTo>
                  <a:lnTo>
                    <a:pt x="28" y="131"/>
                  </a:lnTo>
                  <a:lnTo>
                    <a:pt x="53" y="120"/>
                  </a:lnTo>
                  <a:lnTo>
                    <a:pt x="79" y="107"/>
                  </a:lnTo>
                  <a:lnTo>
                    <a:pt x="105" y="96"/>
                  </a:lnTo>
                  <a:lnTo>
                    <a:pt x="131" y="84"/>
                  </a:lnTo>
                  <a:lnTo>
                    <a:pt x="157" y="74"/>
                  </a:lnTo>
                  <a:lnTo>
                    <a:pt x="183" y="63"/>
                  </a:lnTo>
                  <a:lnTo>
                    <a:pt x="207" y="53"/>
                  </a:lnTo>
                  <a:lnTo>
                    <a:pt x="230" y="45"/>
                  </a:lnTo>
                  <a:lnTo>
                    <a:pt x="252" y="36"/>
                  </a:lnTo>
                  <a:lnTo>
                    <a:pt x="270" y="29"/>
                  </a:lnTo>
                  <a:lnTo>
                    <a:pt x="286" y="23"/>
                  </a:lnTo>
                  <a:lnTo>
                    <a:pt x="300" y="18"/>
                  </a:lnTo>
                  <a:lnTo>
                    <a:pt x="310" y="14"/>
                  </a:lnTo>
                  <a:lnTo>
                    <a:pt x="316" y="11"/>
                  </a:lnTo>
                  <a:lnTo>
                    <a:pt x="318" y="10"/>
                  </a:lnTo>
                  <a:lnTo>
                    <a:pt x="319" y="9"/>
                  </a:lnTo>
                  <a:lnTo>
                    <a:pt x="313" y="1"/>
                  </a:lnTo>
                  <a:close/>
                </a:path>
              </a:pathLst>
            </a:custGeom>
            <a:solidFill>
              <a:srgbClr val="732e0d"/>
            </a:solidFill>
            <a:ln w="0">
              <a:noFill/>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7890" name=""/>
            <p:cNvSpPr/>
            <p:nvPr/>
          </p:nvSpPr>
          <p:spPr>
            <a:xfrm flipV="1">
              <a:off x="6049800" y="5509800"/>
              <a:ext cx="12960" cy="10800"/>
            </a:xfrm>
            <a:custGeom>
              <a:avLst/>
              <a:gdLst/>
              <a:ahLst/>
              <a:rect l="l" t="t" r="r" b="b"/>
              <a:pathLst>
                <a:path w="120" h="96">
                  <a:moveTo>
                    <a:pt x="112" y="0"/>
                  </a:moveTo>
                  <a:lnTo>
                    <a:pt x="112" y="0"/>
                  </a:lnTo>
                  <a:lnTo>
                    <a:pt x="99" y="12"/>
                  </a:lnTo>
                  <a:lnTo>
                    <a:pt x="81" y="27"/>
                  </a:lnTo>
                  <a:lnTo>
                    <a:pt x="64" y="42"/>
                  </a:lnTo>
                  <a:lnTo>
                    <a:pt x="45" y="56"/>
                  </a:lnTo>
                  <a:lnTo>
                    <a:pt x="27" y="68"/>
                  </a:lnTo>
                  <a:lnTo>
                    <a:pt x="14" y="79"/>
                  </a:lnTo>
                  <a:lnTo>
                    <a:pt x="3" y="86"/>
                  </a:lnTo>
                  <a:lnTo>
                    <a:pt x="0" y="88"/>
                  </a:lnTo>
                  <a:lnTo>
                    <a:pt x="6" y="96"/>
                  </a:lnTo>
                  <a:lnTo>
                    <a:pt x="9" y="94"/>
                  </a:lnTo>
                  <a:lnTo>
                    <a:pt x="20" y="87"/>
                  </a:lnTo>
                  <a:lnTo>
                    <a:pt x="33" y="77"/>
                  </a:lnTo>
                  <a:lnTo>
                    <a:pt x="51" y="64"/>
                  </a:lnTo>
                  <a:lnTo>
                    <a:pt x="70" y="51"/>
                  </a:lnTo>
                  <a:lnTo>
                    <a:pt x="88" y="35"/>
                  </a:lnTo>
                  <a:lnTo>
                    <a:pt x="105" y="21"/>
                  </a:lnTo>
                  <a:lnTo>
                    <a:pt x="120" y="6"/>
                  </a:lnTo>
                  <a:lnTo>
                    <a:pt x="120" y="6"/>
                  </a:lnTo>
                  <a:lnTo>
                    <a:pt x="112" y="0"/>
                  </a:lnTo>
                  <a:close/>
                </a:path>
              </a:pathLst>
            </a:custGeom>
            <a:solidFill>
              <a:srgbClr val="732e0d"/>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891" name=""/>
            <p:cNvSpPr/>
            <p:nvPr/>
          </p:nvSpPr>
          <p:spPr>
            <a:xfrm flipV="1">
              <a:off x="6062760" y="5520960"/>
              <a:ext cx="9360" cy="26640"/>
            </a:xfrm>
            <a:custGeom>
              <a:avLst/>
              <a:gdLst/>
              <a:ahLst/>
              <a:rect l="l" t="t" r="r" b="b"/>
              <a:pathLst>
                <a:path w="102" h="234">
                  <a:moveTo>
                    <a:pt x="90" y="2"/>
                  </a:moveTo>
                  <a:lnTo>
                    <a:pt x="90" y="2"/>
                  </a:lnTo>
                  <a:lnTo>
                    <a:pt x="91" y="24"/>
                  </a:lnTo>
                  <a:lnTo>
                    <a:pt x="91" y="46"/>
                  </a:lnTo>
                  <a:lnTo>
                    <a:pt x="89" y="66"/>
                  </a:lnTo>
                  <a:lnTo>
                    <a:pt x="86" y="84"/>
                  </a:lnTo>
                  <a:lnTo>
                    <a:pt x="81" y="102"/>
                  </a:lnTo>
                  <a:lnTo>
                    <a:pt x="76" y="119"/>
                  </a:lnTo>
                  <a:lnTo>
                    <a:pt x="69" y="134"/>
                  </a:lnTo>
                  <a:lnTo>
                    <a:pt x="62" y="147"/>
                  </a:lnTo>
                  <a:lnTo>
                    <a:pt x="54" y="160"/>
                  </a:lnTo>
                  <a:lnTo>
                    <a:pt x="45" y="173"/>
                  </a:lnTo>
                  <a:lnTo>
                    <a:pt x="37" y="184"/>
                  </a:lnTo>
                  <a:lnTo>
                    <a:pt x="29" y="195"/>
                  </a:lnTo>
                  <a:lnTo>
                    <a:pt x="20" y="204"/>
                  </a:lnTo>
                  <a:lnTo>
                    <a:pt x="13" y="213"/>
                  </a:lnTo>
                  <a:lnTo>
                    <a:pt x="6" y="221"/>
                  </a:lnTo>
                  <a:lnTo>
                    <a:pt x="0" y="228"/>
                  </a:lnTo>
                  <a:lnTo>
                    <a:pt x="8" y="234"/>
                  </a:lnTo>
                  <a:lnTo>
                    <a:pt x="14" y="227"/>
                  </a:lnTo>
                  <a:lnTo>
                    <a:pt x="21" y="219"/>
                  </a:lnTo>
                  <a:lnTo>
                    <a:pt x="29" y="210"/>
                  </a:lnTo>
                  <a:lnTo>
                    <a:pt x="37" y="201"/>
                  </a:lnTo>
                  <a:lnTo>
                    <a:pt x="45" y="190"/>
                  </a:lnTo>
                  <a:lnTo>
                    <a:pt x="54" y="179"/>
                  </a:lnTo>
                  <a:lnTo>
                    <a:pt x="62" y="166"/>
                  </a:lnTo>
                  <a:lnTo>
                    <a:pt x="70" y="153"/>
                  </a:lnTo>
                  <a:lnTo>
                    <a:pt x="78" y="138"/>
                  </a:lnTo>
                  <a:lnTo>
                    <a:pt x="86" y="123"/>
                  </a:lnTo>
                  <a:lnTo>
                    <a:pt x="91" y="104"/>
                  </a:lnTo>
                  <a:lnTo>
                    <a:pt x="96" y="87"/>
                  </a:lnTo>
                  <a:lnTo>
                    <a:pt x="100" y="68"/>
                  </a:lnTo>
                  <a:lnTo>
                    <a:pt x="102" y="46"/>
                  </a:lnTo>
                  <a:lnTo>
                    <a:pt x="102" y="24"/>
                  </a:lnTo>
                  <a:lnTo>
                    <a:pt x="101" y="0"/>
                  </a:lnTo>
                  <a:lnTo>
                    <a:pt x="101" y="0"/>
                  </a:lnTo>
                  <a:lnTo>
                    <a:pt x="90" y="2"/>
                  </a:lnTo>
                  <a:close/>
                </a:path>
              </a:pathLst>
            </a:custGeom>
            <a:solidFill>
              <a:srgbClr val="732e0d"/>
            </a:solidFill>
            <a:ln w="0">
              <a:noFill/>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7892" name=""/>
            <p:cNvSpPr/>
            <p:nvPr/>
          </p:nvSpPr>
          <p:spPr>
            <a:xfrm flipV="1">
              <a:off x="6046920" y="5546520"/>
              <a:ext cx="25200" cy="26640"/>
            </a:xfrm>
            <a:custGeom>
              <a:avLst/>
              <a:gdLst/>
              <a:ahLst/>
              <a:rect l="l" t="t" r="r" b="b"/>
              <a:pathLst>
                <a:path w="240" h="241">
                  <a:moveTo>
                    <a:pt x="0" y="10"/>
                  </a:moveTo>
                  <a:lnTo>
                    <a:pt x="1" y="11"/>
                  </a:lnTo>
                  <a:lnTo>
                    <a:pt x="39" y="26"/>
                  </a:lnTo>
                  <a:lnTo>
                    <a:pt x="72" y="44"/>
                  </a:lnTo>
                  <a:lnTo>
                    <a:pt x="101" y="63"/>
                  </a:lnTo>
                  <a:lnTo>
                    <a:pt x="126" y="81"/>
                  </a:lnTo>
                  <a:lnTo>
                    <a:pt x="148" y="101"/>
                  </a:lnTo>
                  <a:lnTo>
                    <a:pt x="166" y="120"/>
                  </a:lnTo>
                  <a:lnTo>
                    <a:pt x="181" y="140"/>
                  </a:lnTo>
                  <a:lnTo>
                    <a:pt x="195" y="157"/>
                  </a:lnTo>
                  <a:lnTo>
                    <a:pt x="205" y="174"/>
                  </a:lnTo>
                  <a:lnTo>
                    <a:pt x="212" y="190"/>
                  </a:lnTo>
                  <a:lnTo>
                    <a:pt x="219" y="205"/>
                  </a:lnTo>
                  <a:lnTo>
                    <a:pt x="223" y="217"/>
                  </a:lnTo>
                  <a:lnTo>
                    <a:pt x="226" y="227"/>
                  </a:lnTo>
                  <a:lnTo>
                    <a:pt x="228" y="235"/>
                  </a:lnTo>
                  <a:lnTo>
                    <a:pt x="229" y="239"/>
                  </a:lnTo>
                  <a:lnTo>
                    <a:pt x="229" y="241"/>
                  </a:lnTo>
                  <a:lnTo>
                    <a:pt x="240" y="239"/>
                  </a:lnTo>
                  <a:lnTo>
                    <a:pt x="240" y="237"/>
                  </a:lnTo>
                  <a:lnTo>
                    <a:pt x="239" y="233"/>
                  </a:lnTo>
                  <a:lnTo>
                    <a:pt x="236" y="225"/>
                  </a:lnTo>
                  <a:lnTo>
                    <a:pt x="233" y="213"/>
                  </a:lnTo>
                  <a:lnTo>
                    <a:pt x="229" y="201"/>
                  </a:lnTo>
                  <a:lnTo>
                    <a:pt x="223" y="186"/>
                  </a:lnTo>
                  <a:lnTo>
                    <a:pt x="214" y="170"/>
                  </a:lnTo>
                  <a:lnTo>
                    <a:pt x="203" y="151"/>
                  </a:lnTo>
                  <a:lnTo>
                    <a:pt x="190" y="133"/>
                  </a:lnTo>
                  <a:lnTo>
                    <a:pt x="174" y="114"/>
                  </a:lnTo>
                  <a:lnTo>
                    <a:pt x="154" y="93"/>
                  </a:lnTo>
                  <a:lnTo>
                    <a:pt x="132" y="73"/>
                  </a:lnTo>
                  <a:lnTo>
                    <a:pt x="107" y="54"/>
                  </a:lnTo>
                  <a:lnTo>
                    <a:pt x="76" y="36"/>
                  </a:lnTo>
                  <a:lnTo>
                    <a:pt x="43" y="18"/>
                  </a:lnTo>
                  <a:lnTo>
                    <a:pt x="5" y="0"/>
                  </a:lnTo>
                  <a:lnTo>
                    <a:pt x="6" y="1"/>
                  </a:lnTo>
                  <a:lnTo>
                    <a:pt x="0" y="10"/>
                  </a:lnTo>
                  <a:close/>
                </a:path>
              </a:pathLst>
            </a:custGeom>
            <a:solidFill>
              <a:srgbClr val="732e0d"/>
            </a:solidFill>
            <a:ln w="0">
              <a:noFill/>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7893" name=""/>
            <p:cNvSpPr/>
            <p:nvPr/>
          </p:nvSpPr>
          <p:spPr>
            <a:xfrm flipV="1">
              <a:off x="5999040" y="5572800"/>
              <a:ext cx="49320" cy="9000"/>
            </a:xfrm>
            <a:custGeom>
              <a:avLst/>
              <a:gdLst/>
              <a:ahLst/>
              <a:rect l="l" t="t" r="r" b="b"/>
              <a:pathLst>
                <a:path w="458" h="90">
                  <a:moveTo>
                    <a:pt x="0" y="11"/>
                  </a:moveTo>
                  <a:lnTo>
                    <a:pt x="0" y="11"/>
                  </a:lnTo>
                  <a:lnTo>
                    <a:pt x="62" y="15"/>
                  </a:lnTo>
                  <a:lnTo>
                    <a:pt x="120" y="19"/>
                  </a:lnTo>
                  <a:lnTo>
                    <a:pt x="171" y="24"/>
                  </a:lnTo>
                  <a:lnTo>
                    <a:pt x="218" y="30"/>
                  </a:lnTo>
                  <a:lnTo>
                    <a:pt x="259" y="37"/>
                  </a:lnTo>
                  <a:lnTo>
                    <a:pt x="297" y="43"/>
                  </a:lnTo>
                  <a:lnTo>
                    <a:pt x="329" y="50"/>
                  </a:lnTo>
                  <a:lnTo>
                    <a:pt x="358" y="56"/>
                  </a:lnTo>
                  <a:lnTo>
                    <a:pt x="382" y="64"/>
                  </a:lnTo>
                  <a:lnTo>
                    <a:pt x="402" y="70"/>
                  </a:lnTo>
                  <a:lnTo>
                    <a:pt x="418" y="75"/>
                  </a:lnTo>
                  <a:lnTo>
                    <a:pt x="431" y="80"/>
                  </a:lnTo>
                  <a:lnTo>
                    <a:pt x="441" y="84"/>
                  </a:lnTo>
                  <a:lnTo>
                    <a:pt x="448" y="88"/>
                  </a:lnTo>
                  <a:lnTo>
                    <a:pt x="451" y="89"/>
                  </a:lnTo>
                  <a:lnTo>
                    <a:pt x="452" y="90"/>
                  </a:lnTo>
                  <a:lnTo>
                    <a:pt x="458" y="81"/>
                  </a:lnTo>
                  <a:lnTo>
                    <a:pt x="457" y="80"/>
                  </a:lnTo>
                  <a:lnTo>
                    <a:pt x="452" y="77"/>
                  </a:lnTo>
                  <a:lnTo>
                    <a:pt x="445" y="74"/>
                  </a:lnTo>
                  <a:lnTo>
                    <a:pt x="435" y="70"/>
                  </a:lnTo>
                  <a:lnTo>
                    <a:pt x="422" y="65"/>
                  </a:lnTo>
                  <a:lnTo>
                    <a:pt x="404" y="60"/>
                  </a:lnTo>
                  <a:lnTo>
                    <a:pt x="384" y="53"/>
                  </a:lnTo>
                  <a:lnTo>
                    <a:pt x="360" y="46"/>
                  </a:lnTo>
                  <a:lnTo>
                    <a:pt x="331" y="40"/>
                  </a:lnTo>
                  <a:lnTo>
                    <a:pt x="299" y="33"/>
                  </a:lnTo>
                  <a:lnTo>
                    <a:pt x="261" y="26"/>
                  </a:lnTo>
                  <a:lnTo>
                    <a:pt x="220" y="20"/>
                  </a:lnTo>
                  <a:lnTo>
                    <a:pt x="173" y="14"/>
                  </a:lnTo>
                  <a:lnTo>
                    <a:pt x="120" y="9"/>
                  </a:lnTo>
                  <a:lnTo>
                    <a:pt x="62" y="4"/>
                  </a:lnTo>
                  <a:lnTo>
                    <a:pt x="0" y="0"/>
                  </a:lnTo>
                  <a:lnTo>
                    <a:pt x="0" y="0"/>
                  </a:lnTo>
                  <a:lnTo>
                    <a:pt x="0" y="11"/>
                  </a:lnTo>
                  <a:close/>
                </a:path>
              </a:pathLst>
            </a:custGeom>
            <a:solidFill>
              <a:srgbClr val="732e0d"/>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7894" name=""/>
            <p:cNvSpPr/>
            <p:nvPr/>
          </p:nvSpPr>
          <p:spPr>
            <a:xfrm flipV="1">
              <a:off x="5970600" y="5582880"/>
              <a:ext cx="28440" cy="1440"/>
            </a:xfrm>
            <a:custGeom>
              <a:avLst/>
              <a:gdLst/>
              <a:ahLst/>
              <a:rect l="l" t="t" r="r" b="b"/>
              <a:pathLst>
                <a:path w="277" h="20">
                  <a:moveTo>
                    <a:pt x="4" y="20"/>
                  </a:moveTo>
                  <a:lnTo>
                    <a:pt x="4" y="20"/>
                  </a:lnTo>
                  <a:lnTo>
                    <a:pt x="15" y="17"/>
                  </a:lnTo>
                  <a:lnTo>
                    <a:pt x="29" y="15"/>
                  </a:lnTo>
                  <a:lnTo>
                    <a:pt x="45" y="13"/>
                  </a:lnTo>
                  <a:lnTo>
                    <a:pt x="66" y="11"/>
                  </a:lnTo>
                  <a:lnTo>
                    <a:pt x="87" y="11"/>
                  </a:lnTo>
                  <a:lnTo>
                    <a:pt x="110" y="10"/>
                  </a:lnTo>
                  <a:lnTo>
                    <a:pt x="133" y="11"/>
                  </a:lnTo>
                  <a:lnTo>
                    <a:pt x="157" y="11"/>
                  </a:lnTo>
                  <a:lnTo>
                    <a:pt x="180" y="13"/>
                  </a:lnTo>
                  <a:lnTo>
                    <a:pt x="203" y="14"/>
                  </a:lnTo>
                  <a:lnTo>
                    <a:pt x="223" y="15"/>
                  </a:lnTo>
                  <a:lnTo>
                    <a:pt x="241" y="16"/>
                  </a:lnTo>
                  <a:lnTo>
                    <a:pt x="256" y="17"/>
                  </a:lnTo>
                  <a:lnTo>
                    <a:pt x="268" y="17"/>
                  </a:lnTo>
                  <a:lnTo>
                    <a:pt x="274" y="18"/>
                  </a:lnTo>
                  <a:lnTo>
                    <a:pt x="277" y="18"/>
                  </a:lnTo>
                  <a:lnTo>
                    <a:pt x="277" y="7"/>
                  </a:lnTo>
                  <a:lnTo>
                    <a:pt x="276" y="7"/>
                  </a:lnTo>
                  <a:lnTo>
                    <a:pt x="268" y="6"/>
                  </a:lnTo>
                  <a:lnTo>
                    <a:pt x="256" y="6"/>
                  </a:lnTo>
                  <a:lnTo>
                    <a:pt x="241" y="5"/>
                  </a:lnTo>
                  <a:lnTo>
                    <a:pt x="223" y="4"/>
                  </a:lnTo>
                  <a:lnTo>
                    <a:pt x="203" y="3"/>
                  </a:lnTo>
                  <a:lnTo>
                    <a:pt x="180" y="2"/>
                  </a:lnTo>
                  <a:lnTo>
                    <a:pt x="157" y="1"/>
                  </a:lnTo>
                  <a:lnTo>
                    <a:pt x="133" y="1"/>
                  </a:lnTo>
                  <a:lnTo>
                    <a:pt x="110" y="0"/>
                  </a:lnTo>
                  <a:lnTo>
                    <a:pt x="87" y="1"/>
                  </a:lnTo>
                  <a:lnTo>
                    <a:pt x="66" y="1"/>
                  </a:lnTo>
                  <a:lnTo>
                    <a:pt x="45" y="2"/>
                  </a:lnTo>
                  <a:lnTo>
                    <a:pt x="27" y="4"/>
                  </a:lnTo>
                  <a:lnTo>
                    <a:pt x="12" y="6"/>
                  </a:lnTo>
                  <a:lnTo>
                    <a:pt x="0" y="9"/>
                  </a:lnTo>
                  <a:lnTo>
                    <a:pt x="0" y="9"/>
                  </a:lnTo>
                  <a:lnTo>
                    <a:pt x="4" y="20"/>
                  </a:lnTo>
                  <a:close/>
                </a:path>
              </a:pathLst>
            </a:custGeom>
            <a:solidFill>
              <a:srgbClr val="732e0d"/>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895" name=""/>
            <p:cNvSpPr/>
            <p:nvPr/>
          </p:nvSpPr>
          <p:spPr>
            <a:xfrm flipV="1">
              <a:off x="5964120" y="5579640"/>
              <a:ext cx="6480" cy="2880"/>
            </a:xfrm>
            <a:custGeom>
              <a:avLst/>
              <a:gdLst/>
              <a:ahLst/>
              <a:rect l="l" t="t" r="r" b="b"/>
              <a:pathLst>
                <a:path w="67" h="45">
                  <a:moveTo>
                    <a:pt x="7" y="45"/>
                  </a:moveTo>
                  <a:lnTo>
                    <a:pt x="9" y="44"/>
                  </a:lnTo>
                  <a:lnTo>
                    <a:pt x="13" y="41"/>
                  </a:lnTo>
                  <a:lnTo>
                    <a:pt x="20" y="37"/>
                  </a:lnTo>
                  <a:lnTo>
                    <a:pt x="29" y="31"/>
                  </a:lnTo>
                  <a:lnTo>
                    <a:pt x="38" y="25"/>
                  </a:lnTo>
                  <a:lnTo>
                    <a:pt x="47" y="19"/>
                  </a:lnTo>
                  <a:lnTo>
                    <a:pt x="58" y="15"/>
                  </a:lnTo>
                  <a:lnTo>
                    <a:pt x="67" y="11"/>
                  </a:lnTo>
                  <a:lnTo>
                    <a:pt x="63" y="0"/>
                  </a:lnTo>
                  <a:lnTo>
                    <a:pt x="54" y="5"/>
                  </a:lnTo>
                  <a:lnTo>
                    <a:pt x="43" y="11"/>
                  </a:lnTo>
                  <a:lnTo>
                    <a:pt x="32" y="17"/>
                  </a:lnTo>
                  <a:lnTo>
                    <a:pt x="22" y="22"/>
                  </a:lnTo>
                  <a:lnTo>
                    <a:pt x="14" y="28"/>
                  </a:lnTo>
                  <a:lnTo>
                    <a:pt x="7" y="33"/>
                  </a:lnTo>
                  <a:lnTo>
                    <a:pt x="3" y="36"/>
                  </a:lnTo>
                  <a:lnTo>
                    <a:pt x="0" y="37"/>
                  </a:lnTo>
                  <a:lnTo>
                    <a:pt x="7" y="45"/>
                  </a:lnTo>
                  <a:close/>
                </a:path>
              </a:pathLst>
            </a:custGeom>
            <a:solidFill>
              <a:srgbClr val="732e0d"/>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896" name=""/>
            <p:cNvSpPr/>
            <p:nvPr/>
          </p:nvSpPr>
          <p:spPr>
            <a:xfrm flipV="1">
              <a:off x="5964120" y="5577480"/>
              <a:ext cx="1800" cy="1080"/>
            </a:xfrm>
            <a:custGeom>
              <a:avLst/>
              <a:gdLst/>
              <a:ahLst/>
              <a:rect l="l" t="t" r="r" b="b"/>
              <a:pathLst>
                <a:path w="9" h="9">
                  <a:moveTo>
                    <a:pt x="2" y="0"/>
                  </a:moveTo>
                  <a:lnTo>
                    <a:pt x="0" y="3"/>
                  </a:lnTo>
                  <a:lnTo>
                    <a:pt x="1" y="7"/>
                  </a:lnTo>
                  <a:lnTo>
                    <a:pt x="5" y="9"/>
                  </a:lnTo>
                  <a:lnTo>
                    <a:pt x="9" y="8"/>
                  </a:lnTo>
                  <a:lnTo>
                    <a:pt x="2" y="0"/>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897" name=""/>
            <p:cNvSpPr/>
            <p:nvPr/>
          </p:nvSpPr>
          <p:spPr>
            <a:xfrm flipV="1">
              <a:off x="5938920" y="5528880"/>
              <a:ext cx="1440" cy="17280"/>
            </a:xfrm>
            <a:custGeom>
              <a:avLst/>
              <a:gdLst/>
              <a:ahLst/>
              <a:rect l="l" t="t" r="r" b="b"/>
              <a:pathLst>
                <a:path w="6" h="145">
                  <a:moveTo>
                    <a:pt x="6" y="0"/>
                  </a:moveTo>
                  <a:lnTo>
                    <a:pt x="6" y="0"/>
                  </a:lnTo>
                  <a:lnTo>
                    <a:pt x="6" y="4"/>
                  </a:lnTo>
                  <a:lnTo>
                    <a:pt x="5" y="15"/>
                  </a:lnTo>
                  <a:lnTo>
                    <a:pt x="3" y="32"/>
                  </a:lnTo>
                  <a:lnTo>
                    <a:pt x="2" y="54"/>
                  </a:lnTo>
                  <a:lnTo>
                    <a:pt x="0" y="77"/>
                  </a:lnTo>
                  <a:lnTo>
                    <a:pt x="0" y="101"/>
                  </a:lnTo>
                  <a:lnTo>
                    <a:pt x="0" y="124"/>
                  </a:lnTo>
                  <a:lnTo>
                    <a:pt x="1" y="145"/>
                  </a:lnTo>
                </a:path>
              </a:pathLst>
            </a:custGeom>
            <a:noFill/>
            <a:ln w="0">
              <a:solidFill>
                <a:srgbClr val="d99473"/>
              </a:solidFill>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7898" name=""/>
            <p:cNvSpPr/>
            <p:nvPr/>
          </p:nvSpPr>
          <p:spPr>
            <a:xfrm flipV="1">
              <a:off x="5940360" y="5497200"/>
              <a:ext cx="3240" cy="20160"/>
            </a:xfrm>
            <a:custGeom>
              <a:avLst/>
              <a:gdLst/>
              <a:ahLst/>
              <a:rect l="l" t="t" r="r" b="b"/>
              <a:pathLst>
                <a:path w="39" h="192">
                  <a:moveTo>
                    <a:pt x="0" y="0"/>
                  </a:moveTo>
                  <a:lnTo>
                    <a:pt x="0" y="0"/>
                  </a:lnTo>
                  <a:lnTo>
                    <a:pt x="0" y="2"/>
                  </a:lnTo>
                  <a:lnTo>
                    <a:pt x="0" y="7"/>
                  </a:lnTo>
                  <a:lnTo>
                    <a:pt x="1" y="14"/>
                  </a:lnTo>
                  <a:lnTo>
                    <a:pt x="2" y="24"/>
                  </a:lnTo>
                  <a:lnTo>
                    <a:pt x="3" y="37"/>
                  </a:lnTo>
                  <a:lnTo>
                    <a:pt x="4" y="51"/>
                  </a:lnTo>
                  <a:lnTo>
                    <a:pt x="6" y="67"/>
                  </a:lnTo>
                  <a:lnTo>
                    <a:pt x="8" y="83"/>
                  </a:lnTo>
                  <a:lnTo>
                    <a:pt x="11" y="99"/>
                  </a:lnTo>
                  <a:lnTo>
                    <a:pt x="13" y="116"/>
                  </a:lnTo>
                  <a:lnTo>
                    <a:pt x="16" y="131"/>
                  </a:lnTo>
                  <a:lnTo>
                    <a:pt x="20" y="147"/>
                  </a:lnTo>
                  <a:lnTo>
                    <a:pt x="25" y="162"/>
                  </a:lnTo>
                  <a:lnTo>
                    <a:pt x="29" y="174"/>
                  </a:lnTo>
                  <a:lnTo>
                    <a:pt x="34" y="183"/>
                  </a:lnTo>
                  <a:lnTo>
                    <a:pt x="39" y="192"/>
                  </a:lnTo>
                </a:path>
              </a:pathLst>
            </a:custGeom>
            <a:noFill/>
            <a:ln w="0">
              <a:solidFill>
                <a:srgbClr val="d99473"/>
              </a:solidFill>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7899" name=""/>
            <p:cNvSpPr/>
            <p:nvPr/>
          </p:nvSpPr>
          <p:spPr>
            <a:xfrm flipV="1">
              <a:off x="5931000" y="5507640"/>
              <a:ext cx="3240" cy="23400"/>
            </a:xfrm>
            <a:custGeom>
              <a:avLst/>
              <a:gdLst/>
              <a:ahLst/>
              <a:rect l="l" t="t" r="r" b="b"/>
              <a:pathLst>
                <a:path w="29" h="206">
                  <a:moveTo>
                    <a:pt x="29" y="206"/>
                  </a:moveTo>
                  <a:lnTo>
                    <a:pt x="29" y="206"/>
                  </a:lnTo>
                  <a:lnTo>
                    <a:pt x="29" y="205"/>
                  </a:lnTo>
                  <a:lnTo>
                    <a:pt x="28" y="202"/>
                  </a:lnTo>
                  <a:lnTo>
                    <a:pt x="26" y="197"/>
                  </a:lnTo>
                  <a:lnTo>
                    <a:pt x="25" y="189"/>
                  </a:lnTo>
                  <a:lnTo>
                    <a:pt x="23" y="180"/>
                  </a:lnTo>
                  <a:lnTo>
                    <a:pt x="20" y="170"/>
                  </a:lnTo>
                  <a:lnTo>
                    <a:pt x="18" y="157"/>
                  </a:lnTo>
                  <a:lnTo>
                    <a:pt x="15" y="144"/>
                  </a:lnTo>
                  <a:lnTo>
                    <a:pt x="12" y="128"/>
                  </a:lnTo>
                  <a:lnTo>
                    <a:pt x="10" y="113"/>
                  </a:lnTo>
                  <a:lnTo>
                    <a:pt x="7" y="96"/>
                  </a:lnTo>
                  <a:lnTo>
                    <a:pt x="4" y="77"/>
                  </a:lnTo>
                  <a:lnTo>
                    <a:pt x="3" y="60"/>
                  </a:lnTo>
                  <a:lnTo>
                    <a:pt x="1" y="40"/>
                  </a:lnTo>
                  <a:lnTo>
                    <a:pt x="0" y="20"/>
                  </a:lnTo>
                  <a:lnTo>
                    <a:pt x="0" y="0"/>
                  </a:lnTo>
                </a:path>
              </a:pathLst>
            </a:custGeom>
            <a:noFill/>
            <a:ln w="0">
              <a:solidFill>
                <a:srgbClr val="d99473"/>
              </a:solidFill>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7900" name=""/>
            <p:cNvSpPr/>
            <p:nvPr/>
          </p:nvSpPr>
          <p:spPr>
            <a:xfrm flipV="1">
              <a:off x="5824440" y="5563800"/>
              <a:ext cx="1800" cy="2880"/>
            </a:xfrm>
            <a:custGeom>
              <a:avLst/>
              <a:gdLst/>
              <a:ahLst/>
              <a:rect l="l" t="t" r="r" b="b"/>
              <a:pathLst>
                <a:path w="11" h="5">
                  <a:moveTo>
                    <a:pt x="11" y="5"/>
                  </a:moveTo>
                  <a:lnTo>
                    <a:pt x="9" y="2"/>
                  </a:lnTo>
                  <a:lnTo>
                    <a:pt x="6" y="0"/>
                  </a:lnTo>
                  <a:lnTo>
                    <a:pt x="3" y="2"/>
                  </a:lnTo>
                  <a:lnTo>
                    <a:pt x="0" y="5"/>
                  </a:lnTo>
                  <a:lnTo>
                    <a:pt x="11" y="5"/>
                  </a:lnTo>
                  <a:close/>
                </a:path>
              </a:pathLst>
            </a:custGeom>
            <a:solidFill>
              <a:srgbClr val="d99473"/>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901" name=""/>
            <p:cNvSpPr/>
            <p:nvPr/>
          </p:nvSpPr>
          <p:spPr>
            <a:xfrm flipV="1">
              <a:off x="5824440" y="5543280"/>
              <a:ext cx="6480" cy="20160"/>
            </a:xfrm>
            <a:custGeom>
              <a:avLst/>
              <a:gdLst/>
              <a:ahLst/>
              <a:rect l="l" t="t" r="r" b="b"/>
              <a:pathLst>
                <a:path w="49" h="191">
                  <a:moveTo>
                    <a:pt x="49" y="184"/>
                  </a:moveTo>
                  <a:lnTo>
                    <a:pt x="42" y="173"/>
                  </a:lnTo>
                  <a:lnTo>
                    <a:pt x="37" y="158"/>
                  </a:lnTo>
                  <a:lnTo>
                    <a:pt x="32" y="145"/>
                  </a:lnTo>
                  <a:lnTo>
                    <a:pt x="28" y="129"/>
                  </a:lnTo>
                  <a:lnTo>
                    <a:pt x="23" y="114"/>
                  </a:lnTo>
                  <a:lnTo>
                    <a:pt x="20" y="98"/>
                  </a:lnTo>
                  <a:lnTo>
                    <a:pt x="18" y="84"/>
                  </a:lnTo>
                  <a:lnTo>
                    <a:pt x="16" y="68"/>
                  </a:lnTo>
                  <a:lnTo>
                    <a:pt x="14" y="54"/>
                  </a:lnTo>
                  <a:lnTo>
                    <a:pt x="13" y="42"/>
                  </a:lnTo>
                  <a:lnTo>
                    <a:pt x="12" y="31"/>
                  </a:lnTo>
                  <a:lnTo>
                    <a:pt x="12" y="20"/>
                  </a:lnTo>
                  <a:lnTo>
                    <a:pt x="11" y="12"/>
                  </a:lnTo>
                  <a:lnTo>
                    <a:pt x="11" y="6"/>
                  </a:lnTo>
                  <a:lnTo>
                    <a:pt x="11" y="1"/>
                  </a:lnTo>
                  <a:lnTo>
                    <a:pt x="11" y="0"/>
                  </a:lnTo>
                  <a:lnTo>
                    <a:pt x="0" y="0"/>
                  </a:lnTo>
                  <a:lnTo>
                    <a:pt x="0" y="1"/>
                  </a:lnTo>
                  <a:lnTo>
                    <a:pt x="0" y="6"/>
                  </a:lnTo>
                  <a:lnTo>
                    <a:pt x="0" y="12"/>
                  </a:lnTo>
                  <a:lnTo>
                    <a:pt x="2" y="20"/>
                  </a:lnTo>
                  <a:lnTo>
                    <a:pt x="2" y="31"/>
                  </a:lnTo>
                  <a:lnTo>
                    <a:pt x="3" y="42"/>
                  </a:lnTo>
                  <a:lnTo>
                    <a:pt x="4" y="57"/>
                  </a:lnTo>
                  <a:lnTo>
                    <a:pt x="6" y="70"/>
                  </a:lnTo>
                  <a:lnTo>
                    <a:pt x="8" y="86"/>
                  </a:lnTo>
                  <a:lnTo>
                    <a:pt x="10" y="100"/>
                  </a:lnTo>
                  <a:lnTo>
                    <a:pt x="13" y="116"/>
                  </a:lnTo>
                  <a:lnTo>
                    <a:pt x="17" y="131"/>
                  </a:lnTo>
                  <a:lnTo>
                    <a:pt x="21" y="147"/>
                  </a:lnTo>
                  <a:lnTo>
                    <a:pt x="27" y="163"/>
                  </a:lnTo>
                  <a:lnTo>
                    <a:pt x="34" y="177"/>
                  </a:lnTo>
                  <a:lnTo>
                    <a:pt x="41" y="191"/>
                  </a:lnTo>
                  <a:lnTo>
                    <a:pt x="49" y="184"/>
                  </a:lnTo>
                  <a:close/>
                </a:path>
              </a:pathLst>
            </a:custGeom>
            <a:solidFill>
              <a:srgbClr val="d99473"/>
            </a:solidFill>
            <a:ln w="0">
              <a:noFill/>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7902" name=""/>
            <p:cNvSpPr/>
            <p:nvPr/>
          </p:nvSpPr>
          <p:spPr>
            <a:xfrm flipV="1">
              <a:off x="5830920" y="5542560"/>
              <a:ext cx="1440" cy="1080"/>
            </a:xfrm>
            <a:custGeom>
              <a:avLst/>
              <a:gdLst/>
              <a:ahLst/>
              <a:rect l="l" t="t" r="r" b="b"/>
              <a:pathLst>
                <a:path w="9" h="9">
                  <a:moveTo>
                    <a:pt x="0" y="7"/>
                  </a:moveTo>
                  <a:lnTo>
                    <a:pt x="4" y="9"/>
                  </a:lnTo>
                  <a:lnTo>
                    <a:pt x="7" y="8"/>
                  </a:lnTo>
                  <a:lnTo>
                    <a:pt x="9" y="4"/>
                  </a:lnTo>
                  <a:lnTo>
                    <a:pt x="8" y="0"/>
                  </a:lnTo>
                  <a:lnTo>
                    <a:pt x="0" y="7"/>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903" name=""/>
            <p:cNvSpPr/>
            <p:nvPr/>
          </p:nvSpPr>
          <p:spPr>
            <a:xfrm flipV="1">
              <a:off x="5810400" y="5571720"/>
              <a:ext cx="1440" cy="1440"/>
            </a:xfrm>
            <a:custGeom>
              <a:avLst/>
              <a:gdLst/>
              <a:ahLst/>
              <a:rect l="l" t="t" r="r" b="b"/>
              <a:pathLst>
                <a:path w="10" h="7">
                  <a:moveTo>
                    <a:pt x="10" y="7"/>
                  </a:moveTo>
                  <a:lnTo>
                    <a:pt x="9" y="3"/>
                  </a:lnTo>
                  <a:lnTo>
                    <a:pt x="6" y="0"/>
                  </a:lnTo>
                  <a:lnTo>
                    <a:pt x="2" y="1"/>
                  </a:lnTo>
                  <a:lnTo>
                    <a:pt x="0" y="5"/>
                  </a:lnTo>
                  <a:lnTo>
                    <a:pt x="10" y="7"/>
                  </a:lnTo>
                  <a:close/>
                </a:path>
              </a:pathLst>
            </a:custGeom>
            <a:solidFill>
              <a:srgbClr val="d9947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904" name=""/>
            <p:cNvSpPr/>
            <p:nvPr/>
          </p:nvSpPr>
          <p:spPr>
            <a:xfrm flipV="1">
              <a:off x="5810400" y="5514840"/>
              <a:ext cx="15840" cy="58320"/>
            </a:xfrm>
            <a:custGeom>
              <a:avLst/>
              <a:gdLst/>
              <a:ahLst/>
              <a:rect l="l" t="t" r="r" b="b"/>
              <a:pathLst>
                <a:path w="160" h="506">
                  <a:moveTo>
                    <a:pt x="160" y="499"/>
                  </a:moveTo>
                  <a:lnTo>
                    <a:pt x="129" y="459"/>
                  </a:lnTo>
                  <a:lnTo>
                    <a:pt x="102" y="417"/>
                  </a:lnTo>
                  <a:lnTo>
                    <a:pt x="81" y="376"/>
                  </a:lnTo>
                  <a:lnTo>
                    <a:pt x="62" y="332"/>
                  </a:lnTo>
                  <a:lnTo>
                    <a:pt x="48" y="290"/>
                  </a:lnTo>
                  <a:lnTo>
                    <a:pt x="35" y="250"/>
                  </a:lnTo>
                  <a:lnTo>
                    <a:pt x="26" y="209"/>
                  </a:lnTo>
                  <a:lnTo>
                    <a:pt x="20" y="171"/>
                  </a:lnTo>
                  <a:lnTo>
                    <a:pt x="15" y="136"/>
                  </a:lnTo>
                  <a:lnTo>
                    <a:pt x="12" y="103"/>
                  </a:lnTo>
                  <a:lnTo>
                    <a:pt x="11" y="74"/>
                  </a:lnTo>
                  <a:lnTo>
                    <a:pt x="10" y="49"/>
                  </a:lnTo>
                  <a:lnTo>
                    <a:pt x="10" y="29"/>
                  </a:lnTo>
                  <a:lnTo>
                    <a:pt x="11" y="13"/>
                  </a:lnTo>
                  <a:lnTo>
                    <a:pt x="12" y="4"/>
                  </a:lnTo>
                  <a:lnTo>
                    <a:pt x="12" y="2"/>
                  </a:lnTo>
                  <a:lnTo>
                    <a:pt x="2" y="0"/>
                  </a:lnTo>
                  <a:lnTo>
                    <a:pt x="2" y="4"/>
                  </a:lnTo>
                  <a:lnTo>
                    <a:pt x="1" y="13"/>
                  </a:lnTo>
                  <a:lnTo>
                    <a:pt x="0" y="29"/>
                  </a:lnTo>
                  <a:lnTo>
                    <a:pt x="0" y="49"/>
                  </a:lnTo>
                  <a:lnTo>
                    <a:pt x="1" y="74"/>
                  </a:lnTo>
                  <a:lnTo>
                    <a:pt x="2" y="103"/>
                  </a:lnTo>
                  <a:lnTo>
                    <a:pt x="5" y="138"/>
                  </a:lnTo>
                  <a:lnTo>
                    <a:pt x="9" y="173"/>
                  </a:lnTo>
                  <a:lnTo>
                    <a:pt x="15" y="212"/>
                  </a:lnTo>
                  <a:lnTo>
                    <a:pt x="25" y="252"/>
                  </a:lnTo>
                  <a:lnTo>
                    <a:pt x="37" y="295"/>
                  </a:lnTo>
                  <a:lnTo>
                    <a:pt x="52" y="336"/>
                  </a:lnTo>
                  <a:lnTo>
                    <a:pt x="71" y="380"/>
                  </a:lnTo>
                  <a:lnTo>
                    <a:pt x="94" y="423"/>
                  </a:lnTo>
                  <a:lnTo>
                    <a:pt x="121" y="465"/>
                  </a:lnTo>
                  <a:lnTo>
                    <a:pt x="152" y="506"/>
                  </a:lnTo>
                  <a:lnTo>
                    <a:pt x="160" y="499"/>
                  </a:lnTo>
                  <a:close/>
                </a:path>
              </a:pathLst>
            </a:custGeom>
            <a:solidFill>
              <a:srgbClr val="d99473"/>
            </a:solidFill>
            <a:ln w="0">
              <a:noFill/>
            </a:ln>
          </p:spPr>
          <p:style>
            <a:lnRef idx="0"/>
            <a:fillRef idx="0"/>
            <a:effectRef idx="0"/>
            <a:fontRef idx="minor"/>
          </p:style>
          <p:txBody>
            <a:bodyPr lIns="90000" rIns="90000" tIns="11520" bIns="11520" anchor="t">
              <a:noAutofit/>
            </a:bodyPr>
            <a:p>
              <a:endParaRPr b="0" lang="en-US" sz="2400" spc="-1" strike="noStrike">
                <a:solidFill>
                  <a:srgbClr val="000000"/>
                </a:solidFill>
                <a:latin typeface="Times New Roman"/>
              </a:endParaRPr>
            </a:p>
          </p:txBody>
        </p:sp>
        <p:sp>
          <p:nvSpPr>
            <p:cNvPr id="7905" name=""/>
            <p:cNvSpPr/>
            <p:nvPr/>
          </p:nvSpPr>
          <p:spPr>
            <a:xfrm flipV="1">
              <a:off x="5826240" y="5514120"/>
              <a:ext cx="1440" cy="1080"/>
            </a:xfrm>
            <a:custGeom>
              <a:avLst/>
              <a:gdLst/>
              <a:ahLst/>
              <a:rect l="l" t="t" r="r" b="b"/>
              <a:pathLst>
                <a:path w="9" h="9">
                  <a:moveTo>
                    <a:pt x="0" y="7"/>
                  </a:moveTo>
                  <a:lnTo>
                    <a:pt x="4" y="9"/>
                  </a:lnTo>
                  <a:lnTo>
                    <a:pt x="7" y="8"/>
                  </a:lnTo>
                  <a:lnTo>
                    <a:pt x="9" y="4"/>
                  </a:lnTo>
                  <a:lnTo>
                    <a:pt x="8" y="0"/>
                  </a:lnTo>
                  <a:lnTo>
                    <a:pt x="0" y="7"/>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906" name=""/>
            <p:cNvSpPr/>
            <p:nvPr/>
          </p:nvSpPr>
          <p:spPr>
            <a:xfrm flipV="1">
              <a:off x="5824440" y="5537880"/>
              <a:ext cx="1800" cy="1080"/>
            </a:xfrm>
            <a:custGeom>
              <a:avLst/>
              <a:gdLst/>
              <a:ahLst/>
              <a:rect l="l" t="t" r="r" b="b"/>
              <a:pathLst>
                <a:path w="10" h="6">
                  <a:moveTo>
                    <a:pt x="10" y="4"/>
                  </a:moveTo>
                  <a:lnTo>
                    <a:pt x="8" y="1"/>
                  </a:lnTo>
                  <a:lnTo>
                    <a:pt x="4" y="0"/>
                  </a:lnTo>
                  <a:lnTo>
                    <a:pt x="1" y="2"/>
                  </a:lnTo>
                  <a:lnTo>
                    <a:pt x="0" y="6"/>
                  </a:lnTo>
                  <a:lnTo>
                    <a:pt x="10" y="4"/>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907" name=""/>
            <p:cNvSpPr/>
            <p:nvPr/>
          </p:nvSpPr>
          <p:spPr>
            <a:xfrm flipV="1">
              <a:off x="5824440" y="5513040"/>
              <a:ext cx="11160" cy="26640"/>
            </a:xfrm>
            <a:custGeom>
              <a:avLst/>
              <a:gdLst/>
              <a:ahLst/>
              <a:rect l="l" t="t" r="r" b="b"/>
              <a:pathLst>
                <a:path w="107" h="238">
                  <a:moveTo>
                    <a:pt x="107" y="230"/>
                  </a:moveTo>
                  <a:lnTo>
                    <a:pt x="98" y="220"/>
                  </a:lnTo>
                  <a:lnTo>
                    <a:pt x="88" y="205"/>
                  </a:lnTo>
                  <a:lnTo>
                    <a:pt x="77" y="189"/>
                  </a:lnTo>
                  <a:lnTo>
                    <a:pt x="68" y="172"/>
                  </a:lnTo>
                  <a:lnTo>
                    <a:pt x="60" y="153"/>
                  </a:lnTo>
                  <a:lnTo>
                    <a:pt x="52" y="133"/>
                  </a:lnTo>
                  <a:lnTo>
                    <a:pt x="45" y="114"/>
                  </a:lnTo>
                  <a:lnTo>
                    <a:pt x="38" y="95"/>
                  </a:lnTo>
                  <a:lnTo>
                    <a:pt x="31" y="77"/>
                  </a:lnTo>
                  <a:lnTo>
                    <a:pt x="26" y="60"/>
                  </a:lnTo>
                  <a:lnTo>
                    <a:pt x="22" y="43"/>
                  </a:lnTo>
                  <a:lnTo>
                    <a:pt x="18" y="28"/>
                  </a:lnTo>
                  <a:lnTo>
                    <a:pt x="15" y="17"/>
                  </a:lnTo>
                  <a:lnTo>
                    <a:pt x="13" y="8"/>
                  </a:lnTo>
                  <a:lnTo>
                    <a:pt x="10" y="2"/>
                  </a:lnTo>
                  <a:lnTo>
                    <a:pt x="10" y="0"/>
                  </a:lnTo>
                  <a:lnTo>
                    <a:pt x="0" y="2"/>
                  </a:lnTo>
                  <a:lnTo>
                    <a:pt x="0" y="4"/>
                  </a:lnTo>
                  <a:lnTo>
                    <a:pt x="2" y="10"/>
                  </a:lnTo>
                  <a:lnTo>
                    <a:pt x="4" y="19"/>
                  </a:lnTo>
                  <a:lnTo>
                    <a:pt x="7" y="30"/>
                  </a:lnTo>
                  <a:lnTo>
                    <a:pt x="12" y="45"/>
                  </a:lnTo>
                  <a:lnTo>
                    <a:pt x="16" y="62"/>
                  </a:lnTo>
                  <a:lnTo>
                    <a:pt x="21" y="79"/>
                  </a:lnTo>
                  <a:lnTo>
                    <a:pt x="27" y="99"/>
                  </a:lnTo>
                  <a:lnTo>
                    <a:pt x="34" y="118"/>
                  </a:lnTo>
                  <a:lnTo>
                    <a:pt x="42" y="137"/>
                  </a:lnTo>
                  <a:lnTo>
                    <a:pt x="50" y="157"/>
                  </a:lnTo>
                  <a:lnTo>
                    <a:pt x="59" y="176"/>
                  </a:lnTo>
                  <a:lnTo>
                    <a:pt x="69" y="194"/>
                  </a:lnTo>
                  <a:lnTo>
                    <a:pt x="79" y="211"/>
                  </a:lnTo>
                  <a:lnTo>
                    <a:pt x="90" y="226"/>
                  </a:lnTo>
                  <a:lnTo>
                    <a:pt x="101" y="238"/>
                  </a:lnTo>
                  <a:lnTo>
                    <a:pt x="107" y="230"/>
                  </a:lnTo>
                  <a:close/>
                </a:path>
              </a:pathLst>
            </a:custGeom>
            <a:solidFill>
              <a:srgbClr val="d99473"/>
            </a:solidFill>
            <a:ln w="0">
              <a:noFill/>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7908" name=""/>
            <p:cNvSpPr/>
            <p:nvPr/>
          </p:nvSpPr>
          <p:spPr>
            <a:xfrm flipV="1">
              <a:off x="5835600" y="5513040"/>
              <a:ext cx="1800" cy="1440"/>
            </a:xfrm>
            <a:custGeom>
              <a:avLst/>
              <a:gdLst/>
              <a:ahLst/>
              <a:rect l="l" t="t" r="r" b="b"/>
              <a:pathLst>
                <a:path w="8" h="9">
                  <a:moveTo>
                    <a:pt x="0" y="8"/>
                  </a:moveTo>
                  <a:lnTo>
                    <a:pt x="4" y="9"/>
                  </a:lnTo>
                  <a:lnTo>
                    <a:pt x="7" y="7"/>
                  </a:lnTo>
                  <a:lnTo>
                    <a:pt x="8" y="3"/>
                  </a:lnTo>
                  <a:lnTo>
                    <a:pt x="6" y="0"/>
                  </a:lnTo>
                  <a:lnTo>
                    <a:pt x="0" y="8"/>
                  </a:lnTo>
                  <a:close/>
                </a:path>
              </a:pathLst>
            </a:custGeom>
            <a:solidFill>
              <a:srgbClr val="d9947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909" name=""/>
            <p:cNvSpPr/>
            <p:nvPr/>
          </p:nvSpPr>
          <p:spPr>
            <a:xfrm flipV="1">
              <a:off x="5843520" y="5547960"/>
              <a:ext cx="1800" cy="1440"/>
            </a:xfrm>
            <a:custGeom>
              <a:avLst/>
              <a:gdLst/>
              <a:ahLst/>
              <a:rect l="l" t="t" r="r" b="b"/>
              <a:pathLst>
                <a:path w="10" h="7">
                  <a:moveTo>
                    <a:pt x="10" y="3"/>
                  </a:moveTo>
                  <a:lnTo>
                    <a:pt x="7" y="0"/>
                  </a:lnTo>
                  <a:lnTo>
                    <a:pt x="4" y="0"/>
                  </a:lnTo>
                  <a:lnTo>
                    <a:pt x="0" y="3"/>
                  </a:lnTo>
                  <a:lnTo>
                    <a:pt x="0" y="7"/>
                  </a:lnTo>
                  <a:lnTo>
                    <a:pt x="10" y="3"/>
                  </a:lnTo>
                  <a:close/>
                </a:path>
              </a:pathLst>
            </a:custGeom>
            <a:solidFill>
              <a:srgbClr val="d99473"/>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910" name=""/>
            <p:cNvSpPr/>
            <p:nvPr/>
          </p:nvSpPr>
          <p:spPr>
            <a:xfrm flipV="1">
              <a:off x="5843520" y="5509800"/>
              <a:ext cx="9720" cy="39600"/>
            </a:xfrm>
            <a:custGeom>
              <a:avLst/>
              <a:gdLst/>
              <a:ahLst/>
              <a:rect l="l" t="t" r="r" b="b"/>
              <a:pathLst>
                <a:path w="90" h="355">
                  <a:moveTo>
                    <a:pt x="90" y="355"/>
                  </a:moveTo>
                  <a:lnTo>
                    <a:pt x="87" y="328"/>
                  </a:lnTo>
                  <a:lnTo>
                    <a:pt x="84" y="301"/>
                  </a:lnTo>
                  <a:lnTo>
                    <a:pt x="79" y="271"/>
                  </a:lnTo>
                  <a:lnTo>
                    <a:pt x="74" y="242"/>
                  </a:lnTo>
                  <a:lnTo>
                    <a:pt x="67" y="213"/>
                  </a:lnTo>
                  <a:lnTo>
                    <a:pt x="60" y="183"/>
                  </a:lnTo>
                  <a:lnTo>
                    <a:pt x="54" y="155"/>
                  </a:lnTo>
                  <a:lnTo>
                    <a:pt x="46" y="127"/>
                  </a:lnTo>
                  <a:lnTo>
                    <a:pt x="39" y="102"/>
                  </a:lnTo>
                  <a:lnTo>
                    <a:pt x="33" y="78"/>
                  </a:lnTo>
                  <a:lnTo>
                    <a:pt x="27" y="56"/>
                  </a:lnTo>
                  <a:lnTo>
                    <a:pt x="21" y="38"/>
                  </a:lnTo>
                  <a:lnTo>
                    <a:pt x="16" y="22"/>
                  </a:lnTo>
                  <a:lnTo>
                    <a:pt x="13" y="11"/>
                  </a:lnTo>
                  <a:lnTo>
                    <a:pt x="11" y="2"/>
                  </a:lnTo>
                  <a:lnTo>
                    <a:pt x="10" y="0"/>
                  </a:lnTo>
                  <a:lnTo>
                    <a:pt x="0" y="4"/>
                  </a:lnTo>
                  <a:lnTo>
                    <a:pt x="1" y="6"/>
                  </a:lnTo>
                  <a:lnTo>
                    <a:pt x="3" y="13"/>
                  </a:lnTo>
                  <a:lnTo>
                    <a:pt x="6" y="24"/>
                  </a:lnTo>
                  <a:lnTo>
                    <a:pt x="11" y="40"/>
                  </a:lnTo>
                  <a:lnTo>
                    <a:pt x="16" y="58"/>
                  </a:lnTo>
                  <a:lnTo>
                    <a:pt x="23" y="80"/>
                  </a:lnTo>
                  <a:lnTo>
                    <a:pt x="29" y="104"/>
                  </a:lnTo>
                  <a:lnTo>
                    <a:pt x="36" y="129"/>
                  </a:lnTo>
                  <a:lnTo>
                    <a:pt x="43" y="157"/>
                  </a:lnTo>
                  <a:lnTo>
                    <a:pt x="50" y="185"/>
                  </a:lnTo>
                  <a:lnTo>
                    <a:pt x="57" y="215"/>
                  </a:lnTo>
                  <a:lnTo>
                    <a:pt x="63" y="244"/>
                  </a:lnTo>
                  <a:lnTo>
                    <a:pt x="68" y="273"/>
                  </a:lnTo>
                  <a:lnTo>
                    <a:pt x="74" y="303"/>
                  </a:lnTo>
                  <a:lnTo>
                    <a:pt x="77" y="330"/>
                  </a:lnTo>
                  <a:lnTo>
                    <a:pt x="80" y="355"/>
                  </a:lnTo>
                  <a:lnTo>
                    <a:pt x="90" y="355"/>
                  </a:lnTo>
                  <a:close/>
                </a:path>
              </a:pathLst>
            </a:custGeom>
            <a:solidFill>
              <a:srgbClr val="d99473"/>
            </a:solidFill>
            <a:ln w="0">
              <a:noFill/>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7911" name=""/>
            <p:cNvSpPr/>
            <p:nvPr/>
          </p:nvSpPr>
          <p:spPr>
            <a:xfrm flipV="1">
              <a:off x="5851440" y="5507640"/>
              <a:ext cx="1800" cy="1080"/>
            </a:xfrm>
            <a:custGeom>
              <a:avLst/>
              <a:gdLst/>
              <a:ahLst/>
              <a:rect l="l" t="t" r="r" b="b"/>
              <a:pathLst>
                <a:path w="10" h="4">
                  <a:moveTo>
                    <a:pt x="0" y="0"/>
                  </a:moveTo>
                  <a:lnTo>
                    <a:pt x="2" y="3"/>
                  </a:lnTo>
                  <a:lnTo>
                    <a:pt x="5" y="4"/>
                  </a:lnTo>
                  <a:lnTo>
                    <a:pt x="8" y="3"/>
                  </a:lnTo>
                  <a:lnTo>
                    <a:pt x="10" y="0"/>
                  </a:lnTo>
                  <a:lnTo>
                    <a:pt x="0" y="0"/>
                  </a:lnTo>
                  <a:close/>
                </a:path>
              </a:pathLst>
            </a:custGeom>
            <a:solidFill>
              <a:srgbClr val="d99473"/>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912" name=""/>
            <p:cNvSpPr/>
            <p:nvPr/>
          </p:nvSpPr>
          <p:spPr>
            <a:xfrm flipV="1">
              <a:off x="5870520" y="5605200"/>
              <a:ext cx="173160" cy="43920"/>
            </a:xfrm>
            <a:custGeom>
              <a:avLst/>
              <a:gdLst/>
              <a:ahLst/>
              <a:rect l="l" t="t" r="r" b="b"/>
              <a:pathLst>
                <a:path w="1635" h="383">
                  <a:moveTo>
                    <a:pt x="1620" y="0"/>
                  </a:moveTo>
                  <a:lnTo>
                    <a:pt x="1616" y="1"/>
                  </a:lnTo>
                  <a:lnTo>
                    <a:pt x="1605" y="2"/>
                  </a:lnTo>
                  <a:lnTo>
                    <a:pt x="1588" y="5"/>
                  </a:lnTo>
                  <a:lnTo>
                    <a:pt x="1565" y="8"/>
                  </a:lnTo>
                  <a:lnTo>
                    <a:pt x="1538" y="14"/>
                  </a:lnTo>
                  <a:lnTo>
                    <a:pt x="1507" y="18"/>
                  </a:lnTo>
                  <a:lnTo>
                    <a:pt x="1474" y="24"/>
                  </a:lnTo>
                  <a:lnTo>
                    <a:pt x="1439" y="29"/>
                  </a:lnTo>
                  <a:lnTo>
                    <a:pt x="1402" y="35"/>
                  </a:lnTo>
                  <a:lnTo>
                    <a:pt x="1366" y="42"/>
                  </a:lnTo>
                  <a:lnTo>
                    <a:pt x="1330" y="48"/>
                  </a:lnTo>
                  <a:lnTo>
                    <a:pt x="1297" y="54"/>
                  </a:lnTo>
                  <a:lnTo>
                    <a:pt x="1267" y="59"/>
                  </a:lnTo>
                  <a:lnTo>
                    <a:pt x="1240" y="64"/>
                  </a:lnTo>
                  <a:lnTo>
                    <a:pt x="1217" y="70"/>
                  </a:lnTo>
                  <a:lnTo>
                    <a:pt x="1199" y="74"/>
                  </a:lnTo>
                  <a:lnTo>
                    <a:pt x="1178" y="79"/>
                  </a:lnTo>
                  <a:lnTo>
                    <a:pt x="1152" y="84"/>
                  </a:lnTo>
                  <a:lnTo>
                    <a:pt x="1122" y="90"/>
                  </a:lnTo>
                  <a:lnTo>
                    <a:pt x="1089" y="97"/>
                  </a:lnTo>
                  <a:lnTo>
                    <a:pt x="1051" y="103"/>
                  </a:lnTo>
                  <a:lnTo>
                    <a:pt x="1013" y="109"/>
                  </a:lnTo>
                  <a:lnTo>
                    <a:pt x="972" y="116"/>
                  </a:lnTo>
                  <a:lnTo>
                    <a:pt x="932" y="123"/>
                  </a:lnTo>
                  <a:lnTo>
                    <a:pt x="891" y="130"/>
                  </a:lnTo>
                  <a:lnTo>
                    <a:pt x="850" y="136"/>
                  </a:lnTo>
                  <a:lnTo>
                    <a:pt x="812" y="142"/>
                  </a:lnTo>
                  <a:lnTo>
                    <a:pt x="775" y="148"/>
                  </a:lnTo>
                  <a:lnTo>
                    <a:pt x="743" y="153"/>
                  </a:lnTo>
                  <a:lnTo>
                    <a:pt x="714" y="157"/>
                  </a:lnTo>
                  <a:lnTo>
                    <a:pt x="689" y="160"/>
                  </a:lnTo>
                  <a:lnTo>
                    <a:pt x="669" y="163"/>
                  </a:lnTo>
                  <a:lnTo>
                    <a:pt x="650" y="165"/>
                  </a:lnTo>
                  <a:lnTo>
                    <a:pt x="630" y="168"/>
                  </a:lnTo>
                  <a:lnTo>
                    <a:pt x="605" y="173"/>
                  </a:lnTo>
                  <a:lnTo>
                    <a:pt x="577" y="177"/>
                  </a:lnTo>
                  <a:lnTo>
                    <a:pt x="548" y="182"/>
                  </a:lnTo>
                  <a:lnTo>
                    <a:pt x="517" y="187"/>
                  </a:lnTo>
                  <a:lnTo>
                    <a:pt x="485" y="193"/>
                  </a:lnTo>
                  <a:lnTo>
                    <a:pt x="452" y="200"/>
                  </a:lnTo>
                  <a:lnTo>
                    <a:pt x="418" y="206"/>
                  </a:lnTo>
                  <a:lnTo>
                    <a:pt x="384" y="213"/>
                  </a:lnTo>
                  <a:lnTo>
                    <a:pt x="349" y="220"/>
                  </a:lnTo>
                  <a:lnTo>
                    <a:pt x="316" y="228"/>
                  </a:lnTo>
                  <a:lnTo>
                    <a:pt x="284" y="235"/>
                  </a:lnTo>
                  <a:lnTo>
                    <a:pt x="251" y="242"/>
                  </a:lnTo>
                  <a:lnTo>
                    <a:pt x="222" y="250"/>
                  </a:lnTo>
                  <a:lnTo>
                    <a:pt x="194" y="258"/>
                  </a:lnTo>
                  <a:lnTo>
                    <a:pt x="173" y="264"/>
                  </a:lnTo>
                  <a:lnTo>
                    <a:pt x="151" y="270"/>
                  </a:lnTo>
                  <a:lnTo>
                    <a:pt x="131" y="276"/>
                  </a:lnTo>
                  <a:lnTo>
                    <a:pt x="111" y="283"/>
                  </a:lnTo>
                  <a:lnTo>
                    <a:pt x="92" y="289"/>
                  </a:lnTo>
                  <a:lnTo>
                    <a:pt x="73" y="295"/>
                  </a:lnTo>
                  <a:lnTo>
                    <a:pt x="57" y="301"/>
                  </a:lnTo>
                  <a:lnTo>
                    <a:pt x="42" y="308"/>
                  </a:lnTo>
                  <a:lnTo>
                    <a:pt x="29" y="313"/>
                  </a:lnTo>
                  <a:lnTo>
                    <a:pt x="18" y="319"/>
                  </a:lnTo>
                  <a:lnTo>
                    <a:pt x="9" y="324"/>
                  </a:lnTo>
                  <a:lnTo>
                    <a:pt x="4" y="328"/>
                  </a:lnTo>
                  <a:lnTo>
                    <a:pt x="0" y="333"/>
                  </a:lnTo>
                  <a:lnTo>
                    <a:pt x="0" y="337"/>
                  </a:lnTo>
                  <a:lnTo>
                    <a:pt x="4" y="340"/>
                  </a:lnTo>
                  <a:lnTo>
                    <a:pt x="11" y="342"/>
                  </a:lnTo>
                  <a:lnTo>
                    <a:pt x="22" y="344"/>
                  </a:lnTo>
                  <a:lnTo>
                    <a:pt x="37" y="346"/>
                  </a:lnTo>
                  <a:lnTo>
                    <a:pt x="57" y="348"/>
                  </a:lnTo>
                  <a:lnTo>
                    <a:pt x="80" y="350"/>
                  </a:lnTo>
                  <a:lnTo>
                    <a:pt x="105" y="351"/>
                  </a:lnTo>
                  <a:lnTo>
                    <a:pt x="132" y="353"/>
                  </a:lnTo>
                  <a:lnTo>
                    <a:pt x="162" y="354"/>
                  </a:lnTo>
                  <a:lnTo>
                    <a:pt x="193" y="355"/>
                  </a:lnTo>
                  <a:lnTo>
                    <a:pt x="224" y="356"/>
                  </a:lnTo>
                  <a:lnTo>
                    <a:pt x="257" y="357"/>
                  </a:lnTo>
                  <a:lnTo>
                    <a:pt x="289" y="357"/>
                  </a:lnTo>
                  <a:lnTo>
                    <a:pt x="320" y="358"/>
                  </a:lnTo>
                  <a:lnTo>
                    <a:pt x="351" y="358"/>
                  </a:lnTo>
                  <a:lnTo>
                    <a:pt x="381" y="358"/>
                  </a:lnTo>
                  <a:lnTo>
                    <a:pt x="408" y="358"/>
                  </a:lnTo>
                  <a:lnTo>
                    <a:pt x="432" y="358"/>
                  </a:lnTo>
                  <a:lnTo>
                    <a:pt x="468" y="360"/>
                  </a:lnTo>
                  <a:lnTo>
                    <a:pt x="507" y="362"/>
                  </a:lnTo>
                  <a:lnTo>
                    <a:pt x="547" y="366"/>
                  </a:lnTo>
                  <a:lnTo>
                    <a:pt x="588" y="370"/>
                  </a:lnTo>
                  <a:lnTo>
                    <a:pt x="630" y="375"/>
                  </a:lnTo>
                  <a:lnTo>
                    <a:pt x="671" y="378"/>
                  </a:lnTo>
                  <a:lnTo>
                    <a:pt x="712" y="382"/>
                  </a:lnTo>
                  <a:lnTo>
                    <a:pt x="751" y="383"/>
                  </a:lnTo>
                  <a:lnTo>
                    <a:pt x="788" y="383"/>
                  </a:lnTo>
                  <a:lnTo>
                    <a:pt x="823" y="381"/>
                  </a:lnTo>
                  <a:lnTo>
                    <a:pt x="856" y="376"/>
                  </a:lnTo>
                  <a:lnTo>
                    <a:pt x="885" y="368"/>
                  </a:lnTo>
                  <a:lnTo>
                    <a:pt x="910" y="355"/>
                  </a:lnTo>
                  <a:lnTo>
                    <a:pt x="929" y="339"/>
                  </a:lnTo>
                  <a:lnTo>
                    <a:pt x="945" y="317"/>
                  </a:lnTo>
                  <a:lnTo>
                    <a:pt x="954" y="290"/>
                  </a:lnTo>
                  <a:lnTo>
                    <a:pt x="959" y="268"/>
                  </a:lnTo>
                  <a:lnTo>
                    <a:pt x="960" y="248"/>
                  </a:lnTo>
                  <a:lnTo>
                    <a:pt x="961" y="231"/>
                  </a:lnTo>
                  <a:lnTo>
                    <a:pt x="961" y="215"/>
                  </a:lnTo>
                  <a:lnTo>
                    <a:pt x="963" y="202"/>
                  </a:lnTo>
                  <a:lnTo>
                    <a:pt x="968" y="189"/>
                  </a:lnTo>
                  <a:lnTo>
                    <a:pt x="976" y="178"/>
                  </a:lnTo>
                  <a:lnTo>
                    <a:pt x="989" y="168"/>
                  </a:lnTo>
                  <a:lnTo>
                    <a:pt x="1003" y="162"/>
                  </a:lnTo>
                  <a:lnTo>
                    <a:pt x="1015" y="161"/>
                  </a:lnTo>
                  <a:lnTo>
                    <a:pt x="1026" y="164"/>
                  </a:lnTo>
                  <a:lnTo>
                    <a:pt x="1037" y="173"/>
                  </a:lnTo>
                  <a:lnTo>
                    <a:pt x="1048" y="186"/>
                  </a:lnTo>
                  <a:lnTo>
                    <a:pt x="1060" y="205"/>
                  </a:lnTo>
                  <a:lnTo>
                    <a:pt x="1074" y="228"/>
                  </a:lnTo>
                  <a:lnTo>
                    <a:pt x="1090" y="256"/>
                  </a:lnTo>
                  <a:lnTo>
                    <a:pt x="1099" y="270"/>
                  </a:lnTo>
                  <a:lnTo>
                    <a:pt x="1110" y="283"/>
                  </a:lnTo>
                  <a:lnTo>
                    <a:pt x="1121" y="293"/>
                  </a:lnTo>
                  <a:lnTo>
                    <a:pt x="1134" y="302"/>
                  </a:lnTo>
                  <a:lnTo>
                    <a:pt x="1146" y="310"/>
                  </a:lnTo>
                  <a:lnTo>
                    <a:pt x="1160" y="316"/>
                  </a:lnTo>
                  <a:lnTo>
                    <a:pt x="1174" y="321"/>
                  </a:lnTo>
                  <a:lnTo>
                    <a:pt x="1189" y="325"/>
                  </a:lnTo>
                  <a:lnTo>
                    <a:pt x="1203" y="328"/>
                  </a:lnTo>
                  <a:lnTo>
                    <a:pt x="1218" y="330"/>
                  </a:lnTo>
                  <a:lnTo>
                    <a:pt x="1234" y="333"/>
                  </a:lnTo>
                  <a:lnTo>
                    <a:pt x="1248" y="334"/>
                  </a:lnTo>
                  <a:lnTo>
                    <a:pt x="1264" y="334"/>
                  </a:lnTo>
                  <a:lnTo>
                    <a:pt x="1278" y="335"/>
                  </a:lnTo>
                  <a:lnTo>
                    <a:pt x="1293" y="335"/>
                  </a:lnTo>
                  <a:lnTo>
                    <a:pt x="1308" y="335"/>
                  </a:lnTo>
                  <a:lnTo>
                    <a:pt x="1322" y="335"/>
                  </a:lnTo>
                  <a:lnTo>
                    <a:pt x="1336" y="333"/>
                  </a:lnTo>
                  <a:lnTo>
                    <a:pt x="1350" y="330"/>
                  </a:lnTo>
                  <a:lnTo>
                    <a:pt x="1365" y="327"/>
                  </a:lnTo>
                  <a:lnTo>
                    <a:pt x="1379" y="323"/>
                  </a:lnTo>
                  <a:lnTo>
                    <a:pt x="1394" y="318"/>
                  </a:lnTo>
                  <a:lnTo>
                    <a:pt x="1408" y="312"/>
                  </a:lnTo>
                  <a:lnTo>
                    <a:pt x="1421" y="304"/>
                  </a:lnTo>
                  <a:lnTo>
                    <a:pt x="1435" y="297"/>
                  </a:lnTo>
                  <a:lnTo>
                    <a:pt x="1447" y="290"/>
                  </a:lnTo>
                  <a:lnTo>
                    <a:pt x="1459" y="281"/>
                  </a:lnTo>
                  <a:lnTo>
                    <a:pt x="1470" y="271"/>
                  </a:lnTo>
                  <a:lnTo>
                    <a:pt x="1479" y="262"/>
                  </a:lnTo>
                  <a:lnTo>
                    <a:pt x="1489" y="251"/>
                  </a:lnTo>
                  <a:lnTo>
                    <a:pt x="1497" y="241"/>
                  </a:lnTo>
                  <a:lnTo>
                    <a:pt x="1504" y="231"/>
                  </a:lnTo>
                  <a:lnTo>
                    <a:pt x="1512" y="218"/>
                  </a:lnTo>
                  <a:lnTo>
                    <a:pt x="1522" y="204"/>
                  </a:lnTo>
                  <a:lnTo>
                    <a:pt x="1534" y="186"/>
                  </a:lnTo>
                  <a:lnTo>
                    <a:pt x="1546" y="167"/>
                  </a:lnTo>
                  <a:lnTo>
                    <a:pt x="1559" y="149"/>
                  </a:lnTo>
                  <a:lnTo>
                    <a:pt x="1572" y="128"/>
                  </a:lnTo>
                  <a:lnTo>
                    <a:pt x="1586" y="108"/>
                  </a:lnTo>
                  <a:lnTo>
                    <a:pt x="1598" y="88"/>
                  </a:lnTo>
                  <a:lnTo>
                    <a:pt x="1610" y="69"/>
                  </a:lnTo>
                  <a:lnTo>
                    <a:pt x="1620" y="51"/>
                  </a:lnTo>
                  <a:lnTo>
                    <a:pt x="1627" y="35"/>
                  </a:lnTo>
                  <a:lnTo>
                    <a:pt x="1632" y="22"/>
                  </a:lnTo>
                  <a:lnTo>
                    <a:pt x="1635" y="11"/>
                  </a:lnTo>
                  <a:lnTo>
                    <a:pt x="1635" y="3"/>
                  </a:lnTo>
                  <a:lnTo>
                    <a:pt x="1629" y="0"/>
                  </a:lnTo>
                  <a:lnTo>
                    <a:pt x="1620" y="0"/>
                  </a:lnTo>
                  <a:close/>
                </a:path>
              </a:pathLst>
            </a:custGeom>
            <a:solidFill>
              <a:srgbClr val="ffc7ab"/>
            </a:solidFill>
            <a:ln w="0">
              <a:noFill/>
            </a:ln>
          </p:spPr>
          <p:style>
            <a:lnRef idx="0"/>
            <a:fillRef idx="0"/>
            <a:effectRef idx="0"/>
            <a:fontRef idx="minor"/>
          </p:style>
          <p:txBody>
            <a:bodyPr lIns="90000" rIns="90000" tIns="-2880" bIns="-2880" anchor="t">
              <a:noAutofit/>
            </a:bodyPr>
            <a:p>
              <a:endParaRPr b="0" lang="en-US" sz="2400" spc="-1" strike="noStrike">
                <a:solidFill>
                  <a:srgbClr val="000000"/>
                </a:solidFill>
                <a:latin typeface="Times New Roman"/>
              </a:endParaRPr>
            </a:p>
          </p:txBody>
        </p:sp>
        <p:sp>
          <p:nvSpPr>
            <p:cNvPr id="7913" name=""/>
            <p:cNvSpPr/>
            <p:nvPr/>
          </p:nvSpPr>
          <p:spPr>
            <a:xfrm flipV="1">
              <a:off x="5965920" y="5579640"/>
              <a:ext cx="1440" cy="1440"/>
            </a:xfrm>
            <a:custGeom>
              <a:avLst/>
              <a:gdLst/>
              <a:ahLst/>
              <a:rect l="l" t="t" r="r" b="b"/>
              <a:pathLst>
                <a:path w="6" h="10">
                  <a:moveTo>
                    <a:pt x="0" y="10"/>
                  </a:moveTo>
                  <a:lnTo>
                    <a:pt x="4" y="9"/>
                  </a:lnTo>
                  <a:lnTo>
                    <a:pt x="6" y="6"/>
                  </a:lnTo>
                  <a:lnTo>
                    <a:pt x="5" y="2"/>
                  </a:lnTo>
                  <a:lnTo>
                    <a:pt x="2" y="0"/>
                  </a:lnTo>
                  <a:lnTo>
                    <a:pt x="0" y="10"/>
                  </a:lnTo>
                  <a:close/>
                </a:path>
              </a:pathLst>
            </a:custGeom>
            <a:solidFill>
              <a:srgbClr val="591400"/>
            </a:solidFill>
            <a:ln w="0">
              <a:noFill/>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7914" name=""/>
            <p:cNvSpPr/>
            <p:nvPr/>
          </p:nvSpPr>
          <p:spPr>
            <a:xfrm flipV="1">
              <a:off x="5942160" y="5581440"/>
              <a:ext cx="23760" cy="5760"/>
            </a:xfrm>
            <a:custGeom>
              <a:avLst/>
              <a:gdLst/>
              <a:ahLst/>
              <a:rect l="l" t="t" r="r" b="b"/>
              <a:pathLst>
                <a:path w="230" h="68">
                  <a:moveTo>
                    <a:pt x="0" y="10"/>
                  </a:moveTo>
                  <a:lnTo>
                    <a:pt x="0" y="10"/>
                  </a:lnTo>
                  <a:lnTo>
                    <a:pt x="18" y="14"/>
                  </a:lnTo>
                  <a:lnTo>
                    <a:pt x="37" y="20"/>
                  </a:lnTo>
                  <a:lnTo>
                    <a:pt x="57" y="25"/>
                  </a:lnTo>
                  <a:lnTo>
                    <a:pt x="75" y="29"/>
                  </a:lnTo>
                  <a:lnTo>
                    <a:pt x="95" y="34"/>
                  </a:lnTo>
                  <a:lnTo>
                    <a:pt x="114" y="39"/>
                  </a:lnTo>
                  <a:lnTo>
                    <a:pt x="132" y="43"/>
                  </a:lnTo>
                  <a:lnTo>
                    <a:pt x="149" y="49"/>
                  </a:lnTo>
                  <a:lnTo>
                    <a:pt x="166" y="53"/>
                  </a:lnTo>
                  <a:lnTo>
                    <a:pt x="181" y="56"/>
                  </a:lnTo>
                  <a:lnTo>
                    <a:pt x="194" y="60"/>
                  </a:lnTo>
                  <a:lnTo>
                    <a:pt x="206" y="62"/>
                  </a:lnTo>
                  <a:lnTo>
                    <a:pt x="214" y="65"/>
                  </a:lnTo>
                  <a:lnTo>
                    <a:pt x="221" y="67"/>
                  </a:lnTo>
                  <a:lnTo>
                    <a:pt x="226" y="68"/>
                  </a:lnTo>
                  <a:lnTo>
                    <a:pt x="228" y="68"/>
                  </a:lnTo>
                  <a:lnTo>
                    <a:pt x="230" y="58"/>
                  </a:lnTo>
                  <a:lnTo>
                    <a:pt x="229" y="58"/>
                  </a:lnTo>
                  <a:lnTo>
                    <a:pt x="223" y="57"/>
                  </a:lnTo>
                  <a:lnTo>
                    <a:pt x="218" y="55"/>
                  </a:lnTo>
                  <a:lnTo>
                    <a:pt x="208" y="52"/>
                  </a:lnTo>
                  <a:lnTo>
                    <a:pt x="196" y="50"/>
                  </a:lnTo>
                  <a:lnTo>
                    <a:pt x="183" y="46"/>
                  </a:lnTo>
                  <a:lnTo>
                    <a:pt x="168" y="42"/>
                  </a:lnTo>
                  <a:lnTo>
                    <a:pt x="151" y="38"/>
                  </a:lnTo>
                  <a:lnTo>
                    <a:pt x="134" y="33"/>
                  </a:lnTo>
                  <a:lnTo>
                    <a:pt x="116" y="29"/>
                  </a:lnTo>
                  <a:lnTo>
                    <a:pt x="97" y="24"/>
                  </a:lnTo>
                  <a:lnTo>
                    <a:pt x="78" y="19"/>
                  </a:lnTo>
                  <a:lnTo>
                    <a:pt x="59" y="14"/>
                  </a:lnTo>
                  <a:lnTo>
                    <a:pt x="39" y="9"/>
                  </a:lnTo>
                  <a:lnTo>
                    <a:pt x="20" y="4"/>
                  </a:lnTo>
                  <a:lnTo>
                    <a:pt x="3" y="0"/>
                  </a:lnTo>
                  <a:lnTo>
                    <a:pt x="3" y="0"/>
                  </a:lnTo>
                  <a:lnTo>
                    <a:pt x="0" y="10"/>
                  </a:lnTo>
                  <a:close/>
                </a:path>
              </a:pathLst>
            </a:custGeom>
            <a:solidFill>
              <a:srgbClr val="591400"/>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7915" name=""/>
            <p:cNvSpPr/>
            <p:nvPr/>
          </p:nvSpPr>
          <p:spPr>
            <a:xfrm flipV="1">
              <a:off x="5896080" y="5586120"/>
              <a:ext cx="46080" cy="12240"/>
            </a:xfrm>
            <a:custGeom>
              <a:avLst/>
              <a:gdLst/>
              <a:ahLst/>
              <a:rect l="l" t="t" r="r" b="b"/>
              <a:pathLst>
                <a:path w="430" h="104">
                  <a:moveTo>
                    <a:pt x="0" y="11"/>
                  </a:moveTo>
                  <a:lnTo>
                    <a:pt x="25" y="14"/>
                  </a:lnTo>
                  <a:lnTo>
                    <a:pt x="53" y="18"/>
                  </a:lnTo>
                  <a:lnTo>
                    <a:pt x="81" y="22"/>
                  </a:lnTo>
                  <a:lnTo>
                    <a:pt x="110" y="27"/>
                  </a:lnTo>
                  <a:lnTo>
                    <a:pt x="140" y="34"/>
                  </a:lnTo>
                  <a:lnTo>
                    <a:pt x="169" y="40"/>
                  </a:lnTo>
                  <a:lnTo>
                    <a:pt x="199" y="47"/>
                  </a:lnTo>
                  <a:lnTo>
                    <a:pt x="229" y="53"/>
                  </a:lnTo>
                  <a:lnTo>
                    <a:pt x="258" y="61"/>
                  </a:lnTo>
                  <a:lnTo>
                    <a:pt x="286" y="68"/>
                  </a:lnTo>
                  <a:lnTo>
                    <a:pt x="314" y="75"/>
                  </a:lnTo>
                  <a:lnTo>
                    <a:pt x="340" y="81"/>
                  </a:lnTo>
                  <a:lnTo>
                    <a:pt x="364" y="88"/>
                  </a:lnTo>
                  <a:lnTo>
                    <a:pt x="388" y="94"/>
                  </a:lnTo>
                  <a:lnTo>
                    <a:pt x="409" y="99"/>
                  </a:lnTo>
                  <a:lnTo>
                    <a:pt x="427" y="104"/>
                  </a:lnTo>
                  <a:lnTo>
                    <a:pt x="430" y="94"/>
                  </a:lnTo>
                  <a:lnTo>
                    <a:pt x="411" y="89"/>
                  </a:lnTo>
                  <a:lnTo>
                    <a:pt x="390" y="83"/>
                  </a:lnTo>
                  <a:lnTo>
                    <a:pt x="366" y="77"/>
                  </a:lnTo>
                  <a:lnTo>
                    <a:pt x="342" y="71"/>
                  </a:lnTo>
                  <a:lnTo>
                    <a:pt x="316" y="65"/>
                  </a:lnTo>
                  <a:lnTo>
                    <a:pt x="288" y="57"/>
                  </a:lnTo>
                  <a:lnTo>
                    <a:pt x="260" y="50"/>
                  </a:lnTo>
                  <a:lnTo>
                    <a:pt x="231" y="43"/>
                  </a:lnTo>
                  <a:lnTo>
                    <a:pt x="201" y="37"/>
                  </a:lnTo>
                  <a:lnTo>
                    <a:pt x="171" y="29"/>
                  </a:lnTo>
                  <a:lnTo>
                    <a:pt x="142" y="23"/>
                  </a:lnTo>
                  <a:lnTo>
                    <a:pt x="112" y="17"/>
                  </a:lnTo>
                  <a:lnTo>
                    <a:pt x="83" y="12"/>
                  </a:lnTo>
                  <a:lnTo>
                    <a:pt x="55" y="8"/>
                  </a:lnTo>
                  <a:lnTo>
                    <a:pt x="28" y="3"/>
                  </a:lnTo>
                  <a:lnTo>
                    <a:pt x="0" y="0"/>
                  </a:lnTo>
                  <a:lnTo>
                    <a:pt x="0" y="11"/>
                  </a:lnTo>
                  <a:close/>
                </a:path>
              </a:pathLst>
            </a:custGeom>
            <a:solidFill>
              <a:srgbClr val="591400"/>
            </a:solidFill>
            <a:ln w="0">
              <a:noFill/>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7916" name=""/>
            <p:cNvSpPr/>
            <p:nvPr/>
          </p:nvSpPr>
          <p:spPr>
            <a:xfrm flipV="1">
              <a:off x="5896080" y="5596560"/>
              <a:ext cx="1440" cy="1080"/>
            </a:xfrm>
            <a:custGeom>
              <a:avLst/>
              <a:gdLst/>
              <a:ahLst/>
              <a:rect l="l" t="t" r="r" b="b"/>
              <a:pathLst>
                <a:path w="4" h="11">
                  <a:moveTo>
                    <a:pt x="4" y="0"/>
                  </a:moveTo>
                  <a:lnTo>
                    <a:pt x="1" y="2"/>
                  </a:lnTo>
                  <a:lnTo>
                    <a:pt x="0" y="6"/>
                  </a:lnTo>
                  <a:lnTo>
                    <a:pt x="1" y="9"/>
                  </a:lnTo>
                  <a:lnTo>
                    <a:pt x="4" y="11"/>
                  </a:lnTo>
                  <a:lnTo>
                    <a:pt x="4" y="0"/>
                  </a:lnTo>
                  <a:close/>
                </a:path>
              </a:pathLst>
            </a:custGeom>
            <a:solidFill>
              <a:srgbClr val="591400"/>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917" name=""/>
            <p:cNvSpPr/>
            <p:nvPr/>
          </p:nvSpPr>
          <p:spPr>
            <a:xfrm flipV="1">
              <a:off x="5987880" y="5580720"/>
              <a:ext cx="1800" cy="1080"/>
            </a:xfrm>
            <a:custGeom>
              <a:avLst/>
              <a:gdLst/>
              <a:ahLst/>
              <a:rect l="l" t="t" r="r" b="b"/>
              <a:pathLst>
                <a:path w="11" h="6">
                  <a:moveTo>
                    <a:pt x="0" y="2"/>
                  </a:moveTo>
                  <a:lnTo>
                    <a:pt x="2" y="6"/>
                  </a:lnTo>
                  <a:lnTo>
                    <a:pt x="7" y="6"/>
                  </a:lnTo>
                  <a:lnTo>
                    <a:pt x="10" y="4"/>
                  </a:lnTo>
                  <a:lnTo>
                    <a:pt x="11" y="0"/>
                  </a:lnTo>
                  <a:lnTo>
                    <a:pt x="0" y="2"/>
                  </a:lnTo>
                  <a:close/>
                </a:path>
              </a:pathLst>
            </a:custGeom>
            <a:solidFill>
              <a:srgbClr val="591400"/>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918" name=""/>
            <p:cNvSpPr/>
            <p:nvPr/>
          </p:nvSpPr>
          <p:spPr>
            <a:xfrm flipV="1">
              <a:off x="5979960" y="5582160"/>
              <a:ext cx="7920" cy="31320"/>
            </a:xfrm>
            <a:custGeom>
              <a:avLst/>
              <a:gdLst/>
              <a:ahLst/>
              <a:rect l="l" t="t" r="r" b="b"/>
              <a:pathLst>
                <a:path w="69" h="258">
                  <a:moveTo>
                    <a:pt x="0" y="4"/>
                  </a:moveTo>
                  <a:lnTo>
                    <a:pt x="4" y="18"/>
                  </a:lnTo>
                  <a:lnTo>
                    <a:pt x="9" y="35"/>
                  </a:lnTo>
                  <a:lnTo>
                    <a:pt x="15" y="54"/>
                  </a:lnTo>
                  <a:lnTo>
                    <a:pt x="19" y="75"/>
                  </a:lnTo>
                  <a:lnTo>
                    <a:pt x="24" y="95"/>
                  </a:lnTo>
                  <a:lnTo>
                    <a:pt x="29" y="116"/>
                  </a:lnTo>
                  <a:lnTo>
                    <a:pt x="33" y="138"/>
                  </a:lnTo>
                  <a:lnTo>
                    <a:pt x="39" y="159"/>
                  </a:lnTo>
                  <a:lnTo>
                    <a:pt x="43" y="178"/>
                  </a:lnTo>
                  <a:lnTo>
                    <a:pt x="46" y="197"/>
                  </a:lnTo>
                  <a:lnTo>
                    <a:pt x="50" y="214"/>
                  </a:lnTo>
                  <a:lnTo>
                    <a:pt x="52" y="229"/>
                  </a:lnTo>
                  <a:lnTo>
                    <a:pt x="55" y="241"/>
                  </a:lnTo>
                  <a:lnTo>
                    <a:pt x="57" y="250"/>
                  </a:lnTo>
                  <a:lnTo>
                    <a:pt x="58" y="256"/>
                  </a:lnTo>
                  <a:lnTo>
                    <a:pt x="58" y="258"/>
                  </a:lnTo>
                  <a:lnTo>
                    <a:pt x="69" y="256"/>
                  </a:lnTo>
                  <a:lnTo>
                    <a:pt x="69" y="254"/>
                  </a:lnTo>
                  <a:lnTo>
                    <a:pt x="68" y="248"/>
                  </a:lnTo>
                  <a:lnTo>
                    <a:pt x="66" y="239"/>
                  </a:lnTo>
                  <a:lnTo>
                    <a:pt x="63" y="227"/>
                  </a:lnTo>
                  <a:lnTo>
                    <a:pt x="60" y="212"/>
                  </a:lnTo>
                  <a:lnTo>
                    <a:pt x="56" y="195"/>
                  </a:lnTo>
                  <a:lnTo>
                    <a:pt x="53" y="176"/>
                  </a:lnTo>
                  <a:lnTo>
                    <a:pt x="49" y="157"/>
                  </a:lnTo>
                  <a:lnTo>
                    <a:pt x="44" y="136"/>
                  </a:lnTo>
                  <a:lnTo>
                    <a:pt x="40" y="114"/>
                  </a:lnTo>
                  <a:lnTo>
                    <a:pt x="34" y="93"/>
                  </a:lnTo>
                  <a:lnTo>
                    <a:pt x="29" y="72"/>
                  </a:lnTo>
                  <a:lnTo>
                    <a:pt x="25" y="52"/>
                  </a:lnTo>
                  <a:lnTo>
                    <a:pt x="20" y="33"/>
                  </a:lnTo>
                  <a:lnTo>
                    <a:pt x="15" y="16"/>
                  </a:lnTo>
                  <a:lnTo>
                    <a:pt x="10" y="0"/>
                  </a:lnTo>
                  <a:lnTo>
                    <a:pt x="0" y="4"/>
                  </a:lnTo>
                  <a:close/>
                </a:path>
              </a:pathLst>
            </a:custGeom>
            <a:solidFill>
              <a:srgbClr val="591400"/>
            </a:solidFill>
            <a:ln w="0">
              <a:noFill/>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7919" name=""/>
            <p:cNvSpPr/>
            <p:nvPr/>
          </p:nvSpPr>
          <p:spPr>
            <a:xfrm flipV="1">
              <a:off x="5979960" y="5612400"/>
              <a:ext cx="1800" cy="1080"/>
            </a:xfrm>
            <a:custGeom>
              <a:avLst/>
              <a:gdLst/>
              <a:ahLst/>
              <a:rect l="l" t="t" r="r" b="b"/>
              <a:pathLst>
                <a:path w="10" h="7">
                  <a:moveTo>
                    <a:pt x="10" y="3"/>
                  </a:moveTo>
                  <a:lnTo>
                    <a:pt x="7" y="0"/>
                  </a:lnTo>
                  <a:lnTo>
                    <a:pt x="4" y="0"/>
                  </a:lnTo>
                  <a:lnTo>
                    <a:pt x="0" y="3"/>
                  </a:lnTo>
                  <a:lnTo>
                    <a:pt x="0" y="7"/>
                  </a:lnTo>
                  <a:lnTo>
                    <a:pt x="10" y="3"/>
                  </a:lnTo>
                  <a:close/>
                </a:path>
              </a:pathLst>
            </a:custGeom>
            <a:solidFill>
              <a:srgbClr val="591400"/>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920" name=""/>
            <p:cNvSpPr/>
            <p:nvPr/>
          </p:nvSpPr>
          <p:spPr>
            <a:xfrm flipV="1">
              <a:off x="6059520" y="5644800"/>
              <a:ext cx="3240" cy="2880"/>
            </a:xfrm>
            <a:custGeom>
              <a:avLst/>
              <a:gdLst/>
              <a:ahLst/>
              <a:rect l="l" t="t" r="r" b="b"/>
              <a:pathLst>
                <a:path w="8" h="10">
                  <a:moveTo>
                    <a:pt x="6" y="10"/>
                  </a:moveTo>
                  <a:lnTo>
                    <a:pt x="8" y="6"/>
                  </a:lnTo>
                  <a:lnTo>
                    <a:pt x="7" y="3"/>
                  </a:lnTo>
                  <a:lnTo>
                    <a:pt x="4" y="0"/>
                  </a:lnTo>
                  <a:lnTo>
                    <a:pt x="0" y="1"/>
                  </a:lnTo>
                  <a:lnTo>
                    <a:pt x="6" y="10"/>
                  </a:lnTo>
                  <a:close/>
                </a:path>
              </a:pathLst>
            </a:custGeom>
            <a:solidFill>
              <a:srgbClr val="591400"/>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7921" name=""/>
            <p:cNvSpPr/>
            <p:nvPr/>
          </p:nvSpPr>
          <p:spPr>
            <a:xfrm flipV="1">
              <a:off x="6037200" y="5574960"/>
              <a:ext cx="22320" cy="72720"/>
            </a:xfrm>
            <a:custGeom>
              <a:avLst/>
              <a:gdLst/>
              <a:ahLst/>
              <a:rect l="l" t="t" r="r" b="b"/>
              <a:pathLst>
                <a:path w="228" h="626">
                  <a:moveTo>
                    <a:pt x="59" y="622"/>
                  </a:moveTo>
                  <a:lnTo>
                    <a:pt x="48" y="597"/>
                  </a:lnTo>
                  <a:lnTo>
                    <a:pt x="36" y="568"/>
                  </a:lnTo>
                  <a:lnTo>
                    <a:pt x="26" y="537"/>
                  </a:lnTo>
                  <a:lnTo>
                    <a:pt x="19" y="502"/>
                  </a:lnTo>
                  <a:lnTo>
                    <a:pt x="13" y="464"/>
                  </a:lnTo>
                  <a:lnTo>
                    <a:pt x="10" y="425"/>
                  </a:lnTo>
                  <a:lnTo>
                    <a:pt x="11" y="384"/>
                  </a:lnTo>
                  <a:lnTo>
                    <a:pt x="16" y="342"/>
                  </a:lnTo>
                  <a:lnTo>
                    <a:pt x="24" y="299"/>
                  </a:lnTo>
                  <a:lnTo>
                    <a:pt x="36" y="256"/>
                  </a:lnTo>
                  <a:lnTo>
                    <a:pt x="55" y="212"/>
                  </a:lnTo>
                  <a:lnTo>
                    <a:pt x="77" y="170"/>
                  </a:lnTo>
                  <a:lnTo>
                    <a:pt x="105" y="127"/>
                  </a:lnTo>
                  <a:lnTo>
                    <a:pt x="140" y="86"/>
                  </a:lnTo>
                  <a:lnTo>
                    <a:pt x="180" y="46"/>
                  </a:lnTo>
                  <a:lnTo>
                    <a:pt x="228" y="9"/>
                  </a:lnTo>
                  <a:lnTo>
                    <a:pt x="222" y="0"/>
                  </a:lnTo>
                  <a:lnTo>
                    <a:pt x="174" y="38"/>
                  </a:lnTo>
                  <a:lnTo>
                    <a:pt x="131" y="79"/>
                  </a:lnTo>
                  <a:lnTo>
                    <a:pt x="97" y="121"/>
                  </a:lnTo>
                  <a:lnTo>
                    <a:pt x="69" y="164"/>
                  </a:lnTo>
                  <a:lnTo>
                    <a:pt x="45" y="208"/>
                  </a:lnTo>
                  <a:lnTo>
                    <a:pt x="26" y="252"/>
                  </a:lnTo>
                  <a:lnTo>
                    <a:pt x="14" y="297"/>
                  </a:lnTo>
                  <a:lnTo>
                    <a:pt x="5" y="340"/>
                  </a:lnTo>
                  <a:lnTo>
                    <a:pt x="1" y="384"/>
                  </a:lnTo>
                  <a:lnTo>
                    <a:pt x="0" y="425"/>
                  </a:lnTo>
                  <a:lnTo>
                    <a:pt x="2" y="466"/>
                  </a:lnTo>
                  <a:lnTo>
                    <a:pt x="8" y="504"/>
                  </a:lnTo>
                  <a:lnTo>
                    <a:pt x="16" y="539"/>
                  </a:lnTo>
                  <a:lnTo>
                    <a:pt x="26" y="572"/>
                  </a:lnTo>
                  <a:lnTo>
                    <a:pt x="38" y="601"/>
                  </a:lnTo>
                  <a:lnTo>
                    <a:pt x="51" y="626"/>
                  </a:lnTo>
                  <a:lnTo>
                    <a:pt x="59" y="622"/>
                  </a:lnTo>
                  <a:close/>
                </a:path>
              </a:pathLst>
            </a:custGeom>
            <a:solidFill>
              <a:srgbClr val="591400"/>
            </a:solidFill>
            <a:ln w="0">
              <a:noFill/>
            </a:ln>
          </p:spPr>
          <p:style>
            <a:lnRef idx="0"/>
            <a:fillRef idx="0"/>
            <a:effectRef idx="0"/>
            <a:fontRef idx="minor"/>
          </p:style>
          <p:txBody>
            <a:bodyPr lIns="90000" rIns="90000" tIns="25920" bIns="25920" anchor="t">
              <a:noAutofit/>
            </a:bodyPr>
            <a:p>
              <a:endParaRPr b="0" lang="en-US" sz="2400" spc="-1" strike="noStrike">
                <a:solidFill>
                  <a:srgbClr val="000000"/>
                </a:solidFill>
                <a:latin typeface="Times New Roman"/>
              </a:endParaRPr>
            </a:p>
          </p:txBody>
        </p:sp>
        <p:sp>
          <p:nvSpPr>
            <p:cNvPr id="7922" name=""/>
            <p:cNvSpPr/>
            <p:nvPr/>
          </p:nvSpPr>
          <p:spPr>
            <a:xfrm flipV="1">
              <a:off x="6041880" y="5572800"/>
              <a:ext cx="1800" cy="1080"/>
            </a:xfrm>
            <a:custGeom>
              <a:avLst/>
              <a:gdLst/>
              <a:ahLst/>
              <a:rect l="l" t="t" r="r" b="b"/>
              <a:pathLst>
                <a:path w="8" h="6">
                  <a:moveTo>
                    <a:pt x="0" y="4"/>
                  </a:moveTo>
                  <a:lnTo>
                    <a:pt x="2" y="6"/>
                  </a:lnTo>
                  <a:lnTo>
                    <a:pt x="6" y="6"/>
                  </a:lnTo>
                  <a:lnTo>
                    <a:pt x="8" y="3"/>
                  </a:lnTo>
                  <a:lnTo>
                    <a:pt x="8" y="0"/>
                  </a:lnTo>
                  <a:lnTo>
                    <a:pt x="0" y="4"/>
                  </a:lnTo>
                  <a:close/>
                </a:path>
              </a:pathLst>
            </a:custGeom>
            <a:solidFill>
              <a:srgbClr val="591400"/>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923" name=""/>
            <p:cNvSpPr/>
            <p:nvPr/>
          </p:nvSpPr>
          <p:spPr>
            <a:xfrm flipV="1">
              <a:off x="6145200" y="5430600"/>
              <a:ext cx="181080" cy="220320"/>
            </a:xfrm>
            <a:custGeom>
              <a:avLst/>
              <a:gdLst/>
              <a:ahLst/>
              <a:rect l="l" t="t" r="r" b="b"/>
              <a:pathLst>
                <a:path w="1705" h="1905">
                  <a:moveTo>
                    <a:pt x="90" y="88"/>
                  </a:moveTo>
                  <a:lnTo>
                    <a:pt x="99" y="103"/>
                  </a:lnTo>
                  <a:lnTo>
                    <a:pt x="111" y="118"/>
                  </a:lnTo>
                  <a:lnTo>
                    <a:pt x="124" y="137"/>
                  </a:lnTo>
                  <a:lnTo>
                    <a:pt x="141" y="158"/>
                  </a:lnTo>
                  <a:lnTo>
                    <a:pt x="160" y="179"/>
                  </a:lnTo>
                  <a:lnTo>
                    <a:pt x="180" y="203"/>
                  </a:lnTo>
                  <a:lnTo>
                    <a:pt x="202" y="229"/>
                  </a:lnTo>
                  <a:lnTo>
                    <a:pt x="226" y="256"/>
                  </a:lnTo>
                  <a:lnTo>
                    <a:pt x="252" y="284"/>
                  </a:lnTo>
                  <a:lnTo>
                    <a:pt x="279" y="313"/>
                  </a:lnTo>
                  <a:lnTo>
                    <a:pt x="308" y="344"/>
                  </a:lnTo>
                  <a:lnTo>
                    <a:pt x="338" y="374"/>
                  </a:lnTo>
                  <a:lnTo>
                    <a:pt x="369" y="406"/>
                  </a:lnTo>
                  <a:lnTo>
                    <a:pt x="401" y="438"/>
                  </a:lnTo>
                  <a:lnTo>
                    <a:pt x="433" y="470"/>
                  </a:lnTo>
                  <a:lnTo>
                    <a:pt x="468" y="504"/>
                  </a:lnTo>
                  <a:lnTo>
                    <a:pt x="502" y="536"/>
                  </a:lnTo>
                  <a:lnTo>
                    <a:pt x="537" y="569"/>
                  </a:lnTo>
                  <a:lnTo>
                    <a:pt x="572" y="602"/>
                  </a:lnTo>
                  <a:lnTo>
                    <a:pt x="606" y="635"/>
                  </a:lnTo>
                  <a:lnTo>
                    <a:pt x="642" y="666"/>
                  </a:lnTo>
                  <a:lnTo>
                    <a:pt x="677" y="697"/>
                  </a:lnTo>
                  <a:lnTo>
                    <a:pt x="713" y="728"/>
                  </a:lnTo>
                  <a:lnTo>
                    <a:pt x="747" y="757"/>
                  </a:lnTo>
                  <a:lnTo>
                    <a:pt x="781" y="786"/>
                  </a:lnTo>
                  <a:lnTo>
                    <a:pt x="816" y="813"/>
                  </a:lnTo>
                  <a:lnTo>
                    <a:pt x="849" y="839"/>
                  </a:lnTo>
                  <a:lnTo>
                    <a:pt x="881" y="864"/>
                  </a:lnTo>
                  <a:lnTo>
                    <a:pt x="913" y="887"/>
                  </a:lnTo>
                  <a:lnTo>
                    <a:pt x="943" y="909"/>
                  </a:lnTo>
                  <a:lnTo>
                    <a:pt x="972" y="927"/>
                  </a:lnTo>
                  <a:lnTo>
                    <a:pt x="1000" y="945"/>
                  </a:lnTo>
                  <a:lnTo>
                    <a:pt x="1042" y="972"/>
                  </a:lnTo>
                  <a:lnTo>
                    <a:pt x="1084" y="1001"/>
                  </a:lnTo>
                  <a:lnTo>
                    <a:pt x="1127" y="1034"/>
                  </a:lnTo>
                  <a:lnTo>
                    <a:pt x="1169" y="1069"/>
                  </a:lnTo>
                  <a:lnTo>
                    <a:pt x="1211" y="1105"/>
                  </a:lnTo>
                  <a:lnTo>
                    <a:pt x="1253" y="1145"/>
                  </a:lnTo>
                  <a:lnTo>
                    <a:pt x="1294" y="1184"/>
                  </a:lnTo>
                  <a:lnTo>
                    <a:pt x="1333" y="1226"/>
                  </a:lnTo>
                  <a:lnTo>
                    <a:pt x="1372" y="1268"/>
                  </a:lnTo>
                  <a:lnTo>
                    <a:pt x="1409" y="1312"/>
                  </a:lnTo>
                  <a:lnTo>
                    <a:pt x="1446" y="1356"/>
                  </a:lnTo>
                  <a:lnTo>
                    <a:pt x="1480" y="1399"/>
                  </a:lnTo>
                  <a:lnTo>
                    <a:pt x="1513" y="1443"/>
                  </a:lnTo>
                  <a:lnTo>
                    <a:pt x="1544" y="1486"/>
                  </a:lnTo>
                  <a:lnTo>
                    <a:pt x="1573" y="1529"/>
                  </a:lnTo>
                  <a:lnTo>
                    <a:pt x="1599" y="1571"/>
                  </a:lnTo>
                  <a:lnTo>
                    <a:pt x="1623" y="1611"/>
                  </a:lnTo>
                  <a:lnTo>
                    <a:pt x="1645" y="1651"/>
                  </a:lnTo>
                  <a:lnTo>
                    <a:pt x="1662" y="1688"/>
                  </a:lnTo>
                  <a:lnTo>
                    <a:pt x="1678" y="1723"/>
                  </a:lnTo>
                  <a:lnTo>
                    <a:pt x="1689" y="1757"/>
                  </a:lnTo>
                  <a:lnTo>
                    <a:pt x="1699" y="1787"/>
                  </a:lnTo>
                  <a:lnTo>
                    <a:pt x="1704" y="1815"/>
                  </a:lnTo>
                  <a:lnTo>
                    <a:pt x="1705" y="1839"/>
                  </a:lnTo>
                  <a:lnTo>
                    <a:pt x="1702" y="1860"/>
                  </a:lnTo>
                  <a:lnTo>
                    <a:pt x="1696" y="1877"/>
                  </a:lnTo>
                  <a:lnTo>
                    <a:pt x="1684" y="1891"/>
                  </a:lnTo>
                  <a:lnTo>
                    <a:pt x="1669" y="1900"/>
                  </a:lnTo>
                  <a:lnTo>
                    <a:pt x="1648" y="1905"/>
                  </a:lnTo>
                  <a:lnTo>
                    <a:pt x="1623" y="1905"/>
                  </a:lnTo>
                  <a:lnTo>
                    <a:pt x="1593" y="1900"/>
                  </a:lnTo>
                  <a:lnTo>
                    <a:pt x="1557" y="1889"/>
                  </a:lnTo>
                  <a:lnTo>
                    <a:pt x="1520" y="1876"/>
                  </a:lnTo>
                  <a:lnTo>
                    <a:pt x="1482" y="1860"/>
                  </a:lnTo>
                  <a:lnTo>
                    <a:pt x="1446" y="1843"/>
                  </a:lnTo>
                  <a:lnTo>
                    <a:pt x="1409" y="1825"/>
                  </a:lnTo>
                  <a:lnTo>
                    <a:pt x="1375" y="1805"/>
                  </a:lnTo>
                  <a:lnTo>
                    <a:pt x="1341" y="1784"/>
                  </a:lnTo>
                  <a:lnTo>
                    <a:pt x="1306" y="1762"/>
                  </a:lnTo>
                  <a:lnTo>
                    <a:pt x="1274" y="1739"/>
                  </a:lnTo>
                  <a:lnTo>
                    <a:pt x="1242" y="1715"/>
                  </a:lnTo>
                  <a:lnTo>
                    <a:pt x="1209" y="1690"/>
                  </a:lnTo>
                  <a:lnTo>
                    <a:pt x="1179" y="1664"/>
                  </a:lnTo>
                  <a:lnTo>
                    <a:pt x="1148" y="1638"/>
                  </a:lnTo>
                  <a:lnTo>
                    <a:pt x="1119" y="1612"/>
                  </a:lnTo>
                  <a:lnTo>
                    <a:pt x="1090" y="1585"/>
                  </a:lnTo>
                  <a:lnTo>
                    <a:pt x="1061" y="1557"/>
                  </a:lnTo>
                  <a:lnTo>
                    <a:pt x="1033" y="1530"/>
                  </a:lnTo>
                  <a:lnTo>
                    <a:pt x="1006" y="1502"/>
                  </a:lnTo>
                  <a:lnTo>
                    <a:pt x="980" y="1475"/>
                  </a:lnTo>
                  <a:lnTo>
                    <a:pt x="954" y="1447"/>
                  </a:lnTo>
                  <a:lnTo>
                    <a:pt x="929" y="1420"/>
                  </a:lnTo>
                  <a:lnTo>
                    <a:pt x="904" y="1393"/>
                  </a:lnTo>
                  <a:lnTo>
                    <a:pt x="880" y="1367"/>
                  </a:lnTo>
                  <a:lnTo>
                    <a:pt x="857" y="1341"/>
                  </a:lnTo>
                  <a:lnTo>
                    <a:pt x="834" y="1315"/>
                  </a:lnTo>
                  <a:lnTo>
                    <a:pt x="813" y="1290"/>
                  </a:lnTo>
                  <a:lnTo>
                    <a:pt x="791" y="1266"/>
                  </a:lnTo>
                  <a:lnTo>
                    <a:pt x="770" y="1243"/>
                  </a:lnTo>
                  <a:lnTo>
                    <a:pt x="750" y="1221"/>
                  </a:lnTo>
                  <a:lnTo>
                    <a:pt x="730" y="1201"/>
                  </a:lnTo>
                  <a:lnTo>
                    <a:pt x="710" y="1181"/>
                  </a:lnTo>
                  <a:lnTo>
                    <a:pt x="692" y="1162"/>
                  </a:lnTo>
                  <a:lnTo>
                    <a:pt x="674" y="1146"/>
                  </a:lnTo>
                  <a:lnTo>
                    <a:pt x="638" y="1112"/>
                  </a:lnTo>
                  <a:lnTo>
                    <a:pt x="600" y="1076"/>
                  </a:lnTo>
                  <a:lnTo>
                    <a:pt x="562" y="1039"/>
                  </a:lnTo>
                  <a:lnTo>
                    <a:pt x="522" y="1000"/>
                  </a:lnTo>
                  <a:lnTo>
                    <a:pt x="482" y="960"/>
                  </a:lnTo>
                  <a:lnTo>
                    <a:pt x="444" y="918"/>
                  </a:lnTo>
                  <a:lnTo>
                    <a:pt x="404" y="876"/>
                  </a:lnTo>
                  <a:lnTo>
                    <a:pt x="367" y="833"/>
                  </a:lnTo>
                  <a:lnTo>
                    <a:pt x="329" y="790"/>
                  </a:lnTo>
                  <a:lnTo>
                    <a:pt x="294" y="747"/>
                  </a:lnTo>
                  <a:lnTo>
                    <a:pt x="261" y="704"/>
                  </a:lnTo>
                  <a:lnTo>
                    <a:pt x="229" y="663"/>
                  </a:lnTo>
                  <a:lnTo>
                    <a:pt x="200" y="621"/>
                  </a:lnTo>
                  <a:lnTo>
                    <a:pt x="173" y="582"/>
                  </a:lnTo>
                  <a:lnTo>
                    <a:pt x="150" y="543"/>
                  </a:lnTo>
                  <a:lnTo>
                    <a:pt x="130" y="507"/>
                  </a:lnTo>
                  <a:lnTo>
                    <a:pt x="121" y="488"/>
                  </a:lnTo>
                  <a:lnTo>
                    <a:pt x="113" y="467"/>
                  </a:lnTo>
                  <a:lnTo>
                    <a:pt x="103" y="445"/>
                  </a:lnTo>
                  <a:lnTo>
                    <a:pt x="94" y="423"/>
                  </a:lnTo>
                  <a:lnTo>
                    <a:pt x="86" y="398"/>
                  </a:lnTo>
                  <a:lnTo>
                    <a:pt x="76" y="373"/>
                  </a:lnTo>
                  <a:lnTo>
                    <a:pt x="68" y="347"/>
                  </a:lnTo>
                  <a:lnTo>
                    <a:pt x="60" y="320"/>
                  </a:lnTo>
                  <a:lnTo>
                    <a:pt x="51" y="293"/>
                  </a:lnTo>
                  <a:lnTo>
                    <a:pt x="44" y="266"/>
                  </a:lnTo>
                  <a:lnTo>
                    <a:pt x="37" y="240"/>
                  </a:lnTo>
                  <a:lnTo>
                    <a:pt x="29" y="213"/>
                  </a:lnTo>
                  <a:lnTo>
                    <a:pt x="23" y="188"/>
                  </a:lnTo>
                  <a:lnTo>
                    <a:pt x="18" y="162"/>
                  </a:lnTo>
                  <a:lnTo>
                    <a:pt x="13" y="138"/>
                  </a:lnTo>
                  <a:lnTo>
                    <a:pt x="8" y="115"/>
                  </a:lnTo>
                  <a:lnTo>
                    <a:pt x="5" y="94"/>
                  </a:lnTo>
                  <a:lnTo>
                    <a:pt x="2" y="75"/>
                  </a:lnTo>
                  <a:lnTo>
                    <a:pt x="1" y="57"/>
                  </a:lnTo>
                  <a:lnTo>
                    <a:pt x="0" y="40"/>
                  </a:lnTo>
                  <a:lnTo>
                    <a:pt x="0" y="27"/>
                  </a:lnTo>
                  <a:lnTo>
                    <a:pt x="2" y="16"/>
                  </a:lnTo>
                  <a:lnTo>
                    <a:pt x="4" y="7"/>
                  </a:lnTo>
                  <a:lnTo>
                    <a:pt x="8" y="2"/>
                  </a:lnTo>
                  <a:lnTo>
                    <a:pt x="14" y="0"/>
                  </a:lnTo>
                  <a:lnTo>
                    <a:pt x="20" y="1"/>
                  </a:lnTo>
                  <a:lnTo>
                    <a:pt x="28" y="5"/>
                  </a:lnTo>
                  <a:lnTo>
                    <a:pt x="37" y="13"/>
                  </a:lnTo>
                  <a:lnTo>
                    <a:pt x="48" y="26"/>
                  </a:lnTo>
                  <a:lnTo>
                    <a:pt x="61" y="42"/>
                  </a:lnTo>
                  <a:lnTo>
                    <a:pt x="74" y="63"/>
                  </a:lnTo>
                  <a:lnTo>
                    <a:pt x="90" y="88"/>
                  </a:lnTo>
                  <a:close/>
                </a:path>
              </a:pathLst>
            </a:custGeom>
            <a:solidFill>
              <a:srgbClr val="ffbf99"/>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924" name=""/>
            <p:cNvSpPr/>
            <p:nvPr/>
          </p:nvSpPr>
          <p:spPr>
            <a:xfrm flipV="1">
              <a:off x="6151680" y="5437800"/>
              <a:ext cx="169560" cy="201240"/>
            </a:xfrm>
            <a:custGeom>
              <a:avLst/>
              <a:gdLst/>
              <a:ahLst/>
              <a:rect l="l" t="t" r="r" b="b"/>
              <a:pathLst>
                <a:path w="1592" h="1751">
                  <a:moveTo>
                    <a:pt x="1458" y="1732"/>
                  </a:moveTo>
                  <a:lnTo>
                    <a:pt x="1423" y="1718"/>
                  </a:lnTo>
                  <a:lnTo>
                    <a:pt x="1390" y="1702"/>
                  </a:lnTo>
                  <a:lnTo>
                    <a:pt x="1357" y="1685"/>
                  </a:lnTo>
                  <a:lnTo>
                    <a:pt x="1325" y="1667"/>
                  </a:lnTo>
                  <a:lnTo>
                    <a:pt x="1293" y="1648"/>
                  </a:lnTo>
                  <a:lnTo>
                    <a:pt x="1262" y="1628"/>
                  </a:lnTo>
                  <a:lnTo>
                    <a:pt x="1232" y="1607"/>
                  </a:lnTo>
                  <a:lnTo>
                    <a:pt x="1202" y="1586"/>
                  </a:lnTo>
                  <a:lnTo>
                    <a:pt x="1172" y="1564"/>
                  </a:lnTo>
                  <a:lnTo>
                    <a:pt x="1144" y="1541"/>
                  </a:lnTo>
                  <a:lnTo>
                    <a:pt x="1116" y="1518"/>
                  </a:lnTo>
                  <a:lnTo>
                    <a:pt x="1089" y="1494"/>
                  </a:lnTo>
                  <a:lnTo>
                    <a:pt x="1062" y="1470"/>
                  </a:lnTo>
                  <a:lnTo>
                    <a:pt x="1036" y="1445"/>
                  </a:lnTo>
                  <a:lnTo>
                    <a:pt x="1010" y="1421"/>
                  </a:lnTo>
                  <a:lnTo>
                    <a:pt x="985" y="1396"/>
                  </a:lnTo>
                  <a:lnTo>
                    <a:pt x="961" y="1372"/>
                  </a:lnTo>
                  <a:lnTo>
                    <a:pt x="937" y="1348"/>
                  </a:lnTo>
                  <a:lnTo>
                    <a:pt x="913" y="1323"/>
                  </a:lnTo>
                  <a:lnTo>
                    <a:pt x="890" y="1298"/>
                  </a:lnTo>
                  <a:lnTo>
                    <a:pt x="868" y="1274"/>
                  </a:lnTo>
                  <a:lnTo>
                    <a:pt x="846" y="1251"/>
                  </a:lnTo>
                  <a:lnTo>
                    <a:pt x="826" y="1227"/>
                  </a:lnTo>
                  <a:lnTo>
                    <a:pt x="805" y="1204"/>
                  </a:lnTo>
                  <a:lnTo>
                    <a:pt x="785" y="1182"/>
                  </a:lnTo>
                  <a:lnTo>
                    <a:pt x="765" y="1161"/>
                  </a:lnTo>
                  <a:lnTo>
                    <a:pt x="745" y="1141"/>
                  </a:lnTo>
                  <a:lnTo>
                    <a:pt x="727" y="1121"/>
                  </a:lnTo>
                  <a:lnTo>
                    <a:pt x="709" y="1101"/>
                  </a:lnTo>
                  <a:lnTo>
                    <a:pt x="691" y="1084"/>
                  </a:lnTo>
                  <a:lnTo>
                    <a:pt x="674" y="1067"/>
                  </a:lnTo>
                  <a:lnTo>
                    <a:pt x="657" y="1052"/>
                  </a:lnTo>
                  <a:lnTo>
                    <a:pt x="623" y="1020"/>
                  </a:lnTo>
                  <a:lnTo>
                    <a:pt x="586" y="986"/>
                  </a:lnTo>
                  <a:lnTo>
                    <a:pt x="550" y="951"/>
                  </a:lnTo>
                  <a:lnTo>
                    <a:pt x="511" y="914"/>
                  </a:lnTo>
                  <a:lnTo>
                    <a:pt x="474" y="876"/>
                  </a:lnTo>
                  <a:lnTo>
                    <a:pt x="435" y="837"/>
                  </a:lnTo>
                  <a:lnTo>
                    <a:pt x="398" y="797"/>
                  </a:lnTo>
                  <a:lnTo>
                    <a:pt x="360" y="755"/>
                  </a:lnTo>
                  <a:lnTo>
                    <a:pt x="324" y="715"/>
                  </a:lnTo>
                  <a:lnTo>
                    <a:pt x="289" y="673"/>
                  </a:lnTo>
                  <a:lnTo>
                    <a:pt x="255" y="633"/>
                  </a:lnTo>
                  <a:lnTo>
                    <a:pt x="224" y="592"/>
                  </a:lnTo>
                  <a:lnTo>
                    <a:pt x="193" y="552"/>
                  </a:lnTo>
                  <a:lnTo>
                    <a:pt x="166" y="513"/>
                  </a:lnTo>
                  <a:lnTo>
                    <a:pt x="141" y="475"/>
                  </a:lnTo>
                  <a:lnTo>
                    <a:pt x="120" y="439"/>
                  </a:lnTo>
                  <a:lnTo>
                    <a:pt x="102" y="402"/>
                  </a:lnTo>
                  <a:lnTo>
                    <a:pt x="83" y="361"/>
                  </a:lnTo>
                  <a:lnTo>
                    <a:pt x="66" y="316"/>
                  </a:lnTo>
                  <a:lnTo>
                    <a:pt x="51" y="269"/>
                  </a:lnTo>
                  <a:lnTo>
                    <a:pt x="36" y="223"/>
                  </a:lnTo>
                  <a:lnTo>
                    <a:pt x="24" y="176"/>
                  </a:lnTo>
                  <a:lnTo>
                    <a:pt x="13" y="132"/>
                  </a:lnTo>
                  <a:lnTo>
                    <a:pt x="5" y="93"/>
                  </a:lnTo>
                  <a:lnTo>
                    <a:pt x="1" y="58"/>
                  </a:lnTo>
                  <a:lnTo>
                    <a:pt x="0" y="30"/>
                  </a:lnTo>
                  <a:lnTo>
                    <a:pt x="3" y="11"/>
                  </a:lnTo>
                  <a:lnTo>
                    <a:pt x="10" y="0"/>
                  </a:lnTo>
                  <a:lnTo>
                    <a:pt x="22" y="1"/>
                  </a:lnTo>
                  <a:lnTo>
                    <a:pt x="39" y="14"/>
                  </a:lnTo>
                  <a:lnTo>
                    <a:pt x="62" y="41"/>
                  </a:lnTo>
                  <a:lnTo>
                    <a:pt x="90" y="83"/>
                  </a:lnTo>
                  <a:lnTo>
                    <a:pt x="100" y="97"/>
                  </a:lnTo>
                  <a:lnTo>
                    <a:pt x="110" y="112"/>
                  </a:lnTo>
                  <a:lnTo>
                    <a:pt x="124" y="129"/>
                  </a:lnTo>
                  <a:lnTo>
                    <a:pt x="139" y="148"/>
                  </a:lnTo>
                  <a:lnTo>
                    <a:pt x="157" y="169"/>
                  </a:lnTo>
                  <a:lnTo>
                    <a:pt x="176" y="190"/>
                  </a:lnTo>
                  <a:lnTo>
                    <a:pt x="198" y="214"/>
                  </a:lnTo>
                  <a:lnTo>
                    <a:pt x="219" y="239"/>
                  </a:lnTo>
                  <a:lnTo>
                    <a:pt x="243" y="265"/>
                  </a:lnTo>
                  <a:lnTo>
                    <a:pt x="269" y="291"/>
                  </a:lnTo>
                  <a:lnTo>
                    <a:pt x="296" y="319"/>
                  </a:lnTo>
                  <a:lnTo>
                    <a:pt x="324" y="347"/>
                  </a:lnTo>
                  <a:lnTo>
                    <a:pt x="352" y="376"/>
                  </a:lnTo>
                  <a:lnTo>
                    <a:pt x="382" y="405"/>
                  </a:lnTo>
                  <a:lnTo>
                    <a:pt x="412" y="436"/>
                  </a:lnTo>
                  <a:lnTo>
                    <a:pt x="443" y="466"/>
                  </a:lnTo>
                  <a:lnTo>
                    <a:pt x="475" y="496"/>
                  </a:lnTo>
                  <a:lnTo>
                    <a:pt x="507" y="526"/>
                  </a:lnTo>
                  <a:lnTo>
                    <a:pt x="539" y="556"/>
                  </a:lnTo>
                  <a:lnTo>
                    <a:pt x="572" y="586"/>
                  </a:lnTo>
                  <a:lnTo>
                    <a:pt x="605" y="615"/>
                  </a:lnTo>
                  <a:lnTo>
                    <a:pt x="637" y="643"/>
                  </a:lnTo>
                  <a:lnTo>
                    <a:pt x="669" y="671"/>
                  </a:lnTo>
                  <a:lnTo>
                    <a:pt x="702" y="699"/>
                  </a:lnTo>
                  <a:lnTo>
                    <a:pt x="734" y="725"/>
                  </a:lnTo>
                  <a:lnTo>
                    <a:pt x="765" y="751"/>
                  </a:lnTo>
                  <a:lnTo>
                    <a:pt x="795" y="775"/>
                  </a:lnTo>
                  <a:lnTo>
                    <a:pt x="826" y="798"/>
                  </a:lnTo>
                  <a:lnTo>
                    <a:pt x="855" y="819"/>
                  </a:lnTo>
                  <a:lnTo>
                    <a:pt x="883" y="840"/>
                  </a:lnTo>
                  <a:lnTo>
                    <a:pt x="910" y="857"/>
                  </a:lnTo>
                  <a:lnTo>
                    <a:pt x="936" y="874"/>
                  </a:lnTo>
                  <a:lnTo>
                    <a:pt x="976" y="900"/>
                  </a:lnTo>
                  <a:lnTo>
                    <a:pt x="1016" y="928"/>
                  </a:lnTo>
                  <a:lnTo>
                    <a:pt x="1056" y="959"/>
                  </a:lnTo>
                  <a:lnTo>
                    <a:pt x="1095" y="991"/>
                  </a:lnTo>
                  <a:lnTo>
                    <a:pt x="1135" y="1027"/>
                  </a:lnTo>
                  <a:lnTo>
                    <a:pt x="1174" y="1063"/>
                  </a:lnTo>
                  <a:lnTo>
                    <a:pt x="1212" y="1100"/>
                  </a:lnTo>
                  <a:lnTo>
                    <a:pt x="1250" y="1139"/>
                  </a:lnTo>
                  <a:lnTo>
                    <a:pt x="1285" y="1178"/>
                  </a:lnTo>
                  <a:lnTo>
                    <a:pt x="1320" y="1218"/>
                  </a:lnTo>
                  <a:lnTo>
                    <a:pt x="1354" y="1258"/>
                  </a:lnTo>
                  <a:lnTo>
                    <a:pt x="1386" y="1299"/>
                  </a:lnTo>
                  <a:lnTo>
                    <a:pt x="1416" y="1339"/>
                  </a:lnTo>
                  <a:lnTo>
                    <a:pt x="1444" y="1379"/>
                  </a:lnTo>
                  <a:lnTo>
                    <a:pt x="1470" y="1418"/>
                  </a:lnTo>
                  <a:lnTo>
                    <a:pt x="1495" y="1456"/>
                  </a:lnTo>
                  <a:lnTo>
                    <a:pt x="1517" y="1493"/>
                  </a:lnTo>
                  <a:lnTo>
                    <a:pt x="1536" y="1528"/>
                  </a:lnTo>
                  <a:lnTo>
                    <a:pt x="1553" y="1563"/>
                  </a:lnTo>
                  <a:lnTo>
                    <a:pt x="1567" y="1594"/>
                  </a:lnTo>
                  <a:lnTo>
                    <a:pt x="1578" y="1624"/>
                  </a:lnTo>
                  <a:lnTo>
                    <a:pt x="1586" y="1651"/>
                  </a:lnTo>
                  <a:lnTo>
                    <a:pt x="1590" y="1675"/>
                  </a:lnTo>
                  <a:lnTo>
                    <a:pt x="1592" y="1697"/>
                  </a:lnTo>
                  <a:lnTo>
                    <a:pt x="1589" y="1715"/>
                  </a:lnTo>
                  <a:lnTo>
                    <a:pt x="1583" y="1730"/>
                  </a:lnTo>
                  <a:lnTo>
                    <a:pt x="1573" y="1741"/>
                  </a:lnTo>
                  <a:lnTo>
                    <a:pt x="1559" y="1749"/>
                  </a:lnTo>
                  <a:lnTo>
                    <a:pt x="1540" y="1751"/>
                  </a:lnTo>
                  <a:lnTo>
                    <a:pt x="1517" y="1750"/>
                  </a:lnTo>
                  <a:lnTo>
                    <a:pt x="1490" y="1743"/>
                  </a:lnTo>
                  <a:lnTo>
                    <a:pt x="1458" y="1732"/>
                  </a:lnTo>
                  <a:close/>
                </a:path>
              </a:pathLst>
            </a:custGeom>
            <a:solidFill>
              <a:srgbClr val="ffbfa1"/>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925" name=""/>
            <p:cNvSpPr/>
            <p:nvPr/>
          </p:nvSpPr>
          <p:spPr>
            <a:xfrm flipV="1">
              <a:off x="6157800" y="5443920"/>
              <a:ext cx="157320" cy="183960"/>
            </a:xfrm>
            <a:custGeom>
              <a:avLst/>
              <a:gdLst/>
              <a:ahLst/>
              <a:rect l="l" t="t" r="r" b="b"/>
              <a:pathLst>
                <a:path w="1480" h="1599">
                  <a:moveTo>
                    <a:pt x="1359" y="1577"/>
                  </a:moveTo>
                  <a:lnTo>
                    <a:pt x="1328" y="1562"/>
                  </a:lnTo>
                  <a:lnTo>
                    <a:pt x="1298" y="1545"/>
                  </a:lnTo>
                  <a:lnTo>
                    <a:pt x="1269" y="1529"/>
                  </a:lnTo>
                  <a:lnTo>
                    <a:pt x="1240" y="1511"/>
                  </a:lnTo>
                  <a:lnTo>
                    <a:pt x="1212" y="1493"/>
                  </a:lnTo>
                  <a:lnTo>
                    <a:pt x="1183" y="1475"/>
                  </a:lnTo>
                  <a:lnTo>
                    <a:pt x="1156" y="1455"/>
                  </a:lnTo>
                  <a:lnTo>
                    <a:pt x="1130" y="1435"/>
                  </a:lnTo>
                  <a:lnTo>
                    <a:pt x="1104" y="1415"/>
                  </a:lnTo>
                  <a:lnTo>
                    <a:pt x="1078" y="1394"/>
                  </a:lnTo>
                  <a:lnTo>
                    <a:pt x="1053" y="1373"/>
                  </a:lnTo>
                  <a:lnTo>
                    <a:pt x="1029" y="1352"/>
                  </a:lnTo>
                  <a:lnTo>
                    <a:pt x="1005" y="1330"/>
                  </a:lnTo>
                  <a:lnTo>
                    <a:pt x="982" y="1309"/>
                  </a:lnTo>
                  <a:lnTo>
                    <a:pt x="960" y="1287"/>
                  </a:lnTo>
                  <a:lnTo>
                    <a:pt x="938" y="1265"/>
                  </a:lnTo>
                  <a:lnTo>
                    <a:pt x="916" y="1243"/>
                  </a:lnTo>
                  <a:lnTo>
                    <a:pt x="894" y="1221"/>
                  </a:lnTo>
                  <a:lnTo>
                    <a:pt x="873" y="1201"/>
                  </a:lnTo>
                  <a:lnTo>
                    <a:pt x="852" y="1179"/>
                  </a:lnTo>
                  <a:lnTo>
                    <a:pt x="832" y="1158"/>
                  </a:lnTo>
                  <a:lnTo>
                    <a:pt x="813" y="1137"/>
                  </a:lnTo>
                  <a:lnTo>
                    <a:pt x="794" y="1116"/>
                  </a:lnTo>
                  <a:lnTo>
                    <a:pt x="775" y="1097"/>
                  </a:lnTo>
                  <a:lnTo>
                    <a:pt x="757" y="1077"/>
                  </a:lnTo>
                  <a:lnTo>
                    <a:pt x="739" y="1058"/>
                  </a:lnTo>
                  <a:lnTo>
                    <a:pt x="722" y="1041"/>
                  </a:lnTo>
                  <a:lnTo>
                    <a:pt x="704" y="1023"/>
                  </a:lnTo>
                  <a:lnTo>
                    <a:pt x="688" y="1006"/>
                  </a:lnTo>
                  <a:lnTo>
                    <a:pt x="671" y="990"/>
                  </a:lnTo>
                  <a:lnTo>
                    <a:pt x="655" y="975"/>
                  </a:lnTo>
                  <a:lnTo>
                    <a:pt x="640" y="961"/>
                  </a:lnTo>
                  <a:lnTo>
                    <a:pt x="606" y="930"/>
                  </a:lnTo>
                  <a:lnTo>
                    <a:pt x="572" y="899"/>
                  </a:lnTo>
                  <a:lnTo>
                    <a:pt x="538" y="866"/>
                  </a:lnTo>
                  <a:lnTo>
                    <a:pt x="501" y="831"/>
                  </a:lnTo>
                  <a:lnTo>
                    <a:pt x="465" y="795"/>
                  </a:lnTo>
                  <a:lnTo>
                    <a:pt x="428" y="758"/>
                  </a:lnTo>
                  <a:lnTo>
                    <a:pt x="391" y="720"/>
                  </a:lnTo>
                  <a:lnTo>
                    <a:pt x="355" y="681"/>
                  </a:lnTo>
                  <a:lnTo>
                    <a:pt x="319" y="642"/>
                  </a:lnTo>
                  <a:lnTo>
                    <a:pt x="285" y="602"/>
                  </a:lnTo>
                  <a:lnTo>
                    <a:pt x="251" y="563"/>
                  </a:lnTo>
                  <a:lnTo>
                    <a:pt x="219" y="523"/>
                  </a:lnTo>
                  <a:lnTo>
                    <a:pt x="189" y="485"/>
                  </a:lnTo>
                  <a:lnTo>
                    <a:pt x="161" y="446"/>
                  </a:lnTo>
                  <a:lnTo>
                    <a:pt x="135" y="409"/>
                  </a:lnTo>
                  <a:lnTo>
                    <a:pt x="111" y="373"/>
                  </a:lnTo>
                  <a:lnTo>
                    <a:pt x="92" y="338"/>
                  </a:lnTo>
                  <a:lnTo>
                    <a:pt x="74" y="301"/>
                  </a:lnTo>
                  <a:lnTo>
                    <a:pt x="58" y="261"/>
                  </a:lnTo>
                  <a:lnTo>
                    <a:pt x="43" y="221"/>
                  </a:lnTo>
                  <a:lnTo>
                    <a:pt x="29" y="180"/>
                  </a:lnTo>
                  <a:lnTo>
                    <a:pt x="18" y="142"/>
                  </a:lnTo>
                  <a:lnTo>
                    <a:pt x="10" y="104"/>
                  </a:lnTo>
                  <a:lnTo>
                    <a:pt x="3" y="71"/>
                  </a:lnTo>
                  <a:lnTo>
                    <a:pt x="0" y="43"/>
                  </a:lnTo>
                  <a:lnTo>
                    <a:pt x="0" y="21"/>
                  </a:lnTo>
                  <a:lnTo>
                    <a:pt x="4" y="7"/>
                  </a:lnTo>
                  <a:lnTo>
                    <a:pt x="13" y="0"/>
                  </a:lnTo>
                  <a:lnTo>
                    <a:pt x="25" y="3"/>
                  </a:lnTo>
                  <a:lnTo>
                    <a:pt x="42" y="16"/>
                  </a:lnTo>
                  <a:lnTo>
                    <a:pt x="64" y="41"/>
                  </a:lnTo>
                  <a:lnTo>
                    <a:pt x="91" y="80"/>
                  </a:lnTo>
                  <a:lnTo>
                    <a:pt x="100" y="92"/>
                  </a:lnTo>
                  <a:lnTo>
                    <a:pt x="111" y="107"/>
                  </a:lnTo>
                  <a:lnTo>
                    <a:pt x="124" y="122"/>
                  </a:lnTo>
                  <a:lnTo>
                    <a:pt x="139" y="140"/>
                  </a:lnTo>
                  <a:lnTo>
                    <a:pt x="154" y="159"/>
                  </a:lnTo>
                  <a:lnTo>
                    <a:pt x="173" y="179"/>
                  </a:lnTo>
                  <a:lnTo>
                    <a:pt x="193" y="200"/>
                  </a:lnTo>
                  <a:lnTo>
                    <a:pt x="214" y="223"/>
                  </a:lnTo>
                  <a:lnTo>
                    <a:pt x="236" y="247"/>
                  </a:lnTo>
                  <a:lnTo>
                    <a:pt x="260" y="271"/>
                  </a:lnTo>
                  <a:lnTo>
                    <a:pt x="284" y="296"/>
                  </a:lnTo>
                  <a:lnTo>
                    <a:pt x="310" y="322"/>
                  </a:lnTo>
                  <a:lnTo>
                    <a:pt x="336" y="349"/>
                  </a:lnTo>
                  <a:lnTo>
                    <a:pt x="363" y="375"/>
                  </a:lnTo>
                  <a:lnTo>
                    <a:pt x="391" y="403"/>
                  </a:lnTo>
                  <a:lnTo>
                    <a:pt x="420" y="430"/>
                  </a:lnTo>
                  <a:lnTo>
                    <a:pt x="448" y="457"/>
                  </a:lnTo>
                  <a:lnTo>
                    <a:pt x="478" y="485"/>
                  </a:lnTo>
                  <a:lnTo>
                    <a:pt x="508" y="512"/>
                  </a:lnTo>
                  <a:lnTo>
                    <a:pt x="538" y="539"/>
                  </a:lnTo>
                  <a:lnTo>
                    <a:pt x="568" y="566"/>
                  </a:lnTo>
                  <a:lnTo>
                    <a:pt x="597" y="592"/>
                  </a:lnTo>
                  <a:lnTo>
                    <a:pt x="627" y="618"/>
                  </a:lnTo>
                  <a:lnTo>
                    <a:pt x="656" y="643"/>
                  </a:lnTo>
                  <a:lnTo>
                    <a:pt x="686" y="667"/>
                  </a:lnTo>
                  <a:lnTo>
                    <a:pt x="715" y="689"/>
                  </a:lnTo>
                  <a:lnTo>
                    <a:pt x="743" y="712"/>
                  </a:lnTo>
                  <a:lnTo>
                    <a:pt x="771" y="733"/>
                  </a:lnTo>
                  <a:lnTo>
                    <a:pt x="798" y="753"/>
                  </a:lnTo>
                  <a:lnTo>
                    <a:pt x="824" y="771"/>
                  </a:lnTo>
                  <a:lnTo>
                    <a:pt x="849" y="788"/>
                  </a:lnTo>
                  <a:lnTo>
                    <a:pt x="873" y="804"/>
                  </a:lnTo>
                  <a:lnTo>
                    <a:pt x="911" y="829"/>
                  </a:lnTo>
                  <a:lnTo>
                    <a:pt x="949" y="856"/>
                  </a:lnTo>
                  <a:lnTo>
                    <a:pt x="987" y="885"/>
                  </a:lnTo>
                  <a:lnTo>
                    <a:pt x="1023" y="916"/>
                  </a:lnTo>
                  <a:lnTo>
                    <a:pt x="1060" y="948"/>
                  </a:lnTo>
                  <a:lnTo>
                    <a:pt x="1096" y="982"/>
                  </a:lnTo>
                  <a:lnTo>
                    <a:pt x="1131" y="1018"/>
                  </a:lnTo>
                  <a:lnTo>
                    <a:pt x="1166" y="1053"/>
                  </a:lnTo>
                  <a:lnTo>
                    <a:pt x="1199" y="1089"/>
                  </a:lnTo>
                  <a:lnTo>
                    <a:pt x="1231" y="1127"/>
                  </a:lnTo>
                  <a:lnTo>
                    <a:pt x="1262" y="1163"/>
                  </a:lnTo>
                  <a:lnTo>
                    <a:pt x="1292" y="1201"/>
                  </a:lnTo>
                  <a:lnTo>
                    <a:pt x="1319" y="1237"/>
                  </a:lnTo>
                  <a:lnTo>
                    <a:pt x="1345" y="1273"/>
                  </a:lnTo>
                  <a:lnTo>
                    <a:pt x="1370" y="1309"/>
                  </a:lnTo>
                  <a:lnTo>
                    <a:pt x="1392" y="1343"/>
                  </a:lnTo>
                  <a:lnTo>
                    <a:pt x="1412" y="1376"/>
                  </a:lnTo>
                  <a:lnTo>
                    <a:pt x="1429" y="1408"/>
                  </a:lnTo>
                  <a:lnTo>
                    <a:pt x="1445" y="1438"/>
                  </a:lnTo>
                  <a:lnTo>
                    <a:pt x="1457" y="1466"/>
                  </a:lnTo>
                  <a:lnTo>
                    <a:pt x="1468" y="1493"/>
                  </a:lnTo>
                  <a:lnTo>
                    <a:pt x="1475" y="1517"/>
                  </a:lnTo>
                  <a:lnTo>
                    <a:pt x="1479" y="1538"/>
                  </a:lnTo>
                  <a:lnTo>
                    <a:pt x="1480" y="1557"/>
                  </a:lnTo>
                  <a:lnTo>
                    <a:pt x="1478" y="1572"/>
                  </a:lnTo>
                  <a:lnTo>
                    <a:pt x="1472" y="1585"/>
                  </a:lnTo>
                  <a:lnTo>
                    <a:pt x="1463" y="1593"/>
                  </a:lnTo>
                  <a:lnTo>
                    <a:pt x="1450" y="1598"/>
                  </a:lnTo>
                  <a:lnTo>
                    <a:pt x="1433" y="1599"/>
                  </a:lnTo>
                  <a:lnTo>
                    <a:pt x="1413" y="1596"/>
                  </a:lnTo>
                  <a:lnTo>
                    <a:pt x="1389" y="1589"/>
                  </a:lnTo>
                  <a:lnTo>
                    <a:pt x="1359" y="1577"/>
                  </a:lnTo>
                  <a:close/>
                </a:path>
              </a:pathLst>
            </a:custGeom>
            <a:solidFill>
              <a:srgbClr val="ffc2a8"/>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926" name=""/>
            <p:cNvSpPr/>
            <p:nvPr/>
          </p:nvSpPr>
          <p:spPr>
            <a:xfrm flipV="1">
              <a:off x="6165720" y="5452920"/>
              <a:ext cx="144720" cy="166320"/>
            </a:xfrm>
            <a:custGeom>
              <a:avLst/>
              <a:gdLst/>
              <a:ahLst/>
              <a:rect l="l" t="t" r="r" b="b"/>
              <a:pathLst>
                <a:path w="1368" h="1450">
                  <a:moveTo>
                    <a:pt x="1262" y="1423"/>
                  </a:moveTo>
                  <a:lnTo>
                    <a:pt x="1208" y="1391"/>
                  </a:lnTo>
                  <a:lnTo>
                    <a:pt x="1156" y="1358"/>
                  </a:lnTo>
                  <a:lnTo>
                    <a:pt x="1107" y="1322"/>
                  </a:lnTo>
                  <a:lnTo>
                    <a:pt x="1059" y="1286"/>
                  </a:lnTo>
                  <a:lnTo>
                    <a:pt x="1014" y="1249"/>
                  </a:lnTo>
                  <a:lnTo>
                    <a:pt x="971" y="1211"/>
                  </a:lnTo>
                  <a:lnTo>
                    <a:pt x="929" y="1173"/>
                  </a:lnTo>
                  <a:lnTo>
                    <a:pt x="889" y="1134"/>
                  </a:lnTo>
                  <a:lnTo>
                    <a:pt x="852" y="1097"/>
                  </a:lnTo>
                  <a:lnTo>
                    <a:pt x="815" y="1060"/>
                  </a:lnTo>
                  <a:lnTo>
                    <a:pt x="780" y="1024"/>
                  </a:lnTo>
                  <a:lnTo>
                    <a:pt x="747" y="989"/>
                  </a:lnTo>
                  <a:lnTo>
                    <a:pt x="714" y="956"/>
                  </a:lnTo>
                  <a:lnTo>
                    <a:pt x="683" y="925"/>
                  </a:lnTo>
                  <a:lnTo>
                    <a:pt x="653" y="895"/>
                  </a:lnTo>
                  <a:lnTo>
                    <a:pt x="624" y="869"/>
                  </a:lnTo>
                  <a:lnTo>
                    <a:pt x="592" y="841"/>
                  </a:lnTo>
                  <a:lnTo>
                    <a:pt x="559" y="812"/>
                  </a:lnTo>
                  <a:lnTo>
                    <a:pt x="526" y="781"/>
                  </a:lnTo>
                  <a:lnTo>
                    <a:pt x="491" y="749"/>
                  </a:lnTo>
                  <a:lnTo>
                    <a:pt x="456" y="715"/>
                  </a:lnTo>
                  <a:lnTo>
                    <a:pt x="421" y="679"/>
                  </a:lnTo>
                  <a:lnTo>
                    <a:pt x="385" y="643"/>
                  </a:lnTo>
                  <a:lnTo>
                    <a:pt x="350" y="607"/>
                  </a:lnTo>
                  <a:lnTo>
                    <a:pt x="314" y="569"/>
                  </a:lnTo>
                  <a:lnTo>
                    <a:pt x="280" y="532"/>
                  </a:lnTo>
                  <a:lnTo>
                    <a:pt x="247" y="493"/>
                  </a:lnTo>
                  <a:lnTo>
                    <a:pt x="214" y="456"/>
                  </a:lnTo>
                  <a:lnTo>
                    <a:pt x="183" y="419"/>
                  </a:lnTo>
                  <a:lnTo>
                    <a:pt x="154" y="380"/>
                  </a:lnTo>
                  <a:lnTo>
                    <a:pt x="126" y="344"/>
                  </a:lnTo>
                  <a:lnTo>
                    <a:pt x="101" y="307"/>
                  </a:lnTo>
                  <a:lnTo>
                    <a:pt x="82" y="276"/>
                  </a:lnTo>
                  <a:lnTo>
                    <a:pt x="64" y="243"/>
                  </a:lnTo>
                  <a:lnTo>
                    <a:pt x="49" y="208"/>
                  </a:lnTo>
                  <a:lnTo>
                    <a:pt x="35" y="173"/>
                  </a:lnTo>
                  <a:lnTo>
                    <a:pt x="23" y="139"/>
                  </a:lnTo>
                  <a:lnTo>
                    <a:pt x="13" y="107"/>
                  </a:lnTo>
                  <a:lnTo>
                    <a:pt x="6" y="78"/>
                  </a:lnTo>
                  <a:lnTo>
                    <a:pt x="1" y="52"/>
                  </a:lnTo>
                  <a:lnTo>
                    <a:pt x="0" y="30"/>
                  </a:lnTo>
                  <a:lnTo>
                    <a:pt x="1" y="13"/>
                  </a:lnTo>
                  <a:lnTo>
                    <a:pt x="6" y="3"/>
                  </a:lnTo>
                  <a:lnTo>
                    <a:pt x="15" y="0"/>
                  </a:lnTo>
                  <a:lnTo>
                    <a:pt x="28" y="5"/>
                  </a:lnTo>
                  <a:lnTo>
                    <a:pt x="45" y="20"/>
                  </a:lnTo>
                  <a:lnTo>
                    <a:pt x="65" y="44"/>
                  </a:lnTo>
                  <a:lnTo>
                    <a:pt x="91" y="78"/>
                  </a:lnTo>
                  <a:lnTo>
                    <a:pt x="101" y="89"/>
                  </a:lnTo>
                  <a:lnTo>
                    <a:pt x="111" y="103"/>
                  </a:lnTo>
                  <a:lnTo>
                    <a:pt x="124" y="117"/>
                  </a:lnTo>
                  <a:lnTo>
                    <a:pt x="137" y="134"/>
                  </a:lnTo>
                  <a:lnTo>
                    <a:pt x="153" y="151"/>
                  </a:lnTo>
                  <a:lnTo>
                    <a:pt x="170" y="169"/>
                  </a:lnTo>
                  <a:lnTo>
                    <a:pt x="188" y="189"/>
                  </a:lnTo>
                  <a:lnTo>
                    <a:pt x="207" y="209"/>
                  </a:lnTo>
                  <a:lnTo>
                    <a:pt x="228" y="231"/>
                  </a:lnTo>
                  <a:lnTo>
                    <a:pt x="250" y="252"/>
                  </a:lnTo>
                  <a:lnTo>
                    <a:pt x="272" y="275"/>
                  </a:lnTo>
                  <a:lnTo>
                    <a:pt x="296" y="298"/>
                  </a:lnTo>
                  <a:lnTo>
                    <a:pt x="320" y="322"/>
                  </a:lnTo>
                  <a:lnTo>
                    <a:pt x="345" y="346"/>
                  </a:lnTo>
                  <a:lnTo>
                    <a:pt x="370" y="371"/>
                  </a:lnTo>
                  <a:lnTo>
                    <a:pt x="396" y="395"/>
                  </a:lnTo>
                  <a:lnTo>
                    <a:pt x="423" y="420"/>
                  </a:lnTo>
                  <a:lnTo>
                    <a:pt x="449" y="445"/>
                  </a:lnTo>
                  <a:lnTo>
                    <a:pt x="476" y="468"/>
                  </a:lnTo>
                  <a:lnTo>
                    <a:pt x="503" y="493"/>
                  </a:lnTo>
                  <a:lnTo>
                    <a:pt x="531" y="517"/>
                  </a:lnTo>
                  <a:lnTo>
                    <a:pt x="558" y="541"/>
                  </a:lnTo>
                  <a:lnTo>
                    <a:pt x="585" y="564"/>
                  </a:lnTo>
                  <a:lnTo>
                    <a:pt x="612" y="587"/>
                  </a:lnTo>
                  <a:lnTo>
                    <a:pt x="638" y="609"/>
                  </a:lnTo>
                  <a:lnTo>
                    <a:pt x="664" y="629"/>
                  </a:lnTo>
                  <a:lnTo>
                    <a:pt x="690" y="650"/>
                  </a:lnTo>
                  <a:lnTo>
                    <a:pt x="715" y="670"/>
                  </a:lnTo>
                  <a:lnTo>
                    <a:pt x="740" y="688"/>
                  </a:lnTo>
                  <a:lnTo>
                    <a:pt x="764" y="705"/>
                  </a:lnTo>
                  <a:lnTo>
                    <a:pt x="787" y="721"/>
                  </a:lnTo>
                  <a:lnTo>
                    <a:pt x="809" y="735"/>
                  </a:lnTo>
                  <a:lnTo>
                    <a:pt x="845" y="759"/>
                  </a:lnTo>
                  <a:lnTo>
                    <a:pt x="880" y="785"/>
                  </a:lnTo>
                  <a:lnTo>
                    <a:pt x="915" y="813"/>
                  </a:lnTo>
                  <a:lnTo>
                    <a:pt x="950" y="842"/>
                  </a:lnTo>
                  <a:lnTo>
                    <a:pt x="984" y="873"/>
                  </a:lnTo>
                  <a:lnTo>
                    <a:pt x="1017" y="904"/>
                  </a:lnTo>
                  <a:lnTo>
                    <a:pt x="1050" y="936"/>
                  </a:lnTo>
                  <a:lnTo>
                    <a:pt x="1082" y="969"/>
                  </a:lnTo>
                  <a:lnTo>
                    <a:pt x="1112" y="1002"/>
                  </a:lnTo>
                  <a:lnTo>
                    <a:pt x="1142" y="1037"/>
                  </a:lnTo>
                  <a:lnTo>
                    <a:pt x="1171" y="1070"/>
                  </a:lnTo>
                  <a:lnTo>
                    <a:pt x="1198" y="1103"/>
                  </a:lnTo>
                  <a:lnTo>
                    <a:pt x="1223" y="1136"/>
                  </a:lnTo>
                  <a:lnTo>
                    <a:pt x="1247" y="1170"/>
                  </a:lnTo>
                  <a:lnTo>
                    <a:pt x="1268" y="1201"/>
                  </a:lnTo>
                  <a:lnTo>
                    <a:pt x="1288" y="1232"/>
                  </a:lnTo>
                  <a:lnTo>
                    <a:pt x="1307" y="1262"/>
                  </a:lnTo>
                  <a:lnTo>
                    <a:pt x="1323" y="1290"/>
                  </a:lnTo>
                  <a:lnTo>
                    <a:pt x="1336" y="1316"/>
                  </a:lnTo>
                  <a:lnTo>
                    <a:pt x="1348" y="1341"/>
                  </a:lnTo>
                  <a:lnTo>
                    <a:pt x="1357" y="1364"/>
                  </a:lnTo>
                  <a:lnTo>
                    <a:pt x="1363" y="1385"/>
                  </a:lnTo>
                  <a:lnTo>
                    <a:pt x="1367" y="1402"/>
                  </a:lnTo>
                  <a:lnTo>
                    <a:pt x="1368" y="1418"/>
                  </a:lnTo>
                  <a:lnTo>
                    <a:pt x="1366" y="1430"/>
                  </a:lnTo>
                  <a:lnTo>
                    <a:pt x="1362" y="1441"/>
                  </a:lnTo>
                  <a:lnTo>
                    <a:pt x="1354" y="1447"/>
                  </a:lnTo>
                  <a:lnTo>
                    <a:pt x="1342" y="1450"/>
                  </a:lnTo>
                  <a:lnTo>
                    <a:pt x="1328" y="1449"/>
                  </a:lnTo>
                  <a:lnTo>
                    <a:pt x="1309" y="1445"/>
                  </a:lnTo>
                  <a:lnTo>
                    <a:pt x="1288" y="1436"/>
                  </a:lnTo>
                  <a:lnTo>
                    <a:pt x="1262" y="1423"/>
                  </a:lnTo>
                  <a:close/>
                </a:path>
              </a:pathLst>
            </a:custGeom>
            <a:solidFill>
              <a:srgbClr val="ffc4b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927" name=""/>
            <p:cNvSpPr/>
            <p:nvPr/>
          </p:nvSpPr>
          <p:spPr>
            <a:xfrm flipV="1">
              <a:off x="6172200" y="5459040"/>
              <a:ext cx="133200" cy="149040"/>
            </a:xfrm>
            <a:custGeom>
              <a:avLst/>
              <a:gdLst/>
              <a:ahLst/>
              <a:rect l="l" t="t" r="r" b="b"/>
              <a:pathLst>
                <a:path w="1258" h="1300">
                  <a:moveTo>
                    <a:pt x="1166" y="1268"/>
                  </a:moveTo>
                  <a:lnTo>
                    <a:pt x="1119" y="1236"/>
                  </a:lnTo>
                  <a:lnTo>
                    <a:pt x="1073" y="1202"/>
                  </a:lnTo>
                  <a:lnTo>
                    <a:pt x="1030" y="1169"/>
                  </a:lnTo>
                  <a:lnTo>
                    <a:pt x="990" y="1136"/>
                  </a:lnTo>
                  <a:lnTo>
                    <a:pt x="950" y="1102"/>
                  </a:lnTo>
                  <a:lnTo>
                    <a:pt x="913" y="1068"/>
                  </a:lnTo>
                  <a:lnTo>
                    <a:pt x="877" y="1036"/>
                  </a:lnTo>
                  <a:lnTo>
                    <a:pt x="843" y="1003"/>
                  </a:lnTo>
                  <a:lnTo>
                    <a:pt x="811" y="972"/>
                  </a:lnTo>
                  <a:lnTo>
                    <a:pt x="778" y="940"/>
                  </a:lnTo>
                  <a:lnTo>
                    <a:pt x="748" y="909"/>
                  </a:lnTo>
                  <a:lnTo>
                    <a:pt x="719" y="880"/>
                  </a:lnTo>
                  <a:lnTo>
                    <a:pt x="690" y="852"/>
                  </a:lnTo>
                  <a:lnTo>
                    <a:pt x="663" y="826"/>
                  </a:lnTo>
                  <a:lnTo>
                    <a:pt x="636" y="801"/>
                  </a:lnTo>
                  <a:lnTo>
                    <a:pt x="609" y="777"/>
                  </a:lnTo>
                  <a:lnTo>
                    <a:pt x="579" y="751"/>
                  </a:lnTo>
                  <a:lnTo>
                    <a:pt x="548" y="724"/>
                  </a:lnTo>
                  <a:lnTo>
                    <a:pt x="516" y="695"/>
                  </a:lnTo>
                  <a:lnTo>
                    <a:pt x="484" y="665"/>
                  </a:lnTo>
                  <a:lnTo>
                    <a:pt x="449" y="633"/>
                  </a:lnTo>
                  <a:lnTo>
                    <a:pt x="415" y="601"/>
                  </a:lnTo>
                  <a:lnTo>
                    <a:pt x="380" y="566"/>
                  </a:lnTo>
                  <a:lnTo>
                    <a:pt x="346" y="532"/>
                  </a:lnTo>
                  <a:lnTo>
                    <a:pt x="312" y="497"/>
                  </a:lnTo>
                  <a:lnTo>
                    <a:pt x="277" y="461"/>
                  </a:lnTo>
                  <a:lnTo>
                    <a:pt x="244" y="424"/>
                  </a:lnTo>
                  <a:lnTo>
                    <a:pt x="212" y="388"/>
                  </a:lnTo>
                  <a:lnTo>
                    <a:pt x="179" y="350"/>
                  </a:lnTo>
                  <a:lnTo>
                    <a:pt x="149" y="314"/>
                  </a:lnTo>
                  <a:lnTo>
                    <a:pt x="120" y="278"/>
                  </a:lnTo>
                  <a:lnTo>
                    <a:pt x="93" y="241"/>
                  </a:lnTo>
                  <a:lnTo>
                    <a:pt x="74" y="212"/>
                  </a:lnTo>
                  <a:lnTo>
                    <a:pt x="57" y="183"/>
                  </a:lnTo>
                  <a:lnTo>
                    <a:pt x="42" y="154"/>
                  </a:lnTo>
                  <a:lnTo>
                    <a:pt x="28" y="125"/>
                  </a:lnTo>
                  <a:lnTo>
                    <a:pt x="18" y="98"/>
                  </a:lnTo>
                  <a:lnTo>
                    <a:pt x="10" y="73"/>
                  </a:lnTo>
                  <a:lnTo>
                    <a:pt x="3" y="50"/>
                  </a:lnTo>
                  <a:lnTo>
                    <a:pt x="0" y="31"/>
                  </a:lnTo>
                  <a:lnTo>
                    <a:pt x="0" y="16"/>
                  </a:lnTo>
                  <a:lnTo>
                    <a:pt x="3" y="5"/>
                  </a:lnTo>
                  <a:lnTo>
                    <a:pt x="10" y="0"/>
                  </a:lnTo>
                  <a:lnTo>
                    <a:pt x="20" y="0"/>
                  </a:lnTo>
                  <a:lnTo>
                    <a:pt x="33" y="8"/>
                  </a:lnTo>
                  <a:lnTo>
                    <a:pt x="49" y="22"/>
                  </a:lnTo>
                  <a:lnTo>
                    <a:pt x="70" y="44"/>
                  </a:lnTo>
                  <a:lnTo>
                    <a:pt x="95" y="75"/>
                  </a:lnTo>
                  <a:lnTo>
                    <a:pt x="114" y="98"/>
                  </a:lnTo>
                  <a:lnTo>
                    <a:pt x="139" y="126"/>
                  </a:lnTo>
                  <a:lnTo>
                    <a:pt x="169" y="158"/>
                  </a:lnTo>
                  <a:lnTo>
                    <a:pt x="203" y="194"/>
                  </a:lnTo>
                  <a:lnTo>
                    <a:pt x="242" y="233"/>
                  </a:lnTo>
                  <a:lnTo>
                    <a:pt x="284" y="274"/>
                  </a:lnTo>
                  <a:lnTo>
                    <a:pt x="328" y="316"/>
                  </a:lnTo>
                  <a:lnTo>
                    <a:pt x="375" y="360"/>
                  </a:lnTo>
                  <a:lnTo>
                    <a:pt x="423" y="403"/>
                  </a:lnTo>
                  <a:lnTo>
                    <a:pt x="471" y="447"/>
                  </a:lnTo>
                  <a:lnTo>
                    <a:pt x="521" y="490"/>
                  </a:lnTo>
                  <a:lnTo>
                    <a:pt x="569" y="530"/>
                  </a:lnTo>
                  <a:lnTo>
                    <a:pt x="617" y="570"/>
                  </a:lnTo>
                  <a:lnTo>
                    <a:pt x="663" y="605"/>
                  </a:lnTo>
                  <a:lnTo>
                    <a:pt x="708" y="638"/>
                  </a:lnTo>
                  <a:lnTo>
                    <a:pt x="748" y="666"/>
                  </a:lnTo>
                  <a:lnTo>
                    <a:pt x="781" y="689"/>
                  </a:lnTo>
                  <a:lnTo>
                    <a:pt x="815" y="714"/>
                  </a:lnTo>
                  <a:lnTo>
                    <a:pt x="847" y="740"/>
                  </a:lnTo>
                  <a:lnTo>
                    <a:pt x="879" y="767"/>
                  </a:lnTo>
                  <a:lnTo>
                    <a:pt x="912" y="795"/>
                  </a:lnTo>
                  <a:lnTo>
                    <a:pt x="942" y="824"/>
                  </a:lnTo>
                  <a:lnTo>
                    <a:pt x="972" y="854"/>
                  </a:lnTo>
                  <a:lnTo>
                    <a:pt x="1001" y="884"/>
                  </a:lnTo>
                  <a:lnTo>
                    <a:pt x="1028" y="915"/>
                  </a:lnTo>
                  <a:lnTo>
                    <a:pt x="1055" y="945"/>
                  </a:lnTo>
                  <a:lnTo>
                    <a:pt x="1081" y="976"/>
                  </a:lnTo>
                  <a:lnTo>
                    <a:pt x="1105" y="1006"/>
                  </a:lnTo>
                  <a:lnTo>
                    <a:pt x="1128" y="1035"/>
                  </a:lnTo>
                  <a:lnTo>
                    <a:pt x="1150" y="1064"/>
                  </a:lnTo>
                  <a:lnTo>
                    <a:pt x="1169" y="1092"/>
                  </a:lnTo>
                  <a:lnTo>
                    <a:pt x="1188" y="1119"/>
                  </a:lnTo>
                  <a:lnTo>
                    <a:pt x="1203" y="1145"/>
                  </a:lnTo>
                  <a:lnTo>
                    <a:pt x="1218" y="1170"/>
                  </a:lnTo>
                  <a:lnTo>
                    <a:pt x="1230" y="1193"/>
                  </a:lnTo>
                  <a:lnTo>
                    <a:pt x="1241" y="1214"/>
                  </a:lnTo>
                  <a:lnTo>
                    <a:pt x="1248" y="1233"/>
                  </a:lnTo>
                  <a:lnTo>
                    <a:pt x="1254" y="1251"/>
                  </a:lnTo>
                  <a:lnTo>
                    <a:pt x="1257" y="1266"/>
                  </a:lnTo>
                  <a:lnTo>
                    <a:pt x="1258" y="1278"/>
                  </a:lnTo>
                  <a:lnTo>
                    <a:pt x="1257" y="1289"/>
                  </a:lnTo>
                  <a:lnTo>
                    <a:pt x="1253" y="1295"/>
                  </a:lnTo>
                  <a:lnTo>
                    <a:pt x="1246" y="1299"/>
                  </a:lnTo>
                  <a:lnTo>
                    <a:pt x="1236" y="1300"/>
                  </a:lnTo>
                  <a:lnTo>
                    <a:pt x="1223" y="1298"/>
                  </a:lnTo>
                  <a:lnTo>
                    <a:pt x="1207" y="1292"/>
                  </a:lnTo>
                  <a:lnTo>
                    <a:pt x="1188" y="1281"/>
                  </a:lnTo>
                  <a:lnTo>
                    <a:pt x="1166" y="1268"/>
                  </a:lnTo>
                  <a:close/>
                </a:path>
              </a:pathLst>
            </a:custGeom>
            <a:solidFill>
              <a:srgbClr val="ffc4b5"/>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928" name=""/>
            <p:cNvSpPr/>
            <p:nvPr/>
          </p:nvSpPr>
          <p:spPr>
            <a:xfrm flipV="1">
              <a:off x="6178680" y="5464800"/>
              <a:ext cx="122040" cy="132840"/>
            </a:xfrm>
            <a:custGeom>
              <a:avLst/>
              <a:gdLst/>
              <a:ahLst/>
              <a:rect l="l" t="t" r="r" b="b"/>
              <a:pathLst>
                <a:path w="1148" h="1157">
                  <a:moveTo>
                    <a:pt x="1069" y="1117"/>
                  </a:moveTo>
                  <a:lnTo>
                    <a:pt x="1029" y="1084"/>
                  </a:lnTo>
                  <a:lnTo>
                    <a:pt x="991" y="1052"/>
                  </a:lnTo>
                  <a:lnTo>
                    <a:pt x="955" y="1020"/>
                  </a:lnTo>
                  <a:lnTo>
                    <a:pt x="919" y="989"/>
                  </a:lnTo>
                  <a:lnTo>
                    <a:pt x="887" y="960"/>
                  </a:lnTo>
                  <a:lnTo>
                    <a:pt x="856" y="931"/>
                  </a:lnTo>
                  <a:lnTo>
                    <a:pt x="826" y="903"/>
                  </a:lnTo>
                  <a:lnTo>
                    <a:pt x="797" y="876"/>
                  </a:lnTo>
                  <a:lnTo>
                    <a:pt x="768" y="850"/>
                  </a:lnTo>
                  <a:lnTo>
                    <a:pt x="742" y="825"/>
                  </a:lnTo>
                  <a:lnTo>
                    <a:pt x="716" y="800"/>
                  </a:lnTo>
                  <a:lnTo>
                    <a:pt x="690" y="778"/>
                  </a:lnTo>
                  <a:lnTo>
                    <a:pt x="666" y="755"/>
                  </a:lnTo>
                  <a:lnTo>
                    <a:pt x="641" y="732"/>
                  </a:lnTo>
                  <a:lnTo>
                    <a:pt x="617" y="711"/>
                  </a:lnTo>
                  <a:lnTo>
                    <a:pt x="593" y="690"/>
                  </a:lnTo>
                  <a:lnTo>
                    <a:pt x="565" y="666"/>
                  </a:lnTo>
                  <a:lnTo>
                    <a:pt x="536" y="641"/>
                  </a:lnTo>
                  <a:lnTo>
                    <a:pt x="506" y="614"/>
                  </a:lnTo>
                  <a:lnTo>
                    <a:pt x="474" y="586"/>
                  </a:lnTo>
                  <a:lnTo>
                    <a:pt x="441" y="557"/>
                  </a:lnTo>
                  <a:lnTo>
                    <a:pt x="409" y="526"/>
                  </a:lnTo>
                  <a:lnTo>
                    <a:pt x="376" y="494"/>
                  </a:lnTo>
                  <a:lnTo>
                    <a:pt x="341" y="462"/>
                  </a:lnTo>
                  <a:lnTo>
                    <a:pt x="308" y="428"/>
                  </a:lnTo>
                  <a:lnTo>
                    <a:pt x="274" y="394"/>
                  </a:lnTo>
                  <a:lnTo>
                    <a:pt x="240" y="359"/>
                  </a:lnTo>
                  <a:lnTo>
                    <a:pt x="207" y="324"/>
                  </a:lnTo>
                  <a:lnTo>
                    <a:pt x="175" y="288"/>
                  </a:lnTo>
                  <a:lnTo>
                    <a:pt x="144" y="252"/>
                  </a:lnTo>
                  <a:lnTo>
                    <a:pt x="113" y="217"/>
                  </a:lnTo>
                  <a:lnTo>
                    <a:pt x="84" y="180"/>
                  </a:lnTo>
                  <a:lnTo>
                    <a:pt x="65" y="154"/>
                  </a:lnTo>
                  <a:lnTo>
                    <a:pt x="48" y="128"/>
                  </a:lnTo>
                  <a:lnTo>
                    <a:pt x="34" y="104"/>
                  </a:lnTo>
                  <a:lnTo>
                    <a:pt x="22" y="82"/>
                  </a:lnTo>
                  <a:lnTo>
                    <a:pt x="12" y="61"/>
                  </a:lnTo>
                  <a:lnTo>
                    <a:pt x="5" y="43"/>
                  </a:lnTo>
                  <a:lnTo>
                    <a:pt x="1" y="27"/>
                  </a:lnTo>
                  <a:lnTo>
                    <a:pt x="0" y="15"/>
                  </a:lnTo>
                  <a:lnTo>
                    <a:pt x="1" y="7"/>
                  </a:lnTo>
                  <a:lnTo>
                    <a:pt x="6" y="2"/>
                  </a:lnTo>
                  <a:lnTo>
                    <a:pt x="13" y="0"/>
                  </a:lnTo>
                  <a:lnTo>
                    <a:pt x="24" y="6"/>
                  </a:lnTo>
                  <a:lnTo>
                    <a:pt x="36" y="15"/>
                  </a:lnTo>
                  <a:lnTo>
                    <a:pt x="53" y="30"/>
                  </a:lnTo>
                  <a:lnTo>
                    <a:pt x="74" y="50"/>
                  </a:lnTo>
                  <a:lnTo>
                    <a:pt x="97" y="77"/>
                  </a:lnTo>
                  <a:lnTo>
                    <a:pt x="115" y="98"/>
                  </a:lnTo>
                  <a:lnTo>
                    <a:pt x="139" y="124"/>
                  </a:lnTo>
                  <a:lnTo>
                    <a:pt x="166" y="152"/>
                  </a:lnTo>
                  <a:lnTo>
                    <a:pt x="199" y="184"/>
                  </a:lnTo>
                  <a:lnTo>
                    <a:pt x="233" y="218"/>
                  </a:lnTo>
                  <a:lnTo>
                    <a:pt x="271" y="254"/>
                  </a:lnTo>
                  <a:lnTo>
                    <a:pt x="311" y="290"/>
                  </a:lnTo>
                  <a:lnTo>
                    <a:pt x="353" y="329"/>
                  </a:lnTo>
                  <a:lnTo>
                    <a:pt x="396" y="367"/>
                  </a:lnTo>
                  <a:lnTo>
                    <a:pt x="438" y="405"/>
                  </a:lnTo>
                  <a:lnTo>
                    <a:pt x="482" y="442"/>
                  </a:lnTo>
                  <a:lnTo>
                    <a:pt x="526" y="478"/>
                  </a:lnTo>
                  <a:lnTo>
                    <a:pt x="568" y="513"/>
                  </a:lnTo>
                  <a:lnTo>
                    <a:pt x="610" y="545"/>
                  </a:lnTo>
                  <a:lnTo>
                    <a:pt x="649" y="575"/>
                  </a:lnTo>
                  <a:lnTo>
                    <a:pt x="686" y="601"/>
                  </a:lnTo>
                  <a:lnTo>
                    <a:pt x="717" y="623"/>
                  </a:lnTo>
                  <a:lnTo>
                    <a:pt x="749" y="647"/>
                  </a:lnTo>
                  <a:lnTo>
                    <a:pt x="779" y="672"/>
                  </a:lnTo>
                  <a:lnTo>
                    <a:pt x="808" y="697"/>
                  </a:lnTo>
                  <a:lnTo>
                    <a:pt x="837" y="723"/>
                  </a:lnTo>
                  <a:lnTo>
                    <a:pt x="865" y="750"/>
                  </a:lnTo>
                  <a:lnTo>
                    <a:pt x="892" y="777"/>
                  </a:lnTo>
                  <a:lnTo>
                    <a:pt x="918" y="804"/>
                  </a:lnTo>
                  <a:lnTo>
                    <a:pt x="943" y="831"/>
                  </a:lnTo>
                  <a:lnTo>
                    <a:pt x="967" y="859"/>
                  </a:lnTo>
                  <a:lnTo>
                    <a:pt x="990" y="886"/>
                  </a:lnTo>
                  <a:lnTo>
                    <a:pt x="1012" y="912"/>
                  </a:lnTo>
                  <a:lnTo>
                    <a:pt x="1032" y="938"/>
                  </a:lnTo>
                  <a:lnTo>
                    <a:pt x="1052" y="964"/>
                  </a:lnTo>
                  <a:lnTo>
                    <a:pt x="1068" y="988"/>
                  </a:lnTo>
                  <a:lnTo>
                    <a:pt x="1085" y="1011"/>
                  </a:lnTo>
                  <a:lnTo>
                    <a:pt x="1099" y="1034"/>
                  </a:lnTo>
                  <a:lnTo>
                    <a:pt x="1112" y="1055"/>
                  </a:lnTo>
                  <a:lnTo>
                    <a:pt x="1123" y="1074"/>
                  </a:lnTo>
                  <a:lnTo>
                    <a:pt x="1132" y="1092"/>
                  </a:lnTo>
                  <a:lnTo>
                    <a:pt x="1139" y="1108"/>
                  </a:lnTo>
                  <a:lnTo>
                    <a:pt x="1143" y="1121"/>
                  </a:lnTo>
                  <a:lnTo>
                    <a:pt x="1147" y="1134"/>
                  </a:lnTo>
                  <a:lnTo>
                    <a:pt x="1148" y="1143"/>
                  </a:lnTo>
                  <a:lnTo>
                    <a:pt x="1147" y="1151"/>
                  </a:lnTo>
                  <a:lnTo>
                    <a:pt x="1143" y="1155"/>
                  </a:lnTo>
                  <a:lnTo>
                    <a:pt x="1137" y="1157"/>
                  </a:lnTo>
                  <a:lnTo>
                    <a:pt x="1129" y="1155"/>
                  </a:lnTo>
                  <a:lnTo>
                    <a:pt x="1117" y="1151"/>
                  </a:lnTo>
                  <a:lnTo>
                    <a:pt x="1105" y="1143"/>
                  </a:lnTo>
                  <a:lnTo>
                    <a:pt x="1088" y="1132"/>
                  </a:lnTo>
                  <a:lnTo>
                    <a:pt x="1069" y="1117"/>
                  </a:lnTo>
                  <a:close/>
                </a:path>
              </a:pathLst>
            </a:custGeom>
            <a:solidFill>
              <a:srgbClr val="ffc7bd"/>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929" name=""/>
            <p:cNvSpPr/>
            <p:nvPr/>
          </p:nvSpPr>
          <p:spPr>
            <a:xfrm flipV="1">
              <a:off x="6184800" y="5472720"/>
              <a:ext cx="111240" cy="117000"/>
            </a:xfrm>
            <a:custGeom>
              <a:avLst/>
              <a:gdLst/>
              <a:ahLst/>
              <a:rect l="l" t="t" r="r" b="b"/>
              <a:pathLst>
                <a:path w="1039" h="1017">
                  <a:moveTo>
                    <a:pt x="100" y="83"/>
                  </a:moveTo>
                  <a:lnTo>
                    <a:pt x="119" y="101"/>
                  </a:lnTo>
                  <a:lnTo>
                    <a:pt x="141" y="124"/>
                  </a:lnTo>
                  <a:lnTo>
                    <a:pt x="167" y="149"/>
                  </a:lnTo>
                  <a:lnTo>
                    <a:pt x="195" y="176"/>
                  </a:lnTo>
                  <a:lnTo>
                    <a:pt x="226" y="205"/>
                  </a:lnTo>
                  <a:lnTo>
                    <a:pt x="260" y="236"/>
                  </a:lnTo>
                  <a:lnTo>
                    <a:pt x="295" y="269"/>
                  </a:lnTo>
                  <a:lnTo>
                    <a:pt x="333" y="301"/>
                  </a:lnTo>
                  <a:lnTo>
                    <a:pt x="370" y="334"/>
                  </a:lnTo>
                  <a:lnTo>
                    <a:pt x="408" y="366"/>
                  </a:lnTo>
                  <a:lnTo>
                    <a:pt x="446" y="398"/>
                  </a:lnTo>
                  <a:lnTo>
                    <a:pt x="485" y="431"/>
                  </a:lnTo>
                  <a:lnTo>
                    <a:pt x="522" y="461"/>
                  </a:lnTo>
                  <a:lnTo>
                    <a:pt x="559" y="489"/>
                  </a:lnTo>
                  <a:lnTo>
                    <a:pt x="593" y="516"/>
                  </a:lnTo>
                  <a:lnTo>
                    <a:pt x="626" y="540"/>
                  </a:lnTo>
                  <a:lnTo>
                    <a:pt x="684" y="583"/>
                  </a:lnTo>
                  <a:lnTo>
                    <a:pt x="739" y="629"/>
                  </a:lnTo>
                  <a:lnTo>
                    <a:pt x="790" y="678"/>
                  </a:lnTo>
                  <a:lnTo>
                    <a:pt x="838" y="727"/>
                  </a:lnTo>
                  <a:lnTo>
                    <a:pt x="881" y="775"/>
                  </a:lnTo>
                  <a:lnTo>
                    <a:pt x="921" y="821"/>
                  </a:lnTo>
                  <a:lnTo>
                    <a:pt x="955" y="866"/>
                  </a:lnTo>
                  <a:lnTo>
                    <a:pt x="985" y="906"/>
                  </a:lnTo>
                  <a:lnTo>
                    <a:pt x="1007" y="943"/>
                  </a:lnTo>
                  <a:lnTo>
                    <a:pt x="1025" y="973"/>
                  </a:lnTo>
                  <a:lnTo>
                    <a:pt x="1036" y="996"/>
                  </a:lnTo>
                  <a:lnTo>
                    <a:pt x="1039" y="1011"/>
                  </a:lnTo>
                  <a:lnTo>
                    <a:pt x="1034" y="1017"/>
                  </a:lnTo>
                  <a:lnTo>
                    <a:pt x="1023" y="1013"/>
                  </a:lnTo>
                  <a:lnTo>
                    <a:pt x="1003" y="998"/>
                  </a:lnTo>
                  <a:lnTo>
                    <a:pt x="974" y="970"/>
                  </a:lnTo>
                  <a:lnTo>
                    <a:pt x="941" y="936"/>
                  </a:lnTo>
                  <a:lnTo>
                    <a:pt x="910" y="903"/>
                  </a:lnTo>
                  <a:lnTo>
                    <a:pt x="879" y="874"/>
                  </a:lnTo>
                  <a:lnTo>
                    <a:pt x="851" y="846"/>
                  </a:lnTo>
                  <a:lnTo>
                    <a:pt x="825" y="821"/>
                  </a:lnTo>
                  <a:lnTo>
                    <a:pt x="799" y="797"/>
                  </a:lnTo>
                  <a:lnTo>
                    <a:pt x="775" y="775"/>
                  </a:lnTo>
                  <a:lnTo>
                    <a:pt x="752" y="753"/>
                  </a:lnTo>
                  <a:lnTo>
                    <a:pt x="729" y="733"/>
                  </a:lnTo>
                  <a:lnTo>
                    <a:pt x="707" y="713"/>
                  </a:lnTo>
                  <a:lnTo>
                    <a:pt x="686" y="695"/>
                  </a:lnTo>
                  <a:lnTo>
                    <a:pt x="665" y="677"/>
                  </a:lnTo>
                  <a:lnTo>
                    <a:pt x="644" y="659"/>
                  </a:lnTo>
                  <a:lnTo>
                    <a:pt x="623" y="642"/>
                  </a:lnTo>
                  <a:lnTo>
                    <a:pt x="602" y="624"/>
                  </a:lnTo>
                  <a:lnTo>
                    <a:pt x="580" y="606"/>
                  </a:lnTo>
                  <a:lnTo>
                    <a:pt x="554" y="584"/>
                  </a:lnTo>
                  <a:lnTo>
                    <a:pt x="526" y="562"/>
                  </a:lnTo>
                  <a:lnTo>
                    <a:pt x="497" y="537"/>
                  </a:lnTo>
                  <a:lnTo>
                    <a:pt x="467" y="511"/>
                  </a:lnTo>
                  <a:lnTo>
                    <a:pt x="437" y="484"/>
                  </a:lnTo>
                  <a:lnTo>
                    <a:pt x="404" y="455"/>
                  </a:lnTo>
                  <a:lnTo>
                    <a:pt x="372" y="425"/>
                  </a:lnTo>
                  <a:lnTo>
                    <a:pt x="339" y="394"/>
                  </a:lnTo>
                  <a:lnTo>
                    <a:pt x="305" y="363"/>
                  </a:lnTo>
                  <a:lnTo>
                    <a:pt x="272" y="331"/>
                  </a:lnTo>
                  <a:lnTo>
                    <a:pt x="239" y="298"/>
                  </a:lnTo>
                  <a:lnTo>
                    <a:pt x="205" y="263"/>
                  </a:lnTo>
                  <a:lnTo>
                    <a:pt x="173" y="229"/>
                  </a:lnTo>
                  <a:lnTo>
                    <a:pt x="140" y="194"/>
                  </a:lnTo>
                  <a:lnTo>
                    <a:pt x="109" y="158"/>
                  </a:lnTo>
                  <a:lnTo>
                    <a:pt x="77" y="122"/>
                  </a:lnTo>
                  <a:lnTo>
                    <a:pt x="58" y="98"/>
                  </a:lnTo>
                  <a:lnTo>
                    <a:pt x="42" y="77"/>
                  </a:lnTo>
                  <a:lnTo>
                    <a:pt x="27" y="58"/>
                  </a:lnTo>
                  <a:lnTo>
                    <a:pt x="17" y="41"/>
                  </a:lnTo>
                  <a:lnTo>
                    <a:pt x="9" y="28"/>
                  </a:lnTo>
                  <a:lnTo>
                    <a:pt x="3" y="16"/>
                  </a:lnTo>
                  <a:lnTo>
                    <a:pt x="0" y="8"/>
                  </a:lnTo>
                  <a:lnTo>
                    <a:pt x="0" y="3"/>
                  </a:lnTo>
                  <a:lnTo>
                    <a:pt x="3" y="0"/>
                  </a:lnTo>
                  <a:lnTo>
                    <a:pt x="9" y="1"/>
                  </a:lnTo>
                  <a:lnTo>
                    <a:pt x="17" y="6"/>
                  </a:lnTo>
                  <a:lnTo>
                    <a:pt x="28" y="13"/>
                  </a:lnTo>
                  <a:lnTo>
                    <a:pt x="42" y="24"/>
                  </a:lnTo>
                  <a:lnTo>
                    <a:pt x="59" y="40"/>
                  </a:lnTo>
                  <a:lnTo>
                    <a:pt x="78" y="60"/>
                  </a:lnTo>
                  <a:lnTo>
                    <a:pt x="100" y="83"/>
                  </a:lnTo>
                  <a:close/>
                </a:path>
              </a:pathLst>
            </a:custGeom>
            <a:solidFill>
              <a:srgbClr val="ffc7c4"/>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7930" name=""/>
            <p:cNvSpPr/>
            <p:nvPr/>
          </p:nvSpPr>
          <p:spPr>
            <a:xfrm flipV="1">
              <a:off x="6234120" y="5476680"/>
              <a:ext cx="57240" cy="36000"/>
            </a:xfrm>
            <a:custGeom>
              <a:avLst/>
              <a:gdLst/>
              <a:ahLst/>
              <a:rect l="l" t="t" r="r" b="b"/>
              <a:pathLst>
                <a:path w="558" h="315">
                  <a:moveTo>
                    <a:pt x="558" y="0"/>
                  </a:moveTo>
                  <a:lnTo>
                    <a:pt x="558" y="0"/>
                  </a:lnTo>
                  <a:lnTo>
                    <a:pt x="551" y="3"/>
                  </a:lnTo>
                  <a:lnTo>
                    <a:pt x="535" y="8"/>
                  </a:lnTo>
                  <a:lnTo>
                    <a:pt x="509" y="16"/>
                  </a:lnTo>
                  <a:lnTo>
                    <a:pt x="474" y="26"/>
                  </a:lnTo>
                  <a:lnTo>
                    <a:pt x="434" y="41"/>
                  </a:lnTo>
                  <a:lnTo>
                    <a:pt x="389" y="57"/>
                  </a:lnTo>
                  <a:lnTo>
                    <a:pt x="340" y="76"/>
                  </a:lnTo>
                  <a:lnTo>
                    <a:pt x="289" y="97"/>
                  </a:lnTo>
                  <a:lnTo>
                    <a:pt x="238" y="120"/>
                  </a:lnTo>
                  <a:lnTo>
                    <a:pt x="189" y="144"/>
                  </a:lnTo>
                  <a:lnTo>
                    <a:pt x="142" y="170"/>
                  </a:lnTo>
                  <a:lnTo>
                    <a:pt x="99" y="197"/>
                  </a:lnTo>
                  <a:lnTo>
                    <a:pt x="62" y="226"/>
                  </a:lnTo>
                  <a:lnTo>
                    <a:pt x="32" y="255"/>
                  </a:lnTo>
                  <a:lnTo>
                    <a:pt x="11" y="285"/>
                  </a:lnTo>
                  <a:lnTo>
                    <a:pt x="0" y="315"/>
                  </a:lnTo>
                </a:path>
              </a:pathLst>
            </a:custGeom>
            <a:noFill/>
            <a:ln w="0">
              <a:solidFill>
                <a:srgbClr val="ffbf99"/>
              </a:solidFill>
            </a:ln>
          </p:spPr>
          <p:style>
            <a:lnRef idx="0"/>
            <a:fillRef idx="0"/>
            <a:effectRef idx="0"/>
            <a:fontRef idx="minor"/>
          </p:style>
          <p:txBody>
            <a:bodyPr lIns="90000" rIns="90000" tIns="-10800" bIns="-10800" anchor="t">
              <a:noAutofit/>
            </a:bodyPr>
            <a:p>
              <a:endParaRPr b="0" lang="en-US" sz="2400" spc="-1" strike="noStrike">
                <a:solidFill>
                  <a:srgbClr val="000000"/>
                </a:solidFill>
                <a:latin typeface="Times New Roman"/>
              </a:endParaRPr>
            </a:p>
          </p:txBody>
        </p:sp>
        <p:sp>
          <p:nvSpPr>
            <p:cNvPr id="7931" name=""/>
            <p:cNvSpPr/>
            <p:nvPr/>
          </p:nvSpPr>
          <p:spPr>
            <a:xfrm flipV="1">
              <a:off x="6192720" y="5511600"/>
              <a:ext cx="58680" cy="36000"/>
            </a:xfrm>
            <a:custGeom>
              <a:avLst/>
              <a:gdLst/>
              <a:ahLst/>
              <a:rect l="l" t="t" r="r" b="b"/>
              <a:pathLst>
                <a:path w="557" h="315">
                  <a:moveTo>
                    <a:pt x="557" y="0"/>
                  </a:moveTo>
                  <a:lnTo>
                    <a:pt x="557" y="0"/>
                  </a:lnTo>
                  <a:lnTo>
                    <a:pt x="551" y="2"/>
                  </a:lnTo>
                  <a:lnTo>
                    <a:pt x="534" y="7"/>
                  </a:lnTo>
                  <a:lnTo>
                    <a:pt x="508" y="16"/>
                  </a:lnTo>
                  <a:lnTo>
                    <a:pt x="474" y="26"/>
                  </a:lnTo>
                  <a:lnTo>
                    <a:pt x="433" y="41"/>
                  </a:lnTo>
                  <a:lnTo>
                    <a:pt x="388" y="56"/>
                  </a:lnTo>
                  <a:lnTo>
                    <a:pt x="339" y="76"/>
                  </a:lnTo>
                  <a:lnTo>
                    <a:pt x="288" y="97"/>
                  </a:lnTo>
                  <a:lnTo>
                    <a:pt x="237" y="120"/>
                  </a:lnTo>
                  <a:lnTo>
                    <a:pt x="188" y="143"/>
                  </a:lnTo>
                  <a:lnTo>
                    <a:pt x="141" y="169"/>
                  </a:lnTo>
                  <a:lnTo>
                    <a:pt x="99" y="196"/>
                  </a:lnTo>
                  <a:lnTo>
                    <a:pt x="61" y="226"/>
                  </a:lnTo>
                  <a:lnTo>
                    <a:pt x="31" y="255"/>
                  </a:lnTo>
                  <a:lnTo>
                    <a:pt x="10" y="285"/>
                  </a:lnTo>
                  <a:lnTo>
                    <a:pt x="0" y="315"/>
                  </a:lnTo>
                </a:path>
              </a:pathLst>
            </a:custGeom>
            <a:noFill/>
            <a:ln w="0">
              <a:solidFill>
                <a:srgbClr val="ffbf99"/>
              </a:solidFill>
            </a:ln>
          </p:spPr>
          <p:style>
            <a:lnRef idx="0"/>
            <a:fillRef idx="0"/>
            <a:effectRef idx="0"/>
            <a:fontRef idx="minor"/>
          </p:style>
          <p:txBody>
            <a:bodyPr lIns="90000" rIns="90000" tIns="-10800" bIns="-10800" anchor="t">
              <a:noAutofit/>
            </a:bodyPr>
            <a:p>
              <a:endParaRPr b="0" lang="en-US" sz="2400" spc="-1" strike="noStrike">
                <a:solidFill>
                  <a:srgbClr val="000000"/>
                </a:solidFill>
                <a:latin typeface="Times New Roman"/>
              </a:endParaRPr>
            </a:p>
          </p:txBody>
        </p:sp>
        <p:sp>
          <p:nvSpPr>
            <p:cNvPr id="7932" name=""/>
            <p:cNvSpPr/>
            <p:nvPr/>
          </p:nvSpPr>
          <p:spPr>
            <a:xfrm flipV="1">
              <a:off x="6173640" y="5528160"/>
              <a:ext cx="59040" cy="37800"/>
            </a:xfrm>
            <a:custGeom>
              <a:avLst/>
              <a:gdLst/>
              <a:ahLst/>
              <a:rect l="l" t="t" r="r" b="b"/>
              <a:pathLst>
                <a:path w="556" h="314">
                  <a:moveTo>
                    <a:pt x="556" y="0"/>
                  </a:moveTo>
                  <a:lnTo>
                    <a:pt x="556" y="0"/>
                  </a:lnTo>
                  <a:lnTo>
                    <a:pt x="550" y="2"/>
                  </a:lnTo>
                  <a:lnTo>
                    <a:pt x="533" y="7"/>
                  </a:lnTo>
                  <a:lnTo>
                    <a:pt x="507" y="15"/>
                  </a:lnTo>
                  <a:lnTo>
                    <a:pt x="473" y="26"/>
                  </a:lnTo>
                  <a:lnTo>
                    <a:pt x="432" y="40"/>
                  </a:lnTo>
                  <a:lnTo>
                    <a:pt x="387" y="56"/>
                  </a:lnTo>
                  <a:lnTo>
                    <a:pt x="338" y="75"/>
                  </a:lnTo>
                  <a:lnTo>
                    <a:pt x="288" y="96"/>
                  </a:lnTo>
                  <a:lnTo>
                    <a:pt x="237" y="119"/>
                  </a:lnTo>
                  <a:lnTo>
                    <a:pt x="187" y="143"/>
                  </a:lnTo>
                  <a:lnTo>
                    <a:pt x="140" y="169"/>
                  </a:lnTo>
                  <a:lnTo>
                    <a:pt x="98" y="197"/>
                  </a:lnTo>
                  <a:lnTo>
                    <a:pt x="61" y="225"/>
                  </a:lnTo>
                  <a:lnTo>
                    <a:pt x="31" y="254"/>
                  </a:lnTo>
                  <a:lnTo>
                    <a:pt x="10" y="284"/>
                  </a:lnTo>
                  <a:lnTo>
                    <a:pt x="0" y="314"/>
                  </a:lnTo>
                </a:path>
              </a:pathLst>
            </a:custGeom>
            <a:noFill/>
            <a:ln w="0">
              <a:solidFill>
                <a:srgbClr val="ffbf99"/>
              </a:solidFill>
            </a:ln>
          </p:spPr>
          <p:style>
            <a:lnRef idx="0"/>
            <a:fillRef idx="0"/>
            <a:effectRef idx="0"/>
            <a:fontRef idx="minor"/>
          </p:style>
          <p:txBody>
            <a:bodyPr lIns="90000" rIns="90000" tIns="-9000" bIns="-9000" anchor="t">
              <a:noAutofit/>
            </a:bodyPr>
            <a:p>
              <a:endParaRPr b="0" lang="en-US" sz="2400" spc="-1" strike="noStrike">
                <a:solidFill>
                  <a:srgbClr val="000000"/>
                </a:solidFill>
                <a:latin typeface="Times New Roman"/>
              </a:endParaRPr>
            </a:p>
          </p:txBody>
        </p:sp>
        <p:sp>
          <p:nvSpPr>
            <p:cNvPr id="7933" name=""/>
            <p:cNvSpPr/>
            <p:nvPr/>
          </p:nvSpPr>
          <p:spPr>
            <a:xfrm flipV="1">
              <a:off x="6188040" y="5532840"/>
              <a:ext cx="19080" cy="52200"/>
            </a:xfrm>
            <a:custGeom>
              <a:avLst/>
              <a:gdLst/>
              <a:ahLst/>
              <a:rect l="l" t="t" r="r" b="b"/>
              <a:pathLst>
                <a:path w="177" h="465">
                  <a:moveTo>
                    <a:pt x="177" y="0"/>
                  </a:moveTo>
                  <a:lnTo>
                    <a:pt x="177" y="0"/>
                  </a:lnTo>
                  <a:lnTo>
                    <a:pt x="176" y="4"/>
                  </a:lnTo>
                  <a:lnTo>
                    <a:pt x="174" y="14"/>
                  </a:lnTo>
                  <a:lnTo>
                    <a:pt x="170" y="32"/>
                  </a:lnTo>
                  <a:lnTo>
                    <a:pt x="165" y="55"/>
                  </a:lnTo>
                  <a:lnTo>
                    <a:pt x="158" y="82"/>
                  </a:lnTo>
                  <a:lnTo>
                    <a:pt x="150" y="114"/>
                  </a:lnTo>
                  <a:lnTo>
                    <a:pt x="140" y="148"/>
                  </a:lnTo>
                  <a:lnTo>
                    <a:pt x="129" y="184"/>
                  </a:lnTo>
                  <a:lnTo>
                    <a:pt x="117" y="223"/>
                  </a:lnTo>
                  <a:lnTo>
                    <a:pt x="103" y="262"/>
                  </a:lnTo>
                  <a:lnTo>
                    <a:pt x="90" y="301"/>
                  </a:lnTo>
                  <a:lnTo>
                    <a:pt x="73" y="339"/>
                  </a:lnTo>
                  <a:lnTo>
                    <a:pt x="56" y="375"/>
                  </a:lnTo>
                  <a:lnTo>
                    <a:pt x="39" y="409"/>
                  </a:lnTo>
                  <a:lnTo>
                    <a:pt x="20" y="439"/>
                  </a:lnTo>
                  <a:lnTo>
                    <a:pt x="0" y="465"/>
                  </a:lnTo>
                </a:path>
              </a:pathLst>
            </a:custGeom>
            <a:noFill/>
            <a:ln w="0">
              <a:solidFill>
                <a:srgbClr val="ffbf99"/>
              </a:solidFill>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7934" name=""/>
            <p:cNvSpPr/>
            <p:nvPr/>
          </p:nvSpPr>
          <p:spPr>
            <a:xfrm flipV="1">
              <a:off x="6205680" y="5515560"/>
              <a:ext cx="18720" cy="53640"/>
            </a:xfrm>
            <a:custGeom>
              <a:avLst/>
              <a:gdLst/>
              <a:ahLst/>
              <a:rect l="l" t="t" r="r" b="b"/>
              <a:pathLst>
                <a:path w="176" h="465">
                  <a:moveTo>
                    <a:pt x="176" y="0"/>
                  </a:moveTo>
                  <a:lnTo>
                    <a:pt x="176" y="0"/>
                  </a:lnTo>
                  <a:lnTo>
                    <a:pt x="175" y="4"/>
                  </a:lnTo>
                  <a:lnTo>
                    <a:pt x="173" y="14"/>
                  </a:lnTo>
                  <a:lnTo>
                    <a:pt x="168" y="32"/>
                  </a:lnTo>
                  <a:lnTo>
                    <a:pt x="163" y="55"/>
                  </a:lnTo>
                  <a:lnTo>
                    <a:pt x="157" y="82"/>
                  </a:lnTo>
                  <a:lnTo>
                    <a:pt x="149" y="114"/>
                  </a:lnTo>
                  <a:lnTo>
                    <a:pt x="139" y="148"/>
                  </a:lnTo>
                  <a:lnTo>
                    <a:pt x="129" y="185"/>
                  </a:lnTo>
                  <a:lnTo>
                    <a:pt x="116" y="223"/>
                  </a:lnTo>
                  <a:lnTo>
                    <a:pt x="103" y="263"/>
                  </a:lnTo>
                  <a:lnTo>
                    <a:pt x="88" y="301"/>
                  </a:lnTo>
                  <a:lnTo>
                    <a:pt x="73" y="340"/>
                  </a:lnTo>
                  <a:lnTo>
                    <a:pt x="56" y="375"/>
                  </a:lnTo>
                  <a:lnTo>
                    <a:pt x="38" y="409"/>
                  </a:lnTo>
                  <a:lnTo>
                    <a:pt x="19" y="439"/>
                  </a:lnTo>
                  <a:lnTo>
                    <a:pt x="0" y="465"/>
                  </a:lnTo>
                </a:path>
              </a:pathLst>
            </a:custGeom>
            <a:noFill/>
            <a:ln w="0">
              <a:solidFill>
                <a:srgbClr val="ffbf99"/>
              </a:solidFill>
            </a:ln>
          </p:spPr>
          <p:style>
            <a:lnRef idx="0"/>
            <a:fillRef idx="0"/>
            <a:effectRef idx="0"/>
            <a:fontRef idx="minor"/>
          </p:style>
          <p:txBody>
            <a:bodyPr lIns="90000" rIns="90000" tIns="6840" bIns="6840" anchor="t">
              <a:noAutofit/>
            </a:bodyPr>
            <a:p>
              <a:endParaRPr b="0" lang="en-US" sz="2400" spc="-1" strike="noStrike">
                <a:solidFill>
                  <a:srgbClr val="000000"/>
                </a:solidFill>
                <a:latin typeface="Times New Roman"/>
              </a:endParaRPr>
            </a:p>
          </p:txBody>
        </p:sp>
        <p:sp>
          <p:nvSpPr>
            <p:cNvPr id="7935" name=""/>
            <p:cNvSpPr/>
            <p:nvPr/>
          </p:nvSpPr>
          <p:spPr>
            <a:xfrm flipV="1">
              <a:off x="6234120" y="5490000"/>
              <a:ext cx="19080" cy="53640"/>
            </a:xfrm>
            <a:custGeom>
              <a:avLst/>
              <a:gdLst/>
              <a:ahLst/>
              <a:rect l="l" t="t" r="r" b="b"/>
              <a:pathLst>
                <a:path w="177" h="466">
                  <a:moveTo>
                    <a:pt x="177" y="0"/>
                  </a:moveTo>
                  <a:lnTo>
                    <a:pt x="177" y="0"/>
                  </a:lnTo>
                  <a:lnTo>
                    <a:pt x="176" y="4"/>
                  </a:lnTo>
                  <a:lnTo>
                    <a:pt x="174" y="15"/>
                  </a:lnTo>
                  <a:lnTo>
                    <a:pt x="169" y="32"/>
                  </a:lnTo>
                  <a:lnTo>
                    <a:pt x="164" y="55"/>
                  </a:lnTo>
                  <a:lnTo>
                    <a:pt x="158" y="82"/>
                  </a:lnTo>
                  <a:lnTo>
                    <a:pt x="150" y="114"/>
                  </a:lnTo>
                  <a:lnTo>
                    <a:pt x="140" y="149"/>
                  </a:lnTo>
                  <a:lnTo>
                    <a:pt x="129" y="185"/>
                  </a:lnTo>
                  <a:lnTo>
                    <a:pt x="117" y="224"/>
                  </a:lnTo>
                  <a:lnTo>
                    <a:pt x="104" y="263"/>
                  </a:lnTo>
                  <a:lnTo>
                    <a:pt x="89" y="301"/>
                  </a:lnTo>
                  <a:lnTo>
                    <a:pt x="74" y="340"/>
                  </a:lnTo>
                  <a:lnTo>
                    <a:pt x="57" y="375"/>
                  </a:lnTo>
                  <a:lnTo>
                    <a:pt x="38" y="410"/>
                  </a:lnTo>
                  <a:lnTo>
                    <a:pt x="19" y="440"/>
                  </a:lnTo>
                  <a:lnTo>
                    <a:pt x="0" y="466"/>
                  </a:lnTo>
                </a:path>
              </a:pathLst>
            </a:custGeom>
            <a:noFill/>
            <a:ln w="0">
              <a:solidFill>
                <a:srgbClr val="ffbf99"/>
              </a:solidFill>
            </a:ln>
          </p:spPr>
          <p:style>
            <a:lnRef idx="0"/>
            <a:fillRef idx="0"/>
            <a:effectRef idx="0"/>
            <a:fontRef idx="minor"/>
          </p:style>
          <p:txBody>
            <a:bodyPr lIns="90000" rIns="90000" tIns="6840" bIns="6840" anchor="t">
              <a:noAutofit/>
            </a:bodyPr>
            <a:p>
              <a:endParaRPr b="0" lang="en-US" sz="2400" spc="-1" strike="noStrike">
                <a:solidFill>
                  <a:srgbClr val="000000"/>
                </a:solidFill>
                <a:latin typeface="Times New Roman"/>
              </a:endParaRPr>
            </a:p>
          </p:txBody>
        </p:sp>
        <p:sp>
          <p:nvSpPr>
            <p:cNvPr id="7936" name=""/>
            <p:cNvSpPr/>
            <p:nvPr/>
          </p:nvSpPr>
          <p:spPr>
            <a:xfrm flipV="1">
              <a:off x="6238800" y="5485320"/>
              <a:ext cx="19080" cy="52200"/>
            </a:xfrm>
            <a:custGeom>
              <a:avLst/>
              <a:gdLst/>
              <a:ahLst/>
              <a:rect l="l" t="t" r="r" b="b"/>
              <a:pathLst>
                <a:path w="176" h="466">
                  <a:moveTo>
                    <a:pt x="176" y="0"/>
                  </a:moveTo>
                  <a:lnTo>
                    <a:pt x="176" y="0"/>
                  </a:lnTo>
                  <a:lnTo>
                    <a:pt x="175" y="4"/>
                  </a:lnTo>
                  <a:lnTo>
                    <a:pt x="173" y="15"/>
                  </a:lnTo>
                  <a:lnTo>
                    <a:pt x="169" y="32"/>
                  </a:lnTo>
                  <a:lnTo>
                    <a:pt x="163" y="55"/>
                  </a:lnTo>
                  <a:lnTo>
                    <a:pt x="157" y="82"/>
                  </a:lnTo>
                  <a:lnTo>
                    <a:pt x="149" y="114"/>
                  </a:lnTo>
                  <a:lnTo>
                    <a:pt x="139" y="149"/>
                  </a:lnTo>
                  <a:lnTo>
                    <a:pt x="129" y="185"/>
                  </a:lnTo>
                  <a:lnTo>
                    <a:pt x="116" y="223"/>
                  </a:lnTo>
                  <a:lnTo>
                    <a:pt x="103" y="263"/>
                  </a:lnTo>
                  <a:lnTo>
                    <a:pt x="88" y="301"/>
                  </a:lnTo>
                  <a:lnTo>
                    <a:pt x="73" y="340"/>
                  </a:lnTo>
                  <a:lnTo>
                    <a:pt x="56" y="376"/>
                  </a:lnTo>
                  <a:lnTo>
                    <a:pt x="38" y="409"/>
                  </a:lnTo>
                  <a:lnTo>
                    <a:pt x="20" y="440"/>
                  </a:lnTo>
                  <a:lnTo>
                    <a:pt x="0" y="466"/>
                  </a:lnTo>
                </a:path>
              </a:pathLst>
            </a:custGeom>
            <a:noFill/>
            <a:ln w="0">
              <a:solidFill>
                <a:srgbClr val="ffbf99"/>
              </a:solidFill>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7937" name=""/>
            <p:cNvSpPr/>
            <p:nvPr/>
          </p:nvSpPr>
          <p:spPr>
            <a:xfrm flipV="1">
              <a:off x="6259680" y="5461560"/>
              <a:ext cx="18720" cy="53640"/>
            </a:xfrm>
            <a:custGeom>
              <a:avLst/>
              <a:gdLst/>
              <a:ahLst/>
              <a:rect l="l" t="t" r="r" b="b"/>
              <a:pathLst>
                <a:path w="177" h="466">
                  <a:moveTo>
                    <a:pt x="177" y="0"/>
                  </a:moveTo>
                  <a:lnTo>
                    <a:pt x="177" y="0"/>
                  </a:lnTo>
                  <a:lnTo>
                    <a:pt x="176" y="5"/>
                  </a:lnTo>
                  <a:lnTo>
                    <a:pt x="174" y="15"/>
                  </a:lnTo>
                  <a:lnTo>
                    <a:pt x="170" y="33"/>
                  </a:lnTo>
                  <a:lnTo>
                    <a:pt x="165" y="56"/>
                  </a:lnTo>
                  <a:lnTo>
                    <a:pt x="159" y="83"/>
                  </a:lnTo>
                  <a:lnTo>
                    <a:pt x="150" y="115"/>
                  </a:lnTo>
                  <a:lnTo>
                    <a:pt x="140" y="149"/>
                  </a:lnTo>
                  <a:lnTo>
                    <a:pt x="129" y="185"/>
                  </a:lnTo>
                  <a:lnTo>
                    <a:pt x="117" y="224"/>
                  </a:lnTo>
                  <a:lnTo>
                    <a:pt x="103" y="263"/>
                  </a:lnTo>
                  <a:lnTo>
                    <a:pt x="90" y="302"/>
                  </a:lnTo>
                  <a:lnTo>
                    <a:pt x="73" y="340"/>
                  </a:lnTo>
                  <a:lnTo>
                    <a:pt x="57" y="376"/>
                  </a:lnTo>
                  <a:lnTo>
                    <a:pt x="39" y="410"/>
                  </a:lnTo>
                  <a:lnTo>
                    <a:pt x="20" y="440"/>
                  </a:lnTo>
                  <a:lnTo>
                    <a:pt x="0" y="466"/>
                  </a:lnTo>
                </a:path>
              </a:pathLst>
            </a:custGeom>
            <a:noFill/>
            <a:ln w="0">
              <a:solidFill>
                <a:srgbClr val="ffbf99"/>
              </a:solidFill>
            </a:ln>
          </p:spPr>
          <p:style>
            <a:lnRef idx="0"/>
            <a:fillRef idx="0"/>
            <a:effectRef idx="0"/>
            <a:fontRef idx="minor"/>
          </p:style>
          <p:txBody>
            <a:bodyPr lIns="90000" rIns="90000" tIns="6840" bIns="6840" anchor="t">
              <a:noAutofit/>
            </a:bodyPr>
            <a:p>
              <a:endParaRPr b="0" lang="en-US" sz="2400" spc="-1" strike="noStrike">
                <a:solidFill>
                  <a:srgbClr val="000000"/>
                </a:solidFill>
                <a:latin typeface="Times New Roman"/>
              </a:endParaRPr>
            </a:p>
          </p:txBody>
        </p:sp>
        <p:sp>
          <p:nvSpPr>
            <p:cNvPr id="7938" name=""/>
            <p:cNvSpPr/>
            <p:nvPr/>
          </p:nvSpPr>
          <p:spPr>
            <a:xfrm flipV="1">
              <a:off x="6283440" y="5441040"/>
              <a:ext cx="19080" cy="55080"/>
            </a:xfrm>
            <a:custGeom>
              <a:avLst/>
              <a:gdLst/>
              <a:ahLst/>
              <a:rect l="l" t="t" r="r" b="b"/>
              <a:pathLst>
                <a:path w="176" h="465">
                  <a:moveTo>
                    <a:pt x="176" y="0"/>
                  </a:moveTo>
                  <a:lnTo>
                    <a:pt x="176" y="0"/>
                  </a:lnTo>
                  <a:lnTo>
                    <a:pt x="175" y="4"/>
                  </a:lnTo>
                  <a:lnTo>
                    <a:pt x="173" y="15"/>
                  </a:lnTo>
                  <a:lnTo>
                    <a:pt x="169" y="32"/>
                  </a:lnTo>
                  <a:lnTo>
                    <a:pt x="164" y="55"/>
                  </a:lnTo>
                  <a:lnTo>
                    <a:pt x="157" y="82"/>
                  </a:lnTo>
                  <a:lnTo>
                    <a:pt x="149" y="114"/>
                  </a:lnTo>
                  <a:lnTo>
                    <a:pt x="140" y="149"/>
                  </a:lnTo>
                  <a:lnTo>
                    <a:pt x="129" y="185"/>
                  </a:lnTo>
                  <a:lnTo>
                    <a:pt x="117" y="223"/>
                  </a:lnTo>
                  <a:lnTo>
                    <a:pt x="103" y="263"/>
                  </a:lnTo>
                  <a:lnTo>
                    <a:pt x="89" y="301"/>
                  </a:lnTo>
                  <a:lnTo>
                    <a:pt x="73" y="340"/>
                  </a:lnTo>
                  <a:lnTo>
                    <a:pt x="56" y="375"/>
                  </a:lnTo>
                  <a:lnTo>
                    <a:pt x="39" y="409"/>
                  </a:lnTo>
                  <a:lnTo>
                    <a:pt x="20" y="439"/>
                  </a:lnTo>
                  <a:lnTo>
                    <a:pt x="0" y="465"/>
                  </a:lnTo>
                </a:path>
              </a:pathLst>
            </a:custGeom>
            <a:noFill/>
            <a:ln w="0">
              <a:solidFill>
                <a:srgbClr val="ffbf99"/>
              </a:solidFill>
            </a:ln>
          </p:spPr>
          <p:style>
            <a:lnRef idx="0"/>
            <a:fillRef idx="0"/>
            <a:effectRef idx="0"/>
            <a:fontRef idx="minor"/>
          </p:style>
          <p:txBody>
            <a:bodyPr lIns="90000" rIns="90000" tIns="8280" bIns="8280" anchor="t">
              <a:noAutofit/>
            </a:bodyPr>
            <a:p>
              <a:endParaRPr b="0" lang="en-US" sz="2400" spc="-1" strike="noStrike">
                <a:solidFill>
                  <a:srgbClr val="000000"/>
                </a:solidFill>
                <a:latin typeface="Times New Roman"/>
              </a:endParaRPr>
            </a:p>
          </p:txBody>
        </p:sp>
        <p:sp>
          <p:nvSpPr>
            <p:cNvPr id="7939" name=""/>
            <p:cNvSpPr/>
            <p:nvPr/>
          </p:nvSpPr>
          <p:spPr>
            <a:xfrm flipV="1">
              <a:off x="6064200" y="5906880"/>
              <a:ext cx="25560" cy="34560"/>
            </a:xfrm>
            <a:custGeom>
              <a:avLst/>
              <a:gdLst/>
              <a:ahLst/>
              <a:rect l="l" t="t" r="r" b="b"/>
              <a:pathLst>
                <a:path w="239" h="307">
                  <a:moveTo>
                    <a:pt x="31" y="104"/>
                  </a:moveTo>
                  <a:lnTo>
                    <a:pt x="38" y="96"/>
                  </a:lnTo>
                  <a:lnTo>
                    <a:pt x="48" y="88"/>
                  </a:lnTo>
                  <a:lnTo>
                    <a:pt x="59" y="80"/>
                  </a:lnTo>
                  <a:lnTo>
                    <a:pt x="71" y="70"/>
                  </a:lnTo>
                  <a:lnTo>
                    <a:pt x="85" y="61"/>
                  </a:lnTo>
                  <a:lnTo>
                    <a:pt x="98" y="53"/>
                  </a:lnTo>
                  <a:lnTo>
                    <a:pt x="113" y="43"/>
                  </a:lnTo>
                  <a:lnTo>
                    <a:pt x="127" y="35"/>
                  </a:lnTo>
                  <a:lnTo>
                    <a:pt x="142" y="28"/>
                  </a:lnTo>
                  <a:lnTo>
                    <a:pt x="157" y="20"/>
                  </a:lnTo>
                  <a:lnTo>
                    <a:pt x="170" y="14"/>
                  </a:lnTo>
                  <a:lnTo>
                    <a:pt x="184" y="9"/>
                  </a:lnTo>
                  <a:lnTo>
                    <a:pt x="195" y="4"/>
                  </a:lnTo>
                  <a:lnTo>
                    <a:pt x="206" y="2"/>
                  </a:lnTo>
                  <a:lnTo>
                    <a:pt x="214" y="0"/>
                  </a:lnTo>
                  <a:lnTo>
                    <a:pt x="221" y="0"/>
                  </a:lnTo>
                  <a:lnTo>
                    <a:pt x="235" y="4"/>
                  </a:lnTo>
                  <a:lnTo>
                    <a:pt x="239" y="10"/>
                  </a:lnTo>
                  <a:lnTo>
                    <a:pt x="236" y="17"/>
                  </a:lnTo>
                  <a:lnTo>
                    <a:pt x="226" y="27"/>
                  </a:lnTo>
                  <a:lnTo>
                    <a:pt x="214" y="37"/>
                  </a:lnTo>
                  <a:lnTo>
                    <a:pt x="199" y="48"/>
                  </a:lnTo>
                  <a:lnTo>
                    <a:pt x="186" y="60"/>
                  </a:lnTo>
                  <a:lnTo>
                    <a:pt x="174" y="72"/>
                  </a:lnTo>
                  <a:lnTo>
                    <a:pt x="158" y="96"/>
                  </a:lnTo>
                  <a:lnTo>
                    <a:pt x="143" y="119"/>
                  </a:lnTo>
                  <a:lnTo>
                    <a:pt x="132" y="141"/>
                  </a:lnTo>
                  <a:lnTo>
                    <a:pt x="122" y="163"/>
                  </a:lnTo>
                  <a:lnTo>
                    <a:pt x="115" y="183"/>
                  </a:lnTo>
                  <a:lnTo>
                    <a:pt x="110" y="203"/>
                  </a:lnTo>
                  <a:lnTo>
                    <a:pt x="106" y="222"/>
                  </a:lnTo>
                  <a:lnTo>
                    <a:pt x="102" y="238"/>
                  </a:lnTo>
                  <a:lnTo>
                    <a:pt x="100" y="254"/>
                  </a:lnTo>
                  <a:lnTo>
                    <a:pt x="99" y="269"/>
                  </a:lnTo>
                  <a:lnTo>
                    <a:pt x="98" y="280"/>
                  </a:lnTo>
                  <a:lnTo>
                    <a:pt x="96" y="290"/>
                  </a:lnTo>
                  <a:lnTo>
                    <a:pt x="95" y="298"/>
                  </a:lnTo>
                  <a:lnTo>
                    <a:pt x="93" y="304"/>
                  </a:lnTo>
                  <a:lnTo>
                    <a:pt x="90" y="307"/>
                  </a:lnTo>
                  <a:lnTo>
                    <a:pt x="86" y="307"/>
                  </a:lnTo>
                  <a:lnTo>
                    <a:pt x="77" y="305"/>
                  </a:lnTo>
                  <a:lnTo>
                    <a:pt x="68" y="300"/>
                  </a:lnTo>
                  <a:lnTo>
                    <a:pt x="59" y="294"/>
                  </a:lnTo>
                  <a:lnTo>
                    <a:pt x="48" y="285"/>
                  </a:lnTo>
                  <a:lnTo>
                    <a:pt x="39" y="275"/>
                  </a:lnTo>
                  <a:lnTo>
                    <a:pt x="30" y="263"/>
                  </a:lnTo>
                  <a:lnTo>
                    <a:pt x="20" y="251"/>
                  </a:lnTo>
                  <a:lnTo>
                    <a:pt x="13" y="236"/>
                  </a:lnTo>
                  <a:lnTo>
                    <a:pt x="7" y="222"/>
                  </a:lnTo>
                  <a:lnTo>
                    <a:pt x="2" y="206"/>
                  </a:lnTo>
                  <a:lnTo>
                    <a:pt x="0" y="190"/>
                  </a:lnTo>
                  <a:lnTo>
                    <a:pt x="0" y="173"/>
                  </a:lnTo>
                  <a:lnTo>
                    <a:pt x="2" y="156"/>
                  </a:lnTo>
                  <a:lnTo>
                    <a:pt x="9" y="139"/>
                  </a:lnTo>
                  <a:lnTo>
                    <a:pt x="18" y="121"/>
                  </a:lnTo>
                  <a:lnTo>
                    <a:pt x="31" y="104"/>
                  </a:lnTo>
                  <a:close/>
                </a:path>
              </a:pathLst>
            </a:custGeom>
            <a:solidFill>
              <a:srgbClr val="ffc7ab"/>
            </a:solidFill>
            <a:ln w="0">
              <a:noFill/>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7940" name=""/>
            <p:cNvSpPr/>
            <p:nvPr/>
          </p:nvSpPr>
          <p:spPr>
            <a:xfrm flipV="1">
              <a:off x="6056280" y="5776560"/>
              <a:ext cx="36360" cy="4320"/>
            </a:xfrm>
            <a:custGeom>
              <a:avLst/>
              <a:gdLst/>
              <a:ahLst/>
              <a:rect l="l" t="t" r="r" b="b"/>
              <a:pathLst>
                <a:path w="338" h="51">
                  <a:moveTo>
                    <a:pt x="328" y="0"/>
                  </a:moveTo>
                  <a:lnTo>
                    <a:pt x="323" y="5"/>
                  </a:lnTo>
                  <a:lnTo>
                    <a:pt x="312" y="11"/>
                  </a:lnTo>
                  <a:lnTo>
                    <a:pt x="295" y="17"/>
                  </a:lnTo>
                  <a:lnTo>
                    <a:pt x="273" y="22"/>
                  </a:lnTo>
                  <a:lnTo>
                    <a:pt x="248" y="26"/>
                  </a:lnTo>
                  <a:lnTo>
                    <a:pt x="220" y="30"/>
                  </a:lnTo>
                  <a:lnTo>
                    <a:pt x="191" y="33"/>
                  </a:lnTo>
                  <a:lnTo>
                    <a:pt x="161" y="35"/>
                  </a:lnTo>
                  <a:lnTo>
                    <a:pt x="131" y="36"/>
                  </a:lnTo>
                  <a:lnTo>
                    <a:pt x="102" y="38"/>
                  </a:lnTo>
                  <a:lnTo>
                    <a:pt x="73" y="39"/>
                  </a:lnTo>
                  <a:lnTo>
                    <a:pt x="50" y="39"/>
                  </a:lnTo>
                  <a:lnTo>
                    <a:pt x="29" y="40"/>
                  </a:lnTo>
                  <a:lnTo>
                    <a:pt x="13" y="40"/>
                  </a:lnTo>
                  <a:lnTo>
                    <a:pt x="3" y="40"/>
                  </a:lnTo>
                  <a:lnTo>
                    <a:pt x="0" y="40"/>
                  </a:lnTo>
                  <a:lnTo>
                    <a:pt x="0" y="51"/>
                  </a:lnTo>
                  <a:lnTo>
                    <a:pt x="3" y="51"/>
                  </a:lnTo>
                  <a:lnTo>
                    <a:pt x="13" y="51"/>
                  </a:lnTo>
                  <a:lnTo>
                    <a:pt x="29" y="51"/>
                  </a:lnTo>
                  <a:lnTo>
                    <a:pt x="50" y="50"/>
                  </a:lnTo>
                  <a:lnTo>
                    <a:pt x="73" y="50"/>
                  </a:lnTo>
                  <a:lnTo>
                    <a:pt x="102" y="49"/>
                  </a:lnTo>
                  <a:lnTo>
                    <a:pt x="131" y="47"/>
                  </a:lnTo>
                  <a:lnTo>
                    <a:pt x="161" y="46"/>
                  </a:lnTo>
                  <a:lnTo>
                    <a:pt x="191" y="44"/>
                  </a:lnTo>
                  <a:lnTo>
                    <a:pt x="222" y="40"/>
                  </a:lnTo>
                  <a:lnTo>
                    <a:pt x="251" y="36"/>
                  </a:lnTo>
                  <a:lnTo>
                    <a:pt x="276" y="32"/>
                  </a:lnTo>
                  <a:lnTo>
                    <a:pt x="297" y="27"/>
                  </a:lnTo>
                  <a:lnTo>
                    <a:pt x="316" y="22"/>
                  </a:lnTo>
                  <a:lnTo>
                    <a:pt x="330" y="13"/>
                  </a:lnTo>
                  <a:lnTo>
                    <a:pt x="338" y="4"/>
                  </a:lnTo>
                  <a:lnTo>
                    <a:pt x="328" y="0"/>
                  </a:lnTo>
                  <a:close/>
                </a:path>
              </a:pathLst>
            </a:custGeom>
            <a:solidFill>
              <a:srgbClr val="732e0d"/>
            </a:solidFill>
            <a:ln w="0">
              <a:no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7941" name=""/>
            <p:cNvSpPr/>
            <p:nvPr/>
          </p:nvSpPr>
          <p:spPr>
            <a:xfrm flipV="1">
              <a:off x="6057720" y="5762160"/>
              <a:ext cx="36720" cy="10800"/>
            </a:xfrm>
            <a:custGeom>
              <a:avLst/>
              <a:gdLst/>
              <a:ahLst/>
              <a:rect l="l" t="t" r="r" b="b"/>
              <a:pathLst>
                <a:path w="328" h="111">
                  <a:moveTo>
                    <a:pt x="324" y="0"/>
                  </a:moveTo>
                  <a:lnTo>
                    <a:pt x="274" y="19"/>
                  </a:lnTo>
                  <a:lnTo>
                    <a:pt x="229" y="35"/>
                  </a:lnTo>
                  <a:lnTo>
                    <a:pt x="189" y="50"/>
                  </a:lnTo>
                  <a:lnTo>
                    <a:pt x="154" y="61"/>
                  </a:lnTo>
                  <a:lnTo>
                    <a:pt x="125" y="72"/>
                  </a:lnTo>
                  <a:lnTo>
                    <a:pt x="99" y="79"/>
                  </a:lnTo>
                  <a:lnTo>
                    <a:pt x="76" y="86"/>
                  </a:lnTo>
                  <a:lnTo>
                    <a:pt x="57" y="90"/>
                  </a:lnTo>
                  <a:lnTo>
                    <a:pt x="41" y="95"/>
                  </a:lnTo>
                  <a:lnTo>
                    <a:pt x="29" y="98"/>
                  </a:lnTo>
                  <a:lnTo>
                    <a:pt x="18" y="99"/>
                  </a:lnTo>
                  <a:lnTo>
                    <a:pt x="11" y="100"/>
                  </a:lnTo>
                  <a:lnTo>
                    <a:pt x="6" y="101"/>
                  </a:lnTo>
                  <a:lnTo>
                    <a:pt x="3" y="101"/>
                  </a:lnTo>
                  <a:lnTo>
                    <a:pt x="2" y="101"/>
                  </a:lnTo>
                  <a:lnTo>
                    <a:pt x="2" y="101"/>
                  </a:lnTo>
                  <a:lnTo>
                    <a:pt x="0" y="111"/>
                  </a:lnTo>
                  <a:lnTo>
                    <a:pt x="2" y="111"/>
                  </a:lnTo>
                  <a:lnTo>
                    <a:pt x="3" y="111"/>
                  </a:lnTo>
                  <a:lnTo>
                    <a:pt x="8" y="111"/>
                  </a:lnTo>
                  <a:lnTo>
                    <a:pt x="13" y="110"/>
                  </a:lnTo>
                  <a:lnTo>
                    <a:pt x="20" y="109"/>
                  </a:lnTo>
                  <a:lnTo>
                    <a:pt x="31" y="108"/>
                  </a:lnTo>
                  <a:lnTo>
                    <a:pt x="43" y="105"/>
                  </a:lnTo>
                  <a:lnTo>
                    <a:pt x="59" y="101"/>
                  </a:lnTo>
                  <a:lnTo>
                    <a:pt x="78" y="97"/>
                  </a:lnTo>
                  <a:lnTo>
                    <a:pt x="101" y="89"/>
                  </a:lnTo>
                  <a:lnTo>
                    <a:pt x="127" y="82"/>
                  </a:lnTo>
                  <a:lnTo>
                    <a:pt x="158" y="72"/>
                  </a:lnTo>
                  <a:lnTo>
                    <a:pt x="193" y="60"/>
                  </a:lnTo>
                  <a:lnTo>
                    <a:pt x="233" y="46"/>
                  </a:lnTo>
                  <a:lnTo>
                    <a:pt x="278" y="29"/>
                  </a:lnTo>
                  <a:lnTo>
                    <a:pt x="328" y="10"/>
                  </a:lnTo>
                  <a:lnTo>
                    <a:pt x="324" y="0"/>
                  </a:lnTo>
                  <a:close/>
                </a:path>
              </a:pathLst>
            </a:custGeom>
            <a:solidFill>
              <a:srgbClr val="732e0d"/>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7942" name=""/>
            <p:cNvSpPr/>
            <p:nvPr/>
          </p:nvSpPr>
          <p:spPr>
            <a:xfrm flipV="1">
              <a:off x="6110280" y="5794200"/>
              <a:ext cx="19080" cy="13680"/>
            </a:xfrm>
            <a:custGeom>
              <a:avLst/>
              <a:gdLst/>
              <a:ahLst/>
              <a:rect l="l" t="t" r="r" b="b"/>
              <a:pathLst>
                <a:path w="165" h="138">
                  <a:moveTo>
                    <a:pt x="9" y="138"/>
                  </a:moveTo>
                  <a:lnTo>
                    <a:pt x="36" y="101"/>
                  </a:lnTo>
                  <a:lnTo>
                    <a:pt x="63" y="73"/>
                  </a:lnTo>
                  <a:lnTo>
                    <a:pt x="90" y="51"/>
                  </a:lnTo>
                  <a:lnTo>
                    <a:pt x="114" y="33"/>
                  </a:lnTo>
                  <a:lnTo>
                    <a:pt x="135" y="21"/>
                  </a:lnTo>
                  <a:lnTo>
                    <a:pt x="151" y="15"/>
                  </a:lnTo>
                  <a:lnTo>
                    <a:pt x="162" y="11"/>
                  </a:lnTo>
                  <a:lnTo>
                    <a:pt x="165" y="10"/>
                  </a:lnTo>
                  <a:lnTo>
                    <a:pt x="163" y="0"/>
                  </a:lnTo>
                  <a:lnTo>
                    <a:pt x="158" y="1"/>
                  </a:lnTo>
                  <a:lnTo>
                    <a:pt x="147" y="5"/>
                  </a:lnTo>
                  <a:lnTo>
                    <a:pt x="131" y="13"/>
                  </a:lnTo>
                  <a:lnTo>
                    <a:pt x="108" y="25"/>
                  </a:lnTo>
                  <a:lnTo>
                    <a:pt x="84" y="42"/>
                  </a:lnTo>
                  <a:lnTo>
                    <a:pt x="57" y="65"/>
                  </a:lnTo>
                  <a:lnTo>
                    <a:pt x="28" y="95"/>
                  </a:lnTo>
                  <a:lnTo>
                    <a:pt x="0" y="132"/>
                  </a:lnTo>
                  <a:lnTo>
                    <a:pt x="9" y="138"/>
                  </a:lnTo>
                  <a:close/>
                </a:path>
              </a:pathLst>
            </a:custGeom>
            <a:solidFill>
              <a:srgbClr val="732e0d"/>
            </a:solidFill>
            <a:ln w="0">
              <a:noFill/>
            </a:ln>
          </p:spPr>
          <p:style>
            <a:lnRef idx="0"/>
            <a:fillRef idx="0"/>
            <a:effectRef idx="0"/>
            <a:fontRef idx="minor"/>
          </p:style>
          <p:txBody>
            <a:bodyPr lIns="90000" rIns="90000" tIns="-33120" bIns="-33120" anchor="t">
              <a:noAutofit/>
            </a:bodyPr>
            <a:p>
              <a:endParaRPr b="0" lang="en-US" sz="2400" spc="-1" strike="noStrike">
                <a:solidFill>
                  <a:srgbClr val="000000"/>
                </a:solidFill>
                <a:latin typeface="Times New Roman"/>
              </a:endParaRPr>
            </a:p>
          </p:txBody>
        </p:sp>
        <p:sp>
          <p:nvSpPr>
            <p:cNvPr id="7943" name=""/>
            <p:cNvSpPr/>
            <p:nvPr/>
          </p:nvSpPr>
          <p:spPr>
            <a:xfrm flipV="1">
              <a:off x="6116760" y="5772600"/>
              <a:ext cx="25200" cy="4680"/>
            </a:xfrm>
            <a:custGeom>
              <a:avLst/>
              <a:gdLst/>
              <a:ahLst/>
              <a:rect l="l" t="t" r="r" b="b"/>
              <a:pathLst>
                <a:path w="233" h="39">
                  <a:moveTo>
                    <a:pt x="229" y="0"/>
                  </a:moveTo>
                  <a:lnTo>
                    <a:pt x="216" y="5"/>
                  </a:lnTo>
                  <a:lnTo>
                    <a:pt x="200" y="9"/>
                  </a:lnTo>
                  <a:lnTo>
                    <a:pt x="182" y="13"/>
                  </a:lnTo>
                  <a:lnTo>
                    <a:pt x="164" y="17"/>
                  </a:lnTo>
                  <a:lnTo>
                    <a:pt x="145" y="20"/>
                  </a:lnTo>
                  <a:lnTo>
                    <a:pt x="125" y="22"/>
                  </a:lnTo>
                  <a:lnTo>
                    <a:pt x="107" y="24"/>
                  </a:lnTo>
                  <a:lnTo>
                    <a:pt x="89" y="25"/>
                  </a:lnTo>
                  <a:lnTo>
                    <a:pt x="71" y="27"/>
                  </a:lnTo>
                  <a:lnTo>
                    <a:pt x="54" y="28"/>
                  </a:lnTo>
                  <a:lnTo>
                    <a:pt x="40" y="28"/>
                  </a:lnTo>
                  <a:lnTo>
                    <a:pt x="26" y="29"/>
                  </a:lnTo>
                  <a:lnTo>
                    <a:pt x="16" y="29"/>
                  </a:lnTo>
                  <a:lnTo>
                    <a:pt x="7" y="29"/>
                  </a:lnTo>
                  <a:lnTo>
                    <a:pt x="2" y="29"/>
                  </a:lnTo>
                  <a:lnTo>
                    <a:pt x="0" y="29"/>
                  </a:lnTo>
                  <a:lnTo>
                    <a:pt x="0" y="39"/>
                  </a:lnTo>
                  <a:lnTo>
                    <a:pt x="2" y="39"/>
                  </a:lnTo>
                  <a:lnTo>
                    <a:pt x="7" y="39"/>
                  </a:lnTo>
                  <a:lnTo>
                    <a:pt x="16" y="39"/>
                  </a:lnTo>
                  <a:lnTo>
                    <a:pt x="26" y="39"/>
                  </a:lnTo>
                  <a:lnTo>
                    <a:pt x="40" y="38"/>
                  </a:lnTo>
                  <a:lnTo>
                    <a:pt x="54" y="38"/>
                  </a:lnTo>
                  <a:lnTo>
                    <a:pt x="71" y="37"/>
                  </a:lnTo>
                  <a:lnTo>
                    <a:pt x="89" y="35"/>
                  </a:lnTo>
                  <a:lnTo>
                    <a:pt x="107" y="34"/>
                  </a:lnTo>
                  <a:lnTo>
                    <a:pt x="127" y="32"/>
                  </a:lnTo>
                  <a:lnTo>
                    <a:pt x="147" y="30"/>
                  </a:lnTo>
                  <a:lnTo>
                    <a:pt x="166" y="27"/>
                  </a:lnTo>
                  <a:lnTo>
                    <a:pt x="184" y="24"/>
                  </a:lnTo>
                  <a:lnTo>
                    <a:pt x="202" y="20"/>
                  </a:lnTo>
                  <a:lnTo>
                    <a:pt x="218" y="16"/>
                  </a:lnTo>
                  <a:lnTo>
                    <a:pt x="233" y="10"/>
                  </a:lnTo>
                  <a:lnTo>
                    <a:pt x="229" y="0"/>
                  </a:lnTo>
                  <a:close/>
                </a:path>
              </a:pathLst>
            </a:custGeom>
            <a:solidFill>
              <a:srgbClr val="732e0d"/>
            </a:solidFill>
            <a:ln w="0">
              <a:noFill/>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7944" name=""/>
            <p:cNvSpPr/>
            <p:nvPr/>
          </p:nvSpPr>
          <p:spPr>
            <a:xfrm flipV="1">
              <a:off x="6122880" y="5790240"/>
              <a:ext cx="12960" cy="1080"/>
            </a:xfrm>
            <a:custGeom>
              <a:avLst/>
              <a:gdLst/>
              <a:ahLst/>
              <a:rect l="l" t="t" r="r" b="b"/>
              <a:pathLst>
                <a:path w="125" h="21">
                  <a:moveTo>
                    <a:pt x="121" y="0"/>
                  </a:moveTo>
                  <a:lnTo>
                    <a:pt x="106" y="6"/>
                  </a:lnTo>
                  <a:lnTo>
                    <a:pt x="87" y="10"/>
                  </a:lnTo>
                  <a:lnTo>
                    <a:pt x="68" y="11"/>
                  </a:lnTo>
                  <a:lnTo>
                    <a:pt x="48" y="11"/>
                  </a:lnTo>
                  <a:lnTo>
                    <a:pt x="30" y="10"/>
                  </a:lnTo>
                  <a:lnTo>
                    <a:pt x="14" y="9"/>
                  </a:lnTo>
                  <a:lnTo>
                    <a:pt x="6" y="8"/>
                  </a:lnTo>
                  <a:lnTo>
                    <a:pt x="2" y="7"/>
                  </a:lnTo>
                  <a:lnTo>
                    <a:pt x="0" y="17"/>
                  </a:lnTo>
                  <a:lnTo>
                    <a:pt x="4" y="18"/>
                  </a:lnTo>
                  <a:lnTo>
                    <a:pt x="14" y="19"/>
                  </a:lnTo>
                  <a:lnTo>
                    <a:pt x="30" y="20"/>
                  </a:lnTo>
                  <a:lnTo>
                    <a:pt x="48" y="21"/>
                  </a:lnTo>
                  <a:lnTo>
                    <a:pt x="68" y="21"/>
                  </a:lnTo>
                  <a:lnTo>
                    <a:pt x="89" y="20"/>
                  </a:lnTo>
                  <a:lnTo>
                    <a:pt x="108" y="16"/>
                  </a:lnTo>
                  <a:lnTo>
                    <a:pt x="125" y="9"/>
                  </a:lnTo>
                  <a:lnTo>
                    <a:pt x="121" y="0"/>
                  </a:lnTo>
                  <a:close/>
                </a:path>
              </a:pathLst>
            </a:custGeom>
            <a:solidFill>
              <a:srgbClr val="732e0d"/>
            </a:solidFill>
            <a:ln w="0">
              <a:noFill/>
            </a:ln>
          </p:spPr>
          <p:style>
            <a:lnRef idx="0"/>
            <a:fillRef idx="0"/>
            <a:effectRef idx="0"/>
            <a:fontRef idx="minor"/>
          </p:style>
          <p:txBody>
            <a:bodyPr lIns="90000" rIns="90000" tIns="-45720" bIns="-45720" anchor="t">
              <a:noAutofit/>
            </a:bodyPr>
            <a:p>
              <a:endParaRPr b="0" lang="en-US" sz="2400" spc="-1" strike="noStrike">
                <a:solidFill>
                  <a:srgbClr val="000000"/>
                </a:solidFill>
                <a:latin typeface="Times New Roman"/>
              </a:endParaRPr>
            </a:p>
          </p:txBody>
        </p:sp>
        <p:sp>
          <p:nvSpPr>
            <p:cNvPr id="7945" name=""/>
            <p:cNvSpPr/>
            <p:nvPr/>
          </p:nvSpPr>
          <p:spPr>
            <a:xfrm flipV="1">
              <a:off x="6068880" y="5617800"/>
              <a:ext cx="11160" cy="58320"/>
            </a:xfrm>
            <a:custGeom>
              <a:avLst/>
              <a:gdLst/>
              <a:ahLst/>
              <a:rect l="l" t="t" r="r" b="b"/>
              <a:pathLst>
                <a:path w="118" h="516">
                  <a:moveTo>
                    <a:pt x="118" y="510"/>
                  </a:moveTo>
                  <a:lnTo>
                    <a:pt x="89" y="474"/>
                  </a:lnTo>
                  <a:lnTo>
                    <a:pt x="65" y="435"/>
                  </a:lnTo>
                  <a:lnTo>
                    <a:pt x="47" y="395"/>
                  </a:lnTo>
                  <a:lnTo>
                    <a:pt x="33" y="353"/>
                  </a:lnTo>
                  <a:lnTo>
                    <a:pt x="22" y="311"/>
                  </a:lnTo>
                  <a:lnTo>
                    <a:pt x="16" y="268"/>
                  </a:lnTo>
                  <a:lnTo>
                    <a:pt x="12" y="228"/>
                  </a:lnTo>
                  <a:lnTo>
                    <a:pt x="11" y="187"/>
                  </a:lnTo>
                  <a:lnTo>
                    <a:pt x="12" y="149"/>
                  </a:lnTo>
                  <a:lnTo>
                    <a:pt x="14" y="114"/>
                  </a:lnTo>
                  <a:lnTo>
                    <a:pt x="18" y="83"/>
                  </a:lnTo>
                  <a:lnTo>
                    <a:pt x="22" y="56"/>
                  </a:lnTo>
                  <a:lnTo>
                    <a:pt x="25" y="33"/>
                  </a:lnTo>
                  <a:lnTo>
                    <a:pt x="29" y="17"/>
                  </a:lnTo>
                  <a:lnTo>
                    <a:pt x="31" y="6"/>
                  </a:lnTo>
                  <a:lnTo>
                    <a:pt x="33" y="2"/>
                  </a:lnTo>
                  <a:lnTo>
                    <a:pt x="22" y="0"/>
                  </a:lnTo>
                  <a:lnTo>
                    <a:pt x="21" y="4"/>
                  </a:lnTo>
                  <a:lnTo>
                    <a:pt x="19" y="15"/>
                  </a:lnTo>
                  <a:lnTo>
                    <a:pt x="15" y="31"/>
                  </a:lnTo>
                  <a:lnTo>
                    <a:pt x="12" y="54"/>
                  </a:lnTo>
                  <a:lnTo>
                    <a:pt x="8" y="81"/>
                  </a:lnTo>
                  <a:lnTo>
                    <a:pt x="3" y="114"/>
                  </a:lnTo>
                  <a:lnTo>
                    <a:pt x="1" y="149"/>
                  </a:lnTo>
                  <a:lnTo>
                    <a:pt x="0" y="187"/>
                  </a:lnTo>
                  <a:lnTo>
                    <a:pt x="1" y="228"/>
                  </a:lnTo>
                  <a:lnTo>
                    <a:pt x="5" y="270"/>
                  </a:lnTo>
                  <a:lnTo>
                    <a:pt x="12" y="313"/>
                  </a:lnTo>
                  <a:lnTo>
                    <a:pt x="22" y="355"/>
                  </a:lnTo>
                  <a:lnTo>
                    <a:pt x="37" y="399"/>
                  </a:lnTo>
                  <a:lnTo>
                    <a:pt x="56" y="439"/>
                  </a:lnTo>
                  <a:lnTo>
                    <a:pt x="80" y="480"/>
                  </a:lnTo>
                  <a:lnTo>
                    <a:pt x="110" y="516"/>
                  </a:lnTo>
                  <a:lnTo>
                    <a:pt x="118" y="510"/>
                  </a:lnTo>
                  <a:close/>
                </a:path>
              </a:pathLst>
            </a:custGeom>
            <a:solidFill>
              <a:srgbClr val="732e0d"/>
            </a:solidFill>
            <a:ln w="0">
              <a:noFill/>
            </a:ln>
          </p:spPr>
          <p:style>
            <a:lnRef idx="0"/>
            <a:fillRef idx="0"/>
            <a:effectRef idx="0"/>
            <a:fontRef idx="minor"/>
          </p:style>
          <p:txBody>
            <a:bodyPr lIns="90000" rIns="90000" tIns="11520" bIns="11520" anchor="t">
              <a:noAutofit/>
            </a:bodyPr>
            <a:p>
              <a:endParaRPr b="0" lang="en-US" sz="2400" spc="-1" strike="noStrike">
                <a:solidFill>
                  <a:srgbClr val="000000"/>
                </a:solidFill>
                <a:latin typeface="Times New Roman"/>
              </a:endParaRPr>
            </a:p>
          </p:txBody>
        </p:sp>
      </p:grpSp>
      <p:graphicFrame>
        <p:nvGraphicFramePr>
          <p:cNvPr id="7946" name=""/>
          <p:cNvGraphicFramePr/>
          <p:nvPr/>
        </p:nvGraphicFramePr>
        <p:xfrm>
          <a:off x="6765840" y="5146560"/>
          <a:ext cx="798480" cy="798480"/>
        </p:xfrm>
        <a:graphic>
          <a:graphicData uri="http://schemas.openxmlformats.org/presentationml/2006/ole">
            <p:oleObj r:id="rId2" spid="">
              <p:embed/>
            </p:oleObj>
          </a:graphicData>
        </a:graphic>
      </p:graphicFrame>
      <p:sp>
        <p:nvSpPr>
          <p:cNvPr id="7947" name=""/>
          <p:cNvSpPr/>
          <p:nvPr/>
        </p:nvSpPr>
        <p:spPr>
          <a:xfrm>
            <a:off x="225360" y="700200"/>
            <a:ext cx="72540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EXAMPLE</a:t>
            </a:r>
            <a:endParaRPr b="0" lang="en-US" sz="1200" spc="-1" strike="noStrike">
              <a:solidFill>
                <a:srgbClr val="000000"/>
              </a:solidFill>
              <a:latin typeface="Times New Roman"/>
            </a:endParaRPr>
          </a:p>
        </p:txBody>
      </p:sp>
      <p:cxnSp>
        <p:nvCxnSpPr>
          <p:cNvPr id="7948" name=""/>
          <p:cNvCxnSpPr>
            <a:stCxn id="7947" idx="0"/>
            <a:endCxn id="7947" idx="1"/>
          </p:cNvCxnSpPr>
          <p:nvPr/>
        </p:nvCxnSpPr>
        <p:spPr>
          <a:xfrm>
            <a:off x="225000" y="699840"/>
            <a:ext cx="726120" cy="1080"/>
          </a:xfrm>
          <a:prstGeom prst="straightConnector1">
            <a:avLst/>
          </a:prstGeom>
          <a:ln w="9360">
            <a:solidFill>
              <a:srgbClr val="000000"/>
            </a:solidFill>
            <a:miter/>
          </a:ln>
        </p:spPr>
      </p:cxnSp>
      <p:cxnSp>
        <p:nvCxnSpPr>
          <p:cNvPr id="7949" name=""/>
          <p:cNvCxnSpPr>
            <a:stCxn id="7947" idx="2"/>
            <a:endCxn id="7947" idx="3"/>
          </p:cNvCxnSpPr>
          <p:nvPr/>
        </p:nvCxnSpPr>
        <p:spPr>
          <a:xfrm>
            <a:off x="225000" y="888480"/>
            <a:ext cx="726120" cy="1080"/>
          </a:xfrm>
          <a:prstGeom prst="straightConnector1">
            <a:avLst/>
          </a:prstGeom>
          <a:ln w="9360">
            <a:solidFill>
              <a:srgbClr val="000000"/>
            </a:solidFill>
            <a:miter/>
          </a:ln>
        </p:spPr>
      </p:cxnSp>
      <p:sp>
        <p:nvSpPr>
          <p:cNvPr id="7950" name=""/>
          <p:cNvSpPr/>
          <p:nvPr/>
        </p:nvSpPr>
        <p:spPr>
          <a:xfrm>
            <a:off x="226080" y="1020600"/>
            <a:ext cx="76824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ESTIMATE</a:t>
            </a:r>
            <a:endParaRPr b="0" lang="en-US" sz="1200" spc="-1" strike="noStrike">
              <a:solidFill>
                <a:srgbClr val="000000"/>
              </a:solidFill>
              <a:latin typeface="Times New Roman"/>
            </a:endParaRPr>
          </a:p>
        </p:txBody>
      </p:sp>
      <p:cxnSp>
        <p:nvCxnSpPr>
          <p:cNvPr id="7951" name=""/>
          <p:cNvCxnSpPr>
            <a:stCxn id="7950" idx="0"/>
            <a:endCxn id="7950" idx="1"/>
          </p:cNvCxnSpPr>
          <p:nvPr/>
        </p:nvCxnSpPr>
        <p:spPr>
          <a:xfrm>
            <a:off x="225000" y="1020240"/>
            <a:ext cx="770760" cy="1080"/>
          </a:xfrm>
          <a:prstGeom prst="straightConnector1">
            <a:avLst/>
          </a:prstGeom>
          <a:ln w="9360">
            <a:solidFill>
              <a:srgbClr val="000000"/>
            </a:solidFill>
            <a:miter/>
          </a:ln>
        </p:spPr>
      </p:cxnSp>
      <p:cxnSp>
        <p:nvCxnSpPr>
          <p:cNvPr id="7952" name=""/>
          <p:cNvCxnSpPr>
            <a:stCxn id="7950" idx="2"/>
            <a:endCxn id="7950" idx="3"/>
          </p:cNvCxnSpPr>
          <p:nvPr/>
        </p:nvCxnSpPr>
        <p:spPr>
          <a:xfrm>
            <a:off x="225000" y="1209240"/>
            <a:ext cx="770760" cy="1080"/>
          </a:xfrm>
          <a:prstGeom prst="straightConnector1">
            <a:avLst/>
          </a:prstGeom>
          <a:ln w="9360">
            <a:solidFill>
              <a:srgbClr val="000000"/>
            </a:solidFill>
            <a:miter/>
          </a:ln>
        </p:spPr>
      </p:cxnSp>
      <p:sp>
        <p:nvSpPr>
          <p:cNvPr id="7953" name=""/>
          <p:cNvSpPr/>
          <p:nvPr/>
        </p:nvSpPr>
        <p:spPr>
          <a:xfrm>
            <a:off x="226080" y="1341360"/>
            <a:ext cx="86868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PROPOSED</a:t>
            </a:r>
            <a:endParaRPr b="0" lang="en-US" sz="1200" spc="-1" strike="noStrike">
              <a:solidFill>
                <a:srgbClr val="000000"/>
              </a:solidFill>
              <a:latin typeface="Times New Roman"/>
            </a:endParaRPr>
          </a:p>
        </p:txBody>
      </p:sp>
      <p:cxnSp>
        <p:nvCxnSpPr>
          <p:cNvPr id="7954" name=""/>
          <p:cNvCxnSpPr>
            <a:stCxn id="7953" idx="0"/>
            <a:endCxn id="7953" idx="1"/>
          </p:cNvCxnSpPr>
          <p:nvPr/>
        </p:nvCxnSpPr>
        <p:spPr>
          <a:xfrm>
            <a:off x="225000" y="1341000"/>
            <a:ext cx="870840" cy="1080"/>
          </a:xfrm>
          <a:prstGeom prst="straightConnector1">
            <a:avLst/>
          </a:prstGeom>
          <a:ln w="9360">
            <a:solidFill>
              <a:srgbClr val="000000"/>
            </a:solidFill>
            <a:miter/>
          </a:ln>
        </p:spPr>
      </p:cxnSp>
      <p:cxnSp>
        <p:nvCxnSpPr>
          <p:cNvPr id="7955" name=""/>
          <p:cNvCxnSpPr>
            <a:stCxn id="7953" idx="2"/>
            <a:endCxn id="7953" idx="3"/>
          </p:cNvCxnSpPr>
          <p:nvPr/>
        </p:nvCxnSpPr>
        <p:spPr>
          <a:xfrm>
            <a:off x="225000" y="1530000"/>
            <a:ext cx="870840" cy="1080"/>
          </a:xfrm>
          <a:prstGeom prst="straightConnector1">
            <a:avLst/>
          </a:prstGeom>
          <a:ln w="9360">
            <a:solidFill>
              <a:srgbClr val="000000"/>
            </a:solidFill>
            <a:miter/>
          </a:ln>
        </p:spPr>
      </p:cxnSp>
      <p:sp>
        <p:nvSpPr>
          <p:cNvPr id="7956" name=""/>
          <p:cNvSpPr/>
          <p:nvPr/>
        </p:nvSpPr>
        <p:spPr>
          <a:xfrm>
            <a:off x="225360" y="1662120"/>
            <a:ext cx="104616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CONCEPTUAL</a:t>
            </a:r>
            <a:endParaRPr b="0" lang="en-US" sz="1200" spc="-1" strike="noStrike">
              <a:solidFill>
                <a:srgbClr val="000000"/>
              </a:solidFill>
              <a:latin typeface="Times New Roman"/>
            </a:endParaRPr>
          </a:p>
        </p:txBody>
      </p:sp>
      <p:cxnSp>
        <p:nvCxnSpPr>
          <p:cNvPr id="7957" name=""/>
          <p:cNvCxnSpPr>
            <a:stCxn id="7956" idx="0"/>
            <a:endCxn id="7956" idx="1"/>
          </p:cNvCxnSpPr>
          <p:nvPr/>
        </p:nvCxnSpPr>
        <p:spPr>
          <a:xfrm>
            <a:off x="225360" y="1661760"/>
            <a:ext cx="1046880" cy="1080"/>
          </a:xfrm>
          <a:prstGeom prst="straightConnector1">
            <a:avLst/>
          </a:prstGeom>
          <a:ln w="9360">
            <a:solidFill>
              <a:srgbClr val="000000"/>
            </a:solidFill>
            <a:miter/>
          </a:ln>
        </p:spPr>
      </p:cxnSp>
      <p:cxnSp>
        <p:nvCxnSpPr>
          <p:cNvPr id="7958" name=""/>
          <p:cNvCxnSpPr>
            <a:stCxn id="7956" idx="2"/>
            <a:endCxn id="7956" idx="3"/>
          </p:cNvCxnSpPr>
          <p:nvPr/>
        </p:nvCxnSpPr>
        <p:spPr>
          <a:xfrm>
            <a:off x="225360" y="1850760"/>
            <a:ext cx="1046880" cy="1080"/>
          </a:xfrm>
          <a:prstGeom prst="straightConnector1">
            <a:avLst/>
          </a:prstGeom>
          <a:ln w="9360">
            <a:solidFill>
              <a:srgbClr val="000000"/>
            </a:solidFill>
            <a:miter/>
          </a:ln>
        </p:spPr>
      </p:cxnSp>
      <p:sp>
        <p:nvSpPr>
          <p:cNvPr id="7959" name=""/>
          <p:cNvSpPr/>
          <p:nvPr/>
        </p:nvSpPr>
        <p:spPr>
          <a:xfrm>
            <a:off x="225720" y="1982880"/>
            <a:ext cx="103752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PRELIMINARY</a:t>
            </a:r>
            <a:endParaRPr b="0" lang="en-US" sz="1200" spc="-1" strike="noStrike">
              <a:solidFill>
                <a:srgbClr val="000000"/>
              </a:solidFill>
              <a:latin typeface="Times New Roman"/>
            </a:endParaRPr>
          </a:p>
        </p:txBody>
      </p:sp>
      <p:cxnSp>
        <p:nvCxnSpPr>
          <p:cNvPr id="7960" name=""/>
          <p:cNvCxnSpPr>
            <a:stCxn id="7959" idx="0"/>
            <a:endCxn id="7959" idx="1"/>
          </p:cNvCxnSpPr>
          <p:nvPr/>
        </p:nvCxnSpPr>
        <p:spPr>
          <a:xfrm>
            <a:off x="225360" y="1982520"/>
            <a:ext cx="1038600" cy="1080"/>
          </a:xfrm>
          <a:prstGeom prst="straightConnector1">
            <a:avLst/>
          </a:prstGeom>
          <a:ln w="9360">
            <a:solidFill>
              <a:srgbClr val="000000"/>
            </a:solidFill>
            <a:miter/>
          </a:ln>
        </p:spPr>
      </p:cxnSp>
      <p:cxnSp>
        <p:nvCxnSpPr>
          <p:cNvPr id="7961" name=""/>
          <p:cNvCxnSpPr>
            <a:stCxn id="7959" idx="2"/>
            <a:endCxn id="7959" idx="3"/>
          </p:cNvCxnSpPr>
          <p:nvPr/>
        </p:nvCxnSpPr>
        <p:spPr>
          <a:xfrm>
            <a:off x="225360" y="2171520"/>
            <a:ext cx="1038600" cy="1080"/>
          </a:xfrm>
          <a:prstGeom prst="straightConnector1">
            <a:avLst/>
          </a:prstGeom>
          <a:ln w="9360">
            <a:solidFill>
              <a:srgbClr val="000000"/>
            </a:solidFill>
            <a:miter/>
          </a:ln>
        </p:spPr>
      </p:cxnSp>
      <p:sp>
        <p:nvSpPr>
          <p:cNvPr id="7962" name=""/>
          <p:cNvSpPr/>
          <p:nvPr/>
        </p:nvSpPr>
        <p:spPr>
          <a:xfrm>
            <a:off x="226080" y="2303640"/>
            <a:ext cx="137772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ROUGH ESTIMATE</a:t>
            </a:r>
            <a:endParaRPr b="0" lang="en-US" sz="1200" spc="-1" strike="noStrike">
              <a:solidFill>
                <a:srgbClr val="000000"/>
              </a:solidFill>
              <a:latin typeface="Times New Roman"/>
            </a:endParaRPr>
          </a:p>
        </p:txBody>
      </p:sp>
      <p:cxnSp>
        <p:nvCxnSpPr>
          <p:cNvPr id="7963" name=""/>
          <p:cNvCxnSpPr>
            <a:stCxn id="7962" idx="0"/>
            <a:endCxn id="7962" idx="1"/>
          </p:cNvCxnSpPr>
          <p:nvPr/>
        </p:nvCxnSpPr>
        <p:spPr>
          <a:xfrm>
            <a:off x="225360" y="2303280"/>
            <a:ext cx="1380240" cy="1080"/>
          </a:xfrm>
          <a:prstGeom prst="straightConnector1">
            <a:avLst/>
          </a:prstGeom>
          <a:ln w="9360">
            <a:solidFill>
              <a:srgbClr val="000000"/>
            </a:solidFill>
            <a:miter/>
          </a:ln>
        </p:spPr>
      </p:cxnSp>
      <p:cxnSp>
        <p:nvCxnSpPr>
          <p:cNvPr id="7964" name=""/>
          <p:cNvCxnSpPr>
            <a:stCxn id="7962" idx="2"/>
            <a:endCxn id="7962" idx="3"/>
          </p:cNvCxnSpPr>
          <p:nvPr/>
        </p:nvCxnSpPr>
        <p:spPr>
          <a:xfrm>
            <a:off x="225360" y="2491920"/>
            <a:ext cx="1380240" cy="1080"/>
          </a:xfrm>
          <a:prstGeom prst="straightConnector1">
            <a:avLst/>
          </a:prstGeom>
          <a:ln w="9360">
            <a:solidFill>
              <a:srgbClr val="000000"/>
            </a:solidFill>
            <a:miter/>
          </a:ln>
        </p:spPr>
      </p:cxnSp>
      <p:sp>
        <p:nvSpPr>
          <p:cNvPr id="7965" name=""/>
          <p:cNvSpPr/>
          <p:nvPr/>
        </p:nvSpPr>
        <p:spPr>
          <a:xfrm>
            <a:off x="226080" y="2624040"/>
            <a:ext cx="145404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TO BE COMPLETED</a:t>
            </a:r>
            <a:endParaRPr b="0" lang="en-US" sz="1200" spc="-1" strike="noStrike">
              <a:solidFill>
                <a:srgbClr val="000000"/>
              </a:solidFill>
              <a:latin typeface="Times New Roman"/>
            </a:endParaRPr>
          </a:p>
        </p:txBody>
      </p:sp>
      <p:cxnSp>
        <p:nvCxnSpPr>
          <p:cNvPr id="7966" name=""/>
          <p:cNvCxnSpPr>
            <a:stCxn id="7965" idx="0"/>
            <a:endCxn id="7965" idx="1"/>
          </p:cNvCxnSpPr>
          <p:nvPr/>
        </p:nvCxnSpPr>
        <p:spPr>
          <a:xfrm>
            <a:off x="225360" y="2623680"/>
            <a:ext cx="1456560" cy="1080"/>
          </a:xfrm>
          <a:prstGeom prst="straightConnector1">
            <a:avLst/>
          </a:prstGeom>
          <a:ln w="9360">
            <a:solidFill>
              <a:srgbClr val="000000"/>
            </a:solidFill>
            <a:miter/>
          </a:ln>
        </p:spPr>
      </p:cxnSp>
      <p:cxnSp>
        <p:nvCxnSpPr>
          <p:cNvPr id="7967" name=""/>
          <p:cNvCxnSpPr>
            <a:stCxn id="7965" idx="2"/>
            <a:endCxn id="7965" idx="3"/>
          </p:cNvCxnSpPr>
          <p:nvPr/>
        </p:nvCxnSpPr>
        <p:spPr>
          <a:xfrm>
            <a:off x="225360" y="2812680"/>
            <a:ext cx="1456560" cy="1080"/>
          </a:xfrm>
          <a:prstGeom prst="straightConnector1">
            <a:avLst/>
          </a:prstGeom>
          <a:ln w="9360">
            <a:solidFill>
              <a:srgbClr val="000000"/>
            </a:solidFill>
            <a:miter/>
          </a:ln>
        </p:spPr>
      </p:cxnSp>
      <p:sp>
        <p:nvSpPr>
          <p:cNvPr id="7968" name=""/>
          <p:cNvSpPr/>
          <p:nvPr/>
        </p:nvSpPr>
        <p:spPr>
          <a:xfrm>
            <a:off x="225720" y="2944800"/>
            <a:ext cx="177552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ONLY FOR DISCUSSION</a:t>
            </a:r>
            <a:endParaRPr b="0" lang="en-US" sz="1200" spc="-1" strike="noStrike">
              <a:solidFill>
                <a:srgbClr val="000000"/>
              </a:solidFill>
              <a:latin typeface="Times New Roman"/>
            </a:endParaRPr>
          </a:p>
        </p:txBody>
      </p:sp>
      <p:cxnSp>
        <p:nvCxnSpPr>
          <p:cNvPr id="7969" name=""/>
          <p:cNvCxnSpPr>
            <a:stCxn id="7968" idx="0"/>
            <a:endCxn id="7968" idx="1"/>
          </p:cNvCxnSpPr>
          <p:nvPr/>
        </p:nvCxnSpPr>
        <p:spPr>
          <a:xfrm>
            <a:off x="225000" y="2944440"/>
            <a:ext cx="1777320" cy="1080"/>
          </a:xfrm>
          <a:prstGeom prst="straightConnector1">
            <a:avLst/>
          </a:prstGeom>
          <a:ln w="9360">
            <a:solidFill>
              <a:srgbClr val="000000"/>
            </a:solidFill>
            <a:miter/>
          </a:ln>
        </p:spPr>
      </p:cxnSp>
      <p:cxnSp>
        <p:nvCxnSpPr>
          <p:cNvPr id="7970" name=""/>
          <p:cNvCxnSpPr>
            <a:stCxn id="7968" idx="2"/>
            <a:endCxn id="7968" idx="3"/>
          </p:cNvCxnSpPr>
          <p:nvPr/>
        </p:nvCxnSpPr>
        <p:spPr>
          <a:xfrm>
            <a:off x="225000" y="3133440"/>
            <a:ext cx="1777320" cy="1080"/>
          </a:xfrm>
          <a:prstGeom prst="straightConnector1">
            <a:avLst/>
          </a:prstGeom>
          <a:ln w="9360">
            <a:solidFill>
              <a:srgbClr val="000000"/>
            </a:solidFill>
            <a:miter/>
          </a:ln>
        </p:spPr>
      </p:cxnSp>
      <p:sp>
        <p:nvSpPr>
          <p:cNvPr id="7971" name=""/>
          <p:cNvSpPr/>
          <p:nvPr/>
        </p:nvSpPr>
        <p:spPr>
          <a:xfrm>
            <a:off x="226440" y="3265560"/>
            <a:ext cx="158040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WORK IN PROGRESS</a:t>
            </a:r>
            <a:endParaRPr b="0" lang="en-US" sz="1200" spc="-1" strike="noStrike">
              <a:solidFill>
                <a:srgbClr val="000000"/>
              </a:solidFill>
              <a:latin typeface="Times New Roman"/>
            </a:endParaRPr>
          </a:p>
        </p:txBody>
      </p:sp>
      <p:cxnSp>
        <p:nvCxnSpPr>
          <p:cNvPr id="7972" name=""/>
          <p:cNvCxnSpPr>
            <a:stCxn id="7971" idx="0"/>
            <a:endCxn id="7971" idx="1"/>
          </p:cNvCxnSpPr>
          <p:nvPr/>
        </p:nvCxnSpPr>
        <p:spPr>
          <a:xfrm>
            <a:off x="225000" y="3265200"/>
            <a:ext cx="1583640" cy="1080"/>
          </a:xfrm>
          <a:prstGeom prst="straightConnector1">
            <a:avLst/>
          </a:prstGeom>
          <a:ln w="9360">
            <a:solidFill>
              <a:srgbClr val="000000"/>
            </a:solidFill>
            <a:miter/>
          </a:ln>
        </p:spPr>
      </p:cxnSp>
      <p:cxnSp>
        <p:nvCxnSpPr>
          <p:cNvPr id="7973" name=""/>
          <p:cNvCxnSpPr>
            <a:stCxn id="7971" idx="2"/>
            <a:endCxn id="7971" idx="3"/>
          </p:cNvCxnSpPr>
          <p:nvPr/>
        </p:nvCxnSpPr>
        <p:spPr>
          <a:xfrm>
            <a:off x="225000" y="3454200"/>
            <a:ext cx="1583640" cy="1080"/>
          </a:xfrm>
          <a:prstGeom prst="straightConnector1">
            <a:avLst/>
          </a:prstGeom>
          <a:ln w="9360">
            <a:solidFill>
              <a:srgbClr val="000000"/>
            </a:solidFill>
            <a:miter/>
          </a:ln>
        </p:spPr>
      </p:cxnSp>
      <p:sp>
        <p:nvSpPr>
          <p:cNvPr id="7974" name=""/>
          <p:cNvSpPr/>
          <p:nvPr/>
        </p:nvSpPr>
        <p:spPr>
          <a:xfrm>
            <a:off x="1101600" y="682560"/>
            <a:ext cx="67464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BACK UP</a:t>
            </a:r>
            <a:endParaRPr b="0" lang="en-US" sz="1200" spc="-1" strike="noStrike">
              <a:solidFill>
                <a:srgbClr val="000000"/>
              </a:solidFill>
              <a:latin typeface="Times New Roman"/>
            </a:endParaRPr>
          </a:p>
        </p:txBody>
      </p:sp>
      <p:cxnSp>
        <p:nvCxnSpPr>
          <p:cNvPr id="7975" name=""/>
          <p:cNvCxnSpPr>
            <a:stCxn id="7974" idx="0"/>
            <a:endCxn id="7974" idx="1"/>
          </p:cNvCxnSpPr>
          <p:nvPr/>
        </p:nvCxnSpPr>
        <p:spPr>
          <a:xfrm>
            <a:off x="1101600" y="682200"/>
            <a:ext cx="675360" cy="1080"/>
          </a:xfrm>
          <a:prstGeom prst="straightConnector1">
            <a:avLst/>
          </a:prstGeom>
          <a:ln w="9360">
            <a:solidFill>
              <a:srgbClr val="000000"/>
            </a:solidFill>
            <a:miter/>
          </a:ln>
        </p:spPr>
      </p:cxnSp>
      <p:cxnSp>
        <p:nvCxnSpPr>
          <p:cNvPr id="7976" name=""/>
          <p:cNvCxnSpPr>
            <a:stCxn id="7974" idx="2"/>
            <a:endCxn id="7974" idx="3"/>
          </p:cNvCxnSpPr>
          <p:nvPr/>
        </p:nvCxnSpPr>
        <p:spPr>
          <a:xfrm>
            <a:off x="1101600" y="871200"/>
            <a:ext cx="675360" cy="1080"/>
          </a:xfrm>
          <a:prstGeom prst="straightConnector1">
            <a:avLst/>
          </a:prstGeom>
          <a:ln w="9360">
            <a:solidFill>
              <a:srgbClr val="000000"/>
            </a:solidFill>
            <a:miter/>
          </a:ln>
        </p:spPr>
      </p:cxnSp>
      <p:sp>
        <p:nvSpPr>
          <p:cNvPr id="7977" name=""/>
          <p:cNvSpPr/>
          <p:nvPr/>
        </p:nvSpPr>
        <p:spPr>
          <a:xfrm>
            <a:off x="1901880" y="708120"/>
            <a:ext cx="67464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REVISED</a:t>
            </a:r>
            <a:endParaRPr b="0" lang="en-US" sz="1200" spc="-1" strike="noStrike">
              <a:solidFill>
                <a:srgbClr val="000000"/>
              </a:solidFill>
              <a:latin typeface="Times New Roman"/>
            </a:endParaRPr>
          </a:p>
        </p:txBody>
      </p:sp>
      <p:cxnSp>
        <p:nvCxnSpPr>
          <p:cNvPr id="7978" name=""/>
          <p:cNvCxnSpPr>
            <a:stCxn id="7977" idx="0"/>
            <a:endCxn id="7977" idx="1"/>
          </p:cNvCxnSpPr>
          <p:nvPr/>
        </p:nvCxnSpPr>
        <p:spPr>
          <a:xfrm>
            <a:off x="1901880" y="707760"/>
            <a:ext cx="675360" cy="1080"/>
          </a:xfrm>
          <a:prstGeom prst="straightConnector1">
            <a:avLst/>
          </a:prstGeom>
          <a:ln w="9360">
            <a:solidFill>
              <a:srgbClr val="000000"/>
            </a:solidFill>
            <a:miter/>
          </a:ln>
        </p:spPr>
      </p:cxnSp>
      <p:cxnSp>
        <p:nvCxnSpPr>
          <p:cNvPr id="7979" name=""/>
          <p:cNvCxnSpPr>
            <a:stCxn id="7977" idx="2"/>
            <a:endCxn id="7977" idx="3"/>
          </p:cNvCxnSpPr>
          <p:nvPr/>
        </p:nvCxnSpPr>
        <p:spPr>
          <a:xfrm>
            <a:off x="1901880" y="896400"/>
            <a:ext cx="675360" cy="1080"/>
          </a:xfrm>
          <a:prstGeom prst="straightConnector1">
            <a:avLst/>
          </a:prstGeom>
          <a:ln w="9360">
            <a:solidFill>
              <a:srgbClr val="000000"/>
            </a:solidFill>
            <a:miter/>
          </a:ln>
        </p:spPr>
      </p:cxnSp>
      <p:sp>
        <p:nvSpPr>
          <p:cNvPr id="7980" name=""/>
          <p:cNvSpPr/>
          <p:nvPr/>
        </p:nvSpPr>
        <p:spPr>
          <a:xfrm>
            <a:off x="1121760" y="1009800"/>
            <a:ext cx="84420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TENTATIVE</a:t>
            </a:r>
            <a:endParaRPr b="0" lang="en-US" sz="1200" spc="-1" strike="noStrike">
              <a:solidFill>
                <a:srgbClr val="000000"/>
              </a:solidFill>
              <a:latin typeface="Times New Roman"/>
            </a:endParaRPr>
          </a:p>
        </p:txBody>
      </p:sp>
      <p:cxnSp>
        <p:nvCxnSpPr>
          <p:cNvPr id="7981" name=""/>
          <p:cNvCxnSpPr>
            <a:stCxn id="7980" idx="0"/>
            <a:endCxn id="7980" idx="1"/>
          </p:cNvCxnSpPr>
          <p:nvPr/>
        </p:nvCxnSpPr>
        <p:spPr>
          <a:xfrm>
            <a:off x="1120320" y="1009440"/>
            <a:ext cx="847080" cy="1080"/>
          </a:xfrm>
          <a:prstGeom prst="straightConnector1">
            <a:avLst/>
          </a:prstGeom>
          <a:ln w="9360">
            <a:solidFill>
              <a:srgbClr val="000000"/>
            </a:solidFill>
            <a:miter/>
          </a:ln>
        </p:spPr>
      </p:cxnSp>
      <p:cxnSp>
        <p:nvCxnSpPr>
          <p:cNvPr id="7982" name=""/>
          <p:cNvCxnSpPr>
            <a:stCxn id="7980" idx="2"/>
            <a:endCxn id="7980" idx="3"/>
          </p:cNvCxnSpPr>
          <p:nvPr/>
        </p:nvCxnSpPr>
        <p:spPr>
          <a:xfrm>
            <a:off x="1120320" y="1198080"/>
            <a:ext cx="847080" cy="1080"/>
          </a:xfrm>
          <a:prstGeom prst="straightConnector1">
            <a:avLst/>
          </a:prstGeom>
          <a:ln w="9360">
            <a:solidFill>
              <a:srgbClr val="000000"/>
            </a:solidFill>
            <a:miter/>
          </a:ln>
        </p:spPr>
      </p:cxnSp>
      <p:sp>
        <p:nvSpPr>
          <p:cNvPr id="7983" name=""/>
          <p:cNvSpPr/>
          <p:nvPr/>
        </p:nvSpPr>
        <p:spPr>
          <a:xfrm>
            <a:off x="1254960" y="1301760"/>
            <a:ext cx="98712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HYPOTHESIS</a:t>
            </a:r>
            <a:endParaRPr b="0" lang="en-US" sz="1200" spc="-1" strike="noStrike">
              <a:solidFill>
                <a:srgbClr val="000000"/>
              </a:solidFill>
              <a:latin typeface="Times New Roman"/>
            </a:endParaRPr>
          </a:p>
        </p:txBody>
      </p:sp>
      <p:cxnSp>
        <p:nvCxnSpPr>
          <p:cNvPr id="7984" name=""/>
          <p:cNvCxnSpPr>
            <a:stCxn id="7983" idx="0"/>
            <a:endCxn id="7983" idx="1"/>
          </p:cNvCxnSpPr>
          <p:nvPr/>
        </p:nvCxnSpPr>
        <p:spPr>
          <a:xfrm>
            <a:off x="1253880" y="1301400"/>
            <a:ext cx="989280" cy="1080"/>
          </a:xfrm>
          <a:prstGeom prst="straightConnector1">
            <a:avLst/>
          </a:prstGeom>
          <a:ln w="9360">
            <a:solidFill>
              <a:srgbClr val="000000"/>
            </a:solidFill>
            <a:miter/>
          </a:ln>
        </p:spPr>
      </p:cxnSp>
      <p:cxnSp>
        <p:nvCxnSpPr>
          <p:cNvPr id="7985" name=""/>
          <p:cNvCxnSpPr>
            <a:stCxn id="7983" idx="2"/>
            <a:endCxn id="7983" idx="3"/>
          </p:cNvCxnSpPr>
          <p:nvPr/>
        </p:nvCxnSpPr>
        <p:spPr>
          <a:xfrm>
            <a:off x="1253880" y="1490400"/>
            <a:ext cx="989280" cy="1080"/>
          </a:xfrm>
          <a:prstGeom prst="straightConnector1">
            <a:avLst/>
          </a:prstGeom>
          <a:ln w="9360">
            <a:solidFill>
              <a:srgbClr val="000000"/>
            </a:solidFill>
            <a:miter/>
          </a:ln>
        </p:spPr>
      </p:cxnSp>
      <p:sp>
        <p:nvSpPr>
          <p:cNvPr id="7986" name=""/>
          <p:cNvSpPr/>
          <p:nvPr/>
        </p:nvSpPr>
        <p:spPr>
          <a:xfrm>
            <a:off x="1427400" y="1660680"/>
            <a:ext cx="107244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ILLUSTRATIVE</a:t>
            </a:r>
            <a:endParaRPr b="0" lang="en-US" sz="1200" spc="-1" strike="noStrike">
              <a:solidFill>
                <a:srgbClr val="000000"/>
              </a:solidFill>
              <a:latin typeface="Times New Roman"/>
            </a:endParaRPr>
          </a:p>
        </p:txBody>
      </p:sp>
      <p:cxnSp>
        <p:nvCxnSpPr>
          <p:cNvPr id="7987" name=""/>
          <p:cNvCxnSpPr>
            <a:stCxn id="7986" idx="0"/>
            <a:endCxn id="7986" idx="1"/>
          </p:cNvCxnSpPr>
          <p:nvPr/>
        </p:nvCxnSpPr>
        <p:spPr>
          <a:xfrm>
            <a:off x="1426680" y="1660320"/>
            <a:ext cx="1073520" cy="1080"/>
          </a:xfrm>
          <a:prstGeom prst="straightConnector1">
            <a:avLst/>
          </a:prstGeom>
          <a:ln w="9360">
            <a:solidFill>
              <a:srgbClr val="000000"/>
            </a:solidFill>
            <a:miter/>
          </a:ln>
        </p:spPr>
      </p:cxnSp>
      <p:cxnSp>
        <p:nvCxnSpPr>
          <p:cNvPr id="7988" name=""/>
          <p:cNvCxnSpPr>
            <a:stCxn id="7986" idx="2"/>
            <a:endCxn id="7986" idx="3"/>
          </p:cNvCxnSpPr>
          <p:nvPr/>
        </p:nvCxnSpPr>
        <p:spPr>
          <a:xfrm>
            <a:off x="1426680" y="1848960"/>
            <a:ext cx="1073520" cy="1080"/>
          </a:xfrm>
          <a:prstGeom prst="straightConnector1">
            <a:avLst/>
          </a:prstGeom>
          <a:ln w="9360">
            <a:solidFill>
              <a:srgbClr val="000000"/>
            </a:solidFill>
            <a:miter/>
          </a:ln>
        </p:spPr>
      </p:cxnSp>
      <p:sp>
        <p:nvSpPr>
          <p:cNvPr id="7989" name=""/>
          <p:cNvSpPr/>
          <p:nvPr/>
        </p:nvSpPr>
        <p:spPr>
          <a:xfrm>
            <a:off x="1443240" y="2000160"/>
            <a:ext cx="112320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CONFIDENTIAL</a:t>
            </a:r>
            <a:endParaRPr b="0" lang="en-US" sz="1200" spc="-1" strike="noStrike">
              <a:solidFill>
                <a:srgbClr val="000000"/>
              </a:solidFill>
              <a:latin typeface="Times New Roman"/>
            </a:endParaRPr>
          </a:p>
        </p:txBody>
      </p:sp>
      <p:cxnSp>
        <p:nvCxnSpPr>
          <p:cNvPr id="7990" name=""/>
          <p:cNvCxnSpPr>
            <a:stCxn id="7989" idx="0"/>
            <a:endCxn id="7989" idx="1"/>
          </p:cNvCxnSpPr>
          <p:nvPr/>
        </p:nvCxnSpPr>
        <p:spPr>
          <a:xfrm>
            <a:off x="1442520" y="1999800"/>
            <a:ext cx="1125000" cy="1080"/>
          </a:xfrm>
          <a:prstGeom prst="straightConnector1">
            <a:avLst/>
          </a:prstGeom>
          <a:ln w="9360">
            <a:solidFill>
              <a:srgbClr val="000000"/>
            </a:solidFill>
            <a:miter/>
          </a:ln>
        </p:spPr>
      </p:cxnSp>
      <p:cxnSp>
        <p:nvCxnSpPr>
          <p:cNvPr id="7991" name=""/>
          <p:cNvCxnSpPr>
            <a:stCxn id="7989" idx="2"/>
            <a:endCxn id="7989" idx="3"/>
          </p:cNvCxnSpPr>
          <p:nvPr/>
        </p:nvCxnSpPr>
        <p:spPr>
          <a:xfrm>
            <a:off x="1442520" y="2188800"/>
            <a:ext cx="1125000" cy="1080"/>
          </a:xfrm>
          <a:prstGeom prst="straightConnector1">
            <a:avLst/>
          </a:prstGeom>
          <a:ln w="9360">
            <a:solidFill>
              <a:srgbClr val="000000"/>
            </a:solidFill>
            <a:miter/>
          </a:ln>
        </p:spPr>
      </p:cxnSp>
      <p:sp>
        <p:nvSpPr>
          <p:cNvPr id="7992" name=""/>
          <p:cNvSpPr/>
          <p:nvPr/>
        </p:nvSpPr>
        <p:spPr>
          <a:xfrm>
            <a:off x="1757520" y="2320920"/>
            <a:ext cx="149544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200" spc="-1" strike="noStrike">
                <a:solidFill>
                  <a:srgbClr val="000000"/>
                </a:solidFill>
                <a:latin typeface="Arial"/>
                <a:ea typeface="-윤명조130"/>
              </a:rPr>
              <a:t>VERY PRELIMINARY</a:t>
            </a:r>
            <a:endParaRPr b="0" lang="en-US" sz="1200" spc="-1" strike="noStrike">
              <a:solidFill>
                <a:srgbClr val="000000"/>
              </a:solidFill>
              <a:latin typeface="Times New Roman"/>
            </a:endParaRPr>
          </a:p>
        </p:txBody>
      </p:sp>
      <p:cxnSp>
        <p:nvCxnSpPr>
          <p:cNvPr id="7993" name=""/>
          <p:cNvCxnSpPr>
            <a:stCxn id="7992" idx="0"/>
            <a:endCxn id="7992" idx="1"/>
          </p:cNvCxnSpPr>
          <p:nvPr/>
        </p:nvCxnSpPr>
        <p:spPr>
          <a:xfrm>
            <a:off x="1757520" y="2320560"/>
            <a:ext cx="1496160" cy="1080"/>
          </a:xfrm>
          <a:prstGeom prst="straightConnector1">
            <a:avLst/>
          </a:prstGeom>
          <a:ln w="9360">
            <a:solidFill>
              <a:srgbClr val="000000"/>
            </a:solidFill>
            <a:miter/>
          </a:ln>
        </p:spPr>
      </p:cxnSp>
      <p:cxnSp>
        <p:nvCxnSpPr>
          <p:cNvPr id="7994" name=""/>
          <p:cNvCxnSpPr>
            <a:stCxn id="7992" idx="2"/>
            <a:endCxn id="7992" idx="3"/>
          </p:cNvCxnSpPr>
          <p:nvPr/>
        </p:nvCxnSpPr>
        <p:spPr>
          <a:xfrm>
            <a:off x="1757520" y="2509560"/>
            <a:ext cx="1496160" cy="1080"/>
          </a:xfrm>
          <a:prstGeom prst="straightConnector1">
            <a:avLst/>
          </a:prstGeom>
          <a:ln w="9360">
            <a:solidFill>
              <a:srgbClr val="000000"/>
            </a:solidFill>
            <a:miter/>
          </a:ln>
        </p:spPr>
      </p:cxnSp>
      <p:sp>
        <p:nvSpPr>
          <p:cNvPr id="7995" name=""/>
          <p:cNvSpPr/>
          <p:nvPr/>
        </p:nvSpPr>
        <p:spPr>
          <a:xfrm>
            <a:off x="3350520" y="289080"/>
            <a:ext cx="1673280" cy="18900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de-DE" sz="1200" spc="-1" strike="noStrike">
                <a:solidFill>
                  <a:srgbClr val="000000"/>
                </a:solidFill>
                <a:latin typeface="Arial"/>
                <a:ea typeface="-윤고딕130"/>
              </a:rPr>
              <a:t>STICKER AUTOMAKER</a:t>
            </a:r>
            <a:endParaRPr b="0" lang="en-US" sz="1200" spc="-1" strike="noStrike">
              <a:solidFill>
                <a:srgbClr val="000000"/>
              </a:solidFill>
              <a:latin typeface="Times New Roman"/>
            </a:endParaRPr>
          </a:p>
        </p:txBody>
      </p:sp>
      <p:cxnSp>
        <p:nvCxnSpPr>
          <p:cNvPr id="7996" name=""/>
          <p:cNvCxnSpPr>
            <a:stCxn id="7995" idx="0"/>
            <a:endCxn id="7995" idx="1"/>
          </p:cNvCxnSpPr>
          <p:nvPr/>
        </p:nvCxnSpPr>
        <p:spPr>
          <a:xfrm>
            <a:off x="3349800" y="288720"/>
            <a:ext cx="1675440" cy="1080"/>
          </a:xfrm>
          <a:prstGeom prst="straightConnector1">
            <a:avLst/>
          </a:prstGeom>
          <a:ln w="9360">
            <a:solidFill>
              <a:srgbClr val="000000"/>
            </a:solidFill>
            <a:miter/>
          </a:ln>
        </p:spPr>
      </p:cxnSp>
      <p:cxnSp>
        <p:nvCxnSpPr>
          <p:cNvPr id="7997" name=""/>
          <p:cNvCxnSpPr>
            <a:stCxn id="7995" idx="2"/>
            <a:endCxn id="7995" idx="3"/>
          </p:cNvCxnSpPr>
          <p:nvPr/>
        </p:nvCxnSpPr>
        <p:spPr>
          <a:xfrm>
            <a:off x="3349800" y="477360"/>
            <a:ext cx="1675440" cy="1080"/>
          </a:xfrm>
          <a:prstGeom prst="straightConnector1">
            <a:avLst/>
          </a:prstGeom>
          <a:ln w="9360">
            <a:solidFill>
              <a:srgbClr val="000000"/>
            </a:solidFill>
            <a:miter/>
          </a:ln>
        </p:spPr>
      </p:cxnSp>
      <p:sp>
        <p:nvSpPr>
          <p:cNvPr id="7998" name=""/>
          <p:cNvSpPr/>
          <p:nvPr/>
        </p:nvSpPr>
        <p:spPr>
          <a:xfrm>
            <a:off x="3195720" y="747720"/>
            <a:ext cx="60300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EXAMPLE</a:t>
            </a:r>
            <a:endParaRPr b="0" lang="en-US" sz="1000" spc="-1" strike="noStrike">
              <a:solidFill>
                <a:srgbClr val="000000"/>
              </a:solidFill>
              <a:latin typeface="Times New Roman"/>
            </a:endParaRPr>
          </a:p>
        </p:txBody>
      </p:sp>
      <p:cxnSp>
        <p:nvCxnSpPr>
          <p:cNvPr id="7999" name=""/>
          <p:cNvCxnSpPr>
            <a:stCxn id="7998" idx="0"/>
            <a:endCxn id="7998" idx="1"/>
          </p:cNvCxnSpPr>
          <p:nvPr/>
        </p:nvCxnSpPr>
        <p:spPr>
          <a:xfrm>
            <a:off x="3195360" y="747360"/>
            <a:ext cx="603720" cy="1080"/>
          </a:xfrm>
          <a:prstGeom prst="straightConnector1">
            <a:avLst/>
          </a:prstGeom>
          <a:ln w="9360">
            <a:solidFill>
              <a:srgbClr val="000000"/>
            </a:solidFill>
            <a:miter/>
          </a:ln>
        </p:spPr>
      </p:cxnSp>
      <p:cxnSp>
        <p:nvCxnSpPr>
          <p:cNvPr id="8000" name=""/>
          <p:cNvCxnSpPr>
            <a:stCxn id="7998" idx="2"/>
            <a:endCxn id="7998" idx="3"/>
          </p:cNvCxnSpPr>
          <p:nvPr/>
        </p:nvCxnSpPr>
        <p:spPr>
          <a:xfrm>
            <a:off x="3195360" y="906120"/>
            <a:ext cx="603720" cy="1080"/>
          </a:xfrm>
          <a:prstGeom prst="straightConnector1">
            <a:avLst/>
          </a:prstGeom>
          <a:ln w="9360">
            <a:solidFill>
              <a:srgbClr val="000000"/>
            </a:solidFill>
            <a:miter/>
          </a:ln>
        </p:spPr>
      </p:cxnSp>
      <p:sp>
        <p:nvSpPr>
          <p:cNvPr id="8001" name=""/>
          <p:cNvSpPr/>
          <p:nvPr/>
        </p:nvSpPr>
        <p:spPr>
          <a:xfrm>
            <a:off x="3194280" y="1011240"/>
            <a:ext cx="63864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ESTIMATE</a:t>
            </a:r>
            <a:endParaRPr b="0" lang="en-US" sz="1000" spc="-1" strike="noStrike">
              <a:solidFill>
                <a:srgbClr val="000000"/>
              </a:solidFill>
              <a:latin typeface="Times New Roman"/>
            </a:endParaRPr>
          </a:p>
        </p:txBody>
      </p:sp>
      <p:cxnSp>
        <p:nvCxnSpPr>
          <p:cNvPr id="8002" name=""/>
          <p:cNvCxnSpPr>
            <a:stCxn id="8001" idx="0"/>
            <a:endCxn id="8001" idx="1"/>
          </p:cNvCxnSpPr>
          <p:nvPr/>
        </p:nvCxnSpPr>
        <p:spPr>
          <a:xfrm>
            <a:off x="3193560" y="1010880"/>
            <a:ext cx="640440" cy="1080"/>
          </a:xfrm>
          <a:prstGeom prst="straightConnector1">
            <a:avLst/>
          </a:prstGeom>
          <a:ln w="9360">
            <a:solidFill>
              <a:srgbClr val="000000"/>
            </a:solidFill>
            <a:miter/>
          </a:ln>
        </p:spPr>
      </p:cxnSp>
      <p:cxnSp>
        <p:nvCxnSpPr>
          <p:cNvPr id="8003" name=""/>
          <p:cNvCxnSpPr>
            <a:stCxn id="8001" idx="2"/>
            <a:endCxn id="8001" idx="3"/>
          </p:cNvCxnSpPr>
          <p:nvPr/>
        </p:nvCxnSpPr>
        <p:spPr>
          <a:xfrm>
            <a:off x="3193560" y="1169640"/>
            <a:ext cx="640440" cy="1080"/>
          </a:xfrm>
          <a:prstGeom prst="straightConnector1">
            <a:avLst/>
          </a:prstGeom>
          <a:ln w="9360">
            <a:solidFill>
              <a:srgbClr val="000000"/>
            </a:solidFill>
            <a:miter/>
          </a:ln>
        </p:spPr>
      </p:cxnSp>
      <p:sp>
        <p:nvSpPr>
          <p:cNvPr id="8004" name=""/>
          <p:cNvSpPr/>
          <p:nvPr/>
        </p:nvSpPr>
        <p:spPr>
          <a:xfrm>
            <a:off x="3210480" y="1293840"/>
            <a:ext cx="72252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PROPOSED</a:t>
            </a:r>
            <a:endParaRPr b="0" lang="en-US" sz="1000" spc="-1" strike="noStrike">
              <a:solidFill>
                <a:srgbClr val="000000"/>
              </a:solidFill>
              <a:latin typeface="Times New Roman"/>
            </a:endParaRPr>
          </a:p>
        </p:txBody>
      </p:sp>
      <p:cxnSp>
        <p:nvCxnSpPr>
          <p:cNvPr id="8005" name=""/>
          <p:cNvCxnSpPr>
            <a:stCxn id="8004" idx="0"/>
            <a:endCxn id="8004" idx="1"/>
          </p:cNvCxnSpPr>
          <p:nvPr/>
        </p:nvCxnSpPr>
        <p:spPr>
          <a:xfrm>
            <a:off x="3209400" y="1293480"/>
            <a:ext cx="724680" cy="1080"/>
          </a:xfrm>
          <a:prstGeom prst="straightConnector1">
            <a:avLst/>
          </a:prstGeom>
          <a:ln w="9360">
            <a:solidFill>
              <a:srgbClr val="000000"/>
            </a:solidFill>
            <a:miter/>
          </a:ln>
        </p:spPr>
      </p:cxnSp>
      <p:cxnSp>
        <p:nvCxnSpPr>
          <p:cNvPr id="8006" name=""/>
          <p:cNvCxnSpPr>
            <a:stCxn id="8004" idx="2"/>
            <a:endCxn id="8004" idx="3"/>
          </p:cNvCxnSpPr>
          <p:nvPr/>
        </p:nvCxnSpPr>
        <p:spPr>
          <a:xfrm>
            <a:off x="3209400" y="1452240"/>
            <a:ext cx="724680" cy="1080"/>
          </a:xfrm>
          <a:prstGeom prst="straightConnector1">
            <a:avLst/>
          </a:prstGeom>
          <a:ln w="9360">
            <a:solidFill>
              <a:srgbClr val="000000"/>
            </a:solidFill>
            <a:miter/>
          </a:ln>
        </p:spPr>
      </p:cxnSp>
      <p:sp>
        <p:nvSpPr>
          <p:cNvPr id="8007" name=""/>
          <p:cNvSpPr/>
          <p:nvPr/>
        </p:nvSpPr>
        <p:spPr>
          <a:xfrm>
            <a:off x="4044960" y="1319040"/>
            <a:ext cx="87012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CONCEPTUAL</a:t>
            </a:r>
            <a:endParaRPr b="0" lang="en-US" sz="1000" spc="-1" strike="noStrike">
              <a:solidFill>
                <a:srgbClr val="000000"/>
              </a:solidFill>
              <a:latin typeface="Times New Roman"/>
            </a:endParaRPr>
          </a:p>
        </p:txBody>
      </p:sp>
      <p:cxnSp>
        <p:nvCxnSpPr>
          <p:cNvPr id="8008" name=""/>
          <p:cNvCxnSpPr>
            <a:stCxn id="8007" idx="0"/>
            <a:endCxn id="8007" idx="1"/>
          </p:cNvCxnSpPr>
          <p:nvPr/>
        </p:nvCxnSpPr>
        <p:spPr>
          <a:xfrm>
            <a:off x="4043160" y="1318680"/>
            <a:ext cx="873720" cy="1080"/>
          </a:xfrm>
          <a:prstGeom prst="straightConnector1">
            <a:avLst/>
          </a:prstGeom>
          <a:ln w="9360">
            <a:solidFill>
              <a:srgbClr val="000000"/>
            </a:solidFill>
            <a:miter/>
          </a:ln>
        </p:spPr>
      </p:cxnSp>
      <p:cxnSp>
        <p:nvCxnSpPr>
          <p:cNvPr id="8009" name=""/>
          <p:cNvCxnSpPr>
            <a:stCxn id="8007" idx="2"/>
            <a:endCxn id="8007" idx="3"/>
          </p:cNvCxnSpPr>
          <p:nvPr/>
        </p:nvCxnSpPr>
        <p:spPr>
          <a:xfrm>
            <a:off x="4043160" y="1477440"/>
            <a:ext cx="873720" cy="1080"/>
          </a:xfrm>
          <a:prstGeom prst="straightConnector1">
            <a:avLst/>
          </a:prstGeom>
          <a:ln w="9360">
            <a:solidFill>
              <a:srgbClr val="000000"/>
            </a:solidFill>
            <a:miter/>
          </a:ln>
        </p:spPr>
      </p:cxnSp>
      <p:sp>
        <p:nvSpPr>
          <p:cNvPr id="8010" name=""/>
          <p:cNvSpPr/>
          <p:nvPr/>
        </p:nvSpPr>
        <p:spPr>
          <a:xfrm>
            <a:off x="4295520" y="1601640"/>
            <a:ext cx="86256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PRELIMINARY</a:t>
            </a:r>
            <a:endParaRPr b="0" lang="en-US" sz="1000" spc="-1" strike="noStrike">
              <a:solidFill>
                <a:srgbClr val="000000"/>
              </a:solidFill>
              <a:latin typeface="Times New Roman"/>
            </a:endParaRPr>
          </a:p>
        </p:txBody>
      </p:sp>
      <p:cxnSp>
        <p:nvCxnSpPr>
          <p:cNvPr id="8011" name=""/>
          <p:cNvCxnSpPr>
            <a:stCxn id="8010" idx="0"/>
            <a:endCxn id="8010" idx="1"/>
          </p:cNvCxnSpPr>
          <p:nvPr/>
        </p:nvCxnSpPr>
        <p:spPr>
          <a:xfrm>
            <a:off x="4294080" y="1601280"/>
            <a:ext cx="866160" cy="1080"/>
          </a:xfrm>
          <a:prstGeom prst="straightConnector1">
            <a:avLst/>
          </a:prstGeom>
          <a:ln w="9360">
            <a:solidFill>
              <a:srgbClr val="000000"/>
            </a:solidFill>
            <a:miter/>
          </a:ln>
        </p:spPr>
      </p:cxnSp>
      <p:cxnSp>
        <p:nvCxnSpPr>
          <p:cNvPr id="8012" name=""/>
          <p:cNvCxnSpPr>
            <a:stCxn id="8010" idx="2"/>
            <a:endCxn id="8010" idx="3"/>
          </p:cNvCxnSpPr>
          <p:nvPr/>
        </p:nvCxnSpPr>
        <p:spPr>
          <a:xfrm>
            <a:off x="4294080" y="1760040"/>
            <a:ext cx="866160" cy="1080"/>
          </a:xfrm>
          <a:prstGeom prst="straightConnector1">
            <a:avLst/>
          </a:prstGeom>
          <a:ln w="9360">
            <a:solidFill>
              <a:srgbClr val="000000"/>
            </a:solidFill>
            <a:miter/>
          </a:ln>
        </p:spPr>
      </p:cxnSp>
      <p:sp>
        <p:nvSpPr>
          <p:cNvPr id="8013" name=""/>
          <p:cNvSpPr/>
          <p:nvPr/>
        </p:nvSpPr>
        <p:spPr>
          <a:xfrm>
            <a:off x="3202200" y="1874880"/>
            <a:ext cx="114408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ROUGH ESTIMATE</a:t>
            </a:r>
            <a:endParaRPr b="0" lang="en-US" sz="1000" spc="-1" strike="noStrike">
              <a:solidFill>
                <a:srgbClr val="000000"/>
              </a:solidFill>
              <a:latin typeface="Times New Roman"/>
            </a:endParaRPr>
          </a:p>
        </p:txBody>
      </p:sp>
      <p:cxnSp>
        <p:nvCxnSpPr>
          <p:cNvPr id="8014" name=""/>
          <p:cNvCxnSpPr>
            <a:stCxn id="8013" idx="0"/>
            <a:endCxn id="8013" idx="1"/>
          </p:cNvCxnSpPr>
          <p:nvPr/>
        </p:nvCxnSpPr>
        <p:spPr>
          <a:xfrm>
            <a:off x="3200400" y="1874520"/>
            <a:ext cx="1148040" cy="1080"/>
          </a:xfrm>
          <a:prstGeom prst="straightConnector1">
            <a:avLst/>
          </a:prstGeom>
          <a:ln w="9360">
            <a:solidFill>
              <a:srgbClr val="000000"/>
            </a:solidFill>
            <a:miter/>
          </a:ln>
        </p:spPr>
      </p:cxnSp>
      <p:cxnSp>
        <p:nvCxnSpPr>
          <p:cNvPr id="8015" name=""/>
          <p:cNvCxnSpPr>
            <a:stCxn id="8013" idx="2"/>
            <a:endCxn id="8013" idx="3"/>
          </p:cNvCxnSpPr>
          <p:nvPr/>
        </p:nvCxnSpPr>
        <p:spPr>
          <a:xfrm>
            <a:off x="3200400" y="2033280"/>
            <a:ext cx="1148040" cy="1080"/>
          </a:xfrm>
          <a:prstGeom prst="straightConnector1">
            <a:avLst/>
          </a:prstGeom>
          <a:ln w="9360">
            <a:solidFill>
              <a:srgbClr val="000000"/>
            </a:solidFill>
            <a:miter/>
          </a:ln>
        </p:spPr>
      </p:cxnSp>
      <p:sp>
        <p:nvSpPr>
          <p:cNvPr id="8016" name=""/>
          <p:cNvSpPr/>
          <p:nvPr/>
        </p:nvSpPr>
        <p:spPr>
          <a:xfrm>
            <a:off x="3444480" y="2128680"/>
            <a:ext cx="120672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TO BE COMPLETED</a:t>
            </a:r>
            <a:endParaRPr b="0" lang="en-US" sz="1000" spc="-1" strike="noStrike">
              <a:solidFill>
                <a:srgbClr val="000000"/>
              </a:solidFill>
              <a:latin typeface="Times New Roman"/>
            </a:endParaRPr>
          </a:p>
        </p:txBody>
      </p:sp>
      <p:cxnSp>
        <p:nvCxnSpPr>
          <p:cNvPr id="8017" name=""/>
          <p:cNvCxnSpPr>
            <a:stCxn id="8016" idx="0"/>
            <a:endCxn id="8016" idx="1"/>
          </p:cNvCxnSpPr>
          <p:nvPr/>
        </p:nvCxnSpPr>
        <p:spPr>
          <a:xfrm>
            <a:off x="3443400" y="2128320"/>
            <a:ext cx="1210320" cy="1080"/>
          </a:xfrm>
          <a:prstGeom prst="straightConnector1">
            <a:avLst/>
          </a:prstGeom>
          <a:ln w="9360">
            <a:solidFill>
              <a:srgbClr val="000000"/>
            </a:solidFill>
            <a:miter/>
          </a:ln>
        </p:spPr>
      </p:cxnSp>
      <p:cxnSp>
        <p:nvCxnSpPr>
          <p:cNvPr id="8018" name=""/>
          <p:cNvCxnSpPr>
            <a:stCxn id="8016" idx="2"/>
            <a:endCxn id="8016" idx="3"/>
          </p:cNvCxnSpPr>
          <p:nvPr/>
        </p:nvCxnSpPr>
        <p:spPr>
          <a:xfrm>
            <a:off x="3443400" y="2287080"/>
            <a:ext cx="1210320" cy="1080"/>
          </a:xfrm>
          <a:prstGeom prst="straightConnector1">
            <a:avLst/>
          </a:prstGeom>
          <a:ln w="9360">
            <a:solidFill>
              <a:srgbClr val="000000"/>
            </a:solidFill>
            <a:miter/>
          </a:ln>
        </p:spPr>
      </p:cxnSp>
      <p:sp>
        <p:nvSpPr>
          <p:cNvPr id="8019" name=""/>
          <p:cNvSpPr/>
          <p:nvPr/>
        </p:nvSpPr>
        <p:spPr>
          <a:xfrm>
            <a:off x="3488040" y="2382840"/>
            <a:ext cx="147384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ONLY FOR DISCUSSION</a:t>
            </a:r>
            <a:endParaRPr b="0" lang="en-US" sz="1000" spc="-1" strike="noStrike">
              <a:solidFill>
                <a:srgbClr val="000000"/>
              </a:solidFill>
              <a:latin typeface="Times New Roman"/>
            </a:endParaRPr>
          </a:p>
        </p:txBody>
      </p:sp>
      <p:cxnSp>
        <p:nvCxnSpPr>
          <p:cNvPr id="8020" name=""/>
          <p:cNvCxnSpPr>
            <a:stCxn id="8019" idx="0"/>
            <a:endCxn id="8019" idx="1"/>
          </p:cNvCxnSpPr>
          <p:nvPr/>
        </p:nvCxnSpPr>
        <p:spPr>
          <a:xfrm>
            <a:off x="3485880" y="2382480"/>
            <a:ext cx="1478520" cy="1080"/>
          </a:xfrm>
          <a:prstGeom prst="straightConnector1">
            <a:avLst/>
          </a:prstGeom>
          <a:ln w="9360">
            <a:solidFill>
              <a:srgbClr val="000000"/>
            </a:solidFill>
            <a:miter/>
          </a:ln>
        </p:spPr>
      </p:cxnSp>
      <p:cxnSp>
        <p:nvCxnSpPr>
          <p:cNvPr id="8021" name=""/>
          <p:cNvCxnSpPr>
            <a:stCxn id="8019" idx="2"/>
            <a:endCxn id="8019" idx="3"/>
          </p:cNvCxnSpPr>
          <p:nvPr/>
        </p:nvCxnSpPr>
        <p:spPr>
          <a:xfrm>
            <a:off x="3485880" y="2541240"/>
            <a:ext cx="1478520" cy="1080"/>
          </a:xfrm>
          <a:prstGeom prst="straightConnector1">
            <a:avLst/>
          </a:prstGeom>
          <a:ln w="9360">
            <a:solidFill>
              <a:srgbClr val="000000"/>
            </a:solidFill>
            <a:miter/>
          </a:ln>
        </p:spPr>
      </p:cxnSp>
      <p:sp>
        <p:nvSpPr>
          <p:cNvPr id="8022" name=""/>
          <p:cNvSpPr/>
          <p:nvPr/>
        </p:nvSpPr>
        <p:spPr>
          <a:xfrm>
            <a:off x="4789800" y="2151000"/>
            <a:ext cx="131184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WORK IN PROGRESS</a:t>
            </a:r>
            <a:endParaRPr b="0" lang="en-US" sz="1000" spc="-1" strike="noStrike">
              <a:solidFill>
                <a:srgbClr val="000000"/>
              </a:solidFill>
              <a:latin typeface="Times New Roman"/>
            </a:endParaRPr>
          </a:p>
        </p:txBody>
      </p:sp>
      <p:cxnSp>
        <p:nvCxnSpPr>
          <p:cNvPr id="8023" name=""/>
          <p:cNvCxnSpPr>
            <a:stCxn id="8022" idx="0"/>
            <a:endCxn id="8022" idx="1"/>
          </p:cNvCxnSpPr>
          <p:nvPr/>
        </p:nvCxnSpPr>
        <p:spPr>
          <a:xfrm>
            <a:off x="4787640" y="2150640"/>
            <a:ext cx="1316160" cy="1080"/>
          </a:xfrm>
          <a:prstGeom prst="straightConnector1">
            <a:avLst/>
          </a:prstGeom>
          <a:ln w="9360">
            <a:solidFill>
              <a:srgbClr val="000000"/>
            </a:solidFill>
            <a:miter/>
          </a:ln>
        </p:spPr>
      </p:cxnSp>
      <p:cxnSp>
        <p:nvCxnSpPr>
          <p:cNvPr id="8024" name=""/>
          <p:cNvCxnSpPr>
            <a:stCxn id="8022" idx="2"/>
            <a:endCxn id="8022" idx="3"/>
          </p:cNvCxnSpPr>
          <p:nvPr/>
        </p:nvCxnSpPr>
        <p:spPr>
          <a:xfrm>
            <a:off x="4787640" y="2309400"/>
            <a:ext cx="1316160" cy="1080"/>
          </a:xfrm>
          <a:prstGeom prst="straightConnector1">
            <a:avLst/>
          </a:prstGeom>
          <a:ln w="9360">
            <a:solidFill>
              <a:srgbClr val="000000"/>
            </a:solidFill>
            <a:miter/>
          </a:ln>
        </p:spPr>
      </p:cxnSp>
      <p:sp>
        <p:nvSpPr>
          <p:cNvPr id="8025" name=""/>
          <p:cNvSpPr/>
          <p:nvPr/>
        </p:nvSpPr>
        <p:spPr>
          <a:xfrm>
            <a:off x="3918240" y="749160"/>
            <a:ext cx="56088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BACK UP</a:t>
            </a:r>
            <a:endParaRPr b="0" lang="en-US" sz="1000" spc="-1" strike="noStrike">
              <a:solidFill>
                <a:srgbClr val="000000"/>
              </a:solidFill>
              <a:latin typeface="Times New Roman"/>
            </a:endParaRPr>
          </a:p>
        </p:txBody>
      </p:sp>
      <p:cxnSp>
        <p:nvCxnSpPr>
          <p:cNvPr id="8026" name=""/>
          <p:cNvCxnSpPr>
            <a:stCxn id="8025" idx="0"/>
            <a:endCxn id="8025" idx="1"/>
          </p:cNvCxnSpPr>
          <p:nvPr/>
        </p:nvCxnSpPr>
        <p:spPr>
          <a:xfrm>
            <a:off x="3917520" y="748800"/>
            <a:ext cx="562680" cy="1080"/>
          </a:xfrm>
          <a:prstGeom prst="straightConnector1">
            <a:avLst/>
          </a:prstGeom>
          <a:ln w="9360">
            <a:solidFill>
              <a:srgbClr val="000000"/>
            </a:solidFill>
            <a:miter/>
          </a:ln>
        </p:spPr>
      </p:cxnSp>
      <p:cxnSp>
        <p:nvCxnSpPr>
          <p:cNvPr id="8027" name=""/>
          <p:cNvCxnSpPr>
            <a:stCxn id="8025" idx="2"/>
            <a:endCxn id="8025" idx="3"/>
          </p:cNvCxnSpPr>
          <p:nvPr/>
        </p:nvCxnSpPr>
        <p:spPr>
          <a:xfrm>
            <a:off x="3917520" y="907560"/>
            <a:ext cx="562680" cy="1080"/>
          </a:xfrm>
          <a:prstGeom prst="straightConnector1">
            <a:avLst/>
          </a:prstGeom>
          <a:ln w="9360">
            <a:solidFill>
              <a:srgbClr val="000000"/>
            </a:solidFill>
            <a:miter/>
          </a:ln>
        </p:spPr>
      </p:cxnSp>
      <p:sp>
        <p:nvSpPr>
          <p:cNvPr id="8028" name=""/>
          <p:cNvSpPr/>
          <p:nvPr/>
        </p:nvSpPr>
        <p:spPr>
          <a:xfrm>
            <a:off x="4624920" y="755640"/>
            <a:ext cx="56088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REVISED</a:t>
            </a:r>
            <a:endParaRPr b="0" lang="en-US" sz="1000" spc="-1" strike="noStrike">
              <a:solidFill>
                <a:srgbClr val="000000"/>
              </a:solidFill>
              <a:latin typeface="Times New Roman"/>
            </a:endParaRPr>
          </a:p>
        </p:txBody>
      </p:sp>
      <p:cxnSp>
        <p:nvCxnSpPr>
          <p:cNvPr id="8029" name=""/>
          <p:cNvCxnSpPr>
            <a:stCxn id="8028" idx="0"/>
            <a:endCxn id="8028" idx="1"/>
          </p:cNvCxnSpPr>
          <p:nvPr/>
        </p:nvCxnSpPr>
        <p:spPr>
          <a:xfrm>
            <a:off x="4624200" y="755280"/>
            <a:ext cx="562680" cy="1080"/>
          </a:xfrm>
          <a:prstGeom prst="straightConnector1">
            <a:avLst/>
          </a:prstGeom>
          <a:ln w="9360">
            <a:solidFill>
              <a:srgbClr val="000000"/>
            </a:solidFill>
            <a:miter/>
          </a:ln>
        </p:spPr>
      </p:cxnSp>
      <p:cxnSp>
        <p:nvCxnSpPr>
          <p:cNvPr id="8030" name=""/>
          <p:cNvCxnSpPr>
            <a:stCxn id="8028" idx="2"/>
            <a:endCxn id="8028" idx="3"/>
          </p:cNvCxnSpPr>
          <p:nvPr/>
        </p:nvCxnSpPr>
        <p:spPr>
          <a:xfrm>
            <a:off x="4624200" y="914040"/>
            <a:ext cx="562680" cy="1080"/>
          </a:xfrm>
          <a:prstGeom prst="straightConnector1">
            <a:avLst/>
          </a:prstGeom>
          <a:ln w="9360">
            <a:solidFill>
              <a:srgbClr val="000000"/>
            </a:solidFill>
            <a:miter/>
          </a:ln>
        </p:spPr>
      </p:cxnSp>
      <p:sp>
        <p:nvSpPr>
          <p:cNvPr id="8031" name=""/>
          <p:cNvSpPr/>
          <p:nvPr/>
        </p:nvSpPr>
        <p:spPr>
          <a:xfrm>
            <a:off x="3931560" y="1009800"/>
            <a:ext cx="70092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TENTATIVE</a:t>
            </a:r>
            <a:endParaRPr b="0" lang="en-US" sz="1000" spc="-1" strike="noStrike">
              <a:solidFill>
                <a:srgbClr val="000000"/>
              </a:solidFill>
              <a:latin typeface="Times New Roman"/>
            </a:endParaRPr>
          </a:p>
        </p:txBody>
      </p:sp>
      <p:cxnSp>
        <p:nvCxnSpPr>
          <p:cNvPr id="8032" name=""/>
          <p:cNvCxnSpPr>
            <a:stCxn id="8031" idx="0"/>
            <a:endCxn id="8031" idx="1"/>
          </p:cNvCxnSpPr>
          <p:nvPr/>
        </p:nvCxnSpPr>
        <p:spPr>
          <a:xfrm>
            <a:off x="3930480" y="1009440"/>
            <a:ext cx="704160" cy="1080"/>
          </a:xfrm>
          <a:prstGeom prst="straightConnector1">
            <a:avLst/>
          </a:prstGeom>
          <a:ln w="9360">
            <a:solidFill>
              <a:srgbClr val="000000"/>
            </a:solidFill>
            <a:miter/>
          </a:ln>
        </p:spPr>
      </p:cxnSp>
      <p:cxnSp>
        <p:nvCxnSpPr>
          <p:cNvPr id="8033" name=""/>
          <p:cNvCxnSpPr>
            <a:stCxn id="8031" idx="2"/>
            <a:endCxn id="8031" idx="3"/>
          </p:cNvCxnSpPr>
          <p:nvPr/>
        </p:nvCxnSpPr>
        <p:spPr>
          <a:xfrm>
            <a:off x="3930480" y="1168200"/>
            <a:ext cx="704160" cy="1080"/>
          </a:xfrm>
          <a:prstGeom prst="straightConnector1">
            <a:avLst/>
          </a:prstGeom>
          <a:ln w="9360">
            <a:solidFill>
              <a:srgbClr val="000000"/>
            </a:solidFill>
            <a:miter/>
          </a:ln>
        </p:spPr>
      </p:cxnSp>
      <p:sp>
        <p:nvSpPr>
          <p:cNvPr id="8034" name=""/>
          <p:cNvSpPr/>
          <p:nvPr/>
        </p:nvSpPr>
        <p:spPr>
          <a:xfrm>
            <a:off x="4726440" y="1015920"/>
            <a:ext cx="82152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HYPOTHESIS</a:t>
            </a:r>
            <a:endParaRPr b="0" lang="en-US" sz="1000" spc="-1" strike="noStrike">
              <a:solidFill>
                <a:srgbClr val="000000"/>
              </a:solidFill>
              <a:latin typeface="Times New Roman"/>
            </a:endParaRPr>
          </a:p>
        </p:txBody>
      </p:sp>
      <p:cxnSp>
        <p:nvCxnSpPr>
          <p:cNvPr id="8035" name=""/>
          <p:cNvCxnSpPr>
            <a:stCxn id="8034" idx="0"/>
            <a:endCxn id="8034" idx="1"/>
          </p:cNvCxnSpPr>
          <p:nvPr/>
        </p:nvCxnSpPr>
        <p:spPr>
          <a:xfrm>
            <a:off x="4726080" y="1015560"/>
            <a:ext cx="822960" cy="1080"/>
          </a:xfrm>
          <a:prstGeom prst="straightConnector1">
            <a:avLst/>
          </a:prstGeom>
          <a:ln w="9360">
            <a:solidFill>
              <a:srgbClr val="000000"/>
            </a:solidFill>
            <a:miter/>
          </a:ln>
        </p:spPr>
      </p:cxnSp>
      <p:cxnSp>
        <p:nvCxnSpPr>
          <p:cNvPr id="8036" name=""/>
          <p:cNvCxnSpPr>
            <a:stCxn id="8034" idx="2"/>
            <a:endCxn id="8034" idx="3"/>
          </p:cNvCxnSpPr>
          <p:nvPr/>
        </p:nvCxnSpPr>
        <p:spPr>
          <a:xfrm>
            <a:off x="4726080" y="1174320"/>
            <a:ext cx="822960" cy="1080"/>
          </a:xfrm>
          <a:prstGeom prst="straightConnector1">
            <a:avLst/>
          </a:prstGeom>
          <a:ln w="9360">
            <a:solidFill>
              <a:srgbClr val="000000"/>
            </a:solidFill>
            <a:miter/>
          </a:ln>
        </p:spPr>
      </p:cxnSp>
      <p:sp>
        <p:nvSpPr>
          <p:cNvPr id="8037" name=""/>
          <p:cNvSpPr/>
          <p:nvPr/>
        </p:nvSpPr>
        <p:spPr>
          <a:xfrm>
            <a:off x="4989600" y="1308240"/>
            <a:ext cx="89172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ILLUSTRATIVE</a:t>
            </a:r>
            <a:endParaRPr b="0" lang="en-US" sz="1000" spc="-1" strike="noStrike">
              <a:solidFill>
                <a:srgbClr val="000000"/>
              </a:solidFill>
              <a:latin typeface="Times New Roman"/>
            </a:endParaRPr>
          </a:p>
        </p:txBody>
      </p:sp>
      <p:cxnSp>
        <p:nvCxnSpPr>
          <p:cNvPr id="8038" name=""/>
          <p:cNvCxnSpPr>
            <a:stCxn id="8037" idx="0"/>
            <a:endCxn id="8037" idx="1"/>
          </p:cNvCxnSpPr>
          <p:nvPr/>
        </p:nvCxnSpPr>
        <p:spPr>
          <a:xfrm>
            <a:off x="4989600" y="1307880"/>
            <a:ext cx="892800" cy="1080"/>
          </a:xfrm>
          <a:prstGeom prst="straightConnector1">
            <a:avLst/>
          </a:prstGeom>
          <a:ln w="9360">
            <a:solidFill>
              <a:srgbClr val="000000"/>
            </a:solidFill>
            <a:miter/>
          </a:ln>
        </p:spPr>
      </p:cxnSp>
      <p:cxnSp>
        <p:nvCxnSpPr>
          <p:cNvPr id="8039" name=""/>
          <p:cNvCxnSpPr>
            <a:stCxn id="8037" idx="2"/>
            <a:endCxn id="8037" idx="3"/>
          </p:cNvCxnSpPr>
          <p:nvPr/>
        </p:nvCxnSpPr>
        <p:spPr>
          <a:xfrm>
            <a:off x="4989600" y="1466640"/>
            <a:ext cx="892800" cy="1080"/>
          </a:xfrm>
          <a:prstGeom prst="straightConnector1">
            <a:avLst/>
          </a:prstGeom>
          <a:ln w="9360">
            <a:solidFill>
              <a:srgbClr val="000000"/>
            </a:solidFill>
            <a:miter/>
          </a:ln>
        </p:spPr>
      </p:cxnSp>
      <p:sp>
        <p:nvSpPr>
          <p:cNvPr id="8040" name=""/>
          <p:cNvSpPr/>
          <p:nvPr/>
        </p:nvSpPr>
        <p:spPr>
          <a:xfrm>
            <a:off x="3241800" y="1590840"/>
            <a:ext cx="93276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CONFIDENTIAL</a:t>
            </a:r>
            <a:endParaRPr b="0" lang="en-US" sz="1000" spc="-1" strike="noStrike">
              <a:solidFill>
                <a:srgbClr val="000000"/>
              </a:solidFill>
              <a:latin typeface="Times New Roman"/>
            </a:endParaRPr>
          </a:p>
        </p:txBody>
      </p:sp>
      <p:cxnSp>
        <p:nvCxnSpPr>
          <p:cNvPr id="8041" name=""/>
          <p:cNvCxnSpPr>
            <a:stCxn id="8040" idx="0"/>
            <a:endCxn id="8040" idx="1"/>
          </p:cNvCxnSpPr>
          <p:nvPr/>
        </p:nvCxnSpPr>
        <p:spPr>
          <a:xfrm>
            <a:off x="3240000" y="1590480"/>
            <a:ext cx="937440" cy="1080"/>
          </a:xfrm>
          <a:prstGeom prst="straightConnector1">
            <a:avLst/>
          </a:prstGeom>
          <a:ln w="9360">
            <a:solidFill>
              <a:srgbClr val="000000"/>
            </a:solidFill>
            <a:miter/>
          </a:ln>
        </p:spPr>
      </p:cxnSp>
      <p:cxnSp>
        <p:nvCxnSpPr>
          <p:cNvPr id="8042" name=""/>
          <p:cNvCxnSpPr>
            <a:stCxn id="8040" idx="2"/>
            <a:endCxn id="8040" idx="3"/>
          </p:cNvCxnSpPr>
          <p:nvPr/>
        </p:nvCxnSpPr>
        <p:spPr>
          <a:xfrm>
            <a:off x="3240000" y="1749240"/>
            <a:ext cx="937440" cy="1080"/>
          </a:xfrm>
          <a:prstGeom prst="straightConnector1">
            <a:avLst/>
          </a:prstGeom>
          <a:ln w="9360">
            <a:solidFill>
              <a:srgbClr val="000000"/>
            </a:solidFill>
            <a:miter/>
          </a:ln>
        </p:spPr>
      </p:cxnSp>
      <p:sp>
        <p:nvSpPr>
          <p:cNvPr id="8043" name=""/>
          <p:cNvSpPr/>
          <p:nvPr/>
        </p:nvSpPr>
        <p:spPr>
          <a:xfrm>
            <a:off x="4480920" y="1882800"/>
            <a:ext cx="1242000" cy="158760"/>
          </a:xfrm>
          <a:prstGeom prst="leftRightArrow">
            <a:avLst>
              <a:gd name="adj1" fmla="val 100000"/>
              <a:gd name="adj2" fmla="val 0"/>
            </a:avLst>
          </a:prstGeom>
          <a:noFill/>
          <a:ln w="0">
            <a:noFill/>
          </a:ln>
        </p:spPr>
        <p:style>
          <a:lnRef idx="0"/>
          <a:fillRef idx="0"/>
          <a:effectRef idx="0"/>
          <a:fontRef idx="minor"/>
        </p:style>
        <p:txBody>
          <a:bodyPr wrap="none" lIns="2520" rIns="2520" tIns="6480" bIns="0" anchor="t">
            <a:spAutoFit/>
          </a:bodyPr>
          <a:p>
            <a:pPr algn="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i="1" lang="en-US" sz="1000" spc="-1" strike="noStrike">
                <a:solidFill>
                  <a:srgbClr val="000000"/>
                </a:solidFill>
                <a:latin typeface="Arial"/>
                <a:ea typeface="-윤명조130"/>
              </a:rPr>
              <a:t>VERY PRELIMINARY</a:t>
            </a:r>
            <a:endParaRPr b="0" lang="en-US" sz="1000" spc="-1" strike="noStrike">
              <a:solidFill>
                <a:srgbClr val="000000"/>
              </a:solidFill>
              <a:latin typeface="Times New Roman"/>
            </a:endParaRPr>
          </a:p>
        </p:txBody>
      </p:sp>
      <p:cxnSp>
        <p:nvCxnSpPr>
          <p:cNvPr id="8044" name=""/>
          <p:cNvCxnSpPr>
            <a:stCxn id="8043" idx="0"/>
            <a:endCxn id="8043" idx="1"/>
          </p:cNvCxnSpPr>
          <p:nvPr/>
        </p:nvCxnSpPr>
        <p:spPr>
          <a:xfrm>
            <a:off x="4479480" y="1882440"/>
            <a:ext cx="1245240" cy="1080"/>
          </a:xfrm>
          <a:prstGeom prst="straightConnector1">
            <a:avLst/>
          </a:prstGeom>
          <a:ln w="9360">
            <a:solidFill>
              <a:srgbClr val="000000"/>
            </a:solidFill>
            <a:miter/>
          </a:ln>
        </p:spPr>
      </p:cxnSp>
      <p:cxnSp>
        <p:nvCxnSpPr>
          <p:cNvPr id="8045" name=""/>
          <p:cNvCxnSpPr>
            <a:stCxn id="8043" idx="2"/>
            <a:endCxn id="8043" idx="3"/>
          </p:cNvCxnSpPr>
          <p:nvPr/>
        </p:nvCxnSpPr>
        <p:spPr>
          <a:xfrm>
            <a:off x="4479480" y="2041200"/>
            <a:ext cx="1245240" cy="1080"/>
          </a:xfrm>
          <a:prstGeom prst="straightConnector1">
            <a:avLst/>
          </a:prstGeom>
          <a:ln w="9360">
            <a:solidFill>
              <a:srgbClr val="000000"/>
            </a:solidFill>
            <a:miter/>
          </a:ln>
        </p:spPr>
      </p:cxnSp>
      <p:sp>
        <p:nvSpPr>
          <p:cNvPr id="3" name="PlaceHolder 2"/>
          <p:cNvSpPr>
            <a:spLocks noGrp="1"/>
          </p:cNvSpPr>
          <p:nvPr>
            <p:ph type="sldNum" idx="2"/>
          </p:nvPr>
        </p:nvSpPr>
        <p:spPr/>
        <p:txBody>
          <a:bodyPr/>
          <a:p>
            <a:fld id="{F9C68EC3-7BCC-4AE4-8849-61784FBDC977}" type="slidenum">
              <a:t>302</a:t>
            </a:fld>
          </a:p>
        </p:txBody>
      </p:sp>
    </p:spTree>
  </p:cSld>
  <mc:AlternateContent>
    <mc:Choice Requires="p14">
      <p:transition spd="slow" p14:dur="2000"/>
    </mc:Choice>
    <mc:Fallback>
      <p:transition spd="slow"/>
    </mc:Fallback>
  </mc:AlternateContent>
</p:sld>
</file>

<file path=ppt/slides/slide3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46" name=""/>
          <p:cNvSpPr/>
          <p:nvPr/>
        </p:nvSpPr>
        <p:spPr>
          <a:xfrm>
            <a:off x="8400960" y="289080"/>
            <a:ext cx="314280" cy="242640"/>
          </a:xfrm>
          <a:custGeom>
            <a:avLst/>
            <a:gdLst>
              <a:gd name="textAreaLeft" fmla="*/ 0 w 314280"/>
              <a:gd name="textAreaRight" fmla="*/ 314640 w 314280"/>
              <a:gd name="textAreaTop" fmla="*/ 0 h 242640"/>
              <a:gd name="textAreaBottom" fmla="*/ 243000 h 24264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47" name=""/>
          <p:cNvSpPr/>
          <p:nvPr/>
        </p:nvSpPr>
        <p:spPr>
          <a:xfrm>
            <a:off x="8178840" y="289080"/>
            <a:ext cx="314280" cy="242640"/>
          </a:xfrm>
          <a:custGeom>
            <a:avLst/>
            <a:gdLst>
              <a:gd name="textAreaLeft" fmla="*/ 0 w 314280"/>
              <a:gd name="textAreaRight" fmla="*/ 314640 w 314280"/>
              <a:gd name="textAreaTop" fmla="*/ 0 h 242640"/>
              <a:gd name="textAreaBottom" fmla="*/ 243000 h 24264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48" name=""/>
          <p:cNvSpPr/>
          <p:nvPr/>
        </p:nvSpPr>
        <p:spPr>
          <a:xfrm>
            <a:off x="7956720" y="289080"/>
            <a:ext cx="314280" cy="242640"/>
          </a:xfrm>
          <a:custGeom>
            <a:avLst/>
            <a:gdLst>
              <a:gd name="textAreaLeft" fmla="*/ 0 w 314280"/>
              <a:gd name="textAreaRight" fmla="*/ 314640 w 314280"/>
              <a:gd name="textAreaTop" fmla="*/ 0 h 242640"/>
              <a:gd name="textAreaBottom" fmla="*/ 243000 h 24264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49" name=""/>
          <p:cNvSpPr/>
          <p:nvPr/>
        </p:nvSpPr>
        <p:spPr>
          <a:xfrm>
            <a:off x="7734240" y="289080"/>
            <a:ext cx="314280" cy="242640"/>
          </a:xfrm>
          <a:custGeom>
            <a:avLst/>
            <a:gdLst>
              <a:gd name="textAreaLeft" fmla="*/ 0 w 314280"/>
              <a:gd name="textAreaRight" fmla="*/ 314640 w 314280"/>
              <a:gd name="textAreaTop" fmla="*/ 0 h 242640"/>
              <a:gd name="textAreaBottom" fmla="*/ 243000 h 24264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0" name=""/>
          <p:cNvSpPr/>
          <p:nvPr/>
        </p:nvSpPr>
        <p:spPr>
          <a:xfrm>
            <a:off x="7512120" y="289080"/>
            <a:ext cx="314280" cy="242640"/>
          </a:xfrm>
          <a:custGeom>
            <a:avLst/>
            <a:gdLst>
              <a:gd name="textAreaLeft" fmla="*/ 0 w 314280"/>
              <a:gd name="textAreaRight" fmla="*/ 314640 w 314280"/>
              <a:gd name="textAreaTop" fmla="*/ 0 h 242640"/>
              <a:gd name="textAreaBottom" fmla="*/ 243000 h 24264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1" name=""/>
          <p:cNvSpPr/>
          <p:nvPr/>
        </p:nvSpPr>
        <p:spPr>
          <a:xfrm>
            <a:off x="7289640" y="289080"/>
            <a:ext cx="314640" cy="242640"/>
          </a:xfrm>
          <a:custGeom>
            <a:avLst/>
            <a:gdLst>
              <a:gd name="textAreaLeft" fmla="*/ 0 w 314640"/>
              <a:gd name="textAreaRight" fmla="*/ 315000 w 314640"/>
              <a:gd name="textAreaTop" fmla="*/ 0 h 242640"/>
              <a:gd name="textAreaBottom" fmla="*/ 243000 h 24264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2" name=""/>
          <p:cNvSpPr/>
          <p:nvPr/>
        </p:nvSpPr>
        <p:spPr>
          <a:xfrm>
            <a:off x="7067520" y="289080"/>
            <a:ext cx="314280" cy="242640"/>
          </a:xfrm>
          <a:custGeom>
            <a:avLst/>
            <a:gdLst>
              <a:gd name="textAreaLeft" fmla="*/ 0 w 314280"/>
              <a:gd name="textAreaRight" fmla="*/ 314640 w 314280"/>
              <a:gd name="textAreaTop" fmla="*/ 0 h 242640"/>
              <a:gd name="textAreaBottom" fmla="*/ 243000 h 24264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3" name=""/>
          <p:cNvSpPr/>
          <p:nvPr/>
        </p:nvSpPr>
        <p:spPr>
          <a:xfrm>
            <a:off x="8267760" y="679320"/>
            <a:ext cx="315720" cy="6606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4" name=""/>
          <p:cNvSpPr/>
          <p:nvPr/>
        </p:nvSpPr>
        <p:spPr>
          <a:xfrm>
            <a:off x="8399520" y="731880"/>
            <a:ext cx="315720" cy="152280"/>
          </a:xfrm>
          <a:prstGeom prst="rect">
            <a:avLst/>
          </a:pr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5" name=""/>
          <p:cNvSpPr/>
          <p:nvPr/>
        </p:nvSpPr>
        <p:spPr>
          <a:xfrm>
            <a:off x="8399520" y="932040"/>
            <a:ext cx="315720" cy="1522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6" name=""/>
          <p:cNvSpPr/>
          <p:nvPr/>
        </p:nvSpPr>
        <p:spPr>
          <a:xfrm>
            <a:off x="8399520" y="1131840"/>
            <a:ext cx="315720" cy="1522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7" name=""/>
          <p:cNvSpPr/>
          <p:nvPr/>
        </p:nvSpPr>
        <p:spPr>
          <a:xfrm>
            <a:off x="8362800" y="1471680"/>
            <a:ext cx="352440" cy="168120"/>
          </a:xfrm>
          <a:prstGeom prst="ellipse">
            <a:avLst/>
          </a:pr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8" name=""/>
          <p:cNvSpPr/>
          <p:nvPr/>
        </p:nvSpPr>
        <p:spPr>
          <a:xfrm>
            <a:off x="8362800" y="1690560"/>
            <a:ext cx="352440" cy="1666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59" name=""/>
          <p:cNvSpPr/>
          <p:nvPr/>
        </p:nvSpPr>
        <p:spPr>
          <a:xfrm>
            <a:off x="8362800" y="1908000"/>
            <a:ext cx="352440" cy="168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8060" name=""/>
          <p:cNvGrpSpPr/>
          <p:nvPr/>
        </p:nvGrpSpPr>
        <p:grpSpPr>
          <a:xfrm>
            <a:off x="7470720" y="673200"/>
            <a:ext cx="619200" cy="547560"/>
            <a:chOff x="7470720" y="673200"/>
            <a:chExt cx="619200" cy="547560"/>
          </a:xfrm>
        </p:grpSpPr>
        <p:sp>
          <p:nvSpPr>
            <p:cNvPr id="8061" name=""/>
            <p:cNvSpPr/>
            <p:nvPr/>
          </p:nvSpPr>
          <p:spPr>
            <a:xfrm>
              <a:off x="7470720" y="946080"/>
              <a:ext cx="311040" cy="2746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62" name=""/>
            <p:cNvSpPr/>
            <p:nvPr/>
          </p:nvSpPr>
          <p:spPr>
            <a:xfrm>
              <a:off x="7778880" y="946080"/>
              <a:ext cx="311040" cy="2746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63" name=""/>
            <p:cNvSpPr/>
            <p:nvPr/>
          </p:nvSpPr>
          <p:spPr>
            <a:xfrm>
              <a:off x="7470720" y="673200"/>
              <a:ext cx="311040" cy="274680"/>
            </a:xfrm>
            <a:prstGeom prst="rect">
              <a:avLst/>
            </a:pr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64" name=""/>
            <p:cNvSpPr/>
            <p:nvPr/>
          </p:nvSpPr>
          <p:spPr>
            <a:xfrm>
              <a:off x="7778880" y="673200"/>
              <a:ext cx="311040" cy="2746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65" name=""/>
            <p:cNvSpPr/>
            <p:nvPr/>
          </p:nvSpPr>
          <p:spPr>
            <a:xfrm flipV="1">
              <a:off x="7586640" y="901800"/>
              <a:ext cx="79560" cy="568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6480" bIns="-6480" anchor="ctr">
              <a:noAutofit/>
            </a:bodyPr>
            <a:p>
              <a:endParaRPr b="0" lang="en-US" sz="2400" spc="-1" strike="noStrike">
                <a:solidFill>
                  <a:srgbClr val="000000"/>
                </a:solidFill>
                <a:latin typeface="Times New Roman"/>
              </a:endParaRPr>
            </a:p>
          </p:txBody>
        </p:sp>
        <p:sp>
          <p:nvSpPr>
            <p:cNvPr id="8066" name=""/>
            <p:cNvSpPr/>
            <p:nvPr/>
          </p:nvSpPr>
          <p:spPr>
            <a:xfrm flipV="1">
              <a:off x="7583400" y="940680"/>
              <a:ext cx="85680" cy="49320"/>
            </a:xfrm>
            <a:prstGeom prst="ellipse">
              <a:avLst/>
            </a:prstGeom>
            <a:solidFill>
              <a:srgbClr val="ffffff"/>
            </a:solidFill>
            <a:ln w="0">
              <a:noFill/>
            </a:ln>
          </p:spPr>
          <p:style>
            <a:lnRef idx="0"/>
            <a:fillRef idx="0"/>
            <a:effectRef idx="0"/>
            <a:fontRef idx="minor"/>
          </p:style>
          <p:txBody>
            <a:bodyPr wrap="none" lIns="90000" rIns="90000" tIns="-11880" bIns="-11880" anchor="ctr">
              <a:noAutofit/>
            </a:bodyPr>
            <a:p>
              <a:endParaRPr b="0" lang="en-US" sz="2400" spc="-1" strike="noStrike">
                <a:solidFill>
                  <a:srgbClr val="000000"/>
                </a:solidFill>
                <a:latin typeface="Times New Roman"/>
              </a:endParaRPr>
            </a:p>
          </p:txBody>
        </p:sp>
        <p:sp>
          <p:nvSpPr>
            <p:cNvPr id="8067" name=""/>
            <p:cNvSpPr/>
            <p:nvPr/>
          </p:nvSpPr>
          <p:spPr>
            <a:xfrm flipV="1" rot="5400000">
              <a:off x="7765920" y="777600"/>
              <a:ext cx="68400" cy="65160"/>
            </a:xfrm>
            <a:prstGeom prst="ellipse">
              <a:avLst/>
            </a:prstGeom>
            <a:solidFill>
              <a:srgbClr val="909090"/>
            </a:solidFill>
            <a:ln w="9360">
              <a:solidFill>
                <a:srgbClr val="000000"/>
              </a:solidFill>
              <a:miter/>
            </a:ln>
          </p:spPr>
          <p:style>
            <a:lnRef idx="0"/>
            <a:fillRef idx="0"/>
            <a:effectRef idx="0"/>
            <a:fontRef idx="minor"/>
          </p:style>
          <p:txBody>
            <a:bodyPr wrap="none" lIns="90000" rIns="90000" tIns="-360" bIns="-360" anchor="ctr">
              <a:noAutofit/>
            </a:bodyPr>
            <a:p>
              <a:endParaRPr b="0" lang="en-US" sz="2400" spc="-1" strike="noStrike">
                <a:solidFill>
                  <a:srgbClr val="000000"/>
                </a:solidFill>
                <a:latin typeface="Times New Roman"/>
              </a:endParaRPr>
            </a:p>
          </p:txBody>
        </p:sp>
        <p:sp>
          <p:nvSpPr>
            <p:cNvPr id="8068" name=""/>
            <p:cNvSpPr/>
            <p:nvPr/>
          </p:nvSpPr>
          <p:spPr>
            <a:xfrm flipV="1" rot="5400000">
              <a:off x="7724880" y="781560"/>
              <a:ext cx="74520" cy="55800"/>
            </a:xfrm>
            <a:prstGeom prst="ellipse">
              <a:avLst/>
            </a:prstGeom>
            <a:solidFill>
              <a:srgbClr val="909090"/>
            </a:solidFill>
            <a:ln w="0">
              <a:noFill/>
            </a:ln>
          </p:spPr>
          <p:style>
            <a:lnRef idx="0"/>
            <a:fillRef idx="0"/>
            <a:effectRef idx="0"/>
            <a:fontRef idx="minor"/>
          </p:style>
          <p:txBody>
            <a:bodyPr wrap="none" lIns="90000" rIns="90000" tIns="-6840" bIns="-6840" anchor="ctr">
              <a:noAutofit/>
            </a:bodyPr>
            <a:p>
              <a:endParaRPr b="0" lang="en-US" sz="2400" spc="-1" strike="noStrike">
                <a:solidFill>
                  <a:srgbClr val="000000"/>
                </a:solidFill>
                <a:latin typeface="Times New Roman"/>
              </a:endParaRPr>
            </a:p>
          </p:txBody>
        </p:sp>
        <p:sp>
          <p:nvSpPr>
            <p:cNvPr id="8069" name=""/>
            <p:cNvSpPr/>
            <p:nvPr/>
          </p:nvSpPr>
          <p:spPr>
            <a:xfrm>
              <a:off x="7896240" y="938160"/>
              <a:ext cx="77760" cy="57240"/>
            </a:xfrm>
            <a:prstGeom prst="ellipse">
              <a:avLst/>
            </a:prstGeom>
            <a:solidFill>
              <a:srgbClr val="ffffff"/>
            </a:solidFill>
            <a:ln w="9360">
              <a:solidFill>
                <a:srgbClr val="000000"/>
              </a:solidFill>
              <a:miter/>
            </a:ln>
          </p:spPr>
          <p:style>
            <a:lnRef idx="0"/>
            <a:fillRef idx="0"/>
            <a:effectRef idx="0"/>
            <a:fontRef idx="minor"/>
          </p:style>
          <p:txBody>
            <a:bodyPr wrap="none" lIns="90000" rIns="90000" tIns="-6120" bIns="-6120" anchor="ctr">
              <a:noAutofit/>
            </a:bodyPr>
            <a:p>
              <a:endParaRPr b="0" lang="en-US" sz="2400" spc="-1" strike="noStrike">
                <a:solidFill>
                  <a:srgbClr val="000000"/>
                </a:solidFill>
                <a:latin typeface="Times New Roman"/>
              </a:endParaRPr>
            </a:p>
          </p:txBody>
        </p:sp>
        <p:sp>
          <p:nvSpPr>
            <p:cNvPr id="8070" name=""/>
            <p:cNvSpPr/>
            <p:nvPr/>
          </p:nvSpPr>
          <p:spPr>
            <a:xfrm>
              <a:off x="7893000" y="905040"/>
              <a:ext cx="84240" cy="48960"/>
            </a:xfrm>
            <a:prstGeom prst="ellipse">
              <a:avLst/>
            </a:prstGeom>
            <a:solidFill>
              <a:srgbClr val="ffffff"/>
            </a:solidFill>
            <a:ln w="0">
              <a:noFill/>
            </a:ln>
          </p:spPr>
          <p:style>
            <a:lnRef idx="0"/>
            <a:fillRef idx="0"/>
            <a:effectRef idx="0"/>
            <a:fontRef idx="minor"/>
          </p:style>
          <p:txBody>
            <a:bodyPr wrap="none" lIns="90000" rIns="90000" tIns="-12240" bIns="-12240" anchor="ctr">
              <a:noAutofit/>
            </a:bodyPr>
            <a:p>
              <a:endParaRPr b="0" lang="en-US" sz="2400" spc="-1" strike="noStrike">
                <a:solidFill>
                  <a:srgbClr val="000000"/>
                </a:solidFill>
                <a:latin typeface="Times New Roman"/>
              </a:endParaRPr>
            </a:p>
          </p:txBody>
        </p:sp>
        <p:sp>
          <p:nvSpPr>
            <p:cNvPr id="8071" name=""/>
            <p:cNvSpPr/>
            <p:nvPr/>
          </p:nvSpPr>
          <p:spPr>
            <a:xfrm flipH="1" flipV="1" rot="16200000">
              <a:off x="7726320" y="1049760"/>
              <a:ext cx="68040" cy="648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720" bIns="-720" anchor="ctr">
              <a:noAutofit/>
            </a:bodyPr>
            <a:p>
              <a:endParaRPr b="0" lang="en-US" sz="2400" spc="-1" strike="noStrike">
                <a:solidFill>
                  <a:srgbClr val="000000"/>
                </a:solidFill>
                <a:latin typeface="Times New Roman"/>
              </a:endParaRPr>
            </a:p>
          </p:txBody>
        </p:sp>
        <p:sp>
          <p:nvSpPr>
            <p:cNvPr id="8072" name=""/>
            <p:cNvSpPr/>
            <p:nvPr/>
          </p:nvSpPr>
          <p:spPr>
            <a:xfrm flipH="1" flipV="1" rot="16200000">
              <a:off x="7761240" y="1054440"/>
              <a:ext cx="74520" cy="55440"/>
            </a:xfrm>
            <a:prstGeom prst="ellipse">
              <a:avLst/>
            </a:prstGeom>
            <a:solidFill>
              <a:srgbClr val="ffffff"/>
            </a:solidFill>
            <a:ln w="0">
              <a:noFill/>
            </a:ln>
          </p:spPr>
          <p:style>
            <a:lnRef idx="0"/>
            <a:fillRef idx="0"/>
            <a:effectRef idx="0"/>
            <a:fontRef idx="minor"/>
          </p:style>
          <p:txBody>
            <a:bodyPr wrap="none" lIns="90000" rIns="90000" tIns="-7200" bIns="-7200" anchor="ctr">
              <a:noAutofit/>
            </a:bodyPr>
            <a:p>
              <a:endParaRPr b="0" lang="en-US" sz="2400" spc="-1" strike="noStrike">
                <a:solidFill>
                  <a:srgbClr val="000000"/>
                </a:solidFill>
                <a:latin typeface="Times New Roman"/>
              </a:endParaRPr>
            </a:p>
          </p:txBody>
        </p:sp>
      </p:grpSp>
      <p:grpSp>
        <p:nvGrpSpPr>
          <p:cNvPr id="8073" name=""/>
          <p:cNvGrpSpPr/>
          <p:nvPr/>
        </p:nvGrpSpPr>
        <p:grpSpPr>
          <a:xfrm>
            <a:off x="7381800" y="1349280"/>
            <a:ext cx="757440" cy="664920"/>
            <a:chOff x="7381800" y="1349280"/>
            <a:chExt cx="757440" cy="664920"/>
          </a:xfrm>
        </p:grpSpPr>
        <p:sp>
          <p:nvSpPr>
            <p:cNvPr id="8074" name=""/>
            <p:cNvSpPr/>
            <p:nvPr/>
          </p:nvSpPr>
          <p:spPr>
            <a:xfrm rot="5400000">
              <a:off x="7646760" y="1314360"/>
              <a:ext cx="227160" cy="296640"/>
            </a:xfrm>
            <a:prstGeom prst="rightArrow">
              <a:avLst>
                <a:gd name="adj1" fmla="val 77917"/>
                <a:gd name="adj2" fmla="val 29171"/>
              </a:avLst>
            </a:pr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75" name=""/>
            <p:cNvSpPr/>
            <p:nvPr/>
          </p:nvSpPr>
          <p:spPr>
            <a:xfrm flipV="1" rot="16200000">
              <a:off x="7646760" y="1751760"/>
              <a:ext cx="227160" cy="296640"/>
            </a:xfrm>
            <a:prstGeom prst="rightArrow">
              <a:avLst>
                <a:gd name="adj1" fmla="val 77917"/>
                <a:gd name="adj2" fmla="val 29171"/>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76" name=""/>
            <p:cNvSpPr/>
            <p:nvPr/>
          </p:nvSpPr>
          <p:spPr>
            <a:xfrm flipV="1">
              <a:off x="7381800" y="1531080"/>
              <a:ext cx="247680" cy="298440"/>
            </a:xfrm>
            <a:prstGeom prst="rightArrow">
              <a:avLst>
                <a:gd name="adj1" fmla="val 77917"/>
                <a:gd name="adj2" fmla="val 29171"/>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77" name=""/>
            <p:cNvSpPr/>
            <p:nvPr/>
          </p:nvSpPr>
          <p:spPr>
            <a:xfrm flipH="1" flipV="1">
              <a:off x="7891560" y="1532880"/>
              <a:ext cx="247680" cy="298440"/>
            </a:xfrm>
            <a:prstGeom prst="rightArrow">
              <a:avLst>
                <a:gd name="adj1" fmla="val 77917"/>
                <a:gd name="adj2" fmla="val 29171"/>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078" name=""/>
          <p:cNvGrpSpPr/>
          <p:nvPr/>
        </p:nvGrpSpPr>
        <p:grpSpPr>
          <a:xfrm>
            <a:off x="6635880" y="623880"/>
            <a:ext cx="674640" cy="723960"/>
            <a:chOff x="6635880" y="623880"/>
            <a:chExt cx="674640" cy="723960"/>
          </a:xfrm>
        </p:grpSpPr>
        <p:sp>
          <p:nvSpPr>
            <p:cNvPr id="8079" name=""/>
            <p:cNvSpPr/>
            <p:nvPr/>
          </p:nvSpPr>
          <p:spPr>
            <a:xfrm>
              <a:off x="6981840" y="671400"/>
              <a:ext cx="312840" cy="249480"/>
            </a:xfrm>
            <a:custGeom>
              <a:avLst/>
              <a:gdLst/>
              <a:ahLst/>
              <a:rect l="l" t="t" r="r" b="b"/>
              <a:pathLst>
                <a:path w="869" h="712">
                  <a:moveTo>
                    <a:pt x="192" y="710"/>
                  </a:moveTo>
                  <a:lnTo>
                    <a:pt x="657" y="711"/>
                  </a:lnTo>
                  <a:lnTo>
                    <a:pt x="731" y="583"/>
                  </a:lnTo>
                  <a:lnTo>
                    <a:pt x="801" y="452"/>
                  </a:lnTo>
                  <a:lnTo>
                    <a:pt x="868" y="319"/>
                  </a:lnTo>
                  <a:lnTo>
                    <a:pt x="729" y="400"/>
                  </a:lnTo>
                  <a:lnTo>
                    <a:pt x="694" y="349"/>
                  </a:lnTo>
                  <a:lnTo>
                    <a:pt x="655" y="301"/>
                  </a:lnTo>
                  <a:lnTo>
                    <a:pt x="613" y="256"/>
                  </a:lnTo>
                  <a:lnTo>
                    <a:pt x="567" y="213"/>
                  </a:lnTo>
                  <a:lnTo>
                    <a:pt x="519" y="175"/>
                  </a:lnTo>
                  <a:lnTo>
                    <a:pt x="467" y="140"/>
                  </a:lnTo>
                  <a:lnTo>
                    <a:pt x="415" y="108"/>
                  </a:lnTo>
                  <a:lnTo>
                    <a:pt x="360" y="80"/>
                  </a:lnTo>
                  <a:lnTo>
                    <a:pt x="302" y="56"/>
                  </a:lnTo>
                  <a:lnTo>
                    <a:pt x="244" y="36"/>
                  </a:lnTo>
                  <a:lnTo>
                    <a:pt x="184" y="21"/>
                  </a:lnTo>
                  <a:lnTo>
                    <a:pt x="123" y="9"/>
                  </a:lnTo>
                  <a:lnTo>
                    <a:pt x="61" y="2"/>
                  </a:lnTo>
                  <a:lnTo>
                    <a:pt x="0" y="0"/>
                  </a:lnTo>
                  <a:lnTo>
                    <a:pt x="164" y="206"/>
                  </a:lnTo>
                  <a:lnTo>
                    <a:pt x="63" y="445"/>
                  </a:lnTo>
                  <a:lnTo>
                    <a:pt x="104" y="455"/>
                  </a:lnTo>
                  <a:lnTo>
                    <a:pt x="145" y="468"/>
                  </a:lnTo>
                  <a:lnTo>
                    <a:pt x="184" y="485"/>
                  </a:lnTo>
                  <a:lnTo>
                    <a:pt x="221" y="505"/>
                  </a:lnTo>
                  <a:lnTo>
                    <a:pt x="256" y="530"/>
                  </a:lnTo>
                  <a:lnTo>
                    <a:pt x="290" y="557"/>
                  </a:lnTo>
                  <a:lnTo>
                    <a:pt x="320" y="587"/>
                  </a:lnTo>
                  <a:lnTo>
                    <a:pt x="348" y="620"/>
                  </a:lnTo>
                  <a:lnTo>
                    <a:pt x="192" y="710"/>
                  </a:lnTo>
                </a:path>
              </a:pathLst>
            </a:custGeom>
            <a:solidFill>
              <a:srgbClr val="909090"/>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080" name=""/>
            <p:cNvSpPr/>
            <p:nvPr/>
          </p:nvSpPr>
          <p:spPr>
            <a:xfrm>
              <a:off x="7070760" y="853920"/>
              <a:ext cx="239760" cy="300240"/>
            </a:xfrm>
            <a:custGeom>
              <a:avLst/>
              <a:gdLst/>
              <a:ahLst/>
              <a:rect l="l" t="t" r="r" b="b"/>
              <a:pathLst>
                <a:path w="667" h="856">
                  <a:moveTo>
                    <a:pt x="205" y="855"/>
                  </a:moveTo>
                  <a:lnTo>
                    <a:pt x="666" y="846"/>
                  </a:lnTo>
                  <a:lnTo>
                    <a:pt x="523" y="764"/>
                  </a:lnTo>
                  <a:lnTo>
                    <a:pt x="551" y="709"/>
                  </a:lnTo>
                  <a:lnTo>
                    <a:pt x="574" y="653"/>
                  </a:lnTo>
                  <a:lnTo>
                    <a:pt x="593" y="595"/>
                  </a:lnTo>
                  <a:lnTo>
                    <a:pt x="608" y="535"/>
                  </a:lnTo>
                  <a:lnTo>
                    <a:pt x="619" y="476"/>
                  </a:lnTo>
                  <a:lnTo>
                    <a:pt x="625" y="415"/>
                  </a:lnTo>
                  <a:lnTo>
                    <a:pt x="627" y="354"/>
                  </a:lnTo>
                  <a:lnTo>
                    <a:pt x="625" y="293"/>
                  </a:lnTo>
                  <a:lnTo>
                    <a:pt x="618" y="233"/>
                  </a:lnTo>
                  <a:lnTo>
                    <a:pt x="607" y="172"/>
                  </a:lnTo>
                  <a:lnTo>
                    <a:pt x="592" y="114"/>
                  </a:lnTo>
                  <a:lnTo>
                    <a:pt x="572" y="56"/>
                  </a:lnTo>
                  <a:lnTo>
                    <a:pt x="549" y="0"/>
                  </a:lnTo>
                  <a:lnTo>
                    <a:pt x="427" y="219"/>
                  </a:lnTo>
                  <a:lnTo>
                    <a:pt x="163" y="216"/>
                  </a:lnTo>
                  <a:lnTo>
                    <a:pt x="174" y="255"/>
                  </a:lnTo>
                  <a:lnTo>
                    <a:pt x="181" y="298"/>
                  </a:lnTo>
                  <a:lnTo>
                    <a:pt x="184" y="340"/>
                  </a:lnTo>
                  <a:lnTo>
                    <a:pt x="183" y="381"/>
                  </a:lnTo>
                  <a:lnTo>
                    <a:pt x="178" y="423"/>
                  </a:lnTo>
                  <a:lnTo>
                    <a:pt x="170" y="464"/>
                  </a:lnTo>
                  <a:lnTo>
                    <a:pt x="158" y="505"/>
                  </a:lnTo>
                  <a:lnTo>
                    <a:pt x="142" y="544"/>
                  </a:lnTo>
                  <a:lnTo>
                    <a:pt x="0" y="465"/>
                  </a:lnTo>
                  <a:lnTo>
                    <a:pt x="205" y="855"/>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081" name=""/>
            <p:cNvSpPr/>
            <p:nvPr/>
          </p:nvSpPr>
          <p:spPr>
            <a:xfrm>
              <a:off x="6918480" y="1073160"/>
              <a:ext cx="315720" cy="274680"/>
            </a:xfrm>
            <a:custGeom>
              <a:avLst/>
              <a:gdLst/>
              <a:ahLst/>
              <a:rect l="l" t="t" r="r" b="b"/>
              <a:pathLst>
                <a:path w="877" h="784">
                  <a:moveTo>
                    <a:pt x="0" y="391"/>
                  </a:moveTo>
                  <a:lnTo>
                    <a:pt x="220" y="783"/>
                  </a:lnTo>
                  <a:lnTo>
                    <a:pt x="220" y="603"/>
                  </a:lnTo>
                  <a:lnTo>
                    <a:pt x="279" y="599"/>
                  </a:lnTo>
                  <a:lnTo>
                    <a:pt x="337" y="588"/>
                  </a:lnTo>
                  <a:lnTo>
                    <a:pt x="394" y="575"/>
                  </a:lnTo>
                  <a:lnTo>
                    <a:pt x="450" y="558"/>
                  </a:lnTo>
                  <a:lnTo>
                    <a:pt x="505" y="537"/>
                  </a:lnTo>
                  <a:lnTo>
                    <a:pt x="559" y="513"/>
                  </a:lnTo>
                  <a:lnTo>
                    <a:pt x="611" y="485"/>
                  </a:lnTo>
                  <a:lnTo>
                    <a:pt x="661" y="454"/>
                  </a:lnTo>
                  <a:lnTo>
                    <a:pt x="708" y="418"/>
                  </a:lnTo>
                  <a:lnTo>
                    <a:pt x="755" y="380"/>
                  </a:lnTo>
                  <a:lnTo>
                    <a:pt x="799" y="338"/>
                  </a:lnTo>
                  <a:lnTo>
                    <a:pt x="838" y="293"/>
                  </a:lnTo>
                  <a:lnTo>
                    <a:pt x="876" y="246"/>
                  </a:lnTo>
                  <a:lnTo>
                    <a:pt x="610" y="260"/>
                  </a:lnTo>
                  <a:lnTo>
                    <a:pt x="489" y="27"/>
                  </a:lnTo>
                  <a:lnTo>
                    <a:pt x="464" y="50"/>
                  </a:lnTo>
                  <a:lnTo>
                    <a:pt x="438" y="73"/>
                  </a:lnTo>
                  <a:lnTo>
                    <a:pt x="405" y="95"/>
                  </a:lnTo>
                  <a:lnTo>
                    <a:pt x="371" y="116"/>
                  </a:lnTo>
                  <a:lnTo>
                    <a:pt x="336" y="132"/>
                  </a:lnTo>
                  <a:lnTo>
                    <a:pt x="298" y="147"/>
                  </a:lnTo>
                  <a:lnTo>
                    <a:pt x="259" y="156"/>
                  </a:lnTo>
                  <a:lnTo>
                    <a:pt x="220" y="163"/>
                  </a:lnTo>
                  <a:lnTo>
                    <a:pt x="220" y="0"/>
                  </a:lnTo>
                  <a:lnTo>
                    <a:pt x="0" y="391"/>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082" name=""/>
            <p:cNvSpPr/>
            <p:nvPr/>
          </p:nvSpPr>
          <p:spPr>
            <a:xfrm>
              <a:off x="6651720" y="1039680"/>
              <a:ext cx="299880" cy="244440"/>
            </a:xfrm>
            <a:custGeom>
              <a:avLst/>
              <a:gdLst/>
              <a:ahLst/>
              <a:rect l="l" t="t" r="r" b="b"/>
              <a:pathLst>
                <a:path w="833" h="699">
                  <a:moveTo>
                    <a:pt x="292" y="0"/>
                  </a:moveTo>
                  <a:lnTo>
                    <a:pt x="0" y="352"/>
                  </a:lnTo>
                  <a:lnTo>
                    <a:pt x="163" y="293"/>
                  </a:lnTo>
                  <a:lnTo>
                    <a:pt x="198" y="344"/>
                  </a:lnTo>
                  <a:lnTo>
                    <a:pt x="236" y="392"/>
                  </a:lnTo>
                  <a:lnTo>
                    <a:pt x="277" y="438"/>
                  </a:lnTo>
                  <a:lnTo>
                    <a:pt x="322" y="480"/>
                  </a:lnTo>
                  <a:lnTo>
                    <a:pt x="370" y="520"/>
                  </a:lnTo>
                  <a:lnTo>
                    <a:pt x="419" y="555"/>
                  </a:lnTo>
                  <a:lnTo>
                    <a:pt x="472" y="588"/>
                  </a:lnTo>
                  <a:lnTo>
                    <a:pt x="527" y="616"/>
                  </a:lnTo>
                  <a:lnTo>
                    <a:pt x="583" y="641"/>
                  </a:lnTo>
                  <a:lnTo>
                    <a:pt x="641" y="662"/>
                  </a:lnTo>
                  <a:lnTo>
                    <a:pt x="700" y="678"/>
                  </a:lnTo>
                  <a:lnTo>
                    <a:pt x="762" y="690"/>
                  </a:lnTo>
                  <a:lnTo>
                    <a:pt x="822" y="698"/>
                  </a:lnTo>
                  <a:lnTo>
                    <a:pt x="702" y="494"/>
                  </a:lnTo>
                  <a:lnTo>
                    <a:pt x="832" y="256"/>
                  </a:lnTo>
                  <a:lnTo>
                    <a:pt x="787" y="247"/>
                  </a:lnTo>
                  <a:lnTo>
                    <a:pt x="745" y="233"/>
                  </a:lnTo>
                  <a:lnTo>
                    <a:pt x="704" y="214"/>
                  </a:lnTo>
                  <a:lnTo>
                    <a:pt x="665" y="192"/>
                  </a:lnTo>
                  <a:lnTo>
                    <a:pt x="630" y="165"/>
                  </a:lnTo>
                  <a:lnTo>
                    <a:pt x="596" y="136"/>
                  </a:lnTo>
                  <a:lnTo>
                    <a:pt x="736" y="84"/>
                  </a:lnTo>
                  <a:lnTo>
                    <a:pt x="292"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083" name=""/>
            <p:cNvSpPr/>
            <p:nvPr/>
          </p:nvSpPr>
          <p:spPr>
            <a:xfrm>
              <a:off x="6713640" y="623880"/>
              <a:ext cx="312480" cy="271440"/>
            </a:xfrm>
            <a:custGeom>
              <a:avLst/>
              <a:gdLst/>
              <a:ahLst/>
              <a:rect l="l" t="t" r="r" b="b"/>
              <a:pathLst>
                <a:path w="867" h="779">
                  <a:moveTo>
                    <a:pt x="379" y="778"/>
                  </a:moveTo>
                  <a:lnTo>
                    <a:pt x="402" y="748"/>
                  </a:lnTo>
                  <a:lnTo>
                    <a:pt x="425" y="721"/>
                  </a:lnTo>
                  <a:lnTo>
                    <a:pt x="452" y="694"/>
                  </a:lnTo>
                  <a:lnTo>
                    <a:pt x="480" y="671"/>
                  </a:lnTo>
                  <a:lnTo>
                    <a:pt x="514" y="646"/>
                  </a:lnTo>
                  <a:lnTo>
                    <a:pt x="550" y="626"/>
                  </a:lnTo>
                  <a:lnTo>
                    <a:pt x="588" y="609"/>
                  </a:lnTo>
                  <a:lnTo>
                    <a:pt x="627" y="594"/>
                  </a:lnTo>
                  <a:lnTo>
                    <a:pt x="668" y="585"/>
                  </a:lnTo>
                  <a:lnTo>
                    <a:pt x="692" y="750"/>
                  </a:lnTo>
                  <a:lnTo>
                    <a:pt x="866" y="349"/>
                  </a:lnTo>
                  <a:lnTo>
                    <a:pt x="605" y="0"/>
                  </a:lnTo>
                  <a:lnTo>
                    <a:pt x="606" y="149"/>
                  </a:lnTo>
                  <a:lnTo>
                    <a:pt x="545" y="162"/>
                  </a:lnTo>
                  <a:lnTo>
                    <a:pt x="484" y="180"/>
                  </a:lnTo>
                  <a:lnTo>
                    <a:pt x="425" y="201"/>
                  </a:lnTo>
                  <a:lnTo>
                    <a:pt x="368" y="225"/>
                  </a:lnTo>
                  <a:lnTo>
                    <a:pt x="313" y="255"/>
                  </a:lnTo>
                  <a:lnTo>
                    <a:pt x="259" y="287"/>
                  </a:lnTo>
                  <a:lnTo>
                    <a:pt x="208" y="325"/>
                  </a:lnTo>
                  <a:lnTo>
                    <a:pt x="160" y="366"/>
                  </a:lnTo>
                  <a:lnTo>
                    <a:pt x="115" y="411"/>
                  </a:lnTo>
                  <a:lnTo>
                    <a:pt x="74" y="458"/>
                  </a:lnTo>
                  <a:lnTo>
                    <a:pt x="35" y="509"/>
                  </a:lnTo>
                  <a:lnTo>
                    <a:pt x="0" y="563"/>
                  </a:lnTo>
                  <a:lnTo>
                    <a:pt x="247" y="564"/>
                  </a:lnTo>
                  <a:lnTo>
                    <a:pt x="379" y="778"/>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084" name=""/>
            <p:cNvSpPr/>
            <p:nvPr/>
          </p:nvSpPr>
          <p:spPr>
            <a:xfrm>
              <a:off x="6635880" y="830160"/>
              <a:ext cx="244440" cy="273240"/>
            </a:xfrm>
            <a:custGeom>
              <a:avLst/>
              <a:gdLst/>
              <a:ahLst/>
              <a:rect l="l" t="t" r="r" b="b"/>
              <a:pathLst>
                <a:path w="680" h="780">
                  <a:moveTo>
                    <a:pt x="448" y="0"/>
                  </a:moveTo>
                  <a:lnTo>
                    <a:pt x="0" y="1"/>
                  </a:lnTo>
                  <a:lnTo>
                    <a:pt x="141" y="82"/>
                  </a:lnTo>
                  <a:lnTo>
                    <a:pt x="120" y="138"/>
                  </a:lnTo>
                  <a:lnTo>
                    <a:pt x="102" y="196"/>
                  </a:lnTo>
                  <a:lnTo>
                    <a:pt x="89" y="253"/>
                  </a:lnTo>
                  <a:lnTo>
                    <a:pt x="80" y="313"/>
                  </a:lnTo>
                  <a:lnTo>
                    <a:pt x="74" y="373"/>
                  </a:lnTo>
                  <a:lnTo>
                    <a:pt x="73" y="431"/>
                  </a:lnTo>
                  <a:lnTo>
                    <a:pt x="75" y="491"/>
                  </a:lnTo>
                  <a:lnTo>
                    <a:pt x="82" y="551"/>
                  </a:lnTo>
                  <a:lnTo>
                    <a:pt x="93" y="609"/>
                  </a:lnTo>
                  <a:lnTo>
                    <a:pt x="107" y="668"/>
                  </a:lnTo>
                  <a:lnTo>
                    <a:pt x="126" y="724"/>
                  </a:lnTo>
                  <a:lnTo>
                    <a:pt x="148" y="779"/>
                  </a:lnTo>
                  <a:lnTo>
                    <a:pt x="324" y="566"/>
                  </a:lnTo>
                  <a:lnTo>
                    <a:pt x="551" y="603"/>
                  </a:lnTo>
                  <a:lnTo>
                    <a:pt x="535" y="562"/>
                  </a:lnTo>
                  <a:lnTo>
                    <a:pt x="523" y="521"/>
                  </a:lnTo>
                  <a:lnTo>
                    <a:pt x="516" y="478"/>
                  </a:lnTo>
                  <a:lnTo>
                    <a:pt x="512" y="435"/>
                  </a:lnTo>
                  <a:lnTo>
                    <a:pt x="513" y="391"/>
                  </a:lnTo>
                  <a:lnTo>
                    <a:pt x="518" y="348"/>
                  </a:lnTo>
                  <a:lnTo>
                    <a:pt x="528" y="306"/>
                  </a:lnTo>
                  <a:lnTo>
                    <a:pt x="679" y="392"/>
                  </a:lnTo>
                  <a:lnTo>
                    <a:pt x="448"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nvGrpSpPr>
          <p:cNvPr id="8085" name=""/>
          <p:cNvGrpSpPr/>
          <p:nvPr/>
        </p:nvGrpSpPr>
        <p:grpSpPr>
          <a:xfrm>
            <a:off x="8194680" y="2176560"/>
            <a:ext cx="520200" cy="739800"/>
            <a:chOff x="8194680" y="2176560"/>
            <a:chExt cx="520200" cy="739800"/>
          </a:xfrm>
        </p:grpSpPr>
        <p:sp>
          <p:nvSpPr>
            <p:cNvPr id="8086" name=""/>
            <p:cNvSpPr/>
            <p:nvPr/>
          </p:nvSpPr>
          <p:spPr>
            <a:xfrm>
              <a:off x="8194680" y="2176560"/>
              <a:ext cx="336240" cy="7398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87" name=""/>
            <p:cNvSpPr/>
            <p:nvPr/>
          </p:nvSpPr>
          <p:spPr>
            <a:xfrm>
              <a:off x="8346960" y="2238840"/>
              <a:ext cx="367920" cy="129600"/>
            </a:xfrm>
            <a:custGeom>
              <a:avLst/>
              <a:gdLst>
                <a:gd name="textAreaLeft" fmla="*/ 0 w 367920"/>
                <a:gd name="textAreaRight" fmla="*/ 368280 w 367920"/>
                <a:gd name="textAreaTop" fmla="*/ 0 h 129600"/>
                <a:gd name="textAreaBottom" fmla="*/ 129960 h 1296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88" name=""/>
            <p:cNvSpPr/>
            <p:nvPr/>
          </p:nvSpPr>
          <p:spPr>
            <a:xfrm>
              <a:off x="8346960" y="2400480"/>
              <a:ext cx="367920" cy="129240"/>
            </a:xfrm>
            <a:custGeom>
              <a:avLst/>
              <a:gdLst>
                <a:gd name="textAreaLeft" fmla="*/ 0 w 367920"/>
                <a:gd name="textAreaRight" fmla="*/ 368280 w 367920"/>
                <a:gd name="textAreaTop" fmla="*/ 0 h 129240"/>
                <a:gd name="textAreaBottom" fmla="*/ 129600 h 12924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89" name=""/>
            <p:cNvSpPr/>
            <p:nvPr/>
          </p:nvSpPr>
          <p:spPr>
            <a:xfrm>
              <a:off x="8346960" y="2562120"/>
              <a:ext cx="367920" cy="129600"/>
            </a:xfrm>
            <a:custGeom>
              <a:avLst/>
              <a:gdLst>
                <a:gd name="textAreaLeft" fmla="*/ 0 w 367920"/>
                <a:gd name="textAreaRight" fmla="*/ 368280 w 367920"/>
                <a:gd name="textAreaTop" fmla="*/ 0 h 129600"/>
                <a:gd name="textAreaBottom" fmla="*/ 129960 h 12960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90" name=""/>
            <p:cNvSpPr/>
            <p:nvPr/>
          </p:nvSpPr>
          <p:spPr>
            <a:xfrm>
              <a:off x="8346960" y="2724120"/>
              <a:ext cx="367920" cy="129240"/>
            </a:xfrm>
            <a:custGeom>
              <a:avLst/>
              <a:gdLst>
                <a:gd name="textAreaLeft" fmla="*/ 0 w 367920"/>
                <a:gd name="textAreaRight" fmla="*/ 368280 w 367920"/>
                <a:gd name="textAreaTop" fmla="*/ 0 h 129240"/>
                <a:gd name="textAreaBottom" fmla="*/ 129600 h 129240"/>
              </a:gdLst>
              <a:ahLst/>
              <a:rect l="textAreaLeft" t="textAreaTop" r="textAreaRight" b="textAreaBottom"/>
              <a:pathLst>
                <a:path w="21600" h="21600">
                  <a:moveTo>
                    <a:pt x="0" y="0"/>
                  </a:moveTo>
                  <a:lnTo>
                    <a:pt x="16200" y="0"/>
                  </a:lnTo>
                  <a:lnTo>
                    <a:pt x="21600" y="10800"/>
                  </a:lnTo>
                  <a:lnTo>
                    <a:pt x="16200"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8091" name=""/>
          <p:cNvSpPr/>
          <p:nvPr/>
        </p:nvSpPr>
        <p:spPr>
          <a:xfrm>
            <a:off x="7689960" y="2162160"/>
            <a:ext cx="315720" cy="122400"/>
          </a:xfrm>
          <a:prstGeom prst="rect">
            <a:avLst/>
          </a:pr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92" name=""/>
          <p:cNvSpPr/>
          <p:nvPr/>
        </p:nvSpPr>
        <p:spPr>
          <a:xfrm>
            <a:off x="7689960" y="2316240"/>
            <a:ext cx="315720" cy="1206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93" name=""/>
          <p:cNvSpPr/>
          <p:nvPr/>
        </p:nvSpPr>
        <p:spPr>
          <a:xfrm>
            <a:off x="7689960" y="2468520"/>
            <a:ext cx="315720" cy="122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94" name=""/>
          <p:cNvSpPr/>
          <p:nvPr/>
        </p:nvSpPr>
        <p:spPr>
          <a:xfrm>
            <a:off x="7689960" y="2622600"/>
            <a:ext cx="315720" cy="1206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95" name=""/>
          <p:cNvSpPr/>
          <p:nvPr/>
        </p:nvSpPr>
        <p:spPr>
          <a:xfrm>
            <a:off x="7689960" y="2774880"/>
            <a:ext cx="315720" cy="122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096" name=""/>
          <p:cNvSpPr/>
          <p:nvPr/>
        </p:nvSpPr>
        <p:spPr>
          <a:xfrm>
            <a:off x="7205760" y="2468520"/>
            <a:ext cx="315720" cy="12240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cxnSp>
        <p:nvCxnSpPr>
          <p:cNvPr id="8097" name=""/>
          <p:cNvCxnSpPr>
            <a:stCxn id="8096" idx="3"/>
            <a:endCxn id="8091" idx="1"/>
          </p:cNvCxnSpPr>
          <p:nvPr/>
        </p:nvCxnSpPr>
        <p:spPr>
          <a:xfrm flipV="1">
            <a:off x="7521480" y="2223720"/>
            <a:ext cx="169200" cy="306720"/>
          </a:xfrm>
          <a:prstGeom prst="bentConnector3">
            <a:avLst>
              <a:gd name="adj1" fmla="val 49893"/>
            </a:avLst>
          </a:prstGeom>
          <a:ln w="9360">
            <a:solidFill>
              <a:srgbClr val="000000"/>
            </a:solidFill>
            <a:miter/>
          </a:ln>
        </p:spPr>
      </p:cxnSp>
      <p:cxnSp>
        <p:nvCxnSpPr>
          <p:cNvPr id="8098" name=""/>
          <p:cNvCxnSpPr>
            <a:stCxn id="8096" idx="3"/>
            <a:endCxn id="8095" idx="1"/>
          </p:cNvCxnSpPr>
          <p:nvPr/>
        </p:nvCxnSpPr>
        <p:spPr>
          <a:xfrm>
            <a:off x="7521480" y="2530080"/>
            <a:ext cx="169200" cy="306720"/>
          </a:xfrm>
          <a:prstGeom prst="bentConnector3">
            <a:avLst>
              <a:gd name="adj1" fmla="val 49893"/>
            </a:avLst>
          </a:prstGeom>
          <a:ln w="9360">
            <a:solidFill>
              <a:srgbClr val="000000"/>
            </a:solidFill>
            <a:miter/>
          </a:ln>
        </p:spPr>
      </p:cxnSp>
      <p:cxnSp>
        <p:nvCxnSpPr>
          <p:cNvPr id="8099" name=""/>
          <p:cNvCxnSpPr>
            <a:stCxn id="8096" idx="3"/>
            <a:endCxn id="8092" idx="1"/>
          </p:cNvCxnSpPr>
          <p:nvPr/>
        </p:nvCxnSpPr>
        <p:spPr>
          <a:xfrm flipV="1">
            <a:off x="7521480" y="2376000"/>
            <a:ext cx="169200" cy="154800"/>
          </a:xfrm>
          <a:prstGeom prst="bentConnector3">
            <a:avLst>
              <a:gd name="adj1" fmla="val 49893"/>
            </a:avLst>
          </a:prstGeom>
          <a:ln w="9360">
            <a:solidFill>
              <a:srgbClr val="000000"/>
            </a:solidFill>
            <a:miter/>
          </a:ln>
        </p:spPr>
      </p:cxnSp>
      <p:cxnSp>
        <p:nvCxnSpPr>
          <p:cNvPr id="8100" name=""/>
          <p:cNvCxnSpPr>
            <a:stCxn id="8096" idx="3"/>
            <a:endCxn id="8093" idx="1"/>
          </p:cNvCxnSpPr>
          <p:nvPr/>
        </p:nvCxnSpPr>
        <p:spPr>
          <a:xfrm>
            <a:off x="7521480" y="2530080"/>
            <a:ext cx="169200" cy="1080"/>
          </a:xfrm>
          <a:prstGeom prst="bentConnector2">
            <a:avLst/>
          </a:prstGeom>
          <a:ln w="9360">
            <a:solidFill>
              <a:srgbClr val="000000"/>
            </a:solidFill>
            <a:miter/>
          </a:ln>
        </p:spPr>
      </p:cxnSp>
      <p:cxnSp>
        <p:nvCxnSpPr>
          <p:cNvPr id="8101" name=""/>
          <p:cNvCxnSpPr>
            <a:stCxn id="8096" idx="3"/>
            <a:endCxn id="8094" idx="1"/>
          </p:cNvCxnSpPr>
          <p:nvPr/>
        </p:nvCxnSpPr>
        <p:spPr>
          <a:xfrm>
            <a:off x="7521480" y="2530080"/>
            <a:ext cx="169200" cy="153000"/>
          </a:xfrm>
          <a:prstGeom prst="bentConnector3">
            <a:avLst>
              <a:gd name="adj1" fmla="val 49893"/>
            </a:avLst>
          </a:prstGeom>
          <a:ln w="9360">
            <a:solidFill>
              <a:srgbClr val="000000"/>
            </a:solidFill>
            <a:miter/>
          </a:ln>
        </p:spPr>
      </p:cxnSp>
      <p:sp>
        <p:nvSpPr>
          <p:cNvPr id="8102" name=""/>
          <p:cNvSpPr/>
          <p:nvPr/>
        </p:nvSpPr>
        <p:spPr>
          <a:xfrm>
            <a:off x="6257880" y="1836720"/>
            <a:ext cx="189000" cy="165240"/>
          </a:xfrm>
          <a:prstGeom prst="rect">
            <a:avLst/>
          </a:pr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03" name=""/>
          <p:cNvSpPr/>
          <p:nvPr/>
        </p:nvSpPr>
        <p:spPr>
          <a:xfrm>
            <a:off x="6499080" y="1836720"/>
            <a:ext cx="189000" cy="1652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04" name=""/>
          <p:cNvSpPr/>
          <p:nvPr/>
        </p:nvSpPr>
        <p:spPr>
          <a:xfrm>
            <a:off x="6738840" y="1836720"/>
            <a:ext cx="189000" cy="1652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05" name=""/>
          <p:cNvSpPr/>
          <p:nvPr/>
        </p:nvSpPr>
        <p:spPr>
          <a:xfrm>
            <a:off x="6980400" y="1836720"/>
            <a:ext cx="188640" cy="16524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06" name=""/>
          <p:cNvSpPr/>
          <p:nvPr/>
        </p:nvSpPr>
        <p:spPr>
          <a:xfrm>
            <a:off x="6580080" y="1506600"/>
            <a:ext cx="265320" cy="16488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cxnSp>
        <p:nvCxnSpPr>
          <p:cNvPr id="8107" name=""/>
          <p:cNvCxnSpPr>
            <a:stCxn id="8106" idx="2"/>
            <a:endCxn id="8105" idx="0"/>
          </p:cNvCxnSpPr>
          <p:nvPr/>
        </p:nvCxnSpPr>
        <p:spPr>
          <a:xfrm flipH="1" rot="16200000">
            <a:off x="6810840" y="1572840"/>
            <a:ext cx="165960" cy="362520"/>
          </a:xfrm>
          <a:prstGeom prst="bentConnector3">
            <a:avLst>
              <a:gd name="adj1" fmla="val 50000"/>
            </a:avLst>
          </a:prstGeom>
          <a:ln w="9360">
            <a:solidFill>
              <a:srgbClr val="000000"/>
            </a:solidFill>
            <a:miter/>
          </a:ln>
        </p:spPr>
      </p:cxnSp>
      <p:cxnSp>
        <p:nvCxnSpPr>
          <p:cNvPr id="8108" name=""/>
          <p:cNvCxnSpPr>
            <a:stCxn id="8106" idx="2"/>
            <a:endCxn id="8102" idx="0"/>
          </p:cNvCxnSpPr>
          <p:nvPr/>
        </p:nvCxnSpPr>
        <p:spPr>
          <a:xfrm rot="5400000">
            <a:off x="6450120" y="1573560"/>
            <a:ext cx="165960" cy="361080"/>
          </a:xfrm>
          <a:prstGeom prst="bentConnector3">
            <a:avLst>
              <a:gd name="adj1" fmla="val 50000"/>
            </a:avLst>
          </a:prstGeom>
          <a:ln w="9360">
            <a:solidFill>
              <a:srgbClr val="000000"/>
            </a:solidFill>
            <a:miter/>
          </a:ln>
        </p:spPr>
      </p:cxnSp>
      <p:cxnSp>
        <p:nvCxnSpPr>
          <p:cNvPr id="8109" name=""/>
          <p:cNvCxnSpPr>
            <a:stCxn id="8106" idx="2"/>
            <a:endCxn id="8104" idx="0"/>
          </p:cNvCxnSpPr>
          <p:nvPr/>
        </p:nvCxnSpPr>
        <p:spPr>
          <a:xfrm flipH="1" rot="16200000">
            <a:off x="6690240" y="1693440"/>
            <a:ext cx="165960" cy="121320"/>
          </a:xfrm>
          <a:prstGeom prst="bentConnector3">
            <a:avLst>
              <a:gd name="adj1" fmla="val 50000"/>
            </a:avLst>
          </a:prstGeom>
          <a:ln w="9360">
            <a:solidFill>
              <a:srgbClr val="000000"/>
            </a:solidFill>
            <a:miter/>
          </a:ln>
        </p:spPr>
      </p:cxnSp>
      <p:cxnSp>
        <p:nvCxnSpPr>
          <p:cNvPr id="8110" name=""/>
          <p:cNvCxnSpPr>
            <a:stCxn id="8106" idx="2"/>
            <a:endCxn id="8103" idx="0"/>
          </p:cNvCxnSpPr>
          <p:nvPr/>
        </p:nvCxnSpPr>
        <p:spPr>
          <a:xfrm rot="5400000">
            <a:off x="6570720" y="1694160"/>
            <a:ext cx="165960" cy="119880"/>
          </a:xfrm>
          <a:prstGeom prst="bentConnector3">
            <a:avLst>
              <a:gd name="adj1" fmla="val 50000"/>
            </a:avLst>
          </a:prstGeom>
          <a:ln w="9360">
            <a:solidFill>
              <a:srgbClr val="000000"/>
            </a:solidFill>
            <a:miter/>
          </a:ln>
        </p:spPr>
      </p:cxnSp>
      <p:sp>
        <p:nvSpPr>
          <p:cNvPr id="8111" name=""/>
          <p:cNvSpPr/>
          <p:nvPr/>
        </p:nvSpPr>
        <p:spPr>
          <a:xfrm>
            <a:off x="6508800" y="2254320"/>
            <a:ext cx="390600" cy="363600"/>
          </a:xfrm>
          <a:prstGeom prst="ellipse">
            <a:avLst/>
          </a:prstGeom>
          <a:noFill/>
          <a:ln w="1260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112" name=""/>
          <p:cNvSpPr/>
          <p:nvPr/>
        </p:nvSpPr>
        <p:spPr>
          <a:xfrm>
            <a:off x="6737400" y="2535120"/>
            <a:ext cx="176040" cy="1047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27720" bIns="27720" anchor="ctr">
            <a:noAutofit/>
          </a:bodyPr>
          <a:p>
            <a:endParaRPr b="0" lang="en-US" sz="2400" spc="-1" strike="noStrike">
              <a:solidFill>
                <a:srgbClr val="000000"/>
              </a:solidFill>
              <a:latin typeface="Times New Roman"/>
            </a:endParaRPr>
          </a:p>
        </p:txBody>
      </p:sp>
      <p:sp>
        <p:nvSpPr>
          <p:cNvPr id="8113" name=""/>
          <p:cNvSpPr/>
          <p:nvPr/>
        </p:nvSpPr>
        <p:spPr>
          <a:xfrm>
            <a:off x="6494400" y="2535120"/>
            <a:ext cx="176400" cy="1047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27720" bIns="27720" anchor="ctr">
            <a:noAutofit/>
          </a:bodyPr>
          <a:p>
            <a:endParaRPr b="0" lang="en-US" sz="2400" spc="-1" strike="noStrike">
              <a:solidFill>
                <a:srgbClr val="000000"/>
              </a:solidFill>
              <a:latin typeface="Times New Roman"/>
            </a:endParaRPr>
          </a:p>
        </p:txBody>
      </p:sp>
      <p:sp>
        <p:nvSpPr>
          <p:cNvPr id="8114" name=""/>
          <p:cNvSpPr/>
          <p:nvPr/>
        </p:nvSpPr>
        <p:spPr>
          <a:xfrm>
            <a:off x="6810480" y="2355840"/>
            <a:ext cx="176040" cy="1033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26280" bIns="26280" anchor="ctr">
            <a:noAutofit/>
          </a:bodyPr>
          <a:p>
            <a:endParaRPr b="0" lang="en-US" sz="2400" spc="-1" strike="noStrike">
              <a:solidFill>
                <a:srgbClr val="000000"/>
              </a:solidFill>
              <a:latin typeface="Times New Roman"/>
            </a:endParaRPr>
          </a:p>
        </p:txBody>
      </p:sp>
      <p:sp>
        <p:nvSpPr>
          <p:cNvPr id="8115" name=""/>
          <p:cNvSpPr/>
          <p:nvPr/>
        </p:nvSpPr>
        <p:spPr>
          <a:xfrm>
            <a:off x="6421320" y="2355840"/>
            <a:ext cx="176400" cy="1033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26280" bIns="26280" anchor="ctr">
            <a:noAutofit/>
          </a:bodyPr>
          <a:p>
            <a:endParaRPr b="0" lang="en-US" sz="2400" spc="-1" strike="noStrike">
              <a:solidFill>
                <a:srgbClr val="000000"/>
              </a:solidFill>
              <a:latin typeface="Times New Roman"/>
            </a:endParaRPr>
          </a:p>
        </p:txBody>
      </p:sp>
      <p:sp>
        <p:nvSpPr>
          <p:cNvPr id="8116" name=""/>
          <p:cNvSpPr/>
          <p:nvPr/>
        </p:nvSpPr>
        <p:spPr>
          <a:xfrm>
            <a:off x="6611760" y="2217600"/>
            <a:ext cx="176400" cy="104760"/>
          </a:xfrm>
          <a:prstGeom prst="ellipse">
            <a:avLst/>
          </a:prstGeom>
          <a:solidFill>
            <a:srgbClr val="909090"/>
          </a:solidFill>
          <a:ln w="9360">
            <a:solidFill>
              <a:srgbClr val="000000"/>
            </a:solidFill>
            <a:miter/>
          </a:ln>
        </p:spPr>
        <p:style>
          <a:lnRef idx="0"/>
          <a:fillRef idx="0"/>
          <a:effectRef idx="0"/>
          <a:fontRef idx="minor"/>
        </p:style>
        <p:txBody>
          <a:bodyPr wrap="none" lIns="90000" rIns="90000" tIns="27720" bIns="27720" anchor="ctr">
            <a:noAutofit/>
          </a:bodyPr>
          <a:p>
            <a:endParaRPr b="0" lang="en-US" sz="2400" spc="-1" strike="noStrike">
              <a:solidFill>
                <a:srgbClr val="000000"/>
              </a:solidFill>
              <a:latin typeface="Times New Roman"/>
            </a:endParaRPr>
          </a:p>
        </p:txBody>
      </p:sp>
      <p:sp>
        <p:nvSpPr>
          <p:cNvPr id="8117" name=""/>
          <p:cNvSpPr/>
          <p:nvPr/>
        </p:nvSpPr>
        <p:spPr>
          <a:xfrm>
            <a:off x="5875200" y="322200"/>
            <a:ext cx="428760" cy="441360"/>
          </a:xfrm>
          <a:custGeom>
            <a:avLst/>
            <a:gdLst/>
            <a:ahLst/>
            <a:rect l="l" t="t" r="r" b="b"/>
            <a:pathLst>
              <a:path w="2369" h="1721">
                <a:moveTo>
                  <a:pt x="32" y="1720"/>
                </a:moveTo>
                <a:lnTo>
                  <a:pt x="2368" y="1720"/>
                </a:lnTo>
                <a:lnTo>
                  <a:pt x="2368" y="469"/>
                </a:lnTo>
                <a:lnTo>
                  <a:pt x="1180" y="0"/>
                </a:lnTo>
                <a:lnTo>
                  <a:pt x="0" y="469"/>
                </a:lnTo>
                <a:lnTo>
                  <a:pt x="0" y="1720"/>
                </a:lnTo>
                <a:lnTo>
                  <a:pt x="32" y="1720"/>
                </a:lnTo>
              </a:path>
            </a:pathLst>
          </a:custGeom>
          <a:solidFill>
            <a:srgbClr val="d0d0d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18" name=""/>
          <p:cNvSpPr/>
          <p:nvPr/>
        </p:nvSpPr>
        <p:spPr>
          <a:xfrm>
            <a:off x="5875200" y="322200"/>
            <a:ext cx="430200" cy="449280"/>
          </a:xfrm>
          <a:custGeom>
            <a:avLst/>
            <a:gdLst/>
            <a:ahLst/>
            <a:rect l="l" t="t" r="r" b="b"/>
            <a:pathLst>
              <a:path w="2375" h="1727">
                <a:moveTo>
                  <a:pt x="32" y="1726"/>
                </a:moveTo>
                <a:lnTo>
                  <a:pt x="2374" y="1726"/>
                </a:lnTo>
                <a:lnTo>
                  <a:pt x="2374" y="471"/>
                </a:lnTo>
                <a:lnTo>
                  <a:pt x="1183" y="0"/>
                </a:lnTo>
                <a:lnTo>
                  <a:pt x="0" y="471"/>
                </a:lnTo>
                <a:lnTo>
                  <a:pt x="0" y="1726"/>
                </a:lnTo>
              </a:path>
            </a:pathLst>
          </a:custGeom>
          <a:no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19" name=""/>
          <p:cNvSpPr/>
          <p:nvPr/>
        </p:nvSpPr>
        <p:spPr>
          <a:xfrm>
            <a:off x="5699160" y="324000"/>
            <a:ext cx="779400" cy="118800"/>
          </a:xfrm>
          <a:custGeom>
            <a:avLst/>
            <a:gdLst/>
            <a:ahLst/>
            <a:rect l="l" t="t" r="r" b="b"/>
            <a:pathLst>
              <a:path w="4311" h="465">
                <a:moveTo>
                  <a:pt x="0" y="464"/>
                </a:moveTo>
                <a:lnTo>
                  <a:pt x="2159" y="0"/>
                </a:lnTo>
                <a:lnTo>
                  <a:pt x="4310" y="464"/>
                </a:lnTo>
                <a:lnTo>
                  <a:pt x="3295" y="464"/>
                </a:lnTo>
                <a:lnTo>
                  <a:pt x="2159" y="0"/>
                </a:lnTo>
                <a:lnTo>
                  <a:pt x="3223" y="464"/>
                </a:lnTo>
                <a:lnTo>
                  <a:pt x="2191" y="464"/>
                </a:lnTo>
                <a:lnTo>
                  <a:pt x="2167" y="0"/>
                </a:lnTo>
                <a:lnTo>
                  <a:pt x="2127" y="464"/>
                </a:lnTo>
                <a:lnTo>
                  <a:pt x="1096" y="464"/>
                </a:lnTo>
                <a:lnTo>
                  <a:pt x="2159" y="8"/>
                </a:lnTo>
                <a:lnTo>
                  <a:pt x="1032" y="464"/>
                </a:lnTo>
                <a:lnTo>
                  <a:pt x="0" y="464"/>
                </a:lnTo>
              </a:path>
            </a:pathLst>
          </a:custGeom>
          <a:solidFill>
            <a:srgbClr val="d0d0d0"/>
          </a:solidFill>
          <a:ln w="0">
            <a:noFill/>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8120" name=""/>
          <p:cNvSpPr/>
          <p:nvPr/>
        </p:nvSpPr>
        <p:spPr>
          <a:xfrm>
            <a:off x="5699160" y="442800"/>
            <a:ext cx="185760" cy="320760"/>
          </a:xfrm>
          <a:prstGeom prst="rect">
            <a:avLst/>
          </a:pr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121" name=""/>
          <p:cNvSpPr/>
          <p:nvPr/>
        </p:nvSpPr>
        <p:spPr>
          <a:xfrm>
            <a:off x="5897520" y="442800"/>
            <a:ext cx="185760" cy="3207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122" name=""/>
          <p:cNvSpPr/>
          <p:nvPr/>
        </p:nvSpPr>
        <p:spPr>
          <a:xfrm>
            <a:off x="6095880" y="442800"/>
            <a:ext cx="185760" cy="3207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123" name=""/>
          <p:cNvSpPr/>
          <p:nvPr/>
        </p:nvSpPr>
        <p:spPr>
          <a:xfrm>
            <a:off x="6294600" y="442800"/>
            <a:ext cx="185400" cy="3207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124" name=""/>
          <p:cNvSpPr/>
          <p:nvPr/>
        </p:nvSpPr>
        <p:spPr>
          <a:xfrm>
            <a:off x="5959440" y="289080"/>
            <a:ext cx="260280" cy="96840"/>
          </a:xfrm>
          <a:prstGeom prst="ellipse">
            <a:avLst/>
          </a:prstGeom>
          <a:solidFill>
            <a:srgbClr val="ffffff"/>
          </a:solidFill>
          <a:ln w="9360">
            <a:solidFill>
              <a:srgbClr val="000000"/>
            </a:solidFill>
            <a:miter/>
          </a:ln>
        </p:spPr>
        <p:style>
          <a:lnRef idx="0"/>
          <a:fillRef idx="0"/>
          <a:effectRef idx="0"/>
          <a:fontRef idx="minor"/>
        </p:style>
        <p:txBody>
          <a:bodyPr wrap="none" lIns="90000" rIns="90000" tIns="21960" bIns="21960" anchor="ctr">
            <a:noAutofit/>
          </a:bodyPr>
          <a:p>
            <a:endParaRPr b="0" lang="en-US" sz="2400" spc="-1" strike="noStrike">
              <a:solidFill>
                <a:srgbClr val="000000"/>
              </a:solidFill>
              <a:latin typeface="Times New Roman"/>
            </a:endParaRPr>
          </a:p>
        </p:txBody>
      </p:sp>
      <p:sp>
        <p:nvSpPr>
          <p:cNvPr id="8125" name=""/>
          <p:cNvSpPr/>
          <p:nvPr/>
        </p:nvSpPr>
        <p:spPr>
          <a:xfrm>
            <a:off x="5850000" y="1362240"/>
            <a:ext cx="450720" cy="147600"/>
          </a:xfrm>
          <a:custGeom>
            <a:avLst/>
            <a:gdLst/>
            <a:ahLst/>
            <a:rect l="l" t="t" r="r" b="b"/>
            <a:pathLst>
              <a:path w="1856" h="720">
                <a:moveTo>
                  <a:pt x="1527" y="312"/>
                </a:moveTo>
                <a:lnTo>
                  <a:pt x="1527" y="719"/>
                </a:lnTo>
                <a:lnTo>
                  <a:pt x="1855" y="0"/>
                </a:lnTo>
                <a:lnTo>
                  <a:pt x="0" y="0"/>
                </a:lnTo>
                <a:lnTo>
                  <a:pt x="0" y="312"/>
                </a:lnTo>
                <a:lnTo>
                  <a:pt x="1527" y="312"/>
                </a:lnTo>
              </a:path>
            </a:pathLst>
          </a:custGeom>
          <a:solidFill>
            <a:srgbClr val="ffffff"/>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8126" name=""/>
          <p:cNvSpPr/>
          <p:nvPr/>
        </p:nvSpPr>
        <p:spPr>
          <a:xfrm>
            <a:off x="5850000" y="917640"/>
            <a:ext cx="450720" cy="146160"/>
          </a:xfrm>
          <a:custGeom>
            <a:avLst/>
            <a:gdLst/>
            <a:ahLst/>
            <a:rect l="l" t="t" r="r" b="b"/>
            <a:pathLst>
              <a:path w="1856" h="720">
                <a:moveTo>
                  <a:pt x="1527" y="407"/>
                </a:moveTo>
                <a:lnTo>
                  <a:pt x="1527" y="0"/>
                </a:lnTo>
                <a:lnTo>
                  <a:pt x="1855" y="719"/>
                </a:lnTo>
                <a:lnTo>
                  <a:pt x="0" y="719"/>
                </a:lnTo>
                <a:lnTo>
                  <a:pt x="0" y="407"/>
                </a:lnTo>
                <a:lnTo>
                  <a:pt x="1527" y="407"/>
                </a:lnTo>
              </a:path>
            </a:pathLst>
          </a:custGeom>
          <a:solidFill>
            <a:srgbClr val="909090"/>
          </a:solidFill>
          <a:ln cap="rnd" w="9360">
            <a:solidFill>
              <a:srgbClr val="000000"/>
            </a:solidFill>
            <a:round/>
          </a:ln>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8127" name=""/>
          <p:cNvSpPr/>
          <p:nvPr/>
        </p:nvSpPr>
        <p:spPr>
          <a:xfrm>
            <a:off x="5850000" y="1084320"/>
            <a:ext cx="492120" cy="71280"/>
          </a:xfrm>
          <a:custGeom>
            <a:avLst/>
            <a:gdLst/>
            <a:ahLst/>
            <a:rect l="l" t="t" r="r" b="b"/>
            <a:pathLst>
              <a:path w="2086" h="352">
                <a:moveTo>
                  <a:pt x="0" y="0"/>
                </a:moveTo>
                <a:lnTo>
                  <a:pt x="1920" y="0"/>
                </a:lnTo>
                <a:lnTo>
                  <a:pt x="2086" y="352"/>
                </a:lnTo>
                <a:lnTo>
                  <a:pt x="0" y="352"/>
                </a:lnTo>
                <a:lnTo>
                  <a:pt x="0" y="0"/>
                </a:lnTo>
                <a:close/>
              </a:path>
            </a:pathLst>
          </a:custGeom>
          <a:solidFill>
            <a:srgbClr val="ffffff"/>
          </a:solidFill>
          <a:ln w="9360">
            <a:solidFill>
              <a:srgbClr val="000000"/>
            </a:solidFill>
            <a:round/>
          </a:ln>
        </p:spPr>
        <p:style>
          <a:lnRef idx="0"/>
          <a:fillRef idx="0"/>
          <a:effectRef idx="0"/>
          <a:fontRef idx="minor"/>
        </p:style>
        <p:txBody>
          <a:bodyPr wrap="none" tIns="25560" bIns="25560" anchor="ctr">
            <a:noAutofit/>
          </a:bodyPr>
          <a:p>
            <a:endParaRPr b="0" lang="en-US" sz="2400" spc="-1" strike="noStrike">
              <a:solidFill>
                <a:srgbClr val="000000"/>
              </a:solidFill>
              <a:latin typeface="Times New Roman"/>
            </a:endParaRPr>
          </a:p>
        </p:txBody>
      </p:sp>
      <p:sp>
        <p:nvSpPr>
          <p:cNvPr id="8128" name=""/>
          <p:cNvSpPr/>
          <p:nvPr/>
        </p:nvSpPr>
        <p:spPr>
          <a:xfrm flipV="1">
            <a:off x="5850000" y="1270080"/>
            <a:ext cx="492120" cy="71280"/>
          </a:xfrm>
          <a:custGeom>
            <a:avLst/>
            <a:gdLst/>
            <a:ahLst/>
            <a:rect l="l" t="t" r="r" b="b"/>
            <a:pathLst>
              <a:path w="2086" h="352">
                <a:moveTo>
                  <a:pt x="0" y="0"/>
                </a:moveTo>
                <a:lnTo>
                  <a:pt x="1920" y="0"/>
                </a:lnTo>
                <a:lnTo>
                  <a:pt x="2086" y="352"/>
                </a:lnTo>
                <a:lnTo>
                  <a:pt x="0" y="352"/>
                </a:lnTo>
                <a:lnTo>
                  <a:pt x="0" y="0"/>
                </a:lnTo>
                <a:close/>
              </a:path>
            </a:pathLst>
          </a:custGeom>
          <a:solidFill>
            <a:srgbClr val="ffffff"/>
          </a:solidFill>
          <a:ln w="9360">
            <a:solidFill>
              <a:srgbClr val="000000"/>
            </a:solidFill>
            <a:round/>
          </a:ln>
        </p:spPr>
        <p:style>
          <a:lnRef idx="0"/>
          <a:fillRef idx="0"/>
          <a:effectRef idx="0"/>
          <a:fontRef idx="minor"/>
        </p:style>
        <p:txBody>
          <a:bodyPr wrap="none" tIns="25560" bIns="25560" anchor="ctr">
            <a:noAutofit/>
          </a:bodyPr>
          <a:p>
            <a:endParaRPr b="0" lang="en-US" sz="2400" spc="-1" strike="noStrike">
              <a:solidFill>
                <a:srgbClr val="000000"/>
              </a:solidFill>
              <a:latin typeface="Times New Roman"/>
            </a:endParaRPr>
          </a:p>
        </p:txBody>
      </p:sp>
      <p:sp>
        <p:nvSpPr>
          <p:cNvPr id="8129" name=""/>
          <p:cNvSpPr/>
          <p:nvPr/>
        </p:nvSpPr>
        <p:spPr>
          <a:xfrm>
            <a:off x="5850000" y="1176480"/>
            <a:ext cx="515880" cy="72720"/>
          </a:xfrm>
          <a:custGeom>
            <a:avLst/>
            <a:gdLst>
              <a:gd name="textAreaLeft" fmla="*/ 0 w 515880"/>
              <a:gd name="textAreaRight" fmla="*/ 516240 w 515880"/>
              <a:gd name="textAreaTop" fmla="*/ 0 h 72720"/>
              <a:gd name="textAreaBottom" fmla="*/ 73080 h 72720"/>
            </a:gdLst>
            <a:ahLst/>
            <a:rect l="textAreaLeft" t="textAreaTop" r="textAreaRight" b="textAreaBottom"/>
            <a:pathLst>
              <a:path w="21600" h="21600">
                <a:moveTo>
                  <a:pt x="0" y="0"/>
                </a:moveTo>
                <a:lnTo>
                  <a:pt x="20582" y="0"/>
                </a:lnTo>
                <a:lnTo>
                  <a:pt x="21600" y="10800"/>
                </a:lnTo>
                <a:lnTo>
                  <a:pt x="20582" y="21600"/>
                </a:lnTo>
                <a:lnTo>
                  <a:pt x="0" y="21600"/>
                </a:lnTo>
                <a:close/>
              </a:path>
            </a:pathLst>
          </a:custGeom>
          <a:solidFill>
            <a:srgbClr val="ffffff"/>
          </a:solidFill>
          <a:ln w="9360">
            <a:solidFill>
              <a:srgbClr val="000000"/>
            </a:solidFill>
            <a:miter/>
          </a:ln>
        </p:spPr>
        <p:style>
          <a:lnRef idx="0"/>
          <a:fillRef idx="0"/>
          <a:effectRef idx="0"/>
          <a:fontRef idx="minor"/>
        </p:style>
        <p:txBody>
          <a:bodyPr wrap="none" lIns="90000" rIns="90000" tIns="26280" bIns="26280" anchor="ctr">
            <a:noAutofit/>
          </a:bodyPr>
          <a:p>
            <a:endParaRPr b="0" lang="en-US" sz="2400" spc="-1" strike="noStrike">
              <a:solidFill>
                <a:srgbClr val="000000"/>
              </a:solidFill>
              <a:latin typeface="Times New Roman"/>
            </a:endParaRPr>
          </a:p>
        </p:txBody>
      </p:sp>
      <p:sp>
        <p:nvSpPr>
          <p:cNvPr id="8130" name=""/>
          <p:cNvSpPr/>
          <p:nvPr/>
        </p:nvSpPr>
        <p:spPr>
          <a:xfrm>
            <a:off x="5256360" y="984240"/>
            <a:ext cx="465120" cy="206280"/>
          </a:xfrm>
          <a:custGeom>
            <a:avLst/>
            <a:gdLst/>
            <a:ahLst/>
            <a:rect l="l" t="t" r="r" b="b"/>
            <a:pathLst>
              <a:path w="2933" h="1300">
                <a:moveTo>
                  <a:pt x="0" y="433"/>
                </a:moveTo>
                <a:lnTo>
                  <a:pt x="2203" y="433"/>
                </a:lnTo>
                <a:lnTo>
                  <a:pt x="2203" y="0"/>
                </a:lnTo>
                <a:lnTo>
                  <a:pt x="2933" y="1300"/>
                </a:lnTo>
                <a:lnTo>
                  <a:pt x="0" y="1300"/>
                </a:lnTo>
                <a:lnTo>
                  <a:pt x="0" y="433"/>
                </a:lnTo>
                <a:close/>
              </a:path>
            </a:pathLst>
          </a:custGeom>
          <a:solidFill>
            <a:srgbClr val="909090"/>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31" name=""/>
          <p:cNvSpPr/>
          <p:nvPr/>
        </p:nvSpPr>
        <p:spPr>
          <a:xfrm flipV="1">
            <a:off x="5256360" y="1223280"/>
            <a:ext cx="465120" cy="206280"/>
          </a:xfrm>
          <a:custGeom>
            <a:avLst/>
            <a:gdLst/>
            <a:ahLst/>
            <a:rect l="l" t="t" r="r" b="b"/>
            <a:pathLst>
              <a:path w="2933" h="1300">
                <a:moveTo>
                  <a:pt x="0" y="433"/>
                </a:moveTo>
                <a:lnTo>
                  <a:pt x="2203" y="433"/>
                </a:lnTo>
                <a:lnTo>
                  <a:pt x="2203" y="0"/>
                </a:lnTo>
                <a:lnTo>
                  <a:pt x="2933" y="1300"/>
                </a:lnTo>
                <a:lnTo>
                  <a:pt x="0" y="1300"/>
                </a:lnTo>
                <a:lnTo>
                  <a:pt x="0" y="433"/>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32" name=""/>
          <p:cNvSpPr/>
          <p:nvPr/>
        </p:nvSpPr>
        <p:spPr>
          <a:xfrm rot="5400000">
            <a:off x="5865480" y="1568160"/>
            <a:ext cx="165240" cy="254160"/>
          </a:xfrm>
          <a:custGeom>
            <a:avLst/>
            <a:gdLst>
              <a:gd name="textAreaLeft" fmla="*/ 0 w 165240"/>
              <a:gd name="textAreaRight" fmla="*/ 165600 w 165240"/>
              <a:gd name="textAreaTop" fmla="*/ 0 h 254160"/>
              <a:gd name="textAreaBottom" fmla="*/ 254520 h 254160"/>
            </a:gdLst>
            <a:ahLst/>
            <a:rect l="textAreaLeft" t="textAreaTop" r="textAreaRight" b="textAreaBottom"/>
            <a:pathLst>
              <a:path w="21600" h="21600">
                <a:moveTo>
                  <a:pt x="0" y="0"/>
                </a:moveTo>
                <a:lnTo>
                  <a:pt x="17566" y="0"/>
                </a:lnTo>
                <a:lnTo>
                  <a:pt x="21600" y="10800"/>
                </a:lnTo>
                <a:lnTo>
                  <a:pt x="17566" y="21600"/>
                </a:lnTo>
                <a:lnTo>
                  <a:pt x="0" y="21600"/>
                </a:lnTo>
                <a:close/>
              </a:path>
            </a:pathLst>
          </a:cu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33" name=""/>
          <p:cNvSpPr/>
          <p:nvPr/>
        </p:nvSpPr>
        <p:spPr>
          <a:xfrm rot="5400000">
            <a:off x="5862600" y="1704960"/>
            <a:ext cx="171360" cy="254160"/>
          </a:xfrm>
          <a:custGeom>
            <a:avLst/>
            <a:gdLst>
              <a:gd name="textAreaLeft" fmla="*/ 0 w 171360"/>
              <a:gd name="textAreaRight" fmla="*/ 171720 w 171360"/>
              <a:gd name="textAreaTop" fmla="*/ 0 h 254160"/>
              <a:gd name="textAreaBottom" fmla="*/ 254520 h 25416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34" name=""/>
          <p:cNvSpPr/>
          <p:nvPr/>
        </p:nvSpPr>
        <p:spPr>
          <a:xfrm rot="5400000">
            <a:off x="5863320" y="1843920"/>
            <a:ext cx="169920" cy="254160"/>
          </a:xfrm>
          <a:custGeom>
            <a:avLst/>
            <a:gdLst>
              <a:gd name="textAreaLeft" fmla="*/ 0 w 169920"/>
              <a:gd name="textAreaRight" fmla="*/ 170280 w 169920"/>
              <a:gd name="textAreaTop" fmla="*/ 0 h 254160"/>
              <a:gd name="textAreaBottom" fmla="*/ 254520 h 25416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35" name=""/>
          <p:cNvSpPr/>
          <p:nvPr/>
        </p:nvSpPr>
        <p:spPr>
          <a:xfrm rot="5400000">
            <a:off x="5863320" y="1981800"/>
            <a:ext cx="169920" cy="254160"/>
          </a:xfrm>
          <a:custGeom>
            <a:avLst/>
            <a:gdLst>
              <a:gd name="textAreaLeft" fmla="*/ 0 w 169920"/>
              <a:gd name="textAreaRight" fmla="*/ 170280 w 169920"/>
              <a:gd name="textAreaTop" fmla="*/ 0 h 254160"/>
              <a:gd name="textAreaBottom" fmla="*/ 254520 h 25416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36" name=""/>
          <p:cNvSpPr/>
          <p:nvPr/>
        </p:nvSpPr>
        <p:spPr>
          <a:xfrm rot="5400000">
            <a:off x="5862600" y="2119320"/>
            <a:ext cx="171360" cy="254160"/>
          </a:xfrm>
          <a:custGeom>
            <a:avLst/>
            <a:gdLst>
              <a:gd name="textAreaLeft" fmla="*/ 0 w 171360"/>
              <a:gd name="textAreaRight" fmla="*/ 171720 w 171360"/>
              <a:gd name="textAreaTop" fmla="*/ 0 h 254160"/>
              <a:gd name="textAreaBottom" fmla="*/ 254520 h 25416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37" name=""/>
          <p:cNvSpPr/>
          <p:nvPr/>
        </p:nvSpPr>
        <p:spPr>
          <a:xfrm rot="5400000">
            <a:off x="5863320" y="2258280"/>
            <a:ext cx="169920" cy="254160"/>
          </a:xfrm>
          <a:custGeom>
            <a:avLst/>
            <a:gdLst>
              <a:gd name="textAreaLeft" fmla="*/ 0 w 169920"/>
              <a:gd name="textAreaRight" fmla="*/ 170280 w 169920"/>
              <a:gd name="textAreaTop" fmla="*/ 0 h 254160"/>
              <a:gd name="textAreaBottom" fmla="*/ 254520 h 25416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38" name=""/>
          <p:cNvSpPr/>
          <p:nvPr/>
        </p:nvSpPr>
        <p:spPr>
          <a:xfrm rot="5400000">
            <a:off x="5863320" y="2396160"/>
            <a:ext cx="169920" cy="254160"/>
          </a:xfrm>
          <a:custGeom>
            <a:avLst/>
            <a:gdLst>
              <a:gd name="textAreaLeft" fmla="*/ 0 w 169920"/>
              <a:gd name="textAreaRight" fmla="*/ 170280 w 169920"/>
              <a:gd name="textAreaTop" fmla="*/ 0 h 254160"/>
              <a:gd name="textAreaBottom" fmla="*/ 254520 h 254160"/>
            </a:gdLst>
            <a:ahLst/>
            <a:rect l="textAreaLeft" t="textAreaTop" r="textAreaRight" b="textAreaBottom"/>
            <a:pathLst>
              <a:path w="21600" h="21600">
                <a:moveTo>
                  <a:pt x="0" y="0"/>
                </a:moveTo>
                <a:lnTo>
                  <a:pt x="17631" y="0"/>
                </a:lnTo>
                <a:lnTo>
                  <a:pt x="21600" y="10800"/>
                </a:lnTo>
                <a:lnTo>
                  <a:pt x="17631" y="21600"/>
                </a:lnTo>
                <a:lnTo>
                  <a:pt x="0" y="21600"/>
                </a:lnTo>
                <a:lnTo>
                  <a:pt x="3969" y="10800"/>
                </a:lnTo>
                <a:close/>
              </a:path>
            </a:pathLst>
          </a:cu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39" name=""/>
          <p:cNvSpPr/>
          <p:nvPr/>
        </p:nvSpPr>
        <p:spPr>
          <a:xfrm rot="16200000">
            <a:off x="5105520" y="1793520"/>
            <a:ext cx="222120" cy="2667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40" name=""/>
          <p:cNvSpPr/>
          <p:nvPr/>
        </p:nvSpPr>
        <p:spPr>
          <a:xfrm>
            <a:off x="5083200" y="1573200"/>
            <a:ext cx="266760" cy="271440"/>
          </a:xfrm>
          <a:prstGeom prst="downArrowCallout">
            <a:avLst>
              <a:gd name="adj1" fmla="val 25002"/>
              <a:gd name="adj2" fmla="val 25000"/>
              <a:gd name="adj3" fmla="val 16959"/>
              <a:gd name="adj4" fmla="val 80773"/>
            </a:avLst>
          </a:pr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41" name=""/>
          <p:cNvSpPr/>
          <p:nvPr/>
        </p:nvSpPr>
        <p:spPr>
          <a:xfrm flipH="1" rot="5400000">
            <a:off x="5376960" y="1518120"/>
            <a:ext cx="222120" cy="331560"/>
          </a:xfrm>
          <a:prstGeom prst="downArrowCallout">
            <a:avLst>
              <a:gd name="adj1" fmla="val 25002"/>
              <a:gd name="adj2" fmla="val 25000"/>
              <a:gd name="adj3" fmla="val 24878"/>
              <a:gd name="adj4" fmla="val 80773"/>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42" name=""/>
          <p:cNvSpPr/>
          <p:nvPr/>
        </p:nvSpPr>
        <p:spPr>
          <a:xfrm flipV="1">
            <a:off x="5389560" y="1761480"/>
            <a:ext cx="266760" cy="276120"/>
          </a:xfrm>
          <a:prstGeom prst="downArrowCallout">
            <a:avLst>
              <a:gd name="adj1" fmla="val 25002"/>
              <a:gd name="adj2" fmla="val 25000"/>
              <a:gd name="adj3" fmla="val 17251"/>
              <a:gd name="adj4" fmla="val 80773"/>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43" name=""/>
          <p:cNvSpPr/>
          <p:nvPr/>
        </p:nvSpPr>
        <p:spPr>
          <a:xfrm>
            <a:off x="5315040" y="1871640"/>
            <a:ext cx="101520" cy="111240"/>
          </a:xfrm>
          <a:prstGeom prst="rightArrow">
            <a:avLst>
              <a:gd name="adj1" fmla="val 48898"/>
              <a:gd name="adj2" fmla="val 55690"/>
            </a:avLst>
          </a:prstGeom>
          <a:solidFill>
            <a:srgbClr val="ffffff"/>
          </a:solidFill>
          <a:ln w="9360">
            <a:solidFill>
              <a:srgbClr val="000000"/>
            </a:solidFill>
            <a:miter/>
          </a:ln>
        </p:spPr>
        <p:style>
          <a:lnRef idx="0"/>
          <a:fillRef idx="0"/>
          <a:effectRef idx="0"/>
          <a:fontRef idx="minor"/>
        </p:style>
        <p:txBody>
          <a:bodyPr wrap="none" lIns="90000" rIns="90000" tIns="7560" bIns="7560" anchor="ctr">
            <a:noAutofit/>
          </a:bodyPr>
          <a:p>
            <a:endParaRPr b="0" lang="en-US" sz="2400" spc="-1" strike="noStrike">
              <a:solidFill>
                <a:srgbClr val="000000"/>
              </a:solidFill>
              <a:latin typeface="Times New Roman"/>
            </a:endParaRPr>
          </a:p>
        </p:txBody>
      </p:sp>
      <p:sp>
        <p:nvSpPr>
          <p:cNvPr id="8144" name=""/>
          <p:cNvSpPr/>
          <p:nvPr/>
        </p:nvSpPr>
        <p:spPr>
          <a:xfrm>
            <a:off x="5302080" y="1882800"/>
            <a:ext cx="47880" cy="101520"/>
          </a:xfrm>
          <a:prstGeom prst="rect">
            <a:avLst/>
          </a:prstGeom>
          <a:solidFill>
            <a:srgbClr val="ffffff"/>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45" name=""/>
          <p:cNvSpPr/>
          <p:nvPr/>
        </p:nvSpPr>
        <p:spPr>
          <a:xfrm>
            <a:off x="8211960" y="3147840"/>
            <a:ext cx="482760" cy="304920"/>
          </a:xfrm>
          <a:prstGeom prst="triangle">
            <a:avLst>
              <a:gd name="adj" fmla="val 50000"/>
            </a:avLst>
          </a:prstGeom>
          <a:noFill/>
          <a:ln w="1260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46" name=""/>
          <p:cNvSpPr/>
          <p:nvPr/>
        </p:nvSpPr>
        <p:spPr>
          <a:xfrm>
            <a:off x="8356680" y="3084480"/>
            <a:ext cx="190440" cy="127080"/>
          </a:xfrm>
          <a:prstGeom prst="ellipse">
            <a:avLst/>
          </a:prstGeom>
          <a:solidFill>
            <a:srgbClr val="909090"/>
          </a:solidFill>
          <a:ln w="9360">
            <a:solidFill>
              <a:srgbClr val="000000"/>
            </a:solidFill>
            <a:miter/>
          </a:ln>
        </p:spPr>
        <p:style>
          <a:lnRef idx="0"/>
          <a:fillRef idx="0"/>
          <a:effectRef idx="0"/>
          <a:fontRef idx="minor"/>
        </p:style>
        <p:txBody>
          <a:bodyPr wrap="none" lIns="90000" rIns="90000" tIns="43560" bIns="43560" anchor="ctr">
            <a:noAutofit/>
          </a:bodyPr>
          <a:p>
            <a:endParaRPr b="0" lang="en-US" sz="2400" spc="-1" strike="noStrike">
              <a:solidFill>
                <a:srgbClr val="000000"/>
              </a:solidFill>
              <a:latin typeface="Times New Roman"/>
            </a:endParaRPr>
          </a:p>
        </p:txBody>
      </p:sp>
      <p:sp>
        <p:nvSpPr>
          <p:cNvPr id="8147" name=""/>
          <p:cNvSpPr/>
          <p:nvPr/>
        </p:nvSpPr>
        <p:spPr>
          <a:xfrm>
            <a:off x="8166240" y="3389400"/>
            <a:ext cx="190440" cy="1270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3560" bIns="43560" anchor="ctr">
            <a:noAutofit/>
          </a:bodyPr>
          <a:p>
            <a:endParaRPr b="0" lang="en-US" sz="2400" spc="-1" strike="noStrike">
              <a:solidFill>
                <a:srgbClr val="000000"/>
              </a:solidFill>
              <a:latin typeface="Times New Roman"/>
            </a:endParaRPr>
          </a:p>
        </p:txBody>
      </p:sp>
      <p:sp>
        <p:nvSpPr>
          <p:cNvPr id="8148" name=""/>
          <p:cNvSpPr/>
          <p:nvPr/>
        </p:nvSpPr>
        <p:spPr>
          <a:xfrm>
            <a:off x="8548560" y="3389400"/>
            <a:ext cx="190800" cy="1270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3560" bIns="43560" anchor="ctr">
            <a:noAutofit/>
          </a:bodyPr>
          <a:p>
            <a:endParaRPr b="0" lang="en-US" sz="2400" spc="-1" strike="noStrike">
              <a:solidFill>
                <a:srgbClr val="000000"/>
              </a:solidFill>
              <a:latin typeface="Times New Roman"/>
            </a:endParaRPr>
          </a:p>
        </p:txBody>
      </p:sp>
      <p:sp>
        <p:nvSpPr>
          <p:cNvPr id="8149" name=""/>
          <p:cNvSpPr/>
          <p:nvPr/>
        </p:nvSpPr>
        <p:spPr>
          <a:xfrm>
            <a:off x="6929280" y="3009960"/>
            <a:ext cx="142920" cy="279360"/>
          </a:xfrm>
          <a:prstGeom prst="rect">
            <a:avLst/>
          </a:prstGeom>
          <a:solidFill>
            <a:srgbClr val="909090"/>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150" name=""/>
          <p:cNvSpPr/>
          <p:nvPr/>
        </p:nvSpPr>
        <p:spPr>
          <a:xfrm>
            <a:off x="7110360" y="3009960"/>
            <a:ext cx="142920" cy="2793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151" name=""/>
          <p:cNvSpPr/>
          <p:nvPr/>
        </p:nvSpPr>
        <p:spPr>
          <a:xfrm>
            <a:off x="7291440" y="3009960"/>
            <a:ext cx="144360" cy="279360"/>
          </a:xfrm>
          <a:prstGeom prst="rect">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152" name=""/>
          <p:cNvSpPr/>
          <p:nvPr/>
        </p:nvSpPr>
        <p:spPr>
          <a:xfrm>
            <a:off x="6908760" y="2960640"/>
            <a:ext cx="547560" cy="50760"/>
          </a:xfrm>
          <a:prstGeom prst="rect">
            <a:avLst/>
          </a:prstGeom>
          <a:solidFill>
            <a:srgbClr val="ffffff"/>
          </a:solidFill>
          <a:ln w="9360">
            <a:solidFill>
              <a:srgbClr val="000000"/>
            </a:solidFill>
            <a:miter/>
          </a:ln>
        </p:spPr>
        <p:style>
          <a:lnRef idx="0"/>
          <a:fillRef idx="0"/>
          <a:effectRef idx="0"/>
          <a:fontRef idx="minor"/>
        </p:style>
        <p:txBody>
          <a:bodyPr wrap="none" lIns="90000" rIns="90000" tIns="3960" bIns="3960" anchor="ctr">
            <a:noAutofit/>
          </a:bodyPr>
          <a:p>
            <a:endParaRPr b="0" lang="en-US" sz="2400" spc="-1" strike="noStrike">
              <a:solidFill>
                <a:srgbClr val="000000"/>
              </a:solidFill>
              <a:latin typeface="Times New Roman"/>
            </a:endParaRPr>
          </a:p>
        </p:txBody>
      </p:sp>
      <p:sp>
        <p:nvSpPr>
          <p:cNvPr id="8153" name=""/>
          <p:cNvSpPr/>
          <p:nvPr/>
        </p:nvSpPr>
        <p:spPr>
          <a:xfrm>
            <a:off x="6848640" y="2849400"/>
            <a:ext cx="666720" cy="120960"/>
          </a:xfrm>
          <a:prstGeom prst="triangle">
            <a:avLst>
              <a:gd name="adj" fmla="val 50000"/>
            </a:avLst>
          </a:prstGeom>
          <a:solidFill>
            <a:srgbClr val="ffffff"/>
          </a:solidFill>
          <a:ln w="9360">
            <a:solidFill>
              <a:srgbClr val="000000"/>
            </a:solidFill>
            <a:miter/>
          </a:ln>
        </p:spPr>
        <p:style>
          <a:lnRef idx="0"/>
          <a:fillRef idx="0"/>
          <a:effectRef idx="0"/>
          <a:fontRef idx="minor"/>
        </p:style>
        <p:txBody>
          <a:bodyPr wrap="none" lIns="90000" rIns="90000" tIns="-6480" bIns="-648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Times New Roman"/>
            </a:endParaRPr>
          </a:p>
        </p:txBody>
      </p:sp>
      <p:sp>
        <p:nvSpPr>
          <p:cNvPr id="8154" name=""/>
          <p:cNvSpPr/>
          <p:nvPr/>
        </p:nvSpPr>
        <p:spPr>
          <a:xfrm>
            <a:off x="6873840" y="3284640"/>
            <a:ext cx="615960" cy="42840"/>
          </a:xfrm>
          <a:prstGeom prst="rect">
            <a:avLst/>
          </a:prstGeom>
          <a:solidFill>
            <a:srgbClr val="ffffff"/>
          </a:solidFill>
          <a:ln w="9360">
            <a:solidFill>
              <a:srgbClr val="000000"/>
            </a:solidFill>
            <a:miter/>
          </a:ln>
        </p:spPr>
        <p:style>
          <a:lnRef idx="0"/>
          <a:fillRef idx="0"/>
          <a:effectRef idx="0"/>
          <a:fontRef idx="minor"/>
        </p:style>
        <p:txBody>
          <a:bodyPr wrap="none" lIns="90000" rIns="90000" tIns="-3960" bIns="-3960" anchor="ctr">
            <a:noAutofit/>
          </a:bodyPr>
          <a:p>
            <a:endParaRPr b="0" lang="en-US" sz="2400" spc="-1" strike="noStrike">
              <a:solidFill>
                <a:srgbClr val="000000"/>
              </a:solidFill>
              <a:latin typeface="Times New Roman"/>
            </a:endParaRPr>
          </a:p>
        </p:txBody>
      </p:sp>
      <p:sp>
        <p:nvSpPr>
          <p:cNvPr id="8155" name=""/>
          <p:cNvSpPr/>
          <p:nvPr/>
        </p:nvSpPr>
        <p:spPr>
          <a:xfrm>
            <a:off x="6864480" y="3327480"/>
            <a:ext cx="635040" cy="42840"/>
          </a:xfrm>
          <a:prstGeom prst="rect">
            <a:avLst/>
          </a:prstGeom>
          <a:solidFill>
            <a:srgbClr val="ffffff"/>
          </a:solidFill>
          <a:ln w="9360">
            <a:solidFill>
              <a:srgbClr val="000000"/>
            </a:solidFill>
            <a:miter/>
          </a:ln>
        </p:spPr>
        <p:style>
          <a:lnRef idx="0"/>
          <a:fillRef idx="0"/>
          <a:effectRef idx="0"/>
          <a:fontRef idx="minor"/>
        </p:style>
        <p:txBody>
          <a:bodyPr wrap="none" lIns="90000" rIns="90000" tIns="-3960" bIns="-3960" anchor="ctr">
            <a:noAutofit/>
          </a:bodyPr>
          <a:p>
            <a:endParaRPr b="0" lang="en-US" sz="2400" spc="-1" strike="noStrike">
              <a:solidFill>
                <a:srgbClr val="000000"/>
              </a:solidFill>
              <a:latin typeface="Times New Roman"/>
            </a:endParaRPr>
          </a:p>
        </p:txBody>
      </p:sp>
      <p:grpSp>
        <p:nvGrpSpPr>
          <p:cNvPr id="8156" name=""/>
          <p:cNvGrpSpPr/>
          <p:nvPr/>
        </p:nvGrpSpPr>
        <p:grpSpPr>
          <a:xfrm>
            <a:off x="611280" y="316080"/>
            <a:ext cx="2612880" cy="3371040"/>
            <a:chOff x="611280" y="316080"/>
            <a:chExt cx="2612880" cy="3371040"/>
          </a:xfrm>
        </p:grpSpPr>
        <p:sp>
          <p:nvSpPr>
            <p:cNvPr id="8157" name=""/>
            <p:cNvSpPr/>
            <p:nvPr/>
          </p:nvSpPr>
          <p:spPr>
            <a:xfrm>
              <a:off x="1907280" y="316080"/>
              <a:ext cx="1316520" cy="2233440"/>
            </a:xfrm>
            <a:custGeom>
              <a:avLst/>
              <a:gdLst/>
              <a:ahLst/>
              <a:rect l="l" t="t" r="r" b="b"/>
              <a:pathLst>
                <a:path w="1004" h="1703">
                  <a:moveTo>
                    <a:pt x="0" y="0"/>
                  </a:moveTo>
                  <a:lnTo>
                    <a:pt x="1004" y="1703"/>
                  </a:lnTo>
                  <a:lnTo>
                    <a:pt x="0" y="1140"/>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58" name=""/>
            <p:cNvSpPr/>
            <p:nvPr/>
          </p:nvSpPr>
          <p:spPr>
            <a:xfrm>
              <a:off x="614520" y="316080"/>
              <a:ext cx="1296720" cy="2233440"/>
            </a:xfrm>
            <a:custGeom>
              <a:avLst/>
              <a:gdLst/>
              <a:ahLst/>
              <a:rect l="l" t="t" r="r" b="b"/>
              <a:pathLst>
                <a:path w="989" h="1703">
                  <a:moveTo>
                    <a:pt x="989" y="0"/>
                  </a:moveTo>
                  <a:lnTo>
                    <a:pt x="0" y="1703"/>
                  </a:lnTo>
                  <a:lnTo>
                    <a:pt x="989" y="1140"/>
                  </a:lnTo>
                  <a:lnTo>
                    <a:pt x="989"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59" name=""/>
            <p:cNvSpPr/>
            <p:nvPr/>
          </p:nvSpPr>
          <p:spPr>
            <a:xfrm flipH="1" rot="14373000">
              <a:off x="1255320" y="1419480"/>
              <a:ext cx="1324440" cy="2252160"/>
            </a:xfrm>
            <a:custGeom>
              <a:avLst/>
              <a:gdLst/>
              <a:ahLst/>
              <a:rect l="l" t="t" r="r" b="b"/>
              <a:pathLst>
                <a:path w="1011" h="1718">
                  <a:moveTo>
                    <a:pt x="0" y="0"/>
                  </a:moveTo>
                  <a:lnTo>
                    <a:pt x="1011" y="1718"/>
                  </a:lnTo>
                  <a:lnTo>
                    <a:pt x="0" y="1147"/>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8160" name=""/>
          <p:cNvSpPr/>
          <p:nvPr/>
        </p:nvSpPr>
        <p:spPr>
          <a:xfrm>
            <a:off x="7529400" y="3668760"/>
            <a:ext cx="857520" cy="549000"/>
          </a:xfrm>
          <a:prstGeom prst="rect">
            <a:avLst/>
          </a:prstGeom>
          <a:noFill/>
          <a:ln w="0">
            <a:noFill/>
          </a:ln>
        </p:spPr>
        <p:style>
          <a:lnRef idx="0"/>
          <a:fillRef idx="0"/>
          <a:effectRef idx="0"/>
          <a:fontRef idx="minor"/>
        </p:style>
        <p:txBody>
          <a:bodyPr lIns="0" rIns="0" tIns="0" bIns="0" anchor="t">
            <a:sp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High</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Medium</a:t>
            </a:r>
            <a:endParaRPr b="0" lang="en-US" sz="1200" spc="-1" strike="noStrike">
              <a:solidFill>
                <a:srgbClr val="000000"/>
              </a:solidFill>
              <a:latin typeface="Times New Roman"/>
            </a:endParaRPr>
          </a:p>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0" lang="en-US" sz="1200" spc="-1" strike="noStrike">
                <a:solidFill>
                  <a:srgbClr val="000000"/>
                </a:solidFill>
                <a:latin typeface="Arial"/>
                <a:ea typeface="Gulim"/>
              </a:rPr>
              <a:t>Low</a:t>
            </a:r>
            <a:endParaRPr b="0" lang="en-US" sz="1200" spc="-1" strike="noStrike">
              <a:solidFill>
                <a:srgbClr val="000000"/>
              </a:solidFill>
              <a:latin typeface="Times New Roman"/>
            </a:endParaRPr>
          </a:p>
        </p:txBody>
      </p:sp>
      <p:grpSp>
        <p:nvGrpSpPr>
          <p:cNvPr id="8161" name=""/>
          <p:cNvGrpSpPr/>
          <p:nvPr/>
        </p:nvGrpSpPr>
        <p:grpSpPr>
          <a:xfrm>
            <a:off x="7297560" y="3676680"/>
            <a:ext cx="158760" cy="158760"/>
            <a:chOff x="7297560" y="3676680"/>
            <a:chExt cx="158760" cy="158760"/>
          </a:xfrm>
        </p:grpSpPr>
        <p:sp>
          <p:nvSpPr>
            <p:cNvPr id="8162" name=""/>
            <p:cNvSpPr/>
            <p:nvPr/>
          </p:nvSpPr>
          <p:spPr>
            <a:xfrm>
              <a:off x="7297560" y="3676680"/>
              <a:ext cx="158760" cy="1587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63" name=""/>
            <p:cNvSpPr/>
            <p:nvPr/>
          </p:nvSpPr>
          <p:spPr>
            <a:xfrm>
              <a:off x="7297560" y="3676680"/>
              <a:ext cx="158760" cy="15876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164" name=""/>
          <p:cNvGrpSpPr/>
          <p:nvPr/>
        </p:nvGrpSpPr>
        <p:grpSpPr>
          <a:xfrm>
            <a:off x="7297560" y="3862440"/>
            <a:ext cx="158760" cy="159840"/>
            <a:chOff x="7297560" y="3862440"/>
            <a:chExt cx="158760" cy="159840"/>
          </a:xfrm>
        </p:grpSpPr>
        <p:sp>
          <p:nvSpPr>
            <p:cNvPr id="8165" name=""/>
            <p:cNvSpPr/>
            <p:nvPr/>
          </p:nvSpPr>
          <p:spPr>
            <a:xfrm>
              <a:off x="7297560" y="3862440"/>
              <a:ext cx="158760" cy="1591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66" name=""/>
            <p:cNvSpPr/>
            <p:nvPr/>
          </p:nvSpPr>
          <p:spPr>
            <a:xfrm>
              <a:off x="7297920" y="3863520"/>
              <a:ext cx="157680" cy="15876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167" name=""/>
          <p:cNvGrpSpPr/>
          <p:nvPr/>
        </p:nvGrpSpPr>
        <p:grpSpPr>
          <a:xfrm>
            <a:off x="7299000" y="4051440"/>
            <a:ext cx="158040" cy="318960"/>
            <a:chOff x="7299000" y="4051440"/>
            <a:chExt cx="158040" cy="318960"/>
          </a:xfrm>
        </p:grpSpPr>
        <p:sp>
          <p:nvSpPr>
            <p:cNvPr id="8168" name=""/>
            <p:cNvSpPr/>
            <p:nvPr/>
          </p:nvSpPr>
          <p:spPr>
            <a:xfrm>
              <a:off x="7297560" y="4051440"/>
              <a:ext cx="159480" cy="1591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69" name="" hidden="1"/>
            <p:cNvSpPr/>
            <p:nvPr/>
          </p:nvSpPr>
          <p:spPr>
            <a:xfrm>
              <a:off x="7299000" y="4052520"/>
              <a:ext cx="773094112920" cy="317880"/>
            </a:xfrm>
            <a:custGeom>
              <a:avLst/>
              <a:gdLst/>
              <a:ahLst/>
              <a:rect l="l" t="t" r="r" b="b"/>
              <a:pathLst>
                <a:path stroke="0" w="21600" h="21600">
                  <a:moveTo>
                    <a:pt x="10800" y="0"/>
                  </a:moveTo>
                  <a:arcTo wR="10800" hR="10800" stAng="-5400000" swAng="0"/>
                  <a:lnTo>
                    <a:pt x="10800" y="10800"/>
                  </a:lnTo>
                  <a:close/>
                </a:path>
                <a:path fill="none" w="21600" h="21600">
                  <a:moveTo>
                    <a:pt x="10800" y="0"/>
                  </a:moveTo>
                  <a:arcTo wR="10800" hR="10800" stAng="-5400000" swAng="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2" name="PlaceHolder 1"/>
          <p:cNvSpPr>
            <a:spLocks noGrp="1"/>
          </p:cNvSpPr>
          <p:nvPr>
            <p:ph type="sldNum" idx="2"/>
          </p:nvPr>
        </p:nvSpPr>
        <p:spPr/>
        <p:txBody>
          <a:bodyPr/>
          <a:p>
            <a:fld id="{ADD964EC-93B4-4815-9218-ED7032F21F4D}" type="slidenum">
              <a:t>303</a:t>
            </a:fld>
          </a:p>
        </p:txBody>
      </p:sp>
    </p:spTree>
  </p:cSld>
  <mc:AlternateContent>
    <mc:Choice Requires="p14">
      <p:transition spd="slow" p14:dur="2000"/>
    </mc:Choice>
    <mc:Fallback>
      <p:transition spd="slow"/>
    </mc:Fallback>
  </mc:AlternateContent>
</p:sld>
</file>

<file path=ppt/slides/slide3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170"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STICKER AND OTHERS </a:t>
            </a:r>
            <a:endParaRPr b="1" lang="en-US" sz="1900" spc="-1" strike="noStrike">
              <a:solidFill>
                <a:srgbClr val="000000"/>
              </a:solidFill>
              <a:latin typeface="Arial"/>
            </a:endParaRPr>
          </a:p>
        </p:txBody>
      </p:sp>
      <p:sp>
        <p:nvSpPr>
          <p:cNvPr id="8171" name=""/>
          <p:cNvSpPr/>
          <p:nvPr/>
        </p:nvSpPr>
        <p:spPr>
          <a:xfrm>
            <a:off x="7192800" y="2552760"/>
            <a:ext cx="1546560" cy="1104840"/>
          </a:xfrm>
          <a:custGeom>
            <a:avLst/>
            <a:gdLst/>
            <a:ahLst/>
            <a:rect l="l" t="t" r="r" b="b"/>
            <a:pathLst>
              <a:path w="761" h="633">
                <a:moveTo>
                  <a:pt x="280" y="0"/>
                </a:moveTo>
                <a:lnTo>
                  <a:pt x="344" y="128"/>
                </a:lnTo>
                <a:lnTo>
                  <a:pt x="384" y="56"/>
                </a:lnTo>
                <a:lnTo>
                  <a:pt x="408" y="136"/>
                </a:lnTo>
                <a:lnTo>
                  <a:pt x="432" y="88"/>
                </a:lnTo>
                <a:lnTo>
                  <a:pt x="440" y="128"/>
                </a:lnTo>
                <a:lnTo>
                  <a:pt x="536" y="8"/>
                </a:lnTo>
                <a:lnTo>
                  <a:pt x="496" y="160"/>
                </a:lnTo>
                <a:lnTo>
                  <a:pt x="600" y="88"/>
                </a:lnTo>
                <a:lnTo>
                  <a:pt x="544" y="176"/>
                </a:lnTo>
                <a:lnTo>
                  <a:pt x="712" y="104"/>
                </a:lnTo>
                <a:lnTo>
                  <a:pt x="600" y="200"/>
                </a:lnTo>
                <a:lnTo>
                  <a:pt x="712" y="176"/>
                </a:lnTo>
                <a:lnTo>
                  <a:pt x="624" y="232"/>
                </a:lnTo>
                <a:lnTo>
                  <a:pt x="760" y="216"/>
                </a:lnTo>
                <a:lnTo>
                  <a:pt x="656" y="288"/>
                </a:lnTo>
                <a:lnTo>
                  <a:pt x="760" y="288"/>
                </a:lnTo>
                <a:lnTo>
                  <a:pt x="656" y="320"/>
                </a:lnTo>
                <a:lnTo>
                  <a:pt x="712" y="328"/>
                </a:lnTo>
                <a:lnTo>
                  <a:pt x="624" y="336"/>
                </a:lnTo>
                <a:lnTo>
                  <a:pt x="760" y="400"/>
                </a:lnTo>
                <a:lnTo>
                  <a:pt x="616" y="376"/>
                </a:lnTo>
                <a:lnTo>
                  <a:pt x="688" y="432"/>
                </a:lnTo>
                <a:lnTo>
                  <a:pt x="592" y="416"/>
                </a:lnTo>
                <a:lnTo>
                  <a:pt x="656" y="472"/>
                </a:lnTo>
                <a:lnTo>
                  <a:pt x="568" y="456"/>
                </a:lnTo>
                <a:lnTo>
                  <a:pt x="656" y="568"/>
                </a:lnTo>
                <a:lnTo>
                  <a:pt x="544" y="488"/>
                </a:lnTo>
                <a:lnTo>
                  <a:pt x="568" y="592"/>
                </a:lnTo>
                <a:lnTo>
                  <a:pt x="480" y="520"/>
                </a:lnTo>
                <a:lnTo>
                  <a:pt x="464" y="632"/>
                </a:lnTo>
                <a:lnTo>
                  <a:pt x="408" y="504"/>
                </a:lnTo>
                <a:lnTo>
                  <a:pt x="384" y="552"/>
                </a:lnTo>
                <a:lnTo>
                  <a:pt x="368" y="520"/>
                </a:lnTo>
                <a:lnTo>
                  <a:pt x="296" y="608"/>
                </a:lnTo>
                <a:lnTo>
                  <a:pt x="320" y="520"/>
                </a:lnTo>
                <a:lnTo>
                  <a:pt x="280" y="536"/>
                </a:lnTo>
                <a:lnTo>
                  <a:pt x="296" y="488"/>
                </a:lnTo>
                <a:lnTo>
                  <a:pt x="232" y="520"/>
                </a:lnTo>
                <a:lnTo>
                  <a:pt x="240" y="472"/>
                </a:lnTo>
                <a:lnTo>
                  <a:pt x="152" y="536"/>
                </a:lnTo>
                <a:lnTo>
                  <a:pt x="208" y="440"/>
                </a:lnTo>
                <a:lnTo>
                  <a:pt x="152" y="456"/>
                </a:lnTo>
                <a:lnTo>
                  <a:pt x="176" y="400"/>
                </a:lnTo>
                <a:lnTo>
                  <a:pt x="48" y="416"/>
                </a:lnTo>
                <a:lnTo>
                  <a:pt x="152" y="352"/>
                </a:lnTo>
                <a:lnTo>
                  <a:pt x="96" y="336"/>
                </a:lnTo>
                <a:lnTo>
                  <a:pt x="176" y="320"/>
                </a:lnTo>
                <a:lnTo>
                  <a:pt x="0" y="304"/>
                </a:lnTo>
                <a:lnTo>
                  <a:pt x="160" y="288"/>
                </a:lnTo>
                <a:lnTo>
                  <a:pt x="96" y="248"/>
                </a:lnTo>
                <a:lnTo>
                  <a:pt x="216" y="248"/>
                </a:lnTo>
                <a:lnTo>
                  <a:pt x="96" y="176"/>
                </a:lnTo>
                <a:lnTo>
                  <a:pt x="224" y="200"/>
                </a:lnTo>
                <a:lnTo>
                  <a:pt x="128" y="72"/>
                </a:lnTo>
                <a:lnTo>
                  <a:pt x="264" y="160"/>
                </a:lnTo>
                <a:lnTo>
                  <a:pt x="240" y="88"/>
                </a:lnTo>
                <a:lnTo>
                  <a:pt x="296" y="136"/>
                </a:lnTo>
                <a:lnTo>
                  <a:pt x="280" y="8"/>
                </a:lnTo>
                <a:lnTo>
                  <a:pt x="280" y="0"/>
                </a:lnTo>
                <a:close/>
              </a:path>
            </a:pathLst>
          </a:custGeom>
          <a:solidFill>
            <a:srgbClr val="ffffff"/>
          </a:solidFill>
          <a:ln w="9360">
            <a:solidFill>
              <a:srgbClr val="000000"/>
            </a:solidFill>
            <a:round/>
          </a:ln>
          <a:effectLst>
            <a:outerShdw dist="36147"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nvGrpSpPr>
          <p:cNvPr id="8172" name=""/>
          <p:cNvGrpSpPr/>
          <p:nvPr/>
        </p:nvGrpSpPr>
        <p:grpSpPr>
          <a:xfrm>
            <a:off x="7383600" y="3832200"/>
            <a:ext cx="1355400" cy="986760"/>
            <a:chOff x="7383600" y="3832200"/>
            <a:chExt cx="1355400" cy="986760"/>
          </a:xfrm>
        </p:grpSpPr>
        <p:sp>
          <p:nvSpPr>
            <p:cNvPr id="8173" name=""/>
            <p:cNvSpPr/>
            <p:nvPr/>
          </p:nvSpPr>
          <p:spPr>
            <a:xfrm>
              <a:off x="7536960" y="4555800"/>
              <a:ext cx="407880" cy="263160"/>
            </a:xfrm>
            <a:custGeom>
              <a:avLst/>
              <a:gdLst/>
              <a:ahLst/>
              <a:rect l="l" t="t" r="r" b="b"/>
              <a:pathLst>
                <a:path w="265" h="153">
                  <a:moveTo>
                    <a:pt x="136" y="0"/>
                  </a:moveTo>
                  <a:lnTo>
                    <a:pt x="128" y="48"/>
                  </a:lnTo>
                  <a:lnTo>
                    <a:pt x="96" y="96"/>
                  </a:lnTo>
                  <a:lnTo>
                    <a:pt x="48" y="128"/>
                  </a:lnTo>
                  <a:lnTo>
                    <a:pt x="0" y="152"/>
                  </a:lnTo>
                  <a:lnTo>
                    <a:pt x="96" y="152"/>
                  </a:lnTo>
                  <a:lnTo>
                    <a:pt x="176" y="128"/>
                  </a:lnTo>
                  <a:lnTo>
                    <a:pt x="232" y="88"/>
                  </a:lnTo>
                  <a:lnTo>
                    <a:pt x="264" y="32"/>
                  </a:lnTo>
                  <a:lnTo>
                    <a:pt x="136"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74" name=""/>
            <p:cNvSpPr/>
            <p:nvPr/>
          </p:nvSpPr>
          <p:spPr>
            <a:xfrm>
              <a:off x="7383600" y="3832200"/>
              <a:ext cx="1355400" cy="84168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75" name=""/>
            <p:cNvSpPr/>
            <p:nvPr/>
          </p:nvSpPr>
          <p:spPr>
            <a:xfrm>
              <a:off x="7741080" y="4617000"/>
              <a:ext cx="170280" cy="79920"/>
            </a:xfrm>
            <a:prstGeom prst="ellipse">
              <a:avLst/>
            </a:prstGeom>
            <a:solidFill>
              <a:srgbClr val="ffffff"/>
            </a:solidFill>
            <a:ln w="9360">
              <a:solidFill>
                <a:srgbClr val="ffffff"/>
              </a:solidFill>
              <a:miter/>
            </a:ln>
          </p:spPr>
          <p:style>
            <a:lnRef idx="0"/>
            <a:fillRef idx="0"/>
            <a:effectRef idx="0"/>
            <a:fontRef idx="minor"/>
          </p:style>
          <p:txBody>
            <a:bodyPr wrap="none" lIns="90000" rIns="90000" tIns="10080" bIns="10080" anchor="ctr">
              <a:noAutofit/>
            </a:bodyPr>
            <a:p>
              <a:endParaRPr b="0" lang="en-US" sz="2400" spc="-1" strike="noStrike">
                <a:solidFill>
                  <a:srgbClr val="000000"/>
                </a:solidFill>
                <a:latin typeface="Times New Roman"/>
              </a:endParaRPr>
            </a:p>
          </p:txBody>
        </p:sp>
      </p:grpSp>
      <p:grpSp>
        <p:nvGrpSpPr>
          <p:cNvPr id="8176" name=""/>
          <p:cNvGrpSpPr/>
          <p:nvPr/>
        </p:nvGrpSpPr>
        <p:grpSpPr>
          <a:xfrm>
            <a:off x="7391520" y="5022720"/>
            <a:ext cx="1347480" cy="917280"/>
            <a:chOff x="7391520" y="5022720"/>
            <a:chExt cx="1347480" cy="917280"/>
          </a:xfrm>
        </p:grpSpPr>
        <p:sp>
          <p:nvSpPr>
            <p:cNvPr id="8177" name=""/>
            <p:cNvSpPr/>
            <p:nvPr/>
          </p:nvSpPr>
          <p:spPr>
            <a:xfrm>
              <a:off x="7477560" y="5700960"/>
              <a:ext cx="406800" cy="239040"/>
            </a:xfrm>
            <a:custGeom>
              <a:avLst/>
              <a:gdLst/>
              <a:ahLst/>
              <a:rect l="l" t="t" r="r" b="b"/>
              <a:pathLst>
                <a:path w="265" h="153">
                  <a:moveTo>
                    <a:pt x="136" y="0"/>
                  </a:moveTo>
                  <a:lnTo>
                    <a:pt x="128" y="48"/>
                  </a:lnTo>
                  <a:lnTo>
                    <a:pt x="96" y="96"/>
                  </a:lnTo>
                  <a:lnTo>
                    <a:pt x="48" y="128"/>
                  </a:lnTo>
                  <a:lnTo>
                    <a:pt x="0" y="152"/>
                  </a:lnTo>
                  <a:lnTo>
                    <a:pt x="96" y="152"/>
                  </a:lnTo>
                  <a:lnTo>
                    <a:pt x="176" y="128"/>
                  </a:lnTo>
                  <a:lnTo>
                    <a:pt x="232" y="88"/>
                  </a:lnTo>
                  <a:lnTo>
                    <a:pt x="264" y="32"/>
                  </a:lnTo>
                  <a:lnTo>
                    <a:pt x="136" y="0"/>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78" name=""/>
            <p:cNvSpPr/>
            <p:nvPr/>
          </p:nvSpPr>
          <p:spPr>
            <a:xfrm>
              <a:off x="7391520" y="5022720"/>
              <a:ext cx="1347480" cy="762120"/>
            </a:xfrm>
            <a:prstGeom prst="roundRect">
              <a:avLst>
                <a:gd name="adj" fmla="val 16667"/>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79" name=""/>
            <p:cNvSpPr/>
            <p:nvPr/>
          </p:nvSpPr>
          <p:spPr>
            <a:xfrm>
              <a:off x="7657200" y="5761440"/>
              <a:ext cx="186480" cy="64440"/>
            </a:xfrm>
            <a:prstGeom prst="ellipse">
              <a:avLst/>
            </a:prstGeom>
            <a:solidFill>
              <a:srgbClr val="ffffff"/>
            </a:solidFill>
            <a:ln w="9360">
              <a:solidFill>
                <a:srgbClr val="ffffff"/>
              </a:solidFill>
              <a:miter/>
            </a:ln>
          </p:spPr>
          <p:style>
            <a:lnRef idx="0"/>
            <a:fillRef idx="0"/>
            <a:effectRef idx="0"/>
            <a:fontRef idx="minor"/>
          </p:style>
          <p:txBody>
            <a:bodyPr wrap="none" lIns="90000" rIns="90000" tIns="-1080" bIns="-1080" anchor="ctr">
              <a:noAutofit/>
            </a:bodyPr>
            <a:p>
              <a:endParaRPr b="0" lang="en-US" sz="2400" spc="-1" strike="noStrike">
                <a:solidFill>
                  <a:srgbClr val="000000"/>
                </a:solidFill>
                <a:latin typeface="Times New Roman"/>
              </a:endParaRPr>
            </a:p>
          </p:txBody>
        </p:sp>
      </p:grpSp>
      <p:grpSp>
        <p:nvGrpSpPr>
          <p:cNvPr id="8180" name=""/>
          <p:cNvGrpSpPr/>
          <p:nvPr/>
        </p:nvGrpSpPr>
        <p:grpSpPr>
          <a:xfrm>
            <a:off x="5330880" y="289080"/>
            <a:ext cx="1503000" cy="1110600"/>
            <a:chOff x="5330880" y="289080"/>
            <a:chExt cx="1503000" cy="1110600"/>
          </a:xfrm>
        </p:grpSpPr>
        <p:sp>
          <p:nvSpPr>
            <p:cNvPr id="8181" name=""/>
            <p:cNvSpPr/>
            <p:nvPr/>
          </p:nvSpPr>
          <p:spPr>
            <a:xfrm>
              <a:off x="5330880" y="289080"/>
              <a:ext cx="1503000" cy="797040"/>
            </a:xfrm>
            <a:prstGeom prst="roundRect">
              <a:avLst>
                <a:gd name="adj" fmla="val 16667"/>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182" name=""/>
            <p:cNvSpPr/>
            <p:nvPr/>
          </p:nvSpPr>
          <p:spPr>
            <a:xfrm>
              <a:off x="5634720" y="1065960"/>
              <a:ext cx="275760" cy="333720"/>
            </a:xfrm>
            <a:custGeom>
              <a:avLst/>
              <a:gdLst/>
              <a:ahLst/>
              <a:rect l="l" t="t" r="r" b="b"/>
              <a:pathLst>
                <a:path w="147" h="178">
                  <a:moveTo>
                    <a:pt x="0" y="0"/>
                  </a:moveTo>
                  <a:lnTo>
                    <a:pt x="84" y="178"/>
                  </a:lnTo>
                  <a:lnTo>
                    <a:pt x="147" y="0"/>
                  </a:lnTo>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8183" name=""/>
          <p:cNvSpPr/>
          <p:nvPr/>
        </p:nvSpPr>
        <p:spPr>
          <a:xfrm>
            <a:off x="7224840" y="289080"/>
            <a:ext cx="1514520" cy="887400"/>
          </a:xfrm>
          <a:custGeom>
            <a:avLst/>
            <a:gdLst/>
            <a:ahLst/>
            <a:rect l="l" t="t" r="r" b="b"/>
            <a:pathLst>
              <a:path w="1241" h="727">
                <a:moveTo>
                  <a:pt x="111" y="106"/>
                </a:moveTo>
                <a:lnTo>
                  <a:pt x="145" y="11"/>
                </a:lnTo>
                <a:lnTo>
                  <a:pt x="268" y="89"/>
                </a:lnTo>
                <a:lnTo>
                  <a:pt x="329" y="16"/>
                </a:lnTo>
                <a:lnTo>
                  <a:pt x="425" y="89"/>
                </a:lnTo>
                <a:lnTo>
                  <a:pt x="447" y="11"/>
                </a:lnTo>
                <a:lnTo>
                  <a:pt x="559" y="83"/>
                </a:lnTo>
                <a:lnTo>
                  <a:pt x="559" y="16"/>
                </a:lnTo>
                <a:lnTo>
                  <a:pt x="660" y="104"/>
                </a:lnTo>
                <a:lnTo>
                  <a:pt x="687" y="0"/>
                </a:lnTo>
                <a:lnTo>
                  <a:pt x="789" y="110"/>
                </a:lnTo>
                <a:lnTo>
                  <a:pt x="816" y="16"/>
                </a:lnTo>
                <a:lnTo>
                  <a:pt x="951" y="104"/>
                </a:lnTo>
                <a:lnTo>
                  <a:pt x="1018" y="21"/>
                </a:lnTo>
                <a:lnTo>
                  <a:pt x="1046" y="110"/>
                </a:lnTo>
                <a:lnTo>
                  <a:pt x="1202" y="78"/>
                </a:lnTo>
                <a:lnTo>
                  <a:pt x="1091" y="211"/>
                </a:lnTo>
                <a:lnTo>
                  <a:pt x="1235" y="279"/>
                </a:lnTo>
                <a:lnTo>
                  <a:pt x="1096" y="351"/>
                </a:lnTo>
                <a:lnTo>
                  <a:pt x="1219" y="447"/>
                </a:lnTo>
                <a:lnTo>
                  <a:pt x="1119" y="451"/>
                </a:lnTo>
                <a:lnTo>
                  <a:pt x="1241" y="559"/>
                </a:lnTo>
                <a:lnTo>
                  <a:pt x="1056" y="559"/>
                </a:lnTo>
                <a:lnTo>
                  <a:pt x="1062" y="553"/>
                </a:lnTo>
                <a:lnTo>
                  <a:pt x="1129" y="721"/>
                </a:lnTo>
                <a:lnTo>
                  <a:pt x="1040" y="648"/>
                </a:lnTo>
                <a:lnTo>
                  <a:pt x="1001" y="608"/>
                </a:lnTo>
                <a:lnTo>
                  <a:pt x="850" y="710"/>
                </a:lnTo>
                <a:lnTo>
                  <a:pt x="850" y="630"/>
                </a:lnTo>
                <a:lnTo>
                  <a:pt x="682" y="721"/>
                </a:lnTo>
                <a:lnTo>
                  <a:pt x="694" y="636"/>
                </a:lnTo>
                <a:lnTo>
                  <a:pt x="514" y="727"/>
                </a:lnTo>
                <a:lnTo>
                  <a:pt x="526" y="641"/>
                </a:lnTo>
                <a:lnTo>
                  <a:pt x="335" y="721"/>
                </a:lnTo>
                <a:lnTo>
                  <a:pt x="347" y="641"/>
                </a:lnTo>
                <a:lnTo>
                  <a:pt x="139" y="704"/>
                </a:lnTo>
                <a:lnTo>
                  <a:pt x="190" y="636"/>
                </a:lnTo>
                <a:lnTo>
                  <a:pt x="0" y="609"/>
                </a:lnTo>
                <a:lnTo>
                  <a:pt x="151" y="569"/>
                </a:lnTo>
                <a:lnTo>
                  <a:pt x="0" y="480"/>
                </a:lnTo>
                <a:lnTo>
                  <a:pt x="146" y="434"/>
                </a:lnTo>
                <a:lnTo>
                  <a:pt x="0" y="369"/>
                </a:lnTo>
                <a:lnTo>
                  <a:pt x="140" y="306"/>
                </a:lnTo>
                <a:lnTo>
                  <a:pt x="16" y="234"/>
                </a:lnTo>
                <a:lnTo>
                  <a:pt x="128" y="212"/>
                </a:lnTo>
                <a:lnTo>
                  <a:pt x="5" y="50"/>
                </a:lnTo>
                <a:lnTo>
                  <a:pt x="111" y="106"/>
                </a:lnTo>
                <a:close/>
              </a:path>
            </a:pathLst>
          </a:custGeom>
          <a:solidFill>
            <a:srgbClr val="ffffff"/>
          </a:solidFill>
          <a:ln w="9360">
            <a:solidFill>
              <a:srgbClr val="000000"/>
            </a:solidFill>
            <a:round/>
          </a:ln>
          <a:effectLst>
            <a:outerShdw dist="28496" dir="157448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84" name=""/>
          <p:cNvSpPr/>
          <p:nvPr/>
        </p:nvSpPr>
        <p:spPr>
          <a:xfrm>
            <a:off x="2643120" y="2720880"/>
            <a:ext cx="1447920" cy="987480"/>
          </a:xfrm>
          <a:custGeom>
            <a:avLst/>
            <a:gdLst/>
            <a:ahLst/>
            <a:rect l="l" t="t" r="r" b="b"/>
            <a:pathLst>
              <a:path w="3364" h="2157">
                <a:moveTo>
                  <a:pt x="5" y="6"/>
                </a:moveTo>
                <a:lnTo>
                  <a:pt x="3364" y="6"/>
                </a:lnTo>
                <a:lnTo>
                  <a:pt x="3364" y="1968"/>
                </a:lnTo>
                <a:lnTo>
                  <a:pt x="3196" y="1912"/>
                </a:lnTo>
                <a:lnTo>
                  <a:pt x="2931" y="2029"/>
                </a:lnTo>
                <a:lnTo>
                  <a:pt x="2559" y="1978"/>
                </a:lnTo>
                <a:lnTo>
                  <a:pt x="2273" y="2106"/>
                </a:lnTo>
                <a:lnTo>
                  <a:pt x="1825" y="2009"/>
                </a:lnTo>
                <a:lnTo>
                  <a:pt x="1651" y="2024"/>
                </a:lnTo>
                <a:lnTo>
                  <a:pt x="1264" y="2157"/>
                </a:lnTo>
                <a:lnTo>
                  <a:pt x="1070" y="2050"/>
                </a:lnTo>
                <a:lnTo>
                  <a:pt x="795" y="2065"/>
                </a:lnTo>
                <a:lnTo>
                  <a:pt x="571" y="2034"/>
                </a:lnTo>
                <a:lnTo>
                  <a:pt x="326" y="2075"/>
                </a:lnTo>
                <a:lnTo>
                  <a:pt x="163" y="2019"/>
                </a:lnTo>
                <a:lnTo>
                  <a:pt x="0" y="2075"/>
                </a:lnTo>
                <a:lnTo>
                  <a:pt x="5" y="0"/>
                </a:lnTo>
              </a:path>
            </a:pathLst>
          </a:custGeom>
          <a:solidFill>
            <a:srgbClr val="ffffff"/>
          </a:solidFill>
          <a:ln w="9360">
            <a:solidFill>
              <a:srgbClr val="000000"/>
            </a:solidFill>
            <a:round/>
          </a:ln>
          <a:effectLst>
            <a:outerShdw dist="36147" dir="2700000" blurRad="0" rotWithShape="0">
              <a:srgbClr val="000000"/>
            </a:outerShdw>
          </a:effectLst>
        </p:spPr>
        <p:style>
          <a:lnRef idx="0"/>
          <a:fillRef idx="0"/>
          <a:effectRef idx="0"/>
          <a:fontRef idx="minor"/>
        </p:style>
        <p:txBody>
          <a:bodyPr anchor="t">
            <a:noAutofit/>
          </a:bodyPr>
          <a:p>
            <a:endParaRPr b="0" lang="en-US" sz="2400" spc="-1" strike="noStrike">
              <a:solidFill>
                <a:srgbClr val="000000"/>
              </a:solidFill>
              <a:latin typeface="Times New Roman"/>
            </a:endParaRPr>
          </a:p>
        </p:txBody>
      </p:sp>
      <p:sp>
        <p:nvSpPr>
          <p:cNvPr id="8185" name=""/>
          <p:cNvSpPr/>
          <p:nvPr/>
        </p:nvSpPr>
        <p:spPr>
          <a:xfrm>
            <a:off x="4113360" y="1455840"/>
            <a:ext cx="649080" cy="993600"/>
          </a:xfrm>
          <a:custGeom>
            <a:avLst/>
            <a:gdLst/>
            <a:ahLst/>
            <a:rect l="l" t="t" r="r" b="b"/>
            <a:pathLst>
              <a:path w="409" h="626">
                <a:moveTo>
                  <a:pt x="181" y="624"/>
                </a:moveTo>
                <a:lnTo>
                  <a:pt x="212" y="626"/>
                </a:lnTo>
                <a:lnTo>
                  <a:pt x="242" y="617"/>
                </a:lnTo>
                <a:lnTo>
                  <a:pt x="274" y="600"/>
                </a:lnTo>
                <a:lnTo>
                  <a:pt x="304" y="575"/>
                </a:lnTo>
                <a:lnTo>
                  <a:pt x="322" y="546"/>
                </a:lnTo>
                <a:lnTo>
                  <a:pt x="332" y="518"/>
                </a:lnTo>
                <a:lnTo>
                  <a:pt x="335" y="480"/>
                </a:lnTo>
                <a:lnTo>
                  <a:pt x="333" y="455"/>
                </a:lnTo>
                <a:lnTo>
                  <a:pt x="316" y="429"/>
                </a:lnTo>
                <a:lnTo>
                  <a:pt x="301" y="407"/>
                </a:lnTo>
                <a:cubicBezTo>
                  <a:pt x="295" y="400"/>
                  <a:pt x="290" y="396"/>
                  <a:pt x="280" y="390"/>
                </a:cubicBezTo>
                <a:lnTo>
                  <a:pt x="239" y="371"/>
                </a:lnTo>
                <a:lnTo>
                  <a:pt x="196" y="362"/>
                </a:lnTo>
                <a:lnTo>
                  <a:pt x="161" y="365"/>
                </a:lnTo>
                <a:lnTo>
                  <a:pt x="128" y="372"/>
                </a:lnTo>
                <a:lnTo>
                  <a:pt x="85" y="395"/>
                </a:lnTo>
                <a:lnTo>
                  <a:pt x="61" y="416"/>
                </a:lnTo>
                <a:lnTo>
                  <a:pt x="47" y="440"/>
                </a:lnTo>
                <a:lnTo>
                  <a:pt x="43" y="458"/>
                </a:lnTo>
                <a:lnTo>
                  <a:pt x="52" y="473"/>
                </a:lnTo>
                <a:lnTo>
                  <a:pt x="78" y="494"/>
                </a:lnTo>
                <a:lnTo>
                  <a:pt x="115" y="512"/>
                </a:lnTo>
                <a:lnTo>
                  <a:pt x="166" y="522"/>
                </a:lnTo>
                <a:lnTo>
                  <a:pt x="211" y="521"/>
                </a:lnTo>
                <a:lnTo>
                  <a:pt x="248" y="513"/>
                </a:lnTo>
                <a:lnTo>
                  <a:pt x="289" y="497"/>
                </a:lnTo>
                <a:lnTo>
                  <a:pt x="311" y="477"/>
                </a:lnTo>
                <a:lnTo>
                  <a:pt x="335" y="456"/>
                </a:lnTo>
                <a:lnTo>
                  <a:pt x="350" y="438"/>
                </a:lnTo>
                <a:lnTo>
                  <a:pt x="361" y="404"/>
                </a:lnTo>
                <a:lnTo>
                  <a:pt x="362" y="380"/>
                </a:lnTo>
                <a:lnTo>
                  <a:pt x="359" y="351"/>
                </a:lnTo>
                <a:lnTo>
                  <a:pt x="350" y="324"/>
                </a:lnTo>
                <a:lnTo>
                  <a:pt x="332" y="293"/>
                </a:lnTo>
                <a:lnTo>
                  <a:pt x="302" y="266"/>
                </a:lnTo>
                <a:lnTo>
                  <a:pt x="265" y="243"/>
                </a:lnTo>
                <a:lnTo>
                  <a:pt x="217" y="233"/>
                </a:lnTo>
                <a:lnTo>
                  <a:pt x="164" y="230"/>
                </a:lnTo>
                <a:lnTo>
                  <a:pt x="104" y="243"/>
                </a:lnTo>
                <a:lnTo>
                  <a:pt x="60" y="267"/>
                </a:lnTo>
                <a:lnTo>
                  <a:pt x="37" y="293"/>
                </a:lnTo>
                <a:lnTo>
                  <a:pt x="23" y="317"/>
                </a:lnTo>
                <a:lnTo>
                  <a:pt x="23" y="345"/>
                </a:lnTo>
                <a:lnTo>
                  <a:pt x="41" y="362"/>
                </a:lnTo>
                <a:lnTo>
                  <a:pt x="68" y="378"/>
                </a:lnTo>
                <a:lnTo>
                  <a:pt x="118" y="396"/>
                </a:lnTo>
                <a:lnTo>
                  <a:pt x="158" y="404"/>
                </a:lnTo>
                <a:lnTo>
                  <a:pt x="188" y="405"/>
                </a:lnTo>
                <a:lnTo>
                  <a:pt x="238" y="399"/>
                </a:lnTo>
                <a:lnTo>
                  <a:pt x="278" y="390"/>
                </a:lnTo>
                <a:lnTo>
                  <a:pt x="313" y="374"/>
                </a:lnTo>
                <a:lnTo>
                  <a:pt x="334" y="356"/>
                </a:lnTo>
                <a:lnTo>
                  <a:pt x="358" y="336"/>
                </a:lnTo>
                <a:lnTo>
                  <a:pt x="376" y="302"/>
                </a:lnTo>
                <a:lnTo>
                  <a:pt x="386" y="264"/>
                </a:lnTo>
                <a:lnTo>
                  <a:pt x="380" y="227"/>
                </a:lnTo>
                <a:lnTo>
                  <a:pt x="361" y="186"/>
                </a:lnTo>
                <a:lnTo>
                  <a:pt x="338" y="164"/>
                </a:lnTo>
                <a:lnTo>
                  <a:pt x="298" y="137"/>
                </a:lnTo>
                <a:lnTo>
                  <a:pt x="262" y="123"/>
                </a:lnTo>
                <a:lnTo>
                  <a:pt x="220" y="113"/>
                </a:lnTo>
                <a:lnTo>
                  <a:pt x="175" y="113"/>
                </a:lnTo>
                <a:lnTo>
                  <a:pt x="124" y="117"/>
                </a:lnTo>
                <a:lnTo>
                  <a:pt x="79" y="134"/>
                </a:lnTo>
                <a:lnTo>
                  <a:pt x="50" y="152"/>
                </a:lnTo>
                <a:lnTo>
                  <a:pt x="24" y="171"/>
                </a:lnTo>
                <a:lnTo>
                  <a:pt x="5" y="194"/>
                </a:lnTo>
                <a:lnTo>
                  <a:pt x="0" y="216"/>
                </a:lnTo>
                <a:lnTo>
                  <a:pt x="11" y="236"/>
                </a:lnTo>
                <a:lnTo>
                  <a:pt x="47" y="260"/>
                </a:lnTo>
                <a:lnTo>
                  <a:pt x="83" y="273"/>
                </a:lnTo>
                <a:lnTo>
                  <a:pt x="131" y="287"/>
                </a:lnTo>
                <a:lnTo>
                  <a:pt x="181" y="291"/>
                </a:lnTo>
                <a:lnTo>
                  <a:pt x="238" y="290"/>
                </a:lnTo>
                <a:lnTo>
                  <a:pt x="290" y="276"/>
                </a:lnTo>
                <a:lnTo>
                  <a:pt x="323" y="261"/>
                </a:lnTo>
                <a:lnTo>
                  <a:pt x="352" y="242"/>
                </a:lnTo>
                <a:lnTo>
                  <a:pt x="382" y="216"/>
                </a:lnTo>
                <a:lnTo>
                  <a:pt x="403" y="180"/>
                </a:lnTo>
                <a:lnTo>
                  <a:pt x="409" y="146"/>
                </a:lnTo>
                <a:lnTo>
                  <a:pt x="403" y="116"/>
                </a:lnTo>
                <a:lnTo>
                  <a:pt x="386" y="77"/>
                </a:lnTo>
                <a:lnTo>
                  <a:pt x="346" y="44"/>
                </a:lnTo>
                <a:lnTo>
                  <a:pt x="308" y="26"/>
                </a:lnTo>
                <a:lnTo>
                  <a:pt x="260" y="6"/>
                </a:lnTo>
                <a:lnTo>
                  <a:pt x="214" y="0"/>
                </a:lnTo>
                <a:lnTo>
                  <a:pt x="166" y="0"/>
                </a:lnTo>
                <a:lnTo>
                  <a:pt x="122" y="3"/>
                </a:lnTo>
              </a:path>
            </a:pathLst>
          </a:custGeom>
          <a:noFill/>
          <a:ln w="19080">
            <a:solidFill>
              <a:srgbClr val="000000"/>
            </a:solidFill>
            <a:round/>
            <a:headEnd len="med" type="triangle" w="me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sp>
        <p:nvSpPr>
          <p:cNvPr id="8186" name=""/>
          <p:cNvSpPr/>
          <p:nvPr/>
        </p:nvSpPr>
        <p:spPr>
          <a:xfrm flipH="1">
            <a:off x="4914360" y="1455840"/>
            <a:ext cx="649080" cy="993600"/>
          </a:xfrm>
          <a:custGeom>
            <a:avLst/>
            <a:gdLst/>
            <a:ahLst/>
            <a:rect l="l" t="t" r="r" b="b"/>
            <a:pathLst>
              <a:path w="409" h="626">
                <a:moveTo>
                  <a:pt x="181" y="624"/>
                </a:moveTo>
                <a:lnTo>
                  <a:pt x="212" y="626"/>
                </a:lnTo>
                <a:lnTo>
                  <a:pt x="242" y="617"/>
                </a:lnTo>
                <a:lnTo>
                  <a:pt x="274" y="600"/>
                </a:lnTo>
                <a:lnTo>
                  <a:pt x="304" y="575"/>
                </a:lnTo>
                <a:lnTo>
                  <a:pt x="322" y="546"/>
                </a:lnTo>
                <a:lnTo>
                  <a:pt x="332" y="518"/>
                </a:lnTo>
                <a:lnTo>
                  <a:pt x="335" y="480"/>
                </a:lnTo>
                <a:lnTo>
                  <a:pt x="333" y="455"/>
                </a:lnTo>
                <a:lnTo>
                  <a:pt x="316" y="429"/>
                </a:lnTo>
                <a:lnTo>
                  <a:pt x="301" y="407"/>
                </a:lnTo>
                <a:cubicBezTo>
                  <a:pt x="295" y="400"/>
                  <a:pt x="290" y="396"/>
                  <a:pt x="280" y="390"/>
                </a:cubicBezTo>
                <a:lnTo>
                  <a:pt x="239" y="371"/>
                </a:lnTo>
                <a:lnTo>
                  <a:pt x="196" y="362"/>
                </a:lnTo>
                <a:lnTo>
                  <a:pt x="161" y="365"/>
                </a:lnTo>
                <a:lnTo>
                  <a:pt x="128" y="372"/>
                </a:lnTo>
                <a:lnTo>
                  <a:pt x="85" y="395"/>
                </a:lnTo>
                <a:lnTo>
                  <a:pt x="61" y="416"/>
                </a:lnTo>
                <a:lnTo>
                  <a:pt x="47" y="440"/>
                </a:lnTo>
                <a:lnTo>
                  <a:pt x="43" y="458"/>
                </a:lnTo>
                <a:lnTo>
                  <a:pt x="52" y="473"/>
                </a:lnTo>
                <a:lnTo>
                  <a:pt x="78" y="494"/>
                </a:lnTo>
                <a:lnTo>
                  <a:pt x="115" y="512"/>
                </a:lnTo>
                <a:lnTo>
                  <a:pt x="166" y="522"/>
                </a:lnTo>
                <a:lnTo>
                  <a:pt x="211" y="521"/>
                </a:lnTo>
                <a:lnTo>
                  <a:pt x="248" y="513"/>
                </a:lnTo>
                <a:lnTo>
                  <a:pt x="289" y="497"/>
                </a:lnTo>
                <a:lnTo>
                  <a:pt x="311" y="477"/>
                </a:lnTo>
                <a:lnTo>
                  <a:pt x="335" y="456"/>
                </a:lnTo>
                <a:lnTo>
                  <a:pt x="350" y="438"/>
                </a:lnTo>
                <a:lnTo>
                  <a:pt x="361" y="404"/>
                </a:lnTo>
                <a:lnTo>
                  <a:pt x="362" y="380"/>
                </a:lnTo>
                <a:lnTo>
                  <a:pt x="359" y="351"/>
                </a:lnTo>
                <a:lnTo>
                  <a:pt x="350" y="324"/>
                </a:lnTo>
                <a:lnTo>
                  <a:pt x="332" y="293"/>
                </a:lnTo>
                <a:lnTo>
                  <a:pt x="302" y="266"/>
                </a:lnTo>
                <a:lnTo>
                  <a:pt x="265" y="243"/>
                </a:lnTo>
                <a:lnTo>
                  <a:pt x="217" y="233"/>
                </a:lnTo>
                <a:lnTo>
                  <a:pt x="164" y="230"/>
                </a:lnTo>
                <a:lnTo>
                  <a:pt x="104" y="243"/>
                </a:lnTo>
                <a:lnTo>
                  <a:pt x="60" y="267"/>
                </a:lnTo>
                <a:lnTo>
                  <a:pt x="37" y="293"/>
                </a:lnTo>
                <a:lnTo>
                  <a:pt x="23" y="317"/>
                </a:lnTo>
                <a:lnTo>
                  <a:pt x="23" y="345"/>
                </a:lnTo>
                <a:lnTo>
                  <a:pt x="41" y="362"/>
                </a:lnTo>
                <a:lnTo>
                  <a:pt x="68" y="378"/>
                </a:lnTo>
                <a:lnTo>
                  <a:pt x="118" y="396"/>
                </a:lnTo>
                <a:lnTo>
                  <a:pt x="158" y="404"/>
                </a:lnTo>
                <a:lnTo>
                  <a:pt x="188" y="405"/>
                </a:lnTo>
                <a:lnTo>
                  <a:pt x="238" y="399"/>
                </a:lnTo>
                <a:lnTo>
                  <a:pt x="278" y="390"/>
                </a:lnTo>
                <a:lnTo>
                  <a:pt x="313" y="374"/>
                </a:lnTo>
                <a:lnTo>
                  <a:pt x="334" y="356"/>
                </a:lnTo>
                <a:lnTo>
                  <a:pt x="358" y="336"/>
                </a:lnTo>
                <a:lnTo>
                  <a:pt x="376" y="302"/>
                </a:lnTo>
                <a:lnTo>
                  <a:pt x="386" y="264"/>
                </a:lnTo>
                <a:lnTo>
                  <a:pt x="380" y="227"/>
                </a:lnTo>
                <a:lnTo>
                  <a:pt x="361" y="186"/>
                </a:lnTo>
                <a:lnTo>
                  <a:pt x="338" y="164"/>
                </a:lnTo>
                <a:lnTo>
                  <a:pt x="298" y="137"/>
                </a:lnTo>
                <a:lnTo>
                  <a:pt x="262" y="123"/>
                </a:lnTo>
                <a:lnTo>
                  <a:pt x="220" y="113"/>
                </a:lnTo>
                <a:lnTo>
                  <a:pt x="175" y="113"/>
                </a:lnTo>
                <a:lnTo>
                  <a:pt x="124" y="117"/>
                </a:lnTo>
                <a:lnTo>
                  <a:pt x="79" y="134"/>
                </a:lnTo>
                <a:lnTo>
                  <a:pt x="50" y="152"/>
                </a:lnTo>
                <a:lnTo>
                  <a:pt x="24" y="171"/>
                </a:lnTo>
                <a:lnTo>
                  <a:pt x="5" y="194"/>
                </a:lnTo>
                <a:lnTo>
                  <a:pt x="0" y="216"/>
                </a:lnTo>
                <a:lnTo>
                  <a:pt x="11" y="236"/>
                </a:lnTo>
                <a:lnTo>
                  <a:pt x="47" y="260"/>
                </a:lnTo>
                <a:lnTo>
                  <a:pt x="83" y="273"/>
                </a:lnTo>
                <a:lnTo>
                  <a:pt x="131" y="287"/>
                </a:lnTo>
                <a:lnTo>
                  <a:pt x="181" y="291"/>
                </a:lnTo>
                <a:lnTo>
                  <a:pt x="238" y="290"/>
                </a:lnTo>
                <a:lnTo>
                  <a:pt x="290" y="276"/>
                </a:lnTo>
                <a:lnTo>
                  <a:pt x="323" y="261"/>
                </a:lnTo>
                <a:lnTo>
                  <a:pt x="352" y="242"/>
                </a:lnTo>
                <a:lnTo>
                  <a:pt x="382" y="216"/>
                </a:lnTo>
                <a:lnTo>
                  <a:pt x="403" y="180"/>
                </a:lnTo>
                <a:lnTo>
                  <a:pt x="409" y="146"/>
                </a:lnTo>
                <a:lnTo>
                  <a:pt x="403" y="116"/>
                </a:lnTo>
                <a:lnTo>
                  <a:pt x="386" y="77"/>
                </a:lnTo>
                <a:lnTo>
                  <a:pt x="346" y="44"/>
                </a:lnTo>
                <a:lnTo>
                  <a:pt x="308" y="26"/>
                </a:lnTo>
                <a:lnTo>
                  <a:pt x="260" y="6"/>
                </a:lnTo>
                <a:lnTo>
                  <a:pt x="214" y="0"/>
                </a:lnTo>
                <a:lnTo>
                  <a:pt x="166" y="0"/>
                </a:lnTo>
                <a:lnTo>
                  <a:pt x="122" y="3"/>
                </a:lnTo>
              </a:path>
            </a:pathLst>
          </a:custGeom>
          <a:noFill/>
          <a:ln w="19080">
            <a:solidFill>
              <a:srgbClr val="000000"/>
            </a:solidFill>
            <a:round/>
            <a:tailEnd len="med" type="triangle" w="med"/>
          </a:ln>
        </p:spPr>
        <p:style>
          <a:lnRef idx="0"/>
          <a:fillRef idx="0"/>
          <a:effectRef idx="0"/>
          <a:fontRef idx="minor"/>
        </p:style>
        <p:txBody>
          <a:bodyPr wrap="none" anchor="ctr">
            <a:noAutofit/>
          </a:bodyPr>
          <a:p>
            <a:endParaRPr b="0" lang="en-US" sz="2400" spc="-1" strike="noStrike">
              <a:solidFill>
                <a:srgbClr val="000000"/>
              </a:solidFill>
              <a:latin typeface="Times New Roman"/>
            </a:endParaRPr>
          </a:p>
        </p:txBody>
      </p:sp>
      <p:grpSp>
        <p:nvGrpSpPr>
          <p:cNvPr id="8187" name=""/>
          <p:cNvGrpSpPr/>
          <p:nvPr/>
        </p:nvGrpSpPr>
        <p:grpSpPr>
          <a:xfrm>
            <a:off x="5764320" y="1346040"/>
            <a:ext cx="1345680" cy="1217520"/>
            <a:chOff x="5764320" y="1346040"/>
            <a:chExt cx="1345680" cy="1217520"/>
          </a:xfrm>
        </p:grpSpPr>
        <p:sp>
          <p:nvSpPr>
            <p:cNvPr id="8188" name=""/>
            <p:cNvSpPr/>
            <p:nvPr/>
          </p:nvSpPr>
          <p:spPr>
            <a:xfrm>
              <a:off x="5840280" y="1346040"/>
              <a:ext cx="574920" cy="636840"/>
            </a:xfrm>
            <a:custGeom>
              <a:avLst/>
              <a:gdLst/>
              <a:ahLst/>
              <a:rect l="l" t="t" r="r" b="b"/>
              <a:pathLst>
                <a:path w="1646" h="1908">
                  <a:moveTo>
                    <a:pt x="0" y="1404"/>
                  </a:moveTo>
                  <a:lnTo>
                    <a:pt x="0" y="1404"/>
                  </a:lnTo>
                  <a:lnTo>
                    <a:pt x="44" y="1408"/>
                  </a:lnTo>
                  <a:lnTo>
                    <a:pt x="101" y="1383"/>
                  </a:lnTo>
                  <a:lnTo>
                    <a:pt x="161" y="1335"/>
                  </a:lnTo>
                  <a:lnTo>
                    <a:pt x="222" y="1271"/>
                  </a:lnTo>
                  <a:lnTo>
                    <a:pt x="270" y="1190"/>
                  </a:lnTo>
                  <a:lnTo>
                    <a:pt x="307" y="1101"/>
                  </a:lnTo>
                  <a:lnTo>
                    <a:pt x="323" y="1008"/>
                  </a:lnTo>
                  <a:lnTo>
                    <a:pt x="311" y="920"/>
                  </a:lnTo>
                  <a:lnTo>
                    <a:pt x="311" y="920"/>
                  </a:lnTo>
                  <a:lnTo>
                    <a:pt x="355" y="940"/>
                  </a:lnTo>
                  <a:lnTo>
                    <a:pt x="408" y="932"/>
                  </a:lnTo>
                  <a:lnTo>
                    <a:pt x="456" y="908"/>
                  </a:lnTo>
                  <a:lnTo>
                    <a:pt x="504" y="863"/>
                  </a:lnTo>
                  <a:lnTo>
                    <a:pt x="549" y="807"/>
                  </a:lnTo>
                  <a:lnTo>
                    <a:pt x="585" y="734"/>
                  </a:lnTo>
                  <a:lnTo>
                    <a:pt x="609" y="657"/>
                  </a:lnTo>
                  <a:lnTo>
                    <a:pt x="617" y="573"/>
                  </a:lnTo>
                  <a:lnTo>
                    <a:pt x="617" y="573"/>
                  </a:lnTo>
                  <a:lnTo>
                    <a:pt x="670" y="569"/>
                  </a:lnTo>
                  <a:lnTo>
                    <a:pt x="730" y="545"/>
                  </a:lnTo>
                  <a:lnTo>
                    <a:pt x="799" y="496"/>
                  </a:lnTo>
                  <a:lnTo>
                    <a:pt x="868" y="428"/>
                  </a:lnTo>
                  <a:lnTo>
                    <a:pt x="932" y="343"/>
                  </a:lnTo>
                  <a:lnTo>
                    <a:pt x="993" y="242"/>
                  </a:lnTo>
                  <a:lnTo>
                    <a:pt x="1049" y="125"/>
                  </a:lnTo>
                  <a:lnTo>
                    <a:pt x="1090" y="0"/>
                  </a:lnTo>
                  <a:lnTo>
                    <a:pt x="1090" y="0"/>
                  </a:lnTo>
                  <a:lnTo>
                    <a:pt x="1077" y="113"/>
                  </a:lnTo>
                  <a:lnTo>
                    <a:pt x="1073" y="238"/>
                  </a:lnTo>
                  <a:lnTo>
                    <a:pt x="1081" y="375"/>
                  </a:lnTo>
                  <a:lnTo>
                    <a:pt x="1098" y="516"/>
                  </a:lnTo>
                  <a:lnTo>
                    <a:pt x="1122" y="666"/>
                  </a:lnTo>
                  <a:lnTo>
                    <a:pt x="1150" y="819"/>
                  </a:lnTo>
                  <a:lnTo>
                    <a:pt x="1186" y="968"/>
                  </a:lnTo>
                  <a:lnTo>
                    <a:pt x="1231" y="1117"/>
                  </a:lnTo>
                  <a:lnTo>
                    <a:pt x="1275" y="1262"/>
                  </a:lnTo>
                  <a:lnTo>
                    <a:pt x="1324" y="1396"/>
                  </a:lnTo>
                  <a:lnTo>
                    <a:pt x="1376" y="1525"/>
                  </a:lnTo>
                  <a:lnTo>
                    <a:pt x="1429" y="1638"/>
                  </a:lnTo>
                  <a:lnTo>
                    <a:pt x="1485" y="1734"/>
                  </a:lnTo>
                  <a:lnTo>
                    <a:pt x="1537" y="1811"/>
                  </a:lnTo>
                  <a:lnTo>
                    <a:pt x="1594" y="1871"/>
                  </a:lnTo>
                  <a:lnTo>
                    <a:pt x="1646" y="1908"/>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8189" name=""/>
            <p:cNvGrpSpPr/>
            <p:nvPr/>
          </p:nvGrpSpPr>
          <p:grpSpPr>
            <a:xfrm>
              <a:off x="5764320" y="1433880"/>
              <a:ext cx="1345680" cy="1129680"/>
              <a:chOff x="5764320" y="1433880"/>
              <a:chExt cx="1345680" cy="1129680"/>
            </a:xfrm>
          </p:grpSpPr>
          <p:sp>
            <p:nvSpPr>
              <p:cNvPr id="8190" name=""/>
              <p:cNvSpPr/>
              <p:nvPr/>
            </p:nvSpPr>
            <p:spPr>
              <a:xfrm>
                <a:off x="5837400" y="1988640"/>
                <a:ext cx="627120" cy="574920"/>
              </a:xfrm>
              <a:custGeom>
                <a:avLst/>
                <a:gdLst/>
                <a:ahLst/>
                <a:rect l="l" t="t" r="r" b="b"/>
                <a:pathLst>
                  <a:path w="1796" h="1722">
                    <a:moveTo>
                      <a:pt x="1654" y="0"/>
                    </a:moveTo>
                    <a:lnTo>
                      <a:pt x="1654" y="0"/>
                    </a:lnTo>
                    <a:lnTo>
                      <a:pt x="1683" y="76"/>
                    </a:lnTo>
                    <a:lnTo>
                      <a:pt x="1719" y="185"/>
                    </a:lnTo>
                    <a:lnTo>
                      <a:pt x="1755" y="335"/>
                    </a:lnTo>
                    <a:lnTo>
                      <a:pt x="1784" y="524"/>
                    </a:lnTo>
                    <a:lnTo>
                      <a:pt x="1796" y="754"/>
                    </a:lnTo>
                    <a:lnTo>
                      <a:pt x="1784" y="1032"/>
                    </a:lnTo>
                    <a:lnTo>
                      <a:pt x="1743" y="1351"/>
                    </a:lnTo>
                    <a:lnTo>
                      <a:pt x="1663" y="1722"/>
                    </a:lnTo>
                    <a:lnTo>
                      <a:pt x="1663" y="1722"/>
                    </a:lnTo>
                    <a:lnTo>
                      <a:pt x="1654" y="1678"/>
                    </a:lnTo>
                    <a:lnTo>
                      <a:pt x="1614" y="1629"/>
                    </a:lnTo>
                    <a:lnTo>
                      <a:pt x="1550" y="1585"/>
                    </a:lnTo>
                    <a:lnTo>
                      <a:pt x="1473" y="1549"/>
                    </a:lnTo>
                    <a:lnTo>
                      <a:pt x="1380" y="1524"/>
                    </a:lnTo>
                    <a:lnTo>
                      <a:pt x="1283" y="1516"/>
                    </a:lnTo>
                    <a:lnTo>
                      <a:pt x="1190" y="1528"/>
                    </a:lnTo>
                    <a:lnTo>
                      <a:pt x="1110" y="1565"/>
                    </a:lnTo>
                    <a:lnTo>
                      <a:pt x="1110" y="1565"/>
                    </a:lnTo>
                    <a:lnTo>
                      <a:pt x="1114" y="1516"/>
                    </a:lnTo>
                    <a:lnTo>
                      <a:pt x="1093" y="1472"/>
                    </a:lnTo>
                    <a:lnTo>
                      <a:pt x="1057" y="1432"/>
                    </a:lnTo>
                    <a:lnTo>
                      <a:pt x="1001" y="1399"/>
                    </a:lnTo>
                    <a:lnTo>
                      <a:pt x="932" y="1375"/>
                    </a:lnTo>
                    <a:lnTo>
                      <a:pt x="855" y="1363"/>
                    </a:lnTo>
                    <a:lnTo>
                      <a:pt x="771" y="1363"/>
                    </a:lnTo>
                    <a:lnTo>
                      <a:pt x="690" y="1379"/>
                    </a:lnTo>
                    <a:lnTo>
                      <a:pt x="690" y="1379"/>
                    </a:lnTo>
                    <a:lnTo>
                      <a:pt x="682" y="1355"/>
                    </a:lnTo>
                    <a:lnTo>
                      <a:pt x="670" y="1331"/>
                    </a:lnTo>
                    <a:lnTo>
                      <a:pt x="650" y="1307"/>
                    </a:lnTo>
                    <a:lnTo>
                      <a:pt x="625" y="1278"/>
                    </a:lnTo>
                    <a:lnTo>
                      <a:pt x="593" y="1254"/>
                    </a:lnTo>
                    <a:lnTo>
                      <a:pt x="561" y="1230"/>
                    </a:lnTo>
                    <a:lnTo>
                      <a:pt x="520" y="1206"/>
                    </a:lnTo>
                    <a:lnTo>
                      <a:pt x="472" y="1186"/>
                    </a:lnTo>
                    <a:lnTo>
                      <a:pt x="424" y="1165"/>
                    </a:lnTo>
                    <a:lnTo>
                      <a:pt x="371" y="1145"/>
                    </a:lnTo>
                    <a:lnTo>
                      <a:pt x="315" y="1129"/>
                    </a:lnTo>
                    <a:lnTo>
                      <a:pt x="258" y="1117"/>
                    </a:lnTo>
                    <a:lnTo>
                      <a:pt x="194" y="1105"/>
                    </a:lnTo>
                    <a:lnTo>
                      <a:pt x="133" y="1101"/>
                    </a:lnTo>
                    <a:lnTo>
                      <a:pt x="68" y="1097"/>
                    </a:lnTo>
                    <a:lnTo>
                      <a:pt x="0" y="1097"/>
                    </a:lnTo>
                    <a:lnTo>
                      <a:pt x="0" y="1097"/>
                    </a:lnTo>
                    <a:lnTo>
                      <a:pt x="113" y="1077"/>
                    </a:lnTo>
                    <a:lnTo>
                      <a:pt x="230" y="1040"/>
                    </a:lnTo>
                    <a:lnTo>
                      <a:pt x="359" y="992"/>
                    </a:lnTo>
                    <a:lnTo>
                      <a:pt x="492" y="936"/>
                    </a:lnTo>
                    <a:lnTo>
                      <a:pt x="625" y="871"/>
                    </a:lnTo>
                    <a:lnTo>
                      <a:pt x="763" y="798"/>
                    </a:lnTo>
                    <a:lnTo>
                      <a:pt x="896" y="718"/>
                    </a:lnTo>
                    <a:lnTo>
                      <a:pt x="1025" y="633"/>
                    </a:lnTo>
                    <a:lnTo>
                      <a:pt x="1150" y="548"/>
                    </a:lnTo>
                    <a:lnTo>
                      <a:pt x="1263" y="460"/>
                    </a:lnTo>
                    <a:lnTo>
                      <a:pt x="1368" y="375"/>
                    </a:lnTo>
                    <a:lnTo>
                      <a:pt x="1461" y="290"/>
                    </a:lnTo>
                    <a:lnTo>
                      <a:pt x="1537" y="210"/>
                    </a:lnTo>
                    <a:lnTo>
                      <a:pt x="1598" y="133"/>
                    </a:lnTo>
                    <a:lnTo>
                      <a:pt x="1634" y="60"/>
                    </a:lnTo>
                    <a:lnTo>
                      <a:pt x="1654"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91" name=""/>
              <p:cNvSpPr/>
              <p:nvPr/>
            </p:nvSpPr>
            <p:spPr>
              <a:xfrm>
                <a:off x="6078600" y="1988640"/>
                <a:ext cx="340920" cy="522360"/>
              </a:xfrm>
              <a:custGeom>
                <a:avLst/>
                <a:gdLst/>
                <a:ahLst/>
                <a:rect l="l" t="t" r="r" b="b"/>
                <a:pathLst>
                  <a:path w="977" h="1565">
                    <a:moveTo>
                      <a:pt x="0" y="1379"/>
                    </a:moveTo>
                    <a:lnTo>
                      <a:pt x="0" y="1379"/>
                    </a:lnTo>
                    <a:lnTo>
                      <a:pt x="89" y="1319"/>
                    </a:lnTo>
                    <a:lnTo>
                      <a:pt x="173" y="1246"/>
                    </a:lnTo>
                    <a:lnTo>
                      <a:pt x="262" y="1169"/>
                    </a:lnTo>
                    <a:lnTo>
                      <a:pt x="347" y="1089"/>
                    </a:lnTo>
                    <a:lnTo>
                      <a:pt x="428" y="1000"/>
                    </a:lnTo>
                    <a:lnTo>
                      <a:pt x="504" y="907"/>
                    </a:lnTo>
                    <a:lnTo>
                      <a:pt x="581" y="810"/>
                    </a:lnTo>
                    <a:lnTo>
                      <a:pt x="650" y="714"/>
                    </a:lnTo>
                    <a:lnTo>
                      <a:pt x="714" y="617"/>
                    </a:lnTo>
                    <a:lnTo>
                      <a:pt x="775" y="520"/>
                    </a:lnTo>
                    <a:lnTo>
                      <a:pt x="827" y="423"/>
                    </a:lnTo>
                    <a:lnTo>
                      <a:pt x="872" y="331"/>
                    </a:lnTo>
                    <a:lnTo>
                      <a:pt x="908" y="242"/>
                    </a:lnTo>
                    <a:lnTo>
                      <a:pt x="936" y="153"/>
                    </a:lnTo>
                    <a:lnTo>
                      <a:pt x="956" y="72"/>
                    </a:lnTo>
                    <a:lnTo>
                      <a:pt x="964" y="0"/>
                    </a:lnTo>
                    <a:lnTo>
                      <a:pt x="964" y="0"/>
                    </a:lnTo>
                    <a:lnTo>
                      <a:pt x="977" y="121"/>
                    </a:lnTo>
                    <a:lnTo>
                      <a:pt x="973" y="294"/>
                    </a:lnTo>
                    <a:lnTo>
                      <a:pt x="948" y="508"/>
                    </a:lnTo>
                    <a:lnTo>
                      <a:pt x="900" y="742"/>
                    </a:lnTo>
                    <a:lnTo>
                      <a:pt x="827" y="980"/>
                    </a:lnTo>
                    <a:lnTo>
                      <a:pt x="726" y="1210"/>
                    </a:lnTo>
                    <a:lnTo>
                      <a:pt x="589" y="1407"/>
                    </a:lnTo>
                    <a:lnTo>
                      <a:pt x="420" y="1565"/>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92" name=""/>
              <p:cNvSpPr/>
              <p:nvPr/>
            </p:nvSpPr>
            <p:spPr>
              <a:xfrm>
                <a:off x="6047640" y="2280960"/>
                <a:ext cx="401400" cy="146880"/>
              </a:xfrm>
              <a:custGeom>
                <a:avLst/>
                <a:gdLst/>
                <a:ahLst/>
                <a:rect l="l" t="t" r="r" b="b"/>
                <a:pathLst>
                  <a:path w="1150" h="440">
                    <a:moveTo>
                      <a:pt x="0" y="4"/>
                    </a:moveTo>
                    <a:lnTo>
                      <a:pt x="0" y="4"/>
                    </a:lnTo>
                    <a:lnTo>
                      <a:pt x="49" y="0"/>
                    </a:lnTo>
                    <a:lnTo>
                      <a:pt x="117" y="12"/>
                    </a:lnTo>
                    <a:lnTo>
                      <a:pt x="190" y="40"/>
                    </a:lnTo>
                    <a:lnTo>
                      <a:pt x="267" y="73"/>
                    </a:lnTo>
                    <a:lnTo>
                      <a:pt x="331" y="117"/>
                    </a:lnTo>
                    <a:lnTo>
                      <a:pt x="380" y="165"/>
                    </a:lnTo>
                    <a:lnTo>
                      <a:pt x="404" y="214"/>
                    </a:lnTo>
                    <a:lnTo>
                      <a:pt x="392" y="262"/>
                    </a:lnTo>
                    <a:lnTo>
                      <a:pt x="392" y="262"/>
                    </a:lnTo>
                    <a:lnTo>
                      <a:pt x="440" y="242"/>
                    </a:lnTo>
                    <a:lnTo>
                      <a:pt x="505" y="230"/>
                    </a:lnTo>
                    <a:lnTo>
                      <a:pt x="581" y="226"/>
                    </a:lnTo>
                    <a:lnTo>
                      <a:pt x="662" y="230"/>
                    </a:lnTo>
                    <a:lnTo>
                      <a:pt x="731" y="242"/>
                    </a:lnTo>
                    <a:lnTo>
                      <a:pt x="787" y="262"/>
                    </a:lnTo>
                    <a:lnTo>
                      <a:pt x="815" y="290"/>
                    </a:lnTo>
                    <a:lnTo>
                      <a:pt x="811" y="331"/>
                    </a:lnTo>
                    <a:lnTo>
                      <a:pt x="811" y="331"/>
                    </a:lnTo>
                    <a:lnTo>
                      <a:pt x="848" y="311"/>
                    </a:lnTo>
                    <a:lnTo>
                      <a:pt x="896" y="303"/>
                    </a:lnTo>
                    <a:lnTo>
                      <a:pt x="953" y="303"/>
                    </a:lnTo>
                    <a:lnTo>
                      <a:pt x="1009" y="315"/>
                    </a:lnTo>
                    <a:lnTo>
                      <a:pt x="1062" y="335"/>
                    </a:lnTo>
                    <a:lnTo>
                      <a:pt x="1106" y="363"/>
                    </a:lnTo>
                    <a:lnTo>
                      <a:pt x="1138" y="399"/>
                    </a:lnTo>
                    <a:lnTo>
                      <a:pt x="1150" y="44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93" name=""/>
              <p:cNvSpPr/>
              <p:nvPr/>
            </p:nvSpPr>
            <p:spPr>
              <a:xfrm>
                <a:off x="6175800" y="2207880"/>
                <a:ext cx="289080" cy="72720"/>
              </a:xfrm>
              <a:custGeom>
                <a:avLst/>
                <a:gdLst/>
                <a:ahLst/>
                <a:rect l="l" t="t" r="r" b="b"/>
                <a:pathLst>
                  <a:path w="828" h="218">
                    <a:moveTo>
                      <a:pt x="828" y="218"/>
                    </a:moveTo>
                    <a:lnTo>
                      <a:pt x="828" y="218"/>
                    </a:lnTo>
                    <a:lnTo>
                      <a:pt x="816" y="182"/>
                    </a:lnTo>
                    <a:lnTo>
                      <a:pt x="787" y="158"/>
                    </a:lnTo>
                    <a:lnTo>
                      <a:pt x="755" y="145"/>
                    </a:lnTo>
                    <a:lnTo>
                      <a:pt x="715" y="137"/>
                    </a:lnTo>
                    <a:lnTo>
                      <a:pt x="674" y="145"/>
                    </a:lnTo>
                    <a:lnTo>
                      <a:pt x="634" y="158"/>
                    </a:lnTo>
                    <a:lnTo>
                      <a:pt x="602" y="178"/>
                    </a:lnTo>
                    <a:lnTo>
                      <a:pt x="577" y="206"/>
                    </a:lnTo>
                    <a:lnTo>
                      <a:pt x="577" y="206"/>
                    </a:lnTo>
                    <a:lnTo>
                      <a:pt x="561" y="170"/>
                    </a:lnTo>
                    <a:lnTo>
                      <a:pt x="533" y="149"/>
                    </a:lnTo>
                    <a:lnTo>
                      <a:pt x="497" y="133"/>
                    </a:lnTo>
                    <a:lnTo>
                      <a:pt x="452" y="129"/>
                    </a:lnTo>
                    <a:lnTo>
                      <a:pt x="408" y="137"/>
                    </a:lnTo>
                    <a:lnTo>
                      <a:pt x="360" y="149"/>
                    </a:lnTo>
                    <a:lnTo>
                      <a:pt x="315" y="166"/>
                    </a:lnTo>
                    <a:lnTo>
                      <a:pt x="275" y="190"/>
                    </a:lnTo>
                    <a:lnTo>
                      <a:pt x="275" y="190"/>
                    </a:lnTo>
                    <a:lnTo>
                      <a:pt x="271" y="145"/>
                    </a:lnTo>
                    <a:lnTo>
                      <a:pt x="251" y="101"/>
                    </a:lnTo>
                    <a:lnTo>
                      <a:pt x="222" y="65"/>
                    </a:lnTo>
                    <a:lnTo>
                      <a:pt x="186" y="37"/>
                    </a:lnTo>
                    <a:lnTo>
                      <a:pt x="142" y="12"/>
                    </a:lnTo>
                    <a:lnTo>
                      <a:pt x="93" y="0"/>
                    </a:lnTo>
                    <a:lnTo>
                      <a:pt x="45" y="0"/>
                    </a:lnTo>
                    <a:lnTo>
                      <a:pt x="0" y="12"/>
                    </a:lnTo>
                  </a:path>
                </a:pathLst>
              </a:custGeom>
              <a:noFill/>
              <a:ln w="0">
                <a:solidFill>
                  <a:srgbClr val="000000"/>
                </a:solidFill>
              </a:ln>
            </p:spPr>
            <p:style>
              <a:lnRef idx="0"/>
              <a:fillRef idx="0"/>
              <a:effectRef idx="0"/>
              <a:fontRef idx="minor"/>
            </p:style>
            <p:txBody>
              <a:bodyPr lIns="90000" rIns="90000" tIns="25920" bIns="25920" anchor="t">
                <a:noAutofit/>
              </a:bodyPr>
              <a:p>
                <a:endParaRPr b="0" lang="en-US" sz="2400" spc="-1" strike="noStrike">
                  <a:solidFill>
                    <a:srgbClr val="000000"/>
                  </a:solidFill>
                  <a:latin typeface="Times New Roman"/>
                </a:endParaRPr>
              </a:p>
            </p:txBody>
          </p:sp>
          <p:sp>
            <p:nvSpPr>
              <p:cNvPr id="8194" name=""/>
              <p:cNvSpPr/>
              <p:nvPr/>
            </p:nvSpPr>
            <p:spPr>
              <a:xfrm>
                <a:off x="6289920" y="2130120"/>
                <a:ext cx="172080" cy="50040"/>
              </a:xfrm>
              <a:custGeom>
                <a:avLst/>
                <a:gdLst/>
                <a:ahLst/>
                <a:rect l="l" t="t" r="r" b="b"/>
                <a:pathLst>
                  <a:path w="493" h="150">
                    <a:moveTo>
                      <a:pt x="0" y="8"/>
                    </a:moveTo>
                    <a:lnTo>
                      <a:pt x="0" y="8"/>
                    </a:lnTo>
                    <a:lnTo>
                      <a:pt x="41" y="0"/>
                    </a:lnTo>
                    <a:lnTo>
                      <a:pt x="77" y="0"/>
                    </a:lnTo>
                    <a:lnTo>
                      <a:pt x="105" y="8"/>
                    </a:lnTo>
                    <a:lnTo>
                      <a:pt x="129" y="24"/>
                    </a:lnTo>
                    <a:lnTo>
                      <a:pt x="150" y="45"/>
                    </a:lnTo>
                    <a:lnTo>
                      <a:pt x="158" y="69"/>
                    </a:lnTo>
                    <a:lnTo>
                      <a:pt x="162" y="89"/>
                    </a:lnTo>
                    <a:lnTo>
                      <a:pt x="158" y="113"/>
                    </a:lnTo>
                    <a:lnTo>
                      <a:pt x="158" y="113"/>
                    </a:lnTo>
                    <a:lnTo>
                      <a:pt x="178" y="105"/>
                    </a:lnTo>
                    <a:lnTo>
                      <a:pt x="206" y="97"/>
                    </a:lnTo>
                    <a:lnTo>
                      <a:pt x="234" y="97"/>
                    </a:lnTo>
                    <a:lnTo>
                      <a:pt x="267" y="97"/>
                    </a:lnTo>
                    <a:lnTo>
                      <a:pt x="291" y="101"/>
                    </a:lnTo>
                    <a:lnTo>
                      <a:pt x="315" y="113"/>
                    </a:lnTo>
                    <a:lnTo>
                      <a:pt x="327" y="125"/>
                    </a:lnTo>
                    <a:lnTo>
                      <a:pt x="331" y="150"/>
                    </a:lnTo>
                    <a:lnTo>
                      <a:pt x="331" y="150"/>
                    </a:lnTo>
                    <a:lnTo>
                      <a:pt x="351" y="133"/>
                    </a:lnTo>
                    <a:lnTo>
                      <a:pt x="372" y="121"/>
                    </a:lnTo>
                    <a:lnTo>
                      <a:pt x="396" y="113"/>
                    </a:lnTo>
                    <a:lnTo>
                      <a:pt x="420" y="109"/>
                    </a:lnTo>
                    <a:lnTo>
                      <a:pt x="440" y="109"/>
                    </a:lnTo>
                    <a:lnTo>
                      <a:pt x="460" y="113"/>
                    </a:lnTo>
                    <a:lnTo>
                      <a:pt x="476" y="125"/>
                    </a:lnTo>
                    <a:lnTo>
                      <a:pt x="493" y="141"/>
                    </a:lnTo>
                  </a:path>
                </a:pathLst>
              </a:custGeom>
              <a:noFill/>
              <a:ln w="0">
                <a:solidFill>
                  <a:srgbClr val="000000"/>
                </a:solidFill>
              </a:ln>
            </p:spPr>
            <p:style>
              <a:lnRef idx="0"/>
              <a:fillRef idx="0"/>
              <a:effectRef idx="0"/>
              <a:fontRef idx="minor"/>
            </p:style>
            <p:txBody>
              <a:bodyPr lIns="90000" rIns="90000" tIns="3240" bIns="3240" anchor="t">
                <a:noAutofit/>
              </a:bodyPr>
              <a:p>
                <a:endParaRPr b="0" lang="en-US" sz="2400" spc="-1" strike="noStrike">
                  <a:solidFill>
                    <a:srgbClr val="000000"/>
                  </a:solidFill>
                  <a:latin typeface="Times New Roman"/>
                </a:endParaRPr>
              </a:p>
            </p:txBody>
          </p:sp>
          <p:sp>
            <p:nvSpPr>
              <p:cNvPr id="8195" name=""/>
              <p:cNvSpPr/>
              <p:nvPr/>
            </p:nvSpPr>
            <p:spPr>
              <a:xfrm>
                <a:off x="5764320" y="1762200"/>
                <a:ext cx="650880" cy="568080"/>
              </a:xfrm>
              <a:custGeom>
                <a:avLst/>
                <a:gdLst/>
                <a:ahLst/>
                <a:rect l="l" t="t" r="r" b="b"/>
                <a:pathLst>
                  <a:path w="1864" h="1702">
                    <a:moveTo>
                      <a:pt x="480" y="1702"/>
                    </a:moveTo>
                    <a:lnTo>
                      <a:pt x="480" y="1702"/>
                    </a:lnTo>
                    <a:lnTo>
                      <a:pt x="513" y="1670"/>
                    </a:lnTo>
                    <a:lnTo>
                      <a:pt x="525" y="1609"/>
                    </a:lnTo>
                    <a:lnTo>
                      <a:pt x="525" y="1533"/>
                    </a:lnTo>
                    <a:lnTo>
                      <a:pt x="504" y="1448"/>
                    </a:lnTo>
                    <a:lnTo>
                      <a:pt x="472" y="1359"/>
                    </a:lnTo>
                    <a:lnTo>
                      <a:pt x="420" y="1279"/>
                    </a:lnTo>
                    <a:lnTo>
                      <a:pt x="355" y="1210"/>
                    </a:lnTo>
                    <a:lnTo>
                      <a:pt x="278" y="1166"/>
                    </a:lnTo>
                    <a:lnTo>
                      <a:pt x="278" y="1166"/>
                    </a:lnTo>
                    <a:lnTo>
                      <a:pt x="319" y="1142"/>
                    </a:lnTo>
                    <a:lnTo>
                      <a:pt x="343" y="1101"/>
                    </a:lnTo>
                    <a:lnTo>
                      <a:pt x="351" y="1045"/>
                    </a:lnTo>
                    <a:lnTo>
                      <a:pt x="347" y="980"/>
                    </a:lnTo>
                    <a:lnTo>
                      <a:pt x="323" y="912"/>
                    </a:lnTo>
                    <a:lnTo>
                      <a:pt x="291" y="839"/>
                    </a:lnTo>
                    <a:lnTo>
                      <a:pt x="238" y="775"/>
                    </a:lnTo>
                    <a:lnTo>
                      <a:pt x="178" y="718"/>
                    </a:lnTo>
                    <a:lnTo>
                      <a:pt x="178" y="718"/>
                    </a:lnTo>
                    <a:lnTo>
                      <a:pt x="206" y="674"/>
                    </a:lnTo>
                    <a:lnTo>
                      <a:pt x="222" y="609"/>
                    </a:lnTo>
                    <a:lnTo>
                      <a:pt x="222" y="529"/>
                    </a:lnTo>
                    <a:lnTo>
                      <a:pt x="206" y="432"/>
                    </a:lnTo>
                    <a:lnTo>
                      <a:pt x="178" y="327"/>
                    </a:lnTo>
                    <a:lnTo>
                      <a:pt x="133" y="218"/>
                    </a:lnTo>
                    <a:lnTo>
                      <a:pt x="77" y="109"/>
                    </a:lnTo>
                    <a:lnTo>
                      <a:pt x="0" y="0"/>
                    </a:lnTo>
                    <a:lnTo>
                      <a:pt x="0" y="0"/>
                    </a:lnTo>
                    <a:lnTo>
                      <a:pt x="85" y="77"/>
                    </a:lnTo>
                    <a:lnTo>
                      <a:pt x="182" y="149"/>
                    </a:lnTo>
                    <a:lnTo>
                      <a:pt x="295" y="226"/>
                    </a:lnTo>
                    <a:lnTo>
                      <a:pt x="420" y="299"/>
                    </a:lnTo>
                    <a:lnTo>
                      <a:pt x="553" y="367"/>
                    </a:lnTo>
                    <a:lnTo>
                      <a:pt x="694" y="432"/>
                    </a:lnTo>
                    <a:lnTo>
                      <a:pt x="835" y="492"/>
                    </a:lnTo>
                    <a:lnTo>
                      <a:pt x="981" y="545"/>
                    </a:lnTo>
                    <a:lnTo>
                      <a:pt x="1122" y="593"/>
                    </a:lnTo>
                    <a:lnTo>
                      <a:pt x="1263" y="633"/>
                    </a:lnTo>
                    <a:lnTo>
                      <a:pt x="1392" y="670"/>
                    </a:lnTo>
                    <a:lnTo>
                      <a:pt x="1517" y="690"/>
                    </a:lnTo>
                    <a:lnTo>
                      <a:pt x="1626" y="706"/>
                    </a:lnTo>
                    <a:lnTo>
                      <a:pt x="1723" y="710"/>
                    </a:lnTo>
                    <a:lnTo>
                      <a:pt x="1804" y="698"/>
                    </a:lnTo>
                    <a:lnTo>
                      <a:pt x="1864" y="678"/>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96" name=""/>
              <p:cNvSpPr/>
              <p:nvPr/>
            </p:nvSpPr>
            <p:spPr>
              <a:xfrm>
                <a:off x="5826240" y="1988640"/>
                <a:ext cx="588960" cy="178920"/>
              </a:xfrm>
              <a:custGeom>
                <a:avLst/>
                <a:gdLst/>
                <a:ahLst/>
                <a:rect l="l" t="t" r="r" b="b"/>
                <a:pathLst>
                  <a:path w="1686" h="536">
                    <a:moveTo>
                      <a:pt x="0" y="40"/>
                    </a:moveTo>
                    <a:lnTo>
                      <a:pt x="0" y="40"/>
                    </a:lnTo>
                    <a:lnTo>
                      <a:pt x="100" y="76"/>
                    </a:lnTo>
                    <a:lnTo>
                      <a:pt x="209" y="105"/>
                    </a:lnTo>
                    <a:lnTo>
                      <a:pt x="322" y="129"/>
                    </a:lnTo>
                    <a:lnTo>
                      <a:pt x="439" y="145"/>
                    </a:lnTo>
                    <a:lnTo>
                      <a:pt x="561" y="161"/>
                    </a:lnTo>
                    <a:lnTo>
                      <a:pt x="682" y="169"/>
                    </a:lnTo>
                    <a:lnTo>
                      <a:pt x="803" y="173"/>
                    </a:lnTo>
                    <a:lnTo>
                      <a:pt x="924" y="169"/>
                    </a:lnTo>
                    <a:lnTo>
                      <a:pt x="1041" y="165"/>
                    </a:lnTo>
                    <a:lnTo>
                      <a:pt x="1154" y="153"/>
                    </a:lnTo>
                    <a:lnTo>
                      <a:pt x="1263" y="141"/>
                    </a:lnTo>
                    <a:lnTo>
                      <a:pt x="1364" y="121"/>
                    </a:lnTo>
                    <a:lnTo>
                      <a:pt x="1460" y="97"/>
                    </a:lnTo>
                    <a:lnTo>
                      <a:pt x="1545" y="68"/>
                    </a:lnTo>
                    <a:lnTo>
                      <a:pt x="1622" y="36"/>
                    </a:lnTo>
                    <a:lnTo>
                      <a:pt x="1686" y="0"/>
                    </a:lnTo>
                    <a:lnTo>
                      <a:pt x="1686" y="0"/>
                    </a:lnTo>
                    <a:lnTo>
                      <a:pt x="1650" y="36"/>
                    </a:lnTo>
                    <a:lnTo>
                      <a:pt x="1598" y="80"/>
                    </a:lnTo>
                    <a:lnTo>
                      <a:pt x="1533" y="129"/>
                    </a:lnTo>
                    <a:lnTo>
                      <a:pt x="1452" y="181"/>
                    </a:lnTo>
                    <a:lnTo>
                      <a:pt x="1364" y="234"/>
                    </a:lnTo>
                    <a:lnTo>
                      <a:pt x="1267" y="286"/>
                    </a:lnTo>
                    <a:lnTo>
                      <a:pt x="1162" y="339"/>
                    </a:lnTo>
                    <a:lnTo>
                      <a:pt x="1053" y="387"/>
                    </a:lnTo>
                    <a:lnTo>
                      <a:pt x="936" y="431"/>
                    </a:lnTo>
                    <a:lnTo>
                      <a:pt x="815" y="472"/>
                    </a:lnTo>
                    <a:lnTo>
                      <a:pt x="694" y="500"/>
                    </a:lnTo>
                    <a:lnTo>
                      <a:pt x="569" y="524"/>
                    </a:lnTo>
                    <a:lnTo>
                      <a:pt x="448" y="536"/>
                    </a:lnTo>
                    <a:lnTo>
                      <a:pt x="326" y="532"/>
                    </a:lnTo>
                    <a:lnTo>
                      <a:pt x="213" y="520"/>
                    </a:lnTo>
                    <a:lnTo>
                      <a:pt x="100" y="488"/>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97" name=""/>
              <p:cNvSpPr/>
              <p:nvPr/>
            </p:nvSpPr>
            <p:spPr>
              <a:xfrm>
                <a:off x="5950440" y="1879560"/>
                <a:ext cx="126720" cy="394560"/>
              </a:xfrm>
              <a:custGeom>
                <a:avLst/>
                <a:gdLst/>
                <a:ahLst/>
                <a:rect l="l" t="t" r="r" b="b"/>
                <a:pathLst>
                  <a:path w="363" h="1182">
                    <a:moveTo>
                      <a:pt x="0" y="0"/>
                    </a:moveTo>
                    <a:lnTo>
                      <a:pt x="0" y="0"/>
                    </a:lnTo>
                    <a:lnTo>
                      <a:pt x="32" y="40"/>
                    </a:lnTo>
                    <a:lnTo>
                      <a:pt x="60" y="101"/>
                    </a:lnTo>
                    <a:lnTo>
                      <a:pt x="84" y="174"/>
                    </a:lnTo>
                    <a:lnTo>
                      <a:pt x="101" y="258"/>
                    </a:lnTo>
                    <a:lnTo>
                      <a:pt x="105" y="335"/>
                    </a:lnTo>
                    <a:lnTo>
                      <a:pt x="93" y="403"/>
                    </a:lnTo>
                    <a:lnTo>
                      <a:pt x="68" y="448"/>
                    </a:lnTo>
                    <a:lnTo>
                      <a:pt x="20" y="468"/>
                    </a:lnTo>
                    <a:lnTo>
                      <a:pt x="20" y="468"/>
                    </a:lnTo>
                    <a:lnTo>
                      <a:pt x="64" y="496"/>
                    </a:lnTo>
                    <a:lnTo>
                      <a:pt x="117" y="541"/>
                    </a:lnTo>
                    <a:lnTo>
                      <a:pt x="165" y="601"/>
                    </a:lnTo>
                    <a:lnTo>
                      <a:pt x="210" y="666"/>
                    </a:lnTo>
                    <a:lnTo>
                      <a:pt x="238" y="730"/>
                    </a:lnTo>
                    <a:lnTo>
                      <a:pt x="254" y="787"/>
                    </a:lnTo>
                    <a:lnTo>
                      <a:pt x="250" y="827"/>
                    </a:lnTo>
                    <a:lnTo>
                      <a:pt x="214" y="847"/>
                    </a:lnTo>
                    <a:lnTo>
                      <a:pt x="214" y="847"/>
                    </a:lnTo>
                    <a:lnTo>
                      <a:pt x="254" y="863"/>
                    </a:lnTo>
                    <a:lnTo>
                      <a:pt x="286" y="895"/>
                    </a:lnTo>
                    <a:lnTo>
                      <a:pt x="319" y="940"/>
                    </a:lnTo>
                    <a:lnTo>
                      <a:pt x="343" y="992"/>
                    </a:lnTo>
                    <a:lnTo>
                      <a:pt x="359" y="1049"/>
                    </a:lnTo>
                    <a:lnTo>
                      <a:pt x="363" y="1101"/>
                    </a:lnTo>
                    <a:lnTo>
                      <a:pt x="351" y="1146"/>
                    </a:lnTo>
                    <a:lnTo>
                      <a:pt x="327" y="1182"/>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98" name=""/>
              <p:cNvSpPr/>
              <p:nvPr/>
            </p:nvSpPr>
            <p:spPr>
              <a:xfrm>
                <a:off x="6085440" y="1937520"/>
                <a:ext cx="112680" cy="270360"/>
              </a:xfrm>
              <a:custGeom>
                <a:avLst/>
                <a:gdLst/>
                <a:ahLst/>
                <a:rect l="l" t="t" r="r" b="b"/>
                <a:pathLst>
                  <a:path w="323" h="810">
                    <a:moveTo>
                      <a:pt x="295" y="810"/>
                    </a:moveTo>
                    <a:lnTo>
                      <a:pt x="295" y="810"/>
                    </a:lnTo>
                    <a:lnTo>
                      <a:pt x="315" y="778"/>
                    </a:lnTo>
                    <a:lnTo>
                      <a:pt x="323" y="742"/>
                    </a:lnTo>
                    <a:lnTo>
                      <a:pt x="319" y="701"/>
                    </a:lnTo>
                    <a:lnTo>
                      <a:pt x="303" y="661"/>
                    </a:lnTo>
                    <a:lnTo>
                      <a:pt x="279" y="625"/>
                    </a:lnTo>
                    <a:lnTo>
                      <a:pt x="250" y="600"/>
                    </a:lnTo>
                    <a:lnTo>
                      <a:pt x="218" y="584"/>
                    </a:lnTo>
                    <a:lnTo>
                      <a:pt x="182" y="580"/>
                    </a:lnTo>
                    <a:lnTo>
                      <a:pt x="182" y="580"/>
                    </a:lnTo>
                    <a:lnTo>
                      <a:pt x="202" y="544"/>
                    </a:lnTo>
                    <a:lnTo>
                      <a:pt x="202" y="508"/>
                    </a:lnTo>
                    <a:lnTo>
                      <a:pt x="194" y="471"/>
                    </a:lnTo>
                    <a:lnTo>
                      <a:pt x="170" y="435"/>
                    </a:lnTo>
                    <a:lnTo>
                      <a:pt x="137" y="399"/>
                    </a:lnTo>
                    <a:lnTo>
                      <a:pt x="101" y="371"/>
                    </a:lnTo>
                    <a:lnTo>
                      <a:pt x="61" y="346"/>
                    </a:lnTo>
                    <a:lnTo>
                      <a:pt x="16" y="326"/>
                    </a:lnTo>
                    <a:lnTo>
                      <a:pt x="16" y="326"/>
                    </a:lnTo>
                    <a:lnTo>
                      <a:pt x="57" y="290"/>
                    </a:lnTo>
                    <a:lnTo>
                      <a:pt x="81" y="250"/>
                    </a:lnTo>
                    <a:lnTo>
                      <a:pt x="93" y="201"/>
                    </a:lnTo>
                    <a:lnTo>
                      <a:pt x="93" y="157"/>
                    </a:lnTo>
                    <a:lnTo>
                      <a:pt x="85" y="108"/>
                    </a:lnTo>
                    <a:lnTo>
                      <a:pt x="65" y="64"/>
                    </a:lnTo>
                    <a:lnTo>
                      <a:pt x="36" y="28"/>
                    </a:lnTo>
                    <a:lnTo>
                      <a:pt x="0"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199" name=""/>
              <p:cNvSpPr/>
              <p:nvPr/>
            </p:nvSpPr>
            <p:spPr>
              <a:xfrm>
                <a:off x="6221160" y="1977840"/>
                <a:ext cx="63000" cy="158400"/>
              </a:xfrm>
              <a:custGeom>
                <a:avLst/>
                <a:gdLst/>
                <a:ahLst/>
                <a:rect l="l" t="t" r="r" b="b"/>
                <a:pathLst>
                  <a:path w="181" h="475">
                    <a:moveTo>
                      <a:pt x="0" y="0"/>
                    </a:moveTo>
                    <a:lnTo>
                      <a:pt x="0" y="0"/>
                    </a:lnTo>
                    <a:lnTo>
                      <a:pt x="48" y="56"/>
                    </a:lnTo>
                    <a:lnTo>
                      <a:pt x="60" y="112"/>
                    </a:lnTo>
                    <a:lnTo>
                      <a:pt x="40" y="161"/>
                    </a:lnTo>
                    <a:lnTo>
                      <a:pt x="4" y="189"/>
                    </a:lnTo>
                    <a:lnTo>
                      <a:pt x="4" y="189"/>
                    </a:lnTo>
                    <a:lnTo>
                      <a:pt x="24" y="201"/>
                    </a:lnTo>
                    <a:lnTo>
                      <a:pt x="44" y="221"/>
                    </a:lnTo>
                    <a:lnTo>
                      <a:pt x="64" y="242"/>
                    </a:lnTo>
                    <a:lnTo>
                      <a:pt x="80" y="266"/>
                    </a:lnTo>
                    <a:lnTo>
                      <a:pt x="92" y="290"/>
                    </a:lnTo>
                    <a:lnTo>
                      <a:pt x="96" y="314"/>
                    </a:lnTo>
                    <a:lnTo>
                      <a:pt x="92" y="334"/>
                    </a:lnTo>
                    <a:lnTo>
                      <a:pt x="76" y="350"/>
                    </a:lnTo>
                    <a:lnTo>
                      <a:pt x="76" y="350"/>
                    </a:lnTo>
                    <a:lnTo>
                      <a:pt x="100" y="358"/>
                    </a:lnTo>
                    <a:lnTo>
                      <a:pt x="125" y="367"/>
                    </a:lnTo>
                    <a:lnTo>
                      <a:pt x="145" y="383"/>
                    </a:lnTo>
                    <a:lnTo>
                      <a:pt x="161" y="395"/>
                    </a:lnTo>
                    <a:lnTo>
                      <a:pt x="173" y="415"/>
                    </a:lnTo>
                    <a:lnTo>
                      <a:pt x="181" y="431"/>
                    </a:lnTo>
                    <a:lnTo>
                      <a:pt x="181" y="455"/>
                    </a:lnTo>
                    <a:lnTo>
                      <a:pt x="177" y="475"/>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00" name=""/>
              <p:cNvSpPr/>
              <p:nvPr/>
            </p:nvSpPr>
            <p:spPr>
              <a:xfrm>
                <a:off x="5949000" y="1542960"/>
                <a:ext cx="466200" cy="445680"/>
              </a:xfrm>
              <a:custGeom>
                <a:avLst/>
                <a:gdLst/>
                <a:ahLst/>
                <a:rect l="l" t="t" r="r" b="b"/>
                <a:pathLst>
                  <a:path w="1335" h="1335">
                    <a:moveTo>
                      <a:pt x="306" y="0"/>
                    </a:moveTo>
                    <a:lnTo>
                      <a:pt x="306" y="0"/>
                    </a:lnTo>
                    <a:lnTo>
                      <a:pt x="339" y="101"/>
                    </a:lnTo>
                    <a:lnTo>
                      <a:pt x="379" y="205"/>
                    </a:lnTo>
                    <a:lnTo>
                      <a:pt x="427" y="310"/>
                    </a:lnTo>
                    <a:lnTo>
                      <a:pt x="480" y="419"/>
                    </a:lnTo>
                    <a:lnTo>
                      <a:pt x="540" y="524"/>
                    </a:lnTo>
                    <a:lnTo>
                      <a:pt x="605" y="625"/>
                    </a:lnTo>
                    <a:lnTo>
                      <a:pt x="674" y="726"/>
                    </a:lnTo>
                    <a:lnTo>
                      <a:pt x="746" y="819"/>
                    </a:lnTo>
                    <a:lnTo>
                      <a:pt x="823" y="911"/>
                    </a:lnTo>
                    <a:lnTo>
                      <a:pt x="896" y="996"/>
                    </a:lnTo>
                    <a:lnTo>
                      <a:pt x="972" y="1077"/>
                    </a:lnTo>
                    <a:lnTo>
                      <a:pt x="1049" y="1145"/>
                    </a:lnTo>
                    <a:lnTo>
                      <a:pt x="1126" y="1210"/>
                    </a:lnTo>
                    <a:lnTo>
                      <a:pt x="1198" y="1262"/>
                    </a:lnTo>
                    <a:lnTo>
                      <a:pt x="1267" y="1303"/>
                    </a:lnTo>
                    <a:lnTo>
                      <a:pt x="1335" y="1335"/>
                    </a:lnTo>
                    <a:lnTo>
                      <a:pt x="1335" y="1335"/>
                    </a:lnTo>
                    <a:lnTo>
                      <a:pt x="1283" y="1327"/>
                    </a:lnTo>
                    <a:lnTo>
                      <a:pt x="1218" y="1311"/>
                    </a:lnTo>
                    <a:lnTo>
                      <a:pt x="1142" y="1286"/>
                    </a:lnTo>
                    <a:lnTo>
                      <a:pt x="1053" y="1254"/>
                    </a:lnTo>
                    <a:lnTo>
                      <a:pt x="956" y="1214"/>
                    </a:lnTo>
                    <a:lnTo>
                      <a:pt x="855" y="1165"/>
                    </a:lnTo>
                    <a:lnTo>
                      <a:pt x="750" y="1113"/>
                    </a:lnTo>
                    <a:lnTo>
                      <a:pt x="645" y="1052"/>
                    </a:lnTo>
                    <a:lnTo>
                      <a:pt x="540" y="984"/>
                    </a:lnTo>
                    <a:lnTo>
                      <a:pt x="440" y="911"/>
                    </a:lnTo>
                    <a:lnTo>
                      <a:pt x="343" y="831"/>
                    </a:lnTo>
                    <a:lnTo>
                      <a:pt x="250" y="746"/>
                    </a:lnTo>
                    <a:lnTo>
                      <a:pt x="169" y="653"/>
                    </a:lnTo>
                    <a:lnTo>
                      <a:pt x="97" y="556"/>
                    </a:lnTo>
                    <a:lnTo>
                      <a:pt x="40" y="456"/>
                    </a:lnTo>
                    <a:lnTo>
                      <a:pt x="0" y="347"/>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01" name=""/>
              <p:cNvSpPr/>
              <p:nvPr/>
            </p:nvSpPr>
            <p:spPr>
              <a:xfrm>
                <a:off x="5965920" y="1565640"/>
                <a:ext cx="264960" cy="321840"/>
              </a:xfrm>
              <a:custGeom>
                <a:avLst/>
                <a:gdLst/>
                <a:ahLst/>
                <a:rect l="l" t="t" r="r" b="b"/>
                <a:pathLst>
                  <a:path w="759" h="964">
                    <a:moveTo>
                      <a:pt x="759" y="0"/>
                    </a:moveTo>
                    <a:lnTo>
                      <a:pt x="759" y="0"/>
                    </a:lnTo>
                    <a:lnTo>
                      <a:pt x="747" y="49"/>
                    </a:lnTo>
                    <a:lnTo>
                      <a:pt x="714" y="109"/>
                    </a:lnTo>
                    <a:lnTo>
                      <a:pt x="670" y="170"/>
                    </a:lnTo>
                    <a:lnTo>
                      <a:pt x="614" y="230"/>
                    </a:lnTo>
                    <a:lnTo>
                      <a:pt x="553" y="283"/>
                    </a:lnTo>
                    <a:lnTo>
                      <a:pt x="496" y="315"/>
                    </a:lnTo>
                    <a:lnTo>
                      <a:pt x="440" y="323"/>
                    </a:lnTo>
                    <a:lnTo>
                      <a:pt x="400" y="295"/>
                    </a:lnTo>
                    <a:lnTo>
                      <a:pt x="400" y="295"/>
                    </a:lnTo>
                    <a:lnTo>
                      <a:pt x="404" y="347"/>
                    </a:lnTo>
                    <a:lnTo>
                      <a:pt x="396" y="412"/>
                    </a:lnTo>
                    <a:lnTo>
                      <a:pt x="375" y="488"/>
                    </a:lnTo>
                    <a:lnTo>
                      <a:pt x="351" y="561"/>
                    </a:lnTo>
                    <a:lnTo>
                      <a:pt x="315" y="625"/>
                    </a:lnTo>
                    <a:lnTo>
                      <a:pt x="279" y="674"/>
                    </a:lnTo>
                    <a:lnTo>
                      <a:pt x="242" y="694"/>
                    </a:lnTo>
                    <a:lnTo>
                      <a:pt x="206" y="678"/>
                    </a:lnTo>
                    <a:lnTo>
                      <a:pt x="206" y="678"/>
                    </a:lnTo>
                    <a:lnTo>
                      <a:pt x="214" y="718"/>
                    </a:lnTo>
                    <a:lnTo>
                      <a:pt x="210" y="767"/>
                    </a:lnTo>
                    <a:lnTo>
                      <a:pt x="190" y="815"/>
                    </a:lnTo>
                    <a:lnTo>
                      <a:pt x="166" y="867"/>
                    </a:lnTo>
                    <a:lnTo>
                      <a:pt x="129" y="912"/>
                    </a:lnTo>
                    <a:lnTo>
                      <a:pt x="89" y="944"/>
                    </a:lnTo>
                    <a:lnTo>
                      <a:pt x="44" y="964"/>
                    </a:lnTo>
                    <a:lnTo>
                      <a:pt x="0" y="964"/>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02" name=""/>
              <p:cNvSpPr/>
              <p:nvPr/>
            </p:nvSpPr>
            <p:spPr>
              <a:xfrm>
                <a:off x="6088320" y="1703160"/>
                <a:ext cx="174960" cy="234360"/>
              </a:xfrm>
              <a:custGeom>
                <a:avLst/>
                <a:gdLst/>
                <a:ahLst/>
                <a:rect l="l" t="t" r="r" b="b"/>
                <a:pathLst>
                  <a:path w="501" h="702">
                    <a:moveTo>
                      <a:pt x="0" y="702"/>
                    </a:moveTo>
                    <a:lnTo>
                      <a:pt x="0" y="702"/>
                    </a:lnTo>
                    <a:lnTo>
                      <a:pt x="57" y="702"/>
                    </a:lnTo>
                    <a:lnTo>
                      <a:pt x="101" y="689"/>
                    </a:lnTo>
                    <a:lnTo>
                      <a:pt x="137" y="661"/>
                    </a:lnTo>
                    <a:lnTo>
                      <a:pt x="158" y="633"/>
                    </a:lnTo>
                    <a:lnTo>
                      <a:pt x="170" y="597"/>
                    </a:lnTo>
                    <a:lnTo>
                      <a:pt x="170" y="556"/>
                    </a:lnTo>
                    <a:lnTo>
                      <a:pt x="162" y="524"/>
                    </a:lnTo>
                    <a:lnTo>
                      <a:pt x="141" y="492"/>
                    </a:lnTo>
                    <a:lnTo>
                      <a:pt x="141" y="492"/>
                    </a:lnTo>
                    <a:lnTo>
                      <a:pt x="182" y="484"/>
                    </a:lnTo>
                    <a:lnTo>
                      <a:pt x="214" y="468"/>
                    </a:lnTo>
                    <a:lnTo>
                      <a:pt x="238" y="435"/>
                    </a:lnTo>
                    <a:lnTo>
                      <a:pt x="254" y="395"/>
                    </a:lnTo>
                    <a:lnTo>
                      <a:pt x="263" y="351"/>
                    </a:lnTo>
                    <a:lnTo>
                      <a:pt x="267" y="302"/>
                    </a:lnTo>
                    <a:lnTo>
                      <a:pt x="263" y="254"/>
                    </a:lnTo>
                    <a:lnTo>
                      <a:pt x="250" y="209"/>
                    </a:lnTo>
                    <a:lnTo>
                      <a:pt x="250" y="209"/>
                    </a:lnTo>
                    <a:lnTo>
                      <a:pt x="295" y="218"/>
                    </a:lnTo>
                    <a:lnTo>
                      <a:pt x="339" y="213"/>
                    </a:lnTo>
                    <a:lnTo>
                      <a:pt x="384" y="197"/>
                    </a:lnTo>
                    <a:lnTo>
                      <a:pt x="424" y="169"/>
                    </a:lnTo>
                    <a:lnTo>
                      <a:pt x="456" y="133"/>
                    </a:lnTo>
                    <a:lnTo>
                      <a:pt x="484" y="92"/>
                    </a:lnTo>
                    <a:lnTo>
                      <a:pt x="497" y="48"/>
                    </a:lnTo>
                    <a:lnTo>
                      <a:pt x="501"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03" name=""/>
              <p:cNvSpPr/>
              <p:nvPr/>
            </p:nvSpPr>
            <p:spPr>
              <a:xfrm>
                <a:off x="6212520" y="1832400"/>
                <a:ext cx="97200" cy="142560"/>
              </a:xfrm>
              <a:custGeom>
                <a:avLst/>
                <a:gdLst/>
                <a:ahLst/>
                <a:rect l="l" t="t" r="r" b="b"/>
                <a:pathLst>
                  <a:path w="279" h="427">
                    <a:moveTo>
                      <a:pt x="279" y="0"/>
                    </a:moveTo>
                    <a:lnTo>
                      <a:pt x="279" y="0"/>
                    </a:lnTo>
                    <a:lnTo>
                      <a:pt x="275" y="40"/>
                    </a:lnTo>
                    <a:lnTo>
                      <a:pt x="267" y="73"/>
                    </a:lnTo>
                    <a:lnTo>
                      <a:pt x="246" y="97"/>
                    </a:lnTo>
                    <a:lnTo>
                      <a:pt x="222" y="113"/>
                    </a:lnTo>
                    <a:lnTo>
                      <a:pt x="198" y="125"/>
                    </a:lnTo>
                    <a:lnTo>
                      <a:pt x="174" y="129"/>
                    </a:lnTo>
                    <a:lnTo>
                      <a:pt x="150" y="125"/>
                    </a:lnTo>
                    <a:lnTo>
                      <a:pt x="129" y="113"/>
                    </a:lnTo>
                    <a:lnTo>
                      <a:pt x="129" y="113"/>
                    </a:lnTo>
                    <a:lnTo>
                      <a:pt x="129" y="161"/>
                    </a:lnTo>
                    <a:lnTo>
                      <a:pt x="113" y="218"/>
                    </a:lnTo>
                    <a:lnTo>
                      <a:pt x="81" y="262"/>
                    </a:lnTo>
                    <a:lnTo>
                      <a:pt x="41" y="266"/>
                    </a:lnTo>
                    <a:lnTo>
                      <a:pt x="41" y="266"/>
                    </a:lnTo>
                    <a:lnTo>
                      <a:pt x="57" y="319"/>
                    </a:lnTo>
                    <a:lnTo>
                      <a:pt x="57" y="363"/>
                    </a:lnTo>
                    <a:lnTo>
                      <a:pt x="37" y="403"/>
                    </a:lnTo>
                    <a:lnTo>
                      <a:pt x="0" y="427"/>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04" name=""/>
              <p:cNvSpPr/>
              <p:nvPr/>
            </p:nvSpPr>
            <p:spPr>
              <a:xfrm>
                <a:off x="6217920" y="1433880"/>
                <a:ext cx="620280" cy="554760"/>
              </a:xfrm>
              <a:custGeom>
                <a:avLst/>
                <a:gdLst/>
                <a:ahLst/>
                <a:rect l="l" t="t" r="r" b="b"/>
                <a:pathLst>
                  <a:path w="1776" h="1662">
                    <a:moveTo>
                      <a:pt x="0" y="32"/>
                    </a:moveTo>
                    <a:lnTo>
                      <a:pt x="0" y="32"/>
                    </a:lnTo>
                    <a:lnTo>
                      <a:pt x="25" y="73"/>
                    </a:lnTo>
                    <a:lnTo>
                      <a:pt x="77" y="105"/>
                    </a:lnTo>
                    <a:lnTo>
                      <a:pt x="150" y="125"/>
                    </a:lnTo>
                    <a:lnTo>
                      <a:pt x="239" y="133"/>
                    </a:lnTo>
                    <a:lnTo>
                      <a:pt x="331" y="129"/>
                    </a:lnTo>
                    <a:lnTo>
                      <a:pt x="424" y="105"/>
                    </a:lnTo>
                    <a:lnTo>
                      <a:pt x="505" y="61"/>
                    </a:lnTo>
                    <a:lnTo>
                      <a:pt x="574" y="0"/>
                    </a:lnTo>
                    <a:lnTo>
                      <a:pt x="574" y="0"/>
                    </a:lnTo>
                    <a:lnTo>
                      <a:pt x="586" y="48"/>
                    </a:lnTo>
                    <a:lnTo>
                      <a:pt x="618" y="85"/>
                    </a:lnTo>
                    <a:lnTo>
                      <a:pt x="670" y="109"/>
                    </a:lnTo>
                    <a:lnTo>
                      <a:pt x="735" y="121"/>
                    </a:lnTo>
                    <a:lnTo>
                      <a:pt x="808" y="125"/>
                    </a:lnTo>
                    <a:lnTo>
                      <a:pt x="884" y="109"/>
                    </a:lnTo>
                    <a:lnTo>
                      <a:pt x="961" y="81"/>
                    </a:lnTo>
                    <a:lnTo>
                      <a:pt x="1034" y="40"/>
                    </a:lnTo>
                    <a:lnTo>
                      <a:pt x="1034" y="40"/>
                    </a:lnTo>
                    <a:lnTo>
                      <a:pt x="1046" y="61"/>
                    </a:lnTo>
                    <a:lnTo>
                      <a:pt x="1070" y="81"/>
                    </a:lnTo>
                    <a:lnTo>
                      <a:pt x="1094" y="97"/>
                    </a:lnTo>
                    <a:lnTo>
                      <a:pt x="1126" y="113"/>
                    </a:lnTo>
                    <a:lnTo>
                      <a:pt x="1163" y="129"/>
                    </a:lnTo>
                    <a:lnTo>
                      <a:pt x="1203" y="137"/>
                    </a:lnTo>
                    <a:lnTo>
                      <a:pt x="1252" y="149"/>
                    </a:lnTo>
                    <a:lnTo>
                      <a:pt x="1300" y="153"/>
                    </a:lnTo>
                    <a:lnTo>
                      <a:pt x="1352" y="157"/>
                    </a:lnTo>
                    <a:lnTo>
                      <a:pt x="1409" y="157"/>
                    </a:lnTo>
                    <a:lnTo>
                      <a:pt x="1465" y="157"/>
                    </a:lnTo>
                    <a:lnTo>
                      <a:pt x="1526" y="149"/>
                    </a:lnTo>
                    <a:lnTo>
                      <a:pt x="1586" y="141"/>
                    </a:lnTo>
                    <a:lnTo>
                      <a:pt x="1651" y="125"/>
                    </a:lnTo>
                    <a:lnTo>
                      <a:pt x="1712" y="109"/>
                    </a:lnTo>
                    <a:lnTo>
                      <a:pt x="1776" y="85"/>
                    </a:lnTo>
                    <a:lnTo>
                      <a:pt x="1776" y="85"/>
                    </a:lnTo>
                    <a:lnTo>
                      <a:pt x="1679" y="141"/>
                    </a:lnTo>
                    <a:lnTo>
                      <a:pt x="1574" y="214"/>
                    </a:lnTo>
                    <a:lnTo>
                      <a:pt x="1469" y="303"/>
                    </a:lnTo>
                    <a:lnTo>
                      <a:pt x="1364" y="399"/>
                    </a:lnTo>
                    <a:lnTo>
                      <a:pt x="1260" y="504"/>
                    </a:lnTo>
                    <a:lnTo>
                      <a:pt x="1155" y="617"/>
                    </a:lnTo>
                    <a:lnTo>
                      <a:pt x="1054" y="738"/>
                    </a:lnTo>
                    <a:lnTo>
                      <a:pt x="957" y="859"/>
                    </a:lnTo>
                    <a:lnTo>
                      <a:pt x="868" y="980"/>
                    </a:lnTo>
                    <a:lnTo>
                      <a:pt x="787" y="1101"/>
                    </a:lnTo>
                    <a:lnTo>
                      <a:pt x="719" y="1214"/>
                    </a:lnTo>
                    <a:lnTo>
                      <a:pt x="658" y="1327"/>
                    </a:lnTo>
                    <a:lnTo>
                      <a:pt x="610" y="1428"/>
                    </a:lnTo>
                    <a:lnTo>
                      <a:pt x="578" y="1521"/>
                    </a:lnTo>
                    <a:lnTo>
                      <a:pt x="565" y="1597"/>
                    </a:lnTo>
                    <a:lnTo>
                      <a:pt x="565" y="1662"/>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05" name=""/>
              <p:cNvSpPr/>
              <p:nvPr/>
            </p:nvSpPr>
            <p:spPr>
              <a:xfrm>
                <a:off x="6350760" y="1433880"/>
                <a:ext cx="228240" cy="554760"/>
              </a:xfrm>
              <a:custGeom>
                <a:avLst/>
                <a:gdLst/>
                <a:ahLst/>
                <a:rect l="l" t="t" r="r" b="b"/>
                <a:pathLst>
                  <a:path w="654" h="1662">
                    <a:moveTo>
                      <a:pt x="654" y="40"/>
                    </a:moveTo>
                    <a:lnTo>
                      <a:pt x="654" y="40"/>
                    </a:lnTo>
                    <a:lnTo>
                      <a:pt x="533" y="222"/>
                    </a:lnTo>
                    <a:lnTo>
                      <a:pt x="424" y="428"/>
                    </a:lnTo>
                    <a:lnTo>
                      <a:pt x="331" y="649"/>
                    </a:lnTo>
                    <a:lnTo>
                      <a:pt x="254" y="879"/>
                    </a:lnTo>
                    <a:lnTo>
                      <a:pt x="202" y="1105"/>
                    </a:lnTo>
                    <a:lnTo>
                      <a:pt x="169" y="1319"/>
                    </a:lnTo>
                    <a:lnTo>
                      <a:pt x="165" y="1504"/>
                    </a:lnTo>
                    <a:lnTo>
                      <a:pt x="185" y="1662"/>
                    </a:lnTo>
                    <a:lnTo>
                      <a:pt x="185" y="1662"/>
                    </a:lnTo>
                    <a:lnTo>
                      <a:pt x="137" y="1553"/>
                    </a:lnTo>
                    <a:lnTo>
                      <a:pt x="85" y="1383"/>
                    </a:lnTo>
                    <a:lnTo>
                      <a:pt x="40" y="1174"/>
                    </a:lnTo>
                    <a:lnTo>
                      <a:pt x="8" y="940"/>
                    </a:lnTo>
                    <a:lnTo>
                      <a:pt x="0" y="690"/>
                    </a:lnTo>
                    <a:lnTo>
                      <a:pt x="20" y="440"/>
                    </a:lnTo>
                    <a:lnTo>
                      <a:pt x="85" y="206"/>
                    </a:lnTo>
                    <a:lnTo>
                      <a:pt x="194"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06" name=""/>
              <p:cNvSpPr/>
              <p:nvPr/>
            </p:nvSpPr>
            <p:spPr>
              <a:xfrm>
                <a:off x="6235200" y="1557720"/>
                <a:ext cx="429840" cy="48240"/>
              </a:xfrm>
              <a:custGeom>
                <a:avLst/>
                <a:gdLst/>
                <a:ahLst/>
                <a:rect l="l" t="t" r="r" b="b"/>
                <a:pathLst>
                  <a:path w="1231" h="145">
                    <a:moveTo>
                      <a:pt x="1231" y="117"/>
                    </a:moveTo>
                    <a:lnTo>
                      <a:pt x="1231" y="117"/>
                    </a:lnTo>
                    <a:lnTo>
                      <a:pt x="1182" y="137"/>
                    </a:lnTo>
                    <a:lnTo>
                      <a:pt x="1118" y="145"/>
                    </a:lnTo>
                    <a:lnTo>
                      <a:pt x="1037" y="145"/>
                    </a:lnTo>
                    <a:lnTo>
                      <a:pt x="956" y="137"/>
                    </a:lnTo>
                    <a:lnTo>
                      <a:pt x="880" y="117"/>
                    </a:lnTo>
                    <a:lnTo>
                      <a:pt x="815" y="89"/>
                    </a:lnTo>
                    <a:lnTo>
                      <a:pt x="779" y="49"/>
                    </a:lnTo>
                    <a:lnTo>
                      <a:pt x="775" y="0"/>
                    </a:lnTo>
                    <a:lnTo>
                      <a:pt x="775" y="0"/>
                    </a:lnTo>
                    <a:lnTo>
                      <a:pt x="734" y="32"/>
                    </a:lnTo>
                    <a:lnTo>
                      <a:pt x="678" y="69"/>
                    </a:lnTo>
                    <a:lnTo>
                      <a:pt x="605" y="97"/>
                    </a:lnTo>
                    <a:lnTo>
                      <a:pt x="533" y="117"/>
                    </a:lnTo>
                    <a:lnTo>
                      <a:pt x="460" y="129"/>
                    </a:lnTo>
                    <a:lnTo>
                      <a:pt x="403" y="125"/>
                    </a:lnTo>
                    <a:lnTo>
                      <a:pt x="363" y="109"/>
                    </a:lnTo>
                    <a:lnTo>
                      <a:pt x="355" y="69"/>
                    </a:lnTo>
                    <a:lnTo>
                      <a:pt x="355" y="69"/>
                    </a:lnTo>
                    <a:lnTo>
                      <a:pt x="327" y="101"/>
                    </a:lnTo>
                    <a:lnTo>
                      <a:pt x="282" y="125"/>
                    </a:lnTo>
                    <a:lnTo>
                      <a:pt x="234" y="141"/>
                    </a:lnTo>
                    <a:lnTo>
                      <a:pt x="177" y="145"/>
                    </a:lnTo>
                    <a:lnTo>
                      <a:pt x="121" y="145"/>
                    </a:lnTo>
                    <a:lnTo>
                      <a:pt x="68" y="129"/>
                    </a:lnTo>
                    <a:lnTo>
                      <a:pt x="28" y="109"/>
                    </a:lnTo>
                    <a:lnTo>
                      <a:pt x="0" y="73"/>
                    </a:lnTo>
                  </a:path>
                </a:pathLst>
              </a:custGeom>
              <a:noFill/>
              <a:ln w="0">
                <a:solidFill>
                  <a:srgbClr val="000000"/>
                </a:solidFill>
              </a:ln>
            </p:spPr>
            <p:style>
              <a:lnRef idx="0"/>
              <a:fillRef idx="0"/>
              <a:effectRef idx="0"/>
              <a:fontRef idx="minor"/>
            </p:style>
            <p:txBody>
              <a:bodyPr lIns="90000" rIns="90000" tIns="1440" bIns="1440" anchor="t">
                <a:noAutofit/>
              </a:bodyPr>
              <a:p>
                <a:endParaRPr b="0" lang="en-US" sz="2400" spc="-1" strike="noStrike">
                  <a:solidFill>
                    <a:srgbClr val="000000"/>
                  </a:solidFill>
                  <a:latin typeface="Times New Roman"/>
                </a:endParaRPr>
              </a:p>
            </p:txBody>
          </p:sp>
          <p:sp>
            <p:nvSpPr>
              <p:cNvPr id="8207" name=""/>
              <p:cNvSpPr/>
              <p:nvPr/>
            </p:nvSpPr>
            <p:spPr>
              <a:xfrm>
                <a:off x="6266160" y="1674720"/>
                <a:ext cx="301320" cy="60480"/>
              </a:xfrm>
              <a:custGeom>
                <a:avLst/>
                <a:gdLst/>
                <a:ahLst/>
                <a:rect l="l" t="t" r="r" b="b"/>
                <a:pathLst>
                  <a:path w="863" h="182">
                    <a:moveTo>
                      <a:pt x="0" y="93"/>
                    </a:moveTo>
                    <a:lnTo>
                      <a:pt x="0" y="93"/>
                    </a:lnTo>
                    <a:lnTo>
                      <a:pt x="32" y="141"/>
                    </a:lnTo>
                    <a:lnTo>
                      <a:pt x="72" y="169"/>
                    </a:lnTo>
                    <a:lnTo>
                      <a:pt x="109" y="182"/>
                    </a:lnTo>
                    <a:lnTo>
                      <a:pt x="149" y="182"/>
                    </a:lnTo>
                    <a:lnTo>
                      <a:pt x="185" y="169"/>
                    </a:lnTo>
                    <a:lnTo>
                      <a:pt x="214" y="149"/>
                    </a:lnTo>
                    <a:lnTo>
                      <a:pt x="238" y="117"/>
                    </a:lnTo>
                    <a:lnTo>
                      <a:pt x="250" y="85"/>
                    </a:lnTo>
                    <a:lnTo>
                      <a:pt x="250" y="85"/>
                    </a:lnTo>
                    <a:lnTo>
                      <a:pt x="278" y="113"/>
                    </a:lnTo>
                    <a:lnTo>
                      <a:pt x="314" y="125"/>
                    </a:lnTo>
                    <a:lnTo>
                      <a:pt x="351" y="125"/>
                    </a:lnTo>
                    <a:lnTo>
                      <a:pt x="395" y="113"/>
                    </a:lnTo>
                    <a:lnTo>
                      <a:pt x="436" y="97"/>
                    </a:lnTo>
                    <a:lnTo>
                      <a:pt x="476" y="69"/>
                    </a:lnTo>
                    <a:lnTo>
                      <a:pt x="512" y="36"/>
                    </a:lnTo>
                    <a:lnTo>
                      <a:pt x="544" y="0"/>
                    </a:lnTo>
                    <a:lnTo>
                      <a:pt x="544" y="0"/>
                    </a:lnTo>
                    <a:lnTo>
                      <a:pt x="565" y="40"/>
                    </a:lnTo>
                    <a:lnTo>
                      <a:pt x="593" y="77"/>
                    </a:lnTo>
                    <a:lnTo>
                      <a:pt x="633" y="101"/>
                    </a:lnTo>
                    <a:lnTo>
                      <a:pt x="682" y="117"/>
                    </a:lnTo>
                    <a:lnTo>
                      <a:pt x="730" y="125"/>
                    </a:lnTo>
                    <a:lnTo>
                      <a:pt x="779" y="121"/>
                    </a:lnTo>
                    <a:lnTo>
                      <a:pt x="823" y="109"/>
                    </a:lnTo>
                    <a:lnTo>
                      <a:pt x="863" y="85"/>
                    </a:lnTo>
                  </a:path>
                </a:pathLst>
              </a:custGeom>
              <a:noFill/>
              <a:ln w="0">
                <a:solidFill>
                  <a:srgbClr val="000000"/>
                </a:solidFill>
              </a:ln>
            </p:spPr>
            <p:style>
              <a:lnRef idx="0"/>
              <a:fillRef idx="0"/>
              <a:effectRef idx="0"/>
              <a:fontRef idx="minor"/>
            </p:style>
            <p:txBody>
              <a:bodyPr lIns="90000" rIns="90000" tIns="13680" bIns="13680" anchor="t">
                <a:noAutofit/>
              </a:bodyPr>
              <a:p>
                <a:endParaRPr b="0" lang="en-US" sz="2400" spc="-1" strike="noStrike">
                  <a:solidFill>
                    <a:srgbClr val="000000"/>
                  </a:solidFill>
                  <a:latin typeface="Times New Roman"/>
                </a:endParaRPr>
              </a:p>
            </p:txBody>
          </p:sp>
          <p:sp>
            <p:nvSpPr>
              <p:cNvPr id="8208" name=""/>
              <p:cNvSpPr/>
              <p:nvPr/>
            </p:nvSpPr>
            <p:spPr>
              <a:xfrm>
                <a:off x="6308280" y="1797480"/>
                <a:ext cx="177120" cy="30960"/>
              </a:xfrm>
              <a:custGeom>
                <a:avLst/>
                <a:gdLst/>
                <a:ahLst/>
                <a:rect l="l" t="t" r="r" b="b"/>
                <a:pathLst>
                  <a:path w="508" h="93">
                    <a:moveTo>
                      <a:pt x="508" y="52"/>
                    </a:moveTo>
                    <a:lnTo>
                      <a:pt x="508" y="52"/>
                    </a:lnTo>
                    <a:lnTo>
                      <a:pt x="476" y="73"/>
                    </a:lnTo>
                    <a:lnTo>
                      <a:pt x="444" y="85"/>
                    </a:lnTo>
                    <a:lnTo>
                      <a:pt x="411" y="81"/>
                    </a:lnTo>
                    <a:lnTo>
                      <a:pt x="383" y="73"/>
                    </a:lnTo>
                    <a:lnTo>
                      <a:pt x="359" y="61"/>
                    </a:lnTo>
                    <a:lnTo>
                      <a:pt x="343" y="40"/>
                    </a:lnTo>
                    <a:lnTo>
                      <a:pt x="331" y="20"/>
                    </a:lnTo>
                    <a:lnTo>
                      <a:pt x="327" y="0"/>
                    </a:lnTo>
                    <a:lnTo>
                      <a:pt x="327" y="0"/>
                    </a:lnTo>
                    <a:lnTo>
                      <a:pt x="310" y="12"/>
                    </a:lnTo>
                    <a:lnTo>
                      <a:pt x="286" y="28"/>
                    </a:lnTo>
                    <a:lnTo>
                      <a:pt x="258" y="40"/>
                    </a:lnTo>
                    <a:lnTo>
                      <a:pt x="230" y="48"/>
                    </a:lnTo>
                    <a:lnTo>
                      <a:pt x="202" y="52"/>
                    </a:lnTo>
                    <a:lnTo>
                      <a:pt x="177" y="48"/>
                    </a:lnTo>
                    <a:lnTo>
                      <a:pt x="161" y="36"/>
                    </a:lnTo>
                    <a:lnTo>
                      <a:pt x="149" y="16"/>
                    </a:lnTo>
                    <a:lnTo>
                      <a:pt x="149" y="16"/>
                    </a:lnTo>
                    <a:lnTo>
                      <a:pt x="133" y="40"/>
                    </a:lnTo>
                    <a:lnTo>
                      <a:pt x="117" y="57"/>
                    </a:lnTo>
                    <a:lnTo>
                      <a:pt x="101" y="73"/>
                    </a:lnTo>
                    <a:lnTo>
                      <a:pt x="80" y="85"/>
                    </a:lnTo>
                    <a:lnTo>
                      <a:pt x="60" y="93"/>
                    </a:lnTo>
                    <a:lnTo>
                      <a:pt x="40" y="93"/>
                    </a:lnTo>
                    <a:lnTo>
                      <a:pt x="20" y="89"/>
                    </a:lnTo>
                    <a:lnTo>
                      <a:pt x="0" y="77"/>
                    </a:lnTo>
                  </a:path>
                </a:pathLst>
              </a:custGeom>
              <a:noFill/>
              <a:ln w="0">
                <a:solidFill>
                  <a:srgbClr val="000000"/>
                </a:solidFill>
              </a:ln>
            </p:spPr>
            <p:style>
              <a:lnRef idx="0"/>
              <a:fillRef idx="0"/>
              <a:effectRef idx="0"/>
              <a:fontRef idx="minor"/>
            </p:style>
            <p:txBody>
              <a:bodyPr lIns="90000" rIns="90000" tIns="-15840" bIns="-15840" anchor="t">
                <a:noAutofit/>
              </a:bodyPr>
              <a:p>
                <a:endParaRPr b="0" lang="en-US" sz="2400" spc="-1" strike="noStrike">
                  <a:solidFill>
                    <a:srgbClr val="000000"/>
                  </a:solidFill>
                  <a:latin typeface="Times New Roman"/>
                </a:endParaRPr>
              </a:p>
            </p:txBody>
          </p:sp>
          <p:sp>
            <p:nvSpPr>
              <p:cNvPr id="8209" name=""/>
              <p:cNvSpPr/>
              <p:nvPr/>
            </p:nvSpPr>
            <p:spPr>
              <a:xfrm>
                <a:off x="6415200" y="1514520"/>
                <a:ext cx="694800" cy="487440"/>
              </a:xfrm>
              <a:custGeom>
                <a:avLst/>
                <a:gdLst/>
                <a:ahLst/>
                <a:rect l="l" t="t" r="r" b="b"/>
                <a:pathLst>
                  <a:path w="1990" h="1460">
                    <a:moveTo>
                      <a:pt x="981" y="0"/>
                    </a:moveTo>
                    <a:lnTo>
                      <a:pt x="981" y="0"/>
                    </a:lnTo>
                    <a:lnTo>
                      <a:pt x="961" y="44"/>
                    </a:lnTo>
                    <a:lnTo>
                      <a:pt x="969" y="105"/>
                    </a:lnTo>
                    <a:lnTo>
                      <a:pt x="997" y="178"/>
                    </a:lnTo>
                    <a:lnTo>
                      <a:pt x="1042" y="250"/>
                    </a:lnTo>
                    <a:lnTo>
                      <a:pt x="1102" y="323"/>
                    </a:lnTo>
                    <a:lnTo>
                      <a:pt x="1179" y="383"/>
                    </a:lnTo>
                    <a:lnTo>
                      <a:pt x="1260" y="428"/>
                    </a:lnTo>
                    <a:lnTo>
                      <a:pt x="1348" y="444"/>
                    </a:lnTo>
                    <a:lnTo>
                      <a:pt x="1348" y="444"/>
                    </a:lnTo>
                    <a:lnTo>
                      <a:pt x="1316" y="484"/>
                    </a:lnTo>
                    <a:lnTo>
                      <a:pt x="1308" y="532"/>
                    </a:lnTo>
                    <a:lnTo>
                      <a:pt x="1316" y="585"/>
                    </a:lnTo>
                    <a:lnTo>
                      <a:pt x="1344" y="645"/>
                    </a:lnTo>
                    <a:lnTo>
                      <a:pt x="1385" y="706"/>
                    </a:lnTo>
                    <a:lnTo>
                      <a:pt x="1441" y="758"/>
                    </a:lnTo>
                    <a:lnTo>
                      <a:pt x="1510" y="803"/>
                    </a:lnTo>
                    <a:lnTo>
                      <a:pt x="1586" y="839"/>
                    </a:lnTo>
                    <a:lnTo>
                      <a:pt x="1586" y="839"/>
                    </a:lnTo>
                    <a:lnTo>
                      <a:pt x="1574" y="891"/>
                    </a:lnTo>
                    <a:lnTo>
                      <a:pt x="1582" y="956"/>
                    </a:lnTo>
                    <a:lnTo>
                      <a:pt x="1607" y="1037"/>
                    </a:lnTo>
                    <a:lnTo>
                      <a:pt x="1651" y="1121"/>
                    </a:lnTo>
                    <a:lnTo>
                      <a:pt x="1712" y="1210"/>
                    </a:lnTo>
                    <a:lnTo>
                      <a:pt x="1792" y="1299"/>
                    </a:lnTo>
                    <a:lnTo>
                      <a:pt x="1885" y="1383"/>
                    </a:lnTo>
                    <a:lnTo>
                      <a:pt x="1990" y="1460"/>
                    </a:lnTo>
                    <a:lnTo>
                      <a:pt x="1990" y="1460"/>
                    </a:lnTo>
                    <a:lnTo>
                      <a:pt x="1885" y="1416"/>
                    </a:lnTo>
                    <a:lnTo>
                      <a:pt x="1768" y="1375"/>
                    </a:lnTo>
                    <a:lnTo>
                      <a:pt x="1635" y="1343"/>
                    </a:lnTo>
                    <a:lnTo>
                      <a:pt x="1494" y="1315"/>
                    </a:lnTo>
                    <a:lnTo>
                      <a:pt x="1348" y="1291"/>
                    </a:lnTo>
                    <a:lnTo>
                      <a:pt x="1195" y="1275"/>
                    </a:lnTo>
                    <a:lnTo>
                      <a:pt x="1038" y="1267"/>
                    </a:lnTo>
                    <a:lnTo>
                      <a:pt x="884" y="1258"/>
                    </a:lnTo>
                    <a:lnTo>
                      <a:pt x="731" y="1258"/>
                    </a:lnTo>
                    <a:lnTo>
                      <a:pt x="586" y="1267"/>
                    </a:lnTo>
                    <a:lnTo>
                      <a:pt x="452" y="1279"/>
                    </a:lnTo>
                    <a:lnTo>
                      <a:pt x="327" y="1295"/>
                    </a:lnTo>
                    <a:lnTo>
                      <a:pt x="218" y="1319"/>
                    </a:lnTo>
                    <a:lnTo>
                      <a:pt x="126" y="1347"/>
                    </a:lnTo>
                    <a:lnTo>
                      <a:pt x="53" y="1379"/>
                    </a:lnTo>
                    <a:lnTo>
                      <a:pt x="0" y="142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0" name=""/>
              <p:cNvSpPr/>
              <p:nvPr/>
            </p:nvSpPr>
            <p:spPr>
              <a:xfrm>
                <a:off x="6415200" y="1662840"/>
                <a:ext cx="554040" cy="325800"/>
              </a:xfrm>
              <a:custGeom>
                <a:avLst/>
                <a:gdLst/>
                <a:ahLst/>
                <a:rect l="l" t="t" r="r" b="b"/>
                <a:pathLst>
                  <a:path w="1586" h="976">
                    <a:moveTo>
                      <a:pt x="1586" y="395"/>
                    </a:moveTo>
                    <a:lnTo>
                      <a:pt x="1586" y="395"/>
                    </a:lnTo>
                    <a:lnTo>
                      <a:pt x="1477" y="395"/>
                    </a:lnTo>
                    <a:lnTo>
                      <a:pt x="1369" y="403"/>
                    </a:lnTo>
                    <a:lnTo>
                      <a:pt x="1251" y="419"/>
                    </a:lnTo>
                    <a:lnTo>
                      <a:pt x="1138" y="439"/>
                    </a:lnTo>
                    <a:lnTo>
                      <a:pt x="1017" y="464"/>
                    </a:lnTo>
                    <a:lnTo>
                      <a:pt x="900" y="496"/>
                    </a:lnTo>
                    <a:lnTo>
                      <a:pt x="787" y="528"/>
                    </a:lnTo>
                    <a:lnTo>
                      <a:pt x="674" y="568"/>
                    </a:lnTo>
                    <a:lnTo>
                      <a:pt x="561" y="613"/>
                    </a:lnTo>
                    <a:lnTo>
                      <a:pt x="456" y="657"/>
                    </a:lnTo>
                    <a:lnTo>
                      <a:pt x="360" y="706"/>
                    </a:lnTo>
                    <a:lnTo>
                      <a:pt x="267" y="758"/>
                    </a:lnTo>
                    <a:lnTo>
                      <a:pt x="186" y="810"/>
                    </a:lnTo>
                    <a:lnTo>
                      <a:pt x="113" y="867"/>
                    </a:lnTo>
                    <a:lnTo>
                      <a:pt x="49" y="919"/>
                    </a:lnTo>
                    <a:lnTo>
                      <a:pt x="0" y="976"/>
                    </a:lnTo>
                    <a:lnTo>
                      <a:pt x="0" y="976"/>
                    </a:lnTo>
                    <a:lnTo>
                      <a:pt x="25" y="927"/>
                    </a:lnTo>
                    <a:lnTo>
                      <a:pt x="61" y="871"/>
                    </a:lnTo>
                    <a:lnTo>
                      <a:pt x="109" y="802"/>
                    </a:lnTo>
                    <a:lnTo>
                      <a:pt x="166" y="730"/>
                    </a:lnTo>
                    <a:lnTo>
                      <a:pt x="230" y="653"/>
                    </a:lnTo>
                    <a:lnTo>
                      <a:pt x="307" y="568"/>
                    </a:lnTo>
                    <a:lnTo>
                      <a:pt x="392" y="484"/>
                    </a:lnTo>
                    <a:lnTo>
                      <a:pt x="481" y="403"/>
                    </a:lnTo>
                    <a:lnTo>
                      <a:pt x="578" y="322"/>
                    </a:lnTo>
                    <a:lnTo>
                      <a:pt x="678" y="246"/>
                    </a:lnTo>
                    <a:lnTo>
                      <a:pt x="783" y="177"/>
                    </a:lnTo>
                    <a:lnTo>
                      <a:pt x="892" y="117"/>
                    </a:lnTo>
                    <a:lnTo>
                      <a:pt x="1005" y="68"/>
                    </a:lnTo>
                    <a:lnTo>
                      <a:pt x="1118" y="32"/>
                    </a:lnTo>
                    <a:lnTo>
                      <a:pt x="1231" y="8"/>
                    </a:lnTo>
                    <a:lnTo>
                      <a:pt x="1348"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1" name=""/>
              <p:cNvSpPr/>
              <p:nvPr/>
            </p:nvSpPr>
            <p:spPr>
              <a:xfrm>
                <a:off x="6648120" y="1608840"/>
                <a:ext cx="246960" cy="339480"/>
              </a:xfrm>
              <a:custGeom>
                <a:avLst/>
                <a:gdLst/>
                <a:ahLst/>
                <a:rect l="l" t="t" r="r" b="b"/>
                <a:pathLst>
                  <a:path w="707" h="1017">
                    <a:moveTo>
                      <a:pt x="707" y="1017"/>
                    </a:moveTo>
                    <a:lnTo>
                      <a:pt x="707" y="1017"/>
                    </a:lnTo>
                    <a:lnTo>
                      <a:pt x="666" y="993"/>
                    </a:lnTo>
                    <a:lnTo>
                      <a:pt x="618" y="944"/>
                    </a:lnTo>
                    <a:lnTo>
                      <a:pt x="569" y="880"/>
                    </a:lnTo>
                    <a:lnTo>
                      <a:pt x="529" y="807"/>
                    </a:lnTo>
                    <a:lnTo>
                      <a:pt x="501" y="734"/>
                    </a:lnTo>
                    <a:lnTo>
                      <a:pt x="485" y="666"/>
                    </a:lnTo>
                    <a:lnTo>
                      <a:pt x="497" y="613"/>
                    </a:lnTo>
                    <a:lnTo>
                      <a:pt x="533" y="581"/>
                    </a:lnTo>
                    <a:lnTo>
                      <a:pt x="533" y="581"/>
                    </a:lnTo>
                    <a:lnTo>
                      <a:pt x="485" y="569"/>
                    </a:lnTo>
                    <a:lnTo>
                      <a:pt x="420" y="545"/>
                    </a:lnTo>
                    <a:lnTo>
                      <a:pt x="355" y="505"/>
                    </a:lnTo>
                    <a:lnTo>
                      <a:pt x="295" y="456"/>
                    </a:lnTo>
                    <a:lnTo>
                      <a:pt x="242" y="404"/>
                    </a:lnTo>
                    <a:lnTo>
                      <a:pt x="210" y="355"/>
                    </a:lnTo>
                    <a:lnTo>
                      <a:pt x="202" y="311"/>
                    </a:lnTo>
                    <a:lnTo>
                      <a:pt x="226" y="283"/>
                    </a:lnTo>
                    <a:lnTo>
                      <a:pt x="226" y="283"/>
                    </a:lnTo>
                    <a:lnTo>
                      <a:pt x="186" y="279"/>
                    </a:lnTo>
                    <a:lnTo>
                      <a:pt x="142" y="259"/>
                    </a:lnTo>
                    <a:lnTo>
                      <a:pt x="97" y="226"/>
                    </a:lnTo>
                    <a:lnTo>
                      <a:pt x="57" y="182"/>
                    </a:lnTo>
                    <a:lnTo>
                      <a:pt x="25" y="138"/>
                    </a:lnTo>
                    <a:lnTo>
                      <a:pt x="4" y="89"/>
                    </a:lnTo>
                    <a:lnTo>
                      <a:pt x="0" y="41"/>
                    </a:lnTo>
                    <a:lnTo>
                      <a:pt x="12"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2" name=""/>
              <p:cNvSpPr/>
              <p:nvPr/>
            </p:nvSpPr>
            <p:spPr>
              <a:xfrm>
                <a:off x="6559200" y="1705680"/>
                <a:ext cx="187560" cy="229680"/>
              </a:xfrm>
              <a:custGeom>
                <a:avLst/>
                <a:gdLst/>
                <a:ahLst/>
                <a:rect l="l" t="t" r="r" b="b"/>
                <a:pathLst>
                  <a:path w="537" h="689">
                    <a:moveTo>
                      <a:pt x="16" y="0"/>
                    </a:moveTo>
                    <a:lnTo>
                      <a:pt x="16" y="0"/>
                    </a:lnTo>
                    <a:lnTo>
                      <a:pt x="0" y="52"/>
                    </a:lnTo>
                    <a:lnTo>
                      <a:pt x="0" y="101"/>
                    </a:lnTo>
                    <a:lnTo>
                      <a:pt x="16" y="141"/>
                    </a:lnTo>
                    <a:lnTo>
                      <a:pt x="40" y="173"/>
                    </a:lnTo>
                    <a:lnTo>
                      <a:pt x="69" y="193"/>
                    </a:lnTo>
                    <a:lnTo>
                      <a:pt x="105" y="205"/>
                    </a:lnTo>
                    <a:lnTo>
                      <a:pt x="141" y="210"/>
                    </a:lnTo>
                    <a:lnTo>
                      <a:pt x="174" y="197"/>
                    </a:lnTo>
                    <a:lnTo>
                      <a:pt x="174" y="197"/>
                    </a:lnTo>
                    <a:lnTo>
                      <a:pt x="170" y="238"/>
                    </a:lnTo>
                    <a:lnTo>
                      <a:pt x="178" y="274"/>
                    </a:lnTo>
                    <a:lnTo>
                      <a:pt x="202" y="306"/>
                    </a:lnTo>
                    <a:lnTo>
                      <a:pt x="234" y="335"/>
                    </a:lnTo>
                    <a:lnTo>
                      <a:pt x="275" y="355"/>
                    </a:lnTo>
                    <a:lnTo>
                      <a:pt x="319" y="371"/>
                    </a:lnTo>
                    <a:lnTo>
                      <a:pt x="367" y="383"/>
                    </a:lnTo>
                    <a:lnTo>
                      <a:pt x="416" y="387"/>
                    </a:lnTo>
                    <a:lnTo>
                      <a:pt x="416" y="387"/>
                    </a:lnTo>
                    <a:lnTo>
                      <a:pt x="396" y="427"/>
                    </a:lnTo>
                    <a:lnTo>
                      <a:pt x="383" y="472"/>
                    </a:lnTo>
                    <a:lnTo>
                      <a:pt x="387" y="516"/>
                    </a:lnTo>
                    <a:lnTo>
                      <a:pt x="404" y="564"/>
                    </a:lnTo>
                    <a:lnTo>
                      <a:pt x="424" y="609"/>
                    </a:lnTo>
                    <a:lnTo>
                      <a:pt x="456" y="645"/>
                    </a:lnTo>
                    <a:lnTo>
                      <a:pt x="492" y="673"/>
                    </a:lnTo>
                    <a:lnTo>
                      <a:pt x="537" y="689"/>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3" name=""/>
              <p:cNvSpPr/>
              <p:nvPr/>
            </p:nvSpPr>
            <p:spPr>
              <a:xfrm>
                <a:off x="6491520" y="1806840"/>
                <a:ext cx="112680" cy="133560"/>
              </a:xfrm>
              <a:custGeom>
                <a:avLst/>
                <a:gdLst/>
                <a:ahLst/>
                <a:rect l="l" t="t" r="r" b="b"/>
                <a:pathLst>
                  <a:path w="323" h="400">
                    <a:moveTo>
                      <a:pt x="323" y="400"/>
                    </a:moveTo>
                    <a:lnTo>
                      <a:pt x="323" y="400"/>
                    </a:lnTo>
                    <a:lnTo>
                      <a:pt x="259" y="363"/>
                    </a:lnTo>
                    <a:lnTo>
                      <a:pt x="230" y="307"/>
                    </a:lnTo>
                    <a:lnTo>
                      <a:pt x="230" y="254"/>
                    </a:lnTo>
                    <a:lnTo>
                      <a:pt x="259" y="218"/>
                    </a:lnTo>
                    <a:lnTo>
                      <a:pt x="259" y="218"/>
                    </a:lnTo>
                    <a:lnTo>
                      <a:pt x="238" y="214"/>
                    </a:lnTo>
                    <a:lnTo>
                      <a:pt x="210" y="202"/>
                    </a:lnTo>
                    <a:lnTo>
                      <a:pt x="186" y="186"/>
                    </a:lnTo>
                    <a:lnTo>
                      <a:pt x="162" y="170"/>
                    </a:lnTo>
                    <a:lnTo>
                      <a:pt x="142" y="150"/>
                    </a:lnTo>
                    <a:lnTo>
                      <a:pt x="134" y="129"/>
                    </a:lnTo>
                    <a:lnTo>
                      <a:pt x="130" y="109"/>
                    </a:lnTo>
                    <a:lnTo>
                      <a:pt x="142" y="89"/>
                    </a:lnTo>
                    <a:lnTo>
                      <a:pt x="142" y="89"/>
                    </a:lnTo>
                    <a:lnTo>
                      <a:pt x="113" y="89"/>
                    </a:lnTo>
                    <a:lnTo>
                      <a:pt x="89" y="89"/>
                    </a:lnTo>
                    <a:lnTo>
                      <a:pt x="65" y="81"/>
                    </a:lnTo>
                    <a:lnTo>
                      <a:pt x="45" y="73"/>
                    </a:lnTo>
                    <a:lnTo>
                      <a:pt x="25" y="61"/>
                    </a:lnTo>
                    <a:lnTo>
                      <a:pt x="12" y="45"/>
                    </a:lnTo>
                    <a:lnTo>
                      <a:pt x="4" y="24"/>
                    </a:lnTo>
                    <a:lnTo>
                      <a:pt x="0"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4" name=""/>
              <p:cNvSpPr/>
              <p:nvPr/>
            </p:nvSpPr>
            <p:spPr>
              <a:xfrm>
                <a:off x="6415200" y="1972440"/>
                <a:ext cx="603360" cy="557280"/>
              </a:xfrm>
              <a:custGeom>
                <a:avLst/>
                <a:gdLst/>
                <a:ahLst/>
                <a:rect l="l" t="t" r="r" b="b"/>
                <a:pathLst>
                  <a:path w="1728" h="1670">
                    <a:moveTo>
                      <a:pt x="1728" y="0"/>
                    </a:moveTo>
                    <a:lnTo>
                      <a:pt x="1728" y="0"/>
                    </a:lnTo>
                    <a:lnTo>
                      <a:pt x="1683" y="8"/>
                    </a:lnTo>
                    <a:lnTo>
                      <a:pt x="1635" y="49"/>
                    </a:lnTo>
                    <a:lnTo>
                      <a:pt x="1595" y="113"/>
                    </a:lnTo>
                    <a:lnTo>
                      <a:pt x="1562" y="194"/>
                    </a:lnTo>
                    <a:lnTo>
                      <a:pt x="1538" y="287"/>
                    </a:lnTo>
                    <a:lnTo>
                      <a:pt x="1534" y="380"/>
                    </a:lnTo>
                    <a:lnTo>
                      <a:pt x="1546" y="472"/>
                    </a:lnTo>
                    <a:lnTo>
                      <a:pt x="1586" y="553"/>
                    </a:lnTo>
                    <a:lnTo>
                      <a:pt x="1586" y="553"/>
                    </a:lnTo>
                    <a:lnTo>
                      <a:pt x="1538" y="549"/>
                    </a:lnTo>
                    <a:lnTo>
                      <a:pt x="1490" y="573"/>
                    </a:lnTo>
                    <a:lnTo>
                      <a:pt x="1453" y="613"/>
                    </a:lnTo>
                    <a:lnTo>
                      <a:pt x="1421" y="670"/>
                    </a:lnTo>
                    <a:lnTo>
                      <a:pt x="1397" y="738"/>
                    </a:lnTo>
                    <a:lnTo>
                      <a:pt x="1389" y="815"/>
                    </a:lnTo>
                    <a:lnTo>
                      <a:pt x="1393" y="896"/>
                    </a:lnTo>
                    <a:lnTo>
                      <a:pt x="1409" y="976"/>
                    </a:lnTo>
                    <a:lnTo>
                      <a:pt x="1409" y="976"/>
                    </a:lnTo>
                    <a:lnTo>
                      <a:pt x="1360" y="997"/>
                    </a:lnTo>
                    <a:lnTo>
                      <a:pt x="1312" y="1045"/>
                    </a:lnTo>
                    <a:lnTo>
                      <a:pt x="1264" y="1110"/>
                    </a:lnTo>
                    <a:lnTo>
                      <a:pt x="1219" y="1198"/>
                    </a:lnTo>
                    <a:lnTo>
                      <a:pt x="1183" y="1299"/>
                    </a:lnTo>
                    <a:lnTo>
                      <a:pt x="1155" y="1416"/>
                    </a:lnTo>
                    <a:lnTo>
                      <a:pt x="1143" y="1541"/>
                    </a:lnTo>
                    <a:lnTo>
                      <a:pt x="1143" y="1670"/>
                    </a:lnTo>
                    <a:lnTo>
                      <a:pt x="1143" y="1670"/>
                    </a:lnTo>
                    <a:lnTo>
                      <a:pt x="1118" y="1561"/>
                    </a:lnTo>
                    <a:lnTo>
                      <a:pt x="1082" y="1440"/>
                    </a:lnTo>
                    <a:lnTo>
                      <a:pt x="1030" y="1315"/>
                    </a:lnTo>
                    <a:lnTo>
                      <a:pt x="969" y="1186"/>
                    </a:lnTo>
                    <a:lnTo>
                      <a:pt x="900" y="1053"/>
                    </a:lnTo>
                    <a:lnTo>
                      <a:pt x="824" y="920"/>
                    </a:lnTo>
                    <a:lnTo>
                      <a:pt x="739" y="791"/>
                    </a:lnTo>
                    <a:lnTo>
                      <a:pt x="654" y="662"/>
                    </a:lnTo>
                    <a:lnTo>
                      <a:pt x="565" y="541"/>
                    </a:lnTo>
                    <a:lnTo>
                      <a:pt x="473" y="428"/>
                    </a:lnTo>
                    <a:lnTo>
                      <a:pt x="384" y="327"/>
                    </a:lnTo>
                    <a:lnTo>
                      <a:pt x="295" y="238"/>
                    </a:lnTo>
                    <a:lnTo>
                      <a:pt x="210" y="162"/>
                    </a:lnTo>
                    <a:lnTo>
                      <a:pt x="134" y="105"/>
                    </a:lnTo>
                    <a:lnTo>
                      <a:pt x="61" y="65"/>
                    </a:lnTo>
                    <a:lnTo>
                      <a:pt x="0" y="49"/>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5" name=""/>
              <p:cNvSpPr/>
              <p:nvPr/>
            </p:nvSpPr>
            <p:spPr>
              <a:xfrm>
                <a:off x="6415200" y="1983240"/>
                <a:ext cx="554040" cy="314640"/>
              </a:xfrm>
              <a:custGeom>
                <a:avLst/>
                <a:gdLst/>
                <a:ahLst/>
                <a:rect l="l" t="t" r="r" b="b"/>
                <a:pathLst>
                  <a:path w="1586" h="943">
                    <a:moveTo>
                      <a:pt x="1409" y="943"/>
                    </a:moveTo>
                    <a:lnTo>
                      <a:pt x="1409" y="943"/>
                    </a:lnTo>
                    <a:lnTo>
                      <a:pt x="1344" y="859"/>
                    </a:lnTo>
                    <a:lnTo>
                      <a:pt x="1272" y="774"/>
                    </a:lnTo>
                    <a:lnTo>
                      <a:pt x="1191" y="689"/>
                    </a:lnTo>
                    <a:lnTo>
                      <a:pt x="1106" y="609"/>
                    </a:lnTo>
                    <a:lnTo>
                      <a:pt x="1017" y="528"/>
                    </a:lnTo>
                    <a:lnTo>
                      <a:pt x="921" y="451"/>
                    </a:lnTo>
                    <a:lnTo>
                      <a:pt x="824" y="379"/>
                    </a:lnTo>
                    <a:lnTo>
                      <a:pt x="727" y="314"/>
                    </a:lnTo>
                    <a:lnTo>
                      <a:pt x="626" y="250"/>
                    </a:lnTo>
                    <a:lnTo>
                      <a:pt x="525" y="193"/>
                    </a:lnTo>
                    <a:lnTo>
                      <a:pt x="428" y="145"/>
                    </a:lnTo>
                    <a:lnTo>
                      <a:pt x="335" y="105"/>
                    </a:lnTo>
                    <a:lnTo>
                      <a:pt x="243" y="68"/>
                    </a:lnTo>
                    <a:lnTo>
                      <a:pt x="154" y="40"/>
                    </a:lnTo>
                    <a:lnTo>
                      <a:pt x="73" y="24"/>
                    </a:lnTo>
                    <a:lnTo>
                      <a:pt x="0" y="16"/>
                    </a:lnTo>
                    <a:lnTo>
                      <a:pt x="0" y="16"/>
                    </a:lnTo>
                    <a:lnTo>
                      <a:pt x="53" y="8"/>
                    </a:lnTo>
                    <a:lnTo>
                      <a:pt x="122" y="4"/>
                    </a:lnTo>
                    <a:lnTo>
                      <a:pt x="202" y="0"/>
                    </a:lnTo>
                    <a:lnTo>
                      <a:pt x="295" y="4"/>
                    </a:lnTo>
                    <a:lnTo>
                      <a:pt x="400" y="8"/>
                    </a:lnTo>
                    <a:lnTo>
                      <a:pt x="509" y="20"/>
                    </a:lnTo>
                    <a:lnTo>
                      <a:pt x="626" y="40"/>
                    </a:lnTo>
                    <a:lnTo>
                      <a:pt x="747" y="60"/>
                    </a:lnTo>
                    <a:lnTo>
                      <a:pt x="868" y="92"/>
                    </a:lnTo>
                    <a:lnTo>
                      <a:pt x="989" y="129"/>
                    </a:lnTo>
                    <a:lnTo>
                      <a:pt x="1106" y="173"/>
                    </a:lnTo>
                    <a:lnTo>
                      <a:pt x="1219" y="226"/>
                    </a:lnTo>
                    <a:lnTo>
                      <a:pt x="1328" y="286"/>
                    </a:lnTo>
                    <a:lnTo>
                      <a:pt x="1425" y="355"/>
                    </a:lnTo>
                    <a:lnTo>
                      <a:pt x="1514" y="431"/>
                    </a:lnTo>
                    <a:lnTo>
                      <a:pt x="1586" y="52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6" name=""/>
              <p:cNvSpPr/>
              <p:nvPr/>
            </p:nvSpPr>
            <p:spPr>
              <a:xfrm>
                <a:off x="6732360" y="1946880"/>
                <a:ext cx="143640" cy="384840"/>
              </a:xfrm>
              <a:custGeom>
                <a:avLst/>
                <a:gdLst/>
                <a:ahLst/>
                <a:rect l="l" t="t" r="r" b="b"/>
                <a:pathLst>
                  <a:path w="412" h="1153">
                    <a:moveTo>
                      <a:pt x="4" y="1153"/>
                    </a:moveTo>
                    <a:lnTo>
                      <a:pt x="4" y="1153"/>
                    </a:lnTo>
                    <a:lnTo>
                      <a:pt x="0" y="1105"/>
                    </a:lnTo>
                    <a:lnTo>
                      <a:pt x="9" y="1036"/>
                    </a:lnTo>
                    <a:lnTo>
                      <a:pt x="33" y="960"/>
                    </a:lnTo>
                    <a:lnTo>
                      <a:pt x="65" y="887"/>
                    </a:lnTo>
                    <a:lnTo>
                      <a:pt x="105" y="819"/>
                    </a:lnTo>
                    <a:lnTo>
                      <a:pt x="154" y="770"/>
                    </a:lnTo>
                    <a:lnTo>
                      <a:pt x="202" y="746"/>
                    </a:lnTo>
                    <a:lnTo>
                      <a:pt x="251" y="758"/>
                    </a:lnTo>
                    <a:lnTo>
                      <a:pt x="251" y="758"/>
                    </a:lnTo>
                    <a:lnTo>
                      <a:pt x="230" y="710"/>
                    </a:lnTo>
                    <a:lnTo>
                      <a:pt x="214" y="645"/>
                    </a:lnTo>
                    <a:lnTo>
                      <a:pt x="210" y="568"/>
                    </a:lnTo>
                    <a:lnTo>
                      <a:pt x="210" y="492"/>
                    </a:lnTo>
                    <a:lnTo>
                      <a:pt x="222" y="419"/>
                    </a:lnTo>
                    <a:lnTo>
                      <a:pt x="243" y="367"/>
                    </a:lnTo>
                    <a:lnTo>
                      <a:pt x="271" y="335"/>
                    </a:lnTo>
                    <a:lnTo>
                      <a:pt x="311" y="339"/>
                    </a:lnTo>
                    <a:lnTo>
                      <a:pt x="311" y="339"/>
                    </a:lnTo>
                    <a:lnTo>
                      <a:pt x="291" y="302"/>
                    </a:lnTo>
                    <a:lnTo>
                      <a:pt x="279" y="254"/>
                    </a:lnTo>
                    <a:lnTo>
                      <a:pt x="279" y="201"/>
                    </a:lnTo>
                    <a:lnTo>
                      <a:pt x="291" y="145"/>
                    </a:lnTo>
                    <a:lnTo>
                      <a:pt x="311" y="88"/>
                    </a:lnTo>
                    <a:lnTo>
                      <a:pt x="335" y="44"/>
                    </a:lnTo>
                    <a:lnTo>
                      <a:pt x="372" y="12"/>
                    </a:lnTo>
                    <a:lnTo>
                      <a:pt x="412"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7" name=""/>
              <p:cNvSpPr/>
              <p:nvPr/>
            </p:nvSpPr>
            <p:spPr>
              <a:xfrm>
                <a:off x="6652080" y="1935720"/>
                <a:ext cx="91800" cy="274680"/>
              </a:xfrm>
              <a:custGeom>
                <a:avLst/>
                <a:gdLst/>
                <a:ahLst/>
                <a:rect l="l" t="t" r="r" b="b"/>
                <a:pathLst>
                  <a:path w="263" h="823">
                    <a:moveTo>
                      <a:pt x="263" y="0"/>
                    </a:moveTo>
                    <a:lnTo>
                      <a:pt x="263" y="0"/>
                    </a:lnTo>
                    <a:lnTo>
                      <a:pt x="210" y="21"/>
                    </a:lnTo>
                    <a:lnTo>
                      <a:pt x="170" y="49"/>
                    </a:lnTo>
                    <a:lnTo>
                      <a:pt x="146" y="81"/>
                    </a:lnTo>
                    <a:lnTo>
                      <a:pt x="134" y="121"/>
                    </a:lnTo>
                    <a:lnTo>
                      <a:pt x="134" y="158"/>
                    </a:lnTo>
                    <a:lnTo>
                      <a:pt x="146" y="194"/>
                    </a:lnTo>
                    <a:lnTo>
                      <a:pt x="166" y="226"/>
                    </a:lnTo>
                    <a:lnTo>
                      <a:pt x="194" y="247"/>
                    </a:lnTo>
                    <a:lnTo>
                      <a:pt x="194" y="247"/>
                    </a:lnTo>
                    <a:lnTo>
                      <a:pt x="138" y="295"/>
                    </a:lnTo>
                    <a:lnTo>
                      <a:pt x="121" y="372"/>
                    </a:lnTo>
                    <a:lnTo>
                      <a:pt x="142" y="464"/>
                    </a:lnTo>
                    <a:lnTo>
                      <a:pt x="186" y="549"/>
                    </a:lnTo>
                    <a:lnTo>
                      <a:pt x="186" y="549"/>
                    </a:lnTo>
                    <a:lnTo>
                      <a:pt x="142" y="553"/>
                    </a:lnTo>
                    <a:lnTo>
                      <a:pt x="101" y="573"/>
                    </a:lnTo>
                    <a:lnTo>
                      <a:pt x="65" y="605"/>
                    </a:lnTo>
                    <a:lnTo>
                      <a:pt x="33" y="642"/>
                    </a:lnTo>
                    <a:lnTo>
                      <a:pt x="13" y="686"/>
                    </a:lnTo>
                    <a:lnTo>
                      <a:pt x="0" y="731"/>
                    </a:lnTo>
                    <a:lnTo>
                      <a:pt x="0" y="779"/>
                    </a:lnTo>
                    <a:lnTo>
                      <a:pt x="13" y="823"/>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8" name=""/>
              <p:cNvSpPr/>
              <p:nvPr/>
            </p:nvSpPr>
            <p:spPr>
              <a:xfrm>
                <a:off x="6566400" y="1940400"/>
                <a:ext cx="52200" cy="165240"/>
              </a:xfrm>
              <a:custGeom>
                <a:avLst/>
                <a:gdLst/>
                <a:ahLst/>
                <a:rect l="l" t="t" r="r" b="b"/>
                <a:pathLst>
                  <a:path w="150" h="496">
                    <a:moveTo>
                      <a:pt x="8" y="496"/>
                    </a:moveTo>
                    <a:lnTo>
                      <a:pt x="8" y="496"/>
                    </a:lnTo>
                    <a:lnTo>
                      <a:pt x="0" y="455"/>
                    </a:lnTo>
                    <a:lnTo>
                      <a:pt x="0" y="423"/>
                    </a:lnTo>
                    <a:lnTo>
                      <a:pt x="8" y="391"/>
                    </a:lnTo>
                    <a:lnTo>
                      <a:pt x="24" y="367"/>
                    </a:lnTo>
                    <a:lnTo>
                      <a:pt x="45" y="346"/>
                    </a:lnTo>
                    <a:lnTo>
                      <a:pt x="69" y="334"/>
                    </a:lnTo>
                    <a:lnTo>
                      <a:pt x="93" y="330"/>
                    </a:lnTo>
                    <a:lnTo>
                      <a:pt x="113" y="334"/>
                    </a:lnTo>
                    <a:lnTo>
                      <a:pt x="113" y="334"/>
                    </a:lnTo>
                    <a:lnTo>
                      <a:pt x="97" y="286"/>
                    </a:lnTo>
                    <a:lnTo>
                      <a:pt x="97" y="229"/>
                    </a:lnTo>
                    <a:lnTo>
                      <a:pt x="109" y="181"/>
                    </a:lnTo>
                    <a:lnTo>
                      <a:pt x="150" y="161"/>
                    </a:lnTo>
                    <a:lnTo>
                      <a:pt x="150" y="161"/>
                    </a:lnTo>
                    <a:lnTo>
                      <a:pt x="121" y="121"/>
                    </a:lnTo>
                    <a:lnTo>
                      <a:pt x="105" y="76"/>
                    </a:lnTo>
                    <a:lnTo>
                      <a:pt x="109" y="36"/>
                    </a:lnTo>
                    <a:lnTo>
                      <a:pt x="137"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19" name=""/>
              <p:cNvSpPr/>
              <p:nvPr/>
            </p:nvSpPr>
            <p:spPr>
              <a:xfrm>
                <a:off x="6418440" y="2426400"/>
                <a:ext cx="369000" cy="137160"/>
              </a:xfrm>
              <a:custGeom>
                <a:avLst/>
                <a:gdLst/>
                <a:ahLst/>
                <a:rect l="l" t="t" r="r" b="b"/>
                <a:pathLst>
                  <a:path w="1057" h="411">
                    <a:moveTo>
                      <a:pt x="1057" y="44"/>
                    </a:moveTo>
                    <a:lnTo>
                      <a:pt x="1057" y="44"/>
                    </a:lnTo>
                    <a:lnTo>
                      <a:pt x="1021" y="12"/>
                    </a:lnTo>
                    <a:lnTo>
                      <a:pt x="964" y="0"/>
                    </a:lnTo>
                    <a:lnTo>
                      <a:pt x="887" y="4"/>
                    </a:lnTo>
                    <a:lnTo>
                      <a:pt x="799" y="24"/>
                    </a:lnTo>
                    <a:lnTo>
                      <a:pt x="714" y="64"/>
                    </a:lnTo>
                    <a:lnTo>
                      <a:pt x="633" y="117"/>
                    </a:lnTo>
                    <a:lnTo>
                      <a:pt x="569" y="181"/>
                    </a:lnTo>
                    <a:lnTo>
                      <a:pt x="524" y="262"/>
                    </a:lnTo>
                    <a:lnTo>
                      <a:pt x="524" y="262"/>
                    </a:lnTo>
                    <a:lnTo>
                      <a:pt x="496" y="221"/>
                    </a:lnTo>
                    <a:lnTo>
                      <a:pt x="443" y="201"/>
                    </a:lnTo>
                    <a:lnTo>
                      <a:pt x="375" y="201"/>
                    </a:lnTo>
                    <a:lnTo>
                      <a:pt x="298" y="213"/>
                    </a:lnTo>
                    <a:lnTo>
                      <a:pt x="213" y="246"/>
                    </a:lnTo>
                    <a:lnTo>
                      <a:pt x="133" y="290"/>
                    </a:lnTo>
                    <a:lnTo>
                      <a:pt x="60" y="346"/>
                    </a:lnTo>
                    <a:lnTo>
                      <a:pt x="0" y="411"/>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20" name=""/>
              <p:cNvSpPr/>
              <p:nvPr/>
            </p:nvSpPr>
            <p:spPr>
              <a:xfrm>
                <a:off x="6415200" y="1988640"/>
                <a:ext cx="200160" cy="525240"/>
              </a:xfrm>
              <a:custGeom>
                <a:avLst/>
                <a:gdLst/>
                <a:ahLst/>
                <a:rect l="l" t="t" r="r" b="b"/>
                <a:pathLst>
                  <a:path w="574" h="1573">
                    <a:moveTo>
                      <a:pt x="0" y="0"/>
                    </a:moveTo>
                    <a:lnTo>
                      <a:pt x="0" y="0"/>
                    </a:lnTo>
                    <a:lnTo>
                      <a:pt x="37" y="36"/>
                    </a:lnTo>
                    <a:lnTo>
                      <a:pt x="85" y="89"/>
                    </a:lnTo>
                    <a:lnTo>
                      <a:pt x="134" y="153"/>
                    </a:lnTo>
                    <a:lnTo>
                      <a:pt x="186" y="230"/>
                    </a:lnTo>
                    <a:lnTo>
                      <a:pt x="243" y="318"/>
                    </a:lnTo>
                    <a:lnTo>
                      <a:pt x="299" y="411"/>
                    </a:lnTo>
                    <a:lnTo>
                      <a:pt x="356" y="516"/>
                    </a:lnTo>
                    <a:lnTo>
                      <a:pt x="408" y="625"/>
                    </a:lnTo>
                    <a:lnTo>
                      <a:pt x="452" y="742"/>
                    </a:lnTo>
                    <a:lnTo>
                      <a:pt x="497" y="859"/>
                    </a:lnTo>
                    <a:lnTo>
                      <a:pt x="529" y="980"/>
                    </a:lnTo>
                    <a:lnTo>
                      <a:pt x="557" y="1101"/>
                    </a:lnTo>
                    <a:lnTo>
                      <a:pt x="569" y="1226"/>
                    </a:lnTo>
                    <a:lnTo>
                      <a:pt x="574" y="1343"/>
                    </a:lnTo>
                    <a:lnTo>
                      <a:pt x="561" y="1460"/>
                    </a:lnTo>
                    <a:lnTo>
                      <a:pt x="533" y="1573"/>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21" name=""/>
              <p:cNvSpPr/>
              <p:nvPr/>
            </p:nvSpPr>
            <p:spPr>
              <a:xfrm>
                <a:off x="6449400" y="2305080"/>
                <a:ext cx="274680" cy="122400"/>
              </a:xfrm>
              <a:custGeom>
                <a:avLst/>
                <a:gdLst/>
                <a:ahLst/>
                <a:rect l="l" t="t" r="r" b="b"/>
                <a:pathLst>
                  <a:path w="787" h="367">
                    <a:moveTo>
                      <a:pt x="0" y="367"/>
                    </a:moveTo>
                    <a:lnTo>
                      <a:pt x="0" y="367"/>
                    </a:lnTo>
                    <a:lnTo>
                      <a:pt x="29" y="298"/>
                    </a:lnTo>
                    <a:lnTo>
                      <a:pt x="73" y="238"/>
                    </a:lnTo>
                    <a:lnTo>
                      <a:pt x="125" y="189"/>
                    </a:lnTo>
                    <a:lnTo>
                      <a:pt x="186" y="153"/>
                    </a:lnTo>
                    <a:lnTo>
                      <a:pt x="251" y="129"/>
                    </a:lnTo>
                    <a:lnTo>
                      <a:pt x="319" y="121"/>
                    </a:lnTo>
                    <a:lnTo>
                      <a:pt x="388" y="129"/>
                    </a:lnTo>
                    <a:lnTo>
                      <a:pt x="456" y="153"/>
                    </a:lnTo>
                    <a:lnTo>
                      <a:pt x="456" y="153"/>
                    </a:lnTo>
                    <a:lnTo>
                      <a:pt x="472" y="113"/>
                    </a:lnTo>
                    <a:lnTo>
                      <a:pt x="505" y="76"/>
                    </a:lnTo>
                    <a:lnTo>
                      <a:pt x="549" y="48"/>
                    </a:lnTo>
                    <a:lnTo>
                      <a:pt x="598" y="20"/>
                    </a:lnTo>
                    <a:lnTo>
                      <a:pt x="654" y="4"/>
                    </a:lnTo>
                    <a:lnTo>
                      <a:pt x="707" y="0"/>
                    </a:lnTo>
                    <a:lnTo>
                      <a:pt x="751" y="8"/>
                    </a:lnTo>
                    <a:lnTo>
                      <a:pt x="787" y="32"/>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22" name=""/>
              <p:cNvSpPr/>
              <p:nvPr/>
            </p:nvSpPr>
            <p:spPr>
              <a:xfrm>
                <a:off x="6464880" y="2193480"/>
                <a:ext cx="188640" cy="87480"/>
              </a:xfrm>
              <a:custGeom>
                <a:avLst/>
                <a:gdLst/>
                <a:ahLst/>
                <a:rect l="l" t="t" r="r" b="b"/>
                <a:pathLst>
                  <a:path w="540" h="262">
                    <a:moveTo>
                      <a:pt x="540" y="44"/>
                    </a:moveTo>
                    <a:lnTo>
                      <a:pt x="540" y="44"/>
                    </a:lnTo>
                    <a:lnTo>
                      <a:pt x="492" y="12"/>
                    </a:lnTo>
                    <a:lnTo>
                      <a:pt x="448" y="0"/>
                    </a:lnTo>
                    <a:lnTo>
                      <a:pt x="407" y="0"/>
                    </a:lnTo>
                    <a:lnTo>
                      <a:pt x="371" y="12"/>
                    </a:lnTo>
                    <a:lnTo>
                      <a:pt x="339" y="36"/>
                    </a:lnTo>
                    <a:lnTo>
                      <a:pt x="319" y="64"/>
                    </a:lnTo>
                    <a:lnTo>
                      <a:pt x="306" y="101"/>
                    </a:lnTo>
                    <a:lnTo>
                      <a:pt x="306" y="137"/>
                    </a:lnTo>
                    <a:lnTo>
                      <a:pt x="306" y="137"/>
                    </a:lnTo>
                    <a:lnTo>
                      <a:pt x="270" y="117"/>
                    </a:lnTo>
                    <a:lnTo>
                      <a:pt x="226" y="113"/>
                    </a:lnTo>
                    <a:lnTo>
                      <a:pt x="177" y="117"/>
                    </a:lnTo>
                    <a:lnTo>
                      <a:pt x="133" y="129"/>
                    </a:lnTo>
                    <a:lnTo>
                      <a:pt x="88" y="153"/>
                    </a:lnTo>
                    <a:lnTo>
                      <a:pt x="48" y="185"/>
                    </a:lnTo>
                    <a:lnTo>
                      <a:pt x="20" y="222"/>
                    </a:lnTo>
                    <a:lnTo>
                      <a:pt x="0" y="262"/>
                    </a:lnTo>
                  </a:path>
                </a:pathLst>
              </a:custGeom>
              <a:noFill/>
              <a:ln w="0">
                <a:solidFill>
                  <a:srgbClr val="000000"/>
                </a:solid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8223" name=""/>
              <p:cNvSpPr/>
              <p:nvPr/>
            </p:nvSpPr>
            <p:spPr>
              <a:xfrm>
                <a:off x="6462000" y="2111400"/>
                <a:ext cx="112320" cy="65520"/>
              </a:xfrm>
              <a:custGeom>
                <a:avLst/>
                <a:gdLst/>
                <a:ahLst/>
                <a:rect l="l" t="t" r="r" b="b"/>
                <a:pathLst>
                  <a:path w="322" h="197">
                    <a:moveTo>
                      <a:pt x="0" y="197"/>
                    </a:moveTo>
                    <a:lnTo>
                      <a:pt x="0" y="197"/>
                    </a:lnTo>
                    <a:lnTo>
                      <a:pt x="16" y="165"/>
                    </a:lnTo>
                    <a:lnTo>
                      <a:pt x="36" y="133"/>
                    </a:lnTo>
                    <a:lnTo>
                      <a:pt x="64" y="109"/>
                    </a:lnTo>
                    <a:lnTo>
                      <a:pt x="96" y="93"/>
                    </a:lnTo>
                    <a:lnTo>
                      <a:pt x="125" y="85"/>
                    </a:lnTo>
                    <a:lnTo>
                      <a:pt x="157" y="80"/>
                    </a:lnTo>
                    <a:lnTo>
                      <a:pt x="181" y="89"/>
                    </a:lnTo>
                    <a:lnTo>
                      <a:pt x="197" y="105"/>
                    </a:lnTo>
                    <a:lnTo>
                      <a:pt x="197" y="105"/>
                    </a:lnTo>
                    <a:lnTo>
                      <a:pt x="205" y="80"/>
                    </a:lnTo>
                    <a:lnTo>
                      <a:pt x="214" y="60"/>
                    </a:lnTo>
                    <a:lnTo>
                      <a:pt x="226" y="40"/>
                    </a:lnTo>
                    <a:lnTo>
                      <a:pt x="242" y="24"/>
                    </a:lnTo>
                    <a:lnTo>
                      <a:pt x="258" y="8"/>
                    </a:lnTo>
                    <a:lnTo>
                      <a:pt x="278" y="4"/>
                    </a:lnTo>
                    <a:lnTo>
                      <a:pt x="298" y="0"/>
                    </a:lnTo>
                    <a:lnTo>
                      <a:pt x="322" y="4"/>
                    </a:lnTo>
                  </a:path>
                </a:pathLst>
              </a:custGeom>
              <a:noFill/>
              <a:ln w="0">
                <a:solidFill>
                  <a:srgbClr val="000000"/>
                </a:solidFill>
              </a:ln>
            </p:spPr>
            <p:style>
              <a:lnRef idx="0"/>
              <a:fillRef idx="0"/>
              <a:effectRef idx="0"/>
              <a:fontRef idx="minor"/>
            </p:style>
            <p:txBody>
              <a:bodyPr lIns="90000" rIns="90000" tIns="18720" bIns="18720" anchor="t">
                <a:noAutofit/>
              </a:bodyPr>
              <a:p>
                <a:endParaRPr b="0" lang="en-US" sz="2400" spc="-1" strike="noStrike">
                  <a:solidFill>
                    <a:srgbClr val="000000"/>
                  </a:solidFill>
                  <a:latin typeface="Times New Roman"/>
                </a:endParaRPr>
              </a:p>
            </p:txBody>
          </p:sp>
        </p:grpSp>
      </p:grpSp>
      <p:grpSp>
        <p:nvGrpSpPr>
          <p:cNvPr id="8224" name=""/>
          <p:cNvGrpSpPr/>
          <p:nvPr/>
        </p:nvGrpSpPr>
        <p:grpSpPr>
          <a:xfrm>
            <a:off x="5810040" y="2684520"/>
            <a:ext cx="1241280" cy="1321920"/>
            <a:chOff x="5810040" y="2684520"/>
            <a:chExt cx="1241280" cy="1321920"/>
          </a:xfrm>
        </p:grpSpPr>
        <p:sp>
          <p:nvSpPr>
            <p:cNvPr id="8225" name=""/>
            <p:cNvSpPr/>
            <p:nvPr/>
          </p:nvSpPr>
          <p:spPr>
            <a:xfrm rot="5400000">
              <a:off x="5746680" y="2747520"/>
              <a:ext cx="1321920" cy="1195560"/>
            </a:xfrm>
            <a:custGeom>
              <a:avLst/>
              <a:gdLst/>
              <a:ahLst/>
              <a:rect l="l" t="t" r="r" b="b"/>
              <a:pathLst>
                <a:path w="1912" h="2484">
                  <a:moveTo>
                    <a:pt x="685" y="2"/>
                  </a:moveTo>
                  <a:lnTo>
                    <a:pt x="685" y="558"/>
                  </a:lnTo>
                  <a:lnTo>
                    <a:pt x="174" y="1590"/>
                  </a:lnTo>
                  <a:lnTo>
                    <a:pt x="80" y="1830"/>
                  </a:lnTo>
                  <a:lnTo>
                    <a:pt x="39" y="1949"/>
                  </a:lnTo>
                  <a:lnTo>
                    <a:pt x="3" y="2078"/>
                  </a:lnTo>
                  <a:lnTo>
                    <a:pt x="0" y="2109"/>
                  </a:lnTo>
                  <a:lnTo>
                    <a:pt x="5" y="2143"/>
                  </a:lnTo>
                  <a:lnTo>
                    <a:pt x="17" y="2176"/>
                  </a:lnTo>
                  <a:lnTo>
                    <a:pt x="37" y="2206"/>
                  </a:lnTo>
                  <a:lnTo>
                    <a:pt x="79" y="2253"/>
                  </a:lnTo>
                  <a:lnTo>
                    <a:pt x="134" y="2297"/>
                  </a:lnTo>
                  <a:lnTo>
                    <a:pt x="187" y="2329"/>
                  </a:lnTo>
                  <a:lnTo>
                    <a:pt x="241" y="2357"/>
                  </a:lnTo>
                  <a:lnTo>
                    <a:pt x="300" y="2383"/>
                  </a:lnTo>
                  <a:lnTo>
                    <a:pt x="373" y="2407"/>
                  </a:lnTo>
                  <a:lnTo>
                    <a:pt x="436" y="2426"/>
                  </a:lnTo>
                  <a:lnTo>
                    <a:pt x="500" y="2441"/>
                  </a:lnTo>
                  <a:lnTo>
                    <a:pt x="576" y="2457"/>
                  </a:lnTo>
                  <a:lnTo>
                    <a:pt x="654" y="2469"/>
                  </a:lnTo>
                  <a:lnTo>
                    <a:pt x="735" y="2478"/>
                  </a:lnTo>
                  <a:lnTo>
                    <a:pt x="793" y="2482"/>
                  </a:lnTo>
                  <a:lnTo>
                    <a:pt x="870" y="2484"/>
                  </a:lnTo>
                  <a:lnTo>
                    <a:pt x="1038" y="2484"/>
                  </a:lnTo>
                  <a:lnTo>
                    <a:pt x="1113" y="2482"/>
                  </a:lnTo>
                  <a:lnTo>
                    <a:pt x="1184" y="2476"/>
                  </a:lnTo>
                  <a:lnTo>
                    <a:pt x="1259" y="2466"/>
                  </a:lnTo>
                  <a:lnTo>
                    <a:pt x="1329" y="2457"/>
                  </a:lnTo>
                  <a:lnTo>
                    <a:pt x="1391" y="2445"/>
                  </a:lnTo>
                  <a:lnTo>
                    <a:pt x="1453" y="2430"/>
                  </a:lnTo>
                  <a:lnTo>
                    <a:pt x="1528" y="2410"/>
                  </a:lnTo>
                  <a:lnTo>
                    <a:pt x="1594" y="2387"/>
                  </a:lnTo>
                  <a:lnTo>
                    <a:pt x="1657" y="2361"/>
                  </a:lnTo>
                  <a:lnTo>
                    <a:pt x="1723" y="2330"/>
                  </a:lnTo>
                  <a:lnTo>
                    <a:pt x="1769" y="2302"/>
                  </a:lnTo>
                  <a:lnTo>
                    <a:pt x="1811" y="2272"/>
                  </a:lnTo>
                  <a:lnTo>
                    <a:pt x="1854" y="2233"/>
                  </a:lnTo>
                  <a:lnTo>
                    <a:pt x="1880" y="2202"/>
                  </a:lnTo>
                  <a:lnTo>
                    <a:pt x="1895" y="2178"/>
                  </a:lnTo>
                  <a:lnTo>
                    <a:pt x="1906" y="2154"/>
                  </a:lnTo>
                  <a:lnTo>
                    <a:pt x="1911" y="2125"/>
                  </a:lnTo>
                  <a:lnTo>
                    <a:pt x="1912" y="2092"/>
                  </a:lnTo>
                  <a:lnTo>
                    <a:pt x="1894" y="2002"/>
                  </a:lnTo>
                  <a:lnTo>
                    <a:pt x="1866" y="1894"/>
                  </a:lnTo>
                  <a:lnTo>
                    <a:pt x="1819" y="1771"/>
                  </a:lnTo>
                  <a:lnTo>
                    <a:pt x="1720" y="1555"/>
                  </a:lnTo>
                  <a:lnTo>
                    <a:pt x="1233" y="558"/>
                  </a:lnTo>
                  <a:lnTo>
                    <a:pt x="1233" y="0"/>
                  </a:lnTo>
                  <a:lnTo>
                    <a:pt x="685" y="2"/>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26" name=""/>
            <p:cNvSpPr/>
            <p:nvPr/>
          </p:nvSpPr>
          <p:spPr>
            <a:xfrm rot="5400000">
              <a:off x="6490800" y="3007080"/>
              <a:ext cx="192960" cy="338040"/>
            </a:xfrm>
            <a:custGeom>
              <a:avLst/>
              <a:gdLst/>
              <a:ahLst/>
              <a:rect l="l" t="t" r="r" b="b"/>
              <a:pathLst>
                <a:path w="279" h="703">
                  <a:moveTo>
                    <a:pt x="0" y="703"/>
                  </a:moveTo>
                  <a:lnTo>
                    <a:pt x="69" y="482"/>
                  </a:lnTo>
                  <a:lnTo>
                    <a:pt x="119" y="339"/>
                  </a:lnTo>
                  <a:lnTo>
                    <a:pt x="169" y="203"/>
                  </a:lnTo>
                  <a:lnTo>
                    <a:pt x="188" y="165"/>
                  </a:lnTo>
                  <a:lnTo>
                    <a:pt x="207" y="134"/>
                  </a:lnTo>
                  <a:lnTo>
                    <a:pt x="210" y="101"/>
                  </a:lnTo>
                  <a:lnTo>
                    <a:pt x="215" y="66"/>
                  </a:lnTo>
                  <a:lnTo>
                    <a:pt x="228" y="31"/>
                  </a:lnTo>
                  <a:lnTo>
                    <a:pt x="248" y="0"/>
                  </a:lnTo>
                  <a:lnTo>
                    <a:pt x="255" y="31"/>
                  </a:lnTo>
                  <a:lnTo>
                    <a:pt x="252" y="50"/>
                  </a:lnTo>
                  <a:lnTo>
                    <a:pt x="276" y="18"/>
                  </a:lnTo>
                  <a:lnTo>
                    <a:pt x="270" y="50"/>
                  </a:lnTo>
                  <a:lnTo>
                    <a:pt x="235" y="107"/>
                  </a:lnTo>
                  <a:lnTo>
                    <a:pt x="279" y="77"/>
                  </a:lnTo>
                  <a:lnTo>
                    <a:pt x="274" y="111"/>
                  </a:lnTo>
                  <a:lnTo>
                    <a:pt x="263" y="146"/>
                  </a:lnTo>
                  <a:lnTo>
                    <a:pt x="241" y="185"/>
                  </a:lnTo>
                  <a:lnTo>
                    <a:pt x="219" y="222"/>
                  </a:lnTo>
                  <a:lnTo>
                    <a:pt x="193" y="292"/>
                  </a:lnTo>
                  <a:lnTo>
                    <a:pt x="158" y="389"/>
                  </a:lnTo>
                  <a:lnTo>
                    <a:pt x="135" y="467"/>
                  </a:lnTo>
                  <a:lnTo>
                    <a:pt x="91" y="569"/>
                  </a:lnTo>
                  <a:lnTo>
                    <a:pt x="43" y="683"/>
                  </a:lnTo>
                  <a:lnTo>
                    <a:pt x="0" y="703"/>
                  </a:lnTo>
                  <a:close/>
                </a:path>
              </a:pathLst>
            </a:custGeom>
            <a:solidFill>
              <a:srgbClr val="d0d0d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27" name=""/>
            <p:cNvSpPr/>
            <p:nvPr/>
          </p:nvSpPr>
          <p:spPr>
            <a:xfrm rot="5400000">
              <a:off x="6187320" y="2648160"/>
              <a:ext cx="468000" cy="662040"/>
            </a:xfrm>
            <a:custGeom>
              <a:avLst/>
              <a:gdLst/>
              <a:ahLst/>
              <a:rect l="l" t="t" r="r" b="b"/>
              <a:pathLst>
                <a:path w="678" h="1384">
                  <a:moveTo>
                    <a:pt x="674" y="0"/>
                  </a:moveTo>
                  <a:lnTo>
                    <a:pt x="271" y="903"/>
                  </a:lnTo>
                  <a:lnTo>
                    <a:pt x="211" y="1040"/>
                  </a:lnTo>
                  <a:lnTo>
                    <a:pt x="196" y="1063"/>
                  </a:lnTo>
                  <a:lnTo>
                    <a:pt x="182" y="1086"/>
                  </a:lnTo>
                  <a:lnTo>
                    <a:pt x="174" y="1110"/>
                  </a:lnTo>
                  <a:lnTo>
                    <a:pt x="170" y="1139"/>
                  </a:lnTo>
                  <a:lnTo>
                    <a:pt x="170" y="1174"/>
                  </a:lnTo>
                  <a:lnTo>
                    <a:pt x="144" y="1217"/>
                  </a:lnTo>
                  <a:lnTo>
                    <a:pt x="116" y="1246"/>
                  </a:lnTo>
                  <a:lnTo>
                    <a:pt x="90" y="1260"/>
                  </a:lnTo>
                  <a:lnTo>
                    <a:pt x="77" y="1268"/>
                  </a:lnTo>
                  <a:lnTo>
                    <a:pt x="66" y="1288"/>
                  </a:lnTo>
                  <a:lnTo>
                    <a:pt x="39" y="1296"/>
                  </a:lnTo>
                  <a:lnTo>
                    <a:pt x="17" y="1333"/>
                  </a:lnTo>
                  <a:lnTo>
                    <a:pt x="0" y="1384"/>
                  </a:lnTo>
                  <a:lnTo>
                    <a:pt x="21" y="1366"/>
                  </a:lnTo>
                  <a:lnTo>
                    <a:pt x="41" y="1358"/>
                  </a:lnTo>
                  <a:lnTo>
                    <a:pt x="85" y="1349"/>
                  </a:lnTo>
                  <a:lnTo>
                    <a:pt x="121" y="1349"/>
                  </a:lnTo>
                  <a:lnTo>
                    <a:pt x="148" y="1353"/>
                  </a:lnTo>
                  <a:lnTo>
                    <a:pt x="139" y="1341"/>
                  </a:lnTo>
                  <a:lnTo>
                    <a:pt x="131" y="1330"/>
                  </a:lnTo>
                  <a:lnTo>
                    <a:pt x="131" y="1308"/>
                  </a:lnTo>
                  <a:lnTo>
                    <a:pt x="158" y="1295"/>
                  </a:lnTo>
                  <a:lnTo>
                    <a:pt x="188" y="1273"/>
                  </a:lnTo>
                  <a:lnTo>
                    <a:pt x="224" y="1233"/>
                  </a:lnTo>
                  <a:lnTo>
                    <a:pt x="254" y="1194"/>
                  </a:lnTo>
                  <a:lnTo>
                    <a:pt x="273" y="1160"/>
                  </a:lnTo>
                  <a:lnTo>
                    <a:pt x="293" y="1125"/>
                  </a:lnTo>
                  <a:lnTo>
                    <a:pt x="308" y="1086"/>
                  </a:lnTo>
                  <a:lnTo>
                    <a:pt x="320" y="1033"/>
                  </a:lnTo>
                  <a:lnTo>
                    <a:pt x="341" y="979"/>
                  </a:lnTo>
                  <a:lnTo>
                    <a:pt x="368" y="903"/>
                  </a:lnTo>
                  <a:lnTo>
                    <a:pt x="671" y="88"/>
                  </a:lnTo>
                  <a:lnTo>
                    <a:pt x="678" y="49"/>
                  </a:lnTo>
                  <a:lnTo>
                    <a:pt x="674" y="0"/>
                  </a:lnTo>
                  <a:close/>
                </a:path>
              </a:pathLst>
            </a:custGeom>
            <a:solidFill>
              <a:srgbClr val="d0d0d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28" name=""/>
            <p:cNvSpPr/>
            <p:nvPr/>
          </p:nvSpPr>
          <p:spPr>
            <a:xfrm rot="5400000">
              <a:off x="6756480" y="3291840"/>
              <a:ext cx="106200" cy="272160"/>
            </a:xfrm>
            <a:custGeom>
              <a:avLst/>
              <a:gdLst/>
              <a:ahLst/>
              <a:rect l="l" t="t" r="r" b="b"/>
              <a:pathLst>
                <a:path w="153" h="566">
                  <a:moveTo>
                    <a:pt x="0" y="425"/>
                  </a:moveTo>
                  <a:lnTo>
                    <a:pt x="37" y="7"/>
                  </a:lnTo>
                  <a:lnTo>
                    <a:pt x="46" y="0"/>
                  </a:lnTo>
                  <a:lnTo>
                    <a:pt x="61" y="4"/>
                  </a:lnTo>
                  <a:lnTo>
                    <a:pt x="69" y="24"/>
                  </a:lnTo>
                  <a:lnTo>
                    <a:pt x="73" y="51"/>
                  </a:lnTo>
                  <a:lnTo>
                    <a:pt x="81" y="114"/>
                  </a:lnTo>
                  <a:lnTo>
                    <a:pt x="88" y="125"/>
                  </a:lnTo>
                  <a:lnTo>
                    <a:pt x="96" y="143"/>
                  </a:lnTo>
                  <a:lnTo>
                    <a:pt x="101" y="181"/>
                  </a:lnTo>
                  <a:lnTo>
                    <a:pt x="105" y="229"/>
                  </a:lnTo>
                  <a:lnTo>
                    <a:pt x="112" y="330"/>
                  </a:lnTo>
                  <a:lnTo>
                    <a:pt x="110" y="416"/>
                  </a:lnTo>
                  <a:lnTo>
                    <a:pt x="126" y="467"/>
                  </a:lnTo>
                  <a:lnTo>
                    <a:pt x="153" y="566"/>
                  </a:lnTo>
                  <a:lnTo>
                    <a:pt x="117" y="511"/>
                  </a:lnTo>
                  <a:lnTo>
                    <a:pt x="94" y="473"/>
                  </a:lnTo>
                  <a:lnTo>
                    <a:pt x="69" y="432"/>
                  </a:lnTo>
                  <a:lnTo>
                    <a:pt x="33" y="432"/>
                  </a:lnTo>
                  <a:lnTo>
                    <a:pt x="42" y="417"/>
                  </a:lnTo>
                  <a:lnTo>
                    <a:pt x="55" y="412"/>
                  </a:lnTo>
                  <a:lnTo>
                    <a:pt x="53" y="301"/>
                  </a:lnTo>
                  <a:lnTo>
                    <a:pt x="43" y="213"/>
                  </a:lnTo>
                  <a:lnTo>
                    <a:pt x="39" y="283"/>
                  </a:lnTo>
                  <a:lnTo>
                    <a:pt x="29" y="366"/>
                  </a:lnTo>
                  <a:lnTo>
                    <a:pt x="24" y="402"/>
                  </a:lnTo>
                  <a:lnTo>
                    <a:pt x="13" y="416"/>
                  </a:lnTo>
                  <a:lnTo>
                    <a:pt x="0" y="425"/>
                  </a:lnTo>
                  <a:close/>
                </a:path>
              </a:pathLst>
            </a:custGeom>
            <a:solidFill>
              <a:srgbClr val="d0d0d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29" name=""/>
            <p:cNvSpPr/>
            <p:nvPr/>
          </p:nvSpPr>
          <p:spPr>
            <a:xfrm rot="5400000">
              <a:off x="6288120" y="3291480"/>
              <a:ext cx="440280" cy="883080"/>
            </a:xfrm>
            <a:custGeom>
              <a:avLst/>
              <a:gdLst/>
              <a:ahLst/>
              <a:rect l="l" t="t" r="r" b="b"/>
              <a:pathLst>
                <a:path w="638" h="1842">
                  <a:moveTo>
                    <a:pt x="0" y="0"/>
                  </a:moveTo>
                  <a:lnTo>
                    <a:pt x="0" y="465"/>
                  </a:lnTo>
                  <a:lnTo>
                    <a:pt x="638" y="1842"/>
                  </a:lnTo>
                </a:path>
              </a:pathLst>
            </a:custGeom>
            <a:noFill/>
            <a:ln w="15840">
              <a:solidFill>
                <a:srgbClr val="c0c0c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30" name=""/>
            <p:cNvSpPr/>
            <p:nvPr/>
          </p:nvSpPr>
          <p:spPr>
            <a:xfrm rot="5400000">
              <a:off x="6552360" y="3305880"/>
              <a:ext cx="214560" cy="568800"/>
            </a:xfrm>
            <a:custGeom>
              <a:avLst/>
              <a:gdLst/>
              <a:ahLst/>
              <a:rect l="l" t="t" r="r" b="b"/>
              <a:pathLst>
                <a:path w="308" h="1185">
                  <a:moveTo>
                    <a:pt x="0" y="0"/>
                  </a:moveTo>
                  <a:lnTo>
                    <a:pt x="0" y="437"/>
                  </a:lnTo>
                  <a:lnTo>
                    <a:pt x="4" y="494"/>
                  </a:lnTo>
                  <a:lnTo>
                    <a:pt x="16" y="544"/>
                  </a:lnTo>
                  <a:lnTo>
                    <a:pt x="35" y="584"/>
                  </a:lnTo>
                  <a:lnTo>
                    <a:pt x="308" y="1185"/>
                  </a:lnTo>
                </a:path>
              </a:pathLst>
            </a:custGeom>
            <a:noFill/>
            <a:ln w="15840">
              <a:solidFill>
                <a:srgbClr val="d0d0d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31" name=""/>
            <p:cNvSpPr/>
            <p:nvPr/>
          </p:nvSpPr>
          <p:spPr>
            <a:xfrm flipH="1">
              <a:off x="6104520" y="3707640"/>
              <a:ext cx="250560" cy="167040"/>
            </a:xfrm>
            <a:prstGeom prst="line">
              <a:avLst/>
            </a:prstGeom>
            <a:ln w="7920">
              <a:solidFill>
                <a:srgbClr val="d0d0d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32" name=""/>
            <p:cNvSpPr/>
            <p:nvPr/>
          </p:nvSpPr>
          <p:spPr>
            <a:xfrm rot="5400000">
              <a:off x="5369040" y="3204000"/>
              <a:ext cx="1184040" cy="273240"/>
            </a:xfrm>
            <a:custGeom>
              <a:avLst/>
              <a:gdLst/>
              <a:ahLst/>
              <a:rect l="l" t="t" r="r" b="b"/>
              <a:pathLst>
                <a:path stroke="0" w="21600" h="21600">
                  <a:moveTo>
                    <a:pt x="21291" y="13363"/>
                  </a:moveTo>
                  <a:arcTo wR="10800" hR="10800" stAng="823722" swAng="8800622"/>
                  <a:lnTo>
                    <a:pt x="10800" y="10800"/>
                  </a:lnTo>
                  <a:close/>
                </a:path>
                <a:path fill="none" w="21600" h="21600">
                  <a:moveTo>
                    <a:pt x="21291" y="13363"/>
                  </a:moveTo>
                  <a:arcTo wR="10800" hR="10800" stAng="823722" swAng="8800622"/>
                </a:path>
              </a:pathLst>
            </a:custGeom>
            <a:noFill/>
            <a:ln w="7920">
              <a:solidFill>
                <a:srgbClr val="a0a0a0"/>
              </a:solidFill>
              <a:miter/>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33" name=""/>
            <p:cNvSpPr/>
            <p:nvPr/>
          </p:nvSpPr>
          <p:spPr>
            <a:xfrm rot="5400000">
              <a:off x="5349600" y="3203640"/>
              <a:ext cx="1152720" cy="160920"/>
            </a:xfrm>
            <a:custGeom>
              <a:avLst/>
              <a:gdLst/>
              <a:ahLst/>
              <a:rect l="l" t="t" r="r" b="b"/>
              <a:pathLst>
                <a:path w="1665" h="337">
                  <a:moveTo>
                    <a:pt x="0" y="0"/>
                  </a:moveTo>
                  <a:lnTo>
                    <a:pt x="23" y="21"/>
                  </a:lnTo>
                  <a:lnTo>
                    <a:pt x="43" y="35"/>
                  </a:lnTo>
                  <a:lnTo>
                    <a:pt x="56" y="43"/>
                  </a:lnTo>
                  <a:lnTo>
                    <a:pt x="75" y="49"/>
                  </a:lnTo>
                  <a:lnTo>
                    <a:pt x="96" y="51"/>
                  </a:lnTo>
                  <a:lnTo>
                    <a:pt x="115" y="48"/>
                  </a:lnTo>
                  <a:lnTo>
                    <a:pt x="128" y="39"/>
                  </a:lnTo>
                  <a:lnTo>
                    <a:pt x="146" y="62"/>
                  </a:lnTo>
                  <a:lnTo>
                    <a:pt x="173" y="91"/>
                  </a:lnTo>
                  <a:lnTo>
                    <a:pt x="207" y="127"/>
                  </a:lnTo>
                  <a:lnTo>
                    <a:pt x="241" y="157"/>
                  </a:lnTo>
                  <a:lnTo>
                    <a:pt x="264" y="172"/>
                  </a:lnTo>
                  <a:lnTo>
                    <a:pt x="295" y="189"/>
                  </a:lnTo>
                  <a:lnTo>
                    <a:pt x="331" y="206"/>
                  </a:lnTo>
                  <a:lnTo>
                    <a:pt x="365" y="220"/>
                  </a:lnTo>
                  <a:lnTo>
                    <a:pt x="411" y="237"/>
                  </a:lnTo>
                  <a:lnTo>
                    <a:pt x="439" y="245"/>
                  </a:lnTo>
                  <a:lnTo>
                    <a:pt x="472" y="254"/>
                  </a:lnTo>
                  <a:lnTo>
                    <a:pt x="503" y="260"/>
                  </a:lnTo>
                  <a:lnTo>
                    <a:pt x="541" y="267"/>
                  </a:lnTo>
                  <a:lnTo>
                    <a:pt x="581" y="274"/>
                  </a:lnTo>
                  <a:lnTo>
                    <a:pt x="615" y="281"/>
                  </a:lnTo>
                  <a:lnTo>
                    <a:pt x="648" y="287"/>
                  </a:lnTo>
                  <a:lnTo>
                    <a:pt x="683" y="294"/>
                  </a:lnTo>
                  <a:lnTo>
                    <a:pt x="721" y="300"/>
                  </a:lnTo>
                  <a:lnTo>
                    <a:pt x="752" y="305"/>
                  </a:lnTo>
                  <a:lnTo>
                    <a:pt x="800" y="309"/>
                  </a:lnTo>
                  <a:lnTo>
                    <a:pt x="858" y="313"/>
                  </a:lnTo>
                  <a:lnTo>
                    <a:pt x="1018" y="313"/>
                  </a:lnTo>
                  <a:lnTo>
                    <a:pt x="1074" y="309"/>
                  </a:lnTo>
                  <a:lnTo>
                    <a:pt x="1123" y="305"/>
                  </a:lnTo>
                  <a:lnTo>
                    <a:pt x="1163" y="303"/>
                  </a:lnTo>
                  <a:lnTo>
                    <a:pt x="1206" y="296"/>
                  </a:lnTo>
                  <a:lnTo>
                    <a:pt x="1251" y="286"/>
                  </a:lnTo>
                  <a:lnTo>
                    <a:pt x="1305" y="274"/>
                  </a:lnTo>
                  <a:lnTo>
                    <a:pt x="1339" y="267"/>
                  </a:lnTo>
                  <a:lnTo>
                    <a:pt x="1370" y="258"/>
                  </a:lnTo>
                  <a:lnTo>
                    <a:pt x="1404" y="242"/>
                  </a:lnTo>
                  <a:lnTo>
                    <a:pt x="1439" y="219"/>
                  </a:lnTo>
                  <a:lnTo>
                    <a:pt x="1466" y="202"/>
                  </a:lnTo>
                  <a:lnTo>
                    <a:pt x="1479" y="210"/>
                  </a:lnTo>
                  <a:lnTo>
                    <a:pt x="1489" y="220"/>
                  </a:lnTo>
                  <a:lnTo>
                    <a:pt x="1505" y="214"/>
                  </a:lnTo>
                  <a:lnTo>
                    <a:pt x="1520" y="210"/>
                  </a:lnTo>
                  <a:lnTo>
                    <a:pt x="1542" y="212"/>
                  </a:lnTo>
                  <a:lnTo>
                    <a:pt x="1562" y="208"/>
                  </a:lnTo>
                  <a:lnTo>
                    <a:pt x="1613" y="168"/>
                  </a:lnTo>
                  <a:lnTo>
                    <a:pt x="1665" y="126"/>
                  </a:lnTo>
                  <a:lnTo>
                    <a:pt x="1657" y="146"/>
                  </a:lnTo>
                  <a:lnTo>
                    <a:pt x="1651" y="162"/>
                  </a:lnTo>
                  <a:lnTo>
                    <a:pt x="1642" y="176"/>
                  </a:lnTo>
                  <a:lnTo>
                    <a:pt x="1633" y="186"/>
                  </a:lnTo>
                  <a:lnTo>
                    <a:pt x="1615" y="197"/>
                  </a:lnTo>
                  <a:lnTo>
                    <a:pt x="1598" y="202"/>
                  </a:lnTo>
                  <a:lnTo>
                    <a:pt x="1580" y="211"/>
                  </a:lnTo>
                  <a:lnTo>
                    <a:pt x="1558" y="224"/>
                  </a:lnTo>
                  <a:lnTo>
                    <a:pt x="1543" y="234"/>
                  </a:lnTo>
                  <a:lnTo>
                    <a:pt x="1520" y="245"/>
                  </a:lnTo>
                  <a:lnTo>
                    <a:pt x="1490" y="254"/>
                  </a:lnTo>
                  <a:lnTo>
                    <a:pt x="1461" y="267"/>
                  </a:lnTo>
                  <a:lnTo>
                    <a:pt x="1433" y="278"/>
                  </a:lnTo>
                  <a:lnTo>
                    <a:pt x="1404" y="287"/>
                  </a:lnTo>
                  <a:lnTo>
                    <a:pt x="1374" y="296"/>
                  </a:lnTo>
                  <a:lnTo>
                    <a:pt x="1338" y="304"/>
                  </a:lnTo>
                  <a:lnTo>
                    <a:pt x="1307" y="311"/>
                  </a:lnTo>
                  <a:lnTo>
                    <a:pt x="1277" y="313"/>
                  </a:lnTo>
                  <a:lnTo>
                    <a:pt x="1239" y="317"/>
                  </a:lnTo>
                  <a:lnTo>
                    <a:pt x="1210" y="320"/>
                  </a:lnTo>
                  <a:lnTo>
                    <a:pt x="1163" y="325"/>
                  </a:lnTo>
                  <a:lnTo>
                    <a:pt x="1114" y="329"/>
                  </a:lnTo>
                  <a:lnTo>
                    <a:pt x="1056" y="330"/>
                  </a:lnTo>
                  <a:lnTo>
                    <a:pt x="1001" y="333"/>
                  </a:lnTo>
                  <a:lnTo>
                    <a:pt x="938" y="337"/>
                  </a:lnTo>
                  <a:lnTo>
                    <a:pt x="881" y="333"/>
                  </a:lnTo>
                  <a:lnTo>
                    <a:pt x="825" y="329"/>
                  </a:lnTo>
                  <a:lnTo>
                    <a:pt x="758" y="325"/>
                  </a:lnTo>
                  <a:lnTo>
                    <a:pt x="728" y="321"/>
                  </a:lnTo>
                  <a:lnTo>
                    <a:pt x="686" y="318"/>
                  </a:lnTo>
                  <a:lnTo>
                    <a:pt x="639" y="316"/>
                  </a:lnTo>
                  <a:lnTo>
                    <a:pt x="600" y="312"/>
                  </a:lnTo>
                  <a:lnTo>
                    <a:pt x="567" y="308"/>
                  </a:lnTo>
                  <a:lnTo>
                    <a:pt x="537" y="303"/>
                  </a:lnTo>
                  <a:lnTo>
                    <a:pt x="499" y="296"/>
                  </a:lnTo>
                  <a:lnTo>
                    <a:pt x="468" y="290"/>
                  </a:lnTo>
                  <a:lnTo>
                    <a:pt x="431" y="281"/>
                  </a:lnTo>
                  <a:lnTo>
                    <a:pt x="400" y="272"/>
                  </a:lnTo>
                  <a:lnTo>
                    <a:pt x="371" y="263"/>
                  </a:lnTo>
                  <a:lnTo>
                    <a:pt x="331" y="251"/>
                  </a:lnTo>
                  <a:lnTo>
                    <a:pt x="302" y="238"/>
                  </a:lnTo>
                  <a:lnTo>
                    <a:pt x="272" y="228"/>
                  </a:lnTo>
                  <a:lnTo>
                    <a:pt x="241" y="215"/>
                  </a:lnTo>
                  <a:lnTo>
                    <a:pt x="211" y="202"/>
                  </a:lnTo>
                  <a:lnTo>
                    <a:pt x="188" y="185"/>
                  </a:lnTo>
                  <a:lnTo>
                    <a:pt x="167" y="166"/>
                  </a:lnTo>
                  <a:lnTo>
                    <a:pt x="129" y="135"/>
                  </a:lnTo>
                  <a:lnTo>
                    <a:pt x="98" y="109"/>
                  </a:lnTo>
                  <a:lnTo>
                    <a:pt x="66" y="84"/>
                  </a:lnTo>
                  <a:lnTo>
                    <a:pt x="43" y="68"/>
                  </a:lnTo>
                  <a:lnTo>
                    <a:pt x="22" y="40"/>
                  </a:lnTo>
                  <a:lnTo>
                    <a:pt x="9" y="20"/>
                  </a:lnTo>
                  <a:lnTo>
                    <a:pt x="0" y="0"/>
                  </a:lnTo>
                  <a:close/>
                </a:path>
              </a:pathLst>
            </a:custGeom>
            <a:solidFill>
              <a:srgbClr val="a0a0a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34" name=""/>
            <p:cNvSpPr/>
            <p:nvPr/>
          </p:nvSpPr>
          <p:spPr>
            <a:xfrm rot="5400000">
              <a:off x="6784920" y="3297600"/>
              <a:ext cx="408960" cy="95400"/>
            </a:xfrm>
            <a:prstGeom prst="ellipse">
              <a:avLst/>
            </a:prstGeom>
            <a:solidFill>
              <a:srgbClr val="808080"/>
            </a:solidFill>
            <a:ln w="0">
              <a:noFill/>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8235" name=""/>
            <p:cNvSpPr/>
            <p:nvPr/>
          </p:nvSpPr>
          <p:spPr>
            <a:xfrm rot="5400000">
              <a:off x="6798240" y="3296880"/>
              <a:ext cx="408960" cy="97200"/>
            </a:xfrm>
            <a:prstGeom prst="ellipse">
              <a:avLst/>
            </a:prstGeom>
            <a:solidFill>
              <a:srgbClr val="a0a0a0"/>
            </a:solidFill>
            <a:ln w="0">
              <a:noFill/>
            </a:ln>
          </p:spPr>
          <p:style>
            <a:lnRef idx="0"/>
            <a:fillRef idx="0"/>
            <a:effectRef idx="0"/>
            <a:fontRef idx="minor"/>
          </p:style>
          <p:txBody>
            <a:bodyPr lIns="90000" rIns="90000" tIns="22320" bIns="22320" anchor="t">
              <a:noAutofit/>
            </a:bodyPr>
            <a:p>
              <a:endParaRPr b="0" lang="en-US" sz="2400" spc="-1" strike="noStrike">
                <a:solidFill>
                  <a:srgbClr val="000000"/>
                </a:solidFill>
                <a:latin typeface="Times New Roman"/>
              </a:endParaRPr>
            </a:p>
          </p:txBody>
        </p:sp>
        <p:sp>
          <p:nvSpPr>
            <p:cNvPr id="8236" name=""/>
            <p:cNvSpPr/>
            <p:nvPr/>
          </p:nvSpPr>
          <p:spPr>
            <a:xfrm rot="5400000">
              <a:off x="6860520" y="3320280"/>
              <a:ext cx="281520" cy="55800"/>
            </a:xfrm>
            <a:prstGeom prst="ellipse">
              <a:avLst/>
            </a:prstGeom>
            <a:solidFill>
              <a:srgbClr val="000000"/>
            </a:solidFill>
            <a:ln w="0">
              <a:noFill/>
            </a:ln>
          </p:spPr>
          <p:style>
            <a:lnRef idx="0"/>
            <a:fillRef idx="0"/>
            <a:effectRef idx="0"/>
            <a:fontRef idx="minor"/>
          </p:style>
          <p:txBody>
            <a:bodyPr lIns="90000" rIns="90000" tIns="-6840" bIns="-6840" anchor="t">
              <a:noAutofit/>
            </a:bodyPr>
            <a:p>
              <a:endParaRPr b="0" lang="en-US" sz="2400" spc="-1" strike="noStrike">
                <a:solidFill>
                  <a:srgbClr val="000000"/>
                </a:solidFill>
                <a:latin typeface="Times New Roman"/>
              </a:endParaRPr>
            </a:p>
          </p:txBody>
        </p:sp>
      </p:grpSp>
      <p:grpSp>
        <p:nvGrpSpPr>
          <p:cNvPr id="8237" name=""/>
          <p:cNvGrpSpPr/>
          <p:nvPr/>
        </p:nvGrpSpPr>
        <p:grpSpPr>
          <a:xfrm>
            <a:off x="5857920" y="4091040"/>
            <a:ext cx="1218600" cy="608040"/>
            <a:chOff x="5857920" y="4091040"/>
            <a:chExt cx="1218600" cy="608040"/>
          </a:xfrm>
        </p:grpSpPr>
        <p:sp>
          <p:nvSpPr>
            <p:cNvPr id="8238" name=""/>
            <p:cNvSpPr/>
            <p:nvPr/>
          </p:nvSpPr>
          <p:spPr>
            <a:xfrm>
              <a:off x="6844320" y="4552920"/>
              <a:ext cx="75960" cy="139680"/>
            </a:xfrm>
            <a:custGeom>
              <a:avLst/>
              <a:gdLst/>
              <a:ahLst/>
              <a:rect l="l" t="t" r="r" b="b"/>
              <a:pathLst>
                <a:path w="39" h="84">
                  <a:moveTo>
                    <a:pt x="0" y="42"/>
                  </a:moveTo>
                  <a:lnTo>
                    <a:pt x="2" y="0"/>
                  </a:lnTo>
                  <a:lnTo>
                    <a:pt x="38" y="0"/>
                  </a:lnTo>
                  <a:lnTo>
                    <a:pt x="25" y="83"/>
                  </a:lnTo>
                </a:path>
              </a:pathLst>
            </a:custGeom>
            <a:solidFill>
              <a:srgbClr val="d0d0d0"/>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39" name=""/>
            <p:cNvSpPr/>
            <p:nvPr/>
          </p:nvSpPr>
          <p:spPr>
            <a:xfrm>
              <a:off x="5857920" y="4091040"/>
              <a:ext cx="1140480" cy="473040"/>
            </a:xfrm>
            <a:custGeom>
              <a:avLst/>
              <a:gdLst/>
              <a:ahLst/>
              <a:rect l="l" t="t" r="r" b="b"/>
              <a:pathLst>
                <a:path w="585" h="283">
                  <a:moveTo>
                    <a:pt x="0" y="83"/>
                  </a:moveTo>
                  <a:lnTo>
                    <a:pt x="35" y="94"/>
                  </a:lnTo>
                  <a:lnTo>
                    <a:pt x="63" y="83"/>
                  </a:lnTo>
                  <a:lnTo>
                    <a:pt x="90" y="70"/>
                  </a:lnTo>
                  <a:lnTo>
                    <a:pt x="109" y="79"/>
                  </a:lnTo>
                  <a:lnTo>
                    <a:pt x="130" y="83"/>
                  </a:lnTo>
                  <a:lnTo>
                    <a:pt x="143" y="102"/>
                  </a:lnTo>
                  <a:lnTo>
                    <a:pt x="162" y="102"/>
                  </a:lnTo>
                  <a:lnTo>
                    <a:pt x="200" y="83"/>
                  </a:lnTo>
                  <a:lnTo>
                    <a:pt x="219" y="70"/>
                  </a:lnTo>
                  <a:lnTo>
                    <a:pt x="246" y="59"/>
                  </a:lnTo>
                  <a:lnTo>
                    <a:pt x="269" y="70"/>
                  </a:lnTo>
                  <a:lnTo>
                    <a:pt x="297" y="79"/>
                  </a:lnTo>
                  <a:lnTo>
                    <a:pt x="318" y="87"/>
                  </a:lnTo>
                  <a:lnTo>
                    <a:pt x="356" y="74"/>
                  </a:lnTo>
                  <a:lnTo>
                    <a:pt x="394" y="79"/>
                  </a:lnTo>
                  <a:lnTo>
                    <a:pt x="415" y="79"/>
                  </a:lnTo>
                  <a:lnTo>
                    <a:pt x="436" y="87"/>
                  </a:lnTo>
                  <a:lnTo>
                    <a:pt x="474" y="94"/>
                  </a:lnTo>
                  <a:lnTo>
                    <a:pt x="493" y="91"/>
                  </a:lnTo>
                  <a:lnTo>
                    <a:pt x="514" y="91"/>
                  </a:lnTo>
                  <a:lnTo>
                    <a:pt x="508" y="66"/>
                  </a:lnTo>
                  <a:lnTo>
                    <a:pt x="518" y="55"/>
                  </a:lnTo>
                  <a:lnTo>
                    <a:pt x="512" y="36"/>
                  </a:lnTo>
                  <a:lnTo>
                    <a:pt x="508" y="0"/>
                  </a:lnTo>
                  <a:lnTo>
                    <a:pt x="539" y="42"/>
                  </a:lnTo>
                  <a:lnTo>
                    <a:pt x="539" y="66"/>
                  </a:lnTo>
                  <a:lnTo>
                    <a:pt x="546" y="59"/>
                  </a:lnTo>
                  <a:lnTo>
                    <a:pt x="550" y="55"/>
                  </a:lnTo>
                  <a:lnTo>
                    <a:pt x="565" y="98"/>
                  </a:lnTo>
                  <a:lnTo>
                    <a:pt x="569" y="130"/>
                  </a:lnTo>
                  <a:lnTo>
                    <a:pt x="571" y="143"/>
                  </a:lnTo>
                  <a:lnTo>
                    <a:pt x="575" y="130"/>
                  </a:lnTo>
                  <a:lnTo>
                    <a:pt x="575" y="115"/>
                  </a:lnTo>
                  <a:lnTo>
                    <a:pt x="584" y="153"/>
                  </a:lnTo>
                  <a:lnTo>
                    <a:pt x="584" y="177"/>
                  </a:lnTo>
                  <a:lnTo>
                    <a:pt x="571" y="209"/>
                  </a:lnTo>
                  <a:lnTo>
                    <a:pt x="569" y="202"/>
                  </a:lnTo>
                  <a:lnTo>
                    <a:pt x="558" y="190"/>
                  </a:lnTo>
                  <a:lnTo>
                    <a:pt x="562" y="213"/>
                  </a:lnTo>
                  <a:lnTo>
                    <a:pt x="558" y="226"/>
                  </a:lnTo>
                  <a:lnTo>
                    <a:pt x="546" y="254"/>
                  </a:lnTo>
                  <a:lnTo>
                    <a:pt x="533" y="282"/>
                  </a:lnTo>
                  <a:lnTo>
                    <a:pt x="522" y="269"/>
                  </a:lnTo>
                  <a:lnTo>
                    <a:pt x="520" y="262"/>
                  </a:lnTo>
                  <a:lnTo>
                    <a:pt x="522" y="262"/>
                  </a:lnTo>
                  <a:lnTo>
                    <a:pt x="510" y="275"/>
                  </a:lnTo>
                  <a:lnTo>
                    <a:pt x="510" y="247"/>
                  </a:lnTo>
                  <a:lnTo>
                    <a:pt x="508" y="262"/>
                  </a:lnTo>
                  <a:lnTo>
                    <a:pt x="508" y="241"/>
                  </a:lnTo>
                  <a:lnTo>
                    <a:pt x="487" y="241"/>
                  </a:lnTo>
                  <a:lnTo>
                    <a:pt x="472" y="249"/>
                  </a:lnTo>
                  <a:lnTo>
                    <a:pt x="434" y="241"/>
                  </a:lnTo>
                  <a:lnTo>
                    <a:pt x="387" y="222"/>
                  </a:lnTo>
                  <a:lnTo>
                    <a:pt x="381" y="226"/>
                  </a:lnTo>
                  <a:lnTo>
                    <a:pt x="358" y="235"/>
                  </a:lnTo>
                  <a:lnTo>
                    <a:pt x="347" y="245"/>
                  </a:lnTo>
                  <a:lnTo>
                    <a:pt x="318" y="241"/>
                  </a:lnTo>
                  <a:lnTo>
                    <a:pt x="286" y="230"/>
                  </a:lnTo>
                  <a:lnTo>
                    <a:pt x="265" y="217"/>
                  </a:lnTo>
                  <a:lnTo>
                    <a:pt x="225" y="258"/>
                  </a:lnTo>
                  <a:lnTo>
                    <a:pt x="172" y="264"/>
                  </a:lnTo>
                  <a:lnTo>
                    <a:pt x="149" y="264"/>
                  </a:lnTo>
                  <a:lnTo>
                    <a:pt x="134" y="254"/>
                  </a:lnTo>
                  <a:lnTo>
                    <a:pt x="113" y="230"/>
                  </a:lnTo>
                  <a:lnTo>
                    <a:pt x="94" y="217"/>
                  </a:lnTo>
                  <a:lnTo>
                    <a:pt x="71" y="230"/>
                  </a:lnTo>
                  <a:lnTo>
                    <a:pt x="44" y="249"/>
                  </a:lnTo>
                  <a:lnTo>
                    <a:pt x="25" y="245"/>
                  </a:lnTo>
                  <a:lnTo>
                    <a:pt x="4" y="241"/>
                  </a:lnTo>
                  <a:lnTo>
                    <a:pt x="4" y="237"/>
                  </a:lnTo>
                  <a:lnTo>
                    <a:pt x="18" y="217"/>
                  </a:lnTo>
                  <a:lnTo>
                    <a:pt x="29" y="198"/>
                  </a:lnTo>
                  <a:lnTo>
                    <a:pt x="42" y="181"/>
                  </a:lnTo>
                  <a:lnTo>
                    <a:pt x="44" y="158"/>
                  </a:lnTo>
                  <a:lnTo>
                    <a:pt x="42" y="149"/>
                  </a:lnTo>
                  <a:lnTo>
                    <a:pt x="25" y="134"/>
                  </a:lnTo>
                  <a:lnTo>
                    <a:pt x="16" y="111"/>
                  </a:lnTo>
                  <a:lnTo>
                    <a:pt x="4" y="87"/>
                  </a:lnTo>
                  <a:lnTo>
                    <a:pt x="0" y="83"/>
                  </a:lnTo>
                </a:path>
              </a:pathLst>
            </a:custGeom>
            <a:solidFill>
              <a:srgbClr val="d0d0d0"/>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40" name=""/>
            <p:cNvSpPr/>
            <p:nvPr/>
          </p:nvSpPr>
          <p:spPr>
            <a:xfrm>
              <a:off x="5860440" y="4232160"/>
              <a:ext cx="57600" cy="63360"/>
            </a:xfrm>
            <a:custGeom>
              <a:avLst/>
              <a:gdLst/>
              <a:ahLst/>
              <a:rect l="l" t="t" r="r" b="b"/>
              <a:pathLst>
                <a:path w="29" h="38">
                  <a:moveTo>
                    <a:pt x="0" y="0"/>
                  </a:moveTo>
                  <a:lnTo>
                    <a:pt x="28" y="37"/>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6560" bIns="16560" anchor="t">
              <a:noAutofit/>
            </a:bodyPr>
            <a:p>
              <a:endParaRPr b="0" lang="en-US" sz="2400" spc="-1" strike="noStrike">
                <a:solidFill>
                  <a:srgbClr val="000000"/>
                </a:solidFill>
                <a:latin typeface="Times New Roman"/>
              </a:endParaRPr>
            </a:p>
          </p:txBody>
        </p:sp>
        <p:sp>
          <p:nvSpPr>
            <p:cNvPr id="8241" name=""/>
            <p:cNvSpPr/>
            <p:nvPr/>
          </p:nvSpPr>
          <p:spPr>
            <a:xfrm>
              <a:off x="6027120" y="4208400"/>
              <a:ext cx="55440" cy="73080"/>
            </a:xfrm>
            <a:custGeom>
              <a:avLst/>
              <a:gdLst/>
              <a:ahLst/>
              <a:rect l="l" t="t" r="r" b="b"/>
              <a:pathLst>
                <a:path w="27" h="43">
                  <a:moveTo>
                    <a:pt x="0" y="0"/>
                  </a:moveTo>
                  <a:lnTo>
                    <a:pt x="26" y="42"/>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8242" name=""/>
            <p:cNvSpPr/>
            <p:nvPr/>
          </p:nvSpPr>
          <p:spPr>
            <a:xfrm>
              <a:off x="6135480" y="4260600"/>
              <a:ext cx="37440" cy="34920"/>
            </a:xfrm>
            <a:custGeom>
              <a:avLst/>
              <a:gdLst/>
              <a:ahLst/>
              <a:rect l="l" t="t" r="r" b="b"/>
              <a:pathLst>
                <a:path w="20" h="21">
                  <a:moveTo>
                    <a:pt x="0" y="0"/>
                  </a:moveTo>
                  <a:lnTo>
                    <a:pt x="19" y="20"/>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1880" bIns="-11880" anchor="t">
              <a:noAutofit/>
            </a:bodyPr>
            <a:p>
              <a:endParaRPr b="0" lang="en-US" sz="2400" spc="-1" strike="noStrike">
                <a:solidFill>
                  <a:srgbClr val="000000"/>
                </a:solidFill>
                <a:latin typeface="Times New Roman"/>
              </a:endParaRPr>
            </a:p>
          </p:txBody>
        </p:sp>
        <p:sp>
          <p:nvSpPr>
            <p:cNvPr id="8243" name=""/>
            <p:cNvSpPr/>
            <p:nvPr/>
          </p:nvSpPr>
          <p:spPr>
            <a:xfrm>
              <a:off x="6342480" y="4197240"/>
              <a:ext cx="39960" cy="57240"/>
            </a:xfrm>
            <a:custGeom>
              <a:avLst/>
              <a:gdLst/>
              <a:ahLst/>
              <a:rect l="l" t="t" r="r" b="b"/>
              <a:pathLst>
                <a:path w="21" h="34">
                  <a:moveTo>
                    <a:pt x="0" y="0"/>
                  </a:moveTo>
                  <a:lnTo>
                    <a:pt x="20" y="33"/>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0440" bIns="10440" anchor="t">
              <a:noAutofit/>
            </a:bodyPr>
            <a:p>
              <a:endParaRPr b="0" lang="en-US" sz="2400" spc="-1" strike="noStrike">
                <a:solidFill>
                  <a:srgbClr val="000000"/>
                </a:solidFill>
                <a:latin typeface="Times New Roman"/>
              </a:endParaRPr>
            </a:p>
          </p:txBody>
        </p:sp>
        <p:sp>
          <p:nvSpPr>
            <p:cNvPr id="8244" name=""/>
            <p:cNvSpPr/>
            <p:nvPr/>
          </p:nvSpPr>
          <p:spPr>
            <a:xfrm>
              <a:off x="6486120" y="4235400"/>
              <a:ext cx="42840" cy="60120"/>
            </a:xfrm>
            <a:custGeom>
              <a:avLst/>
              <a:gdLst/>
              <a:ahLst/>
              <a:rect l="l" t="t" r="r" b="b"/>
              <a:pathLst>
                <a:path w="23" h="36">
                  <a:moveTo>
                    <a:pt x="0" y="0"/>
                  </a:moveTo>
                  <a:lnTo>
                    <a:pt x="22" y="35"/>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8245" name=""/>
            <p:cNvSpPr/>
            <p:nvPr/>
          </p:nvSpPr>
          <p:spPr>
            <a:xfrm>
              <a:off x="6559560" y="4219560"/>
              <a:ext cx="50040" cy="55440"/>
            </a:xfrm>
            <a:custGeom>
              <a:avLst/>
              <a:gdLst/>
              <a:ahLst/>
              <a:rect l="l" t="t" r="r" b="b"/>
              <a:pathLst>
                <a:path w="26" h="34">
                  <a:moveTo>
                    <a:pt x="0" y="0"/>
                  </a:moveTo>
                  <a:lnTo>
                    <a:pt x="25" y="33"/>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8640" bIns="8640" anchor="t">
              <a:noAutofit/>
            </a:bodyPr>
            <a:p>
              <a:endParaRPr b="0" lang="en-US" sz="2400" spc="-1" strike="noStrike">
                <a:solidFill>
                  <a:srgbClr val="000000"/>
                </a:solidFill>
                <a:latin typeface="Times New Roman"/>
              </a:endParaRPr>
            </a:p>
          </p:txBody>
        </p:sp>
        <p:sp>
          <p:nvSpPr>
            <p:cNvPr id="8246" name=""/>
            <p:cNvSpPr/>
            <p:nvPr/>
          </p:nvSpPr>
          <p:spPr>
            <a:xfrm>
              <a:off x="6763680" y="4248000"/>
              <a:ext cx="42840" cy="61920"/>
            </a:xfrm>
            <a:custGeom>
              <a:avLst/>
              <a:gdLst/>
              <a:ahLst/>
              <a:rect l="l" t="t" r="r" b="b"/>
              <a:pathLst>
                <a:path w="22" h="37">
                  <a:moveTo>
                    <a:pt x="0" y="0"/>
                  </a:moveTo>
                  <a:lnTo>
                    <a:pt x="21" y="36"/>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8247" name=""/>
            <p:cNvSpPr/>
            <p:nvPr/>
          </p:nvSpPr>
          <p:spPr>
            <a:xfrm>
              <a:off x="6854760" y="4244760"/>
              <a:ext cx="55440" cy="57240"/>
            </a:xfrm>
            <a:custGeom>
              <a:avLst/>
              <a:gdLst/>
              <a:ahLst/>
              <a:rect l="l" t="t" r="r" b="b"/>
              <a:pathLst>
                <a:path w="28" h="35">
                  <a:moveTo>
                    <a:pt x="0" y="0"/>
                  </a:moveTo>
                  <a:lnTo>
                    <a:pt x="27" y="34"/>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0440" bIns="10440" anchor="t">
              <a:noAutofit/>
            </a:bodyPr>
            <a:p>
              <a:endParaRPr b="0" lang="en-US" sz="2400" spc="-1" strike="noStrike">
                <a:solidFill>
                  <a:srgbClr val="000000"/>
                </a:solidFill>
                <a:latin typeface="Times New Roman"/>
              </a:endParaRPr>
            </a:p>
          </p:txBody>
        </p:sp>
        <p:sp>
          <p:nvSpPr>
            <p:cNvPr id="8248" name=""/>
            <p:cNvSpPr/>
            <p:nvPr/>
          </p:nvSpPr>
          <p:spPr>
            <a:xfrm>
              <a:off x="6854760" y="4103640"/>
              <a:ext cx="47880" cy="50760"/>
            </a:xfrm>
            <a:custGeom>
              <a:avLst/>
              <a:gdLst/>
              <a:ahLst/>
              <a:rect l="l" t="t" r="r" b="b"/>
              <a:pathLst>
                <a:path w="25" h="30">
                  <a:moveTo>
                    <a:pt x="0" y="0"/>
                  </a:moveTo>
                  <a:lnTo>
                    <a:pt x="24" y="29"/>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3960" bIns="3960" anchor="t">
              <a:noAutofit/>
            </a:bodyPr>
            <a:p>
              <a:endParaRPr b="0" lang="en-US" sz="2400" spc="-1" strike="noStrike">
                <a:solidFill>
                  <a:srgbClr val="000000"/>
                </a:solidFill>
                <a:latin typeface="Times New Roman"/>
              </a:endParaRPr>
            </a:p>
          </p:txBody>
        </p:sp>
        <p:sp>
          <p:nvSpPr>
            <p:cNvPr id="8249" name=""/>
            <p:cNvSpPr/>
            <p:nvPr/>
          </p:nvSpPr>
          <p:spPr>
            <a:xfrm>
              <a:off x="5943600" y="4373640"/>
              <a:ext cx="50040" cy="63360"/>
            </a:xfrm>
            <a:custGeom>
              <a:avLst/>
              <a:gdLst/>
              <a:ahLst/>
              <a:rect l="l" t="t" r="r" b="b"/>
              <a:pathLst>
                <a:path w="26" h="38">
                  <a:moveTo>
                    <a:pt x="0" y="0"/>
                  </a:moveTo>
                  <a:lnTo>
                    <a:pt x="25" y="37"/>
                  </a:lnTo>
                </a:path>
              </a:pathLst>
            </a:custGeom>
            <a:noFill/>
            <a:ln cap="rnd" w="9360">
              <a:solidFill>
                <a:srgbClr val="000000"/>
              </a:solidFill>
              <a:round/>
            </a:ln>
          </p:spPr>
          <p:style>
            <a:lnRef idx="0"/>
            <a:fillRef idx="0"/>
            <a:effectRef idx="0"/>
            <a:fontRef idx="minor"/>
          </p:style>
          <p:txBody>
            <a:bodyPr lIns="90000" rIns="90000" tIns="16560" bIns="16560" anchor="t">
              <a:noAutofit/>
            </a:bodyPr>
            <a:p>
              <a:endParaRPr b="0" lang="en-US" sz="2400" spc="-1" strike="noStrike">
                <a:solidFill>
                  <a:srgbClr val="000000"/>
                </a:solidFill>
                <a:latin typeface="Times New Roman"/>
              </a:endParaRPr>
            </a:p>
          </p:txBody>
        </p:sp>
        <p:sp>
          <p:nvSpPr>
            <p:cNvPr id="8250" name=""/>
            <p:cNvSpPr/>
            <p:nvPr/>
          </p:nvSpPr>
          <p:spPr>
            <a:xfrm>
              <a:off x="5925960" y="4414680"/>
              <a:ext cx="42840" cy="61920"/>
            </a:xfrm>
            <a:custGeom>
              <a:avLst/>
              <a:gdLst/>
              <a:ahLst/>
              <a:rect l="l" t="t" r="r" b="b"/>
              <a:pathLst>
                <a:path w="22" h="37">
                  <a:moveTo>
                    <a:pt x="0" y="0"/>
                  </a:moveTo>
                  <a:lnTo>
                    <a:pt x="21" y="36"/>
                  </a:lnTo>
                </a:path>
              </a:pathLst>
            </a:custGeom>
            <a:noFill/>
            <a:ln cap="rnd" w="9360">
              <a:solidFill>
                <a:srgbClr val="00000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8251" name=""/>
            <p:cNvSpPr/>
            <p:nvPr/>
          </p:nvSpPr>
          <p:spPr>
            <a:xfrm>
              <a:off x="5868000" y="4484520"/>
              <a:ext cx="100440" cy="79560"/>
            </a:xfrm>
            <a:custGeom>
              <a:avLst/>
              <a:gdLst/>
              <a:ahLst/>
              <a:rect l="l" t="t" r="r" b="b"/>
              <a:pathLst>
                <a:path w="53" h="46">
                  <a:moveTo>
                    <a:pt x="52" y="0"/>
                  </a:moveTo>
                  <a:lnTo>
                    <a:pt x="0" y="4"/>
                  </a:lnTo>
                  <a:lnTo>
                    <a:pt x="31" y="45"/>
                  </a:lnTo>
                </a:path>
              </a:pathLst>
            </a:custGeom>
            <a:solidFill>
              <a:srgbClr val="d0d0d0"/>
            </a:solidFill>
            <a:ln cap="rnd" w="9360">
              <a:solidFill>
                <a:srgbClr val="000000"/>
              </a:solidFill>
              <a:round/>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8252" name=""/>
            <p:cNvSpPr/>
            <p:nvPr/>
          </p:nvSpPr>
          <p:spPr>
            <a:xfrm>
              <a:off x="5860440" y="4484520"/>
              <a:ext cx="57600" cy="73080"/>
            </a:xfrm>
            <a:custGeom>
              <a:avLst/>
              <a:gdLst/>
              <a:ahLst/>
              <a:rect l="l" t="t" r="r" b="b"/>
              <a:pathLst>
                <a:path w="29" h="43">
                  <a:moveTo>
                    <a:pt x="0" y="0"/>
                  </a:moveTo>
                  <a:lnTo>
                    <a:pt x="28" y="42"/>
                  </a:lnTo>
                </a:path>
              </a:pathLst>
            </a:custGeom>
            <a:noFill/>
            <a:ln cap="rnd" w="9360">
              <a:solidFill>
                <a:srgbClr val="000000"/>
              </a:solidFill>
              <a:round/>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8253" name=""/>
            <p:cNvSpPr/>
            <p:nvPr/>
          </p:nvSpPr>
          <p:spPr>
            <a:xfrm>
              <a:off x="6849720" y="4643280"/>
              <a:ext cx="58320" cy="49320"/>
            </a:xfrm>
            <a:custGeom>
              <a:avLst/>
              <a:gdLst/>
              <a:ahLst/>
              <a:rect l="l" t="t" r="r" b="b"/>
              <a:pathLst>
                <a:path w="28" h="30">
                  <a:moveTo>
                    <a:pt x="0" y="0"/>
                  </a:moveTo>
                  <a:lnTo>
                    <a:pt x="27" y="29"/>
                  </a:lnTo>
                </a:path>
              </a:pathLst>
            </a:custGeom>
            <a:solidFill>
              <a:srgbClr val="d0d0d0"/>
            </a:solidFill>
            <a:ln cap="rnd" w="9360">
              <a:solidFill>
                <a:srgbClr val="000000"/>
              </a:solidFill>
              <a:round/>
            </a:ln>
          </p:spPr>
          <p:style>
            <a:lnRef idx="0"/>
            <a:fillRef idx="0"/>
            <a:effectRef idx="0"/>
            <a:fontRef idx="minor"/>
          </p:style>
          <p:txBody>
            <a:bodyPr lIns="90000" rIns="90000" tIns="2520" bIns="2520" anchor="t">
              <a:noAutofit/>
            </a:bodyPr>
            <a:p>
              <a:endParaRPr b="0" lang="en-US" sz="2400" spc="-1" strike="noStrike">
                <a:solidFill>
                  <a:srgbClr val="000000"/>
                </a:solidFill>
                <a:latin typeface="Times New Roman"/>
              </a:endParaRPr>
            </a:p>
          </p:txBody>
        </p:sp>
        <p:sp>
          <p:nvSpPr>
            <p:cNvPr id="8254" name=""/>
            <p:cNvSpPr/>
            <p:nvPr/>
          </p:nvSpPr>
          <p:spPr>
            <a:xfrm>
              <a:off x="5918400" y="4152960"/>
              <a:ext cx="1158120" cy="546120"/>
            </a:xfrm>
            <a:custGeom>
              <a:avLst/>
              <a:gdLst/>
              <a:ahLst/>
              <a:rect l="l" t="t" r="r" b="b"/>
              <a:pathLst>
                <a:path w="595" h="328">
                  <a:moveTo>
                    <a:pt x="0" y="83"/>
                  </a:moveTo>
                  <a:lnTo>
                    <a:pt x="33" y="96"/>
                  </a:lnTo>
                  <a:lnTo>
                    <a:pt x="61" y="83"/>
                  </a:lnTo>
                  <a:lnTo>
                    <a:pt x="90" y="72"/>
                  </a:lnTo>
                  <a:lnTo>
                    <a:pt x="107" y="81"/>
                  </a:lnTo>
                  <a:lnTo>
                    <a:pt x="130" y="83"/>
                  </a:lnTo>
                  <a:lnTo>
                    <a:pt x="143" y="104"/>
                  </a:lnTo>
                  <a:lnTo>
                    <a:pt x="162" y="104"/>
                  </a:lnTo>
                  <a:lnTo>
                    <a:pt x="198" y="83"/>
                  </a:lnTo>
                  <a:lnTo>
                    <a:pt x="216" y="72"/>
                  </a:lnTo>
                  <a:lnTo>
                    <a:pt x="246" y="59"/>
                  </a:lnTo>
                  <a:lnTo>
                    <a:pt x="267" y="72"/>
                  </a:lnTo>
                  <a:lnTo>
                    <a:pt x="294" y="81"/>
                  </a:lnTo>
                  <a:lnTo>
                    <a:pt x="318" y="87"/>
                  </a:lnTo>
                  <a:lnTo>
                    <a:pt x="353" y="76"/>
                  </a:lnTo>
                  <a:lnTo>
                    <a:pt x="391" y="81"/>
                  </a:lnTo>
                  <a:lnTo>
                    <a:pt x="412" y="81"/>
                  </a:lnTo>
                  <a:lnTo>
                    <a:pt x="436" y="87"/>
                  </a:lnTo>
                  <a:lnTo>
                    <a:pt x="473" y="96"/>
                  </a:lnTo>
                  <a:lnTo>
                    <a:pt x="490" y="91"/>
                  </a:lnTo>
                  <a:lnTo>
                    <a:pt x="513" y="91"/>
                  </a:lnTo>
                  <a:lnTo>
                    <a:pt x="507" y="68"/>
                  </a:lnTo>
                  <a:lnTo>
                    <a:pt x="516" y="55"/>
                  </a:lnTo>
                  <a:lnTo>
                    <a:pt x="509" y="36"/>
                  </a:lnTo>
                  <a:lnTo>
                    <a:pt x="507" y="0"/>
                  </a:lnTo>
                  <a:lnTo>
                    <a:pt x="539" y="44"/>
                  </a:lnTo>
                  <a:lnTo>
                    <a:pt x="539" y="68"/>
                  </a:lnTo>
                  <a:lnTo>
                    <a:pt x="545" y="59"/>
                  </a:lnTo>
                  <a:lnTo>
                    <a:pt x="547" y="55"/>
                  </a:lnTo>
                  <a:lnTo>
                    <a:pt x="562" y="100"/>
                  </a:lnTo>
                  <a:lnTo>
                    <a:pt x="566" y="132"/>
                  </a:lnTo>
                  <a:lnTo>
                    <a:pt x="568" y="143"/>
                  </a:lnTo>
                  <a:lnTo>
                    <a:pt x="572" y="132"/>
                  </a:lnTo>
                  <a:lnTo>
                    <a:pt x="572" y="115"/>
                  </a:lnTo>
                  <a:lnTo>
                    <a:pt x="589" y="151"/>
                  </a:lnTo>
                  <a:lnTo>
                    <a:pt x="594" y="175"/>
                  </a:lnTo>
                  <a:lnTo>
                    <a:pt x="568" y="211"/>
                  </a:lnTo>
                  <a:lnTo>
                    <a:pt x="566" y="203"/>
                  </a:lnTo>
                  <a:lnTo>
                    <a:pt x="556" y="192"/>
                  </a:lnTo>
                  <a:lnTo>
                    <a:pt x="560" y="215"/>
                  </a:lnTo>
                  <a:lnTo>
                    <a:pt x="556" y="226"/>
                  </a:lnTo>
                  <a:lnTo>
                    <a:pt x="545" y="254"/>
                  </a:lnTo>
                  <a:lnTo>
                    <a:pt x="532" y="282"/>
                  </a:lnTo>
                  <a:lnTo>
                    <a:pt x="522" y="294"/>
                  </a:lnTo>
                  <a:lnTo>
                    <a:pt x="520" y="262"/>
                  </a:lnTo>
                  <a:lnTo>
                    <a:pt x="513" y="314"/>
                  </a:lnTo>
                  <a:lnTo>
                    <a:pt x="507" y="327"/>
                  </a:lnTo>
                  <a:lnTo>
                    <a:pt x="503" y="282"/>
                  </a:lnTo>
                  <a:lnTo>
                    <a:pt x="507" y="262"/>
                  </a:lnTo>
                  <a:lnTo>
                    <a:pt x="507" y="243"/>
                  </a:lnTo>
                  <a:lnTo>
                    <a:pt x="484" y="243"/>
                  </a:lnTo>
                  <a:lnTo>
                    <a:pt x="469" y="252"/>
                  </a:lnTo>
                  <a:lnTo>
                    <a:pt x="431" y="243"/>
                  </a:lnTo>
                  <a:lnTo>
                    <a:pt x="385" y="224"/>
                  </a:lnTo>
                  <a:lnTo>
                    <a:pt x="379" y="226"/>
                  </a:lnTo>
                  <a:lnTo>
                    <a:pt x="358" y="235"/>
                  </a:lnTo>
                  <a:lnTo>
                    <a:pt x="345" y="247"/>
                  </a:lnTo>
                  <a:lnTo>
                    <a:pt x="318" y="243"/>
                  </a:lnTo>
                  <a:lnTo>
                    <a:pt x="286" y="230"/>
                  </a:lnTo>
                  <a:lnTo>
                    <a:pt x="263" y="220"/>
                  </a:lnTo>
                  <a:lnTo>
                    <a:pt x="223" y="258"/>
                  </a:lnTo>
                  <a:lnTo>
                    <a:pt x="170" y="267"/>
                  </a:lnTo>
                  <a:lnTo>
                    <a:pt x="149" y="267"/>
                  </a:lnTo>
                  <a:lnTo>
                    <a:pt x="132" y="254"/>
                  </a:lnTo>
                  <a:lnTo>
                    <a:pt x="111" y="230"/>
                  </a:lnTo>
                  <a:lnTo>
                    <a:pt x="92" y="220"/>
                  </a:lnTo>
                  <a:lnTo>
                    <a:pt x="71" y="230"/>
                  </a:lnTo>
                  <a:lnTo>
                    <a:pt x="42" y="252"/>
                  </a:lnTo>
                  <a:lnTo>
                    <a:pt x="25" y="247"/>
                  </a:lnTo>
                  <a:lnTo>
                    <a:pt x="2" y="243"/>
                  </a:lnTo>
                  <a:lnTo>
                    <a:pt x="2" y="239"/>
                  </a:lnTo>
                  <a:lnTo>
                    <a:pt x="18" y="220"/>
                  </a:lnTo>
                  <a:lnTo>
                    <a:pt x="27" y="198"/>
                  </a:lnTo>
                  <a:lnTo>
                    <a:pt x="40" y="183"/>
                  </a:lnTo>
                  <a:lnTo>
                    <a:pt x="42" y="160"/>
                  </a:lnTo>
                  <a:lnTo>
                    <a:pt x="40" y="151"/>
                  </a:lnTo>
                  <a:lnTo>
                    <a:pt x="25" y="136"/>
                  </a:lnTo>
                  <a:lnTo>
                    <a:pt x="14" y="111"/>
                  </a:lnTo>
                  <a:lnTo>
                    <a:pt x="2" y="87"/>
                  </a:lnTo>
                  <a:lnTo>
                    <a:pt x="0" y="83"/>
                  </a:lnTo>
                </a:path>
              </a:pathLst>
            </a:custGeom>
            <a:solidFill>
              <a:srgbClr val="ffffff"/>
            </a:solidFill>
            <a:ln cap="rnd"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55" name=""/>
            <p:cNvSpPr/>
            <p:nvPr/>
          </p:nvSpPr>
          <p:spPr>
            <a:xfrm>
              <a:off x="6491160" y="4232160"/>
              <a:ext cx="50040" cy="65160"/>
            </a:xfrm>
            <a:custGeom>
              <a:avLst/>
              <a:gdLst/>
              <a:ahLst/>
              <a:rect l="l" t="t" r="r" b="b"/>
              <a:pathLst>
                <a:path w="25" h="39">
                  <a:moveTo>
                    <a:pt x="0" y="0"/>
                  </a:moveTo>
                  <a:lnTo>
                    <a:pt x="24" y="38"/>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8256" name=""/>
            <p:cNvSpPr/>
            <p:nvPr/>
          </p:nvSpPr>
          <p:spPr>
            <a:xfrm>
              <a:off x="6501600" y="4235400"/>
              <a:ext cx="45000" cy="61920"/>
            </a:xfrm>
            <a:custGeom>
              <a:avLst/>
              <a:gdLst/>
              <a:ahLst/>
              <a:rect l="l" t="t" r="r" b="b"/>
              <a:pathLst>
                <a:path w="24" h="37">
                  <a:moveTo>
                    <a:pt x="0" y="0"/>
                  </a:moveTo>
                  <a:lnTo>
                    <a:pt x="23" y="36"/>
                  </a:lnTo>
                </a:path>
              </a:pathLst>
            </a:custGeom>
            <a:solidFill>
              <a:srgbClr val="d0d0d0"/>
            </a:solidFill>
            <a:ln cap="rnd" w="9360">
              <a:solidFill>
                <a:srgbClr val="00000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8257" name=""/>
            <p:cNvSpPr/>
            <p:nvPr/>
          </p:nvSpPr>
          <p:spPr>
            <a:xfrm>
              <a:off x="6181200" y="4263840"/>
              <a:ext cx="39960" cy="63720"/>
            </a:xfrm>
            <a:custGeom>
              <a:avLst/>
              <a:gdLst/>
              <a:ahLst/>
              <a:rect l="l" t="t" r="r" b="b"/>
              <a:pathLst>
                <a:path w="21" h="38">
                  <a:moveTo>
                    <a:pt x="0" y="0"/>
                  </a:moveTo>
                  <a:lnTo>
                    <a:pt x="20" y="37"/>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6920" bIns="16920" anchor="t">
              <a:noAutofit/>
            </a:bodyPr>
            <a:p>
              <a:endParaRPr b="0" lang="en-US" sz="2400" spc="-1" strike="noStrike">
                <a:solidFill>
                  <a:srgbClr val="000000"/>
                </a:solidFill>
                <a:latin typeface="Times New Roman"/>
              </a:endParaRPr>
            </a:p>
          </p:txBody>
        </p:sp>
        <p:sp>
          <p:nvSpPr>
            <p:cNvPr id="8258" name=""/>
            <p:cNvSpPr/>
            <p:nvPr/>
          </p:nvSpPr>
          <p:spPr>
            <a:xfrm>
              <a:off x="6185520" y="4260600"/>
              <a:ext cx="42840" cy="66960"/>
            </a:xfrm>
            <a:custGeom>
              <a:avLst/>
              <a:gdLst/>
              <a:ahLst/>
              <a:rect l="l" t="t" r="r" b="b"/>
              <a:pathLst>
                <a:path w="23" h="40">
                  <a:moveTo>
                    <a:pt x="0" y="0"/>
                  </a:moveTo>
                  <a:lnTo>
                    <a:pt x="22" y="39"/>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8259" name=""/>
            <p:cNvSpPr/>
            <p:nvPr/>
          </p:nvSpPr>
          <p:spPr>
            <a:xfrm>
              <a:off x="6185520" y="4263840"/>
              <a:ext cx="47880" cy="63720"/>
            </a:xfrm>
            <a:custGeom>
              <a:avLst/>
              <a:gdLst/>
              <a:ahLst/>
              <a:rect l="l" t="t" r="r" b="b"/>
              <a:pathLst>
                <a:path w="25" h="38">
                  <a:moveTo>
                    <a:pt x="0" y="0"/>
                  </a:moveTo>
                  <a:lnTo>
                    <a:pt x="24" y="37"/>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6920" bIns="16920" anchor="t">
              <a:noAutofit/>
            </a:bodyPr>
            <a:p>
              <a:endParaRPr b="0" lang="en-US" sz="2400" spc="-1" strike="noStrike">
                <a:solidFill>
                  <a:srgbClr val="000000"/>
                </a:solidFill>
                <a:latin typeface="Times New Roman"/>
              </a:endParaRPr>
            </a:p>
          </p:txBody>
        </p:sp>
        <p:sp>
          <p:nvSpPr>
            <p:cNvPr id="8260" name=""/>
            <p:cNvSpPr/>
            <p:nvPr/>
          </p:nvSpPr>
          <p:spPr>
            <a:xfrm>
              <a:off x="6840000" y="4573440"/>
              <a:ext cx="37440" cy="69840"/>
            </a:xfrm>
            <a:custGeom>
              <a:avLst/>
              <a:gdLst/>
              <a:ahLst/>
              <a:rect l="l" t="t" r="r" b="b"/>
              <a:pathLst>
                <a:path w="19" h="42">
                  <a:moveTo>
                    <a:pt x="9" y="0"/>
                  </a:moveTo>
                  <a:lnTo>
                    <a:pt x="0" y="0"/>
                  </a:lnTo>
                  <a:lnTo>
                    <a:pt x="18" y="2"/>
                  </a:lnTo>
                  <a:lnTo>
                    <a:pt x="18" y="41"/>
                  </a:lnTo>
                </a:path>
              </a:pathLst>
            </a:custGeom>
            <a:solidFill>
              <a:srgbClr val="d0d0d0"/>
            </a:solidFill>
            <a:ln cap="rnd" w="9360">
              <a:solidFill>
                <a:srgbClr val="000000"/>
              </a:solidFill>
              <a:round/>
            </a:ln>
          </p:spPr>
          <p:style>
            <a:lnRef idx="0"/>
            <a:fillRef idx="0"/>
            <a:effectRef idx="0"/>
            <a:fontRef idx="minor"/>
          </p:style>
          <p:txBody>
            <a:bodyPr lIns="90000" rIns="90000" tIns="23040" bIns="23040" anchor="t">
              <a:noAutofit/>
            </a:bodyPr>
            <a:p>
              <a:endParaRPr b="0" lang="en-US" sz="2400" spc="-1" strike="noStrike">
                <a:solidFill>
                  <a:srgbClr val="000000"/>
                </a:solidFill>
                <a:latin typeface="Times New Roman"/>
              </a:endParaRPr>
            </a:p>
          </p:txBody>
        </p:sp>
        <p:sp>
          <p:nvSpPr>
            <p:cNvPr id="8261" name=""/>
            <p:cNvSpPr/>
            <p:nvPr/>
          </p:nvSpPr>
          <p:spPr>
            <a:xfrm>
              <a:off x="6963480" y="4238640"/>
              <a:ext cx="37440" cy="31680"/>
            </a:xfrm>
            <a:custGeom>
              <a:avLst/>
              <a:gdLst/>
              <a:ahLst/>
              <a:rect l="l" t="t" r="r" b="b"/>
              <a:pathLst>
                <a:path w="19" h="19">
                  <a:moveTo>
                    <a:pt x="0" y="18"/>
                  </a:moveTo>
                  <a:lnTo>
                    <a:pt x="18" y="6"/>
                  </a:lnTo>
                  <a:lnTo>
                    <a:pt x="0" y="0"/>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8262" name=""/>
            <p:cNvSpPr/>
            <p:nvPr/>
          </p:nvSpPr>
          <p:spPr>
            <a:xfrm>
              <a:off x="7016040" y="4344840"/>
              <a:ext cx="40320" cy="50760"/>
            </a:xfrm>
            <a:custGeom>
              <a:avLst/>
              <a:gdLst/>
              <a:ahLst/>
              <a:rect l="l" t="t" r="r" b="b"/>
              <a:pathLst>
                <a:path w="20" h="30">
                  <a:moveTo>
                    <a:pt x="19" y="4"/>
                  </a:moveTo>
                  <a:lnTo>
                    <a:pt x="0" y="0"/>
                  </a:lnTo>
                  <a:lnTo>
                    <a:pt x="9" y="29"/>
                  </a:lnTo>
                  <a:lnTo>
                    <a:pt x="14" y="4"/>
                  </a:lnTo>
                </a:path>
              </a:pathLst>
            </a:custGeom>
            <a:gradFill rotWithShape="0">
              <a:gsLst>
                <a:gs pos="0">
                  <a:srgbClr val="909090"/>
                </a:gs>
                <a:gs pos="100000">
                  <a:srgbClr val="424242"/>
                </a:gs>
              </a:gsLst>
              <a:lin ang="5400000"/>
            </a:gradFill>
            <a:ln cap="rnd" w="9360">
              <a:solidFill>
                <a:srgbClr val="000000"/>
              </a:solidFill>
              <a:round/>
            </a:ln>
          </p:spPr>
          <p:style>
            <a:lnRef idx="0"/>
            <a:fillRef idx="0"/>
            <a:effectRef idx="0"/>
            <a:fontRef idx="minor"/>
          </p:style>
          <p:txBody>
            <a:bodyPr lIns="90000" rIns="90000" tIns="3960" bIns="3960" anchor="t">
              <a:noAutofit/>
            </a:bodyPr>
            <a:p>
              <a:endParaRPr b="0" lang="en-US" sz="2400" spc="-1" strike="noStrike">
                <a:solidFill>
                  <a:srgbClr val="000000"/>
                </a:solidFill>
                <a:latin typeface="Times New Roman"/>
              </a:endParaRPr>
            </a:p>
          </p:txBody>
        </p:sp>
        <p:sp>
          <p:nvSpPr>
            <p:cNvPr id="8263" name=""/>
            <p:cNvSpPr/>
            <p:nvPr/>
          </p:nvSpPr>
          <p:spPr>
            <a:xfrm>
              <a:off x="7003440" y="4478400"/>
              <a:ext cx="37440" cy="29880"/>
            </a:xfrm>
            <a:custGeom>
              <a:avLst/>
              <a:gdLst/>
              <a:ahLst/>
              <a:rect l="l" t="t" r="r" b="b"/>
              <a:pathLst>
                <a:path w="20" h="19">
                  <a:moveTo>
                    <a:pt x="19" y="18"/>
                  </a:moveTo>
                  <a:lnTo>
                    <a:pt x="3" y="13"/>
                  </a:lnTo>
                  <a:lnTo>
                    <a:pt x="0" y="0"/>
                  </a:lnTo>
                  <a:lnTo>
                    <a:pt x="15" y="15"/>
                  </a:lnTo>
                </a:path>
              </a:pathLst>
            </a:custGeom>
            <a:solidFill>
              <a:srgbClr val="000000"/>
            </a:solidFill>
            <a:ln cap="rnd" w="9360">
              <a:solidFill>
                <a:srgbClr val="000000"/>
              </a:solidFill>
              <a:round/>
            </a:ln>
          </p:spPr>
          <p:style>
            <a:lnRef idx="0"/>
            <a:fillRef idx="0"/>
            <a:effectRef idx="0"/>
            <a:fontRef idx="minor"/>
          </p:style>
          <p:txBody>
            <a:bodyPr lIns="90000" rIns="90000" tIns="-16920" bIns="-16920" anchor="t">
              <a:noAutofit/>
            </a:bodyPr>
            <a:p>
              <a:endParaRPr b="0" lang="en-US" sz="2400" spc="-1" strike="noStrike">
                <a:solidFill>
                  <a:srgbClr val="000000"/>
                </a:solidFill>
                <a:latin typeface="Times New Roman"/>
              </a:endParaRPr>
            </a:p>
          </p:txBody>
        </p:sp>
      </p:grpSp>
      <p:sp>
        <p:nvSpPr>
          <p:cNvPr id="8264" name=""/>
          <p:cNvSpPr/>
          <p:nvPr/>
        </p:nvSpPr>
        <p:spPr>
          <a:xfrm>
            <a:off x="5786280" y="4888080"/>
            <a:ext cx="1443240" cy="892080"/>
          </a:xfrm>
          <a:custGeom>
            <a:avLst/>
            <a:gdLst/>
            <a:ahLst/>
            <a:rect l="l" t="t" r="r" b="b"/>
            <a:pathLst>
              <a:path w="889" h="569">
                <a:moveTo>
                  <a:pt x="248" y="48"/>
                </a:moveTo>
                <a:lnTo>
                  <a:pt x="264" y="24"/>
                </a:lnTo>
                <a:lnTo>
                  <a:pt x="304" y="0"/>
                </a:lnTo>
                <a:lnTo>
                  <a:pt x="336" y="0"/>
                </a:lnTo>
                <a:lnTo>
                  <a:pt x="376" y="0"/>
                </a:lnTo>
                <a:lnTo>
                  <a:pt x="408" y="8"/>
                </a:lnTo>
                <a:lnTo>
                  <a:pt x="432" y="24"/>
                </a:lnTo>
                <a:lnTo>
                  <a:pt x="472" y="8"/>
                </a:lnTo>
                <a:lnTo>
                  <a:pt x="504" y="0"/>
                </a:lnTo>
                <a:lnTo>
                  <a:pt x="536" y="0"/>
                </a:lnTo>
                <a:lnTo>
                  <a:pt x="576" y="8"/>
                </a:lnTo>
                <a:lnTo>
                  <a:pt x="600" y="32"/>
                </a:lnTo>
                <a:lnTo>
                  <a:pt x="624" y="56"/>
                </a:lnTo>
                <a:lnTo>
                  <a:pt x="656" y="40"/>
                </a:lnTo>
                <a:lnTo>
                  <a:pt x="672" y="40"/>
                </a:lnTo>
                <a:lnTo>
                  <a:pt x="704" y="48"/>
                </a:lnTo>
                <a:lnTo>
                  <a:pt x="736" y="64"/>
                </a:lnTo>
                <a:lnTo>
                  <a:pt x="752" y="96"/>
                </a:lnTo>
                <a:lnTo>
                  <a:pt x="752" y="120"/>
                </a:lnTo>
                <a:lnTo>
                  <a:pt x="784" y="120"/>
                </a:lnTo>
                <a:lnTo>
                  <a:pt x="816" y="136"/>
                </a:lnTo>
                <a:lnTo>
                  <a:pt x="840" y="160"/>
                </a:lnTo>
                <a:lnTo>
                  <a:pt x="864" y="184"/>
                </a:lnTo>
                <a:lnTo>
                  <a:pt x="880" y="216"/>
                </a:lnTo>
                <a:lnTo>
                  <a:pt x="880" y="256"/>
                </a:lnTo>
                <a:lnTo>
                  <a:pt x="864" y="280"/>
                </a:lnTo>
                <a:lnTo>
                  <a:pt x="840" y="304"/>
                </a:lnTo>
                <a:lnTo>
                  <a:pt x="872" y="328"/>
                </a:lnTo>
                <a:lnTo>
                  <a:pt x="888" y="360"/>
                </a:lnTo>
                <a:lnTo>
                  <a:pt x="888" y="392"/>
                </a:lnTo>
                <a:lnTo>
                  <a:pt x="880" y="416"/>
                </a:lnTo>
                <a:lnTo>
                  <a:pt x="856" y="440"/>
                </a:lnTo>
                <a:lnTo>
                  <a:pt x="840" y="456"/>
                </a:lnTo>
                <a:lnTo>
                  <a:pt x="800" y="472"/>
                </a:lnTo>
                <a:lnTo>
                  <a:pt x="752" y="488"/>
                </a:lnTo>
                <a:lnTo>
                  <a:pt x="712" y="488"/>
                </a:lnTo>
                <a:lnTo>
                  <a:pt x="704" y="520"/>
                </a:lnTo>
                <a:lnTo>
                  <a:pt x="664" y="544"/>
                </a:lnTo>
                <a:lnTo>
                  <a:pt x="624" y="560"/>
                </a:lnTo>
                <a:lnTo>
                  <a:pt x="576" y="568"/>
                </a:lnTo>
                <a:lnTo>
                  <a:pt x="536" y="560"/>
                </a:lnTo>
                <a:lnTo>
                  <a:pt x="488" y="544"/>
                </a:lnTo>
                <a:lnTo>
                  <a:pt x="472" y="528"/>
                </a:lnTo>
                <a:lnTo>
                  <a:pt x="432" y="552"/>
                </a:lnTo>
                <a:lnTo>
                  <a:pt x="384" y="560"/>
                </a:lnTo>
                <a:lnTo>
                  <a:pt x="328" y="568"/>
                </a:lnTo>
                <a:lnTo>
                  <a:pt x="272" y="560"/>
                </a:lnTo>
                <a:lnTo>
                  <a:pt x="224" y="544"/>
                </a:lnTo>
                <a:lnTo>
                  <a:pt x="184" y="528"/>
                </a:lnTo>
                <a:lnTo>
                  <a:pt x="160" y="504"/>
                </a:lnTo>
                <a:lnTo>
                  <a:pt x="160" y="480"/>
                </a:lnTo>
                <a:lnTo>
                  <a:pt x="152" y="456"/>
                </a:lnTo>
                <a:lnTo>
                  <a:pt x="104" y="448"/>
                </a:lnTo>
                <a:lnTo>
                  <a:pt x="72" y="432"/>
                </a:lnTo>
                <a:lnTo>
                  <a:pt x="32" y="400"/>
                </a:lnTo>
                <a:lnTo>
                  <a:pt x="16" y="384"/>
                </a:lnTo>
                <a:lnTo>
                  <a:pt x="8" y="344"/>
                </a:lnTo>
                <a:lnTo>
                  <a:pt x="8" y="312"/>
                </a:lnTo>
                <a:lnTo>
                  <a:pt x="24" y="272"/>
                </a:lnTo>
                <a:lnTo>
                  <a:pt x="0" y="248"/>
                </a:lnTo>
                <a:lnTo>
                  <a:pt x="0" y="208"/>
                </a:lnTo>
                <a:lnTo>
                  <a:pt x="8" y="176"/>
                </a:lnTo>
                <a:lnTo>
                  <a:pt x="32" y="152"/>
                </a:lnTo>
                <a:lnTo>
                  <a:pt x="56" y="144"/>
                </a:lnTo>
                <a:lnTo>
                  <a:pt x="80" y="136"/>
                </a:lnTo>
                <a:lnTo>
                  <a:pt x="96" y="112"/>
                </a:lnTo>
                <a:lnTo>
                  <a:pt x="120" y="88"/>
                </a:lnTo>
                <a:lnTo>
                  <a:pt x="128" y="72"/>
                </a:lnTo>
                <a:lnTo>
                  <a:pt x="152" y="56"/>
                </a:lnTo>
                <a:lnTo>
                  <a:pt x="176" y="48"/>
                </a:lnTo>
                <a:lnTo>
                  <a:pt x="208" y="48"/>
                </a:lnTo>
                <a:lnTo>
                  <a:pt x="248" y="48"/>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65" name=""/>
          <p:cNvSpPr/>
          <p:nvPr/>
        </p:nvSpPr>
        <p:spPr>
          <a:xfrm>
            <a:off x="4259160" y="3840120"/>
            <a:ext cx="1409760" cy="863640"/>
          </a:xfrm>
          <a:custGeom>
            <a:avLst/>
            <a:gdLst/>
            <a:ahLst/>
            <a:rect l="l" t="t" r="r" b="b"/>
            <a:pathLst>
              <a:path w="2590" h="1588">
                <a:moveTo>
                  <a:pt x="7" y="0"/>
                </a:moveTo>
                <a:lnTo>
                  <a:pt x="7" y="0"/>
                </a:lnTo>
                <a:lnTo>
                  <a:pt x="2545" y="0"/>
                </a:lnTo>
                <a:lnTo>
                  <a:pt x="2545" y="0"/>
                </a:lnTo>
                <a:lnTo>
                  <a:pt x="2533" y="356"/>
                </a:lnTo>
                <a:lnTo>
                  <a:pt x="2533" y="356"/>
                </a:lnTo>
                <a:lnTo>
                  <a:pt x="2590" y="502"/>
                </a:lnTo>
                <a:lnTo>
                  <a:pt x="2590" y="502"/>
                </a:lnTo>
                <a:lnTo>
                  <a:pt x="2590" y="521"/>
                </a:lnTo>
                <a:lnTo>
                  <a:pt x="2585" y="543"/>
                </a:lnTo>
                <a:lnTo>
                  <a:pt x="2579" y="567"/>
                </a:lnTo>
                <a:lnTo>
                  <a:pt x="2569" y="592"/>
                </a:lnTo>
                <a:lnTo>
                  <a:pt x="2552" y="646"/>
                </a:lnTo>
                <a:lnTo>
                  <a:pt x="2545" y="673"/>
                </a:lnTo>
                <a:lnTo>
                  <a:pt x="2539" y="699"/>
                </a:lnTo>
                <a:lnTo>
                  <a:pt x="2539" y="699"/>
                </a:lnTo>
                <a:lnTo>
                  <a:pt x="2536" y="727"/>
                </a:lnTo>
                <a:lnTo>
                  <a:pt x="2533" y="756"/>
                </a:lnTo>
                <a:lnTo>
                  <a:pt x="2529" y="811"/>
                </a:lnTo>
                <a:lnTo>
                  <a:pt x="2531" y="867"/>
                </a:lnTo>
                <a:lnTo>
                  <a:pt x="2533" y="923"/>
                </a:lnTo>
                <a:lnTo>
                  <a:pt x="2537" y="977"/>
                </a:lnTo>
                <a:lnTo>
                  <a:pt x="2544" y="1029"/>
                </a:lnTo>
                <a:lnTo>
                  <a:pt x="2558" y="1124"/>
                </a:lnTo>
                <a:lnTo>
                  <a:pt x="2558" y="1124"/>
                </a:lnTo>
                <a:lnTo>
                  <a:pt x="2545" y="1397"/>
                </a:lnTo>
                <a:lnTo>
                  <a:pt x="2545" y="1397"/>
                </a:lnTo>
                <a:lnTo>
                  <a:pt x="2502" y="1399"/>
                </a:lnTo>
                <a:lnTo>
                  <a:pt x="2467" y="1402"/>
                </a:lnTo>
                <a:lnTo>
                  <a:pt x="2436" y="1407"/>
                </a:lnTo>
                <a:lnTo>
                  <a:pt x="2410" y="1413"/>
                </a:lnTo>
                <a:lnTo>
                  <a:pt x="2388" y="1421"/>
                </a:lnTo>
                <a:lnTo>
                  <a:pt x="2369" y="1429"/>
                </a:lnTo>
                <a:lnTo>
                  <a:pt x="2355" y="1438"/>
                </a:lnTo>
                <a:lnTo>
                  <a:pt x="2341" y="1450"/>
                </a:lnTo>
                <a:lnTo>
                  <a:pt x="2318" y="1472"/>
                </a:lnTo>
                <a:lnTo>
                  <a:pt x="2298" y="1492"/>
                </a:lnTo>
                <a:lnTo>
                  <a:pt x="2285" y="1502"/>
                </a:lnTo>
                <a:lnTo>
                  <a:pt x="2271" y="1510"/>
                </a:lnTo>
                <a:lnTo>
                  <a:pt x="2255" y="1518"/>
                </a:lnTo>
                <a:lnTo>
                  <a:pt x="2234" y="1524"/>
                </a:lnTo>
                <a:lnTo>
                  <a:pt x="2234" y="1524"/>
                </a:lnTo>
                <a:lnTo>
                  <a:pt x="2223" y="1526"/>
                </a:lnTo>
                <a:lnTo>
                  <a:pt x="2212" y="1526"/>
                </a:lnTo>
                <a:lnTo>
                  <a:pt x="2201" y="1523"/>
                </a:lnTo>
                <a:lnTo>
                  <a:pt x="2190" y="1518"/>
                </a:lnTo>
                <a:lnTo>
                  <a:pt x="2166" y="1505"/>
                </a:lnTo>
                <a:lnTo>
                  <a:pt x="2142" y="1489"/>
                </a:lnTo>
                <a:lnTo>
                  <a:pt x="2118" y="1472"/>
                </a:lnTo>
                <a:lnTo>
                  <a:pt x="2106" y="1465"/>
                </a:lnTo>
                <a:lnTo>
                  <a:pt x="2093" y="1459"/>
                </a:lnTo>
                <a:lnTo>
                  <a:pt x="2079" y="1453"/>
                </a:lnTo>
                <a:lnTo>
                  <a:pt x="2066" y="1450"/>
                </a:lnTo>
                <a:lnTo>
                  <a:pt x="2052" y="1448"/>
                </a:lnTo>
                <a:lnTo>
                  <a:pt x="2038" y="1448"/>
                </a:lnTo>
                <a:lnTo>
                  <a:pt x="2038" y="1448"/>
                </a:lnTo>
                <a:lnTo>
                  <a:pt x="1682" y="1486"/>
                </a:lnTo>
                <a:lnTo>
                  <a:pt x="1682" y="1486"/>
                </a:lnTo>
                <a:lnTo>
                  <a:pt x="1600" y="1531"/>
                </a:lnTo>
                <a:lnTo>
                  <a:pt x="1600" y="1531"/>
                </a:lnTo>
                <a:lnTo>
                  <a:pt x="1403" y="1454"/>
                </a:lnTo>
                <a:lnTo>
                  <a:pt x="1403" y="1454"/>
                </a:lnTo>
                <a:lnTo>
                  <a:pt x="857" y="1588"/>
                </a:lnTo>
                <a:lnTo>
                  <a:pt x="857" y="1588"/>
                </a:lnTo>
                <a:lnTo>
                  <a:pt x="775" y="1505"/>
                </a:lnTo>
                <a:lnTo>
                  <a:pt x="775" y="1505"/>
                </a:lnTo>
                <a:lnTo>
                  <a:pt x="737" y="1518"/>
                </a:lnTo>
                <a:lnTo>
                  <a:pt x="702" y="1527"/>
                </a:lnTo>
                <a:lnTo>
                  <a:pt x="686" y="1529"/>
                </a:lnTo>
                <a:lnTo>
                  <a:pt x="671" y="1531"/>
                </a:lnTo>
                <a:lnTo>
                  <a:pt x="657" y="1531"/>
                </a:lnTo>
                <a:lnTo>
                  <a:pt x="643" y="1531"/>
                </a:lnTo>
                <a:lnTo>
                  <a:pt x="629" y="1529"/>
                </a:lnTo>
                <a:lnTo>
                  <a:pt x="616" y="1526"/>
                </a:lnTo>
                <a:lnTo>
                  <a:pt x="603" y="1523"/>
                </a:lnTo>
                <a:lnTo>
                  <a:pt x="589" y="1518"/>
                </a:lnTo>
                <a:lnTo>
                  <a:pt x="562" y="1504"/>
                </a:lnTo>
                <a:lnTo>
                  <a:pt x="533" y="1486"/>
                </a:lnTo>
                <a:lnTo>
                  <a:pt x="533" y="1486"/>
                </a:lnTo>
                <a:lnTo>
                  <a:pt x="356" y="1588"/>
                </a:lnTo>
                <a:lnTo>
                  <a:pt x="356" y="1588"/>
                </a:lnTo>
                <a:lnTo>
                  <a:pt x="210" y="1454"/>
                </a:lnTo>
                <a:lnTo>
                  <a:pt x="210" y="1454"/>
                </a:lnTo>
                <a:lnTo>
                  <a:pt x="197" y="1461"/>
                </a:lnTo>
                <a:lnTo>
                  <a:pt x="197" y="1461"/>
                </a:lnTo>
                <a:lnTo>
                  <a:pt x="153" y="1543"/>
                </a:lnTo>
                <a:lnTo>
                  <a:pt x="153" y="1543"/>
                </a:lnTo>
                <a:lnTo>
                  <a:pt x="77" y="1467"/>
                </a:lnTo>
                <a:lnTo>
                  <a:pt x="77" y="1467"/>
                </a:lnTo>
                <a:lnTo>
                  <a:pt x="0" y="1461"/>
                </a:lnTo>
                <a:lnTo>
                  <a:pt x="0" y="1461"/>
                </a:lnTo>
                <a:lnTo>
                  <a:pt x="7" y="0"/>
                </a:lnTo>
                <a:lnTo>
                  <a:pt x="7" y="0"/>
                </a:lnTo>
                <a:close/>
              </a:path>
            </a:pathLst>
          </a:custGeom>
          <a:solidFill>
            <a:srgbClr val="ffffff"/>
          </a:solidFill>
          <a:ln w="468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266" name=""/>
          <p:cNvSpPr/>
          <p:nvPr/>
        </p:nvSpPr>
        <p:spPr>
          <a:xfrm>
            <a:off x="4373640" y="2763720"/>
            <a:ext cx="1235160" cy="841320"/>
          </a:xfrm>
          <a:custGeom>
            <a:avLst/>
            <a:gdLst/>
            <a:ahLst/>
            <a:rect l="l" t="t" r="r" b="b"/>
            <a:pathLst>
              <a:path w="2766" h="1884">
                <a:moveTo>
                  <a:pt x="38" y="0"/>
                </a:moveTo>
                <a:lnTo>
                  <a:pt x="2766" y="0"/>
                </a:lnTo>
                <a:lnTo>
                  <a:pt x="2766" y="1792"/>
                </a:lnTo>
                <a:lnTo>
                  <a:pt x="2720" y="1730"/>
                </a:lnTo>
                <a:lnTo>
                  <a:pt x="2574" y="1846"/>
                </a:lnTo>
                <a:lnTo>
                  <a:pt x="2490" y="1738"/>
                </a:lnTo>
                <a:lnTo>
                  <a:pt x="2360" y="1884"/>
                </a:lnTo>
                <a:lnTo>
                  <a:pt x="2160" y="1760"/>
                </a:lnTo>
                <a:lnTo>
                  <a:pt x="2106" y="1838"/>
                </a:lnTo>
                <a:lnTo>
                  <a:pt x="1907" y="1784"/>
                </a:lnTo>
                <a:lnTo>
                  <a:pt x="1853" y="1884"/>
                </a:lnTo>
                <a:lnTo>
                  <a:pt x="1245" y="1730"/>
                </a:lnTo>
                <a:lnTo>
                  <a:pt x="1029" y="1822"/>
                </a:lnTo>
                <a:lnTo>
                  <a:pt x="845" y="1738"/>
                </a:lnTo>
                <a:lnTo>
                  <a:pt x="676" y="1776"/>
                </a:lnTo>
                <a:lnTo>
                  <a:pt x="538" y="1722"/>
                </a:lnTo>
                <a:lnTo>
                  <a:pt x="408" y="1822"/>
                </a:lnTo>
                <a:lnTo>
                  <a:pt x="192" y="1668"/>
                </a:lnTo>
                <a:lnTo>
                  <a:pt x="54" y="1692"/>
                </a:lnTo>
                <a:lnTo>
                  <a:pt x="0" y="1331"/>
                </a:lnTo>
                <a:lnTo>
                  <a:pt x="0" y="1331"/>
                </a:lnTo>
                <a:lnTo>
                  <a:pt x="6" y="1305"/>
                </a:lnTo>
                <a:lnTo>
                  <a:pt x="22" y="1241"/>
                </a:lnTo>
                <a:lnTo>
                  <a:pt x="32" y="1203"/>
                </a:lnTo>
                <a:lnTo>
                  <a:pt x="38" y="1165"/>
                </a:lnTo>
                <a:lnTo>
                  <a:pt x="44" y="1129"/>
                </a:lnTo>
                <a:lnTo>
                  <a:pt x="46" y="1099"/>
                </a:lnTo>
                <a:lnTo>
                  <a:pt x="46" y="1099"/>
                </a:lnTo>
                <a:lnTo>
                  <a:pt x="44" y="1063"/>
                </a:lnTo>
                <a:lnTo>
                  <a:pt x="40" y="1011"/>
                </a:lnTo>
                <a:lnTo>
                  <a:pt x="26" y="881"/>
                </a:lnTo>
                <a:lnTo>
                  <a:pt x="8" y="715"/>
                </a:lnTo>
                <a:lnTo>
                  <a:pt x="38" y="477"/>
                </a:lnTo>
                <a:lnTo>
                  <a:pt x="22" y="248"/>
                </a:lnTo>
                <a:lnTo>
                  <a:pt x="38" y="0"/>
                </a:lnTo>
                <a:close/>
              </a:path>
            </a:pathLst>
          </a:custGeom>
          <a:solidFill>
            <a:srgbClr val="ffffff"/>
          </a:solidFill>
          <a:ln w="6480">
            <a:solidFill>
              <a:srgbClr val="000000"/>
            </a:solidFill>
            <a:round/>
          </a:ln>
          <a:effectLst>
            <a:outerShdw dist="17819" dir="2700000" blurRad="0" rotWithShape="0">
              <a:srgbClr val="000000"/>
            </a:outerShdw>
          </a:effectLst>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nvGrpSpPr>
          <p:cNvPr id="8267" name=""/>
          <p:cNvGrpSpPr/>
          <p:nvPr/>
        </p:nvGrpSpPr>
        <p:grpSpPr>
          <a:xfrm>
            <a:off x="7263360" y="1340640"/>
            <a:ext cx="1181520" cy="1189440"/>
            <a:chOff x="7263360" y="1340640"/>
            <a:chExt cx="1181520" cy="1189440"/>
          </a:xfrm>
        </p:grpSpPr>
        <p:sp>
          <p:nvSpPr>
            <p:cNvPr id="8268" name=""/>
            <p:cNvSpPr/>
            <p:nvPr/>
          </p:nvSpPr>
          <p:spPr>
            <a:xfrm>
              <a:off x="7372080" y="1455480"/>
              <a:ext cx="974520" cy="964080"/>
            </a:xfrm>
            <a:prstGeom prst="ellipse">
              <a:avLst/>
            </a:prstGeom>
            <a:solidFill>
              <a:srgbClr val="ffffff"/>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69" name=""/>
            <p:cNvSpPr/>
            <p:nvPr/>
          </p:nvSpPr>
          <p:spPr>
            <a:xfrm flipH="1" flipV="1">
              <a:off x="8203680" y="1790640"/>
              <a:ext cx="240840" cy="293760"/>
            </a:xfrm>
            <a:prstGeom prst="rightArrow">
              <a:avLst>
                <a:gd name="adj1" fmla="val 61500"/>
                <a:gd name="adj2" fmla="val 49509"/>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70" name=""/>
            <p:cNvSpPr/>
            <p:nvPr/>
          </p:nvSpPr>
          <p:spPr>
            <a:xfrm flipH="1" flipV="1" rot="2400000">
              <a:off x="8100000" y="2077560"/>
              <a:ext cx="240840" cy="293760"/>
            </a:xfrm>
            <a:prstGeom prst="rightArrow">
              <a:avLst>
                <a:gd name="adj1" fmla="val 61500"/>
                <a:gd name="adj2" fmla="val 49509"/>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71" name=""/>
            <p:cNvSpPr/>
            <p:nvPr/>
          </p:nvSpPr>
          <p:spPr>
            <a:xfrm flipH="1" flipV="1" rot="4800000">
              <a:off x="7809480" y="2238120"/>
              <a:ext cx="238680" cy="297000"/>
            </a:xfrm>
            <a:prstGeom prst="rightArrow">
              <a:avLst>
                <a:gd name="adj1" fmla="val 61500"/>
                <a:gd name="adj2" fmla="val 49509"/>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72" name=""/>
            <p:cNvSpPr/>
            <p:nvPr/>
          </p:nvSpPr>
          <p:spPr>
            <a:xfrm flipH="1" flipV="1" rot="7200000">
              <a:off x="7504560" y="2188800"/>
              <a:ext cx="237240" cy="297360"/>
            </a:xfrm>
            <a:prstGeom prst="rightArrow">
              <a:avLst>
                <a:gd name="adj1" fmla="val 61500"/>
                <a:gd name="adj2" fmla="val 49509"/>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73" name=""/>
            <p:cNvSpPr/>
            <p:nvPr/>
          </p:nvSpPr>
          <p:spPr>
            <a:xfrm flipH="1" flipV="1" rot="9600000">
              <a:off x="7307280" y="1964160"/>
              <a:ext cx="240840" cy="294120"/>
            </a:xfrm>
            <a:prstGeom prst="rightArrow">
              <a:avLst>
                <a:gd name="adj1" fmla="val 61500"/>
                <a:gd name="adj2" fmla="val 49509"/>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74" name=""/>
            <p:cNvSpPr/>
            <p:nvPr/>
          </p:nvSpPr>
          <p:spPr>
            <a:xfrm flipH="1" flipV="1" rot="12000000">
              <a:off x="7306200" y="1623600"/>
              <a:ext cx="240840" cy="294480"/>
            </a:xfrm>
            <a:prstGeom prst="rightArrow">
              <a:avLst>
                <a:gd name="adj1" fmla="val 61500"/>
                <a:gd name="adj2" fmla="val 49509"/>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75" name=""/>
            <p:cNvSpPr/>
            <p:nvPr/>
          </p:nvSpPr>
          <p:spPr>
            <a:xfrm flipH="1" flipV="1" rot="14400000">
              <a:off x="7503120" y="1387440"/>
              <a:ext cx="238320" cy="298440"/>
            </a:xfrm>
            <a:prstGeom prst="rightArrow">
              <a:avLst>
                <a:gd name="adj1" fmla="val 61500"/>
                <a:gd name="adj2" fmla="val 49509"/>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76" name=""/>
            <p:cNvSpPr/>
            <p:nvPr/>
          </p:nvSpPr>
          <p:spPr>
            <a:xfrm flipH="1" flipV="1" rot="16800000">
              <a:off x="7811640" y="1334880"/>
              <a:ext cx="238320" cy="296640"/>
            </a:xfrm>
            <a:prstGeom prst="rightArrow">
              <a:avLst>
                <a:gd name="adj1" fmla="val 61500"/>
                <a:gd name="adj2" fmla="val 49509"/>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77" name=""/>
            <p:cNvSpPr/>
            <p:nvPr/>
          </p:nvSpPr>
          <p:spPr>
            <a:xfrm flipH="1" flipV="1" rot="19200000">
              <a:off x="8094240" y="1496520"/>
              <a:ext cx="240840" cy="293760"/>
            </a:xfrm>
            <a:prstGeom prst="rightArrow">
              <a:avLst>
                <a:gd name="adj1" fmla="val 61500"/>
                <a:gd name="adj2" fmla="val 49509"/>
              </a:avLst>
            </a:prstGeom>
            <a:solidFill>
              <a:srgbClr val="909090"/>
            </a:solidFill>
            <a:ln w="0">
              <a:noFill/>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278" name=""/>
          <p:cNvGrpSpPr/>
          <p:nvPr/>
        </p:nvGrpSpPr>
        <p:grpSpPr>
          <a:xfrm>
            <a:off x="201600" y="3981600"/>
            <a:ext cx="1387440" cy="960120"/>
            <a:chOff x="201600" y="3981600"/>
            <a:chExt cx="1387440" cy="960120"/>
          </a:xfrm>
        </p:grpSpPr>
        <p:sp>
          <p:nvSpPr>
            <p:cNvPr id="8279" name=""/>
            <p:cNvSpPr/>
            <p:nvPr/>
          </p:nvSpPr>
          <p:spPr>
            <a:xfrm>
              <a:off x="201600" y="3981600"/>
              <a:ext cx="1387440" cy="960120"/>
            </a:xfrm>
            <a:prstGeom prst="rect">
              <a:avLst/>
            </a:prstGeom>
            <a:solidFill>
              <a:srgbClr val="ffffff"/>
            </a:solidFill>
            <a:ln w="9360">
              <a:solidFill>
                <a:srgbClr val="000000"/>
              </a:solidFill>
              <a:miter/>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80" name=""/>
            <p:cNvSpPr/>
            <p:nvPr/>
          </p:nvSpPr>
          <p:spPr>
            <a:xfrm>
              <a:off x="259560" y="4013280"/>
              <a:ext cx="1271160" cy="88020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grpSp>
        <p:nvGrpSpPr>
          <p:cNvPr id="8281" name=""/>
          <p:cNvGrpSpPr/>
          <p:nvPr/>
        </p:nvGrpSpPr>
        <p:grpSpPr>
          <a:xfrm>
            <a:off x="1782720" y="3962520"/>
            <a:ext cx="1349280" cy="942840"/>
            <a:chOff x="1782720" y="3962520"/>
            <a:chExt cx="1349280" cy="942840"/>
          </a:xfrm>
        </p:grpSpPr>
        <p:sp>
          <p:nvSpPr>
            <p:cNvPr id="8282" name=""/>
            <p:cNvSpPr/>
            <p:nvPr/>
          </p:nvSpPr>
          <p:spPr>
            <a:xfrm>
              <a:off x="1782720" y="3962520"/>
              <a:ext cx="1349280" cy="942840"/>
            </a:xfrm>
            <a:prstGeom prst="ellipse">
              <a:avLst/>
            </a:prstGeom>
            <a:solidFill>
              <a:srgbClr val="ffffff"/>
            </a:solidFill>
            <a:ln w="9360">
              <a:solidFill>
                <a:srgbClr val="000000"/>
              </a:solidFill>
              <a:miter/>
            </a:ln>
            <a:effectLst>
              <a:outerShdw dist="12600" dir="54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83" name=""/>
            <p:cNvSpPr/>
            <p:nvPr/>
          </p:nvSpPr>
          <p:spPr>
            <a:xfrm>
              <a:off x="1838880" y="3993840"/>
              <a:ext cx="1236240" cy="864000"/>
            </a:xfrm>
            <a:prstGeom prst="rect">
              <a:avLst/>
            </a:prstGeom>
            <a:noFill/>
            <a:ln w="0">
              <a:noFill/>
            </a:ln>
          </p:spPr>
          <p:style>
            <a:lnRef idx="0"/>
            <a:fillRef idx="0"/>
            <a:effectRef idx="0"/>
            <a:fontRef idx="minor"/>
          </p:style>
          <p:txBody>
            <a:bodyPr lIns="3960" rIns="3960" tIns="0" bIns="0" anchor="ctr">
              <a:norm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grpSp>
        <p:nvGrpSpPr>
          <p:cNvPr id="8284" name=""/>
          <p:cNvGrpSpPr/>
          <p:nvPr/>
        </p:nvGrpSpPr>
        <p:grpSpPr>
          <a:xfrm>
            <a:off x="249120" y="5133960"/>
            <a:ext cx="1387440" cy="773280"/>
            <a:chOff x="249120" y="5133960"/>
            <a:chExt cx="1387440" cy="773280"/>
          </a:xfrm>
        </p:grpSpPr>
        <p:sp>
          <p:nvSpPr>
            <p:cNvPr id="8285" name=""/>
            <p:cNvSpPr/>
            <p:nvPr/>
          </p:nvSpPr>
          <p:spPr>
            <a:xfrm>
              <a:off x="249120" y="5133960"/>
              <a:ext cx="1387440" cy="773280"/>
            </a:xfrm>
            <a:custGeom>
              <a:avLst/>
              <a:gdLst/>
              <a:ahLst/>
              <a:rect l="l" t="t" r="r" b="b"/>
              <a:pathLst>
                <a:path w="1152" h="576">
                  <a:moveTo>
                    <a:pt x="0" y="0"/>
                  </a:moveTo>
                  <a:lnTo>
                    <a:pt x="1048" y="0"/>
                  </a:lnTo>
                  <a:lnTo>
                    <a:pt x="1152" y="288"/>
                  </a:lnTo>
                  <a:lnTo>
                    <a:pt x="1048" y="576"/>
                  </a:lnTo>
                  <a:lnTo>
                    <a:pt x="0" y="576"/>
                  </a:lnTo>
                  <a:lnTo>
                    <a:pt x="0" y="288"/>
                  </a:lnTo>
                  <a:lnTo>
                    <a:pt x="0" y="0"/>
                  </a:lnTo>
                  <a:close/>
                </a:path>
              </a:pathLst>
            </a:custGeom>
            <a:solidFill>
              <a:srgbClr val="ffffff"/>
            </a:solidFill>
            <a:ln w="9360">
              <a:solidFill>
                <a:srgbClr val="000000"/>
              </a:solidFill>
              <a:round/>
            </a:ln>
            <a:effectLst>
              <a:outerShdw dist="17819" dir="2700000" blurRad="0" rotWithShape="0">
                <a:srgbClr val="000000"/>
              </a:outerShdw>
            </a:effectLst>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86" name=""/>
            <p:cNvSpPr/>
            <p:nvPr/>
          </p:nvSpPr>
          <p:spPr>
            <a:xfrm>
              <a:off x="297000" y="5187960"/>
              <a:ext cx="1157040" cy="665280"/>
            </a:xfrm>
            <a:prstGeom prst="rect">
              <a:avLst/>
            </a:prstGeom>
            <a:noFill/>
            <a:ln w="0">
              <a:noFill/>
            </a:ln>
          </p:spPr>
          <p:style>
            <a:lnRef idx="0"/>
            <a:fillRef idx="0"/>
            <a:effectRef idx="0"/>
            <a:fontRef idx="minor"/>
          </p:style>
          <p:txBody>
            <a:bodyPr lIns="3960" rIns="3960" tIns="0" bIns="0" anchor="ctr">
              <a:normAutofit/>
            </a:bodyPr>
            <a:p>
              <a:pP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600" spc="-1" strike="noStrike">
                  <a:solidFill>
                    <a:srgbClr val="000000"/>
                  </a:solidFill>
                  <a:latin typeface="Arial"/>
                  <a:ea typeface="-윤고딕130"/>
                </a:rPr>
                <a:t>Text</a:t>
              </a:r>
              <a:endParaRPr b="0" lang="en-US" sz="1600" spc="-1" strike="noStrike">
                <a:solidFill>
                  <a:srgbClr val="000000"/>
                </a:solidFill>
                <a:latin typeface="Times New Roman"/>
              </a:endParaRPr>
            </a:p>
          </p:txBody>
        </p:sp>
      </p:grpSp>
      <p:grpSp>
        <p:nvGrpSpPr>
          <p:cNvPr id="8287" name=""/>
          <p:cNvGrpSpPr/>
          <p:nvPr/>
        </p:nvGrpSpPr>
        <p:grpSpPr>
          <a:xfrm>
            <a:off x="258840" y="743040"/>
            <a:ext cx="337680" cy="337680"/>
            <a:chOff x="258840" y="743040"/>
            <a:chExt cx="337680" cy="337680"/>
          </a:xfrm>
        </p:grpSpPr>
        <p:sp>
          <p:nvSpPr>
            <p:cNvPr id="8288" name=""/>
            <p:cNvSpPr/>
            <p:nvPr/>
          </p:nvSpPr>
          <p:spPr>
            <a:xfrm>
              <a:off x="258840" y="743040"/>
              <a:ext cx="337680" cy="3376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89" name=""/>
            <p:cNvSpPr/>
            <p:nvPr/>
          </p:nvSpPr>
          <p:spPr>
            <a:xfrm>
              <a:off x="258840" y="743040"/>
              <a:ext cx="337680" cy="33768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290" name=""/>
          <p:cNvGrpSpPr/>
          <p:nvPr/>
        </p:nvGrpSpPr>
        <p:grpSpPr>
          <a:xfrm>
            <a:off x="258840" y="1231920"/>
            <a:ext cx="338760" cy="339120"/>
            <a:chOff x="258840" y="1231920"/>
            <a:chExt cx="338760" cy="339120"/>
          </a:xfrm>
        </p:grpSpPr>
        <p:sp>
          <p:nvSpPr>
            <p:cNvPr id="8291" name=""/>
            <p:cNvSpPr/>
            <p:nvPr/>
          </p:nvSpPr>
          <p:spPr>
            <a:xfrm>
              <a:off x="258840" y="1231920"/>
              <a:ext cx="337320" cy="3376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92" name=""/>
            <p:cNvSpPr/>
            <p:nvPr/>
          </p:nvSpPr>
          <p:spPr>
            <a:xfrm>
              <a:off x="261000" y="1234080"/>
              <a:ext cx="336600" cy="33696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293" name=""/>
          <p:cNvGrpSpPr/>
          <p:nvPr/>
        </p:nvGrpSpPr>
        <p:grpSpPr>
          <a:xfrm>
            <a:off x="258840" y="1722600"/>
            <a:ext cx="337680" cy="337320"/>
            <a:chOff x="258840" y="1722600"/>
            <a:chExt cx="337680" cy="337320"/>
          </a:xfrm>
        </p:grpSpPr>
        <p:sp>
          <p:nvSpPr>
            <p:cNvPr id="8294" name=""/>
            <p:cNvSpPr/>
            <p:nvPr/>
          </p:nvSpPr>
          <p:spPr>
            <a:xfrm>
              <a:off x="258840" y="1722600"/>
              <a:ext cx="337680" cy="3358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95" name=""/>
            <p:cNvSpPr/>
            <p:nvPr/>
          </p:nvSpPr>
          <p:spPr>
            <a:xfrm>
              <a:off x="259200" y="1724760"/>
              <a:ext cx="336960" cy="33516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296" name=""/>
          <p:cNvGrpSpPr/>
          <p:nvPr/>
        </p:nvGrpSpPr>
        <p:grpSpPr>
          <a:xfrm>
            <a:off x="258840" y="2211480"/>
            <a:ext cx="337680" cy="336240"/>
            <a:chOff x="258840" y="2211480"/>
            <a:chExt cx="337680" cy="336240"/>
          </a:xfrm>
        </p:grpSpPr>
        <p:sp>
          <p:nvSpPr>
            <p:cNvPr id="8297" name=""/>
            <p:cNvSpPr/>
            <p:nvPr/>
          </p:nvSpPr>
          <p:spPr>
            <a:xfrm>
              <a:off x="258840" y="2211480"/>
              <a:ext cx="337680" cy="33624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298" name=""/>
            <p:cNvSpPr/>
            <p:nvPr/>
          </p:nvSpPr>
          <p:spPr>
            <a:xfrm>
              <a:off x="259200" y="2211480"/>
              <a:ext cx="336960" cy="33588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299" name=""/>
          <p:cNvGrpSpPr/>
          <p:nvPr/>
        </p:nvGrpSpPr>
        <p:grpSpPr>
          <a:xfrm>
            <a:off x="261360" y="2700360"/>
            <a:ext cx="334800" cy="676440"/>
            <a:chOff x="261360" y="2700360"/>
            <a:chExt cx="334800" cy="676440"/>
          </a:xfrm>
        </p:grpSpPr>
        <p:sp>
          <p:nvSpPr>
            <p:cNvPr id="8300" name=""/>
            <p:cNvSpPr/>
            <p:nvPr/>
          </p:nvSpPr>
          <p:spPr>
            <a:xfrm>
              <a:off x="258840" y="2700360"/>
              <a:ext cx="337320" cy="3376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01" name="" hidden="1"/>
            <p:cNvSpPr/>
            <p:nvPr/>
          </p:nvSpPr>
          <p:spPr>
            <a:xfrm>
              <a:off x="261360" y="2702520"/>
              <a:ext cx="773094112920" cy="674280"/>
            </a:xfrm>
            <a:custGeom>
              <a:avLst/>
              <a:gdLst/>
              <a:ahLst/>
              <a:rect l="l" t="t" r="r" b="b"/>
              <a:pathLst>
                <a:path stroke="0" w="21600" h="21600">
                  <a:moveTo>
                    <a:pt x="10800" y="0"/>
                  </a:moveTo>
                  <a:arcTo wR="10800" hR="10800" stAng="-5400000" swAng="0"/>
                  <a:lnTo>
                    <a:pt x="10800" y="10800"/>
                  </a:lnTo>
                  <a:close/>
                </a:path>
                <a:path fill="none" w="21600" h="21600">
                  <a:moveTo>
                    <a:pt x="10800" y="0"/>
                  </a:moveTo>
                  <a:arcTo wR="10800" hR="10800" stAng="-5400000" swAng="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02" name=""/>
          <p:cNvGrpSpPr/>
          <p:nvPr/>
        </p:nvGrpSpPr>
        <p:grpSpPr>
          <a:xfrm>
            <a:off x="701640" y="743040"/>
            <a:ext cx="280800" cy="279000"/>
            <a:chOff x="701640" y="743040"/>
            <a:chExt cx="280800" cy="279000"/>
          </a:xfrm>
        </p:grpSpPr>
        <p:sp>
          <p:nvSpPr>
            <p:cNvPr id="8303" name=""/>
            <p:cNvSpPr/>
            <p:nvPr/>
          </p:nvSpPr>
          <p:spPr>
            <a:xfrm>
              <a:off x="701640" y="743040"/>
              <a:ext cx="280800" cy="2790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04" name=""/>
            <p:cNvSpPr/>
            <p:nvPr/>
          </p:nvSpPr>
          <p:spPr>
            <a:xfrm>
              <a:off x="701640" y="743040"/>
              <a:ext cx="280800" cy="27900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05" name=""/>
          <p:cNvGrpSpPr/>
          <p:nvPr/>
        </p:nvGrpSpPr>
        <p:grpSpPr>
          <a:xfrm>
            <a:off x="701640" y="1149480"/>
            <a:ext cx="281880" cy="280080"/>
            <a:chOff x="701640" y="1149480"/>
            <a:chExt cx="281880" cy="280080"/>
          </a:xfrm>
        </p:grpSpPr>
        <p:sp>
          <p:nvSpPr>
            <p:cNvPr id="8306" name=""/>
            <p:cNvSpPr/>
            <p:nvPr/>
          </p:nvSpPr>
          <p:spPr>
            <a:xfrm>
              <a:off x="701640" y="1149480"/>
              <a:ext cx="280800" cy="2790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07" name=""/>
            <p:cNvSpPr/>
            <p:nvPr/>
          </p:nvSpPr>
          <p:spPr>
            <a:xfrm>
              <a:off x="703440" y="1151280"/>
              <a:ext cx="280080" cy="27828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08" name=""/>
          <p:cNvGrpSpPr/>
          <p:nvPr/>
        </p:nvGrpSpPr>
        <p:grpSpPr>
          <a:xfrm>
            <a:off x="701640" y="1555920"/>
            <a:ext cx="280800" cy="280080"/>
            <a:chOff x="701640" y="1555920"/>
            <a:chExt cx="280800" cy="280080"/>
          </a:xfrm>
        </p:grpSpPr>
        <p:sp>
          <p:nvSpPr>
            <p:cNvPr id="8309" name=""/>
            <p:cNvSpPr/>
            <p:nvPr/>
          </p:nvSpPr>
          <p:spPr>
            <a:xfrm>
              <a:off x="701640" y="1555920"/>
              <a:ext cx="280800" cy="2790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10" name=""/>
            <p:cNvSpPr/>
            <p:nvPr/>
          </p:nvSpPr>
          <p:spPr>
            <a:xfrm>
              <a:off x="702000" y="1557720"/>
              <a:ext cx="280080" cy="27828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11" name=""/>
          <p:cNvGrpSpPr/>
          <p:nvPr/>
        </p:nvGrpSpPr>
        <p:grpSpPr>
          <a:xfrm>
            <a:off x="701640" y="1962000"/>
            <a:ext cx="280800" cy="279360"/>
            <a:chOff x="701640" y="1962000"/>
            <a:chExt cx="280800" cy="279360"/>
          </a:xfrm>
        </p:grpSpPr>
        <p:sp>
          <p:nvSpPr>
            <p:cNvPr id="8312" name=""/>
            <p:cNvSpPr/>
            <p:nvPr/>
          </p:nvSpPr>
          <p:spPr>
            <a:xfrm>
              <a:off x="701640" y="1962000"/>
              <a:ext cx="280800" cy="2793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13" name=""/>
            <p:cNvSpPr/>
            <p:nvPr/>
          </p:nvSpPr>
          <p:spPr>
            <a:xfrm>
              <a:off x="702000" y="1962000"/>
              <a:ext cx="280080" cy="27900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14" name=""/>
          <p:cNvGrpSpPr/>
          <p:nvPr/>
        </p:nvGrpSpPr>
        <p:grpSpPr>
          <a:xfrm>
            <a:off x="703800" y="2367000"/>
            <a:ext cx="278640" cy="562320"/>
            <a:chOff x="703800" y="2367000"/>
            <a:chExt cx="278640" cy="562320"/>
          </a:xfrm>
        </p:grpSpPr>
        <p:sp>
          <p:nvSpPr>
            <p:cNvPr id="8315" name=""/>
            <p:cNvSpPr/>
            <p:nvPr/>
          </p:nvSpPr>
          <p:spPr>
            <a:xfrm>
              <a:off x="701640" y="2367000"/>
              <a:ext cx="280800" cy="2808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16" name="" hidden="1"/>
            <p:cNvSpPr/>
            <p:nvPr/>
          </p:nvSpPr>
          <p:spPr>
            <a:xfrm>
              <a:off x="703800" y="2368800"/>
              <a:ext cx="773094112920" cy="560520"/>
            </a:xfrm>
            <a:custGeom>
              <a:avLst/>
              <a:gdLst/>
              <a:ahLst/>
              <a:rect l="l" t="t" r="r" b="b"/>
              <a:pathLst>
                <a:path stroke="0" w="21600" h="21600">
                  <a:moveTo>
                    <a:pt x="10800" y="0"/>
                  </a:moveTo>
                  <a:arcTo wR="10800" hR="10800" stAng="-5400000" swAng="0"/>
                  <a:lnTo>
                    <a:pt x="10800" y="10800"/>
                  </a:lnTo>
                  <a:close/>
                </a:path>
                <a:path fill="none" w="21600" h="21600">
                  <a:moveTo>
                    <a:pt x="10800" y="0"/>
                  </a:moveTo>
                  <a:arcTo wR="10800" hR="10800" stAng="-5400000" swAng="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17" name=""/>
          <p:cNvGrpSpPr/>
          <p:nvPr/>
        </p:nvGrpSpPr>
        <p:grpSpPr>
          <a:xfrm>
            <a:off x="1144440" y="743040"/>
            <a:ext cx="243000" cy="242640"/>
            <a:chOff x="1144440" y="743040"/>
            <a:chExt cx="243000" cy="242640"/>
          </a:xfrm>
        </p:grpSpPr>
        <p:sp>
          <p:nvSpPr>
            <p:cNvPr id="8318" name=""/>
            <p:cNvSpPr/>
            <p:nvPr/>
          </p:nvSpPr>
          <p:spPr>
            <a:xfrm>
              <a:off x="1144440" y="743040"/>
              <a:ext cx="243000" cy="24264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19" name=""/>
            <p:cNvSpPr/>
            <p:nvPr/>
          </p:nvSpPr>
          <p:spPr>
            <a:xfrm>
              <a:off x="1144440" y="743040"/>
              <a:ext cx="243000" cy="24264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20" name=""/>
          <p:cNvGrpSpPr/>
          <p:nvPr/>
        </p:nvGrpSpPr>
        <p:grpSpPr>
          <a:xfrm>
            <a:off x="1144440" y="1093680"/>
            <a:ext cx="244080" cy="243720"/>
            <a:chOff x="1144440" y="1093680"/>
            <a:chExt cx="244080" cy="243720"/>
          </a:xfrm>
        </p:grpSpPr>
        <p:sp>
          <p:nvSpPr>
            <p:cNvPr id="8321" name=""/>
            <p:cNvSpPr/>
            <p:nvPr/>
          </p:nvSpPr>
          <p:spPr>
            <a:xfrm>
              <a:off x="1144440" y="1093680"/>
              <a:ext cx="243360" cy="2430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22" name=""/>
            <p:cNvSpPr/>
            <p:nvPr/>
          </p:nvSpPr>
          <p:spPr>
            <a:xfrm>
              <a:off x="1145880" y="1095120"/>
              <a:ext cx="242640" cy="24228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23" name=""/>
          <p:cNvGrpSpPr/>
          <p:nvPr/>
        </p:nvGrpSpPr>
        <p:grpSpPr>
          <a:xfrm>
            <a:off x="1144440" y="1444680"/>
            <a:ext cx="243000" cy="243720"/>
            <a:chOff x="1144440" y="1444680"/>
            <a:chExt cx="243000" cy="243720"/>
          </a:xfrm>
        </p:grpSpPr>
        <p:sp>
          <p:nvSpPr>
            <p:cNvPr id="8324" name=""/>
            <p:cNvSpPr/>
            <p:nvPr/>
          </p:nvSpPr>
          <p:spPr>
            <a:xfrm>
              <a:off x="1144440" y="1444680"/>
              <a:ext cx="243000" cy="2430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25" name=""/>
            <p:cNvSpPr/>
            <p:nvPr/>
          </p:nvSpPr>
          <p:spPr>
            <a:xfrm>
              <a:off x="1144800" y="1446120"/>
              <a:ext cx="241920" cy="24228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26" name=""/>
          <p:cNvGrpSpPr/>
          <p:nvPr/>
        </p:nvGrpSpPr>
        <p:grpSpPr>
          <a:xfrm>
            <a:off x="1144440" y="1795320"/>
            <a:ext cx="243000" cy="243000"/>
            <a:chOff x="1144440" y="1795320"/>
            <a:chExt cx="243000" cy="243000"/>
          </a:xfrm>
        </p:grpSpPr>
        <p:sp>
          <p:nvSpPr>
            <p:cNvPr id="8327" name=""/>
            <p:cNvSpPr/>
            <p:nvPr/>
          </p:nvSpPr>
          <p:spPr>
            <a:xfrm>
              <a:off x="1144440" y="1795320"/>
              <a:ext cx="243000" cy="2430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28" name=""/>
            <p:cNvSpPr/>
            <p:nvPr/>
          </p:nvSpPr>
          <p:spPr>
            <a:xfrm>
              <a:off x="1144800" y="1795320"/>
              <a:ext cx="241920" cy="24228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29" name=""/>
          <p:cNvGrpSpPr/>
          <p:nvPr/>
        </p:nvGrpSpPr>
        <p:grpSpPr>
          <a:xfrm>
            <a:off x="1146240" y="2147760"/>
            <a:ext cx="241560" cy="483480"/>
            <a:chOff x="1146240" y="2147760"/>
            <a:chExt cx="241560" cy="483480"/>
          </a:xfrm>
        </p:grpSpPr>
        <p:sp>
          <p:nvSpPr>
            <p:cNvPr id="8330" name=""/>
            <p:cNvSpPr/>
            <p:nvPr/>
          </p:nvSpPr>
          <p:spPr>
            <a:xfrm>
              <a:off x="1144440" y="2147760"/>
              <a:ext cx="243360" cy="2415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31" name="" hidden="1"/>
            <p:cNvSpPr/>
            <p:nvPr/>
          </p:nvSpPr>
          <p:spPr>
            <a:xfrm>
              <a:off x="1146240" y="2149200"/>
              <a:ext cx="773094112920" cy="482040"/>
            </a:xfrm>
            <a:custGeom>
              <a:avLst/>
              <a:gdLst/>
              <a:ahLst/>
              <a:rect l="l" t="t" r="r" b="b"/>
              <a:pathLst>
                <a:path stroke="0" w="21600" h="21600">
                  <a:moveTo>
                    <a:pt x="10800" y="0"/>
                  </a:moveTo>
                  <a:arcTo wR="10800" hR="10800" stAng="-5400000" swAng="0"/>
                  <a:lnTo>
                    <a:pt x="10800" y="10800"/>
                  </a:lnTo>
                  <a:close/>
                </a:path>
                <a:path fill="none" w="21600" h="21600">
                  <a:moveTo>
                    <a:pt x="10800" y="0"/>
                  </a:moveTo>
                  <a:arcTo wR="10800" hR="10800" stAng="-5400000" swAng="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32" name=""/>
          <p:cNvGrpSpPr/>
          <p:nvPr/>
        </p:nvGrpSpPr>
        <p:grpSpPr>
          <a:xfrm>
            <a:off x="1587600" y="743040"/>
            <a:ext cx="193680" cy="193680"/>
            <a:chOff x="1587600" y="743040"/>
            <a:chExt cx="193680" cy="193680"/>
          </a:xfrm>
        </p:grpSpPr>
        <p:sp>
          <p:nvSpPr>
            <p:cNvPr id="8333" name=""/>
            <p:cNvSpPr/>
            <p:nvPr/>
          </p:nvSpPr>
          <p:spPr>
            <a:xfrm>
              <a:off x="1587600" y="743040"/>
              <a:ext cx="193680" cy="1936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34" name=""/>
            <p:cNvSpPr/>
            <p:nvPr/>
          </p:nvSpPr>
          <p:spPr>
            <a:xfrm>
              <a:off x="1587600" y="743040"/>
              <a:ext cx="193680" cy="19368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35" name=""/>
          <p:cNvGrpSpPr/>
          <p:nvPr/>
        </p:nvGrpSpPr>
        <p:grpSpPr>
          <a:xfrm>
            <a:off x="1587600" y="1023840"/>
            <a:ext cx="194400" cy="192960"/>
            <a:chOff x="1587600" y="1023840"/>
            <a:chExt cx="194400" cy="192960"/>
          </a:xfrm>
        </p:grpSpPr>
        <p:sp>
          <p:nvSpPr>
            <p:cNvPr id="8336" name=""/>
            <p:cNvSpPr/>
            <p:nvPr/>
          </p:nvSpPr>
          <p:spPr>
            <a:xfrm>
              <a:off x="1587600" y="1023840"/>
              <a:ext cx="194040" cy="1926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37" name=""/>
            <p:cNvSpPr/>
            <p:nvPr/>
          </p:nvSpPr>
          <p:spPr>
            <a:xfrm>
              <a:off x="1588680" y="1024920"/>
              <a:ext cx="193320" cy="19188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38" name=""/>
          <p:cNvGrpSpPr/>
          <p:nvPr/>
        </p:nvGrpSpPr>
        <p:grpSpPr>
          <a:xfrm>
            <a:off x="1587600" y="1303200"/>
            <a:ext cx="193680" cy="194760"/>
            <a:chOff x="1587600" y="1303200"/>
            <a:chExt cx="193680" cy="194760"/>
          </a:xfrm>
        </p:grpSpPr>
        <p:sp>
          <p:nvSpPr>
            <p:cNvPr id="8339" name=""/>
            <p:cNvSpPr/>
            <p:nvPr/>
          </p:nvSpPr>
          <p:spPr>
            <a:xfrm>
              <a:off x="1587600" y="1303200"/>
              <a:ext cx="193680" cy="19440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40" name=""/>
            <p:cNvSpPr/>
            <p:nvPr/>
          </p:nvSpPr>
          <p:spPr>
            <a:xfrm>
              <a:off x="1587960" y="1304280"/>
              <a:ext cx="192960" cy="19368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41" name=""/>
          <p:cNvGrpSpPr/>
          <p:nvPr/>
        </p:nvGrpSpPr>
        <p:grpSpPr>
          <a:xfrm>
            <a:off x="1587600" y="1584360"/>
            <a:ext cx="193680" cy="193680"/>
            <a:chOff x="1587600" y="1584360"/>
            <a:chExt cx="193680" cy="193680"/>
          </a:xfrm>
        </p:grpSpPr>
        <p:sp>
          <p:nvSpPr>
            <p:cNvPr id="8342" name=""/>
            <p:cNvSpPr/>
            <p:nvPr/>
          </p:nvSpPr>
          <p:spPr>
            <a:xfrm>
              <a:off x="1587600" y="1584360"/>
              <a:ext cx="193680" cy="1936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43" name=""/>
            <p:cNvSpPr/>
            <p:nvPr/>
          </p:nvSpPr>
          <p:spPr>
            <a:xfrm>
              <a:off x="1587960" y="1584360"/>
              <a:ext cx="192960" cy="19332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44" name=""/>
          <p:cNvGrpSpPr/>
          <p:nvPr/>
        </p:nvGrpSpPr>
        <p:grpSpPr>
          <a:xfrm>
            <a:off x="1589040" y="1863720"/>
            <a:ext cx="192600" cy="388080"/>
            <a:chOff x="1589040" y="1863720"/>
            <a:chExt cx="192600" cy="388080"/>
          </a:xfrm>
        </p:grpSpPr>
        <p:sp>
          <p:nvSpPr>
            <p:cNvPr id="8345" name=""/>
            <p:cNvSpPr/>
            <p:nvPr/>
          </p:nvSpPr>
          <p:spPr>
            <a:xfrm>
              <a:off x="1587600" y="1863720"/>
              <a:ext cx="194040" cy="19404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46" name="" hidden="1"/>
            <p:cNvSpPr/>
            <p:nvPr/>
          </p:nvSpPr>
          <p:spPr>
            <a:xfrm>
              <a:off x="1589040" y="1864800"/>
              <a:ext cx="773094112920" cy="387000"/>
            </a:xfrm>
            <a:custGeom>
              <a:avLst/>
              <a:gdLst/>
              <a:ahLst/>
              <a:rect l="l" t="t" r="r" b="b"/>
              <a:pathLst>
                <a:path stroke="0" w="21600" h="21600">
                  <a:moveTo>
                    <a:pt x="10800" y="0"/>
                  </a:moveTo>
                  <a:arcTo wR="10800" hR="10800" stAng="-5400000" swAng="0"/>
                  <a:lnTo>
                    <a:pt x="10800" y="10800"/>
                  </a:lnTo>
                  <a:close/>
                </a:path>
                <a:path fill="none" w="21600" h="21600">
                  <a:moveTo>
                    <a:pt x="10800" y="0"/>
                  </a:moveTo>
                  <a:arcTo wR="10800" hR="10800" stAng="-5400000" swAng="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47" name=""/>
          <p:cNvGrpSpPr/>
          <p:nvPr/>
        </p:nvGrpSpPr>
        <p:grpSpPr>
          <a:xfrm>
            <a:off x="2030400" y="743040"/>
            <a:ext cx="158760" cy="158760"/>
            <a:chOff x="2030400" y="743040"/>
            <a:chExt cx="158760" cy="158760"/>
          </a:xfrm>
        </p:grpSpPr>
        <p:sp>
          <p:nvSpPr>
            <p:cNvPr id="8348" name=""/>
            <p:cNvSpPr/>
            <p:nvPr/>
          </p:nvSpPr>
          <p:spPr>
            <a:xfrm>
              <a:off x="2030400" y="743040"/>
              <a:ext cx="158760" cy="1587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49" name=""/>
            <p:cNvSpPr/>
            <p:nvPr/>
          </p:nvSpPr>
          <p:spPr>
            <a:xfrm>
              <a:off x="2030400" y="743040"/>
              <a:ext cx="158760" cy="158760"/>
            </a:xfrm>
            <a:prstGeom prst="ellipse">
              <a:avLst/>
            </a:pr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50" name=""/>
          <p:cNvGrpSpPr/>
          <p:nvPr/>
        </p:nvGrpSpPr>
        <p:grpSpPr>
          <a:xfrm>
            <a:off x="2030400" y="974880"/>
            <a:ext cx="159840" cy="158400"/>
            <a:chOff x="2030400" y="974880"/>
            <a:chExt cx="159840" cy="158400"/>
          </a:xfrm>
        </p:grpSpPr>
        <p:sp>
          <p:nvSpPr>
            <p:cNvPr id="8351" name=""/>
            <p:cNvSpPr/>
            <p:nvPr/>
          </p:nvSpPr>
          <p:spPr>
            <a:xfrm>
              <a:off x="2030400" y="974880"/>
              <a:ext cx="159120" cy="1576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52" name=""/>
            <p:cNvSpPr/>
            <p:nvPr/>
          </p:nvSpPr>
          <p:spPr>
            <a:xfrm>
              <a:off x="2031480" y="975960"/>
              <a:ext cx="158760" cy="157320"/>
            </a:xfrm>
            <a:custGeom>
              <a:avLst/>
              <a:gdLst/>
              <a:ahLst/>
              <a:rect l="l" t="t" r="r" b="b"/>
              <a:pathLst>
                <a:path stroke="0" w="21600" h="21600">
                  <a:moveTo>
                    <a:pt x="10800" y="0"/>
                  </a:moveTo>
                  <a:arcTo wR="10800" hR="10800" stAng="-5400000" swAng="16200000"/>
                  <a:lnTo>
                    <a:pt x="10800" y="10800"/>
                  </a:lnTo>
                  <a:close/>
                </a:path>
                <a:path fill="none" w="21600" h="21600">
                  <a:moveTo>
                    <a:pt x="10800" y="0"/>
                  </a:moveTo>
                  <a:arcTo wR="10800" hR="10800" stAng="-5400000" swAng="162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53" name=""/>
          <p:cNvGrpSpPr/>
          <p:nvPr/>
        </p:nvGrpSpPr>
        <p:grpSpPr>
          <a:xfrm>
            <a:off x="2030400" y="1204920"/>
            <a:ext cx="158760" cy="159840"/>
            <a:chOff x="2030400" y="1204920"/>
            <a:chExt cx="158760" cy="159840"/>
          </a:xfrm>
        </p:grpSpPr>
        <p:sp>
          <p:nvSpPr>
            <p:cNvPr id="8354" name=""/>
            <p:cNvSpPr/>
            <p:nvPr/>
          </p:nvSpPr>
          <p:spPr>
            <a:xfrm>
              <a:off x="2030400" y="1204920"/>
              <a:ext cx="158760" cy="15912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55" name=""/>
            <p:cNvSpPr/>
            <p:nvPr/>
          </p:nvSpPr>
          <p:spPr>
            <a:xfrm>
              <a:off x="2030760" y="1206000"/>
              <a:ext cx="157680" cy="158760"/>
            </a:xfrm>
            <a:custGeom>
              <a:avLst/>
              <a:gdLst/>
              <a:ahLst/>
              <a:rect l="l" t="t" r="r" b="b"/>
              <a:pathLst>
                <a:path stroke="0" w="21600" h="21600">
                  <a:moveTo>
                    <a:pt x="10800" y="0"/>
                  </a:moveTo>
                  <a:arcTo wR="10800" hR="10800" stAng="-5400000" swAng="10800000"/>
                  <a:lnTo>
                    <a:pt x="10800" y="10800"/>
                  </a:lnTo>
                  <a:close/>
                </a:path>
                <a:path fill="none" w="21600" h="21600">
                  <a:moveTo>
                    <a:pt x="10800" y="0"/>
                  </a:moveTo>
                  <a:arcTo wR="10800" hR="10800" stAng="-5400000" swAng="108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56" name=""/>
          <p:cNvGrpSpPr/>
          <p:nvPr/>
        </p:nvGrpSpPr>
        <p:grpSpPr>
          <a:xfrm>
            <a:off x="2030400" y="1436760"/>
            <a:ext cx="158760" cy="158760"/>
            <a:chOff x="2030400" y="1436760"/>
            <a:chExt cx="158760" cy="158760"/>
          </a:xfrm>
        </p:grpSpPr>
        <p:sp>
          <p:nvSpPr>
            <p:cNvPr id="8357" name=""/>
            <p:cNvSpPr/>
            <p:nvPr/>
          </p:nvSpPr>
          <p:spPr>
            <a:xfrm>
              <a:off x="2030400" y="1436760"/>
              <a:ext cx="158760" cy="15876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58" name=""/>
            <p:cNvSpPr/>
            <p:nvPr/>
          </p:nvSpPr>
          <p:spPr>
            <a:xfrm>
              <a:off x="2030760" y="1436760"/>
              <a:ext cx="157680" cy="158040"/>
            </a:xfrm>
            <a:custGeom>
              <a:avLst/>
              <a:gdLst/>
              <a:ahLst/>
              <a:rect l="l" t="t" r="r" b="b"/>
              <a:pathLst>
                <a:path stroke="0" w="21600" h="21600">
                  <a:moveTo>
                    <a:pt x="10800" y="0"/>
                  </a:moveTo>
                  <a:arcTo wR="10800" hR="10800" stAng="-5400000" swAng="5400000"/>
                  <a:lnTo>
                    <a:pt x="10800" y="10800"/>
                  </a:lnTo>
                  <a:close/>
                </a:path>
                <a:path fill="none" w="21600" h="21600">
                  <a:moveTo>
                    <a:pt x="10800" y="0"/>
                  </a:moveTo>
                  <a:arcTo wR="10800" hR="10800" stAng="-5400000" swAng="540000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grpSp>
        <p:nvGrpSpPr>
          <p:cNvPr id="8359" name=""/>
          <p:cNvGrpSpPr/>
          <p:nvPr/>
        </p:nvGrpSpPr>
        <p:grpSpPr>
          <a:xfrm>
            <a:off x="2031840" y="1666800"/>
            <a:ext cx="157680" cy="319680"/>
            <a:chOff x="2031840" y="1666800"/>
            <a:chExt cx="157680" cy="319680"/>
          </a:xfrm>
        </p:grpSpPr>
        <p:sp>
          <p:nvSpPr>
            <p:cNvPr id="8360" name=""/>
            <p:cNvSpPr/>
            <p:nvPr/>
          </p:nvSpPr>
          <p:spPr>
            <a:xfrm>
              <a:off x="2030400" y="1666800"/>
              <a:ext cx="159120" cy="159480"/>
            </a:xfrm>
            <a:prstGeom prst="ellipse">
              <a:avLst/>
            </a:prstGeom>
            <a:solidFill>
              <a:srgbClr val="ffffff"/>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sp>
          <p:nvSpPr>
            <p:cNvPr id="8361" name="" hidden="1"/>
            <p:cNvSpPr/>
            <p:nvPr/>
          </p:nvSpPr>
          <p:spPr>
            <a:xfrm>
              <a:off x="2031840" y="1667880"/>
              <a:ext cx="773094112920" cy="318600"/>
            </a:xfrm>
            <a:custGeom>
              <a:avLst/>
              <a:gdLst/>
              <a:ahLst/>
              <a:rect l="l" t="t" r="r" b="b"/>
              <a:pathLst>
                <a:path stroke="0" w="21600" h="21600">
                  <a:moveTo>
                    <a:pt x="10800" y="0"/>
                  </a:moveTo>
                  <a:arcTo wR="10800" hR="10800" stAng="-5400000" swAng="0"/>
                  <a:lnTo>
                    <a:pt x="10800" y="10800"/>
                  </a:lnTo>
                  <a:close/>
                </a:path>
                <a:path fill="none" w="21600" h="21600">
                  <a:moveTo>
                    <a:pt x="10800" y="0"/>
                  </a:moveTo>
                  <a:arcTo wR="10800" hR="10800" stAng="-5400000" swAng="0"/>
                </a:path>
              </a:pathLst>
            </a:custGeom>
            <a:solidFill>
              <a:srgbClr val="000000"/>
            </a:solidFill>
            <a:ln w="9360">
              <a:solidFill>
                <a:srgbClr val="000000"/>
              </a:solidFill>
              <a:miter/>
            </a:ln>
          </p:spPr>
          <p:style>
            <a:lnRef idx="0"/>
            <a:fillRef idx="0"/>
            <a:effectRef idx="0"/>
            <a:fontRef idx="minor"/>
          </p:style>
          <p:txBody>
            <a:bodyPr wrap="none" lIns="90000" rIns="90000" tIns="46800" bIns="46800" anchor="ctr">
              <a:noAutofit/>
            </a:bodyPr>
            <a:p>
              <a:endParaRPr b="0" lang="en-US" sz="2400" spc="-1" strike="noStrike">
                <a:solidFill>
                  <a:srgbClr val="000000"/>
                </a:solidFill>
                <a:latin typeface="Times New Roman"/>
              </a:endParaRPr>
            </a:p>
          </p:txBody>
        </p:sp>
      </p:grpSp>
      <p:sp>
        <p:nvSpPr>
          <p:cNvPr id="3" name="PlaceHolder 2"/>
          <p:cNvSpPr>
            <a:spLocks noGrp="1"/>
          </p:cNvSpPr>
          <p:nvPr>
            <p:ph type="sldNum" idx="2"/>
          </p:nvPr>
        </p:nvSpPr>
        <p:spPr/>
        <p:txBody>
          <a:bodyPr/>
          <a:p>
            <a:fld id="{5BCA68DB-8538-4406-AC51-E4B34AD45006}" type="slidenum">
              <a:t>304</a:t>
            </a:fld>
          </a:p>
        </p:txBody>
      </p:sp>
    </p:spTree>
  </p:cSld>
  <mc:AlternateContent>
    <mc:Choice Requires="p14">
      <p:transition spd="slow" p14:dur="2000"/>
    </mc:Choice>
    <mc:Fallback>
      <p:transition spd="slow"/>
    </mc:Fallback>
  </mc:AlternateContent>
</p:sld>
</file>

<file path=ppt/slides/slide3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62" name="PlaceHolder 1"/>
          <p:cNvSpPr>
            <a:spLocks noGrp="1"/>
          </p:cNvSpPr>
          <p:nvPr>
            <p:ph type="title"/>
          </p:nvPr>
        </p:nvSpPr>
        <p:spPr>
          <a:xfrm>
            <a:off x="119160" y="229680"/>
            <a:ext cx="8618400" cy="289800"/>
          </a:xfrm>
          <a:prstGeom prst="rect">
            <a:avLst/>
          </a:prstGeom>
          <a:noFill/>
          <a:ln w="0">
            <a:noFill/>
          </a:ln>
        </p:spPr>
        <p:txBody>
          <a:bodyPr lIns="0" rIns="0" tIns="0" bIns="0" anchor="t">
            <a:noAutofit/>
          </a:bodyPr>
          <a:p>
            <a:pPr indent="0">
              <a:buNone/>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1900" spc="-1" strike="noStrike">
                <a:solidFill>
                  <a:srgbClr val="000000"/>
                </a:solidFill>
                <a:latin typeface="Arial"/>
              </a:rPr>
              <a:t>MAPS </a:t>
            </a:r>
            <a:endParaRPr b="1" lang="en-US" sz="1900" spc="-1" strike="noStrike">
              <a:solidFill>
                <a:srgbClr val="000000"/>
              </a:solidFill>
              <a:latin typeface="Arial"/>
            </a:endParaRPr>
          </a:p>
        </p:txBody>
      </p:sp>
      <p:grpSp>
        <p:nvGrpSpPr>
          <p:cNvPr id="8363" name=""/>
          <p:cNvGrpSpPr/>
          <p:nvPr/>
        </p:nvGrpSpPr>
        <p:grpSpPr>
          <a:xfrm>
            <a:off x="136440" y="763560"/>
            <a:ext cx="4309920" cy="1547280"/>
            <a:chOff x="136440" y="763560"/>
            <a:chExt cx="4309920" cy="1547280"/>
          </a:xfrm>
        </p:grpSpPr>
        <p:grpSp>
          <p:nvGrpSpPr>
            <p:cNvPr id="8364" name=""/>
            <p:cNvGrpSpPr/>
            <p:nvPr/>
          </p:nvGrpSpPr>
          <p:grpSpPr>
            <a:xfrm>
              <a:off x="136440" y="763560"/>
              <a:ext cx="2211480" cy="1466640"/>
              <a:chOff x="136440" y="763560"/>
              <a:chExt cx="2211480" cy="1466640"/>
            </a:xfrm>
          </p:grpSpPr>
          <p:grpSp>
            <p:nvGrpSpPr>
              <p:cNvPr id="8365" name=""/>
              <p:cNvGrpSpPr/>
              <p:nvPr/>
            </p:nvGrpSpPr>
            <p:grpSpPr>
              <a:xfrm>
                <a:off x="136440" y="763560"/>
                <a:ext cx="799560" cy="1466640"/>
                <a:chOff x="136440" y="763560"/>
                <a:chExt cx="799560" cy="1466640"/>
              </a:xfrm>
            </p:grpSpPr>
            <p:sp>
              <p:nvSpPr>
                <p:cNvPr id="8366" name=""/>
                <p:cNvSpPr/>
                <p:nvPr/>
              </p:nvSpPr>
              <p:spPr>
                <a:xfrm>
                  <a:off x="594000" y="2180520"/>
                  <a:ext cx="7920" cy="11880"/>
                </a:xfrm>
                <a:custGeom>
                  <a:avLst/>
                  <a:gdLst/>
                  <a:ahLst/>
                  <a:rect l="l" t="t" r="r" b="b"/>
                  <a:pathLst>
                    <a:path w="64" h="98">
                      <a:moveTo>
                        <a:pt x="58" y="28"/>
                      </a:moveTo>
                      <a:lnTo>
                        <a:pt x="64" y="0"/>
                      </a:lnTo>
                      <a:lnTo>
                        <a:pt x="41" y="5"/>
                      </a:lnTo>
                      <a:lnTo>
                        <a:pt x="0" y="70"/>
                      </a:lnTo>
                      <a:lnTo>
                        <a:pt x="24" y="98"/>
                      </a:lnTo>
                      <a:lnTo>
                        <a:pt x="35" y="87"/>
                      </a:lnTo>
                      <a:lnTo>
                        <a:pt x="41" y="63"/>
                      </a:lnTo>
                      <a:lnTo>
                        <a:pt x="58" y="28"/>
                      </a:lnTo>
                      <a:close/>
                    </a:path>
                  </a:pathLst>
                </a:custGeom>
                <a:solidFill>
                  <a:srgbClr val="ffffff"/>
                </a:solidFill>
                <a:ln w="9360">
                  <a:solidFill>
                    <a:srgbClr val="000000"/>
                  </a:solidFill>
                  <a:round/>
                </a:ln>
              </p:spPr>
              <p:style>
                <a:lnRef idx="0"/>
                <a:fillRef idx="0"/>
                <a:effectRef idx="0"/>
                <a:fontRef idx="minor"/>
              </p:style>
              <p:txBody>
                <a:bodyPr lIns="90000" rIns="90000" tIns="-34920" bIns="-34920" anchor="t">
                  <a:noAutofit/>
                </a:bodyPr>
                <a:p>
                  <a:endParaRPr b="0" lang="en-US" sz="2400" spc="-1" strike="noStrike">
                    <a:solidFill>
                      <a:srgbClr val="000000"/>
                    </a:solidFill>
                    <a:latin typeface="Times New Roman"/>
                  </a:endParaRPr>
                </a:p>
              </p:txBody>
            </p:sp>
            <p:sp>
              <p:nvSpPr>
                <p:cNvPr id="8367" name=""/>
                <p:cNvSpPr/>
                <p:nvPr/>
              </p:nvSpPr>
              <p:spPr>
                <a:xfrm>
                  <a:off x="599040" y="2182680"/>
                  <a:ext cx="7920" cy="8640"/>
                </a:xfrm>
                <a:custGeom>
                  <a:avLst/>
                  <a:gdLst/>
                  <a:ahLst/>
                  <a:rect l="l" t="t" r="r" b="b"/>
                  <a:pathLst>
                    <a:path w="64" h="70">
                      <a:moveTo>
                        <a:pt x="40" y="0"/>
                      </a:moveTo>
                      <a:lnTo>
                        <a:pt x="29" y="11"/>
                      </a:lnTo>
                      <a:lnTo>
                        <a:pt x="5" y="46"/>
                      </a:lnTo>
                      <a:lnTo>
                        <a:pt x="0" y="70"/>
                      </a:lnTo>
                      <a:lnTo>
                        <a:pt x="29" y="64"/>
                      </a:lnTo>
                      <a:lnTo>
                        <a:pt x="34" y="35"/>
                      </a:lnTo>
                      <a:lnTo>
                        <a:pt x="64" y="29"/>
                      </a:lnTo>
                      <a:lnTo>
                        <a:pt x="64" y="18"/>
                      </a:lnTo>
                      <a:lnTo>
                        <a:pt x="40" y="0"/>
                      </a:lnTo>
                      <a:close/>
                    </a:path>
                  </a:pathLst>
                </a:custGeom>
                <a:solidFill>
                  <a:srgbClr val="ffffff"/>
                </a:solidFill>
                <a:ln w="9360">
                  <a:solidFill>
                    <a:srgbClr val="000000"/>
                  </a:solidFill>
                  <a:round/>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8368" name=""/>
                <p:cNvSpPr/>
                <p:nvPr/>
              </p:nvSpPr>
              <p:spPr>
                <a:xfrm>
                  <a:off x="510840" y="2160720"/>
                  <a:ext cx="3960" cy="7560"/>
                </a:xfrm>
                <a:custGeom>
                  <a:avLst/>
                  <a:gdLst/>
                  <a:ahLst/>
                  <a:rect l="l" t="t" r="r" b="b"/>
                  <a:pathLst>
                    <a:path w="29" h="63">
                      <a:moveTo>
                        <a:pt x="17" y="0"/>
                      </a:moveTo>
                      <a:lnTo>
                        <a:pt x="0" y="0"/>
                      </a:lnTo>
                      <a:lnTo>
                        <a:pt x="0" y="63"/>
                      </a:lnTo>
                      <a:lnTo>
                        <a:pt x="24" y="40"/>
                      </a:lnTo>
                      <a:lnTo>
                        <a:pt x="24" y="17"/>
                      </a:lnTo>
                      <a:lnTo>
                        <a:pt x="29" y="0"/>
                      </a:lnTo>
                      <a:lnTo>
                        <a:pt x="17" y="0"/>
                      </a:lnTo>
                      <a:close/>
                    </a:path>
                  </a:pathLst>
                </a:custGeom>
                <a:solidFill>
                  <a:srgbClr val="ffffff"/>
                </a:solidFill>
                <a:ln w="9360">
                  <a:solidFill>
                    <a:srgbClr val="000000"/>
                  </a:solidFill>
                  <a:round/>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369" name=""/>
                <p:cNvSpPr/>
                <p:nvPr/>
              </p:nvSpPr>
              <p:spPr>
                <a:xfrm>
                  <a:off x="517680" y="2190600"/>
                  <a:ext cx="5040" cy="5760"/>
                </a:xfrm>
                <a:custGeom>
                  <a:avLst/>
                  <a:gdLst/>
                  <a:ahLst/>
                  <a:rect l="l" t="t" r="r" b="b"/>
                  <a:pathLst>
                    <a:path w="35" h="46">
                      <a:moveTo>
                        <a:pt x="29" y="17"/>
                      </a:moveTo>
                      <a:lnTo>
                        <a:pt x="6" y="0"/>
                      </a:lnTo>
                      <a:lnTo>
                        <a:pt x="0" y="29"/>
                      </a:lnTo>
                      <a:lnTo>
                        <a:pt x="24" y="46"/>
                      </a:lnTo>
                      <a:lnTo>
                        <a:pt x="35" y="23"/>
                      </a:lnTo>
                      <a:lnTo>
                        <a:pt x="29" y="17"/>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370" name=""/>
                <p:cNvSpPr/>
                <p:nvPr/>
              </p:nvSpPr>
              <p:spPr>
                <a:xfrm>
                  <a:off x="528840" y="2206440"/>
                  <a:ext cx="9000" cy="4680"/>
                </a:xfrm>
                <a:custGeom>
                  <a:avLst/>
                  <a:gdLst/>
                  <a:ahLst/>
                  <a:rect l="l" t="t" r="r" b="b"/>
                  <a:pathLst>
                    <a:path w="70" h="34">
                      <a:moveTo>
                        <a:pt x="41" y="5"/>
                      </a:moveTo>
                      <a:lnTo>
                        <a:pt x="6" y="0"/>
                      </a:lnTo>
                      <a:lnTo>
                        <a:pt x="0" y="12"/>
                      </a:lnTo>
                      <a:lnTo>
                        <a:pt x="17" y="34"/>
                      </a:lnTo>
                      <a:lnTo>
                        <a:pt x="52" y="29"/>
                      </a:lnTo>
                      <a:lnTo>
                        <a:pt x="70" y="29"/>
                      </a:lnTo>
                      <a:lnTo>
                        <a:pt x="70" y="17"/>
                      </a:lnTo>
                      <a:lnTo>
                        <a:pt x="41" y="5"/>
                      </a:lnTo>
                      <a:close/>
                    </a:path>
                  </a:pathLst>
                </a:custGeom>
                <a:solidFill>
                  <a:srgbClr val="ffffff"/>
                </a:solidFill>
                <a:ln w="9360">
                  <a:solidFill>
                    <a:srgbClr val="00000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8371" name=""/>
                <p:cNvSpPr/>
                <p:nvPr/>
              </p:nvSpPr>
              <p:spPr>
                <a:xfrm>
                  <a:off x="741960" y="1787760"/>
                  <a:ext cx="2880" cy="1800"/>
                </a:xfrm>
                <a:custGeom>
                  <a:avLst/>
                  <a:gdLst/>
                  <a:ahLst/>
                  <a:rect l="l" t="t" r="r" b="b"/>
                  <a:pathLst>
                    <a:path w="30" h="18">
                      <a:moveTo>
                        <a:pt x="12" y="0"/>
                      </a:moveTo>
                      <a:lnTo>
                        <a:pt x="6" y="0"/>
                      </a:lnTo>
                      <a:lnTo>
                        <a:pt x="0" y="11"/>
                      </a:lnTo>
                      <a:lnTo>
                        <a:pt x="12" y="18"/>
                      </a:lnTo>
                      <a:lnTo>
                        <a:pt x="30" y="6"/>
                      </a:lnTo>
                      <a:lnTo>
                        <a:pt x="12" y="0"/>
                      </a:lnTo>
                      <a:close/>
                    </a:path>
                  </a:pathLst>
                </a:custGeom>
                <a:solidFill>
                  <a:srgbClr val="ffffff"/>
                </a:solidFill>
                <a:ln w="9360">
                  <a:solidFill>
                    <a:srgbClr val="000000"/>
                  </a:solidFill>
                  <a:round/>
                </a:ln>
              </p:spPr>
              <p:style>
                <a:lnRef idx="0"/>
                <a:fillRef idx="0"/>
                <a:effectRef idx="0"/>
                <a:fontRef idx="minor"/>
              </p:style>
              <p:txBody>
                <a:bodyPr lIns="90000" rIns="90000" tIns="-45000" bIns="-45000" anchor="t">
                  <a:noAutofit/>
                </a:bodyPr>
                <a:p>
                  <a:endParaRPr b="0" lang="en-US" sz="2400" spc="-1" strike="noStrike">
                    <a:solidFill>
                      <a:srgbClr val="000000"/>
                    </a:solidFill>
                    <a:latin typeface="Times New Roman"/>
                  </a:endParaRPr>
                </a:p>
              </p:txBody>
            </p:sp>
            <p:sp>
              <p:nvSpPr>
                <p:cNvPr id="8372" name=""/>
                <p:cNvSpPr/>
                <p:nvPr/>
              </p:nvSpPr>
              <p:spPr>
                <a:xfrm>
                  <a:off x="751320" y="1781640"/>
                  <a:ext cx="6840" cy="5760"/>
                </a:xfrm>
                <a:custGeom>
                  <a:avLst/>
                  <a:gdLst/>
                  <a:ahLst/>
                  <a:rect l="l" t="t" r="r" b="b"/>
                  <a:pathLst>
                    <a:path w="53" h="47">
                      <a:moveTo>
                        <a:pt x="18" y="0"/>
                      </a:moveTo>
                      <a:lnTo>
                        <a:pt x="0" y="18"/>
                      </a:lnTo>
                      <a:lnTo>
                        <a:pt x="0" y="41"/>
                      </a:lnTo>
                      <a:lnTo>
                        <a:pt x="35" y="47"/>
                      </a:lnTo>
                      <a:lnTo>
                        <a:pt x="35" y="35"/>
                      </a:lnTo>
                      <a:lnTo>
                        <a:pt x="53" y="23"/>
                      </a:lnTo>
                      <a:lnTo>
                        <a:pt x="42" y="6"/>
                      </a:lnTo>
                      <a:lnTo>
                        <a:pt x="18" y="0"/>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373" name=""/>
                <p:cNvSpPr/>
                <p:nvPr/>
              </p:nvSpPr>
              <p:spPr>
                <a:xfrm>
                  <a:off x="652680" y="1679760"/>
                  <a:ext cx="9000" cy="6840"/>
                </a:xfrm>
                <a:custGeom>
                  <a:avLst/>
                  <a:gdLst/>
                  <a:ahLst/>
                  <a:rect l="l" t="t" r="r" b="b"/>
                  <a:pathLst>
                    <a:path w="75" h="57">
                      <a:moveTo>
                        <a:pt x="47" y="0"/>
                      </a:moveTo>
                      <a:lnTo>
                        <a:pt x="0" y="23"/>
                      </a:lnTo>
                      <a:lnTo>
                        <a:pt x="0" y="45"/>
                      </a:lnTo>
                      <a:lnTo>
                        <a:pt x="40" y="40"/>
                      </a:lnTo>
                      <a:lnTo>
                        <a:pt x="47" y="52"/>
                      </a:lnTo>
                      <a:lnTo>
                        <a:pt x="75" y="57"/>
                      </a:lnTo>
                      <a:lnTo>
                        <a:pt x="70" y="17"/>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374" name=""/>
                <p:cNvSpPr/>
                <p:nvPr/>
              </p:nvSpPr>
              <p:spPr>
                <a:xfrm>
                  <a:off x="488520" y="1660320"/>
                  <a:ext cx="108360" cy="137520"/>
                </a:xfrm>
                <a:custGeom>
                  <a:avLst/>
                  <a:gdLst/>
                  <a:ahLst/>
                  <a:rect l="l" t="t" r="r" b="b"/>
                  <a:pathLst>
                    <a:path w="860" h="1116">
                      <a:moveTo>
                        <a:pt x="157" y="570"/>
                      </a:moveTo>
                      <a:lnTo>
                        <a:pt x="0" y="687"/>
                      </a:lnTo>
                      <a:lnTo>
                        <a:pt x="105" y="744"/>
                      </a:lnTo>
                      <a:lnTo>
                        <a:pt x="99" y="785"/>
                      </a:lnTo>
                      <a:lnTo>
                        <a:pt x="244" y="797"/>
                      </a:lnTo>
                      <a:lnTo>
                        <a:pt x="285" y="802"/>
                      </a:lnTo>
                      <a:lnTo>
                        <a:pt x="354" y="936"/>
                      </a:lnTo>
                      <a:lnTo>
                        <a:pt x="482" y="954"/>
                      </a:lnTo>
                      <a:lnTo>
                        <a:pt x="569" y="994"/>
                      </a:lnTo>
                      <a:lnTo>
                        <a:pt x="558" y="1111"/>
                      </a:lnTo>
                      <a:lnTo>
                        <a:pt x="581" y="1116"/>
                      </a:lnTo>
                      <a:lnTo>
                        <a:pt x="674" y="919"/>
                      </a:lnTo>
                      <a:lnTo>
                        <a:pt x="633" y="872"/>
                      </a:lnTo>
                      <a:lnTo>
                        <a:pt x="639" y="832"/>
                      </a:lnTo>
                      <a:lnTo>
                        <a:pt x="698" y="785"/>
                      </a:lnTo>
                      <a:lnTo>
                        <a:pt x="656" y="767"/>
                      </a:lnTo>
                      <a:lnTo>
                        <a:pt x="663" y="739"/>
                      </a:lnTo>
                      <a:lnTo>
                        <a:pt x="698" y="744"/>
                      </a:lnTo>
                      <a:lnTo>
                        <a:pt x="743" y="779"/>
                      </a:lnTo>
                      <a:lnTo>
                        <a:pt x="796" y="779"/>
                      </a:lnTo>
                      <a:lnTo>
                        <a:pt x="825" y="832"/>
                      </a:lnTo>
                      <a:lnTo>
                        <a:pt x="860" y="837"/>
                      </a:lnTo>
                      <a:lnTo>
                        <a:pt x="848" y="797"/>
                      </a:lnTo>
                      <a:lnTo>
                        <a:pt x="855" y="756"/>
                      </a:lnTo>
                      <a:lnTo>
                        <a:pt x="808" y="669"/>
                      </a:lnTo>
                      <a:lnTo>
                        <a:pt x="831" y="605"/>
                      </a:lnTo>
                      <a:lnTo>
                        <a:pt x="813" y="576"/>
                      </a:lnTo>
                      <a:lnTo>
                        <a:pt x="843" y="478"/>
                      </a:lnTo>
                      <a:lnTo>
                        <a:pt x="721" y="471"/>
                      </a:lnTo>
                      <a:lnTo>
                        <a:pt x="541" y="361"/>
                      </a:lnTo>
                      <a:lnTo>
                        <a:pt x="499" y="274"/>
                      </a:lnTo>
                      <a:lnTo>
                        <a:pt x="453" y="279"/>
                      </a:lnTo>
                      <a:lnTo>
                        <a:pt x="511" y="192"/>
                      </a:lnTo>
                      <a:lnTo>
                        <a:pt x="494" y="122"/>
                      </a:lnTo>
                      <a:lnTo>
                        <a:pt x="541" y="105"/>
                      </a:lnTo>
                      <a:lnTo>
                        <a:pt x="593" y="18"/>
                      </a:lnTo>
                      <a:lnTo>
                        <a:pt x="552" y="0"/>
                      </a:lnTo>
                      <a:lnTo>
                        <a:pt x="523" y="24"/>
                      </a:lnTo>
                      <a:lnTo>
                        <a:pt x="302" y="94"/>
                      </a:lnTo>
                      <a:lnTo>
                        <a:pt x="290" y="134"/>
                      </a:lnTo>
                      <a:lnTo>
                        <a:pt x="232" y="244"/>
                      </a:lnTo>
                      <a:lnTo>
                        <a:pt x="180" y="262"/>
                      </a:lnTo>
                      <a:lnTo>
                        <a:pt x="157" y="326"/>
                      </a:lnTo>
                      <a:lnTo>
                        <a:pt x="174" y="478"/>
                      </a:lnTo>
                      <a:lnTo>
                        <a:pt x="140" y="500"/>
                      </a:lnTo>
                      <a:lnTo>
                        <a:pt x="157" y="57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375" name=""/>
                <p:cNvSpPr/>
                <p:nvPr/>
              </p:nvSpPr>
              <p:spPr>
                <a:xfrm>
                  <a:off x="473040" y="1745280"/>
                  <a:ext cx="45360" cy="50400"/>
                </a:xfrm>
                <a:custGeom>
                  <a:avLst/>
                  <a:gdLst/>
                  <a:ahLst/>
                  <a:rect l="l" t="t" r="r" b="b"/>
                  <a:pathLst>
                    <a:path w="361" h="412">
                      <a:moveTo>
                        <a:pt x="123" y="0"/>
                      </a:moveTo>
                      <a:lnTo>
                        <a:pt x="59" y="45"/>
                      </a:lnTo>
                      <a:lnTo>
                        <a:pt x="0" y="197"/>
                      </a:lnTo>
                      <a:lnTo>
                        <a:pt x="0" y="267"/>
                      </a:lnTo>
                      <a:lnTo>
                        <a:pt x="24" y="272"/>
                      </a:lnTo>
                      <a:lnTo>
                        <a:pt x="65" y="220"/>
                      </a:lnTo>
                      <a:lnTo>
                        <a:pt x="70" y="237"/>
                      </a:lnTo>
                      <a:lnTo>
                        <a:pt x="42" y="336"/>
                      </a:lnTo>
                      <a:lnTo>
                        <a:pt x="100" y="412"/>
                      </a:lnTo>
                      <a:lnTo>
                        <a:pt x="216" y="324"/>
                      </a:lnTo>
                      <a:lnTo>
                        <a:pt x="227" y="272"/>
                      </a:lnTo>
                      <a:lnTo>
                        <a:pt x="309" y="249"/>
                      </a:lnTo>
                      <a:lnTo>
                        <a:pt x="361" y="110"/>
                      </a:lnTo>
                      <a:lnTo>
                        <a:pt x="216" y="98"/>
                      </a:lnTo>
                      <a:lnTo>
                        <a:pt x="222" y="57"/>
                      </a:lnTo>
                      <a:lnTo>
                        <a:pt x="123" y="0"/>
                      </a:lnTo>
                      <a:close/>
                    </a:path>
                  </a:pathLst>
                </a:custGeom>
                <a:solidFill>
                  <a:srgbClr val="ffffff"/>
                </a:solidFill>
                <a:ln w="9360">
                  <a:solidFill>
                    <a:srgbClr val="000000"/>
                  </a:solidFill>
                  <a:round/>
                </a:ln>
              </p:spPr>
              <p:style>
                <a:lnRef idx="0"/>
                <a:fillRef idx="0"/>
                <a:effectRef idx="0"/>
                <a:fontRef idx="minor"/>
              </p:style>
              <p:txBody>
                <a:bodyPr lIns="90000" rIns="90000" tIns="3600" bIns="3600" anchor="t">
                  <a:noAutofit/>
                </a:bodyPr>
                <a:p>
                  <a:endParaRPr b="0" lang="en-US" sz="2400" spc="-1" strike="noStrike">
                    <a:solidFill>
                      <a:srgbClr val="000000"/>
                    </a:solidFill>
                    <a:latin typeface="Times New Roman"/>
                  </a:endParaRPr>
                </a:p>
              </p:txBody>
            </p:sp>
            <p:sp>
              <p:nvSpPr>
                <p:cNvPr id="8376" name=""/>
                <p:cNvSpPr/>
                <p:nvPr/>
              </p:nvSpPr>
              <p:spPr>
                <a:xfrm>
                  <a:off x="546120" y="1666080"/>
                  <a:ext cx="123480" cy="99720"/>
                </a:xfrm>
                <a:custGeom>
                  <a:avLst/>
                  <a:gdLst/>
                  <a:ahLst/>
                  <a:rect l="l" t="t" r="r" b="b"/>
                  <a:pathLst>
                    <a:path w="977" h="808">
                      <a:moveTo>
                        <a:pt x="75" y="52"/>
                      </a:moveTo>
                      <a:lnTo>
                        <a:pt x="93" y="134"/>
                      </a:lnTo>
                      <a:lnTo>
                        <a:pt x="139" y="180"/>
                      </a:lnTo>
                      <a:lnTo>
                        <a:pt x="145" y="146"/>
                      </a:lnTo>
                      <a:lnTo>
                        <a:pt x="127" y="87"/>
                      </a:lnTo>
                      <a:lnTo>
                        <a:pt x="174" y="64"/>
                      </a:lnTo>
                      <a:lnTo>
                        <a:pt x="197" y="0"/>
                      </a:lnTo>
                      <a:lnTo>
                        <a:pt x="319" y="52"/>
                      </a:lnTo>
                      <a:lnTo>
                        <a:pt x="354" y="111"/>
                      </a:lnTo>
                      <a:lnTo>
                        <a:pt x="750" y="146"/>
                      </a:lnTo>
                      <a:lnTo>
                        <a:pt x="750" y="174"/>
                      </a:lnTo>
                      <a:lnTo>
                        <a:pt x="855" y="238"/>
                      </a:lnTo>
                      <a:lnTo>
                        <a:pt x="849" y="290"/>
                      </a:lnTo>
                      <a:lnTo>
                        <a:pt x="977" y="372"/>
                      </a:lnTo>
                      <a:lnTo>
                        <a:pt x="872" y="395"/>
                      </a:lnTo>
                      <a:lnTo>
                        <a:pt x="901" y="442"/>
                      </a:lnTo>
                      <a:lnTo>
                        <a:pt x="872" y="470"/>
                      </a:lnTo>
                      <a:lnTo>
                        <a:pt x="849" y="470"/>
                      </a:lnTo>
                      <a:lnTo>
                        <a:pt x="855" y="564"/>
                      </a:lnTo>
                      <a:lnTo>
                        <a:pt x="820" y="639"/>
                      </a:lnTo>
                      <a:lnTo>
                        <a:pt x="727" y="627"/>
                      </a:lnTo>
                      <a:lnTo>
                        <a:pt x="698" y="645"/>
                      </a:lnTo>
                      <a:lnTo>
                        <a:pt x="570" y="569"/>
                      </a:lnTo>
                      <a:lnTo>
                        <a:pt x="546" y="592"/>
                      </a:lnTo>
                      <a:lnTo>
                        <a:pt x="633" y="714"/>
                      </a:lnTo>
                      <a:lnTo>
                        <a:pt x="511" y="808"/>
                      </a:lnTo>
                      <a:lnTo>
                        <a:pt x="401" y="784"/>
                      </a:lnTo>
                      <a:lnTo>
                        <a:pt x="389" y="744"/>
                      </a:lnTo>
                      <a:lnTo>
                        <a:pt x="396" y="703"/>
                      </a:lnTo>
                      <a:lnTo>
                        <a:pt x="354" y="622"/>
                      </a:lnTo>
                      <a:lnTo>
                        <a:pt x="372" y="552"/>
                      </a:lnTo>
                      <a:lnTo>
                        <a:pt x="354" y="523"/>
                      </a:lnTo>
                      <a:lnTo>
                        <a:pt x="384" y="425"/>
                      </a:lnTo>
                      <a:lnTo>
                        <a:pt x="250" y="413"/>
                      </a:lnTo>
                      <a:lnTo>
                        <a:pt x="70" y="308"/>
                      </a:lnTo>
                      <a:lnTo>
                        <a:pt x="40" y="221"/>
                      </a:lnTo>
                      <a:lnTo>
                        <a:pt x="0" y="226"/>
                      </a:lnTo>
                      <a:lnTo>
                        <a:pt x="52" y="139"/>
                      </a:lnTo>
                      <a:lnTo>
                        <a:pt x="35" y="69"/>
                      </a:lnTo>
                      <a:lnTo>
                        <a:pt x="75" y="52"/>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377" name=""/>
                <p:cNvSpPr/>
                <p:nvPr/>
              </p:nvSpPr>
              <p:spPr>
                <a:xfrm>
                  <a:off x="466920" y="1757880"/>
                  <a:ext cx="105480" cy="159120"/>
                </a:xfrm>
                <a:custGeom>
                  <a:avLst/>
                  <a:gdLst/>
                  <a:ahLst/>
                  <a:rect l="l" t="t" r="r" b="b"/>
                  <a:pathLst>
                    <a:path w="825" h="1283">
                      <a:moveTo>
                        <a:pt x="87" y="226"/>
                      </a:moveTo>
                      <a:lnTo>
                        <a:pt x="0" y="291"/>
                      </a:lnTo>
                      <a:lnTo>
                        <a:pt x="5" y="406"/>
                      </a:lnTo>
                      <a:lnTo>
                        <a:pt x="92" y="470"/>
                      </a:lnTo>
                      <a:lnTo>
                        <a:pt x="104" y="551"/>
                      </a:lnTo>
                      <a:lnTo>
                        <a:pt x="157" y="575"/>
                      </a:lnTo>
                      <a:lnTo>
                        <a:pt x="168" y="725"/>
                      </a:lnTo>
                      <a:lnTo>
                        <a:pt x="284" y="854"/>
                      </a:lnTo>
                      <a:lnTo>
                        <a:pt x="284" y="952"/>
                      </a:lnTo>
                      <a:lnTo>
                        <a:pt x="417" y="1115"/>
                      </a:lnTo>
                      <a:lnTo>
                        <a:pt x="604" y="1179"/>
                      </a:lnTo>
                      <a:lnTo>
                        <a:pt x="650" y="1283"/>
                      </a:lnTo>
                      <a:lnTo>
                        <a:pt x="766" y="1168"/>
                      </a:lnTo>
                      <a:lnTo>
                        <a:pt x="772" y="1086"/>
                      </a:lnTo>
                      <a:lnTo>
                        <a:pt x="825" y="976"/>
                      </a:lnTo>
                      <a:lnTo>
                        <a:pt x="755" y="819"/>
                      </a:lnTo>
                      <a:lnTo>
                        <a:pt x="696" y="778"/>
                      </a:lnTo>
                      <a:lnTo>
                        <a:pt x="708" y="714"/>
                      </a:lnTo>
                      <a:lnTo>
                        <a:pt x="673" y="680"/>
                      </a:lnTo>
                      <a:lnTo>
                        <a:pt x="598" y="714"/>
                      </a:lnTo>
                      <a:lnTo>
                        <a:pt x="551" y="650"/>
                      </a:lnTo>
                      <a:lnTo>
                        <a:pt x="493" y="697"/>
                      </a:lnTo>
                      <a:lnTo>
                        <a:pt x="469" y="586"/>
                      </a:lnTo>
                      <a:lnTo>
                        <a:pt x="528" y="488"/>
                      </a:lnTo>
                      <a:lnTo>
                        <a:pt x="534" y="436"/>
                      </a:lnTo>
                      <a:lnTo>
                        <a:pt x="743" y="319"/>
                      </a:lnTo>
                      <a:lnTo>
                        <a:pt x="720" y="314"/>
                      </a:lnTo>
                      <a:lnTo>
                        <a:pt x="731" y="197"/>
                      </a:lnTo>
                      <a:lnTo>
                        <a:pt x="650" y="157"/>
                      </a:lnTo>
                      <a:lnTo>
                        <a:pt x="516" y="139"/>
                      </a:lnTo>
                      <a:lnTo>
                        <a:pt x="447" y="5"/>
                      </a:lnTo>
                      <a:lnTo>
                        <a:pt x="406" y="0"/>
                      </a:lnTo>
                      <a:lnTo>
                        <a:pt x="354" y="139"/>
                      </a:lnTo>
                      <a:lnTo>
                        <a:pt x="272" y="162"/>
                      </a:lnTo>
                      <a:lnTo>
                        <a:pt x="261" y="226"/>
                      </a:lnTo>
                      <a:lnTo>
                        <a:pt x="139" y="308"/>
                      </a:lnTo>
                      <a:lnTo>
                        <a:pt x="87" y="226"/>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378" name=""/>
                <p:cNvSpPr/>
                <p:nvPr/>
              </p:nvSpPr>
              <p:spPr>
                <a:xfrm>
                  <a:off x="517680" y="1909440"/>
                  <a:ext cx="59760" cy="296640"/>
                </a:xfrm>
                <a:custGeom>
                  <a:avLst/>
                  <a:gdLst/>
                  <a:ahLst/>
                  <a:rect l="l" t="t" r="r" b="b"/>
                  <a:pathLst>
                    <a:path w="471" h="2399">
                      <a:moveTo>
                        <a:pt x="250" y="63"/>
                      </a:moveTo>
                      <a:lnTo>
                        <a:pt x="285" y="133"/>
                      </a:lnTo>
                      <a:lnTo>
                        <a:pt x="233" y="558"/>
                      </a:lnTo>
                      <a:lnTo>
                        <a:pt x="268" y="586"/>
                      </a:lnTo>
                      <a:lnTo>
                        <a:pt x="204" y="650"/>
                      </a:lnTo>
                      <a:lnTo>
                        <a:pt x="163" y="830"/>
                      </a:lnTo>
                      <a:lnTo>
                        <a:pt x="204" y="929"/>
                      </a:lnTo>
                      <a:lnTo>
                        <a:pt x="128" y="1208"/>
                      </a:lnTo>
                      <a:lnTo>
                        <a:pt x="69" y="1324"/>
                      </a:lnTo>
                      <a:lnTo>
                        <a:pt x="93" y="1417"/>
                      </a:lnTo>
                      <a:lnTo>
                        <a:pt x="87" y="1550"/>
                      </a:lnTo>
                      <a:lnTo>
                        <a:pt x="128" y="1632"/>
                      </a:lnTo>
                      <a:lnTo>
                        <a:pt x="139" y="1679"/>
                      </a:lnTo>
                      <a:lnTo>
                        <a:pt x="93" y="1719"/>
                      </a:lnTo>
                      <a:lnTo>
                        <a:pt x="128" y="1812"/>
                      </a:lnTo>
                      <a:lnTo>
                        <a:pt x="104" y="1864"/>
                      </a:lnTo>
                      <a:lnTo>
                        <a:pt x="6" y="1899"/>
                      </a:lnTo>
                      <a:lnTo>
                        <a:pt x="0" y="1928"/>
                      </a:lnTo>
                      <a:lnTo>
                        <a:pt x="52" y="1946"/>
                      </a:lnTo>
                      <a:lnTo>
                        <a:pt x="41" y="1998"/>
                      </a:lnTo>
                      <a:lnTo>
                        <a:pt x="81" y="2021"/>
                      </a:lnTo>
                      <a:lnTo>
                        <a:pt x="59" y="2068"/>
                      </a:lnTo>
                      <a:lnTo>
                        <a:pt x="41" y="2172"/>
                      </a:lnTo>
                      <a:lnTo>
                        <a:pt x="69" y="2260"/>
                      </a:lnTo>
                      <a:lnTo>
                        <a:pt x="93" y="2282"/>
                      </a:lnTo>
                      <a:lnTo>
                        <a:pt x="104" y="2358"/>
                      </a:lnTo>
                      <a:lnTo>
                        <a:pt x="134" y="2364"/>
                      </a:lnTo>
                      <a:lnTo>
                        <a:pt x="151" y="2352"/>
                      </a:lnTo>
                      <a:lnTo>
                        <a:pt x="163" y="2329"/>
                      </a:lnTo>
                      <a:lnTo>
                        <a:pt x="174" y="2340"/>
                      </a:lnTo>
                      <a:lnTo>
                        <a:pt x="157" y="2382"/>
                      </a:lnTo>
                      <a:lnTo>
                        <a:pt x="192" y="2399"/>
                      </a:lnTo>
                      <a:lnTo>
                        <a:pt x="256" y="2364"/>
                      </a:lnTo>
                      <a:lnTo>
                        <a:pt x="279" y="2329"/>
                      </a:lnTo>
                      <a:lnTo>
                        <a:pt x="238" y="2317"/>
                      </a:lnTo>
                      <a:lnTo>
                        <a:pt x="221" y="2335"/>
                      </a:lnTo>
                      <a:lnTo>
                        <a:pt x="169" y="2312"/>
                      </a:lnTo>
                      <a:lnTo>
                        <a:pt x="157" y="2271"/>
                      </a:lnTo>
                      <a:lnTo>
                        <a:pt x="93" y="2248"/>
                      </a:lnTo>
                      <a:lnTo>
                        <a:pt x="93" y="2166"/>
                      </a:lnTo>
                      <a:lnTo>
                        <a:pt x="146" y="2114"/>
                      </a:lnTo>
                      <a:lnTo>
                        <a:pt x="157" y="2045"/>
                      </a:lnTo>
                      <a:lnTo>
                        <a:pt x="122" y="2010"/>
                      </a:lnTo>
                      <a:lnTo>
                        <a:pt x="122" y="1998"/>
                      </a:lnTo>
                      <a:lnTo>
                        <a:pt x="157" y="1963"/>
                      </a:lnTo>
                      <a:lnTo>
                        <a:pt x="163" y="1911"/>
                      </a:lnTo>
                      <a:lnTo>
                        <a:pt x="181" y="1888"/>
                      </a:lnTo>
                      <a:lnTo>
                        <a:pt x="204" y="1836"/>
                      </a:lnTo>
                      <a:lnTo>
                        <a:pt x="198" y="1801"/>
                      </a:lnTo>
                      <a:lnTo>
                        <a:pt x="221" y="1306"/>
                      </a:lnTo>
                      <a:lnTo>
                        <a:pt x="308" y="1278"/>
                      </a:lnTo>
                      <a:lnTo>
                        <a:pt x="314" y="1243"/>
                      </a:lnTo>
                      <a:lnTo>
                        <a:pt x="261" y="1214"/>
                      </a:lnTo>
                      <a:lnTo>
                        <a:pt x="291" y="1092"/>
                      </a:lnTo>
                      <a:lnTo>
                        <a:pt x="261" y="900"/>
                      </a:lnTo>
                      <a:lnTo>
                        <a:pt x="383" y="621"/>
                      </a:lnTo>
                      <a:lnTo>
                        <a:pt x="383" y="511"/>
                      </a:lnTo>
                      <a:lnTo>
                        <a:pt x="418" y="471"/>
                      </a:lnTo>
                      <a:lnTo>
                        <a:pt x="460" y="488"/>
                      </a:lnTo>
                      <a:lnTo>
                        <a:pt x="471" y="464"/>
                      </a:lnTo>
                      <a:lnTo>
                        <a:pt x="471" y="394"/>
                      </a:lnTo>
                      <a:lnTo>
                        <a:pt x="425" y="354"/>
                      </a:lnTo>
                      <a:lnTo>
                        <a:pt x="372" y="11"/>
                      </a:lnTo>
                      <a:lnTo>
                        <a:pt x="314" y="0"/>
                      </a:lnTo>
                      <a:lnTo>
                        <a:pt x="250" y="63"/>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379" name=""/>
                <p:cNvSpPr/>
                <p:nvPr/>
              </p:nvSpPr>
              <p:spPr>
                <a:xfrm>
                  <a:off x="517680" y="2134080"/>
                  <a:ext cx="3600" cy="3600"/>
                </a:xfrm>
                <a:custGeom>
                  <a:avLst/>
                  <a:gdLst/>
                  <a:ahLst/>
                  <a:rect l="l" t="t" r="r" b="b"/>
                  <a:pathLst>
                    <a:path w="29" h="29">
                      <a:moveTo>
                        <a:pt x="6" y="0"/>
                      </a:moveTo>
                      <a:lnTo>
                        <a:pt x="0" y="11"/>
                      </a:lnTo>
                      <a:lnTo>
                        <a:pt x="6" y="29"/>
                      </a:lnTo>
                      <a:lnTo>
                        <a:pt x="29" y="18"/>
                      </a:lnTo>
                      <a:lnTo>
                        <a:pt x="17" y="6"/>
                      </a:lnTo>
                      <a:lnTo>
                        <a:pt x="6" y="0"/>
                      </a:lnTo>
                      <a:close/>
                    </a:path>
                  </a:pathLst>
                </a:custGeom>
                <a:solidFill>
                  <a:srgbClr val="ffffff"/>
                </a:solidFill>
                <a:ln w="9360">
                  <a:solidFill>
                    <a:srgbClr val="000000"/>
                  </a:solidFill>
                  <a:round/>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8380" name=""/>
                <p:cNvSpPr/>
                <p:nvPr/>
              </p:nvSpPr>
              <p:spPr>
                <a:xfrm>
                  <a:off x="521640" y="2107440"/>
                  <a:ext cx="5040" cy="13680"/>
                </a:xfrm>
                <a:custGeom>
                  <a:avLst/>
                  <a:gdLst/>
                  <a:ahLst/>
                  <a:rect l="l" t="t" r="r" b="b"/>
                  <a:pathLst>
                    <a:path w="40" h="111">
                      <a:moveTo>
                        <a:pt x="23" y="0"/>
                      </a:moveTo>
                      <a:lnTo>
                        <a:pt x="0" y="24"/>
                      </a:lnTo>
                      <a:lnTo>
                        <a:pt x="6" y="52"/>
                      </a:lnTo>
                      <a:lnTo>
                        <a:pt x="0" y="93"/>
                      </a:lnTo>
                      <a:lnTo>
                        <a:pt x="23" y="111"/>
                      </a:lnTo>
                      <a:lnTo>
                        <a:pt x="40" y="99"/>
                      </a:lnTo>
                      <a:lnTo>
                        <a:pt x="30" y="69"/>
                      </a:lnTo>
                      <a:lnTo>
                        <a:pt x="40" y="29"/>
                      </a:lnTo>
                      <a:lnTo>
                        <a:pt x="23" y="0"/>
                      </a:lnTo>
                      <a:close/>
                    </a:path>
                  </a:pathLst>
                </a:custGeom>
                <a:solidFill>
                  <a:srgbClr val="ffffff"/>
                </a:solidFill>
                <a:ln w="9360">
                  <a:solidFill>
                    <a:srgbClr val="000000"/>
                  </a:solidFill>
                  <a:round/>
                </a:ln>
              </p:spPr>
              <p:style>
                <a:lnRef idx="0"/>
                <a:fillRef idx="0"/>
                <a:effectRef idx="0"/>
                <a:fontRef idx="minor"/>
              </p:style>
              <p:txBody>
                <a:bodyPr lIns="90000" rIns="90000" tIns="-33120" bIns="-33120" anchor="t">
                  <a:noAutofit/>
                </a:bodyPr>
                <a:p>
                  <a:endParaRPr b="0" lang="en-US" sz="2400" spc="-1" strike="noStrike">
                    <a:solidFill>
                      <a:srgbClr val="000000"/>
                    </a:solidFill>
                    <a:latin typeface="Times New Roman"/>
                  </a:endParaRPr>
                </a:p>
              </p:txBody>
            </p:sp>
            <p:sp>
              <p:nvSpPr>
                <p:cNvPr id="8381" name=""/>
                <p:cNvSpPr/>
                <p:nvPr/>
              </p:nvSpPr>
              <p:spPr>
                <a:xfrm>
                  <a:off x="540000" y="2205360"/>
                  <a:ext cx="22320" cy="24840"/>
                </a:xfrm>
                <a:custGeom>
                  <a:avLst/>
                  <a:gdLst/>
                  <a:ahLst/>
                  <a:rect l="l" t="t" r="r" b="b"/>
                  <a:pathLst>
                    <a:path w="179" h="198">
                      <a:moveTo>
                        <a:pt x="139" y="0"/>
                      </a:moveTo>
                      <a:lnTo>
                        <a:pt x="87" y="29"/>
                      </a:lnTo>
                      <a:lnTo>
                        <a:pt x="92" y="81"/>
                      </a:lnTo>
                      <a:lnTo>
                        <a:pt x="23" y="99"/>
                      </a:lnTo>
                      <a:lnTo>
                        <a:pt x="0" y="134"/>
                      </a:lnTo>
                      <a:lnTo>
                        <a:pt x="81" y="134"/>
                      </a:lnTo>
                      <a:lnTo>
                        <a:pt x="104" y="180"/>
                      </a:lnTo>
                      <a:lnTo>
                        <a:pt x="139" y="198"/>
                      </a:lnTo>
                      <a:lnTo>
                        <a:pt x="179" y="168"/>
                      </a:lnTo>
                      <a:lnTo>
                        <a:pt x="157" y="104"/>
                      </a:lnTo>
                      <a:lnTo>
                        <a:pt x="139" y="0"/>
                      </a:lnTo>
                      <a:close/>
                    </a:path>
                  </a:pathLst>
                </a:custGeom>
                <a:solidFill>
                  <a:srgbClr val="ffffff"/>
                </a:solidFill>
                <a:ln w="9360">
                  <a:solidFill>
                    <a:srgbClr val="000000"/>
                  </a:solidFill>
                  <a:round/>
                </a:ln>
              </p:spPr>
              <p:style>
                <a:lnRef idx="0"/>
                <a:fillRef idx="0"/>
                <a:effectRef idx="0"/>
                <a:fontRef idx="minor"/>
              </p:style>
              <p:txBody>
                <a:bodyPr lIns="90000" rIns="90000" tIns="-21960" bIns="-21960" anchor="t">
                  <a:noAutofit/>
                </a:bodyPr>
                <a:p>
                  <a:endParaRPr b="0" lang="en-US" sz="2400" spc="-1" strike="noStrike">
                    <a:solidFill>
                      <a:srgbClr val="000000"/>
                    </a:solidFill>
                    <a:latin typeface="Times New Roman"/>
                  </a:endParaRPr>
                </a:p>
              </p:txBody>
            </p:sp>
            <p:sp>
              <p:nvSpPr>
                <p:cNvPr id="8382" name=""/>
                <p:cNvSpPr/>
                <p:nvPr/>
              </p:nvSpPr>
              <p:spPr>
                <a:xfrm>
                  <a:off x="557280" y="2205360"/>
                  <a:ext cx="20880" cy="22680"/>
                </a:xfrm>
                <a:custGeom>
                  <a:avLst/>
                  <a:gdLst/>
                  <a:ahLst/>
                  <a:rect l="l" t="t" r="r" b="b"/>
                  <a:pathLst>
                    <a:path w="169" h="186">
                      <a:moveTo>
                        <a:pt x="0" y="0"/>
                      </a:moveTo>
                      <a:lnTo>
                        <a:pt x="18" y="104"/>
                      </a:lnTo>
                      <a:lnTo>
                        <a:pt x="40" y="168"/>
                      </a:lnTo>
                      <a:lnTo>
                        <a:pt x="99" y="186"/>
                      </a:lnTo>
                      <a:lnTo>
                        <a:pt x="169" y="174"/>
                      </a:lnTo>
                      <a:lnTo>
                        <a:pt x="134" y="122"/>
                      </a:lnTo>
                      <a:lnTo>
                        <a:pt x="110" y="122"/>
                      </a:lnTo>
                      <a:lnTo>
                        <a:pt x="70" y="99"/>
                      </a:lnTo>
                      <a:lnTo>
                        <a:pt x="30" y="12"/>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24120" bIns="-24120" anchor="t">
                  <a:noAutofit/>
                </a:bodyPr>
                <a:p>
                  <a:endParaRPr b="0" lang="en-US" sz="2400" spc="-1" strike="noStrike">
                    <a:solidFill>
                      <a:srgbClr val="000000"/>
                    </a:solidFill>
                    <a:latin typeface="Times New Roman"/>
                  </a:endParaRPr>
                </a:p>
              </p:txBody>
            </p:sp>
            <p:sp>
              <p:nvSpPr>
                <p:cNvPr id="8383" name=""/>
                <p:cNvSpPr/>
                <p:nvPr/>
              </p:nvSpPr>
              <p:spPr>
                <a:xfrm>
                  <a:off x="529920" y="1949040"/>
                  <a:ext cx="153000" cy="249120"/>
                </a:xfrm>
                <a:custGeom>
                  <a:avLst/>
                  <a:gdLst/>
                  <a:ahLst/>
                  <a:rect l="l" t="t" r="r" b="b"/>
                  <a:pathLst>
                    <a:path w="1209" h="2010">
                      <a:moveTo>
                        <a:pt x="372" y="69"/>
                      </a:moveTo>
                      <a:lnTo>
                        <a:pt x="384" y="134"/>
                      </a:lnTo>
                      <a:lnTo>
                        <a:pt x="367" y="163"/>
                      </a:lnTo>
                      <a:lnTo>
                        <a:pt x="325" y="146"/>
                      </a:lnTo>
                      <a:lnTo>
                        <a:pt x="290" y="186"/>
                      </a:lnTo>
                      <a:lnTo>
                        <a:pt x="290" y="285"/>
                      </a:lnTo>
                      <a:lnTo>
                        <a:pt x="168" y="575"/>
                      </a:lnTo>
                      <a:lnTo>
                        <a:pt x="203" y="767"/>
                      </a:lnTo>
                      <a:lnTo>
                        <a:pt x="168" y="889"/>
                      </a:lnTo>
                      <a:lnTo>
                        <a:pt x="221" y="918"/>
                      </a:lnTo>
                      <a:lnTo>
                        <a:pt x="215" y="953"/>
                      </a:lnTo>
                      <a:lnTo>
                        <a:pt x="128" y="981"/>
                      </a:lnTo>
                      <a:lnTo>
                        <a:pt x="105" y="1476"/>
                      </a:lnTo>
                      <a:lnTo>
                        <a:pt x="111" y="1511"/>
                      </a:lnTo>
                      <a:lnTo>
                        <a:pt x="93" y="1563"/>
                      </a:lnTo>
                      <a:lnTo>
                        <a:pt x="64" y="1598"/>
                      </a:lnTo>
                      <a:lnTo>
                        <a:pt x="64" y="1644"/>
                      </a:lnTo>
                      <a:lnTo>
                        <a:pt x="29" y="1668"/>
                      </a:lnTo>
                      <a:lnTo>
                        <a:pt x="29" y="1685"/>
                      </a:lnTo>
                      <a:lnTo>
                        <a:pt x="64" y="1720"/>
                      </a:lnTo>
                      <a:lnTo>
                        <a:pt x="58" y="1783"/>
                      </a:lnTo>
                      <a:lnTo>
                        <a:pt x="0" y="1841"/>
                      </a:lnTo>
                      <a:lnTo>
                        <a:pt x="6" y="1923"/>
                      </a:lnTo>
                      <a:lnTo>
                        <a:pt x="70" y="1957"/>
                      </a:lnTo>
                      <a:lnTo>
                        <a:pt x="76" y="1987"/>
                      </a:lnTo>
                      <a:lnTo>
                        <a:pt x="128" y="2010"/>
                      </a:lnTo>
                      <a:lnTo>
                        <a:pt x="140" y="1998"/>
                      </a:lnTo>
                      <a:lnTo>
                        <a:pt x="186" y="2004"/>
                      </a:lnTo>
                      <a:lnTo>
                        <a:pt x="198" y="1980"/>
                      </a:lnTo>
                      <a:lnTo>
                        <a:pt x="186" y="1940"/>
                      </a:lnTo>
                      <a:lnTo>
                        <a:pt x="198" y="1905"/>
                      </a:lnTo>
                      <a:lnTo>
                        <a:pt x="349" y="1778"/>
                      </a:lnTo>
                      <a:lnTo>
                        <a:pt x="337" y="1691"/>
                      </a:lnTo>
                      <a:lnTo>
                        <a:pt x="285" y="1673"/>
                      </a:lnTo>
                      <a:lnTo>
                        <a:pt x="302" y="1598"/>
                      </a:lnTo>
                      <a:lnTo>
                        <a:pt x="378" y="1569"/>
                      </a:lnTo>
                      <a:lnTo>
                        <a:pt x="419" y="1435"/>
                      </a:lnTo>
                      <a:lnTo>
                        <a:pt x="500" y="1417"/>
                      </a:lnTo>
                      <a:lnTo>
                        <a:pt x="494" y="1389"/>
                      </a:lnTo>
                      <a:lnTo>
                        <a:pt x="459" y="1377"/>
                      </a:lnTo>
                      <a:lnTo>
                        <a:pt x="482" y="1342"/>
                      </a:lnTo>
                      <a:lnTo>
                        <a:pt x="587" y="1302"/>
                      </a:lnTo>
                      <a:lnTo>
                        <a:pt x="611" y="1232"/>
                      </a:lnTo>
                      <a:lnTo>
                        <a:pt x="604" y="1208"/>
                      </a:lnTo>
                      <a:lnTo>
                        <a:pt x="791" y="1185"/>
                      </a:lnTo>
                      <a:lnTo>
                        <a:pt x="883" y="1127"/>
                      </a:lnTo>
                      <a:lnTo>
                        <a:pt x="907" y="999"/>
                      </a:lnTo>
                      <a:lnTo>
                        <a:pt x="843" y="866"/>
                      </a:lnTo>
                      <a:lnTo>
                        <a:pt x="860" y="709"/>
                      </a:lnTo>
                      <a:lnTo>
                        <a:pt x="960" y="575"/>
                      </a:lnTo>
                      <a:lnTo>
                        <a:pt x="1204" y="453"/>
                      </a:lnTo>
                      <a:lnTo>
                        <a:pt x="1209" y="348"/>
                      </a:lnTo>
                      <a:lnTo>
                        <a:pt x="1169" y="343"/>
                      </a:lnTo>
                      <a:lnTo>
                        <a:pt x="1117" y="401"/>
                      </a:lnTo>
                      <a:lnTo>
                        <a:pt x="1005" y="465"/>
                      </a:lnTo>
                      <a:lnTo>
                        <a:pt x="883" y="441"/>
                      </a:lnTo>
                      <a:lnTo>
                        <a:pt x="872" y="401"/>
                      </a:lnTo>
                      <a:lnTo>
                        <a:pt x="960" y="308"/>
                      </a:lnTo>
                      <a:lnTo>
                        <a:pt x="878" y="226"/>
                      </a:lnTo>
                      <a:lnTo>
                        <a:pt x="826" y="221"/>
                      </a:lnTo>
                      <a:lnTo>
                        <a:pt x="808" y="163"/>
                      </a:lnTo>
                      <a:lnTo>
                        <a:pt x="726" y="151"/>
                      </a:lnTo>
                      <a:lnTo>
                        <a:pt x="674" y="41"/>
                      </a:lnTo>
                      <a:lnTo>
                        <a:pt x="611" y="29"/>
                      </a:lnTo>
                      <a:lnTo>
                        <a:pt x="581" y="76"/>
                      </a:lnTo>
                      <a:lnTo>
                        <a:pt x="564" y="69"/>
                      </a:lnTo>
                      <a:lnTo>
                        <a:pt x="512" y="6"/>
                      </a:lnTo>
                      <a:lnTo>
                        <a:pt x="459" y="0"/>
                      </a:lnTo>
                      <a:lnTo>
                        <a:pt x="407" y="58"/>
                      </a:lnTo>
                      <a:lnTo>
                        <a:pt x="372" y="69"/>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384" name=""/>
                <p:cNvSpPr/>
                <p:nvPr/>
              </p:nvSpPr>
              <p:spPr>
                <a:xfrm>
                  <a:off x="636480" y="2020320"/>
                  <a:ext cx="43200" cy="46440"/>
                </a:xfrm>
                <a:custGeom>
                  <a:avLst/>
                  <a:gdLst/>
                  <a:ahLst/>
                  <a:rect l="l" t="t" r="r" b="b"/>
                  <a:pathLst>
                    <a:path w="343" h="371">
                      <a:moveTo>
                        <a:pt x="117" y="0"/>
                      </a:moveTo>
                      <a:lnTo>
                        <a:pt x="162" y="35"/>
                      </a:lnTo>
                      <a:lnTo>
                        <a:pt x="169" y="93"/>
                      </a:lnTo>
                      <a:lnTo>
                        <a:pt x="221" y="99"/>
                      </a:lnTo>
                      <a:lnTo>
                        <a:pt x="291" y="162"/>
                      </a:lnTo>
                      <a:lnTo>
                        <a:pt x="284" y="204"/>
                      </a:lnTo>
                      <a:lnTo>
                        <a:pt x="343" y="279"/>
                      </a:lnTo>
                      <a:lnTo>
                        <a:pt x="244" y="371"/>
                      </a:lnTo>
                      <a:lnTo>
                        <a:pt x="87" y="343"/>
                      </a:lnTo>
                      <a:lnTo>
                        <a:pt x="0" y="291"/>
                      </a:lnTo>
                      <a:lnTo>
                        <a:pt x="17" y="134"/>
                      </a:lnTo>
                      <a:lnTo>
                        <a:pt x="117" y="0"/>
                      </a:lnTo>
                      <a:close/>
                    </a:path>
                  </a:pathLst>
                </a:custGeom>
                <a:solidFill>
                  <a:srgbClr val="ffffff"/>
                </a:solidFill>
                <a:ln w="9360">
                  <a:solidFill>
                    <a:srgbClr val="000000"/>
                  </a:solidFill>
                  <a:round/>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8385" name=""/>
                <p:cNvSpPr/>
                <p:nvPr/>
              </p:nvSpPr>
              <p:spPr>
                <a:xfrm>
                  <a:off x="557280" y="1851840"/>
                  <a:ext cx="103320" cy="105840"/>
                </a:xfrm>
                <a:custGeom>
                  <a:avLst/>
                  <a:gdLst/>
                  <a:ahLst/>
                  <a:rect l="l" t="t" r="r" b="b"/>
                  <a:pathLst>
                    <a:path w="820" h="854">
                      <a:moveTo>
                        <a:pt x="0" y="460"/>
                      </a:moveTo>
                      <a:lnTo>
                        <a:pt x="58" y="471"/>
                      </a:lnTo>
                      <a:lnTo>
                        <a:pt x="117" y="809"/>
                      </a:lnTo>
                      <a:lnTo>
                        <a:pt x="157" y="854"/>
                      </a:lnTo>
                      <a:lnTo>
                        <a:pt x="197" y="843"/>
                      </a:lnTo>
                      <a:lnTo>
                        <a:pt x="244" y="779"/>
                      </a:lnTo>
                      <a:lnTo>
                        <a:pt x="297" y="785"/>
                      </a:lnTo>
                      <a:lnTo>
                        <a:pt x="349" y="854"/>
                      </a:lnTo>
                      <a:lnTo>
                        <a:pt x="366" y="854"/>
                      </a:lnTo>
                      <a:lnTo>
                        <a:pt x="396" y="814"/>
                      </a:lnTo>
                      <a:lnTo>
                        <a:pt x="466" y="826"/>
                      </a:lnTo>
                      <a:lnTo>
                        <a:pt x="506" y="727"/>
                      </a:lnTo>
                      <a:lnTo>
                        <a:pt x="611" y="687"/>
                      </a:lnTo>
                      <a:lnTo>
                        <a:pt x="750" y="687"/>
                      </a:lnTo>
                      <a:lnTo>
                        <a:pt x="750" y="727"/>
                      </a:lnTo>
                      <a:lnTo>
                        <a:pt x="785" y="744"/>
                      </a:lnTo>
                      <a:lnTo>
                        <a:pt x="790" y="704"/>
                      </a:lnTo>
                      <a:lnTo>
                        <a:pt x="820" y="669"/>
                      </a:lnTo>
                      <a:lnTo>
                        <a:pt x="779" y="512"/>
                      </a:lnTo>
                      <a:lnTo>
                        <a:pt x="686" y="483"/>
                      </a:lnTo>
                      <a:lnTo>
                        <a:pt x="668" y="413"/>
                      </a:lnTo>
                      <a:lnTo>
                        <a:pt x="640" y="396"/>
                      </a:lnTo>
                      <a:lnTo>
                        <a:pt x="645" y="373"/>
                      </a:lnTo>
                      <a:lnTo>
                        <a:pt x="675" y="349"/>
                      </a:lnTo>
                      <a:lnTo>
                        <a:pt x="500" y="198"/>
                      </a:lnTo>
                      <a:lnTo>
                        <a:pt x="407" y="181"/>
                      </a:lnTo>
                      <a:lnTo>
                        <a:pt x="349" y="111"/>
                      </a:lnTo>
                      <a:lnTo>
                        <a:pt x="396" y="87"/>
                      </a:lnTo>
                      <a:lnTo>
                        <a:pt x="407" y="7"/>
                      </a:lnTo>
                      <a:lnTo>
                        <a:pt x="366" y="0"/>
                      </a:lnTo>
                      <a:lnTo>
                        <a:pt x="197" y="30"/>
                      </a:lnTo>
                      <a:lnTo>
                        <a:pt x="192" y="18"/>
                      </a:lnTo>
                      <a:lnTo>
                        <a:pt x="134" y="18"/>
                      </a:lnTo>
                      <a:lnTo>
                        <a:pt x="110" y="70"/>
                      </a:lnTo>
                      <a:lnTo>
                        <a:pt x="47" y="59"/>
                      </a:lnTo>
                      <a:lnTo>
                        <a:pt x="117" y="221"/>
                      </a:lnTo>
                      <a:lnTo>
                        <a:pt x="58" y="331"/>
                      </a:lnTo>
                      <a:lnTo>
                        <a:pt x="58" y="408"/>
                      </a:lnTo>
                      <a:lnTo>
                        <a:pt x="0" y="46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386" name=""/>
                <p:cNvSpPr/>
                <p:nvPr/>
              </p:nvSpPr>
              <p:spPr>
                <a:xfrm>
                  <a:off x="615240" y="1937160"/>
                  <a:ext cx="68040" cy="70200"/>
                </a:xfrm>
                <a:custGeom>
                  <a:avLst/>
                  <a:gdLst/>
                  <a:ahLst/>
                  <a:rect l="l" t="t" r="r" b="b"/>
                  <a:pathLst>
                    <a:path w="535" h="563">
                      <a:moveTo>
                        <a:pt x="326" y="57"/>
                      </a:moveTo>
                      <a:lnTo>
                        <a:pt x="309" y="162"/>
                      </a:lnTo>
                      <a:lnTo>
                        <a:pt x="343" y="202"/>
                      </a:lnTo>
                      <a:lnTo>
                        <a:pt x="384" y="191"/>
                      </a:lnTo>
                      <a:lnTo>
                        <a:pt x="495" y="267"/>
                      </a:lnTo>
                      <a:lnTo>
                        <a:pt x="483" y="331"/>
                      </a:lnTo>
                      <a:lnTo>
                        <a:pt x="535" y="366"/>
                      </a:lnTo>
                      <a:lnTo>
                        <a:pt x="523" y="446"/>
                      </a:lnTo>
                      <a:lnTo>
                        <a:pt x="495" y="441"/>
                      </a:lnTo>
                      <a:lnTo>
                        <a:pt x="443" y="499"/>
                      </a:lnTo>
                      <a:lnTo>
                        <a:pt x="331" y="563"/>
                      </a:lnTo>
                      <a:lnTo>
                        <a:pt x="209" y="539"/>
                      </a:lnTo>
                      <a:lnTo>
                        <a:pt x="198" y="499"/>
                      </a:lnTo>
                      <a:lnTo>
                        <a:pt x="286" y="411"/>
                      </a:lnTo>
                      <a:lnTo>
                        <a:pt x="209" y="331"/>
                      </a:lnTo>
                      <a:lnTo>
                        <a:pt x="152" y="319"/>
                      </a:lnTo>
                      <a:lnTo>
                        <a:pt x="134" y="267"/>
                      </a:lnTo>
                      <a:lnTo>
                        <a:pt x="52" y="255"/>
                      </a:lnTo>
                      <a:lnTo>
                        <a:pt x="0" y="139"/>
                      </a:lnTo>
                      <a:lnTo>
                        <a:pt x="47" y="40"/>
                      </a:lnTo>
                      <a:lnTo>
                        <a:pt x="152" y="0"/>
                      </a:lnTo>
                      <a:lnTo>
                        <a:pt x="291" y="0"/>
                      </a:lnTo>
                      <a:lnTo>
                        <a:pt x="291" y="40"/>
                      </a:lnTo>
                      <a:lnTo>
                        <a:pt x="326" y="57"/>
                      </a:lnTo>
                      <a:close/>
                    </a:path>
                  </a:pathLst>
                </a:custGeom>
                <a:solidFill>
                  <a:srgbClr val="ffffff"/>
                </a:solidFill>
                <a:ln w="9360">
                  <a:solidFill>
                    <a:srgbClr val="000000"/>
                  </a:solidFill>
                  <a:round/>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8387" name=""/>
                <p:cNvSpPr/>
                <p:nvPr/>
              </p:nvSpPr>
              <p:spPr>
                <a:xfrm>
                  <a:off x="652680" y="1712520"/>
                  <a:ext cx="45720" cy="58320"/>
                </a:xfrm>
                <a:custGeom>
                  <a:avLst/>
                  <a:gdLst/>
                  <a:ahLst/>
                  <a:rect l="l" t="t" r="r" b="b"/>
                  <a:pathLst>
                    <a:path w="354" h="471">
                      <a:moveTo>
                        <a:pt x="134" y="0"/>
                      </a:moveTo>
                      <a:lnTo>
                        <a:pt x="69" y="6"/>
                      </a:lnTo>
                      <a:lnTo>
                        <a:pt x="34" y="23"/>
                      </a:lnTo>
                      <a:lnTo>
                        <a:pt x="58" y="70"/>
                      </a:lnTo>
                      <a:lnTo>
                        <a:pt x="29" y="98"/>
                      </a:lnTo>
                      <a:lnTo>
                        <a:pt x="0" y="98"/>
                      </a:lnTo>
                      <a:lnTo>
                        <a:pt x="12" y="168"/>
                      </a:lnTo>
                      <a:lnTo>
                        <a:pt x="69" y="192"/>
                      </a:lnTo>
                      <a:lnTo>
                        <a:pt x="64" y="232"/>
                      </a:lnTo>
                      <a:lnTo>
                        <a:pt x="87" y="250"/>
                      </a:lnTo>
                      <a:lnTo>
                        <a:pt x="87" y="424"/>
                      </a:lnTo>
                      <a:lnTo>
                        <a:pt x="111" y="471"/>
                      </a:lnTo>
                      <a:lnTo>
                        <a:pt x="308" y="436"/>
                      </a:lnTo>
                      <a:lnTo>
                        <a:pt x="285" y="360"/>
                      </a:lnTo>
                      <a:lnTo>
                        <a:pt x="221" y="325"/>
                      </a:lnTo>
                      <a:lnTo>
                        <a:pt x="233" y="244"/>
                      </a:lnTo>
                      <a:lnTo>
                        <a:pt x="354" y="151"/>
                      </a:lnTo>
                      <a:lnTo>
                        <a:pt x="238" y="145"/>
                      </a:lnTo>
                      <a:lnTo>
                        <a:pt x="134" y="0"/>
                      </a:lnTo>
                      <a:close/>
                    </a:path>
                  </a:pathLst>
                </a:custGeom>
                <a:solidFill>
                  <a:srgbClr val="ffffff"/>
                </a:solidFill>
                <a:ln w="9360">
                  <a:solidFill>
                    <a:srgbClr val="000000"/>
                  </a:solidFill>
                  <a:round/>
                </a:ln>
              </p:spPr>
              <p:style>
                <a:lnRef idx="0"/>
                <a:fillRef idx="0"/>
                <a:effectRef idx="0"/>
                <a:fontRef idx="minor"/>
              </p:style>
              <p:txBody>
                <a:bodyPr lIns="90000" rIns="90000" tIns="11520" bIns="11520" anchor="t">
                  <a:noAutofit/>
                </a:bodyPr>
                <a:p>
                  <a:endParaRPr b="0" lang="en-US" sz="2400" spc="-1" strike="noStrike">
                    <a:solidFill>
                      <a:srgbClr val="000000"/>
                    </a:solidFill>
                    <a:latin typeface="Times New Roman"/>
                  </a:endParaRPr>
                </a:p>
              </p:txBody>
            </p:sp>
            <p:sp>
              <p:nvSpPr>
                <p:cNvPr id="8388" name=""/>
                <p:cNvSpPr/>
                <p:nvPr/>
              </p:nvSpPr>
              <p:spPr>
                <a:xfrm>
                  <a:off x="681120" y="1731240"/>
                  <a:ext cx="38160" cy="34200"/>
                </a:xfrm>
                <a:custGeom>
                  <a:avLst/>
                  <a:gdLst/>
                  <a:ahLst/>
                  <a:rect l="l" t="t" r="r" b="b"/>
                  <a:pathLst>
                    <a:path w="302" h="285">
                      <a:moveTo>
                        <a:pt x="133" y="0"/>
                      </a:moveTo>
                      <a:lnTo>
                        <a:pt x="12" y="93"/>
                      </a:lnTo>
                      <a:lnTo>
                        <a:pt x="0" y="174"/>
                      </a:lnTo>
                      <a:lnTo>
                        <a:pt x="64" y="209"/>
                      </a:lnTo>
                      <a:lnTo>
                        <a:pt x="87" y="285"/>
                      </a:lnTo>
                      <a:lnTo>
                        <a:pt x="133" y="250"/>
                      </a:lnTo>
                      <a:lnTo>
                        <a:pt x="185" y="285"/>
                      </a:lnTo>
                      <a:lnTo>
                        <a:pt x="255" y="285"/>
                      </a:lnTo>
                      <a:lnTo>
                        <a:pt x="296" y="180"/>
                      </a:lnTo>
                      <a:lnTo>
                        <a:pt x="272" y="134"/>
                      </a:lnTo>
                      <a:lnTo>
                        <a:pt x="302" y="87"/>
                      </a:lnTo>
                      <a:lnTo>
                        <a:pt x="244" y="76"/>
                      </a:lnTo>
                      <a:lnTo>
                        <a:pt x="162" y="6"/>
                      </a:lnTo>
                      <a:lnTo>
                        <a:pt x="133" y="0"/>
                      </a:lnTo>
                      <a:close/>
                    </a:path>
                  </a:pathLst>
                </a:custGeom>
                <a:solidFill>
                  <a:srgbClr val="ffffff"/>
                </a:solidFill>
                <a:ln w="9360">
                  <a:solidFill>
                    <a:srgbClr val="000000"/>
                  </a:solidFill>
                  <a:round/>
                </a:ln>
              </p:spPr>
              <p:style>
                <a:lnRef idx="0"/>
                <a:fillRef idx="0"/>
                <a:effectRef idx="0"/>
                <a:fontRef idx="minor"/>
              </p:style>
              <p:txBody>
                <a:bodyPr lIns="90000" rIns="90000" tIns="-12600" bIns="-12600" anchor="t">
                  <a:noAutofit/>
                </a:bodyPr>
                <a:p>
                  <a:endParaRPr b="0" lang="en-US" sz="2400" spc="-1" strike="noStrike">
                    <a:solidFill>
                      <a:srgbClr val="000000"/>
                    </a:solidFill>
                    <a:latin typeface="Times New Roman"/>
                  </a:endParaRPr>
                </a:p>
              </p:txBody>
            </p:sp>
            <p:sp>
              <p:nvSpPr>
                <p:cNvPr id="8389" name=""/>
                <p:cNvSpPr/>
                <p:nvPr/>
              </p:nvSpPr>
              <p:spPr>
                <a:xfrm>
                  <a:off x="713520" y="1742400"/>
                  <a:ext cx="20160" cy="27360"/>
                </a:xfrm>
                <a:custGeom>
                  <a:avLst/>
                  <a:gdLst/>
                  <a:ahLst/>
                  <a:rect l="l" t="t" r="r" b="b"/>
                  <a:pathLst>
                    <a:path w="163" h="226">
                      <a:moveTo>
                        <a:pt x="47" y="0"/>
                      </a:moveTo>
                      <a:lnTo>
                        <a:pt x="17" y="47"/>
                      </a:lnTo>
                      <a:lnTo>
                        <a:pt x="41" y="93"/>
                      </a:lnTo>
                      <a:lnTo>
                        <a:pt x="0" y="198"/>
                      </a:lnTo>
                      <a:lnTo>
                        <a:pt x="35" y="226"/>
                      </a:lnTo>
                      <a:lnTo>
                        <a:pt x="76" y="221"/>
                      </a:lnTo>
                      <a:lnTo>
                        <a:pt x="163" y="93"/>
                      </a:lnTo>
                      <a:lnTo>
                        <a:pt x="82" y="12"/>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8390" name=""/>
                <p:cNvSpPr/>
                <p:nvPr/>
              </p:nvSpPr>
              <p:spPr>
                <a:xfrm>
                  <a:off x="527760" y="1733400"/>
                  <a:ext cx="340920" cy="321480"/>
                </a:xfrm>
                <a:custGeom>
                  <a:avLst/>
                  <a:gdLst/>
                  <a:ahLst/>
                  <a:rect l="l" t="t" r="r" b="b"/>
                  <a:pathLst>
                    <a:path w="2685" h="2603">
                      <a:moveTo>
                        <a:pt x="1633" y="163"/>
                      </a:moveTo>
                      <a:lnTo>
                        <a:pt x="1662" y="192"/>
                      </a:lnTo>
                      <a:lnTo>
                        <a:pt x="1715" y="308"/>
                      </a:lnTo>
                      <a:lnTo>
                        <a:pt x="1760" y="343"/>
                      </a:lnTo>
                      <a:lnTo>
                        <a:pt x="1580" y="523"/>
                      </a:lnTo>
                      <a:lnTo>
                        <a:pt x="1673" y="512"/>
                      </a:lnTo>
                      <a:lnTo>
                        <a:pt x="1737" y="477"/>
                      </a:lnTo>
                      <a:lnTo>
                        <a:pt x="1790" y="488"/>
                      </a:lnTo>
                      <a:lnTo>
                        <a:pt x="1772" y="535"/>
                      </a:lnTo>
                      <a:lnTo>
                        <a:pt x="1703" y="540"/>
                      </a:lnTo>
                      <a:lnTo>
                        <a:pt x="1778" y="582"/>
                      </a:lnTo>
                      <a:lnTo>
                        <a:pt x="1854" y="523"/>
                      </a:lnTo>
                      <a:lnTo>
                        <a:pt x="2022" y="535"/>
                      </a:lnTo>
                      <a:lnTo>
                        <a:pt x="2028" y="570"/>
                      </a:lnTo>
                      <a:lnTo>
                        <a:pt x="2057" y="570"/>
                      </a:lnTo>
                      <a:lnTo>
                        <a:pt x="2046" y="622"/>
                      </a:lnTo>
                      <a:lnTo>
                        <a:pt x="2086" y="640"/>
                      </a:lnTo>
                      <a:lnTo>
                        <a:pt x="2069" y="662"/>
                      </a:lnTo>
                      <a:lnTo>
                        <a:pt x="2191" y="669"/>
                      </a:lnTo>
                      <a:lnTo>
                        <a:pt x="2284" y="721"/>
                      </a:lnTo>
                      <a:lnTo>
                        <a:pt x="2348" y="680"/>
                      </a:lnTo>
                      <a:lnTo>
                        <a:pt x="2395" y="704"/>
                      </a:lnTo>
                      <a:lnTo>
                        <a:pt x="2545" y="872"/>
                      </a:lnTo>
                      <a:lnTo>
                        <a:pt x="2587" y="884"/>
                      </a:lnTo>
                      <a:lnTo>
                        <a:pt x="2644" y="860"/>
                      </a:lnTo>
                      <a:lnTo>
                        <a:pt x="2679" y="894"/>
                      </a:lnTo>
                      <a:lnTo>
                        <a:pt x="2685" y="1081"/>
                      </a:lnTo>
                      <a:lnTo>
                        <a:pt x="2644" y="1156"/>
                      </a:lnTo>
                      <a:lnTo>
                        <a:pt x="2580" y="1180"/>
                      </a:lnTo>
                      <a:lnTo>
                        <a:pt x="2400" y="1342"/>
                      </a:lnTo>
                      <a:lnTo>
                        <a:pt x="2348" y="1372"/>
                      </a:lnTo>
                      <a:lnTo>
                        <a:pt x="2336" y="1494"/>
                      </a:lnTo>
                      <a:lnTo>
                        <a:pt x="2290" y="1592"/>
                      </a:lnTo>
                      <a:lnTo>
                        <a:pt x="2266" y="1703"/>
                      </a:lnTo>
                      <a:lnTo>
                        <a:pt x="2051" y="1975"/>
                      </a:lnTo>
                      <a:lnTo>
                        <a:pt x="2004" y="1993"/>
                      </a:lnTo>
                      <a:lnTo>
                        <a:pt x="1917" y="1982"/>
                      </a:lnTo>
                      <a:lnTo>
                        <a:pt x="1795" y="2045"/>
                      </a:lnTo>
                      <a:lnTo>
                        <a:pt x="1743" y="2034"/>
                      </a:lnTo>
                      <a:lnTo>
                        <a:pt x="1558" y="2127"/>
                      </a:lnTo>
                      <a:lnTo>
                        <a:pt x="1516" y="2306"/>
                      </a:lnTo>
                      <a:lnTo>
                        <a:pt x="1319" y="2521"/>
                      </a:lnTo>
                      <a:lnTo>
                        <a:pt x="1279" y="2521"/>
                      </a:lnTo>
                      <a:lnTo>
                        <a:pt x="1342" y="2382"/>
                      </a:lnTo>
                      <a:lnTo>
                        <a:pt x="1313" y="2394"/>
                      </a:lnTo>
                      <a:lnTo>
                        <a:pt x="1203" y="2603"/>
                      </a:lnTo>
                      <a:lnTo>
                        <a:pt x="1144" y="2528"/>
                      </a:lnTo>
                      <a:lnTo>
                        <a:pt x="1151" y="2486"/>
                      </a:lnTo>
                      <a:lnTo>
                        <a:pt x="1081" y="2423"/>
                      </a:lnTo>
                      <a:lnTo>
                        <a:pt x="1034" y="2417"/>
                      </a:lnTo>
                      <a:lnTo>
                        <a:pt x="1029" y="2359"/>
                      </a:lnTo>
                      <a:lnTo>
                        <a:pt x="977" y="2324"/>
                      </a:lnTo>
                      <a:lnTo>
                        <a:pt x="1226" y="2196"/>
                      </a:lnTo>
                      <a:lnTo>
                        <a:pt x="1226" y="2104"/>
                      </a:lnTo>
                      <a:lnTo>
                        <a:pt x="1214" y="2097"/>
                      </a:lnTo>
                      <a:lnTo>
                        <a:pt x="1226" y="2017"/>
                      </a:lnTo>
                      <a:lnTo>
                        <a:pt x="1174" y="1982"/>
                      </a:lnTo>
                      <a:lnTo>
                        <a:pt x="1186" y="1918"/>
                      </a:lnTo>
                      <a:lnTo>
                        <a:pt x="1075" y="1842"/>
                      </a:lnTo>
                      <a:lnTo>
                        <a:pt x="1034" y="1853"/>
                      </a:lnTo>
                      <a:lnTo>
                        <a:pt x="1000" y="1825"/>
                      </a:lnTo>
                      <a:lnTo>
                        <a:pt x="1022" y="1668"/>
                      </a:lnTo>
                      <a:lnTo>
                        <a:pt x="1052" y="1633"/>
                      </a:lnTo>
                      <a:lnTo>
                        <a:pt x="1011" y="1476"/>
                      </a:lnTo>
                      <a:lnTo>
                        <a:pt x="918" y="1447"/>
                      </a:lnTo>
                      <a:lnTo>
                        <a:pt x="900" y="1383"/>
                      </a:lnTo>
                      <a:lnTo>
                        <a:pt x="877" y="1360"/>
                      </a:lnTo>
                      <a:lnTo>
                        <a:pt x="877" y="1342"/>
                      </a:lnTo>
                      <a:lnTo>
                        <a:pt x="918" y="1313"/>
                      </a:lnTo>
                      <a:lnTo>
                        <a:pt x="726" y="1156"/>
                      </a:lnTo>
                      <a:lnTo>
                        <a:pt x="639" y="1145"/>
                      </a:lnTo>
                      <a:lnTo>
                        <a:pt x="581" y="1069"/>
                      </a:lnTo>
                      <a:lnTo>
                        <a:pt x="628" y="1051"/>
                      </a:lnTo>
                      <a:lnTo>
                        <a:pt x="639" y="971"/>
                      </a:lnTo>
                      <a:lnTo>
                        <a:pt x="598" y="964"/>
                      </a:lnTo>
                      <a:lnTo>
                        <a:pt x="429" y="994"/>
                      </a:lnTo>
                      <a:lnTo>
                        <a:pt x="424" y="976"/>
                      </a:lnTo>
                      <a:lnTo>
                        <a:pt x="366" y="982"/>
                      </a:lnTo>
                      <a:lnTo>
                        <a:pt x="342" y="1034"/>
                      </a:lnTo>
                      <a:lnTo>
                        <a:pt x="284" y="1023"/>
                      </a:lnTo>
                      <a:lnTo>
                        <a:pt x="215" y="988"/>
                      </a:lnTo>
                      <a:lnTo>
                        <a:pt x="232" y="918"/>
                      </a:lnTo>
                      <a:lnTo>
                        <a:pt x="203" y="889"/>
                      </a:lnTo>
                      <a:lnTo>
                        <a:pt x="122" y="918"/>
                      </a:lnTo>
                      <a:lnTo>
                        <a:pt x="87" y="860"/>
                      </a:lnTo>
                      <a:lnTo>
                        <a:pt x="23" y="901"/>
                      </a:lnTo>
                      <a:lnTo>
                        <a:pt x="0" y="784"/>
                      </a:lnTo>
                      <a:lnTo>
                        <a:pt x="52" y="692"/>
                      </a:lnTo>
                      <a:lnTo>
                        <a:pt x="58" y="640"/>
                      </a:lnTo>
                      <a:lnTo>
                        <a:pt x="262" y="529"/>
                      </a:lnTo>
                      <a:lnTo>
                        <a:pt x="360" y="326"/>
                      </a:lnTo>
                      <a:lnTo>
                        <a:pt x="314" y="285"/>
                      </a:lnTo>
                      <a:lnTo>
                        <a:pt x="319" y="239"/>
                      </a:lnTo>
                      <a:lnTo>
                        <a:pt x="384" y="192"/>
                      </a:lnTo>
                      <a:lnTo>
                        <a:pt x="360" y="186"/>
                      </a:lnTo>
                      <a:lnTo>
                        <a:pt x="342" y="174"/>
                      </a:lnTo>
                      <a:lnTo>
                        <a:pt x="349" y="146"/>
                      </a:lnTo>
                      <a:lnTo>
                        <a:pt x="377" y="151"/>
                      </a:lnTo>
                      <a:lnTo>
                        <a:pt x="429" y="186"/>
                      </a:lnTo>
                      <a:lnTo>
                        <a:pt x="476" y="186"/>
                      </a:lnTo>
                      <a:lnTo>
                        <a:pt x="511" y="239"/>
                      </a:lnTo>
                      <a:lnTo>
                        <a:pt x="656" y="268"/>
                      </a:lnTo>
                      <a:lnTo>
                        <a:pt x="778" y="174"/>
                      </a:lnTo>
                      <a:lnTo>
                        <a:pt x="691" y="52"/>
                      </a:lnTo>
                      <a:lnTo>
                        <a:pt x="720" y="29"/>
                      </a:lnTo>
                      <a:lnTo>
                        <a:pt x="843" y="105"/>
                      </a:lnTo>
                      <a:lnTo>
                        <a:pt x="872" y="87"/>
                      </a:lnTo>
                      <a:lnTo>
                        <a:pt x="965" y="99"/>
                      </a:lnTo>
                      <a:lnTo>
                        <a:pt x="1000" y="24"/>
                      </a:lnTo>
                      <a:lnTo>
                        <a:pt x="1000" y="0"/>
                      </a:lnTo>
                      <a:lnTo>
                        <a:pt x="1057" y="24"/>
                      </a:lnTo>
                      <a:lnTo>
                        <a:pt x="1052" y="59"/>
                      </a:lnTo>
                      <a:lnTo>
                        <a:pt x="1075" y="82"/>
                      </a:lnTo>
                      <a:lnTo>
                        <a:pt x="1075" y="256"/>
                      </a:lnTo>
                      <a:lnTo>
                        <a:pt x="1099" y="303"/>
                      </a:lnTo>
                      <a:lnTo>
                        <a:pt x="1296" y="268"/>
                      </a:lnTo>
                      <a:lnTo>
                        <a:pt x="1342" y="233"/>
                      </a:lnTo>
                      <a:lnTo>
                        <a:pt x="1401" y="268"/>
                      </a:lnTo>
                      <a:lnTo>
                        <a:pt x="1470" y="268"/>
                      </a:lnTo>
                      <a:lnTo>
                        <a:pt x="1499" y="296"/>
                      </a:lnTo>
                      <a:lnTo>
                        <a:pt x="1540" y="291"/>
                      </a:lnTo>
                      <a:lnTo>
                        <a:pt x="1633" y="163"/>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391" name=""/>
                <p:cNvSpPr/>
                <p:nvPr/>
              </p:nvSpPr>
              <p:spPr>
                <a:xfrm>
                  <a:off x="464040" y="1504800"/>
                  <a:ext cx="112680" cy="46440"/>
                </a:xfrm>
                <a:custGeom>
                  <a:avLst/>
                  <a:gdLst/>
                  <a:ahLst/>
                  <a:rect l="l" t="t" r="r" b="b"/>
                  <a:pathLst>
                    <a:path w="884" h="377">
                      <a:moveTo>
                        <a:pt x="0" y="87"/>
                      </a:moveTo>
                      <a:lnTo>
                        <a:pt x="35" y="41"/>
                      </a:lnTo>
                      <a:lnTo>
                        <a:pt x="238" y="0"/>
                      </a:lnTo>
                      <a:lnTo>
                        <a:pt x="517" y="98"/>
                      </a:lnTo>
                      <a:lnTo>
                        <a:pt x="610" y="192"/>
                      </a:lnTo>
                      <a:lnTo>
                        <a:pt x="802" y="238"/>
                      </a:lnTo>
                      <a:lnTo>
                        <a:pt x="807" y="279"/>
                      </a:lnTo>
                      <a:lnTo>
                        <a:pt x="884" y="337"/>
                      </a:lnTo>
                      <a:lnTo>
                        <a:pt x="837" y="377"/>
                      </a:lnTo>
                      <a:lnTo>
                        <a:pt x="570" y="354"/>
                      </a:lnTo>
                      <a:lnTo>
                        <a:pt x="575" y="279"/>
                      </a:lnTo>
                      <a:lnTo>
                        <a:pt x="483" y="185"/>
                      </a:lnTo>
                      <a:lnTo>
                        <a:pt x="424" y="180"/>
                      </a:lnTo>
                      <a:lnTo>
                        <a:pt x="226" y="93"/>
                      </a:lnTo>
                      <a:lnTo>
                        <a:pt x="198" y="58"/>
                      </a:lnTo>
                      <a:lnTo>
                        <a:pt x="81" y="105"/>
                      </a:lnTo>
                      <a:lnTo>
                        <a:pt x="0" y="87"/>
                      </a:lnTo>
                      <a:close/>
                    </a:path>
                  </a:pathLst>
                </a:custGeom>
                <a:solidFill>
                  <a:srgbClr val="ffffff"/>
                </a:solidFill>
                <a:ln w="9360">
                  <a:solidFill>
                    <a:srgbClr val="000000"/>
                  </a:solidFill>
                  <a:round/>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8392" name=""/>
                <p:cNvSpPr/>
                <p:nvPr/>
              </p:nvSpPr>
              <p:spPr>
                <a:xfrm>
                  <a:off x="642600" y="1573920"/>
                  <a:ext cx="23400" cy="7560"/>
                </a:xfrm>
                <a:custGeom>
                  <a:avLst/>
                  <a:gdLst/>
                  <a:ahLst/>
                  <a:rect l="l" t="t" r="r" b="b"/>
                  <a:pathLst>
                    <a:path w="180" h="57">
                      <a:moveTo>
                        <a:pt x="0" y="40"/>
                      </a:moveTo>
                      <a:lnTo>
                        <a:pt x="17" y="5"/>
                      </a:lnTo>
                      <a:lnTo>
                        <a:pt x="127" y="5"/>
                      </a:lnTo>
                      <a:lnTo>
                        <a:pt x="168" y="0"/>
                      </a:lnTo>
                      <a:lnTo>
                        <a:pt x="180" y="22"/>
                      </a:lnTo>
                      <a:lnTo>
                        <a:pt x="104" y="57"/>
                      </a:lnTo>
                      <a:lnTo>
                        <a:pt x="70" y="40"/>
                      </a:lnTo>
                      <a:lnTo>
                        <a:pt x="0" y="40"/>
                      </a:lnTo>
                      <a:close/>
                    </a:path>
                  </a:pathLst>
                </a:custGeom>
                <a:solidFill>
                  <a:srgbClr val="ffffff"/>
                </a:solidFill>
                <a:ln w="9360">
                  <a:solidFill>
                    <a:srgbClr val="000000"/>
                  </a:solidFill>
                  <a:round/>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393" name=""/>
                <p:cNvSpPr/>
                <p:nvPr/>
              </p:nvSpPr>
              <p:spPr>
                <a:xfrm>
                  <a:off x="523800" y="1562040"/>
                  <a:ext cx="26280" cy="11880"/>
                </a:xfrm>
                <a:custGeom>
                  <a:avLst/>
                  <a:gdLst/>
                  <a:ahLst/>
                  <a:rect l="l" t="t" r="r" b="b"/>
                  <a:pathLst>
                    <a:path w="209" h="94">
                      <a:moveTo>
                        <a:pt x="0" y="0"/>
                      </a:moveTo>
                      <a:lnTo>
                        <a:pt x="87" y="82"/>
                      </a:lnTo>
                      <a:lnTo>
                        <a:pt x="122" y="94"/>
                      </a:lnTo>
                      <a:lnTo>
                        <a:pt x="197" y="82"/>
                      </a:lnTo>
                      <a:lnTo>
                        <a:pt x="209" y="53"/>
                      </a:lnTo>
                      <a:lnTo>
                        <a:pt x="127" y="47"/>
                      </a:lnTo>
                      <a:lnTo>
                        <a:pt x="92" y="35"/>
                      </a:lnTo>
                      <a:lnTo>
                        <a:pt x="64" y="0"/>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34920" bIns="-34920" anchor="t">
                  <a:noAutofit/>
                </a:bodyPr>
                <a:p>
                  <a:endParaRPr b="0" lang="en-US" sz="2400" spc="-1" strike="noStrike">
                    <a:solidFill>
                      <a:srgbClr val="000000"/>
                    </a:solidFill>
                    <a:latin typeface="Times New Roman"/>
                  </a:endParaRPr>
                </a:p>
              </p:txBody>
            </p:sp>
            <p:sp>
              <p:nvSpPr>
                <p:cNvPr id="8394" name=""/>
                <p:cNvSpPr/>
                <p:nvPr/>
              </p:nvSpPr>
              <p:spPr>
                <a:xfrm>
                  <a:off x="476280" y="1520640"/>
                  <a:ext cx="9000" cy="4680"/>
                </a:xfrm>
                <a:custGeom>
                  <a:avLst/>
                  <a:gdLst/>
                  <a:ahLst/>
                  <a:rect l="l" t="t" r="r" b="b"/>
                  <a:pathLst>
                    <a:path w="70" h="40">
                      <a:moveTo>
                        <a:pt x="53" y="0"/>
                      </a:moveTo>
                      <a:lnTo>
                        <a:pt x="35" y="0"/>
                      </a:lnTo>
                      <a:lnTo>
                        <a:pt x="6" y="12"/>
                      </a:lnTo>
                      <a:lnTo>
                        <a:pt x="0" y="40"/>
                      </a:lnTo>
                      <a:lnTo>
                        <a:pt x="70" y="23"/>
                      </a:lnTo>
                      <a:lnTo>
                        <a:pt x="53" y="0"/>
                      </a:lnTo>
                      <a:close/>
                    </a:path>
                  </a:pathLst>
                </a:custGeom>
                <a:solidFill>
                  <a:srgbClr val="ffffff"/>
                </a:solidFill>
                <a:ln w="9360">
                  <a:solidFill>
                    <a:srgbClr val="00000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8395" name=""/>
                <p:cNvSpPr/>
                <p:nvPr/>
              </p:nvSpPr>
              <p:spPr>
                <a:xfrm>
                  <a:off x="537120" y="1482840"/>
                  <a:ext cx="5040" cy="6840"/>
                </a:xfrm>
                <a:custGeom>
                  <a:avLst/>
                  <a:gdLst/>
                  <a:ahLst/>
                  <a:rect l="l" t="t" r="r" b="b"/>
                  <a:pathLst>
                    <a:path w="41" h="52">
                      <a:moveTo>
                        <a:pt x="35" y="0"/>
                      </a:moveTo>
                      <a:lnTo>
                        <a:pt x="0" y="0"/>
                      </a:lnTo>
                      <a:lnTo>
                        <a:pt x="6" y="52"/>
                      </a:lnTo>
                      <a:lnTo>
                        <a:pt x="41" y="28"/>
                      </a:lnTo>
                      <a:lnTo>
                        <a:pt x="35" y="17"/>
                      </a:lnTo>
                      <a:lnTo>
                        <a:pt x="35" y="0"/>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396" name=""/>
                <p:cNvSpPr/>
                <p:nvPr/>
              </p:nvSpPr>
              <p:spPr>
                <a:xfrm>
                  <a:off x="540000" y="1491840"/>
                  <a:ext cx="2880" cy="3960"/>
                </a:xfrm>
                <a:custGeom>
                  <a:avLst/>
                  <a:gdLst/>
                  <a:ahLst/>
                  <a:rect l="l" t="t" r="r" b="b"/>
                  <a:pathLst>
                    <a:path w="24" h="28">
                      <a:moveTo>
                        <a:pt x="18" y="0"/>
                      </a:moveTo>
                      <a:lnTo>
                        <a:pt x="12" y="11"/>
                      </a:lnTo>
                      <a:lnTo>
                        <a:pt x="0" y="28"/>
                      </a:lnTo>
                      <a:lnTo>
                        <a:pt x="24" y="23"/>
                      </a:lnTo>
                      <a:lnTo>
                        <a:pt x="18" y="0"/>
                      </a:lnTo>
                      <a:close/>
                    </a:path>
                  </a:pathLst>
                </a:custGeom>
                <a:solidFill>
                  <a:srgbClr val="ffffff"/>
                </a:solidFill>
                <a:ln w="9360">
                  <a:solidFill>
                    <a:srgbClr val="000000"/>
                  </a:solidFill>
                  <a:round/>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397" name=""/>
                <p:cNvSpPr/>
                <p:nvPr/>
              </p:nvSpPr>
              <p:spPr>
                <a:xfrm>
                  <a:off x="169560" y="855360"/>
                  <a:ext cx="11880" cy="5040"/>
                </a:xfrm>
                <a:custGeom>
                  <a:avLst/>
                  <a:gdLst/>
                  <a:ahLst/>
                  <a:rect l="l" t="t" r="r" b="b"/>
                  <a:pathLst>
                    <a:path w="99" h="46">
                      <a:moveTo>
                        <a:pt x="64" y="11"/>
                      </a:moveTo>
                      <a:lnTo>
                        <a:pt x="12" y="0"/>
                      </a:lnTo>
                      <a:lnTo>
                        <a:pt x="0" y="11"/>
                      </a:lnTo>
                      <a:lnTo>
                        <a:pt x="12" y="40"/>
                      </a:lnTo>
                      <a:lnTo>
                        <a:pt x="64" y="46"/>
                      </a:lnTo>
                      <a:lnTo>
                        <a:pt x="99" y="17"/>
                      </a:lnTo>
                      <a:lnTo>
                        <a:pt x="64" y="11"/>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398" name=""/>
                <p:cNvSpPr/>
                <p:nvPr/>
              </p:nvSpPr>
              <p:spPr>
                <a:xfrm>
                  <a:off x="136440" y="902160"/>
                  <a:ext cx="14040" cy="5760"/>
                </a:xfrm>
                <a:custGeom>
                  <a:avLst/>
                  <a:gdLst/>
                  <a:ahLst/>
                  <a:rect l="l" t="t" r="r" b="b"/>
                  <a:pathLst>
                    <a:path w="110" h="52">
                      <a:moveTo>
                        <a:pt x="58" y="0"/>
                      </a:moveTo>
                      <a:lnTo>
                        <a:pt x="0" y="24"/>
                      </a:lnTo>
                      <a:lnTo>
                        <a:pt x="23" y="41"/>
                      </a:lnTo>
                      <a:lnTo>
                        <a:pt x="105" y="52"/>
                      </a:lnTo>
                      <a:lnTo>
                        <a:pt x="110" y="17"/>
                      </a:lnTo>
                      <a:lnTo>
                        <a:pt x="81" y="0"/>
                      </a:lnTo>
                      <a:lnTo>
                        <a:pt x="58" y="0"/>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399" name=""/>
                <p:cNvSpPr/>
                <p:nvPr/>
              </p:nvSpPr>
              <p:spPr>
                <a:xfrm>
                  <a:off x="696240" y="1203840"/>
                  <a:ext cx="55440" cy="52200"/>
                </a:xfrm>
                <a:custGeom>
                  <a:avLst/>
                  <a:gdLst/>
                  <a:ahLst/>
                  <a:rect l="l" t="t" r="r" b="b"/>
                  <a:pathLst>
                    <a:path w="436" h="424">
                      <a:moveTo>
                        <a:pt x="180" y="0"/>
                      </a:moveTo>
                      <a:lnTo>
                        <a:pt x="105" y="198"/>
                      </a:lnTo>
                      <a:lnTo>
                        <a:pt x="0" y="250"/>
                      </a:lnTo>
                      <a:lnTo>
                        <a:pt x="81" y="255"/>
                      </a:lnTo>
                      <a:lnTo>
                        <a:pt x="81" y="360"/>
                      </a:lnTo>
                      <a:lnTo>
                        <a:pt x="162" y="389"/>
                      </a:lnTo>
                      <a:lnTo>
                        <a:pt x="255" y="342"/>
                      </a:lnTo>
                      <a:lnTo>
                        <a:pt x="279" y="354"/>
                      </a:lnTo>
                      <a:lnTo>
                        <a:pt x="337" y="401"/>
                      </a:lnTo>
                      <a:lnTo>
                        <a:pt x="394" y="372"/>
                      </a:lnTo>
                      <a:lnTo>
                        <a:pt x="412" y="424"/>
                      </a:lnTo>
                      <a:lnTo>
                        <a:pt x="436" y="255"/>
                      </a:lnTo>
                      <a:lnTo>
                        <a:pt x="384" y="273"/>
                      </a:lnTo>
                      <a:lnTo>
                        <a:pt x="412" y="203"/>
                      </a:lnTo>
                      <a:lnTo>
                        <a:pt x="360" y="163"/>
                      </a:lnTo>
                      <a:lnTo>
                        <a:pt x="366" y="145"/>
                      </a:lnTo>
                      <a:lnTo>
                        <a:pt x="255" y="122"/>
                      </a:lnTo>
                      <a:lnTo>
                        <a:pt x="197" y="151"/>
                      </a:lnTo>
                      <a:lnTo>
                        <a:pt x="227" y="35"/>
                      </a:lnTo>
                      <a:lnTo>
                        <a:pt x="180" y="0"/>
                      </a:lnTo>
                      <a:close/>
                    </a:path>
                  </a:pathLst>
                </a:custGeom>
                <a:solidFill>
                  <a:srgbClr val="ffffff"/>
                </a:solidFill>
                <a:ln w="9360">
                  <a:solidFill>
                    <a:srgbClr val="000000"/>
                  </a:solidFill>
                  <a:round/>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8400" name=""/>
                <p:cNvSpPr/>
                <p:nvPr/>
              </p:nvSpPr>
              <p:spPr>
                <a:xfrm>
                  <a:off x="667800" y="1230480"/>
                  <a:ext cx="15120" cy="6840"/>
                </a:xfrm>
                <a:custGeom>
                  <a:avLst/>
                  <a:gdLst/>
                  <a:ahLst/>
                  <a:rect l="l" t="t" r="r" b="b"/>
                  <a:pathLst>
                    <a:path w="122" h="53">
                      <a:moveTo>
                        <a:pt x="93" y="0"/>
                      </a:moveTo>
                      <a:lnTo>
                        <a:pt x="30" y="7"/>
                      </a:lnTo>
                      <a:lnTo>
                        <a:pt x="0" y="7"/>
                      </a:lnTo>
                      <a:lnTo>
                        <a:pt x="0" y="24"/>
                      </a:lnTo>
                      <a:lnTo>
                        <a:pt x="82" y="35"/>
                      </a:lnTo>
                      <a:lnTo>
                        <a:pt x="99" y="53"/>
                      </a:lnTo>
                      <a:lnTo>
                        <a:pt x="122" y="30"/>
                      </a:lnTo>
                      <a:lnTo>
                        <a:pt x="93" y="0"/>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401" name=""/>
                <p:cNvSpPr/>
                <p:nvPr/>
              </p:nvSpPr>
              <p:spPr>
                <a:xfrm>
                  <a:off x="672120" y="1261080"/>
                  <a:ext cx="9000" cy="5760"/>
                </a:xfrm>
                <a:custGeom>
                  <a:avLst/>
                  <a:gdLst/>
                  <a:ahLst/>
                  <a:rect l="l" t="t" r="r" b="b"/>
                  <a:pathLst>
                    <a:path w="75" h="47">
                      <a:moveTo>
                        <a:pt x="40" y="0"/>
                      </a:moveTo>
                      <a:lnTo>
                        <a:pt x="0" y="24"/>
                      </a:lnTo>
                      <a:lnTo>
                        <a:pt x="17" y="42"/>
                      </a:lnTo>
                      <a:lnTo>
                        <a:pt x="75" y="47"/>
                      </a:lnTo>
                      <a:lnTo>
                        <a:pt x="69" y="12"/>
                      </a:lnTo>
                      <a:lnTo>
                        <a:pt x="40" y="0"/>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402" name=""/>
                <p:cNvSpPr/>
                <p:nvPr/>
              </p:nvSpPr>
              <p:spPr>
                <a:xfrm>
                  <a:off x="692280" y="1261080"/>
                  <a:ext cx="11160" cy="12960"/>
                </a:xfrm>
                <a:custGeom>
                  <a:avLst/>
                  <a:gdLst/>
                  <a:ahLst/>
                  <a:rect l="l" t="t" r="r" b="b"/>
                  <a:pathLst>
                    <a:path w="87" h="105">
                      <a:moveTo>
                        <a:pt x="17" y="100"/>
                      </a:moveTo>
                      <a:lnTo>
                        <a:pt x="0" y="59"/>
                      </a:lnTo>
                      <a:lnTo>
                        <a:pt x="28" y="0"/>
                      </a:lnTo>
                      <a:lnTo>
                        <a:pt x="52" y="12"/>
                      </a:lnTo>
                      <a:lnTo>
                        <a:pt x="40" y="47"/>
                      </a:lnTo>
                      <a:lnTo>
                        <a:pt x="87" y="70"/>
                      </a:lnTo>
                      <a:lnTo>
                        <a:pt x="75" y="105"/>
                      </a:lnTo>
                      <a:lnTo>
                        <a:pt x="28" y="100"/>
                      </a:lnTo>
                      <a:lnTo>
                        <a:pt x="17" y="100"/>
                      </a:lnTo>
                      <a:close/>
                    </a:path>
                  </a:pathLst>
                </a:custGeom>
                <a:solidFill>
                  <a:srgbClr val="ffffff"/>
                </a:solidFill>
                <a:ln w="9360">
                  <a:solidFill>
                    <a:srgbClr val="000000"/>
                  </a:solidFill>
                  <a:round/>
                </a:ln>
              </p:spPr>
              <p:style>
                <a:lnRef idx="0"/>
                <a:fillRef idx="0"/>
                <a:effectRef idx="0"/>
                <a:fontRef idx="minor"/>
              </p:style>
              <p:txBody>
                <a:bodyPr lIns="90000" rIns="90000" tIns="-33840" bIns="-33840" anchor="t">
                  <a:noAutofit/>
                </a:bodyPr>
                <a:p>
                  <a:endParaRPr b="0" lang="en-US" sz="2400" spc="-1" strike="noStrike">
                    <a:solidFill>
                      <a:srgbClr val="000000"/>
                    </a:solidFill>
                    <a:latin typeface="Times New Roman"/>
                  </a:endParaRPr>
                </a:p>
              </p:txBody>
            </p:sp>
            <p:sp>
              <p:nvSpPr>
                <p:cNvPr id="8403" name=""/>
                <p:cNvSpPr/>
                <p:nvPr/>
              </p:nvSpPr>
              <p:spPr>
                <a:xfrm>
                  <a:off x="220320" y="1092960"/>
                  <a:ext cx="10080" cy="28440"/>
                </a:xfrm>
                <a:custGeom>
                  <a:avLst/>
                  <a:gdLst/>
                  <a:ahLst/>
                  <a:rect l="l" t="t" r="r" b="b"/>
                  <a:pathLst>
                    <a:path w="76" h="232">
                      <a:moveTo>
                        <a:pt x="70" y="214"/>
                      </a:moveTo>
                      <a:lnTo>
                        <a:pt x="59" y="157"/>
                      </a:lnTo>
                      <a:lnTo>
                        <a:pt x="76" y="58"/>
                      </a:lnTo>
                      <a:lnTo>
                        <a:pt x="59" y="0"/>
                      </a:lnTo>
                      <a:lnTo>
                        <a:pt x="0" y="0"/>
                      </a:lnTo>
                      <a:lnTo>
                        <a:pt x="47" y="46"/>
                      </a:lnTo>
                      <a:lnTo>
                        <a:pt x="0" y="127"/>
                      </a:lnTo>
                      <a:lnTo>
                        <a:pt x="29" y="174"/>
                      </a:lnTo>
                      <a:lnTo>
                        <a:pt x="41" y="220"/>
                      </a:lnTo>
                      <a:lnTo>
                        <a:pt x="64" y="232"/>
                      </a:lnTo>
                      <a:lnTo>
                        <a:pt x="70" y="214"/>
                      </a:lnTo>
                      <a:close/>
                    </a:path>
                  </a:pathLst>
                </a:custGeom>
                <a:solidFill>
                  <a:srgbClr val="ffffff"/>
                </a:solidFill>
                <a:ln w="9360">
                  <a:solidFill>
                    <a:srgbClr val="00000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8404" name=""/>
                <p:cNvSpPr/>
                <p:nvPr/>
              </p:nvSpPr>
              <p:spPr>
                <a:xfrm>
                  <a:off x="522720" y="1062360"/>
                  <a:ext cx="32400" cy="22680"/>
                </a:xfrm>
                <a:custGeom>
                  <a:avLst/>
                  <a:gdLst/>
                  <a:ahLst/>
                  <a:rect l="l" t="t" r="r" b="b"/>
                  <a:pathLst>
                    <a:path w="256" h="187">
                      <a:moveTo>
                        <a:pt x="29" y="0"/>
                      </a:moveTo>
                      <a:lnTo>
                        <a:pt x="41" y="30"/>
                      </a:lnTo>
                      <a:lnTo>
                        <a:pt x="0" y="122"/>
                      </a:lnTo>
                      <a:lnTo>
                        <a:pt x="69" y="187"/>
                      </a:lnTo>
                      <a:lnTo>
                        <a:pt x="111" y="169"/>
                      </a:lnTo>
                      <a:lnTo>
                        <a:pt x="104" y="122"/>
                      </a:lnTo>
                      <a:lnTo>
                        <a:pt x="157" y="169"/>
                      </a:lnTo>
                      <a:lnTo>
                        <a:pt x="215" y="187"/>
                      </a:lnTo>
                      <a:lnTo>
                        <a:pt x="256" y="164"/>
                      </a:lnTo>
                      <a:lnTo>
                        <a:pt x="238" y="111"/>
                      </a:lnTo>
                      <a:lnTo>
                        <a:pt x="191" y="117"/>
                      </a:lnTo>
                      <a:lnTo>
                        <a:pt x="157" y="47"/>
                      </a:lnTo>
                      <a:lnTo>
                        <a:pt x="87" y="0"/>
                      </a:lnTo>
                      <a:lnTo>
                        <a:pt x="29" y="0"/>
                      </a:lnTo>
                      <a:close/>
                    </a:path>
                  </a:pathLst>
                </a:custGeom>
                <a:solidFill>
                  <a:srgbClr val="ffffff"/>
                </a:solidFill>
                <a:ln w="9360">
                  <a:solidFill>
                    <a:srgbClr val="000000"/>
                  </a:solidFill>
                  <a:round/>
                </a:ln>
              </p:spPr>
              <p:style>
                <a:lnRef idx="0"/>
                <a:fillRef idx="0"/>
                <a:effectRef idx="0"/>
                <a:fontRef idx="minor"/>
              </p:style>
              <p:txBody>
                <a:bodyPr lIns="90000" rIns="90000" tIns="-24120" bIns="-24120" anchor="t">
                  <a:noAutofit/>
                </a:bodyPr>
                <a:p>
                  <a:endParaRPr b="0" lang="en-US" sz="2400" spc="-1" strike="noStrike">
                    <a:solidFill>
                      <a:srgbClr val="000000"/>
                    </a:solidFill>
                    <a:latin typeface="Times New Roman"/>
                  </a:endParaRPr>
                </a:p>
              </p:txBody>
            </p:sp>
            <p:sp>
              <p:nvSpPr>
                <p:cNvPr id="8405" name=""/>
                <p:cNvSpPr/>
                <p:nvPr/>
              </p:nvSpPr>
              <p:spPr>
                <a:xfrm>
                  <a:off x="528840" y="1091160"/>
                  <a:ext cx="6840" cy="8640"/>
                </a:xfrm>
                <a:custGeom>
                  <a:avLst/>
                  <a:gdLst/>
                  <a:ahLst/>
                  <a:rect l="l" t="t" r="r" b="b"/>
                  <a:pathLst>
                    <a:path w="52" h="70">
                      <a:moveTo>
                        <a:pt x="41" y="0"/>
                      </a:moveTo>
                      <a:lnTo>
                        <a:pt x="0" y="5"/>
                      </a:lnTo>
                      <a:lnTo>
                        <a:pt x="0" y="70"/>
                      </a:lnTo>
                      <a:lnTo>
                        <a:pt x="24" y="52"/>
                      </a:lnTo>
                      <a:lnTo>
                        <a:pt x="47" y="47"/>
                      </a:lnTo>
                      <a:lnTo>
                        <a:pt x="52" y="29"/>
                      </a:lnTo>
                      <a:lnTo>
                        <a:pt x="41" y="0"/>
                      </a:lnTo>
                      <a:close/>
                    </a:path>
                  </a:pathLst>
                </a:custGeom>
                <a:solidFill>
                  <a:srgbClr val="ffffff"/>
                </a:solidFill>
                <a:ln w="9360">
                  <a:solidFill>
                    <a:srgbClr val="000000"/>
                  </a:solidFill>
                  <a:round/>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8406" name=""/>
                <p:cNvSpPr/>
                <p:nvPr/>
              </p:nvSpPr>
              <p:spPr>
                <a:xfrm>
                  <a:off x="399960" y="920880"/>
                  <a:ext cx="38520" cy="29520"/>
                </a:xfrm>
                <a:custGeom>
                  <a:avLst/>
                  <a:gdLst/>
                  <a:ahLst/>
                  <a:rect l="l" t="t" r="r" b="b"/>
                  <a:pathLst>
                    <a:path w="309" h="244">
                      <a:moveTo>
                        <a:pt x="187" y="0"/>
                      </a:moveTo>
                      <a:lnTo>
                        <a:pt x="88" y="105"/>
                      </a:lnTo>
                      <a:lnTo>
                        <a:pt x="0" y="128"/>
                      </a:lnTo>
                      <a:lnTo>
                        <a:pt x="18" y="232"/>
                      </a:lnTo>
                      <a:lnTo>
                        <a:pt x="100" y="244"/>
                      </a:lnTo>
                      <a:lnTo>
                        <a:pt x="145" y="175"/>
                      </a:lnTo>
                      <a:lnTo>
                        <a:pt x="309" y="180"/>
                      </a:lnTo>
                      <a:lnTo>
                        <a:pt x="245" y="18"/>
                      </a:lnTo>
                      <a:lnTo>
                        <a:pt x="187" y="0"/>
                      </a:lnTo>
                      <a:close/>
                    </a:path>
                  </a:pathLst>
                </a:custGeom>
                <a:solidFill>
                  <a:srgbClr val="ffffff"/>
                </a:solidFill>
                <a:ln w="9360">
                  <a:solidFill>
                    <a:srgbClr val="000000"/>
                  </a:solidFill>
                  <a:round/>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8407" name=""/>
                <p:cNvSpPr/>
                <p:nvPr/>
              </p:nvSpPr>
              <p:spPr>
                <a:xfrm>
                  <a:off x="414360" y="946440"/>
                  <a:ext cx="53640" cy="59400"/>
                </a:xfrm>
                <a:custGeom>
                  <a:avLst/>
                  <a:gdLst/>
                  <a:ahLst/>
                  <a:rect l="l" t="t" r="r" b="b"/>
                  <a:pathLst>
                    <a:path w="424" h="476">
                      <a:moveTo>
                        <a:pt x="197" y="6"/>
                      </a:moveTo>
                      <a:lnTo>
                        <a:pt x="75" y="0"/>
                      </a:lnTo>
                      <a:lnTo>
                        <a:pt x="70" y="35"/>
                      </a:lnTo>
                      <a:lnTo>
                        <a:pt x="63" y="94"/>
                      </a:lnTo>
                      <a:lnTo>
                        <a:pt x="46" y="146"/>
                      </a:lnTo>
                      <a:lnTo>
                        <a:pt x="105" y="209"/>
                      </a:lnTo>
                      <a:lnTo>
                        <a:pt x="0" y="209"/>
                      </a:lnTo>
                      <a:lnTo>
                        <a:pt x="75" y="279"/>
                      </a:lnTo>
                      <a:lnTo>
                        <a:pt x="105" y="383"/>
                      </a:lnTo>
                      <a:lnTo>
                        <a:pt x="244" y="395"/>
                      </a:lnTo>
                      <a:lnTo>
                        <a:pt x="354" y="476"/>
                      </a:lnTo>
                      <a:lnTo>
                        <a:pt x="407" y="436"/>
                      </a:lnTo>
                      <a:lnTo>
                        <a:pt x="384" y="395"/>
                      </a:lnTo>
                      <a:lnTo>
                        <a:pt x="419" y="401"/>
                      </a:lnTo>
                      <a:lnTo>
                        <a:pt x="372" y="267"/>
                      </a:lnTo>
                      <a:lnTo>
                        <a:pt x="424" y="111"/>
                      </a:lnTo>
                      <a:lnTo>
                        <a:pt x="384" y="76"/>
                      </a:lnTo>
                      <a:lnTo>
                        <a:pt x="342" y="174"/>
                      </a:lnTo>
                      <a:lnTo>
                        <a:pt x="349" y="162"/>
                      </a:lnTo>
                      <a:lnTo>
                        <a:pt x="314" y="87"/>
                      </a:lnTo>
                      <a:lnTo>
                        <a:pt x="238" y="59"/>
                      </a:lnTo>
                      <a:lnTo>
                        <a:pt x="197" y="6"/>
                      </a:lnTo>
                      <a:close/>
                    </a:path>
                  </a:pathLst>
                </a:custGeom>
                <a:solidFill>
                  <a:srgbClr val="ffffff"/>
                </a:solidFill>
                <a:ln w="9360">
                  <a:solidFill>
                    <a:srgbClr val="000000"/>
                  </a:solidFill>
                  <a:round/>
                </a:ln>
              </p:spPr>
              <p:style>
                <a:lnRef idx="0"/>
                <a:fillRef idx="0"/>
                <a:effectRef idx="0"/>
                <a:fontRef idx="minor"/>
              </p:style>
              <p:txBody>
                <a:bodyPr lIns="90000" rIns="90000" tIns="12600" bIns="12600" anchor="t">
                  <a:noAutofit/>
                </a:bodyPr>
                <a:p>
                  <a:endParaRPr b="0" lang="en-US" sz="2400" spc="-1" strike="noStrike">
                    <a:solidFill>
                      <a:srgbClr val="000000"/>
                    </a:solidFill>
                    <a:latin typeface="Times New Roman"/>
                  </a:endParaRPr>
                </a:p>
              </p:txBody>
            </p:sp>
            <p:sp>
              <p:nvSpPr>
                <p:cNvPr id="8408" name=""/>
                <p:cNvSpPr/>
                <p:nvPr/>
              </p:nvSpPr>
              <p:spPr>
                <a:xfrm>
                  <a:off x="475200" y="960480"/>
                  <a:ext cx="20880" cy="28440"/>
                </a:xfrm>
                <a:custGeom>
                  <a:avLst/>
                  <a:gdLst/>
                  <a:ahLst/>
                  <a:rect l="l" t="t" r="r" b="b"/>
                  <a:pathLst>
                    <a:path w="163" h="233">
                      <a:moveTo>
                        <a:pt x="0" y="82"/>
                      </a:moveTo>
                      <a:lnTo>
                        <a:pt x="52" y="163"/>
                      </a:lnTo>
                      <a:lnTo>
                        <a:pt x="29" y="233"/>
                      </a:lnTo>
                      <a:lnTo>
                        <a:pt x="70" y="233"/>
                      </a:lnTo>
                      <a:lnTo>
                        <a:pt x="151" y="180"/>
                      </a:lnTo>
                      <a:lnTo>
                        <a:pt x="163" y="145"/>
                      </a:lnTo>
                      <a:lnTo>
                        <a:pt x="146" y="18"/>
                      </a:lnTo>
                      <a:lnTo>
                        <a:pt x="94" y="0"/>
                      </a:lnTo>
                      <a:lnTo>
                        <a:pt x="64" y="70"/>
                      </a:lnTo>
                      <a:lnTo>
                        <a:pt x="29" y="58"/>
                      </a:lnTo>
                      <a:lnTo>
                        <a:pt x="0" y="82"/>
                      </a:lnTo>
                      <a:close/>
                    </a:path>
                  </a:pathLst>
                </a:custGeom>
                <a:solidFill>
                  <a:srgbClr val="ffffff"/>
                </a:solidFill>
                <a:ln w="9360">
                  <a:solidFill>
                    <a:srgbClr val="00000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8409" name=""/>
                <p:cNvSpPr/>
                <p:nvPr/>
              </p:nvSpPr>
              <p:spPr>
                <a:xfrm>
                  <a:off x="500400" y="963360"/>
                  <a:ext cx="15120" cy="18720"/>
                </a:xfrm>
                <a:custGeom>
                  <a:avLst/>
                  <a:gdLst/>
                  <a:ahLst/>
                  <a:rect l="l" t="t" r="r" b="b"/>
                  <a:pathLst>
                    <a:path w="116" h="150">
                      <a:moveTo>
                        <a:pt x="11" y="46"/>
                      </a:moveTo>
                      <a:lnTo>
                        <a:pt x="0" y="145"/>
                      </a:lnTo>
                      <a:lnTo>
                        <a:pt x="58" y="150"/>
                      </a:lnTo>
                      <a:lnTo>
                        <a:pt x="116" y="46"/>
                      </a:lnTo>
                      <a:lnTo>
                        <a:pt x="75" y="0"/>
                      </a:lnTo>
                      <a:lnTo>
                        <a:pt x="29" y="0"/>
                      </a:lnTo>
                      <a:lnTo>
                        <a:pt x="11" y="46"/>
                      </a:lnTo>
                      <a:close/>
                    </a:path>
                  </a:pathLst>
                </a:custGeom>
                <a:solidFill>
                  <a:srgbClr val="ffffff"/>
                </a:solidFill>
                <a:ln w="9360">
                  <a:solidFill>
                    <a:srgbClr val="000000"/>
                  </a:solidFill>
                  <a:round/>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8410" name=""/>
                <p:cNvSpPr/>
                <p:nvPr/>
              </p:nvSpPr>
              <p:spPr>
                <a:xfrm>
                  <a:off x="513720" y="972360"/>
                  <a:ext cx="125640" cy="132480"/>
                </a:xfrm>
                <a:custGeom>
                  <a:avLst/>
                  <a:gdLst/>
                  <a:ahLst/>
                  <a:rect l="l" t="t" r="r" b="b"/>
                  <a:pathLst>
                    <a:path w="987" h="1074">
                      <a:moveTo>
                        <a:pt x="110" y="0"/>
                      </a:moveTo>
                      <a:lnTo>
                        <a:pt x="93" y="52"/>
                      </a:lnTo>
                      <a:lnTo>
                        <a:pt x="16" y="80"/>
                      </a:lnTo>
                      <a:lnTo>
                        <a:pt x="0" y="133"/>
                      </a:lnTo>
                      <a:lnTo>
                        <a:pt x="58" y="197"/>
                      </a:lnTo>
                      <a:lnTo>
                        <a:pt x="28" y="226"/>
                      </a:lnTo>
                      <a:lnTo>
                        <a:pt x="86" y="284"/>
                      </a:lnTo>
                      <a:lnTo>
                        <a:pt x="191" y="296"/>
                      </a:lnTo>
                      <a:lnTo>
                        <a:pt x="330" y="377"/>
                      </a:lnTo>
                      <a:lnTo>
                        <a:pt x="342" y="336"/>
                      </a:lnTo>
                      <a:lnTo>
                        <a:pt x="307" y="267"/>
                      </a:lnTo>
                      <a:lnTo>
                        <a:pt x="377" y="296"/>
                      </a:lnTo>
                      <a:lnTo>
                        <a:pt x="394" y="359"/>
                      </a:lnTo>
                      <a:lnTo>
                        <a:pt x="494" y="377"/>
                      </a:lnTo>
                      <a:lnTo>
                        <a:pt x="522" y="418"/>
                      </a:lnTo>
                      <a:lnTo>
                        <a:pt x="482" y="470"/>
                      </a:lnTo>
                      <a:lnTo>
                        <a:pt x="586" y="523"/>
                      </a:lnTo>
                      <a:lnTo>
                        <a:pt x="563" y="592"/>
                      </a:lnTo>
                      <a:lnTo>
                        <a:pt x="539" y="610"/>
                      </a:lnTo>
                      <a:lnTo>
                        <a:pt x="557" y="714"/>
                      </a:lnTo>
                      <a:lnTo>
                        <a:pt x="499" y="755"/>
                      </a:lnTo>
                      <a:lnTo>
                        <a:pt x="435" y="725"/>
                      </a:lnTo>
                      <a:lnTo>
                        <a:pt x="424" y="865"/>
                      </a:lnTo>
                      <a:lnTo>
                        <a:pt x="529" y="859"/>
                      </a:lnTo>
                      <a:lnTo>
                        <a:pt x="557" y="836"/>
                      </a:lnTo>
                      <a:lnTo>
                        <a:pt x="668" y="976"/>
                      </a:lnTo>
                      <a:lnTo>
                        <a:pt x="714" y="976"/>
                      </a:lnTo>
                      <a:lnTo>
                        <a:pt x="738" y="1011"/>
                      </a:lnTo>
                      <a:lnTo>
                        <a:pt x="947" y="1074"/>
                      </a:lnTo>
                      <a:lnTo>
                        <a:pt x="941" y="1028"/>
                      </a:lnTo>
                      <a:lnTo>
                        <a:pt x="842" y="952"/>
                      </a:lnTo>
                      <a:lnTo>
                        <a:pt x="825" y="912"/>
                      </a:lnTo>
                      <a:lnTo>
                        <a:pt x="953" y="993"/>
                      </a:lnTo>
                      <a:lnTo>
                        <a:pt x="970" y="946"/>
                      </a:lnTo>
                      <a:lnTo>
                        <a:pt x="918" y="865"/>
                      </a:lnTo>
                      <a:lnTo>
                        <a:pt x="923" y="847"/>
                      </a:lnTo>
                      <a:lnTo>
                        <a:pt x="825" y="772"/>
                      </a:lnTo>
                      <a:lnTo>
                        <a:pt x="842" y="720"/>
                      </a:lnTo>
                      <a:lnTo>
                        <a:pt x="784" y="673"/>
                      </a:lnTo>
                      <a:lnTo>
                        <a:pt x="930" y="714"/>
                      </a:lnTo>
                      <a:lnTo>
                        <a:pt x="930" y="772"/>
                      </a:lnTo>
                      <a:lnTo>
                        <a:pt x="947" y="778"/>
                      </a:lnTo>
                      <a:lnTo>
                        <a:pt x="965" y="702"/>
                      </a:lnTo>
                      <a:lnTo>
                        <a:pt x="987" y="673"/>
                      </a:lnTo>
                      <a:lnTo>
                        <a:pt x="975" y="586"/>
                      </a:lnTo>
                      <a:lnTo>
                        <a:pt x="895" y="580"/>
                      </a:lnTo>
                      <a:lnTo>
                        <a:pt x="860" y="523"/>
                      </a:lnTo>
                      <a:lnTo>
                        <a:pt x="749" y="488"/>
                      </a:lnTo>
                      <a:lnTo>
                        <a:pt x="714" y="435"/>
                      </a:lnTo>
                      <a:lnTo>
                        <a:pt x="738" y="389"/>
                      </a:lnTo>
                      <a:lnTo>
                        <a:pt x="703" y="313"/>
                      </a:lnTo>
                      <a:lnTo>
                        <a:pt x="633" y="284"/>
                      </a:lnTo>
                      <a:lnTo>
                        <a:pt x="539" y="249"/>
                      </a:lnTo>
                      <a:lnTo>
                        <a:pt x="529" y="174"/>
                      </a:lnTo>
                      <a:lnTo>
                        <a:pt x="435" y="197"/>
                      </a:lnTo>
                      <a:lnTo>
                        <a:pt x="412" y="145"/>
                      </a:lnTo>
                      <a:lnTo>
                        <a:pt x="319" y="174"/>
                      </a:lnTo>
                      <a:lnTo>
                        <a:pt x="302" y="104"/>
                      </a:lnTo>
                      <a:lnTo>
                        <a:pt x="382" y="92"/>
                      </a:lnTo>
                      <a:lnTo>
                        <a:pt x="278" y="57"/>
                      </a:lnTo>
                      <a:lnTo>
                        <a:pt x="191" y="63"/>
                      </a:lnTo>
                      <a:lnTo>
                        <a:pt x="168" y="179"/>
                      </a:lnTo>
                      <a:lnTo>
                        <a:pt x="133" y="122"/>
                      </a:lnTo>
                      <a:lnTo>
                        <a:pt x="150" y="52"/>
                      </a:lnTo>
                      <a:lnTo>
                        <a:pt x="11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11" name=""/>
                <p:cNvSpPr/>
                <p:nvPr/>
              </p:nvSpPr>
              <p:spPr>
                <a:xfrm>
                  <a:off x="433440" y="900000"/>
                  <a:ext cx="27360" cy="12600"/>
                </a:xfrm>
                <a:custGeom>
                  <a:avLst/>
                  <a:gdLst/>
                  <a:ahLst/>
                  <a:rect l="l" t="t" r="r" b="b"/>
                  <a:pathLst>
                    <a:path w="215" h="105">
                      <a:moveTo>
                        <a:pt x="128" y="0"/>
                      </a:moveTo>
                      <a:lnTo>
                        <a:pt x="116" y="17"/>
                      </a:lnTo>
                      <a:lnTo>
                        <a:pt x="0" y="52"/>
                      </a:lnTo>
                      <a:lnTo>
                        <a:pt x="87" y="105"/>
                      </a:lnTo>
                      <a:lnTo>
                        <a:pt x="198" y="105"/>
                      </a:lnTo>
                      <a:lnTo>
                        <a:pt x="215" y="52"/>
                      </a:lnTo>
                      <a:lnTo>
                        <a:pt x="198" y="23"/>
                      </a:lnTo>
                      <a:lnTo>
                        <a:pt x="128" y="0"/>
                      </a:lnTo>
                      <a:close/>
                    </a:path>
                  </a:pathLst>
                </a:custGeom>
                <a:solidFill>
                  <a:srgbClr val="ffffff"/>
                </a:solidFill>
                <a:ln w="9360">
                  <a:solidFill>
                    <a:srgbClr val="00000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8412" name=""/>
                <p:cNvSpPr/>
                <p:nvPr/>
              </p:nvSpPr>
              <p:spPr>
                <a:xfrm>
                  <a:off x="507600" y="935640"/>
                  <a:ext cx="44640" cy="27360"/>
                </a:xfrm>
                <a:custGeom>
                  <a:avLst/>
                  <a:gdLst/>
                  <a:ahLst/>
                  <a:rect l="l" t="t" r="r" b="b"/>
                  <a:pathLst>
                    <a:path w="354" h="227">
                      <a:moveTo>
                        <a:pt x="0" y="41"/>
                      </a:moveTo>
                      <a:lnTo>
                        <a:pt x="52" y="82"/>
                      </a:lnTo>
                      <a:lnTo>
                        <a:pt x="52" y="197"/>
                      </a:lnTo>
                      <a:lnTo>
                        <a:pt x="354" y="227"/>
                      </a:lnTo>
                      <a:lnTo>
                        <a:pt x="354" y="169"/>
                      </a:lnTo>
                      <a:lnTo>
                        <a:pt x="162" y="122"/>
                      </a:lnTo>
                      <a:lnTo>
                        <a:pt x="57" y="18"/>
                      </a:lnTo>
                      <a:lnTo>
                        <a:pt x="0" y="0"/>
                      </a:lnTo>
                      <a:lnTo>
                        <a:pt x="0" y="41"/>
                      </a:lnTo>
                      <a:close/>
                    </a:path>
                  </a:pathLst>
                </a:custGeom>
                <a:solidFill>
                  <a:srgbClr val="ffffff"/>
                </a:solidFill>
                <a:ln w="9360">
                  <a:solidFill>
                    <a:srgbClr val="000000"/>
                  </a:solidFill>
                  <a:round/>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8413" name=""/>
                <p:cNvSpPr/>
                <p:nvPr/>
              </p:nvSpPr>
              <p:spPr>
                <a:xfrm>
                  <a:off x="447840" y="919800"/>
                  <a:ext cx="35280" cy="22680"/>
                </a:xfrm>
                <a:custGeom>
                  <a:avLst/>
                  <a:gdLst/>
                  <a:ahLst/>
                  <a:rect l="l" t="t" r="r" b="b"/>
                  <a:pathLst>
                    <a:path w="284" h="185">
                      <a:moveTo>
                        <a:pt x="63" y="0"/>
                      </a:moveTo>
                      <a:lnTo>
                        <a:pt x="202" y="52"/>
                      </a:lnTo>
                      <a:lnTo>
                        <a:pt x="284" y="122"/>
                      </a:lnTo>
                      <a:lnTo>
                        <a:pt x="197" y="185"/>
                      </a:lnTo>
                      <a:lnTo>
                        <a:pt x="110" y="162"/>
                      </a:lnTo>
                      <a:lnTo>
                        <a:pt x="52" y="133"/>
                      </a:lnTo>
                      <a:lnTo>
                        <a:pt x="45" y="92"/>
                      </a:lnTo>
                      <a:lnTo>
                        <a:pt x="0" y="52"/>
                      </a:lnTo>
                      <a:lnTo>
                        <a:pt x="63" y="0"/>
                      </a:lnTo>
                      <a:close/>
                    </a:path>
                  </a:pathLst>
                </a:custGeom>
                <a:solidFill>
                  <a:srgbClr val="ffffff"/>
                </a:solidFill>
                <a:ln w="9360">
                  <a:solidFill>
                    <a:srgbClr val="000000"/>
                  </a:solidFill>
                  <a:round/>
                </a:ln>
              </p:spPr>
              <p:style>
                <a:lnRef idx="0"/>
                <a:fillRef idx="0"/>
                <a:effectRef idx="0"/>
                <a:fontRef idx="minor"/>
              </p:style>
              <p:txBody>
                <a:bodyPr lIns="90000" rIns="90000" tIns="-24120" bIns="-24120" anchor="t">
                  <a:noAutofit/>
                </a:bodyPr>
                <a:p>
                  <a:endParaRPr b="0" lang="en-US" sz="2400" spc="-1" strike="noStrike">
                    <a:solidFill>
                      <a:srgbClr val="000000"/>
                    </a:solidFill>
                    <a:latin typeface="Times New Roman"/>
                  </a:endParaRPr>
                </a:p>
              </p:txBody>
            </p:sp>
            <p:sp>
              <p:nvSpPr>
                <p:cNvPr id="8414" name=""/>
                <p:cNvSpPr/>
                <p:nvPr/>
              </p:nvSpPr>
              <p:spPr>
                <a:xfrm>
                  <a:off x="483120" y="933840"/>
                  <a:ext cx="15840" cy="16560"/>
                </a:xfrm>
                <a:custGeom>
                  <a:avLst/>
                  <a:gdLst/>
                  <a:ahLst/>
                  <a:rect l="l" t="t" r="r" b="b"/>
                  <a:pathLst>
                    <a:path w="127" h="134">
                      <a:moveTo>
                        <a:pt x="92" y="0"/>
                      </a:moveTo>
                      <a:lnTo>
                        <a:pt x="17" y="24"/>
                      </a:lnTo>
                      <a:lnTo>
                        <a:pt x="0" y="65"/>
                      </a:lnTo>
                      <a:lnTo>
                        <a:pt x="40" y="77"/>
                      </a:lnTo>
                      <a:lnTo>
                        <a:pt x="40" y="117"/>
                      </a:lnTo>
                      <a:lnTo>
                        <a:pt x="98" y="134"/>
                      </a:lnTo>
                      <a:lnTo>
                        <a:pt x="127" y="129"/>
                      </a:lnTo>
                      <a:lnTo>
                        <a:pt x="98" y="77"/>
                      </a:lnTo>
                      <a:lnTo>
                        <a:pt x="127" y="65"/>
                      </a:lnTo>
                      <a:lnTo>
                        <a:pt x="92" y="0"/>
                      </a:lnTo>
                      <a:close/>
                    </a:path>
                  </a:pathLst>
                </a:custGeom>
                <a:solidFill>
                  <a:srgbClr val="ffffff"/>
                </a:solidFill>
                <a:ln w="9360">
                  <a:solidFill>
                    <a:srgbClr val="000000"/>
                  </a:solidFill>
                  <a:round/>
                </a:ln>
              </p:spPr>
              <p:style>
                <a:lnRef idx="0"/>
                <a:fillRef idx="0"/>
                <a:effectRef idx="0"/>
                <a:fontRef idx="minor"/>
              </p:style>
              <p:txBody>
                <a:bodyPr lIns="90000" rIns="90000" tIns="-30240" bIns="-30240" anchor="t">
                  <a:noAutofit/>
                </a:bodyPr>
                <a:p>
                  <a:endParaRPr b="0" lang="en-US" sz="2400" spc="-1" strike="noStrike">
                    <a:solidFill>
                      <a:srgbClr val="000000"/>
                    </a:solidFill>
                    <a:latin typeface="Times New Roman"/>
                  </a:endParaRPr>
                </a:p>
              </p:txBody>
            </p:sp>
            <p:sp>
              <p:nvSpPr>
                <p:cNvPr id="8415" name=""/>
                <p:cNvSpPr/>
                <p:nvPr/>
              </p:nvSpPr>
              <p:spPr>
                <a:xfrm>
                  <a:off x="435600" y="915840"/>
                  <a:ext cx="5760" cy="5040"/>
                </a:xfrm>
                <a:custGeom>
                  <a:avLst/>
                  <a:gdLst/>
                  <a:ahLst/>
                  <a:rect l="l" t="t" r="r" b="b"/>
                  <a:pathLst>
                    <a:path w="47" h="35">
                      <a:moveTo>
                        <a:pt x="29" y="0"/>
                      </a:moveTo>
                      <a:lnTo>
                        <a:pt x="0" y="0"/>
                      </a:lnTo>
                      <a:lnTo>
                        <a:pt x="17" y="35"/>
                      </a:lnTo>
                      <a:lnTo>
                        <a:pt x="47" y="23"/>
                      </a:lnTo>
                      <a:lnTo>
                        <a:pt x="29" y="0"/>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416" name=""/>
                <p:cNvSpPr/>
                <p:nvPr/>
              </p:nvSpPr>
              <p:spPr>
                <a:xfrm>
                  <a:off x="506520" y="947520"/>
                  <a:ext cx="2880" cy="4680"/>
                </a:xfrm>
                <a:custGeom>
                  <a:avLst/>
                  <a:gdLst/>
                  <a:ahLst/>
                  <a:rect l="l" t="t" r="r" b="b"/>
                  <a:pathLst>
                    <a:path w="24" h="41">
                      <a:moveTo>
                        <a:pt x="24" y="18"/>
                      </a:moveTo>
                      <a:lnTo>
                        <a:pt x="12" y="0"/>
                      </a:lnTo>
                      <a:lnTo>
                        <a:pt x="0" y="41"/>
                      </a:lnTo>
                      <a:lnTo>
                        <a:pt x="17" y="41"/>
                      </a:lnTo>
                      <a:lnTo>
                        <a:pt x="24" y="18"/>
                      </a:lnTo>
                      <a:close/>
                    </a:path>
                  </a:pathLst>
                </a:custGeom>
                <a:solidFill>
                  <a:srgbClr val="ffffff"/>
                </a:solidFill>
                <a:ln w="9360">
                  <a:solidFill>
                    <a:srgbClr val="00000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8417" name=""/>
                <p:cNvSpPr/>
                <p:nvPr/>
              </p:nvSpPr>
              <p:spPr>
                <a:xfrm>
                  <a:off x="566640" y="1030680"/>
                  <a:ext cx="7920" cy="13680"/>
                </a:xfrm>
                <a:custGeom>
                  <a:avLst/>
                  <a:gdLst/>
                  <a:ahLst/>
                  <a:rect l="l" t="t" r="r" b="b"/>
                  <a:pathLst>
                    <a:path w="70" h="104">
                      <a:moveTo>
                        <a:pt x="58" y="92"/>
                      </a:moveTo>
                      <a:lnTo>
                        <a:pt x="70" y="47"/>
                      </a:lnTo>
                      <a:lnTo>
                        <a:pt x="23" y="0"/>
                      </a:lnTo>
                      <a:lnTo>
                        <a:pt x="12" y="12"/>
                      </a:lnTo>
                      <a:lnTo>
                        <a:pt x="17" y="58"/>
                      </a:lnTo>
                      <a:lnTo>
                        <a:pt x="0" y="104"/>
                      </a:lnTo>
                      <a:lnTo>
                        <a:pt x="47" y="104"/>
                      </a:lnTo>
                      <a:lnTo>
                        <a:pt x="58" y="92"/>
                      </a:lnTo>
                      <a:close/>
                    </a:path>
                  </a:pathLst>
                </a:custGeom>
                <a:solidFill>
                  <a:srgbClr val="ffffff"/>
                </a:solidFill>
                <a:ln w="9360">
                  <a:solidFill>
                    <a:srgbClr val="000000"/>
                  </a:solidFill>
                  <a:round/>
                </a:ln>
              </p:spPr>
              <p:style>
                <a:lnRef idx="0"/>
                <a:fillRef idx="0"/>
                <a:effectRef idx="0"/>
                <a:fontRef idx="minor"/>
              </p:style>
              <p:txBody>
                <a:bodyPr lIns="90000" rIns="90000" tIns="-33120" bIns="-33120" anchor="t">
                  <a:noAutofit/>
                </a:bodyPr>
                <a:p>
                  <a:endParaRPr b="0" lang="en-US" sz="2400" spc="-1" strike="noStrike">
                    <a:solidFill>
                      <a:srgbClr val="000000"/>
                    </a:solidFill>
                    <a:latin typeface="Times New Roman"/>
                  </a:endParaRPr>
                </a:p>
              </p:txBody>
            </p:sp>
            <p:sp>
              <p:nvSpPr>
                <p:cNvPr id="8418" name=""/>
                <p:cNvSpPr/>
                <p:nvPr/>
              </p:nvSpPr>
              <p:spPr>
                <a:xfrm>
                  <a:off x="149400" y="837720"/>
                  <a:ext cx="191880" cy="222480"/>
                </a:xfrm>
                <a:custGeom>
                  <a:avLst/>
                  <a:gdLst/>
                  <a:ahLst/>
                  <a:rect l="l" t="t" r="r" b="b"/>
                  <a:pathLst>
                    <a:path w="1518" h="1801">
                      <a:moveTo>
                        <a:pt x="762" y="1801"/>
                      </a:moveTo>
                      <a:lnTo>
                        <a:pt x="907" y="1766"/>
                      </a:lnTo>
                      <a:lnTo>
                        <a:pt x="937" y="1301"/>
                      </a:lnTo>
                      <a:lnTo>
                        <a:pt x="872" y="1254"/>
                      </a:lnTo>
                      <a:lnTo>
                        <a:pt x="855" y="1150"/>
                      </a:lnTo>
                      <a:lnTo>
                        <a:pt x="919" y="1011"/>
                      </a:lnTo>
                      <a:lnTo>
                        <a:pt x="1518" y="604"/>
                      </a:lnTo>
                      <a:lnTo>
                        <a:pt x="1506" y="546"/>
                      </a:lnTo>
                      <a:lnTo>
                        <a:pt x="1436" y="465"/>
                      </a:lnTo>
                      <a:lnTo>
                        <a:pt x="1436" y="407"/>
                      </a:lnTo>
                      <a:lnTo>
                        <a:pt x="1378" y="325"/>
                      </a:lnTo>
                      <a:lnTo>
                        <a:pt x="1395" y="210"/>
                      </a:lnTo>
                      <a:lnTo>
                        <a:pt x="1326" y="122"/>
                      </a:lnTo>
                      <a:lnTo>
                        <a:pt x="1151" y="105"/>
                      </a:lnTo>
                      <a:lnTo>
                        <a:pt x="1047" y="0"/>
                      </a:lnTo>
                      <a:lnTo>
                        <a:pt x="907" y="151"/>
                      </a:lnTo>
                      <a:lnTo>
                        <a:pt x="919" y="180"/>
                      </a:lnTo>
                      <a:lnTo>
                        <a:pt x="867" y="215"/>
                      </a:lnTo>
                      <a:lnTo>
                        <a:pt x="843" y="175"/>
                      </a:lnTo>
                      <a:lnTo>
                        <a:pt x="849" y="110"/>
                      </a:lnTo>
                      <a:lnTo>
                        <a:pt x="803" y="29"/>
                      </a:lnTo>
                      <a:lnTo>
                        <a:pt x="703" y="58"/>
                      </a:lnTo>
                      <a:lnTo>
                        <a:pt x="663" y="180"/>
                      </a:lnTo>
                      <a:lnTo>
                        <a:pt x="698" y="255"/>
                      </a:lnTo>
                      <a:lnTo>
                        <a:pt x="651" y="267"/>
                      </a:lnTo>
                      <a:lnTo>
                        <a:pt x="471" y="163"/>
                      </a:lnTo>
                      <a:lnTo>
                        <a:pt x="267" y="279"/>
                      </a:lnTo>
                      <a:lnTo>
                        <a:pt x="256" y="372"/>
                      </a:lnTo>
                      <a:lnTo>
                        <a:pt x="291" y="384"/>
                      </a:lnTo>
                      <a:lnTo>
                        <a:pt x="198" y="447"/>
                      </a:lnTo>
                      <a:lnTo>
                        <a:pt x="262" y="477"/>
                      </a:lnTo>
                      <a:lnTo>
                        <a:pt x="232" y="541"/>
                      </a:lnTo>
                      <a:lnTo>
                        <a:pt x="297" y="628"/>
                      </a:lnTo>
                      <a:lnTo>
                        <a:pt x="7" y="611"/>
                      </a:lnTo>
                      <a:lnTo>
                        <a:pt x="0" y="639"/>
                      </a:lnTo>
                      <a:lnTo>
                        <a:pt x="344" y="721"/>
                      </a:lnTo>
                      <a:lnTo>
                        <a:pt x="546" y="738"/>
                      </a:lnTo>
                      <a:lnTo>
                        <a:pt x="454" y="802"/>
                      </a:lnTo>
                      <a:lnTo>
                        <a:pt x="511" y="872"/>
                      </a:lnTo>
                      <a:lnTo>
                        <a:pt x="623" y="872"/>
                      </a:lnTo>
                      <a:lnTo>
                        <a:pt x="640" y="808"/>
                      </a:lnTo>
                      <a:lnTo>
                        <a:pt x="686" y="843"/>
                      </a:lnTo>
                      <a:lnTo>
                        <a:pt x="668" y="912"/>
                      </a:lnTo>
                      <a:lnTo>
                        <a:pt x="698" y="924"/>
                      </a:lnTo>
                      <a:lnTo>
                        <a:pt x="698" y="994"/>
                      </a:lnTo>
                      <a:lnTo>
                        <a:pt x="762" y="1075"/>
                      </a:lnTo>
                      <a:lnTo>
                        <a:pt x="780" y="1167"/>
                      </a:lnTo>
                      <a:lnTo>
                        <a:pt x="762" y="1237"/>
                      </a:lnTo>
                      <a:lnTo>
                        <a:pt x="797" y="1336"/>
                      </a:lnTo>
                      <a:lnTo>
                        <a:pt x="843" y="1366"/>
                      </a:lnTo>
                      <a:lnTo>
                        <a:pt x="872" y="1411"/>
                      </a:lnTo>
                      <a:lnTo>
                        <a:pt x="780" y="1603"/>
                      </a:lnTo>
                      <a:lnTo>
                        <a:pt x="762" y="1801"/>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19" name=""/>
                <p:cNvSpPr/>
                <p:nvPr/>
              </p:nvSpPr>
              <p:spPr>
                <a:xfrm>
                  <a:off x="238680" y="911880"/>
                  <a:ext cx="472680" cy="403560"/>
                </a:xfrm>
                <a:custGeom>
                  <a:avLst/>
                  <a:gdLst/>
                  <a:ahLst/>
                  <a:rect l="l" t="t" r="r" b="b"/>
                  <a:pathLst>
                    <a:path w="3724" h="3264">
                      <a:moveTo>
                        <a:pt x="3248" y="3056"/>
                      </a:moveTo>
                      <a:lnTo>
                        <a:pt x="3196" y="3049"/>
                      </a:lnTo>
                      <a:lnTo>
                        <a:pt x="3150" y="2968"/>
                      </a:lnTo>
                      <a:lnTo>
                        <a:pt x="3185" y="2904"/>
                      </a:lnTo>
                      <a:lnTo>
                        <a:pt x="3190" y="2887"/>
                      </a:lnTo>
                      <a:lnTo>
                        <a:pt x="3115" y="2881"/>
                      </a:lnTo>
                      <a:lnTo>
                        <a:pt x="2981" y="3026"/>
                      </a:lnTo>
                      <a:lnTo>
                        <a:pt x="2795" y="3061"/>
                      </a:lnTo>
                      <a:lnTo>
                        <a:pt x="2662" y="3131"/>
                      </a:lnTo>
                      <a:lnTo>
                        <a:pt x="2574" y="3096"/>
                      </a:lnTo>
                      <a:lnTo>
                        <a:pt x="2470" y="3212"/>
                      </a:lnTo>
                      <a:lnTo>
                        <a:pt x="2278" y="3264"/>
                      </a:lnTo>
                      <a:lnTo>
                        <a:pt x="2237" y="3264"/>
                      </a:lnTo>
                      <a:lnTo>
                        <a:pt x="2266" y="3212"/>
                      </a:lnTo>
                      <a:lnTo>
                        <a:pt x="2359" y="3148"/>
                      </a:lnTo>
                      <a:lnTo>
                        <a:pt x="2365" y="3078"/>
                      </a:lnTo>
                      <a:lnTo>
                        <a:pt x="2400" y="3148"/>
                      </a:lnTo>
                      <a:lnTo>
                        <a:pt x="2435" y="3166"/>
                      </a:lnTo>
                      <a:lnTo>
                        <a:pt x="2428" y="3026"/>
                      </a:lnTo>
                      <a:lnTo>
                        <a:pt x="2226" y="2916"/>
                      </a:lnTo>
                      <a:lnTo>
                        <a:pt x="2168" y="2800"/>
                      </a:lnTo>
                      <a:lnTo>
                        <a:pt x="2104" y="2695"/>
                      </a:lnTo>
                      <a:lnTo>
                        <a:pt x="2004" y="2637"/>
                      </a:lnTo>
                      <a:lnTo>
                        <a:pt x="1894" y="2678"/>
                      </a:lnTo>
                      <a:lnTo>
                        <a:pt x="1069" y="2352"/>
                      </a:lnTo>
                      <a:lnTo>
                        <a:pt x="506" y="2073"/>
                      </a:lnTo>
                      <a:lnTo>
                        <a:pt x="46" y="1823"/>
                      </a:lnTo>
                      <a:lnTo>
                        <a:pt x="17" y="1725"/>
                      </a:lnTo>
                      <a:lnTo>
                        <a:pt x="5" y="1656"/>
                      </a:lnTo>
                      <a:lnTo>
                        <a:pt x="35" y="1586"/>
                      </a:lnTo>
                      <a:lnTo>
                        <a:pt x="0" y="1551"/>
                      </a:lnTo>
                      <a:lnTo>
                        <a:pt x="70" y="1300"/>
                      </a:lnTo>
                      <a:lnTo>
                        <a:pt x="46" y="1260"/>
                      </a:lnTo>
                      <a:lnTo>
                        <a:pt x="58" y="1185"/>
                      </a:lnTo>
                      <a:lnTo>
                        <a:pt x="192" y="1173"/>
                      </a:lnTo>
                      <a:lnTo>
                        <a:pt x="227" y="708"/>
                      </a:lnTo>
                      <a:lnTo>
                        <a:pt x="162" y="650"/>
                      </a:lnTo>
                      <a:lnTo>
                        <a:pt x="145" y="545"/>
                      </a:lnTo>
                      <a:lnTo>
                        <a:pt x="209" y="418"/>
                      </a:lnTo>
                      <a:lnTo>
                        <a:pt x="808" y="0"/>
                      </a:lnTo>
                      <a:lnTo>
                        <a:pt x="848" y="151"/>
                      </a:lnTo>
                      <a:lnTo>
                        <a:pt x="1028" y="197"/>
                      </a:lnTo>
                      <a:lnTo>
                        <a:pt x="1045" y="266"/>
                      </a:lnTo>
                      <a:lnTo>
                        <a:pt x="1139" y="244"/>
                      </a:lnTo>
                      <a:lnTo>
                        <a:pt x="1156" y="273"/>
                      </a:lnTo>
                      <a:lnTo>
                        <a:pt x="1115" y="331"/>
                      </a:lnTo>
                      <a:lnTo>
                        <a:pt x="1174" y="360"/>
                      </a:lnTo>
                      <a:lnTo>
                        <a:pt x="1284" y="446"/>
                      </a:lnTo>
                      <a:lnTo>
                        <a:pt x="1301" y="540"/>
                      </a:lnTo>
                      <a:lnTo>
                        <a:pt x="1394" y="575"/>
                      </a:lnTo>
                      <a:lnTo>
                        <a:pt x="1359" y="621"/>
                      </a:lnTo>
                      <a:lnTo>
                        <a:pt x="1366" y="662"/>
                      </a:lnTo>
                      <a:lnTo>
                        <a:pt x="1534" y="743"/>
                      </a:lnTo>
                      <a:lnTo>
                        <a:pt x="1545" y="807"/>
                      </a:lnTo>
                      <a:lnTo>
                        <a:pt x="1627" y="801"/>
                      </a:lnTo>
                      <a:lnTo>
                        <a:pt x="1603" y="732"/>
                      </a:lnTo>
                      <a:lnTo>
                        <a:pt x="1697" y="767"/>
                      </a:lnTo>
                      <a:lnTo>
                        <a:pt x="1807" y="894"/>
                      </a:lnTo>
                      <a:lnTo>
                        <a:pt x="1859" y="854"/>
                      </a:lnTo>
                      <a:lnTo>
                        <a:pt x="1847" y="801"/>
                      </a:lnTo>
                      <a:lnTo>
                        <a:pt x="1859" y="767"/>
                      </a:lnTo>
                      <a:lnTo>
                        <a:pt x="1935" y="772"/>
                      </a:lnTo>
                      <a:lnTo>
                        <a:pt x="1952" y="801"/>
                      </a:lnTo>
                      <a:lnTo>
                        <a:pt x="1929" y="941"/>
                      </a:lnTo>
                      <a:lnTo>
                        <a:pt x="1947" y="946"/>
                      </a:lnTo>
                      <a:lnTo>
                        <a:pt x="1970" y="911"/>
                      </a:lnTo>
                      <a:lnTo>
                        <a:pt x="2016" y="917"/>
                      </a:lnTo>
                      <a:lnTo>
                        <a:pt x="2011" y="882"/>
                      </a:lnTo>
                      <a:lnTo>
                        <a:pt x="2051" y="836"/>
                      </a:lnTo>
                      <a:lnTo>
                        <a:pt x="1987" y="714"/>
                      </a:lnTo>
                      <a:lnTo>
                        <a:pt x="2039" y="633"/>
                      </a:lnTo>
                      <a:lnTo>
                        <a:pt x="2074" y="645"/>
                      </a:lnTo>
                      <a:lnTo>
                        <a:pt x="2126" y="737"/>
                      </a:lnTo>
                      <a:lnTo>
                        <a:pt x="2109" y="777"/>
                      </a:lnTo>
                      <a:lnTo>
                        <a:pt x="2126" y="894"/>
                      </a:lnTo>
                      <a:lnTo>
                        <a:pt x="2196" y="894"/>
                      </a:lnTo>
                      <a:lnTo>
                        <a:pt x="2226" y="911"/>
                      </a:lnTo>
                      <a:lnTo>
                        <a:pt x="2214" y="952"/>
                      </a:lnTo>
                      <a:lnTo>
                        <a:pt x="2243" y="1028"/>
                      </a:lnTo>
                      <a:lnTo>
                        <a:pt x="2341" y="941"/>
                      </a:lnTo>
                      <a:lnTo>
                        <a:pt x="2330" y="854"/>
                      </a:lnTo>
                      <a:lnTo>
                        <a:pt x="2423" y="882"/>
                      </a:lnTo>
                      <a:lnTo>
                        <a:pt x="2446" y="1045"/>
                      </a:lnTo>
                      <a:lnTo>
                        <a:pt x="2400" y="1138"/>
                      </a:lnTo>
                      <a:lnTo>
                        <a:pt x="2278" y="1121"/>
                      </a:lnTo>
                      <a:lnTo>
                        <a:pt x="2226" y="1178"/>
                      </a:lnTo>
                      <a:lnTo>
                        <a:pt x="2144" y="1178"/>
                      </a:lnTo>
                      <a:lnTo>
                        <a:pt x="2184" y="1225"/>
                      </a:lnTo>
                      <a:lnTo>
                        <a:pt x="2138" y="1300"/>
                      </a:lnTo>
                      <a:lnTo>
                        <a:pt x="2098" y="1290"/>
                      </a:lnTo>
                      <a:lnTo>
                        <a:pt x="2081" y="1318"/>
                      </a:lnTo>
                      <a:lnTo>
                        <a:pt x="2028" y="1324"/>
                      </a:lnTo>
                      <a:lnTo>
                        <a:pt x="2039" y="1370"/>
                      </a:lnTo>
                      <a:lnTo>
                        <a:pt x="1859" y="1499"/>
                      </a:lnTo>
                      <a:lnTo>
                        <a:pt x="1772" y="1644"/>
                      </a:lnTo>
                      <a:lnTo>
                        <a:pt x="1871" y="1748"/>
                      </a:lnTo>
                      <a:lnTo>
                        <a:pt x="1871" y="1858"/>
                      </a:lnTo>
                      <a:lnTo>
                        <a:pt x="2069" y="1933"/>
                      </a:lnTo>
                      <a:lnTo>
                        <a:pt x="2219" y="2085"/>
                      </a:lnTo>
                      <a:lnTo>
                        <a:pt x="2353" y="2114"/>
                      </a:lnTo>
                      <a:lnTo>
                        <a:pt x="2324" y="2195"/>
                      </a:lnTo>
                      <a:lnTo>
                        <a:pt x="2400" y="2219"/>
                      </a:lnTo>
                      <a:lnTo>
                        <a:pt x="2365" y="2306"/>
                      </a:lnTo>
                      <a:lnTo>
                        <a:pt x="2463" y="2445"/>
                      </a:lnTo>
                      <a:lnTo>
                        <a:pt x="2545" y="2434"/>
                      </a:lnTo>
                      <a:lnTo>
                        <a:pt x="2550" y="2311"/>
                      </a:lnTo>
                      <a:lnTo>
                        <a:pt x="2458" y="2230"/>
                      </a:lnTo>
                      <a:lnTo>
                        <a:pt x="2481" y="2149"/>
                      </a:lnTo>
                      <a:lnTo>
                        <a:pt x="2597" y="2055"/>
                      </a:lnTo>
                      <a:lnTo>
                        <a:pt x="2562" y="1858"/>
                      </a:lnTo>
                      <a:lnTo>
                        <a:pt x="2510" y="1841"/>
                      </a:lnTo>
                      <a:lnTo>
                        <a:pt x="2516" y="1783"/>
                      </a:lnTo>
                      <a:lnTo>
                        <a:pt x="2585" y="1713"/>
                      </a:lnTo>
                      <a:lnTo>
                        <a:pt x="2562" y="1661"/>
                      </a:lnTo>
                      <a:lnTo>
                        <a:pt x="2557" y="1510"/>
                      </a:lnTo>
                      <a:lnTo>
                        <a:pt x="2697" y="1527"/>
                      </a:lnTo>
                      <a:lnTo>
                        <a:pt x="2766" y="1504"/>
                      </a:lnTo>
                      <a:lnTo>
                        <a:pt x="2847" y="1562"/>
                      </a:lnTo>
                      <a:lnTo>
                        <a:pt x="2864" y="1603"/>
                      </a:lnTo>
                      <a:lnTo>
                        <a:pt x="2964" y="1684"/>
                      </a:lnTo>
                      <a:lnTo>
                        <a:pt x="2981" y="1812"/>
                      </a:lnTo>
                      <a:lnTo>
                        <a:pt x="3028" y="1841"/>
                      </a:lnTo>
                      <a:lnTo>
                        <a:pt x="3091" y="1853"/>
                      </a:lnTo>
                      <a:lnTo>
                        <a:pt x="3150" y="1708"/>
                      </a:lnTo>
                      <a:lnTo>
                        <a:pt x="3255" y="1864"/>
                      </a:lnTo>
                      <a:lnTo>
                        <a:pt x="3342" y="1899"/>
                      </a:lnTo>
                      <a:lnTo>
                        <a:pt x="3335" y="1975"/>
                      </a:lnTo>
                      <a:lnTo>
                        <a:pt x="3429" y="2090"/>
                      </a:lnTo>
                      <a:lnTo>
                        <a:pt x="3614" y="2090"/>
                      </a:lnTo>
                      <a:lnTo>
                        <a:pt x="3661" y="2132"/>
                      </a:lnTo>
                      <a:lnTo>
                        <a:pt x="3667" y="2224"/>
                      </a:lnTo>
                      <a:lnTo>
                        <a:pt x="3724" y="2299"/>
                      </a:lnTo>
                      <a:lnTo>
                        <a:pt x="3724" y="2352"/>
                      </a:lnTo>
                      <a:lnTo>
                        <a:pt x="3679" y="2376"/>
                      </a:lnTo>
                      <a:lnTo>
                        <a:pt x="3586" y="2498"/>
                      </a:lnTo>
                      <a:lnTo>
                        <a:pt x="3446" y="2544"/>
                      </a:lnTo>
                      <a:lnTo>
                        <a:pt x="3272" y="2550"/>
                      </a:lnTo>
                      <a:lnTo>
                        <a:pt x="3138" y="2695"/>
                      </a:lnTo>
                      <a:lnTo>
                        <a:pt x="3033" y="2753"/>
                      </a:lnTo>
                      <a:lnTo>
                        <a:pt x="2969" y="2834"/>
                      </a:lnTo>
                      <a:lnTo>
                        <a:pt x="3074" y="2829"/>
                      </a:lnTo>
                      <a:lnTo>
                        <a:pt x="3255" y="2678"/>
                      </a:lnTo>
                      <a:lnTo>
                        <a:pt x="3272" y="2666"/>
                      </a:lnTo>
                      <a:lnTo>
                        <a:pt x="3335" y="2707"/>
                      </a:lnTo>
                      <a:lnTo>
                        <a:pt x="3370" y="2759"/>
                      </a:lnTo>
                      <a:lnTo>
                        <a:pt x="3312" y="2800"/>
                      </a:lnTo>
                      <a:lnTo>
                        <a:pt x="3347" y="2805"/>
                      </a:lnTo>
                      <a:lnTo>
                        <a:pt x="3342" y="2881"/>
                      </a:lnTo>
                      <a:lnTo>
                        <a:pt x="3562" y="2956"/>
                      </a:lnTo>
                      <a:lnTo>
                        <a:pt x="3469" y="3014"/>
                      </a:lnTo>
                      <a:lnTo>
                        <a:pt x="3347" y="3160"/>
                      </a:lnTo>
                      <a:lnTo>
                        <a:pt x="3312" y="3108"/>
                      </a:lnTo>
                      <a:lnTo>
                        <a:pt x="3370" y="3009"/>
                      </a:lnTo>
                      <a:lnTo>
                        <a:pt x="3272" y="3044"/>
                      </a:lnTo>
                      <a:lnTo>
                        <a:pt x="3248" y="3056"/>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20" name=""/>
                <p:cNvSpPr/>
                <p:nvPr/>
              </p:nvSpPr>
              <p:spPr>
                <a:xfrm>
                  <a:off x="173880" y="1130400"/>
                  <a:ext cx="477720" cy="370080"/>
                </a:xfrm>
                <a:custGeom>
                  <a:avLst/>
                  <a:gdLst/>
                  <a:ahLst/>
                  <a:rect l="l" t="t" r="r" b="b"/>
                  <a:pathLst>
                    <a:path w="3767" h="2992">
                      <a:moveTo>
                        <a:pt x="570" y="59"/>
                      </a:moveTo>
                      <a:lnTo>
                        <a:pt x="505" y="52"/>
                      </a:lnTo>
                      <a:lnTo>
                        <a:pt x="425" y="0"/>
                      </a:lnTo>
                      <a:lnTo>
                        <a:pt x="413" y="140"/>
                      </a:lnTo>
                      <a:lnTo>
                        <a:pt x="296" y="314"/>
                      </a:lnTo>
                      <a:lnTo>
                        <a:pt x="174" y="361"/>
                      </a:lnTo>
                      <a:lnTo>
                        <a:pt x="157" y="465"/>
                      </a:lnTo>
                      <a:lnTo>
                        <a:pt x="69" y="535"/>
                      </a:lnTo>
                      <a:lnTo>
                        <a:pt x="12" y="802"/>
                      </a:lnTo>
                      <a:lnTo>
                        <a:pt x="0" y="1116"/>
                      </a:lnTo>
                      <a:lnTo>
                        <a:pt x="122" y="1302"/>
                      </a:lnTo>
                      <a:lnTo>
                        <a:pt x="128" y="1360"/>
                      </a:lnTo>
                      <a:lnTo>
                        <a:pt x="320" y="1487"/>
                      </a:lnTo>
                      <a:lnTo>
                        <a:pt x="442" y="1726"/>
                      </a:lnTo>
                      <a:lnTo>
                        <a:pt x="697" y="1830"/>
                      </a:lnTo>
                      <a:lnTo>
                        <a:pt x="709" y="1796"/>
                      </a:lnTo>
                      <a:lnTo>
                        <a:pt x="831" y="1836"/>
                      </a:lnTo>
                      <a:lnTo>
                        <a:pt x="896" y="1946"/>
                      </a:lnTo>
                      <a:lnTo>
                        <a:pt x="906" y="2080"/>
                      </a:lnTo>
                      <a:lnTo>
                        <a:pt x="959" y="2162"/>
                      </a:lnTo>
                      <a:lnTo>
                        <a:pt x="1116" y="2162"/>
                      </a:lnTo>
                      <a:lnTo>
                        <a:pt x="1180" y="2423"/>
                      </a:lnTo>
                      <a:lnTo>
                        <a:pt x="1255" y="2551"/>
                      </a:lnTo>
                      <a:lnTo>
                        <a:pt x="1320" y="2591"/>
                      </a:lnTo>
                      <a:lnTo>
                        <a:pt x="1372" y="2399"/>
                      </a:lnTo>
                      <a:lnTo>
                        <a:pt x="1424" y="2353"/>
                      </a:lnTo>
                      <a:lnTo>
                        <a:pt x="1703" y="2336"/>
                      </a:lnTo>
                      <a:lnTo>
                        <a:pt x="1766" y="2376"/>
                      </a:lnTo>
                      <a:lnTo>
                        <a:pt x="1790" y="2388"/>
                      </a:lnTo>
                      <a:lnTo>
                        <a:pt x="1848" y="2382"/>
                      </a:lnTo>
                      <a:lnTo>
                        <a:pt x="1878" y="2429"/>
                      </a:lnTo>
                      <a:lnTo>
                        <a:pt x="1918" y="2446"/>
                      </a:lnTo>
                      <a:lnTo>
                        <a:pt x="1941" y="2486"/>
                      </a:lnTo>
                      <a:lnTo>
                        <a:pt x="2000" y="2458"/>
                      </a:lnTo>
                      <a:lnTo>
                        <a:pt x="2028" y="2486"/>
                      </a:lnTo>
                      <a:lnTo>
                        <a:pt x="2063" y="2481"/>
                      </a:lnTo>
                      <a:lnTo>
                        <a:pt x="2046" y="2399"/>
                      </a:lnTo>
                      <a:lnTo>
                        <a:pt x="2185" y="2429"/>
                      </a:lnTo>
                      <a:lnTo>
                        <a:pt x="2232" y="2406"/>
                      </a:lnTo>
                      <a:lnTo>
                        <a:pt x="2307" y="2434"/>
                      </a:lnTo>
                      <a:lnTo>
                        <a:pt x="2325" y="2481"/>
                      </a:lnTo>
                      <a:lnTo>
                        <a:pt x="2499" y="2528"/>
                      </a:lnTo>
                      <a:lnTo>
                        <a:pt x="2569" y="2591"/>
                      </a:lnTo>
                      <a:lnTo>
                        <a:pt x="2540" y="2765"/>
                      </a:lnTo>
                      <a:lnTo>
                        <a:pt x="2586" y="2789"/>
                      </a:lnTo>
                      <a:lnTo>
                        <a:pt x="2604" y="2882"/>
                      </a:lnTo>
                      <a:lnTo>
                        <a:pt x="2633" y="2962"/>
                      </a:lnTo>
                      <a:lnTo>
                        <a:pt x="2628" y="2992"/>
                      </a:lnTo>
                      <a:lnTo>
                        <a:pt x="2708" y="2945"/>
                      </a:lnTo>
                      <a:lnTo>
                        <a:pt x="2743" y="2830"/>
                      </a:lnTo>
                      <a:lnTo>
                        <a:pt x="2696" y="2516"/>
                      </a:lnTo>
                      <a:lnTo>
                        <a:pt x="2731" y="2382"/>
                      </a:lnTo>
                      <a:lnTo>
                        <a:pt x="3069" y="2173"/>
                      </a:lnTo>
                      <a:lnTo>
                        <a:pt x="3121" y="2085"/>
                      </a:lnTo>
                      <a:lnTo>
                        <a:pt x="3197" y="2068"/>
                      </a:lnTo>
                      <a:lnTo>
                        <a:pt x="3121" y="1918"/>
                      </a:lnTo>
                      <a:lnTo>
                        <a:pt x="3127" y="1859"/>
                      </a:lnTo>
                      <a:lnTo>
                        <a:pt x="3150" y="1906"/>
                      </a:lnTo>
                      <a:lnTo>
                        <a:pt x="3179" y="1888"/>
                      </a:lnTo>
                      <a:lnTo>
                        <a:pt x="3197" y="1818"/>
                      </a:lnTo>
                      <a:lnTo>
                        <a:pt x="3307" y="1719"/>
                      </a:lnTo>
                      <a:lnTo>
                        <a:pt x="3331" y="1644"/>
                      </a:lnTo>
                      <a:lnTo>
                        <a:pt x="3505" y="1604"/>
                      </a:lnTo>
                      <a:lnTo>
                        <a:pt x="3586" y="1505"/>
                      </a:lnTo>
                      <a:lnTo>
                        <a:pt x="3540" y="1510"/>
                      </a:lnTo>
                      <a:lnTo>
                        <a:pt x="3533" y="1475"/>
                      </a:lnTo>
                      <a:lnTo>
                        <a:pt x="3690" y="1330"/>
                      </a:lnTo>
                      <a:lnTo>
                        <a:pt x="3732" y="1337"/>
                      </a:lnTo>
                      <a:lnTo>
                        <a:pt x="3767" y="1285"/>
                      </a:lnTo>
                      <a:lnTo>
                        <a:pt x="3714" y="1273"/>
                      </a:lnTo>
                      <a:lnTo>
                        <a:pt x="3662" y="1197"/>
                      </a:lnTo>
                      <a:lnTo>
                        <a:pt x="3708" y="1116"/>
                      </a:lnTo>
                      <a:lnTo>
                        <a:pt x="3627" y="1104"/>
                      </a:lnTo>
                      <a:lnTo>
                        <a:pt x="3488" y="1255"/>
                      </a:lnTo>
                      <a:lnTo>
                        <a:pt x="3307" y="1290"/>
                      </a:lnTo>
                      <a:lnTo>
                        <a:pt x="3174" y="1360"/>
                      </a:lnTo>
                      <a:lnTo>
                        <a:pt x="3156" y="1430"/>
                      </a:lnTo>
                      <a:lnTo>
                        <a:pt x="3086" y="1458"/>
                      </a:lnTo>
                      <a:lnTo>
                        <a:pt x="3017" y="1470"/>
                      </a:lnTo>
                      <a:lnTo>
                        <a:pt x="2912" y="1552"/>
                      </a:lnTo>
                      <a:lnTo>
                        <a:pt x="2818" y="1580"/>
                      </a:lnTo>
                      <a:lnTo>
                        <a:pt x="2738" y="1528"/>
                      </a:lnTo>
                      <a:lnTo>
                        <a:pt x="2731" y="1505"/>
                      </a:lnTo>
                      <a:lnTo>
                        <a:pt x="2749" y="1493"/>
                      </a:lnTo>
                      <a:lnTo>
                        <a:pt x="2778" y="1435"/>
                      </a:lnTo>
                      <a:lnTo>
                        <a:pt x="2731" y="1430"/>
                      </a:lnTo>
                      <a:lnTo>
                        <a:pt x="2714" y="1424"/>
                      </a:lnTo>
                      <a:lnTo>
                        <a:pt x="2714" y="1360"/>
                      </a:lnTo>
                      <a:lnTo>
                        <a:pt x="2645" y="1395"/>
                      </a:lnTo>
                      <a:lnTo>
                        <a:pt x="2621" y="1348"/>
                      </a:lnTo>
                      <a:lnTo>
                        <a:pt x="2703" y="1285"/>
                      </a:lnTo>
                      <a:lnTo>
                        <a:pt x="2673" y="1197"/>
                      </a:lnTo>
                      <a:lnTo>
                        <a:pt x="2638" y="1185"/>
                      </a:lnTo>
                      <a:lnTo>
                        <a:pt x="2610" y="1173"/>
                      </a:lnTo>
                      <a:lnTo>
                        <a:pt x="2523" y="1238"/>
                      </a:lnTo>
                      <a:lnTo>
                        <a:pt x="2482" y="1337"/>
                      </a:lnTo>
                      <a:lnTo>
                        <a:pt x="2488" y="1424"/>
                      </a:lnTo>
                      <a:lnTo>
                        <a:pt x="2453" y="1470"/>
                      </a:lnTo>
                      <a:lnTo>
                        <a:pt x="2389" y="1505"/>
                      </a:lnTo>
                      <a:lnTo>
                        <a:pt x="2314" y="1424"/>
                      </a:lnTo>
                      <a:lnTo>
                        <a:pt x="2366" y="1278"/>
                      </a:lnTo>
                      <a:lnTo>
                        <a:pt x="2429" y="1220"/>
                      </a:lnTo>
                      <a:lnTo>
                        <a:pt x="2394" y="1208"/>
                      </a:lnTo>
                      <a:lnTo>
                        <a:pt x="2406" y="1163"/>
                      </a:lnTo>
                      <a:lnTo>
                        <a:pt x="2528" y="1110"/>
                      </a:lnTo>
                      <a:lnTo>
                        <a:pt x="2656" y="1151"/>
                      </a:lnTo>
                      <a:lnTo>
                        <a:pt x="2569" y="1063"/>
                      </a:lnTo>
                      <a:lnTo>
                        <a:pt x="2499" y="1075"/>
                      </a:lnTo>
                      <a:lnTo>
                        <a:pt x="2441" y="1034"/>
                      </a:lnTo>
                      <a:lnTo>
                        <a:pt x="2476" y="1034"/>
                      </a:lnTo>
                      <a:lnTo>
                        <a:pt x="2436" y="976"/>
                      </a:lnTo>
                      <a:lnTo>
                        <a:pt x="2296" y="1046"/>
                      </a:lnTo>
                      <a:lnTo>
                        <a:pt x="2220" y="1017"/>
                      </a:lnTo>
                      <a:lnTo>
                        <a:pt x="2197" y="1034"/>
                      </a:lnTo>
                      <a:lnTo>
                        <a:pt x="2145" y="1017"/>
                      </a:lnTo>
                      <a:lnTo>
                        <a:pt x="2272" y="936"/>
                      </a:lnTo>
                      <a:lnTo>
                        <a:pt x="2406" y="907"/>
                      </a:lnTo>
                      <a:lnTo>
                        <a:pt x="1616" y="587"/>
                      </a:lnTo>
                      <a:lnTo>
                        <a:pt x="1023" y="302"/>
                      </a:lnTo>
                      <a:lnTo>
                        <a:pt x="570" y="59"/>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21" name=""/>
                <p:cNvSpPr/>
                <p:nvPr/>
              </p:nvSpPr>
              <p:spPr>
                <a:xfrm>
                  <a:off x="565560" y="1555200"/>
                  <a:ext cx="41400" cy="22680"/>
                </a:xfrm>
                <a:custGeom>
                  <a:avLst/>
                  <a:gdLst/>
                  <a:ahLst/>
                  <a:rect l="l" t="t" r="r" b="b"/>
                  <a:pathLst>
                    <a:path w="325" h="186">
                      <a:moveTo>
                        <a:pt x="262" y="0"/>
                      </a:moveTo>
                      <a:lnTo>
                        <a:pt x="325" y="57"/>
                      </a:lnTo>
                      <a:lnTo>
                        <a:pt x="297" y="75"/>
                      </a:lnTo>
                      <a:lnTo>
                        <a:pt x="320" y="179"/>
                      </a:lnTo>
                      <a:lnTo>
                        <a:pt x="256" y="186"/>
                      </a:lnTo>
                      <a:lnTo>
                        <a:pt x="163" y="151"/>
                      </a:lnTo>
                      <a:lnTo>
                        <a:pt x="88" y="162"/>
                      </a:lnTo>
                      <a:lnTo>
                        <a:pt x="0" y="116"/>
                      </a:lnTo>
                      <a:lnTo>
                        <a:pt x="88" y="64"/>
                      </a:lnTo>
                      <a:lnTo>
                        <a:pt x="175" y="75"/>
                      </a:lnTo>
                      <a:lnTo>
                        <a:pt x="186" y="57"/>
                      </a:lnTo>
                      <a:lnTo>
                        <a:pt x="128" y="0"/>
                      </a:lnTo>
                      <a:lnTo>
                        <a:pt x="227" y="12"/>
                      </a:lnTo>
                      <a:lnTo>
                        <a:pt x="262" y="0"/>
                      </a:lnTo>
                      <a:close/>
                    </a:path>
                  </a:pathLst>
                </a:custGeom>
                <a:solidFill>
                  <a:srgbClr val="ffffff"/>
                </a:solidFill>
                <a:ln w="9360">
                  <a:solidFill>
                    <a:srgbClr val="000000"/>
                  </a:solidFill>
                  <a:round/>
                </a:ln>
              </p:spPr>
              <p:style>
                <a:lnRef idx="0"/>
                <a:fillRef idx="0"/>
                <a:effectRef idx="0"/>
                <a:fontRef idx="minor"/>
              </p:style>
              <p:txBody>
                <a:bodyPr lIns="90000" rIns="90000" tIns="-24120" bIns="-24120" anchor="t">
                  <a:noAutofit/>
                </a:bodyPr>
                <a:p>
                  <a:endParaRPr b="0" lang="en-US" sz="2400" spc="-1" strike="noStrike">
                    <a:solidFill>
                      <a:srgbClr val="000000"/>
                    </a:solidFill>
                    <a:latin typeface="Times New Roman"/>
                  </a:endParaRPr>
                </a:p>
              </p:txBody>
            </p:sp>
            <p:sp>
              <p:nvSpPr>
                <p:cNvPr id="8422" name=""/>
                <p:cNvSpPr/>
                <p:nvPr/>
              </p:nvSpPr>
              <p:spPr>
                <a:xfrm>
                  <a:off x="599040" y="1554120"/>
                  <a:ext cx="38160" cy="24480"/>
                </a:xfrm>
                <a:custGeom>
                  <a:avLst/>
                  <a:gdLst/>
                  <a:ahLst/>
                  <a:rect l="l" t="t" r="r" b="b"/>
                  <a:pathLst>
                    <a:path w="307" h="197">
                      <a:moveTo>
                        <a:pt x="0" y="6"/>
                      </a:moveTo>
                      <a:lnTo>
                        <a:pt x="58" y="0"/>
                      </a:lnTo>
                      <a:lnTo>
                        <a:pt x="174" y="18"/>
                      </a:lnTo>
                      <a:lnTo>
                        <a:pt x="192" y="81"/>
                      </a:lnTo>
                      <a:lnTo>
                        <a:pt x="273" y="93"/>
                      </a:lnTo>
                      <a:lnTo>
                        <a:pt x="307" y="168"/>
                      </a:lnTo>
                      <a:lnTo>
                        <a:pt x="279" y="175"/>
                      </a:lnTo>
                      <a:lnTo>
                        <a:pt x="192" y="145"/>
                      </a:lnTo>
                      <a:lnTo>
                        <a:pt x="128" y="197"/>
                      </a:lnTo>
                      <a:lnTo>
                        <a:pt x="93" y="180"/>
                      </a:lnTo>
                      <a:lnTo>
                        <a:pt x="58" y="180"/>
                      </a:lnTo>
                      <a:lnTo>
                        <a:pt x="35" y="81"/>
                      </a:lnTo>
                      <a:lnTo>
                        <a:pt x="63" y="63"/>
                      </a:lnTo>
                      <a:lnTo>
                        <a:pt x="0" y="6"/>
                      </a:lnTo>
                      <a:close/>
                    </a:path>
                  </a:pathLst>
                </a:custGeom>
                <a:solidFill>
                  <a:srgbClr val="ffffff"/>
                </a:solidFill>
                <a:ln w="9360">
                  <a:solidFill>
                    <a:srgbClr val="000000"/>
                  </a:solidFill>
                  <a:round/>
                </a:ln>
              </p:spPr>
              <p:style>
                <a:lnRef idx="0"/>
                <a:fillRef idx="0"/>
                <a:effectRef idx="0"/>
                <a:fontRef idx="minor"/>
              </p:style>
              <p:txBody>
                <a:bodyPr lIns="90000" rIns="90000" tIns="-22320" bIns="-22320" anchor="t">
                  <a:noAutofit/>
                </a:bodyPr>
                <a:p>
                  <a:endParaRPr b="0" lang="en-US" sz="2400" spc="-1" strike="noStrike">
                    <a:solidFill>
                      <a:srgbClr val="000000"/>
                    </a:solidFill>
                    <a:latin typeface="Times New Roman"/>
                  </a:endParaRPr>
                </a:p>
              </p:txBody>
            </p:sp>
            <p:sp>
              <p:nvSpPr>
                <p:cNvPr id="8423" name=""/>
                <p:cNvSpPr/>
                <p:nvPr/>
              </p:nvSpPr>
              <p:spPr>
                <a:xfrm>
                  <a:off x="183960" y="1298880"/>
                  <a:ext cx="250560" cy="279720"/>
                </a:xfrm>
                <a:custGeom>
                  <a:avLst/>
                  <a:gdLst/>
                  <a:ahLst/>
                  <a:rect l="l" t="t" r="r" b="b"/>
                  <a:pathLst>
                    <a:path w="1976" h="2259">
                      <a:moveTo>
                        <a:pt x="47" y="0"/>
                      </a:moveTo>
                      <a:lnTo>
                        <a:pt x="47" y="40"/>
                      </a:lnTo>
                      <a:lnTo>
                        <a:pt x="18" y="122"/>
                      </a:lnTo>
                      <a:lnTo>
                        <a:pt x="105" y="453"/>
                      </a:lnTo>
                      <a:lnTo>
                        <a:pt x="65" y="499"/>
                      </a:lnTo>
                      <a:lnTo>
                        <a:pt x="0" y="453"/>
                      </a:lnTo>
                      <a:lnTo>
                        <a:pt x="47" y="633"/>
                      </a:lnTo>
                      <a:lnTo>
                        <a:pt x="82" y="645"/>
                      </a:lnTo>
                      <a:lnTo>
                        <a:pt x="128" y="720"/>
                      </a:lnTo>
                      <a:lnTo>
                        <a:pt x="76" y="847"/>
                      </a:lnTo>
                      <a:lnTo>
                        <a:pt x="198" y="1063"/>
                      </a:lnTo>
                      <a:lnTo>
                        <a:pt x="222" y="959"/>
                      </a:lnTo>
                      <a:lnTo>
                        <a:pt x="180" y="900"/>
                      </a:lnTo>
                      <a:lnTo>
                        <a:pt x="187" y="802"/>
                      </a:lnTo>
                      <a:lnTo>
                        <a:pt x="140" y="580"/>
                      </a:lnTo>
                      <a:lnTo>
                        <a:pt x="180" y="488"/>
                      </a:lnTo>
                      <a:lnTo>
                        <a:pt x="117" y="359"/>
                      </a:lnTo>
                      <a:lnTo>
                        <a:pt x="152" y="214"/>
                      </a:lnTo>
                      <a:lnTo>
                        <a:pt x="187" y="232"/>
                      </a:lnTo>
                      <a:lnTo>
                        <a:pt x="250" y="307"/>
                      </a:lnTo>
                      <a:lnTo>
                        <a:pt x="285" y="603"/>
                      </a:lnTo>
                      <a:lnTo>
                        <a:pt x="326" y="627"/>
                      </a:lnTo>
                      <a:lnTo>
                        <a:pt x="302" y="703"/>
                      </a:lnTo>
                      <a:lnTo>
                        <a:pt x="332" y="795"/>
                      </a:lnTo>
                      <a:lnTo>
                        <a:pt x="372" y="807"/>
                      </a:lnTo>
                      <a:lnTo>
                        <a:pt x="332" y="859"/>
                      </a:lnTo>
                      <a:lnTo>
                        <a:pt x="407" y="935"/>
                      </a:lnTo>
                      <a:lnTo>
                        <a:pt x="506" y="1290"/>
                      </a:lnTo>
                      <a:lnTo>
                        <a:pt x="396" y="1423"/>
                      </a:lnTo>
                      <a:lnTo>
                        <a:pt x="524" y="1667"/>
                      </a:lnTo>
                      <a:lnTo>
                        <a:pt x="634" y="1731"/>
                      </a:lnTo>
                      <a:lnTo>
                        <a:pt x="762" y="1853"/>
                      </a:lnTo>
                      <a:lnTo>
                        <a:pt x="1070" y="2050"/>
                      </a:lnTo>
                      <a:lnTo>
                        <a:pt x="1244" y="2073"/>
                      </a:lnTo>
                      <a:lnTo>
                        <a:pt x="1343" y="2143"/>
                      </a:lnTo>
                      <a:lnTo>
                        <a:pt x="1378" y="2259"/>
                      </a:lnTo>
                      <a:lnTo>
                        <a:pt x="1406" y="2213"/>
                      </a:lnTo>
                      <a:lnTo>
                        <a:pt x="1605" y="2167"/>
                      </a:lnTo>
                      <a:lnTo>
                        <a:pt x="1558" y="2091"/>
                      </a:lnTo>
                      <a:lnTo>
                        <a:pt x="1616" y="2033"/>
                      </a:lnTo>
                      <a:lnTo>
                        <a:pt x="1709" y="2068"/>
                      </a:lnTo>
                      <a:lnTo>
                        <a:pt x="1779" y="2062"/>
                      </a:lnTo>
                      <a:lnTo>
                        <a:pt x="1837" y="2085"/>
                      </a:lnTo>
                      <a:lnTo>
                        <a:pt x="1866" y="2033"/>
                      </a:lnTo>
                      <a:lnTo>
                        <a:pt x="1912" y="1998"/>
                      </a:lnTo>
                      <a:lnTo>
                        <a:pt x="1912" y="1923"/>
                      </a:lnTo>
                      <a:lnTo>
                        <a:pt x="1976" y="1864"/>
                      </a:lnTo>
                      <a:lnTo>
                        <a:pt x="1971" y="1783"/>
                      </a:lnTo>
                      <a:lnTo>
                        <a:pt x="1895" y="1754"/>
                      </a:lnTo>
                      <a:lnTo>
                        <a:pt x="1720" y="1783"/>
                      </a:lnTo>
                      <a:lnTo>
                        <a:pt x="1663" y="1905"/>
                      </a:lnTo>
                      <a:lnTo>
                        <a:pt x="1598" y="1958"/>
                      </a:lnTo>
                      <a:lnTo>
                        <a:pt x="1465" y="1911"/>
                      </a:lnTo>
                      <a:lnTo>
                        <a:pt x="1372" y="1916"/>
                      </a:lnTo>
                      <a:lnTo>
                        <a:pt x="1181" y="1812"/>
                      </a:lnTo>
                      <a:lnTo>
                        <a:pt x="1128" y="1748"/>
                      </a:lnTo>
                      <a:lnTo>
                        <a:pt x="1169" y="1602"/>
                      </a:lnTo>
                      <a:lnTo>
                        <a:pt x="1099" y="1498"/>
                      </a:lnTo>
                      <a:lnTo>
                        <a:pt x="1139" y="1365"/>
                      </a:lnTo>
                      <a:lnTo>
                        <a:pt x="1215" y="1307"/>
                      </a:lnTo>
                      <a:lnTo>
                        <a:pt x="1244" y="1225"/>
                      </a:lnTo>
                      <a:lnTo>
                        <a:pt x="1128" y="1103"/>
                      </a:lnTo>
                      <a:lnTo>
                        <a:pt x="1029" y="795"/>
                      </a:lnTo>
                      <a:lnTo>
                        <a:pt x="884" y="802"/>
                      </a:lnTo>
                      <a:lnTo>
                        <a:pt x="825" y="725"/>
                      </a:lnTo>
                      <a:lnTo>
                        <a:pt x="815" y="586"/>
                      </a:lnTo>
                      <a:lnTo>
                        <a:pt x="750" y="476"/>
                      </a:lnTo>
                      <a:lnTo>
                        <a:pt x="628" y="436"/>
                      </a:lnTo>
                      <a:lnTo>
                        <a:pt x="616" y="470"/>
                      </a:lnTo>
                      <a:lnTo>
                        <a:pt x="367" y="366"/>
                      </a:lnTo>
                      <a:lnTo>
                        <a:pt x="239" y="127"/>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24" name=""/>
                <p:cNvSpPr/>
                <p:nvPr/>
              </p:nvSpPr>
              <p:spPr>
                <a:xfrm>
                  <a:off x="401040" y="1554120"/>
                  <a:ext cx="15840" cy="21600"/>
                </a:xfrm>
                <a:custGeom>
                  <a:avLst/>
                  <a:gdLst/>
                  <a:ahLst/>
                  <a:rect l="l" t="t" r="r" b="b"/>
                  <a:pathLst>
                    <a:path w="128" h="175">
                      <a:moveTo>
                        <a:pt x="128" y="23"/>
                      </a:moveTo>
                      <a:lnTo>
                        <a:pt x="99" y="116"/>
                      </a:lnTo>
                      <a:lnTo>
                        <a:pt x="58" y="175"/>
                      </a:lnTo>
                      <a:lnTo>
                        <a:pt x="0" y="151"/>
                      </a:lnTo>
                      <a:lnTo>
                        <a:pt x="35" y="87"/>
                      </a:lnTo>
                      <a:lnTo>
                        <a:pt x="41" y="0"/>
                      </a:lnTo>
                      <a:lnTo>
                        <a:pt x="76" y="0"/>
                      </a:lnTo>
                      <a:lnTo>
                        <a:pt x="128" y="23"/>
                      </a:lnTo>
                      <a:close/>
                    </a:path>
                  </a:pathLst>
                </a:custGeom>
                <a:solidFill>
                  <a:srgbClr val="ffffff"/>
                </a:solidFill>
                <a:ln w="9360">
                  <a:solidFill>
                    <a:srgbClr val="000000"/>
                  </a:solidFill>
                  <a:round/>
                </a:ln>
              </p:spPr>
              <p:style>
                <a:lnRef idx="0"/>
                <a:fillRef idx="0"/>
                <a:effectRef idx="0"/>
                <a:fontRef idx="minor"/>
              </p:style>
              <p:txBody>
                <a:bodyPr lIns="90000" rIns="90000" tIns="-25200" bIns="-25200" anchor="t">
                  <a:noAutofit/>
                </a:bodyPr>
                <a:p>
                  <a:endParaRPr b="0" lang="en-US" sz="2400" spc="-1" strike="noStrike">
                    <a:solidFill>
                      <a:srgbClr val="000000"/>
                    </a:solidFill>
                    <a:latin typeface="Times New Roman"/>
                  </a:endParaRPr>
                </a:p>
              </p:txBody>
            </p:sp>
            <p:sp>
              <p:nvSpPr>
                <p:cNvPr id="8425" name=""/>
                <p:cNvSpPr/>
                <p:nvPr/>
              </p:nvSpPr>
              <p:spPr>
                <a:xfrm>
                  <a:off x="359640" y="1550160"/>
                  <a:ext cx="50400" cy="43200"/>
                </a:xfrm>
                <a:custGeom>
                  <a:avLst/>
                  <a:gdLst/>
                  <a:ahLst/>
                  <a:rect l="l" t="t" r="r" b="b"/>
                  <a:pathLst>
                    <a:path w="395" h="348">
                      <a:moveTo>
                        <a:pt x="383" y="204"/>
                      </a:moveTo>
                      <a:lnTo>
                        <a:pt x="395" y="221"/>
                      </a:lnTo>
                      <a:lnTo>
                        <a:pt x="319" y="249"/>
                      </a:lnTo>
                      <a:lnTo>
                        <a:pt x="291" y="302"/>
                      </a:lnTo>
                      <a:lnTo>
                        <a:pt x="226" y="348"/>
                      </a:lnTo>
                      <a:lnTo>
                        <a:pt x="92" y="319"/>
                      </a:lnTo>
                      <a:lnTo>
                        <a:pt x="0" y="226"/>
                      </a:lnTo>
                      <a:lnTo>
                        <a:pt x="22" y="180"/>
                      </a:lnTo>
                      <a:lnTo>
                        <a:pt x="221" y="127"/>
                      </a:lnTo>
                      <a:lnTo>
                        <a:pt x="174" y="58"/>
                      </a:lnTo>
                      <a:lnTo>
                        <a:pt x="226" y="0"/>
                      </a:lnTo>
                      <a:lnTo>
                        <a:pt x="325" y="35"/>
                      </a:lnTo>
                      <a:lnTo>
                        <a:pt x="366" y="29"/>
                      </a:lnTo>
                      <a:lnTo>
                        <a:pt x="360" y="122"/>
                      </a:lnTo>
                      <a:lnTo>
                        <a:pt x="325" y="174"/>
                      </a:lnTo>
                      <a:lnTo>
                        <a:pt x="383" y="204"/>
                      </a:lnTo>
                      <a:close/>
                    </a:path>
                  </a:pathLst>
                </a:custGeom>
                <a:solidFill>
                  <a:srgbClr val="ffffff"/>
                </a:solidFill>
                <a:ln w="9360">
                  <a:solidFill>
                    <a:srgbClr val="000000"/>
                  </a:solidFill>
                  <a:round/>
                </a:ln>
              </p:spPr>
              <p:style>
                <a:lnRef idx="0"/>
                <a:fillRef idx="0"/>
                <a:effectRef idx="0"/>
                <a:fontRef idx="minor"/>
              </p:style>
              <p:txBody>
                <a:bodyPr lIns="90000" rIns="90000" tIns="-3600" bIns="-3600" anchor="t">
                  <a:noAutofit/>
                </a:bodyPr>
                <a:p>
                  <a:endParaRPr b="0" lang="en-US" sz="2400" spc="-1" strike="noStrike">
                    <a:solidFill>
                      <a:srgbClr val="000000"/>
                    </a:solidFill>
                    <a:latin typeface="Times New Roman"/>
                  </a:endParaRPr>
                </a:p>
              </p:txBody>
            </p:sp>
            <p:sp>
              <p:nvSpPr>
                <p:cNvPr id="8426" name=""/>
                <p:cNvSpPr/>
                <p:nvPr/>
              </p:nvSpPr>
              <p:spPr>
                <a:xfrm>
                  <a:off x="397080" y="1577880"/>
                  <a:ext cx="57600" cy="30240"/>
                </a:xfrm>
                <a:custGeom>
                  <a:avLst/>
                  <a:gdLst/>
                  <a:ahLst/>
                  <a:rect l="l" t="t" r="r" b="b"/>
                  <a:pathLst>
                    <a:path w="458" h="249">
                      <a:moveTo>
                        <a:pt x="104" y="0"/>
                      </a:moveTo>
                      <a:lnTo>
                        <a:pt x="28" y="23"/>
                      </a:lnTo>
                      <a:lnTo>
                        <a:pt x="0" y="87"/>
                      </a:lnTo>
                      <a:lnTo>
                        <a:pt x="122" y="127"/>
                      </a:lnTo>
                      <a:lnTo>
                        <a:pt x="122" y="232"/>
                      </a:lnTo>
                      <a:lnTo>
                        <a:pt x="133" y="249"/>
                      </a:lnTo>
                      <a:lnTo>
                        <a:pt x="249" y="220"/>
                      </a:lnTo>
                      <a:lnTo>
                        <a:pt x="290" y="227"/>
                      </a:lnTo>
                      <a:lnTo>
                        <a:pt x="458" y="115"/>
                      </a:lnTo>
                      <a:lnTo>
                        <a:pt x="441" y="93"/>
                      </a:lnTo>
                      <a:lnTo>
                        <a:pt x="127" y="46"/>
                      </a:lnTo>
                      <a:lnTo>
                        <a:pt x="104" y="0"/>
                      </a:lnTo>
                      <a:close/>
                    </a:path>
                  </a:pathLst>
                </a:custGeom>
                <a:solidFill>
                  <a:srgbClr val="ffffff"/>
                </a:solidFill>
                <a:ln w="9360">
                  <a:solidFill>
                    <a:srgbClr val="000000"/>
                  </a:solidFill>
                  <a:round/>
                </a:ln>
              </p:spPr>
              <p:style>
                <a:lnRef idx="0"/>
                <a:fillRef idx="0"/>
                <a:effectRef idx="0"/>
                <a:fontRef idx="minor"/>
              </p:style>
              <p:txBody>
                <a:bodyPr lIns="90000" rIns="90000" tIns="-16560" bIns="-16560" anchor="t">
                  <a:noAutofit/>
                </a:bodyPr>
                <a:p>
                  <a:endParaRPr b="0" lang="en-US" sz="2400" spc="-1" strike="noStrike">
                    <a:solidFill>
                      <a:srgbClr val="000000"/>
                    </a:solidFill>
                    <a:latin typeface="Times New Roman"/>
                  </a:endParaRPr>
                </a:p>
              </p:txBody>
            </p:sp>
            <p:sp>
              <p:nvSpPr>
                <p:cNvPr id="8427" name=""/>
                <p:cNvSpPr/>
                <p:nvPr/>
              </p:nvSpPr>
              <p:spPr>
                <a:xfrm>
                  <a:off x="388800" y="1587960"/>
                  <a:ext cx="23040" cy="18360"/>
                </a:xfrm>
                <a:custGeom>
                  <a:avLst/>
                  <a:gdLst/>
                  <a:ahLst/>
                  <a:rect l="l" t="t" r="r" b="b"/>
                  <a:pathLst>
                    <a:path w="187" h="151">
                      <a:moveTo>
                        <a:pt x="65" y="0"/>
                      </a:moveTo>
                      <a:lnTo>
                        <a:pt x="187" y="46"/>
                      </a:lnTo>
                      <a:lnTo>
                        <a:pt x="187" y="151"/>
                      </a:lnTo>
                      <a:lnTo>
                        <a:pt x="75" y="111"/>
                      </a:lnTo>
                      <a:lnTo>
                        <a:pt x="0" y="46"/>
                      </a:lnTo>
                      <a:lnTo>
                        <a:pt x="65" y="0"/>
                      </a:lnTo>
                      <a:close/>
                    </a:path>
                  </a:pathLst>
                </a:custGeom>
                <a:solidFill>
                  <a:srgbClr val="ffffff"/>
                </a:solidFill>
                <a:ln w="9360">
                  <a:solidFill>
                    <a:srgbClr val="000000"/>
                  </a:solidFill>
                  <a:round/>
                </a:ln>
              </p:spPr>
              <p:style>
                <a:lnRef idx="0"/>
                <a:fillRef idx="0"/>
                <a:effectRef idx="0"/>
                <a:fontRef idx="minor"/>
              </p:style>
              <p:txBody>
                <a:bodyPr lIns="90000" rIns="90000" tIns="-28440" bIns="-28440" anchor="t">
                  <a:noAutofit/>
                </a:bodyPr>
                <a:p>
                  <a:endParaRPr b="0" lang="en-US" sz="2400" spc="-1" strike="noStrike">
                    <a:solidFill>
                      <a:srgbClr val="000000"/>
                    </a:solidFill>
                    <a:latin typeface="Times New Roman"/>
                  </a:endParaRPr>
                </a:p>
              </p:txBody>
            </p:sp>
            <p:sp>
              <p:nvSpPr>
                <p:cNvPr id="8428" name=""/>
                <p:cNvSpPr/>
                <p:nvPr/>
              </p:nvSpPr>
              <p:spPr>
                <a:xfrm>
                  <a:off x="413280" y="1592640"/>
                  <a:ext cx="53280" cy="46440"/>
                </a:xfrm>
                <a:custGeom>
                  <a:avLst/>
                  <a:gdLst/>
                  <a:ahLst/>
                  <a:rect l="l" t="t" r="r" b="b"/>
                  <a:pathLst>
                    <a:path w="425" h="377">
                      <a:moveTo>
                        <a:pt x="116" y="349"/>
                      </a:moveTo>
                      <a:lnTo>
                        <a:pt x="203" y="377"/>
                      </a:lnTo>
                      <a:lnTo>
                        <a:pt x="226" y="342"/>
                      </a:lnTo>
                      <a:lnTo>
                        <a:pt x="268" y="354"/>
                      </a:lnTo>
                      <a:lnTo>
                        <a:pt x="279" y="279"/>
                      </a:lnTo>
                      <a:lnTo>
                        <a:pt x="425" y="110"/>
                      </a:lnTo>
                      <a:lnTo>
                        <a:pt x="425" y="58"/>
                      </a:lnTo>
                      <a:lnTo>
                        <a:pt x="325" y="0"/>
                      </a:lnTo>
                      <a:lnTo>
                        <a:pt x="157" y="105"/>
                      </a:lnTo>
                      <a:lnTo>
                        <a:pt x="111" y="98"/>
                      </a:lnTo>
                      <a:lnTo>
                        <a:pt x="0" y="127"/>
                      </a:lnTo>
                      <a:lnTo>
                        <a:pt x="87" y="284"/>
                      </a:lnTo>
                      <a:lnTo>
                        <a:pt x="116" y="319"/>
                      </a:lnTo>
                      <a:lnTo>
                        <a:pt x="116" y="349"/>
                      </a:lnTo>
                      <a:close/>
                    </a:path>
                  </a:pathLst>
                </a:custGeom>
                <a:solidFill>
                  <a:srgbClr val="ffffff"/>
                </a:solidFill>
                <a:ln w="9360">
                  <a:solidFill>
                    <a:srgbClr val="000000"/>
                  </a:solidFill>
                  <a:round/>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8429" name=""/>
                <p:cNvSpPr/>
                <p:nvPr/>
              </p:nvSpPr>
              <p:spPr>
                <a:xfrm>
                  <a:off x="427320" y="1635120"/>
                  <a:ext cx="29160" cy="33480"/>
                </a:xfrm>
                <a:custGeom>
                  <a:avLst/>
                  <a:gdLst/>
                  <a:ahLst/>
                  <a:rect l="l" t="t" r="r" b="b"/>
                  <a:pathLst>
                    <a:path w="226" h="274">
                      <a:moveTo>
                        <a:pt x="5" y="12"/>
                      </a:moveTo>
                      <a:lnTo>
                        <a:pt x="92" y="35"/>
                      </a:lnTo>
                      <a:lnTo>
                        <a:pt x="115" y="0"/>
                      </a:lnTo>
                      <a:lnTo>
                        <a:pt x="157" y="12"/>
                      </a:lnTo>
                      <a:lnTo>
                        <a:pt x="139" y="122"/>
                      </a:lnTo>
                      <a:lnTo>
                        <a:pt x="220" y="180"/>
                      </a:lnTo>
                      <a:lnTo>
                        <a:pt x="226" y="209"/>
                      </a:lnTo>
                      <a:lnTo>
                        <a:pt x="214" y="274"/>
                      </a:lnTo>
                      <a:lnTo>
                        <a:pt x="197" y="262"/>
                      </a:lnTo>
                      <a:lnTo>
                        <a:pt x="0" y="52"/>
                      </a:lnTo>
                      <a:lnTo>
                        <a:pt x="5" y="12"/>
                      </a:lnTo>
                      <a:close/>
                    </a:path>
                  </a:pathLst>
                </a:custGeom>
                <a:solidFill>
                  <a:srgbClr val="ffffff"/>
                </a:solidFill>
                <a:ln w="9360">
                  <a:solidFill>
                    <a:srgbClr val="00000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8430" name=""/>
                <p:cNvSpPr/>
                <p:nvPr/>
              </p:nvSpPr>
              <p:spPr>
                <a:xfrm>
                  <a:off x="454680" y="1658160"/>
                  <a:ext cx="63720" cy="34200"/>
                </a:xfrm>
                <a:custGeom>
                  <a:avLst/>
                  <a:gdLst/>
                  <a:ahLst/>
                  <a:rect l="l" t="t" r="r" b="b"/>
                  <a:pathLst>
                    <a:path w="506" h="285">
                      <a:moveTo>
                        <a:pt x="12" y="0"/>
                      </a:moveTo>
                      <a:lnTo>
                        <a:pt x="111" y="64"/>
                      </a:lnTo>
                      <a:lnTo>
                        <a:pt x="326" y="6"/>
                      </a:lnTo>
                      <a:lnTo>
                        <a:pt x="477" y="104"/>
                      </a:lnTo>
                      <a:lnTo>
                        <a:pt x="506" y="250"/>
                      </a:lnTo>
                      <a:lnTo>
                        <a:pt x="448" y="285"/>
                      </a:lnTo>
                      <a:lnTo>
                        <a:pt x="355" y="198"/>
                      </a:lnTo>
                      <a:lnTo>
                        <a:pt x="390" y="169"/>
                      </a:lnTo>
                      <a:lnTo>
                        <a:pt x="396" y="151"/>
                      </a:lnTo>
                      <a:lnTo>
                        <a:pt x="314" y="87"/>
                      </a:lnTo>
                      <a:lnTo>
                        <a:pt x="268" y="104"/>
                      </a:lnTo>
                      <a:lnTo>
                        <a:pt x="180" y="111"/>
                      </a:lnTo>
                      <a:lnTo>
                        <a:pt x="262" y="181"/>
                      </a:lnTo>
                      <a:lnTo>
                        <a:pt x="204" y="198"/>
                      </a:lnTo>
                      <a:lnTo>
                        <a:pt x="0" y="94"/>
                      </a:lnTo>
                      <a:lnTo>
                        <a:pt x="18" y="29"/>
                      </a:lnTo>
                      <a:lnTo>
                        <a:pt x="12" y="0"/>
                      </a:lnTo>
                      <a:close/>
                    </a:path>
                  </a:pathLst>
                </a:custGeom>
                <a:solidFill>
                  <a:srgbClr val="ffffff"/>
                </a:solidFill>
                <a:ln w="9360">
                  <a:solidFill>
                    <a:srgbClr val="000000"/>
                  </a:solidFill>
                  <a:round/>
                </a:ln>
              </p:spPr>
              <p:style>
                <a:lnRef idx="0"/>
                <a:fillRef idx="0"/>
                <a:effectRef idx="0"/>
                <a:fontRef idx="minor"/>
              </p:style>
              <p:txBody>
                <a:bodyPr lIns="90000" rIns="90000" tIns="-12600" bIns="-12600" anchor="t">
                  <a:noAutofit/>
                </a:bodyPr>
                <a:p>
                  <a:endParaRPr b="0" lang="en-US" sz="2400" spc="-1" strike="noStrike">
                    <a:solidFill>
                      <a:srgbClr val="000000"/>
                    </a:solidFill>
                    <a:latin typeface="Times New Roman"/>
                  </a:endParaRPr>
                </a:p>
              </p:txBody>
            </p:sp>
            <p:sp>
              <p:nvSpPr>
                <p:cNvPr id="8431" name=""/>
                <p:cNvSpPr/>
                <p:nvPr/>
              </p:nvSpPr>
              <p:spPr>
                <a:xfrm>
                  <a:off x="869040" y="1067400"/>
                  <a:ext cx="66960" cy="46440"/>
                </a:xfrm>
                <a:custGeom>
                  <a:avLst/>
                  <a:gdLst/>
                  <a:ahLst/>
                  <a:rect l="l" t="t" r="r" b="b"/>
                  <a:pathLst>
                    <a:path w="528" h="377">
                      <a:moveTo>
                        <a:pt x="203" y="75"/>
                      </a:moveTo>
                      <a:lnTo>
                        <a:pt x="186" y="104"/>
                      </a:lnTo>
                      <a:lnTo>
                        <a:pt x="151" y="122"/>
                      </a:lnTo>
                      <a:lnTo>
                        <a:pt x="139" y="80"/>
                      </a:lnTo>
                      <a:lnTo>
                        <a:pt x="87" y="17"/>
                      </a:lnTo>
                      <a:lnTo>
                        <a:pt x="64" y="0"/>
                      </a:lnTo>
                      <a:lnTo>
                        <a:pt x="52" y="28"/>
                      </a:lnTo>
                      <a:lnTo>
                        <a:pt x="64" y="63"/>
                      </a:lnTo>
                      <a:lnTo>
                        <a:pt x="69" y="69"/>
                      </a:lnTo>
                      <a:lnTo>
                        <a:pt x="29" y="69"/>
                      </a:lnTo>
                      <a:lnTo>
                        <a:pt x="0" y="80"/>
                      </a:lnTo>
                      <a:lnTo>
                        <a:pt x="0" y="104"/>
                      </a:lnTo>
                      <a:lnTo>
                        <a:pt x="35" y="122"/>
                      </a:lnTo>
                      <a:lnTo>
                        <a:pt x="104" y="157"/>
                      </a:lnTo>
                      <a:lnTo>
                        <a:pt x="139" y="179"/>
                      </a:lnTo>
                      <a:lnTo>
                        <a:pt x="127" y="191"/>
                      </a:lnTo>
                      <a:lnTo>
                        <a:pt x="92" y="197"/>
                      </a:lnTo>
                      <a:lnTo>
                        <a:pt x="29" y="202"/>
                      </a:lnTo>
                      <a:lnTo>
                        <a:pt x="29" y="214"/>
                      </a:lnTo>
                      <a:lnTo>
                        <a:pt x="81" y="237"/>
                      </a:lnTo>
                      <a:lnTo>
                        <a:pt x="104" y="249"/>
                      </a:lnTo>
                      <a:lnTo>
                        <a:pt x="127" y="255"/>
                      </a:lnTo>
                      <a:lnTo>
                        <a:pt x="110" y="284"/>
                      </a:lnTo>
                      <a:lnTo>
                        <a:pt x="99" y="319"/>
                      </a:lnTo>
                      <a:lnTo>
                        <a:pt x="139" y="359"/>
                      </a:lnTo>
                      <a:lnTo>
                        <a:pt x="209" y="377"/>
                      </a:lnTo>
                      <a:lnTo>
                        <a:pt x="256" y="348"/>
                      </a:lnTo>
                      <a:lnTo>
                        <a:pt x="302" y="331"/>
                      </a:lnTo>
                      <a:lnTo>
                        <a:pt x="378" y="336"/>
                      </a:lnTo>
                      <a:lnTo>
                        <a:pt x="424" y="301"/>
                      </a:lnTo>
                      <a:lnTo>
                        <a:pt x="453" y="284"/>
                      </a:lnTo>
                      <a:lnTo>
                        <a:pt x="483" y="267"/>
                      </a:lnTo>
                      <a:lnTo>
                        <a:pt x="511" y="226"/>
                      </a:lnTo>
                      <a:lnTo>
                        <a:pt x="523" y="185"/>
                      </a:lnTo>
                      <a:lnTo>
                        <a:pt x="528" y="167"/>
                      </a:lnTo>
                      <a:lnTo>
                        <a:pt x="511" y="139"/>
                      </a:lnTo>
                      <a:lnTo>
                        <a:pt x="493" y="127"/>
                      </a:lnTo>
                      <a:lnTo>
                        <a:pt x="459" y="127"/>
                      </a:lnTo>
                      <a:lnTo>
                        <a:pt x="488" y="80"/>
                      </a:lnTo>
                      <a:lnTo>
                        <a:pt x="476" y="52"/>
                      </a:lnTo>
                      <a:lnTo>
                        <a:pt x="441" y="52"/>
                      </a:lnTo>
                      <a:lnTo>
                        <a:pt x="401" y="69"/>
                      </a:lnTo>
                      <a:lnTo>
                        <a:pt x="371" y="57"/>
                      </a:lnTo>
                      <a:lnTo>
                        <a:pt x="348" y="52"/>
                      </a:lnTo>
                      <a:lnTo>
                        <a:pt x="319" y="75"/>
                      </a:lnTo>
                      <a:lnTo>
                        <a:pt x="302" y="98"/>
                      </a:lnTo>
                      <a:lnTo>
                        <a:pt x="279" y="87"/>
                      </a:lnTo>
                      <a:lnTo>
                        <a:pt x="256" y="52"/>
                      </a:lnTo>
                      <a:lnTo>
                        <a:pt x="244" y="69"/>
                      </a:lnTo>
                      <a:lnTo>
                        <a:pt x="232" y="75"/>
                      </a:lnTo>
                      <a:lnTo>
                        <a:pt x="214" y="57"/>
                      </a:lnTo>
                      <a:lnTo>
                        <a:pt x="203" y="75"/>
                      </a:lnTo>
                      <a:close/>
                    </a:path>
                  </a:pathLst>
                </a:custGeom>
                <a:solidFill>
                  <a:srgbClr val="ffffff"/>
                </a:solidFill>
                <a:ln w="9360">
                  <a:solidFill>
                    <a:srgbClr val="000000"/>
                  </a:solidFill>
                  <a:round/>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8432" name=""/>
                <p:cNvSpPr/>
                <p:nvPr/>
              </p:nvSpPr>
              <p:spPr>
                <a:xfrm>
                  <a:off x="704520" y="789120"/>
                  <a:ext cx="204120" cy="322560"/>
                </a:xfrm>
                <a:custGeom>
                  <a:avLst/>
                  <a:gdLst/>
                  <a:ahLst/>
                  <a:rect l="l" t="t" r="r" b="b"/>
                  <a:pathLst>
                    <a:path w="1610" h="2608">
                      <a:moveTo>
                        <a:pt x="720" y="273"/>
                      </a:moveTo>
                      <a:lnTo>
                        <a:pt x="563" y="221"/>
                      </a:lnTo>
                      <a:lnTo>
                        <a:pt x="488" y="302"/>
                      </a:lnTo>
                      <a:lnTo>
                        <a:pt x="430" y="331"/>
                      </a:lnTo>
                      <a:lnTo>
                        <a:pt x="366" y="361"/>
                      </a:lnTo>
                      <a:lnTo>
                        <a:pt x="308" y="424"/>
                      </a:lnTo>
                      <a:lnTo>
                        <a:pt x="326" y="523"/>
                      </a:lnTo>
                      <a:lnTo>
                        <a:pt x="221" y="546"/>
                      </a:lnTo>
                      <a:lnTo>
                        <a:pt x="186" y="605"/>
                      </a:lnTo>
                      <a:lnTo>
                        <a:pt x="244" y="703"/>
                      </a:lnTo>
                      <a:lnTo>
                        <a:pt x="232" y="744"/>
                      </a:lnTo>
                      <a:lnTo>
                        <a:pt x="122" y="796"/>
                      </a:lnTo>
                      <a:lnTo>
                        <a:pt x="0" y="877"/>
                      </a:lnTo>
                      <a:lnTo>
                        <a:pt x="0" y="936"/>
                      </a:lnTo>
                      <a:lnTo>
                        <a:pt x="116" y="1006"/>
                      </a:lnTo>
                      <a:lnTo>
                        <a:pt x="122" y="1028"/>
                      </a:lnTo>
                      <a:lnTo>
                        <a:pt x="47" y="1075"/>
                      </a:lnTo>
                      <a:lnTo>
                        <a:pt x="35" y="1128"/>
                      </a:lnTo>
                      <a:lnTo>
                        <a:pt x="81" y="1191"/>
                      </a:lnTo>
                      <a:lnTo>
                        <a:pt x="221" y="1150"/>
                      </a:lnTo>
                      <a:lnTo>
                        <a:pt x="279" y="1156"/>
                      </a:lnTo>
                      <a:lnTo>
                        <a:pt x="366" y="1208"/>
                      </a:lnTo>
                      <a:lnTo>
                        <a:pt x="378" y="1272"/>
                      </a:lnTo>
                      <a:lnTo>
                        <a:pt x="476" y="1382"/>
                      </a:lnTo>
                      <a:lnTo>
                        <a:pt x="500" y="1458"/>
                      </a:lnTo>
                      <a:lnTo>
                        <a:pt x="511" y="1534"/>
                      </a:lnTo>
                      <a:lnTo>
                        <a:pt x="511" y="1621"/>
                      </a:lnTo>
                      <a:lnTo>
                        <a:pt x="587" y="1673"/>
                      </a:lnTo>
                      <a:lnTo>
                        <a:pt x="546" y="1743"/>
                      </a:lnTo>
                      <a:lnTo>
                        <a:pt x="488" y="1771"/>
                      </a:lnTo>
                      <a:lnTo>
                        <a:pt x="465" y="1848"/>
                      </a:lnTo>
                      <a:lnTo>
                        <a:pt x="465" y="1911"/>
                      </a:lnTo>
                      <a:lnTo>
                        <a:pt x="418" y="1963"/>
                      </a:lnTo>
                      <a:lnTo>
                        <a:pt x="448" y="2033"/>
                      </a:lnTo>
                      <a:lnTo>
                        <a:pt x="488" y="2085"/>
                      </a:lnTo>
                      <a:lnTo>
                        <a:pt x="459" y="2179"/>
                      </a:lnTo>
                      <a:lnTo>
                        <a:pt x="459" y="2277"/>
                      </a:lnTo>
                      <a:lnTo>
                        <a:pt x="511" y="2364"/>
                      </a:lnTo>
                      <a:lnTo>
                        <a:pt x="558" y="2416"/>
                      </a:lnTo>
                      <a:lnTo>
                        <a:pt x="528" y="2510"/>
                      </a:lnTo>
                      <a:lnTo>
                        <a:pt x="575" y="2556"/>
                      </a:lnTo>
                      <a:lnTo>
                        <a:pt x="657" y="2580"/>
                      </a:lnTo>
                      <a:lnTo>
                        <a:pt x="680" y="2597"/>
                      </a:lnTo>
                      <a:lnTo>
                        <a:pt x="732" y="2608"/>
                      </a:lnTo>
                      <a:lnTo>
                        <a:pt x="790" y="2556"/>
                      </a:lnTo>
                      <a:lnTo>
                        <a:pt x="842" y="2469"/>
                      </a:lnTo>
                      <a:lnTo>
                        <a:pt x="842" y="2336"/>
                      </a:lnTo>
                      <a:lnTo>
                        <a:pt x="919" y="2219"/>
                      </a:lnTo>
                      <a:lnTo>
                        <a:pt x="941" y="2085"/>
                      </a:lnTo>
                      <a:lnTo>
                        <a:pt x="1011" y="2016"/>
                      </a:lnTo>
                      <a:lnTo>
                        <a:pt x="1116" y="1975"/>
                      </a:lnTo>
                      <a:lnTo>
                        <a:pt x="1203" y="1935"/>
                      </a:lnTo>
                      <a:lnTo>
                        <a:pt x="1232" y="1876"/>
                      </a:lnTo>
                      <a:lnTo>
                        <a:pt x="1261" y="1801"/>
                      </a:lnTo>
                      <a:lnTo>
                        <a:pt x="1343" y="1719"/>
                      </a:lnTo>
                      <a:lnTo>
                        <a:pt x="1435" y="1661"/>
                      </a:lnTo>
                      <a:lnTo>
                        <a:pt x="1447" y="1649"/>
                      </a:lnTo>
                      <a:lnTo>
                        <a:pt x="1475" y="1621"/>
                      </a:lnTo>
                      <a:lnTo>
                        <a:pt x="1557" y="1534"/>
                      </a:lnTo>
                      <a:lnTo>
                        <a:pt x="1552" y="1510"/>
                      </a:lnTo>
                      <a:lnTo>
                        <a:pt x="1458" y="1510"/>
                      </a:lnTo>
                      <a:lnTo>
                        <a:pt x="1447" y="1493"/>
                      </a:lnTo>
                      <a:lnTo>
                        <a:pt x="1435" y="1440"/>
                      </a:lnTo>
                      <a:lnTo>
                        <a:pt x="1418" y="1382"/>
                      </a:lnTo>
                      <a:lnTo>
                        <a:pt x="1458" y="1360"/>
                      </a:lnTo>
                      <a:lnTo>
                        <a:pt x="1528" y="1400"/>
                      </a:lnTo>
                      <a:lnTo>
                        <a:pt x="1598" y="1412"/>
                      </a:lnTo>
                      <a:lnTo>
                        <a:pt x="1610" y="1382"/>
                      </a:lnTo>
                      <a:lnTo>
                        <a:pt x="1575" y="1319"/>
                      </a:lnTo>
                      <a:lnTo>
                        <a:pt x="1505" y="1295"/>
                      </a:lnTo>
                      <a:lnTo>
                        <a:pt x="1458" y="1232"/>
                      </a:lnTo>
                      <a:lnTo>
                        <a:pt x="1458" y="1197"/>
                      </a:lnTo>
                      <a:lnTo>
                        <a:pt x="1534" y="1150"/>
                      </a:lnTo>
                      <a:lnTo>
                        <a:pt x="1487" y="1110"/>
                      </a:lnTo>
                      <a:lnTo>
                        <a:pt x="1517" y="1063"/>
                      </a:lnTo>
                      <a:lnTo>
                        <a:pt x="1534" y="1016"/>
                      </a:lnTo>
                      <a:lnTo>
                        <a:pt x="1528" y="894"/>
                      </a:lnTo>
                      <a:lnTo>
                        <a:pt x="1475" y="807"/>
                      </a:lnTo>
                      <a:lnTo>
                        <a:pt x="1406" y="755"/>
                      </a:lnTo>
                      <a:lnTo>
                        <a:pt x="1435" y="685"/>
                      </a:lnTo>
                      <a:lnTo>
                        <a:pt x="1418" y="645"/>
                      </a:lnTo>
                      <a:lnTo>
                        <a:pt x="1395" y="605"/>
                      </a:lnTo>
                      <a:lnTo>
                        <a:pt x="1423" y="552"/>
                      </a:lnTo>
                      <a:lnTo>
                        <a:pt x="1487" y="500"/>
                      </a:lnTo>
                      <a:lnTo>
                        <a:pt x="1517" y="453"/>
                      </a:lnTo>
                      <a:lnTo>
                        <a:pt x="1499" y="413"/>
                      </a:lnTo>
                      <a:lnTo>
                        <a:pt x="1475" y="343"/>
                      </a:lnTo>
                      <a:lnTo>
                        <a:pt x="1458" y="343"/>
                      </a:lnTo>
                      <a:lnTo>
                        <a:pt x="1365" y="378"/>
                      </a:lnTo>
                      <a:lnTo>
                        <a:pt x="1255" y="413"/>
                      </a:lnTo>
                      <a:lnTo>
                        <a:pt x="1203" y="424"/>
                      </a:lnTo>
                      <a:lnTo>
                        <a:pt x="1203" y="401"/>
                      </a:lnTo>
                      <a:lnTo>
                        <a:pt x="1255" y="354"/>
                      </a:lnTo>
                      <a:lnTo>
                        <a:pt x="1296" y="314"/>
                      </a:lnTo>
                      <a:lnTo>
                        <a:pt x="1261" y="302"/>
                      </a:lnTo>
                      <a:lnTo>
                        <a:pt x="1191" y="326"/>
                      </a:lnTo>
                      <a:lnTo>
                        <a:pt x="1133" y="331"/>
                      </a:lnTo>
                      <a:lnTo>
                        <a:pt x="1133" y="302"/>
                      </a:lnTo>
                      <a:lnTo>
                        <a:pt x="1163" y="249"/>
                      </a:lnTo>
                      <a:lnTo>
                        <a:pt x="1104" y="239"/>
                      </a:lnTo>
                      <a:lnTo>
                        <a:pt x="1093" y="239"/>
                      </a:lnTo>
                      <a:lnTo>
                        <a:pt x="1186" y="204"/>
                      </a:lnTo>
                      <a:lnTo>
                        <a:pt x="1313" y="180"/>
                      </a:lnTo>
                      <a:lnTo>
                        <a:pt x="1388" y="127"/>
                      </a:lnTo>
                      <a:lnTo>
                        <a:pt x="1377" y="99"/>
                      </a:lnTo>
                      <a:lnTo>
                        <a:pt x="1308" y="70"/>
                      </a:lnTo>
                      <a:lnTo>
                        <a:pt x="1174" y="0"/>
                      </a:lnTo>
                      <a:lnTo>
                        <a:pt x="1104" y="0"/>
                      </a:lnTo>
                      <a:lnTo>
                        <a:pt x="999" y="0"/>
                      </a:lnTo>
                      <a:lnTo>
                        <a:pt x="953" y="17"/>
                      </a:lnTo>
                      <a:lnTo>
                        <a:pt x="941" y="82"/>
                      </a:lnTo>
                      <a:lnTo>
                        <a:pt x="941" y="110"/>
                      </a:lnTo>
                      <a:lnTo>
                        <a:pt x="842" y="110"/>
                      </a:lnTo>
                      <a:lnTo>
                        <a:pt x="819" y="110"/>
                      </a:lnTo>
                      <a:lnTo>
                        <a:pt x="790" y="139"/>
                      </a:lnTo>
                      <a:lnTo>
                        <a:pt x="779" y="204"/>
                      </a:lnTo>
                      <a:lnTo>
                        <a:pt x="750" y="221"/>
                      </a:lnTo>
                      <a:lnTo>
                        <a:pt x="709" y="180"/>
                      </a:lnTo>
                      <a:lnTo>
                        <a:pt x="709" y="215"/>
                      </a:lnTo>
                      <a:lnTo>
                        <a:pt x="732" y="239"/>
                      </a:lnTo>
                      <a:lnTo>
                        <a:pt x="720" y="273"/>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33" name=""/>
                <p:cNvSpPr/>
                <p:nvPr/>
              </p:nvSpPr>
              <p:spPr>
                <a:xfrm>
                  <a:off x="605880" y="763560"/>
                  <a:ext cx="168120" cy="144360"/>
                </a:xfrm>
                <a:custGeom>
                  <a:avLst/>
                  <a:gdLst/>
                  <a:ahLst/>
                  <a:rect l="l" t="t" r="r" b="b"/>
                  <a:pathLst>
                    <a:path w="1331" h="1167">
                      <a:moveTo>
                        <a:pt x="40" y="1010"/>
                      </a:moveTo>
                      <a:lnTo>
                        <a:pt x="82" y="1052"/>
                      </a:lnTo>
                      <a:lnTo>
                        <a:pt x="122" y="1052"/>
                      </a:lnTo>
                      <a:lnTo>
                        <a:pt x="169" y="1080"/>
                      </a:lnTo>
                      <a:lnTo>
                        <a:pt x="169" y="1150"/>
                      </a:lnTo>
                      <a:lnTo>
                        <a:pt x="249" y="1156"/>
                      </a:lnTo>
                      <a:lnTo>
                        <a:pt x="343" y="1150"/>
                      </a:lnTo>
                      <a:lnTo>
                        <a:pt x="401" y="1167"/>
                      </a:lnTo>
                      <a:lnTo>
                        <a:pt x="476" y="1150"/>
                      </a:lnTo>
                      <a:lnTo>
                        <a:pt x="523" y="1109"/>
                      </a:lnTo>
                      <a:lnTo>
                        <a:pt x="430" y="999"/>
                      </a:lnTo>
                      <a:lnTo>
                        <a:pt x="430" y="970"/>
                      </a:lnTo>
                      <a:lnTo>
                        <a:pt x="546" y="1052"/>
                      </a:lnTo>
                      <a:lnTo>
                        <a:pt x="587" y="1017"/>
                      </a:lnTo>
                      <a:lnTo>
                        <a:pt x="645" y="947"/>
                      </a:lnTo>
                      <a:lnTo>
                        <a:pt x="755" y="906"/>
                      </a:lnTo>
                      <a:lnTo>
                        <a:pt x="796" y="877"/>
                      </a:lnTo>
                      <a:lnTo>
                        <a:pt x="743" y="796"/>
                      </a:lnTo>
                      <a:lnTo>
                        <a:pt x="738" y="726"/>
                      </a:lnTo>
                      <a:lnTo>
                        <a:pt x="785" y="696"/>
                      </a:lnTo>
                      <a:lnTo>
                        <a:pt x="767" y="644"/>
                      </a:lnTo>
                      <a:lnTo>
                        <a:pt x="825" y="639"/>
                      </a:lnTo>
                      <a:lnTo>
                        <a:pt x="889" y="581"/>
                      </a:lnTo>
                      <a:lnTo>
                        <a:pt x="1029" y="517"/>
                      </a:lnTo>
                      <a:lnTo>
                        <a:pt x="1139" y="418"/>
                      </a:lnTo>
                      <a:lnTo>
                        <a:pt x="1221" y="360"/>
                      </a:lnTo>
                      <a:lnTo>
                        <a:pt x="1301" y="325"/>
                      </a:lnTo>
                      <a:lnTo>
                        <a:pt x="1238" y="296"/>
                      </a:lnTo>
                      <a:lnTo>
                        <a:pt x="1221" y="244"/>
                      </a:lnTo>
                      <a:lnTo>
                        <a:pt x="1284" y="250"/>
                      </a:lnTo>
                      <a:lnTo>
                        <a:pt x="1331" y="215"/>
                      </a:lnTo>
                      <a:lnTo>
                        <a:pt x="1273" y="140"/>
                      </a:lnTo>
                      <a:lnTo>
                        <a:pt x="1209" y="81"/>
                      </a:lnTo>
                      <a:lnTo>
                        <a:pt x="1116" y="75"/>
                      </a:lnTo>
                      <a:lnTo>
                        <a:pt x="1081" y="93"/>
                      </a:lnTo>
                      <a:lnTo>
                        <a:pt x="987" y="18"/>
                      </a:lnTo>
                      <a:lnTo>
                        <a:pt x="942" y="0"/>
                      </a:lnTo>
                      <a:lnTo>
                        <a:pt x="854" y="0"/>
                      </a:lnTo>
                      <a:lnTo>
                        <a:pt x="785" y="53"/>
                      </a:lnTo>
                      <a:lnTo>
                        <a:pt x="743" y="110"/>
                      </a:lnTo>
                      <a:lnTo>
                        <a:pt x="708" y="53"/>
                      </a:lnTo>
                      <a:lnTo>
                        <a:pt x="685" y="41"/>
                      </a:lnTo>
                      <a:lnTo>
                        <a:pt x="633" y="41"/>
                      </a:lnTo>
                      <a:lnTo>
                        <a:pt x="593" y="93"/>
                      </a:lnTo>
                      <a:lnTo>
                        <a:pt x="593" y="122"/>
                      </a:lnTo>
                      <a:lnTo>
                        <a:pt x="616" y="151"/>
                      </a:lnTo>
                      <a:lnTo>
                        <a:pt x="546" y="163"/>
                      </a:lnTo>
                      <a:lnTo>
                        <a:pt x="523" y="244"/>
                      </a:lnTo>
                      <a:lnTo>
                        <a:pt x="523" y="285"/>
                      </a:lnTo>
                      <a:lnTo>
                        <a:pt x="552" y="325"/>
                      </a:lnTo>
                      <a:lnTo>
                        <a:pt x="663" y="342"/>
                      </a:lnTo>
                      <a:lnTo>
                        <a:pt x="675" y="395"/>
                      </a:lnTo>
                      <a:lnTo>
                        <a:pt x="743" y="407"/>
                      </a:lnTo>
                      <a:lnTo>
                        <a:pt x="708" y="418"/>
                      </a:lnTo>
                      <a:lnTo>
                        <a:pt x="628" y="418"/>
                      </a:lnTo>
                      <a:lnTo>
                        <a:pt x="563" y="435"/>
                      </a:lnTo>
                      <a:lnTo>
                        <a:pt x="523" y="494"/>
                      </a:lnTo>
                      <a:lnTo>
                        <a:pt x="535" y="574"/>
                      </a:lnTo>
                      <a:lnTo>
                        <a:pt x="546" y="581"/>
                      </a:lnTo>
                      <a:lnTo>
                        <a:pt x="483" y="534"/>
                      </a:lnTo>
                      <a:lnTo>
                        <a:pt x="441" y="505"/>
                      </a:lnTo>
                      <a:lnTo>
                        <a:pt x="413" y="546"/>
                      </a:lnTo>
                      <a:lnTo>
                        <a:pt x="354" y="592"/>
                      </a:lnTo>
                      <a:lnTo>
                        <a:pt x="366" y="656"/>
                      </a:lnTo>
                      <a:lnTo>
                        <a:pt x="395" y="703"/>
                      </a:lnTo>
                      <a:lnTo>
                        <a:pt x="378" y="738"/>
                      </a:lnTo>
                      <a:lnTo>
                        <a:pt x="401" y="778"/>
                      </a:lnTo>
                      <a:lnTo>
                        <a:pt x="378" y="796"/>
                      </a:lnTo>
                      <a:lnTo>
                        <a:pt x="302" y="796"/>
                      </a:lnTo>
                      <a:lnTo>
                        <a:pt x="232" y="808"/>
                      </a:lnTo>
                      <a:lnTo>
                        <a:pt x="180" y="818"/>
                      </a:lnTo>
                      <a:lnTo>
                        <a:pt x="169" y="871"/>
                      </a:lnTo>
                      <a:lnTo>
                        <a:pt x="244" y="871"/>
                      </a:lnTo>
                      <a:lnTo>
                        <a:pt x="244" y="900"/>
                      </a:lnTo>
                      <a:lnTo>
                        <a:pt x="180" y="900"/>
                      </a:lnTo>
                      <a:lnTo>
                        <a:pt x="122" y="900"/>
                      </a:lnTo>
                      <a:lnTo>
                        <a:pt x="99" y="918"/>
                      </a:lnTo>
                      <a:lnTo>
                        <a:pt x="58" y="848"/>
                      </a:lnTo>
                      <a:lnTo>
                        <a:pt x="29" y="877"/>
                      </a:lnTo>
                      <a:lnTo>
                        <a:pt x="29" y="923"/>
                      </a:lnTo>
                      <a:lnTo>
                        <a:pt x="40" y="947"/>
                      </a:lnTo>
                      <a:lnTo>
                        <a:pt x="0" y="970"/>
                      </a:lnTo>
                      <a:lnTo>
                        <a:pt x="12" y="999"/>
                      </a:lnTo>
                      <a:lnTo>
                        <a:pt x="40" y="101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34" name=""/>
                <p:cNvSpPr/>
                <p:nvPr/>
              </p:nvSpPr>
              <p:spPr>
                <a:xfrm>
                  <a:off x="603000" y="794160"/>
                  <a:ext cx="42480" cy="63000"/>
                </a:xfrm>
                <a:custGeom>
                  <a:avLst/>
                  <a:gdLst/>
                  <a:ahLst/>
                  <a:rect l="l" t="t" r="r" b="b"/>
                  <a:pathLst>
                    <a:path w="337" h="511">
                      <a:moveTo>
                        <a:pt x="105" y="505"/>
                      </a:moveTo>
                      <a:lnTo>
                        <a:pt x="203" y="459"/>
                      </a:lnTo>
                      <a:lnTo>
                        <a:pt x="227" y="424"/>
                      </a:lnTo>
                      <a:lnTo>
                        <a:pt x="244" y="383"/>
                      </a:lnTo>
                      <a:lnTo>
                        <a:pt x="307" y="337"/>
                      </a:lnTo>
                      <a:lnTo>
                        <a:pt x="307" y="302"/>
                      </a:lnTo>
                      <a:lnTo>
                        <a:pt x="307" y="220"/>
                      </a:lnTo>
                      <a:lnTo>
                        <a:pt x="337" y="180"/>
                      </a:lnTo>
                      <a:lnTo>
                        <a:pt x="337" y="151"/>
                      </a:lnTo>
                      <a:lnTo>
                        <a:pt x="284" y="208"/>
                      </a:lnTo>
                      <a:lnTo>
                        <a:pt x="272" y="174"/>
                      </a:lnTo>
                      <a:lnTo>
                        <a:pt x="296" y="86"/>
                      </a:lnTo>
                      <a:lnTo>
                        <a:pt x="284" y="0"/>
                      </a:lnTo>
                      <a:lnTo>
                        <a:pt x="227" y="0"/>
                      </a:lnTo>
                      <a:lnTo>
                        <a:pt x="227" y="52"/>
                      </a:lnTo>
                      <a:lnTo>
                        <a:pt x="174" y="58"/>
                      </a:lnTo>
                      <a:lnTo>
                        <a:pt x="105" y="151"/>
                      </a:lnTo>
                      <a:lnTo>
                        <a:pt x="105" y="208"/>
                      </a:lnTo>
                      <a:lnTo>
                        <a:pt x="105" y="250"/>
                      </a:lnTo>
                      <a:lnTo>
                        <a:pt x="63" y="261"/>
                      </a:lnTo>
                      <a:lnTo>
                        <a:pt x="145" y="290"/>
                      </a:lnTo>
                      <a:lnTo>
                        <a:pt x="145" y="330"/>
                      </a:lnTo>
                      <a:lnTo>
                        <a:pt x="75" y="337"/>
                      </a:lnTo>
                      <a:lnTo>
                        <a:pt x="11" y="395"/>
                      </a:lnTo>
                      <a:lnTo>
                        <a:pt x="11" y="424"/>
                      </a:lnTo>
                      <a:lnTo>
                        <a:pt x="0" y="470"/>
                      </a:lnTo>
                      <a:lnTo>
                        <a:pt x="0" y="505"/>
                      </a:lnTo>
                      <a:lnTo>
                        <a:pt x="52" y="505"/>
                      </a:lnTo>
                      <a:lnTo>
                        <a:pt x="75" y="511"/>
                      </a:lnTo>
                      <a:lnTo>
                        <a:pt x="105" y="505"/>
                      </a:lnTo>
                      <a:close/>
                    </a:path>
                  </a:pathLst>
                </a:custGeom>
                <a:solidFill>
                  <a:srgbClr val="ffffff"/>
                </a:solidFill>
                <a:ln w="9360">
                  <a:solidFill>
                    <a:srgbClr val="000000"/>
                  </a:solidFill>
                  <a:round/>
                </a:ln>
              </p:spPr>
              <p:style>
                <a:lnRef idx="0"/>
                <a:fillRef idx="0"/>
                <a:effectRef idx="0"/>
                <a:fontRef idx="minor"/>
              </p:style>
              <p:txBody>
                <a:bodyPr lIns="90000" rIns="90000" tIns="16200" bIns="16200" anchor="t">
                  <a:noAutofit/>
                </a:bodyPr>
                <a:p>
                  <a:endParaRPr b="0" lang="en-US" sz="2400" spc="-1" strike="noStrike">
                    <a:solidFill>
                      <a:srgbClr val="000000"/>
                    </a:solidFill>
                    <a:latin typeface="Times New Roman"/>
                  </a:endParaRPr>
                </a:p>
              </p:txBody>
            </p:sp>
            <p:sp>
              <p:nvSpPr>
                <p:cNvPr id="8435" name=""/>
                <p:cNvSpPr/>
                <p:nvPr/>
              </p:nvSpPr>
              <p:spPr>
                <a:xfrm>
                  <a:off x="596880" y="802080"/>
                  <a:ext cx="8640" cy="11880"/>
                </a:xfrm>
                <a:custGeom>
                  <a:avLst/>
                  <a:gdLst/>
                  <a:ahLst/>
                  <a:rect l="l" t="t" r="r" b="b"/>
                  <a:pathLst>
                    <a:path w="70" h="94">
                      <a:moveTo>
                        <a:pt x="47" y="12"/>
                      </a:moveTo>
                      <a:lnTo>
                        <a:pt x="12" y="0"/>
                      </a:lnTo>
                      <a:lnTo>
                        <a:pt x="0" y="70"/>
                      </a:lnTo>
                      <a:lnTo>
                        <a:pt x="18" y="94"/>
                      </a:lnTo>
                      <a:lnTo>
                        <a:pt x="40" y="70"/>
                      </a:lnTo>
                      <a:lnTo>
                        <a:pt x="70" y="41"/>
                      </a:lnTo>
                      <a:lnTo>
                        <a:pt x="47" y="12"/>
                      </a:lnTo>
                      <a:close/>
                    </a:path>
                  </a:pathLst>
                </a:custGeom>
                <a:solidFill>
                  <a:srgbClr val="ffffff"/>
                </a:solidFill>
                <a:ln w="9360">
                  <a:solidFill>
                    <a:srgbClr val="000000"/>
                  </a:solidFill>
                  <a:round/>
                </a:ln>
              </p:spPr>
              <p:style>
                <a:lnRef idx="0"/>
                <a:fillRef idx="0"/>
                <a:effectRef idx="0"/>
                <a:fontRef idx="minor"/>
              </p:style>
              <p:txBody>
                <a:bodyPr lIns="90000" rIns="90000" tIns="-34920" bIns="-34920" anchor="t">
                  <a:noAutofit/>
                </a:bodyPr>
                <a:p>
                  <a:endParaRPr b="0" lang="en-US" sz="2400" spc="-1" strike="noStrike">
                    <a:solidFill>
                      <a:srgbClr val="000000"/>
                    </a:solidFill>
                    <a:latin typeface="Times New Roman"/>
                  </a:endParaRPr>
                </a:p>
              </p:txBody>
            </p:sp>
            <p:sp>
              <p:nvSpPr>
                <p:cNvPr id="8436" name=""/>
                <p:cNvSpPr/>
                <p:nvPr/>
              </p:nvSpPr>
              <p:spPr>
                <a:xfrm>
                  <a:off x="555480" y="873360"/>
                  <a:ext cx="47520" cy="79200"/>
                </a:xfrm>
                <a:custGeom>
                  <a:avLst/>
                  <a:gdLst/>
                  <a:ahLst/>
                  <a:rect l="l" t="t" r="r" b="b"/>
                  <a:pathLst>
                    <a:path w="378" h="634">
                      <a:moveTo>
                        <a:pt x="291" y="605"/>
                      </a:moveTo>
                      <a:lnTo>
                        <a:pt x="343" y="565"/>
                      </a:lnTo>
                      <a:lnTo>
                        <a:pt x="343" y="523"/>
                      </a:lnTo>
                      <a:lnTo>
                        <a:pt x="378" y="483"/>
                      </a:lnTo>
                      <a:lnTo>
                        <a:pt x="378" y="425"/>
                      </a:lnTo>
                      <a:lnTo>
                        <a:pt x="319" y="373"/>
                      </a:lnTo>
                      <a:lnTo>
                        <a:pt x="261" y="378"/>
                      </a:lnTo>
                      <a:lnTo>
                        <a:pt x="221" y="361"/>
                      </a:lnTo>
                      <a:lnTo>
                        <a:pt x="192" y="314"/>
                      </a:lnTo>
                      <a:lnTo>
                        <a:pt x="157" y="291"/>
                      </a:lnTo>
                      <a:lnTo>
                        <a:pt x="145" y="221"/>
                      </a:lnTo>
                      <a:lnTo>
                        <a:pt x="209" y="221"/>
                      </a:lnTo>
                      <a:lnTo>
                        <a:pt x="226" y="209"/>
                      </a:lnTo>
                      <a:lnTo>
                        <a:pt x="197" y="164"/>
                      </a:lnTo>
                      <a:lnTo>
                        <a:pt x="226" y="164"/>
                      </a:lnTo>
                      <a:lnTo>
                        <a:pt x="238" y="99"/>
                      </a:lnTo>
                      <a:lnTo>
                        <a:pt x="197" y="82"/>
                      </a:lnTo>
                      <a:lnTo>
                        <a:pt x="127" y="99"/>
                      </a:lnTo>
                      <a:lnTo>
                        <a:pt x="99" y="99"/>
                      </a:lnTo>
                      <a:lnTo>
                        <a:pt x="99" y="82"/>
                      </a:lnTo>
                      <a:lnTo>
                        <a:pt x="99" y="70"/>
                      </a:lnTo>
                      <a:lnTo>
                        <a:pt x="81" y="18"/>
                      </a:lnTo>
                      <a:lnTo>
                        <a:pt x="0" y="0"/>
                      </a:lnTo>
                      <a:lnTo>
                        <a:pt x="0" y="35"/>
                      </a:lnTo>
                      <a:lnTo>
                        <a:pt x="5" y="111"/>
                      </a:lnTo>
                      <a:lnTo>
                        <a:pt x="17" y="140"/>
                      </a:lnTo>
                      <a:lnTo>
                        <a:pt x="57" y="140"/>
                      </a:lnTo>
                      <a:lnTo>
                        <a:pt x="69" y="192"/>
                      </a:lnTo>
                      <a:lnTo>
                        <a:pt x="47" y="244"/>
                      </a:lnTo>
                      <a:lnTo>
                        <a:pt x="29" y="321"/>
                      </a:lnTo>
                      <a:lnTo>
                        <a:pt x="29" y="361"/>
                      </a:lnTo>
                      <a:lnTo>
                        <a:pt x="69" y="378"/>
                      </a:lnTo>
                      <a:lnTo>
                        <a:pt x="99" y="425"/>
                      </a:lnTo>
                      <a:lnTo>
                        <a:pt x="87" y="483"/>
                      </a:lnTo>
                      <a:lnTo>
                        <a:pt x="116" y="512"/>
                      </a:lnTo>
                      <a:lnTo>
                        <a:pt x="157" y="593"/>
                      </a:lnTo>
                      <a:lnTo>
                        <a:pt x="197" y="634"/>
                      </a:lnTo>
                      <a:lnTo>
                        <a:pt x="267" y="634"/>
                      </a:lnTo>
                      <a:lnTo>
                        <a:pt x="291" y="605"/>
                      </a:lnTo>
                      <a:close/>
                    </a:path>
                  </a:pathLst>
                </a:custGeom>
                <a:solidFill>
                  <a:srgbClr val="ffffff"/>
                </a:solidFill>
                <a:ln w="9360">
                  <a:solidFill>
                    <a:srgbClr val="000000"/>
                  </a:solidFill>
                  <a:round/>
                </a:ln>
              </p:spPr>
              <p:style>
                <a:lnRef idx="0"/>
                <a:fillRef idx="0"/>
                <a:effectRef idx="0"/>
                <a:fontRef idx="minor"/>
              </p:style>
              <p:txBody>
                <a:bodyPr lIns="90000" rIns="90000" tIns="32400" bIns="32400" anchor="t">
                  <a:noAutofit/>
                </a:bodyPr>
                <a:p>
                  <a:endParaRPr b="0" lang="en-US" sz="2400" spc="-1" strike="noStrike">
                    <a:solidFill>
                      <a:srgbClr val="000000"/>
                    </a:solidFill>
                    <a:latin typeface="Times New Roman"/>
                  </a:endParaRPr>
                </a:p>
              </p:txBody>
            </p:sp>
            <p:sp>
              <p:nvSpPr>
                <p:cNvPr id="8437" name=""/>
                <p:cNvSpPr/>
                <p:nvPr/>
              </p:nvSpPr>
              <p:spPr>
                <a:xfrm>
                  <a:off x="582840" y="861480"/>
                  <a:ext cx="16200" cy="10440"/>
                </a:xfrm>
                <a:custGeom>
                  <a:avLst/>
                  <a:gdLst/>
                  <a:ahLst/>
                  <a:rect l="l" t="t" r="r" b="b"/>
                  <a:pathLst>
                    <a:path w="122" h="87">
                      <a:moveTo>
                        <a:pt x="46" y="18"/>
                      </a:moveTo>
                      <a:lnTo>
                        <a:pt x="0" y="35"/>
                      </a:lnTo>
                      <a:lnTo>
                        <a:pt x="0" y="87"/>
                      </a:lnTo>
                      <a:lnTo>
                        <a:pt x="70" y="81"/>
                      </a:lnTo>
                      <a:lnTo>
                        <a:pt x="122" y="0"/>
                      </a:lnTo>
                      <a:lnTo>
                        <a:pt x="46" y="18"/>
                      </a:lnTo>
                      <a:close/>
                    </a:path>
                  </a:pathLst>
                </a:custGeom>
                <a:solidFill>
                  <a:srgbClr val="ffffff"/>
                </a:solidFill>
                <a:ln w="9360">
                  <a:solidFill>
                    <a:srgbClr val="000000"/>
                  </a:solidFill>
                  <a:round/>
                </a:ln>
              </p:spPr>
              <p:style>
                <a:lnRef idx="0"/>
                <a:fillRef idx="0"/>
                <a:effectRef idx="0"/>
                <a:fontRef idx="minor"/>
              </p:style>
              <p:txBody>
                <a:bodyPr lIns="90000" rIns="90000" tIns="-36360" bIns="-36360" anchor="t">
                  <a:noAutofit/>
                </a:bodyPr>
                <a:p>
                  <a:endParaRPr b="0" lang="en-US" sz="2400" spc="-1" strike="noStrike">
                    <a:solidFill>
                      <a:srgbClr val="000000"/>
                    </a:solidFill>
                    <a:latin typeface="Times New Roman"/>
                  </a:endParaRPr>
                </a:p>
              </p:txBody>
            </p:sp>
            <p:sp>
              <p:nvSpPr>
                <p:cNvPr id="8438" name=""/>
                <p:cNvSpPr/>
                <p:nvPr/>
              </p:nvSpPr>
              <p:spPr>
                <a:xfrm>
                  <a:off x="540000" y="847440"/>
                  <a:ext cx="15120" cy="13680"/>
                </a:xfrm>
                <a:custGeom>
                  <a:avLst/>
                  <a:gdLst/>
                  <a:ahLst/>
                  <a:rect l="l" t="t" r="r" b="b"/>
                  <a:pathLst>
                    <a:path w="117" h="116">
                      <a:moveTo>
                        <a:pt x="94" y="0"/>
                      </a:moveTo>
                      <a:lnTo>
                        <a:pt x="41" y="0"/>
                      </a:lnTo>
                      <a:lnTo>
                        <a:pt x="0" y="52"/>
                      </a:lnTo>
                      <a:lnTo>
                        <a:pt x="24" y="104"/>
                      </a:lnTo>
                      <a:lnTo>
                        <a:pt x="94" y="116"/>
                      </a:lnTo>
                      <a:lnTo>
                        <a:pt x="117" y="52"/>
                      </a:lnTo>
                      <a:lnTo>
                        <a:pt x="94" y="0"/>
                      </a:lnTo>
                      <a:close/>
                    </a:path>
                  </a:pathLst>
                </a:custGeom>
                <a:solidFill>
                  <a:srgbClr val="ffffff"/>
                </a:solidFill>
                <a:ln w="9360">
                  <a:solidFill>
                    <a:srgbClr val="000000"/>
                  </a:solidFill>
                  <a:round/>
                </a:ln>
              </p:spPr>
              <p:style>
                <a:lnRef idx="0"/>
                <a:fillRef idx="0"/>
                <a:effectRef idx="0"/>
                <a:fontRef idx="minor"/>
              </p:style>
              <p:txBody>
                <a:bodyPr lIns="90000" rIns="90000" tIns="-33120" bIns="-33120" anchor="t">
                  <a:noAutofit/>
                </a:bodyPr>
                <a:p>
                  <a:endParaRPr b="0" lang="en-US" sz="2400" spc="-1" strike="noStrike">
                    <a:solidFill>
                      <a:srgbClr val="000000"/>
                    </a:solidFill>
                    <a:latin typeface="Times New Roman"/>
                  </a:endParaRPr>
                </a:p>
              </p:txBody>
            </p:sp>
            <p:sp>
              <p:nvSpPr>
                <p:cNvPr id="8439" name=""/>
                <p:cNvSpPr/>
                <p:nvPr/>
              </p:nvSpPr>
              <p:spPr>
                <a:xfrm>
                  <a:off x="542160" y="820080"/>
                  <a:ext cx="20160" cy="21600"/>
                </a:xfrm>
                <a:custGeom>
                  <a:avLst/>
                  <a:gdLst/>
                  <a:ahLst/>
                  <a:rect l="l" t="t" r="r" b="b"/>
                  <a:pathLst>
                    <a:path w="162" h="175">
                      <a:moveTo>
                        <a:pt x="29" y="53"/>
                      </a:moveTo>
                      <a:lnTo>
                        <a:pt x="0" y="140"/>
                      </a:lnTo>
                      <a:lnTo>
                        <a:pt x="40" y="175"/>
                      </a:lnTo>
                      <a:lnTo>
                        <a:pt x="105" y="129"/>
                      </a:lnTo>
                      <a:lnTo>
                        <a:pt x="162" y="77"/>
                      </a:lnTo>
                      <a:lnTo>
                        <a:pt x="122" y="12"/>
                      </a:lnTo>
                      <a:lnTo>
                        <a:pt x="82" y="0"/>
                      </a:lnTo>
                      <a:lnTo>
                        <a:pt x="29" y="53"/>
                      </a:lnTo>
                      <a:close/>
                    </a:path>
                  </a:pathLst>
                </a:custGeom>
                <a:solidFill>
                  <a:srgbClr val="ffffff"/>
                </a:solidFill>
                <a:ln w="9360">
                  <a:solidFill>
                    <a:srgbClr val="000000"/>
                  </a:solidFill>
                  <a:round/>
                </a:ln>
              </p:spPr>
              <p:style>
                <a:lnRef idx="0"/>
                <a:fillRef idx="0"/>
                <a:effectRef idx="0"/>
                <a:fontRef idx="minor"/>
              </p:style>
              <p:txBody>
                <a:bodyPr lIns="90000" rIns="90000" tIns="-25200" bIns="-25200" anchor="t">
                  <a:noAutofit/>
                </a:bodyPr>
                <a:p>
                  <a:endParaRPr b="0" lang="en-US" sz="2400" spc="-1" strike="noStrike">
                    <a:solidFill>
                      <a:srgbClr val="000000"/>
                    </a:solidFill>
                    <a:latin typeface="Times New Roman"/>
                  </a:endParaRPr>
                </a:p>
              </p:txBody>
            </p:sp>
            <p:sp>
              <p:nvSpPr>
                <p:cNvPr id="8440" name=""/>
                <p:cNvSpPr/>
                <p:nvPr/>
              </p:nvSpPr>
              <p:spPr>
                <a:xfrm>
                  <a:off x="517680" y="808200"/>
                  <a:ext cx="18000" cy="23760"/>
                </a:xfrm>
                <a:custGeom>
                  <a:avLst/>
                  <a:gdLst/>
                  <a:ahLst/>
                  <a:rect l="l" t="t" r="r" b="b"/>
                  <a:pathLst>
                    <a:path w="145" h="192">
                      <a:moveTo>
                        <a:pt x="105" y="0"/>
                      </a:moveTo>
                      <a:lnTo>
                        <a:pt x="53" y="29"/>
                      </a:lnTo>
                      <a:lnTo>
                        <a:pt x="0" y="53"/>
                      </a:lnTo>
                      <a:lnTo>
                        <a:pt x="12" y="88"/>
                      </a:lnTo>
                      <a:lnTo>
                        <a:pt x="35" y="151"/>
                      </a:lnTo>
                      <a:lnTo>
                        <a:pt x="0" y="175"/>
                      </a:lnTo>
                      <a:lnTo>
                        <a:pt x="35" y="192"/>
                      </a:lnTo>
                      <a:lnTo>
                        <a:pt x="75" y="133"/>
                      </a:lnTo>
                      <a:lnTo>
                        <a:pt x="145" y="110"/>
                      </a:lnTo>
                      <a:lnTo>
                        <a:pt x="145" y="18"/>
                      </a:lnTo>
                      <a:lnTo>
                        <a:pt x="105" y="0"/>
                      </a:lnTo>
                      <a:close/>
                    </a:path>
                  </a:pathLst>
                </a:custGeom>
                <a:solidFill>
                  <a:srgbClr val="ffffff"/>
                </a:solidFill>
                <a:ln w="9360">
                  <a:solidFill>
                    <a:srgbClr val="000000"/>
                  </a:solidFill>
                  <a:round/>
                </a:ln>
              </p:spPr>
              <p:style>
                <a:lnRef idx="0"/>
                <a:fillRef idx="0"/>
                <a:effectRef idx="0"/>
                <a:fontRef idx="minor"/>
              </p:style>
              <p:txBody>
                <a:bodyPr lIns="90000" rIns="90000" tIns="-23040" bIns="-23040" anchor="t">
                  <a:noAutofit/>
                </a:bodyPr>
                <a:p>
                  <a:endParaRPr b="0" lang="en-US" sz="2400" spc="-1" strike="noStrike">
                    <a:solidFill>
                      <a:srgbClr val="000000"/>
                    </a:solidFill>
                    <a:latin typeface="Times New Roman"/>
                  </a:endParaRPr>
                </a:p>
              </p:txBody>
            </p:sp>
            <p:sp>
              <p:nvSpPr>
                <p:cNvPr id="8441" name=""/>
                <p:cNvSpPr/>
                <p:nvPr/>
              </p:nvSpPr>
              <p:spPr>
                <a:xfrm>
                  <a:off x="454680" y="850320"/>
                  <a:ext cx="47520" cy="31680"/>
                </a:xfrm>
                <a:custGeom>
                  <a:avLst/>
                  <a:gdLst/>
                  <a:ahLst/>
                  <a:rect l="l" t="t" r="r" b="b"/>
                  <a:pathLst>
                    <a:path w="379" h="255">
                      <a:moveTo>
                        <a:pt x="268" y="28"/>
                      </a:moveTo>
                      <a:lnTo>
                        <a:pt x="227" y="58"/>
                      </a:lnTo>
                      <a:lnTo>
                        <a:pt x="169" y="40"/>
                      </a:lnTo>
                      <a:lnTo>
                        <a:pt x="100" y="105"/>
                      </a:lnTo>
                      <a:lnTo>
                        <a:pt x="47" y="168"/>
                      </a:lnTo>
                      <a:lnTo>
                        <a:pt x="0" y="203"/>
                      </a:lnTo>
                      <a:lnTo>
                        <a:pt x="0" y="255"/>
                      </a:lnTo>
                      <a:lnTo>
                        <a:pt x="88" y="220"/>
                      </a:lnTo>
                      <a:lnTo>
                        <a:pt x="82" y="249"/>
                      </a:lnTo>
                      <a:lnTo>
                        <a:pt x="135" y="244"/>
                      </a:lnTo>
                      <a:lnTo>
                        <a:pt x="192" y="168"/>
                      </a:lnTo>
                      <a:lnTo>
                        <a:pt x="239" y="145"/>
                      </a:lnTo>
                      <a:lnTo>
                        <a:pt x="233" y="180"/>
                      </a:lnTo>
                      <a:lnTo>
                        <a:pt x="274" y="157"/>
                      </a:lnTo>
                      <a:lnTo>
                        <a:pt x="297" y="115"/>
                      </a:lnTo>
                      <a:lnTo>
                        <a:pt x="344" y="75"/>
                      </a:lnTo>
                      <a:lnTo>
                        <a:pt x="379" y="40"/>
                      </a:lnTo>
                      <a:lnTo>
                        <a:pt x="320" y="0"/>
                      </a:lnTo>
                      <a:lnTo>
                        <a:pt x="268" y="28"/>
                      </a:lnTo>
                      <a:close/>
                    </a:path>
                  </a:pathLst>
                </a:custGeom>
                <a:solidFill>
                  <a:srgbClr val="ffffff"/>
                </a:solidFill>
                <a:ln w="9360">
                  <a:solidFill>
                    <a:srgbClr val="00000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8442" name=""/>
                <p:cNvSpPr/>
                <p:nvPr/>
              </p:nvSpPr>
              <p:spPr>
                <a:xfrm>
                  <a:off x="478080" y="891000"/>
                  <a:ext cx="52560" cy="32760"/>
                </a:xfrm>
                <a:custGeom>
                  <a:avLst/>
                  <a:gdLst/>
                  <a:ahLst/>
                  <a:rect l="l" t="t" r="r" b="b"/>
                  <a:pathLst>
                    <a:path w="412" h="268">
                      <a:moveTo>
                        <a:pt x="365" y="0"/>
                      </a:moveTo>
                      <a:lnTo>
                        <a:pt x="302" y="12"/>
                      </a:lnTo>
                      <a:lnTo>
                        <a:pt x="290" y="87"/>
                      </a:lnTo>
                      <a:lnTo>
                        <a:pt x="261" y="104"/>
                      </a:lnTo>
                      <a:lnTo>
                        <a:pt x="220" y="87"/>
                      </a:lnTo>
                      <a:lnTo>
                        <a:pt x="185" y="81"/>
                      </a:lnTo>
                      <a:lnTo>
                        <a:pt x="157" y="81"/>
                      </a:lnTo>
                      <a:lnTo>
                        <a:pt x="150" y="6"/>
                      </a:lnTo>
                      <a:lnTo>
                        <a:pt x="110" y="0"/>
                      </a:lnTo>
                      <a:lnTo>
                        <a:pt x="46" y="17"/>
                      </a:lnTo>
                      <a:lnTo>
                        <a:pt x="70" y="69"/>
                      </a:lnTo>
                      <a:lnTo>
                        <a:pt x="58" y="87"/>
                      </a:lnTo>
                      <a:lnTo>
                        <a:pt x="5" y="104"/>
                      </a:lnTo>
                      <a:lnTo>
                        <a:pt x="5" y="139"/>
                      </a:lnTo>
                      <a:lnTo>
                        <a:pt x="58" y="163"/>
                      </a:lnTo>
                      <a:lnTo>
                        <a:pt x="70" y="191"/>
                      </a:lnTo>
                      <a:lnTo>
                        <a:pt x="0" y="221"/>
                      </a:lnTo>
                      <a:lnTo>
                        <a:pt x="23" y="268"/>
                      </a:lnTo>
                      <a:lnTo>
                        <a:pt x="139" y="268"/>
                      </a:lnTo>
                      <a:lnTo>
                        <a:pt x="192" y="226"/>
                      </a:lnTo>
                      <a:lnTo>
                        <a:pt x="261" y="250"/>
                      </a:lnTo>
                      <a:lnTo>
                        <a:pt x="302" y="250"/>
                      </a:lnTo>
                      <a:lnTo>
                        <a:pt x="337" y="203"/>
                      </a:lnTo>
                      <a:lnTo>
                        <a:pt x="319" y="151"/>
                      </a:lnTo>
                      <a:lnTo>
                        <a:pt x="372" y="104"/>
                      </a:lnTo>
                      <a:lnTo>
                        <a:pt x="412" y="17"/>
                      </a:lnTo>
                      <a:lnTo>
                        <a:pt x="372" y="0"/>
                      </a:lnTo>
                      <a:lnTo>
                        <a:pt x="365" y="0"/>
                      </a:lnTo>
                      <a:close/>
                    </a:path>
                  </a:pathLst>
                </a:custGeom>
                <a:solidFill>
                  <a:srgbClr val="ffffff"/>
                </a:solidFill>
                <a:ln w="9360">
                  <a:solidFill>
                    <a:srgbClr val="000000"/>
                  </a:solidFill>
                  <a:round/>
                </a:ln>
              </p:spPr>
              <p:style>
                <a:lnRef idx="0"/>
                <a:fillRef idx="0"/>
                <a:effectRef idx="0"/>
                <a:fontRef idx="minor"/>
              </p:style>
              <p:txBody>
                <a:bodyPr lIns="90000" rIns="90000" tIns="-14040" bIns="-14040" anchor="t">
                  <a:noAutofit/>
                </a:bodyPr>
                <a:p>
                  <a:endParaRPr b="0" lang="en-US" sz="2400" spc="-1" strike="noStrike">
                    <a:solidFill>
                      <a:srgbClr val="000000"/>
                    </a:solidFill>
                    <a:latin typeface="Times New Roman"/>
                  </a:endParaRPr>
                </a:p>
              </p:txBody>
            </p:sp>
            <p:sp>
              <p:nvSpPr>
                <p:cNvPr id="8443" name=""/>
                <p:cNvSpPr/>
                <p:nvPr/>
              </p:nvSpPr>
              <p:spPr>
                <a:xfrm>
                  <a:off x="504720" y="873360"/>
                  <a:ext cx="8640" cy="5760"/>
                </a:xfrm>
                <a:custGeom>
                  <a:avLst/>
                  <a:gdLst/>
                  <a:ahLst/>
                  <a:rect l="l" t="t" r="r" b="b"/>
                  <a:pathLst>
                    <a:path w="76" h="47">
                      <a:moveTo>
                        <a:pt x="17" y="0"/>
                      </a:moveTo>
                      <a:lnTo>
                        <a:pt x="6" y="0"/>
                      </a:lnTo>
                      <a:lnTo>
                        <a:pt x="0" y="40"/>
                      </a:lnTo>
                      <a:lnTo>
                        <a:pt x="46" y="47"/>
                      </a:lnTo>
                      <a:lnTo>
                        <a:pt x="76" y="12"/>
                      </a:lnTo>
                      <a:lnTo>
                        <a:pt x="17" y="0"/>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grpSp>
          <p:grpSp>
            <p:nvGrpSpPr>
              <p:cNvPr id="8444" name=""/>
              <p:cNvGrpSpPr/>
              <p:nvPr/>
            </p:nvGrpSpPr>
            <p:grpSpPr>
              <a:xfrm>
                <a:off x="876960" y="802080"/>
                <a:ext cx="1470960" cy="1364040"/>
                <a:chOff x="876960" y="802080"/>
                <a:chExt cx="1470960" cy="1364040"/>
              </a:xfrm>
            </p:grpSpPr>
            <p:sp>
              <p:nvSpPr>
                <p:cNvPr id="8445" name=""/>
                <p:cNvSpPr/>
                <p:nvPr/>
              </p:nvSpPr>
              <p:spPr>
                <a:xfrm>
                  <a:off x="1120320" y="862200"/>
                  <a:ext cx="47520" cy="66240"/>
                </a:xfrm>
                <a:custGeom>
                  <a:avLst/>
                  <a:gdLst/>
                  <a:ahLst/>
                  <a:rect l="l" t="t" r="r" b="b"/>
                  <a:pathLst>
                    <a:path w="377" h="540">
                      <a:moveTo>
                        <a:pt x="192" y="110"/>
                      </a:moveTo>
                      <a:lnTo>
                        <a:pt x="157" y="99"/>
                      </a:lnTo>
                      <a:lnTo>
                        <a:pt x="150" y="40"/>
                      </a:lnTo>
                      <a:lnTo>
                        <a:pt x="139" y="12"/>
                      </a:lnTo>
                      <a:lnTo>
                        <a:pt x="110" y="0"/>
                      </a:lnTo>
                      <a:lnTo>
                        <a:pt x="80" y="17"/>
                      </a:lnTo>
                      <a:lnTo>
                        <a:pt x="63" y="46"/>
                      </a:lnTo>
                      <a:lnTo>
                        <a:pt x="0" y="12"/>
                      </a:lnTo>
                      <a:lnTo>
                        <a:pt x="0" y="40"/>
                      </a:lnTo>
                      <a:lnTo>
                        <a:pt x="28" y="127"/>
                      </a:lnTo>
                      <a:lnTo>
                        <a:pt x="46" y="156"/>
                      </a:lnTo>
                      <a:lnTo>
                        <a:pt x="52" y="209"/>
                      </a:lnTo>
                      <a:lnTo>
                        <a:pt x="104" y="249"/>
                      </a:lnTo>
                      <a:lnTo>
                        <a:pt x="139" y="267"/>
                      </a:lnTo>
                      <a:lnTo>
                        <a:pt x="185" y="244"/>
                      </a:lnTo>
                      <a:lnTo>
                        <a:pt x="185" y="209"/>
                      </a:lnTo>
                      <a:lnTo>
                        <a:pt x="227" y="226"/>
                      </a:lnTo>
                      <a:lnTo>
                        <a:pt x="237" y="279"/>
                      </a:lnTo>
                      <a:lnTo>
                        <a:pt x="203" y="296"/>
                      </a:lnTo>
                      <a:lnTo>
                        <a:pt x="168" y="296"/>
                      </a:lnTo>
                      <a:lnTo>
                        <a:pt x="168" y="325"/>
                      </a:lnTo>
                      <a:lnTo>
                        <a:pt x="203" y="331"/>
                      </a:lnTo>
                      <a:lnTo>
                        <a:pt x="237" y="343"/>
                      </a:lnTo>
                      <a:lnTo>
                        <a:pt x="215" y="389"/>
                      </a:lnTo>
                      <a:lnTo>
                        <a:pt x="168" y="401"/>
                      </a:lnTo>
                      <a:lnTo>
                        <a:pt x="203" y="465"/>
                      </a:lnTo>
                      <a:lnTo>
                        <a:pt x="261" y="493"/>
                      </a:lnTo>
                      <a:lnTo>
                        <a:pt x="279" y="540"/>
                      </a:lnTo>
                      <a:lnTo>
                        <a:pt x="296" y="465"/>
                      </a:lnTo>
                      <a:lnTo>
                        <a:pt x="302" y="395"/>
                      </a:lnTo>
                      <a:lnTo>
                        <a:pt x="314" y="325"/>
                      </a:lnTo>
                      <a:lnTo>
                        <a:pt x="349" y="256"/>
                      </a:lnTo>
                      <a:lnTo>
                        <a:pt x="354" y="186"/>
                      </a:lnTo>
                      <a:lnTo>
                        <a:pt x="377" y="156"/>
                      </a:lnTo>
                      <a:lnTo>
                        <a:pt x="349" y="151"/>
                      </a:lnTo>
                      <a:lnTo>
                        <a:pt x="296" y="110"/>
                      </a:lnTo>
                      <a:lnTo>
                        <a:pt x="255" y="52"/>
                      </a:lnTo>
                      <a:lnTo>
                        <a:pt x="232" y="81"/>
                      </a:lnTo>
                      <a:lnTo>
                        <a:pt x="180" y="99"/>
                      </a:lnTo>
                      <a:lnTo>
                        <a:pt x="192" y="110"/>
                      </a:lnTo>
                      <a:close/>
                    </a:path>
                  </a:pathLst>
                </a:custGeom>
                <a:solidFill>
                  <a:srgbClr val="ffffff"/>
                </a:solidFill>
                <a:ln w="9360">
                  <a:solidFill>
                    <a:srgbClr val="000000"/>
                  </a:solidFill>
                  <a:round/>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8446" name=""/>
                <p:cNvSpPr/>
                <p:nvPr/>
              </p:nvSpPr>
              <p:spPr>
                <a:xfrm>
                  <a:off x="1170000" y="858600"/>
                  <a:ext cx="24120" cy="25560"/>
                </a:xfrm>
                <a:custGeom>
                  <a:avLst/>
                  <a:gdLst/>
                  <a:ahLst/>
                  <a:rect l="l" t="t" r="r" b="b"/>
                  <a:pathLst>
                    <a:path w="192" h="204">
                      <a:moveTo>
                        <a:pt x="23" y="35"/>
                      </a:moveTo>
                      <a:lnTo>
                        <a:pt x="0" y="76"/>
                      </a:lnTo>
                      <a:lnTo>
                        <a:pt x="0" y="134"/>
                      </a:lnTo>
                      <a:lnTo>
                        <a:pt x="12" y="175"/>
                      </a:lnTo>
                      <a:lnTo>
                        <a:pt x="40" y="204"/>
                      </a:lnTo>
                      <a:lnTo>
                        <a:pt x="75" y="198"/>
                      </a:lnTo>
                      <a:lnTo>
                        <a:pt x="93" y="169"/>
                      </a:lnTo>
                      <a:lnTo>
                        <a:pt x="134" y="134"/>
                      </a:lnTo>
                      <a:lnTo>
                        <a:pt x="169" y="129"/>
                      </a:lnTo>
                      <a:lnTo>
                        <a:pt x="192" y="76"/>
                      </a:lnTo>
                      <a:lnTo>
                        <a:pt x="192" y="30"/>
                      </a:lnTo>
                      <a:lnTo>
                        <a:pt x="122" y="0"/>
                      </a:lnTo>
                      <a:lnTo>
                        <a:pt x="40" y="47"/>
                      </a:lnTo>
                      <a:lnTo>
                        <a:pt x="23" y="59"/>
                      </a:lnTo>
                      <a:lnTo>
                        <a:pt x="23" y="35"/>
                      </a:lnTo>
                      <a:close/>
                    </a:path>
                  </a:pathLst>
                </a:custGeom>
                <a:solidFill>
                  <a:srgbClr val="ffffff"/>
                </a:solidFill>
                <a:ln w="9360">
                  <a:solidFill>
                    <a:srgbClr val="000000"/>
                  </a:solidFill>
                  <a:round/>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8447" name=""/>
                <p:cNvSpPr/>
                <p:nvPr/>
              </p:nvSpPr>
              <p:spPr>
                <a:xfrm>
                  <a:off x="1170000" y="897120"/>
                  <a:ext cx="16200" cy="24480"/>
                </a:xfrm>
                <a:custGeom>
                  <a:avLst/>
                  <a:gdLst/>
                  <a:ahLst/>
                  <a:rect l="l" t="t" r="r" b="b"/>
                  <a:pathLst>
                    <a:path w="127" h="203">
                      <a:moveTo>
                        <a:pt x="75" y="64"/>
                      </a:moveTo>
                      <a:lnTo>
                        <a:pt x="40" y="34"/>
                      </a:lnTo>
                      <a:lnTo>
                        <a:pt x="0" y="0"/>
                      </a:lnTo>
                      <a:lnTo>
                        <a:pt x="0" y="110"/>
                      </a:lnTo>
                      <a:lnTo>
                        <a:pt x="47" y="139"/>
                      </a:lnTo>
                      <a:lnTo>
                        <a:pt x="75" y="186"/>
                      </a:lnTo>
                      <a:lnTo>
                        <a:pt x="105" y="203"/>
                      </a:lnTo>
                      <a:lnTo>
                        <a:pt x="122" y="151"/>
                      </a:lnTo>
                      <a:lnTo>
                        <a:pt x="127" y="99"/>
                      </a:lnTo>
                      <a:lnTo>
                        <a:pt x="93" y="75"/>
                      </a:lnTo>
                      <a:lnTo>
                        <a:pt x="58" y="81"/>
                      </a:lnTo>
                      <a:lnTo>
                        <a:pt x="29" y="52"/>
                      </a:lnTo>
                      <a:lnTo>
                        <a:pt x="0" y="34"/>
                      </a:lnTo>
                      <a:lnTo>
                        <a:pt x="75" y="64"/>
                      </a:lnTo>
                      <a:close/>
                    </a:path>
                  </a:pathLst>
                </a:custGeom>
                <a:solidFill>
                  <a:srgbClr val="ffffff"/>
                </a:solidFill>
                <a:ln w="9360">
                  <a:solidFill>
                    <a:srgbClr val="000000"/>
                  </a:solidFill>
                  <a:round/>
                </a:ln>
              </p:spPr>
              <p:style>
                <a:lnRef idx="0"/>
                <a:fillRef idx="0"/>
                <a:effectRef idx="0"/>
                <a:fontRef idx="minor"/>
              </p:style>
              <p:txBody>
                <a:bodyPr lIns="90000" rIns="90000" tIns="-22320" bIns="-22320" anchor="t">
                  <a:noAutofit/>
                </a:bodyPr>
                <a:p>
                  <a:endParaRPr b="0" lang="en-US" sz="2400" spc="-1" strike="noStrike">
                    <a:solidFill>
                      <a:srgbClr val="000000"/>
                    </a:solidFill>
                    <a:latin typeface="Times New Roman"/>
                  </a:endParaRPr>
                </a:p>
              </p:txBody>
            </p:sp>
            <p:sp>
              <p:nvSpPr>
                <p:cNvPr id="8448" name=""/>
                <p:cNvSpPr/>
                <p:nvPr/>
              </p:nvSpPr>
              <p:spPr>
                <a:xfrm>
                  <a:off x="1746360" y="1670760"/>
                  <a:ext cx="78840" cy="81000"/>
                </a:xfrm>
                <a:custGeom>
                  <a:avLst/>
                  <a:gdLst/>
                  <a:ahLst/>
                  <a:rect l="l" t="t" r="r" b="b"/>
                  <a:pathLst>
                    <a:path w="627" h="663">
                      <a:moveTo>
                        <a:pt x="273" y="134"/>
                      </a:moveTo>
                      <a:lnTo>
                        <a:pt x="250" y="112"/>
                      </a:lnTo>
                      <a:lnTo>
                        <a:pt x="198" y="70"/>
                      </a:lnTo>
                      <a:lnTo>
                        <a:pt x="157" y="24"/>
                      </a:lnTo>
                      <a:lnTo>
                        <a:pt x="116" y="0"/>
                      </a:lnTo>
                      <a:lnTo>
                        <a:pt x="63" y="47"/>
                      </a:lnTo>
                      <a:lnTo>
                        <a:pt x="29" y="12"/>
                      </a:lnTo>
                      <a:lnTo>
                        <a:pt x="0" y="0"/>
                      </a:lnTo>
                      <a:lnTo>
                        <a:pt x="29" y="59"/>
                      </a:lnTo>
                      <a:lnTo>
                        <a:pt x="98" y="129"/>
                      </a:lnTo>
                      <a:lnTo>
                        <a:pt x="145" y="169"/>
                      </a:lnTo>
                      <a:lnTo>
                        <a:pt x="210" y="274"/>
                      </a:lnTo>
                      <a:lnTo>
                        <a:pt x="238" y="309"/>
                      </a:lnTo>
                      <a:lnTo>
                        <a:pt x="243" y="356"/>
                      </a:lnTo>
                      <a:lnTo>
                        <a:pt x="238" y="448"/>
                      </a:lnTo>
                      <a:lnTo>
                        <a:pt x="296" y="483"/>
                      </a:lnTo>
                      <a:lnTo>
                        <a:pt x="354" y="535"/>
                      </a:lnTo>
                      <a:lnTo>
                        <a:pt x="418" y="600"/>
                      </a:lnTo>
                      <a:lnTo>
                        <a:pt x="465" y="635"/>
                      </a:lnTo>
                      <a:lnTo>
                        <a:pt x="511" y="663"/>
                      </a:lnTo>
                      <a:lnTo>
                        <a:pt x="587" y="663"/>
                      </a:lnTo>
                      <a:lnTo>
                        <a:pt x="627" y="611"/>
                      </a:lnTo>
                      <a:lnTo>
                        <a:pt x="627" y="565"/>
                      </a:lnTo>
                      <a:lnTo>
                        <a:pt x="592" y="518"/>
                      </a:lnTo>
                      <a:lnTo>
                        <a:pt x="552" y="471"/>
                      </a:lnTo>
                      <a:lnTo>
                        <a:pt x="529" y="425"/>
                      </a:lnTo>
                      <a:lnTo>
                        <a:pt x="494" y="379"/>
                      </a:lnTo>
                      <a:lnTo>
                        <a:pt x="424" y="321"/>
                      </a:lnTo>
                      <a:lnTo>
                        <a:pt x="395" y="297"/>
                      </a:lnTo>
                      <a:lnTo>
                        <a:pt x="360" y="256"/>
                      </a:lnTo>
                      <a:lnTo>
                        <a:pt x="308" y="222"/>
                      </a:lnTo>
                      <a:lnTo>
                        <a:pt x="290" y="192"/>
                      </a:lnTo>
                      <a:lnTo>
                        <a:pt x="273" y="140"/>
                      </a:lnTo>
                      <a:lnTo>
                        <a:pt x="273" y="134"/>
                      </a:lnTo>
                      <a:close/>
                    </a:path>
                  </a:pathLst>
                </a:custGeom>
                <a:solidFill>
                  <a:srgbClr val="ffffff"/>
                </a:solidFill>
                <a:ln w="9360">
                  <a:solidFill>
                    <a:srgbClr val="00000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8449" name=""/>
                <p:cNvSpPr/>
                <p:nvPr/>
              </p:nvSpPr>
              <p:spPr>
                <a:xfrm>
                  <a:off x="1821600" y="1755000"/>
                  <a:ext cx="63000" cy="13680"/>
                </a:xfrm>
                <a:custGeom>
                  <a:avLst/>
                  <a:gdLst/>
                  <a:ahLst/>
                  <a:rect l="l" t="t" r="r" b="b"/>
                  <a:pathLst>
                    <a:path w="500" h="117">
                      <a:moveTo>
                        <a:pt x="122" y="59"/>
                      </a:moveTo>
                      <a:lnTo>
                        <a:pt x="59" y="99"/>
                      </a:lnTo>
                      <a:lnTo>
                        <a:pt x="18" y="82"/>
                      </a:lnTo>
                      <a:lnTo>
                        <a:pt x="0" y="53"/>
                      </a:lnTo>
                      <a:lnTo>
                        <a:pt x="18" y="18"/>
                      </a:lnTo>
                      <a:lnTo>
                        <a:pt x="70" y="18"/>
                      </a:lnTo>
                      <a:lnTo>
                        <a:pt x="134" y="24"/>
                      </a:lnTo>
                      <a:lnTo>
                        <a:pt x="181" y="42"/>
                      </a:lnTo>
                      <a:lnTo>
                        <a:pt x="192" y="12"/>
                      </a:lnTo>
                      <a:lnTo>
                        <a:pt x="286" y="0"/>
                      </a:lnTo>
                      <a:lnTo>
                        <a:pt x="349" y="0"/>
                      </a:lnTo>
                      <a:lnTo>
                        <a:pt x="396" y="24"/>
                      </a:lnTo>
                      <a:lnTo>
                        <a:pt x="431" y="42"/>
                      </a:lnTo>
                      <a:lnTo>
                        <a:pt x="478" y="77"/>
                      </a:lnTo>
                      <a:lnTo>
                        <a:pt x="500" y="82"/>
                      </a:lnTo>
                      <a:lnTo>
                        <a:pt x="500" y="99"/>
                      </a:lnTo>
                      <a:lnTo>
                        <a:pt x="384" y="111"/>
                      </a:lnTo>
                      <a:lnTo>
                        <a:pt x="314" y="117"/>
                      </a:lnTo>
                      <a:lnTo>
                        <a:pt x="268" y="99"/>
                      </a:lnTo>
                      <a:lnTo>
                        <a:pt x="204" y="82"/>
                      </a:lnTo>
                      <a:lnTo>
                        <a:pt x="164" y="53"/>
                      </a:lnTo>
                      <a:lnTo>
                        <a:pt x="129" y="47"/>
                      </a:lnTo>
                      <a:lnTo>
                        <a:pt x="117" y="47"/>
                      </a:lnTo>
                      <a:lnTo>
                        <a:pt x="122" y="59"/>
                      </a:lnTo>
                      <a:close/>
                    </a:path>
                  </a:pathLst>
                </a:custGeom>
                <a:solidFill>
                  <a:srgbClr val="ffffff"/>
                </a:solidFill>
                <a:ln w="9360">
                  <a:solidFill>
                    <a:srgbClr val="000000"/>
                  </a:solidFill>
                  <a:round/>
                </a:ln>
              </p:spPr>
              <p:style>
                <a:lnRef idx="0"/>
                <a:fillRef idx="0"/>
                <a:effectRef idx="0"/>
                <a:fontRef idx="minor"/>
              </p:style>
              <p:txBody>
                <a:bodyPr lIns="90000" rIns="90000" tIns="-33120" bIns="-33120" anchor="t">
                  <a:noAutofit/>
                </a:bodyPr>
                <a:p>
                  <a:endParaRPr b="0" lang="en-US" sz="2400" spc="-1" strike="noStrike">
                    <a:solidFill>
                      <a:srgbClr val="000000"/>
                    </a:solidFill>
                    <a:latin typeface="Times New Roman"/>
                  </a:endParaRPr>
                </a:p>
              </p:txBody>
            </p:sp>
            <p:sp>
              <p:nvSpPr>
                <p:cNvPr id="8450" name=""/>
                <p:cNvSpPr/>
                <p:nvPr/>
              </p:nvSpPr>
              <p:spPr>
                <a:xfrm>
                  <a:off x="1917000" y="1757880"/>
                  <a:ext cx="19080" cy="3960"/>
                </a:xfrm>
                <a:custGeom>
                  <a:avLst/>
                  <a:gdLst/>
                  <a:ahLst/>
                  <a:rect l="l" t="t" r="r" b="b"/>
                  <a:pathLst>
                    <a:path w="157" h="35">
                      <a:moveTo>
                        <a:pt x="35" y="29"/>
                      </a:moveTo>
                      <a:lnTo>
                        <a:pt x="0" y="0"/>
                      </a:lnTo>
                      <a:lnTo>
                        <a:pt x="52" y="0"/>
                      </a:lnTo>
                      <a:lnTo>
                        <a:pt x="99" y="0"/>
                      </a:lnTo>
                      <a:lnTo>
                        <a:pt x="140" y="0"/>
                      </a:lnTo>
                      <a:lnTo>
                        <a:pt x="157" y="35"/>
                      </a:lnTo>
                      <a:lnTo>
                        <a:pt x="99" y="29"/>
                      </a:lnTo>
                      <a:lnTo>
                        <a:pt x="35" y="23"/>
                      </a:lnTo>
                      <a:lnTo>
                        <a:pt x="35" y="29"/>
                      </a:lnTo>
                      <a:close/>
                    </a:path>
                  </a:pathLst>
                </a:custGeom>
                <a:solidFill>
                  <a:srgbClr val="ffffff"/>
                </a:solidFill>
                <a:ln w="9360">
                  <a:solidFill>
                    <a:srgbClr val="000000"/>
                  </a:solidFill>
                  <a:round/>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451" name=""/>
                <p:cNvSpPr/>
                <p:nvPr/>
              </p:nvSpPr>
              <p:spPr>
                <a:xfrm>
                  <a:off x="1912680" y="1768680"/>
                  <a:ext cx="11880" cy="4680"/>
                </a:xfrm>
                <a:custGeom>
                  <a:avLst/>
                  <a:gdLst/>
                  <a:ahLst/>
                  <a:rect l="l" t="t" r="r" b="b"/>
                  <a:pathLst>
                    <a:path w="98" h="41">
                      <a:moveTo>
                        <a:pt x="0" y="6"/>
                      </a:moveTo>
                      <a:lnTo>
                        <a:pt x="35" y="0"/>
                      </a:lnTo>
                      <a:lnTo>
                        <a:pt x="87" y="0"/>
                      </a:lnTo>
                      <a:lnTo>
                        <a:pt x="98" y="41"/>
                      </a:lnTo>
                      <a:lnTo>
                        <a:pt x="69" y="29"/>
                      </a:lnTo>
                      <a:lnTo>
                        <a:pt x="35" y="11"/>
                      </a:lnTo>
                      <a:lnTo>
                        <a:pt x="5" y="11"/>
                      </a:lnTo>
                      <a:lnTo>
                        <a:pt x="0" y="6"/>
                      </a:lnTo>
                      <a:close/>
                    </a:path>
                  </a:pathLst>
                </a:custGeom>
                <a:solidFill>
                  <a:srgbClr val="ffffff"/>
                </a:solidFill>
                <a:ln w="9360">
                  <a:solidFill>
                    <a:srgbClr val="00000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8452" name=""/>
                <p:cNvSpPr/>
                <p:nvPr/>
              </p:nvSpPr>
              <p:spPr>
                <a:xfrm>
                  <a:off x="1946520" y="1746000"/>
                  <a:ext cx="22320" cy="19440"/>
                </a:xfrm>
                <a:custGeom>
                  <a:avLst/>
                  <a:gdLst/>
                  <a:ahLst/>
                  <a:rect l="l" t="t" r="r" b="b"/>
                  <a:pathLst>
                    <a:path w="174" h="156">
                      <a:moveTo>
                        <a:pt x="0" y="156"/>
                      </a:moveTo>
                      <a:lnTo>
                        <a:pt x="35" y="116"/>
                      </a:lnTo>
                      <a:lnTo>
                        <a:pt x="92" y="69"/>
                      </a:lnTo>
                      <a:lnTo>
                        <a:pt x="122" y="46"/>
                      </a:lnTo>
                      <a:lnTo>
                        <a:pt x="174" y="0"/>
                      </a:lnTo>
                      <a:lnTo>
                        <a:pt x="157" y="58"/>
                      </a:lnTo>
                      <a:lnTo>
                        <a:pt x="104" y="87"/>
                      </a:lnTo>
                      <a:lnTo>
                        <a:pt x="52" y="134"/>
                      </a:lnTo>
                      <a:lnTo>
                        <a:pt x="17" y="151"/>
                      </a:lnTo>
                      <a:lnTo>
                        <a:pt x="0" y="156"/>
                      </a:lnTo>
                      <a:close/>
                    </a:path>
                  </a:pathLst>
                </a:custGeom>
                <a:solidFill>
                  <a:srgbClr val="ffffff"/>
                </a:solidFill>
                <a:ln w="9360">
                  <a:solidFill>
                    <a:srgbClr val="000000"/>
                  </a:solidFill>
                  <a:round/>
                </a:ln>
              </p:spPr>
              <p:style>
                <a:lnRef idx="0"/>
                <a:fillRef idx="0"/>
                <a:effectRef idx="0"/>
                <a:fontRef idx="minor"/>
              </p:style>
              <p:txBody>
                <a:bodyPr lIns="90000" rIns="90000" tIns="-27360" bIns="-27360" anchor="t">
                  <a:noAutofit/>
                </a:bodyPr>
                <a:p>
                  <a:endParaRPr b="0" lang="en-US" sz="2400" spc="-1" strike="noStrike">
                    <a:solidFill>
                      <a:srgbClr val="000000"/>
                    </a:solidFill>
                    <a:latin typeface="Times New Roman"/>
                  </a:endParaRPr>
                </a:p>
              </p:txBody>
            </p:sp>
            <p:sp>
              <p:nvSpPr>
                <p:cNvPr id="8453" name=""/>
                <p:cNvSpPr/>
                <p:nvPr/>
              </p:nvSpPr>
              <p:spPr>
                <a:xfrm>
                  <a:off x="1850040" y="1666800"/>
                  <a:ext cx="66960" cy="69120"/>
                </a:xfrm>
                <a:custGeom>
                  <a:avLst/>
                  <a:gdLst/>
                  <a:ahLst/>
                  <a:rect l="l" t="t" r="r" b="b"/>
                  <a:pathLst>
                    <a:path w="523" h="558">
                      <a:moveTo>
                        <a:pt x="279" y="534"/>
                      </a:moveTo>
                      <a:lnTo>
                        <a:pt x="192" y="529"/>
                      </a:lnTo>
                      <a:lnTo>
                        <a:pt x="134" y="558"/>
                      </a:lnTo>
                      <a:lnTo>
                        <a:pt x="94" y="558"/>
                      </a:lnTo>
                      <a:lnTo>
                        <a:pt x="52" y="534"/>
                      </a:lnTo>
                      <a:lnTo>
                        <a:pt x="41" y="506"/>
                      </a:lnTo>
                      <a:lnTo>
                        <a:pt x="52" y="464"/>
                      </a:lnTo>
                      <a:lnTo>
                        <a:pt x="41" y="453"/>
                      </a:lnTo>
                      <a:lnTo>
                        <a:pt x="0" y="429"/>
                      </a:lnTo>
                      <a:lnTo>
                        <a:pt x="0" y="384"/>
                      </a:lnTo>
                      <a:lnTo>
                        <a:pt x="17" y="337"/>
                      </a:lnTo>
                      <a:lnTo>
                        <a:pt x="17" y="279"/>
                      </a:lnTo>
                      <a:lnTo>
                        <a:pt x="47" y="220"/>
                      </a:lnTo>
                      <a:lnTo>
                        <a:pt x="94" y="244"/>
                      </a:lnTo>
                      <a:lnTo>
                        <a:pt x="116" y="262"/>
                      </a:lnTo>
                      <a:lnTo>
                        <a:pt x="163" y="255"/>
                      </a:lnTo>
                      <a:lnTo>
                        <a:pt x="239" y="197"/>
                      </a:lnTo>
                      <a:lnTo>
                        <a:pt x="273" y="180"/>
                      </a:lnTo>
                      <a:lnTo>
                        <a:pt x="303" y="140"/>
                      </a:lnTo>
                      <a:lnTo>
                        <a:pt x="338" y="75"/>
                      </a:lnTo>
                      <a:lnTo>
                        <a:pt x="373" y="23"/>
                      </a:lnTo>
                      <a:lnTo>
                        <a:pt x="407" y="6"/>
                      </a:lnTo>
                      <a:lnTo>
                        <a:pt x="442" y="0"/>
                      </a:lnTo>
                      <a:lnTo>
                        <a:pt x="460" y="0"/>
                      </a:lnTo>
                      <a:lnTo>
                        <a:pt x="465" y="63"/>
                      </a:lnTo>
                      <a:lnTo>
                        <a:pt x="495" y="98"/>
                      </a:lnTo>
                      <a:lnTo>
                        <a:pt x="523" y="140"/>
                      </a:lnTo>
                      <a:lnTo>
                        <a:pt x="523" y="185"/>
                      </a:lnTo>
                      <a:lnTo>
                        <a:pt x="460" y="232"/>
                      </a:lnTo>
                      <a:lnTo>
                        <a:pt x="453" y="307"/>
                      </a:lnTo>
                      <a:lnTo>
                        <a:pt x="413" y="349"/>
                      </a:lnTo>
                      <a:lnTo>
                        <a:pt x="390" y="372"/>
                      </a:lnTo>
                      <a:lnTo>
                        <a:pt x="378" y="441"/>
                      </a:lnTo>
                      <a:lnTo>
                        <a:pt x="378" y="476"/>
                      </a:lnTo>
                      <a:lnTo>
                        <a:pt x="349" y="534"/>
                      </a:lnTo>
                      <a:lnTo>
                        <a:pt x="273" y="534"/>
                      </a:lnTo>
                      <a:lnTo>
                        <a:pt x="279" y="534"/>
                      </a:lnTo>
                      <a:close/>
                    </a:path>
                  </a:pathLst>
                </a:custGeom>
                <a:solidFill>
                  <a:srgbClr val="ffffff"/>
                </a:solidFill>
                <a:ln w="9360">
                  <a:solidFill>
                    <a:srgbClr val="000000"/>
                  </a:solidFill>
                  <a:round/>
                </a:ln>
              </p:spPr>
              <p:style>
                <a:lnRef idx="0"/>
                <a:fillRef idx="0"/>
                <a:effectRef idx="0"/>
                <a:fontRef idx="minor"/>
              </p:style>
              <p:txBody>
                <a:bodyPr lIns="90000" rIns="90000" tIns="22320" bIns="22320" anchor="t">
                  <a:noAutofit/>
                </a:bodyPr>
                <a:p>
                  <a:endParaRPr b="0" lang="en-US" sz="2400" spc="-1" strike="noStrike">
                    <a:solidFill>
                      <a:srgbClr val="000000"/>
                    </a:solidFill>
                    <a:latin typeface="Times New Roman"/>
                  </a:endParaRPr>
                </a:p>
              </p:txBody>
            </p:sp>
            <p:sp>
              <p:nvSpPr>
                <p:cNvPr id="8454" name=""/>
                <p:cNvSpPr/>
                <p:nvPr/>
              </p:nvSpPr>
              <p:spPr>
                <a:xfrm>
                  <a:off x="1917720" y="1608480"/>
                  <a:ext cx="10080" cy="12960"/>
                </a:xfrm>
                <a:custGeom>
                  <a:avLst/>
                  <a:gdLst/>
                  <a:ahLst/>
                  <a:rect l="l" t="t" r="r" b="b"/>
                  <a:pathLst>
                    <a:path w="75" h="110">
                      <a:moveTo>
                        <a:pt x="0" y="110"/>
                      </a:moveTo>
                      <a:lnTo>
                        <a:pt x="29" y="58"/>
                      </a:lnTo>
                      <a:lnTo>
                        <a:pt x="75" y="0"/>
                      </a:lnTo>
                      <a:lnTo>
                        <a:pt x="58" y="58"/>
                      </a:lnTo>
                      <a:lnTo>
                        <a:pt x="23" y="93"/>
                      </a:lnTo>
                      <a:lnTo>
                        <a:pt x="17" y="105"/>
                      </a:lnTo>
                      <a:lnTo>
                        <a:pt x="0" y="110"/>
                      </a:lnTo>
                      <a:close/>
                    </a:path>
                  </a:pathLst>
                </a:custGeom>
                <a:solidFill>
                  <a:srgbClr val="ffffff"/>
                </a:solidFill>
                <a:ln w="9360">
                  <a:solidFill>
                    <a:srgbClr val="000000"/>
                  </a:solidFill>
                  <a:round/>
                </a:ln>
              </p:spPr>
              <p:style>
                <a:lnRef idx="0"/>
                <a:fillRef idx="0"/>
                <a:effectRef idx="0"/>
                <a:fontRef idx="minor"/>
              </p:style>
              <p:txBody>
                <a:bodyPr lIns="90000" rIns="90000" tIns="-33840" bIns="-33840" anchor="t">
                  <a:noAutofit/>
                </a:bodyPr>
                <a:p>
                  <a:endParaRPr b="0" lang="en-US" sz="2400" spc="-1" strike="noStrike">
                    <a:solidFill>
                      <a:srgbClr val="000000"/>
                    </a:solidFill>
                    <a:latin typeface="Times New Roman"/>
                  </a:endParaRPr>
                </a:p>
              </p:txBody>
            </p:sp>
            <p:sp>
              <p:nvSpPr>
                <p:cNvPr id="8455" name=""/>
                <p:cNvSpPr/>
                <p:nvPr/>
              </p:nvSpPr>
              <p:spPr>
                <a:xfrm>
                  <a:off x="1919880" y="1678680"/>
                  <a:ext cx="42480" cy="65160"/>
                </a:xfrm>
                <a:custGeom>
                  <a:avLst/>
                  <a:gdLst/>
                  <a:ahLst/>
                  <a:rect l="l" t="t" r="r" b="b"/>
                  <a:pathLst>
                    <a:path w="337" h="523">
                      <a:moveTo>
                        <a:pt x="152" y="343"/>
                      </a:moveTo>
                      <a:lnTo>
                        <a:pt x="123" y="338"/>
                      </a:lnTo>
                      <a:lnTo>
                        <a:pt x="82" y="384"/>
                      </a:lnTo>
                      <a:lnTo>
                        <a:pt x="70" y="460"/>
                      </a:lnTo>
                      <a:lnTo>
                        <a:pt x="70" y="518"/>
                      </a:lnTo>
                      <a:lnTo>
                        <a:pt x="30" y="523"/>
                      </a:lnTo>
                      <a:lnTo>
                        <a:pt x="0" y="448"/>
                      </a:lnTo>
                      <a:lnTo>
                        <a:pt x="12" y="366"/>
                      </a:lnTo>
                      <a:lnTo>
                        <a:pt x="12" y="303"/>
                      </a:lnTo>
                      <a:lnTo>
                        <a:pt x="23" y="227"/>
                      </a:lnTo>
                      <a:lnTo>
                        <a:pt x="53" y="146"/>
                      </a:lnTo>
                      <a:lnTo>
                        <a:pt x="100" y="76"/>
                      </a:lnTo>
                      <a:lnTo>
                        <a:pt x="140" y="52"/>
                      </a:lnTo>
                      <a:lnTo>
                        <a:pt x="204" y="52"/>
                      </a:lnTo>
                      <a:lnTo>
                        <a:pt x="302" y="24"/>
                      </a:lnTo>
                      <a:lnTo>
                        <a:pt x="337" y="0"/>
                      </a:lnTo>
                      <a:lnTo>
                        <a:pt x="262" y="111"/>
                      </a:lnTo>
                      <a:lnTo>
                        <a:pt x="192" y="134"/>
                      </a:lnTo>
                      <a:lnTo>
                        <a:pt x="157" y="164"/>
                      </a:lnTo>
                      <a:lnTo>
                        <a:pt x="245" y="181"/>
                      </a:lnTo>
                      <a:lnTo>
                        <a:pt x="279" y="152"/>
                      </a:lnTo>
                      <a:lnTo>
                        <a:pt x="233" y="239"/>
                      </a:lnTo>
                      <a:lnTo>
                        <a:pt x="222" y="274"/>
                      </a:lnTo>
                      <a:lnTo>
                        <a:pt x="227" y="321"/>
                      </a:lnTo>
                      <a:lnTo>
                        <a:pt x="175" y="355"/>
                      </a:lnTo>
                      <a:lnTo>
                        <a:pt x="157" y="355"/>
                      </a:lnTo>
                      <a:lnTo>
                        <a:pt x="152" y="343"/>
                      </a:lnTo>
                      <a:close/>
                    </a:path>
                  </a:pathLst>
                </a:custGeom>
                <a:solidFill>
                  <a:srgbClr val="ffffff"/>
                </a:solidFill>
                <a:ln w="9360">
                  <a:solidFill>
                    <a:srgbClr val="00000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8456" name=""/>
                <p:cNvSpPr/>
                <p:nvPr/>
              </p:nvSpPr>
              <p:spPr>
                <a:xfrm>
                  <a:off x="1969560" y="1708560"/>
                  <a:ext cx="2880" cy="4680"/>
                </a:xfrm>
                <a:custGeom>
                  <a:avLst/>
                  <a:gdLst/>
                  <a:ahLst/>
                  <a:rect l="l" t="t" r="r" b="b"/>
                  <a:pathLst>
                    <a:path w="22" h="41">
                      <a:moveTo>
                        <a:pt x="22" y="0"/>
                      </a:moveTo>
                      <a:lnTo>
                        <a:pt x="0" y="29"/>
                      </a:lnTo>
                      <a:lnTo>
                        <a:pt x="0" y="41"/>
                      </a:lnTo>
                      <a:lnTo>
                        <a:pt x="22" y="29"/>
                      </a:lnTo>
                      <a:lnTo>
                        <a:pt x="22" y="6"/>
                      </a:lnTo>
                      <a:lnTo>
                        <a:pt x="22" y="0"/>
                      </a:lnTo>
                      <a:close/>
                    </a:path>
                  </a:pathLst>
                </a:custGeom>
                <a:solidFill>
                  <a:srgbClr val="ffffff"/>
                </a:solidFill>
                <a:ln w="9360">
                  <a:solidFill>
                    <a:srgbClr val="00000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8457" name=""/>
                <p:cNvSpPr/>
                <p:nvPr/>
              </p:nvSpPr>
              <p:spPr>
                <a:xfrm>
                  <a:off x="1990080" y="1702440"/>
                  <a:ext cx="8280" cy="5760"/>
                </a:xfrm>
                <a:custGeom>
                  <a:avLst/>
                  <a:gdLst/>
                  <a:ahLst/>
                  <a:rect l="l" t="t" r="r" b="b"/>
                  <a:pathLst>
                    <a:path w="64" h="47">
                      <a:moveTo>
                        <a:pt x="35" y="24"/>
                      </a:moveTo>
                      <a:lnTo>
                        <a:pt x="24" y="12"/>
                      </a:lnTo>
                      <a:lnTo>
                        <a:pt x="12" y="17"/>
                      </a:lnTo>
                      <a:lnTo>
                        <a:pt x="0" y="41"/>
                      </a:lnTo>
                      <a:lnTo>
                        <a:pt x="35" y="47"/>
                      </a:lnTo>
                      <a:lnTo>
                        <a:pt x="64" y="35"/>
                      </a:lnTo>
                      <a:lnTo>
                        <a:pt x="64" y="12"/>
                      </a:lnTo>
                      <a:lnTo>
                        <a:pt x="52" y="0"/>
                      </a:lnTo>
                      <a:lnTo>
                        <a:pt x="41" y="0"/>
                      </a:lnTo>
                      <a:lnTo>
                        <a:pt x="24" y="0"/>
                      </a:lnTo>
                      <a:lnTo>
                        <a:pt x="35" y="24"/>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458" name=""/>
                <p:cNvSpPr/>
                <p:nvPr/>
              </p:nvSpPr>
              <p:spPr>
                <a:xfrm>
                  <a:off x="1984680" y="1661040"/>
                  <a:ext cx="6120" cy="20520"/>
                </a:xfrm>
                <a:custGeom>
                  <a:avLst/>
                  <a:gdLst/>
                  <a:ahLst/>
                  <a:rect l="l" t="t" r="r" b="b"/>
                  <a:pathLst>
                    <a:path w="53" h="168">
                      <a:moveTo>
                        <a:pt x="6" y="150"/>
                      </a:moveTo>
                      <a:lnTo>
                        <a:pt x="46" y="127"/>
                      </a:lnTo>
                      <a:lnTo>
                        <a:pt x="53" y="80"/>
                      </a:lnTo>
                      <a:lnTo>
                        <a:pt x="53" y="40"/>
                      </a:lnTo>
                      <a:lnTo>
                        <a:pt x="46" y="0"/>
                      </a:lnTo>
                      <a:lnTo>
                        <a:pt x="35" y="58"/>
                      </a:lnTo>
                      <a:lnTo>
                        <a:pt x="18" y="110"/>
                      </a:lnTo>
                      <a:lnTo>
                        <a:pt x="0" y="139"/>
                      </a:lnTo>
                      <a:lnTo>
                        <a:pt x="0" y="168"/>
                      </a:lnTo>
                      <a:lnTo>
                        <a:pt x="6" y="150"/>
                      </a:lnTo>
                      <a:close/>
                    </a:path>
                  </a:pathLst>
                </a:custGeom>
                <a:solidFill>
                  <a:srgbClr val="ffffff"/>
                </a:solidFill>
                <a:ln w="9360">
                  <a:solidFill>
                    <a:srgbClr val="000000"/>
                  </a:solidFill>
                  <a:round/>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8459" name=""/>
                <p:cNvSpPr/>
                <p:nvPr/>
              </p:nvSpPr>
              <p:spPr>
                <a:xfrm>
                  <a:off x="1940040" y="1614600"/>
                  <a:ext cx="37440" cy="26640"/>
                </a:xfrm>
                <a:custGeom>
                  <a:avLst/>
                  <a:gdLst/>
                  <a:ahLst/>
                  <a:rect l="l" t="t" r="r" b="b"/>
                  <a:pathLst>
                    <a:path w="297" h="215">
                      <a:moveTo>
                        <a:pt x="133" y="157"/>
                      </a:moveTo>
                      <a:lnTo>
                        <a:pt x="100" y="145"/>
                      </a:lnTo>
                      <a:lnTo>
                        <a:pt x="76" y="157"/>
                      </a:lnTo>
                      <a:lnTo>
                        <a:pt x="41" y="186"/>
                      </a:lnTo>
                      <a:lnTo>
                        <a:pt x="0" y="186"/>
                      </a:lnTo>
                      <a:lnTo>
                        <a:pt x="41" y="122"/>
                      </a:lnTo>
                      <a:lnTo>
                        <a:pt x="76" y="81"/>
                      </a:lnTo>
                      <a:lnTo>
                        <a:pt x="116" y="64"/>
                      </a:lnTo>
                      <a:lnTo>
                        <a:pt x="186" y="35"/>
                      </a:lnTo>
                      <a:lnTo>
                        <a:pt x="233" y="0"/>
                      </a:lnTo>
                      <a:lnTo>
                        <a:pt x="290" y="0"/>
                      </a:lnTo>
                      <a:lnTo>
                        <a:pt x="297" y="53"/>
                      </a:lnTo>
                      <a:lnTo>
                        <a:pt x="285" y="98"/>
                      </a:lnTo>
                      <a:lnTo>
                        <a:pt x="255" y="168"/>
                      </a:lnTo>
                      <a:lnTo>
                        <a:pt x="180" y="215"/>
                      </a:lnTo>
                      <a:lnTo>
                        <a:pt x="151" y="186"/>
                      </a:lnTo>
                      <a:lnTo>
                        <a:pt x="133" y="145"/>
                      </a:lnTo>
                      <a:lnTo>
                        <a:pt x="133" y="157"/>
                      </a:lnTo>
                      <a:close/>
                    </a:path>
                  </a:pathLst>
                </a:custGeom>
                <a:solidFill>
                  <a:srgbClr val="ffffff"/>
                </a:solidFill>
                <a:ln w="9360">
                  <a:solidFill>
                    <a:srgbClr val="000000"/>
                  </a:solidFill>
                  <a:round/>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8460" name=""/>
                <p:cNvSpPr/>
                <p:nvPr/>
              </p:nvSpPr>
              <p:spPr>
                <a:xfrm>
                  <a:off x="1924200" y="1547280"/>
                  <a:ext cx="20160" cy="40320"/>
                </a:xfrm>
                <a:custGeom>
                  <a:avLst/>
                  <a:gdLst/>
                  <a:ahLst/>
                  <a:rect l="l" t="t" r="r" b="b"/>
                  <a:pathLst>
                    <a:path w="157" h="326">
                      <a:moveTo>
                        <a:pt x="87" y="268"/>
                      </a:moveTo>
                      <a:lnTo>
                        <a:pt x="87" y="234"/>
                      </a:lnTo>
                      <a:lnTo>
                        <a:pt x="105" y="187"/>
                      </a:lnTo>
                      <a:lnTo>
                        <a:pt x="127" y="157"/>
                      </a:lnTo>
                      <a:lnTo>
                        <a:pt x="127" y="94"/>
                      </a:lnTo>
                      <a:lnTo>
                        <a:pt x="157" y="47"/>
                      </a:lnTo>
                      <a:lnTo>
                        <a:pt x="110" y="7"/>
                      </a:lnTo>
                      <a:lnTo>
                        <a:pt x="58" y="0"/>
                      </a:lnTo>
                      <a:lnTo>
                        <a:pt x="40" y="42"/>
                      </a:lnTo>
                      <a:lnTo>
                        <a:pt x="40" y="94"/>
                      </a:lnTo>
                      <a:lnTo>
                        <a:pt x="28" y="164"/>
                      </a:lnTo>
                      <a:lnTo>
                        <a:pt x="0" y="268"/>
                      </a:lnTo>
                      <a:lnTo>
                        <a:pt x="11" y="314"/>
                      </a:lnTo>
                      <a:lnTo>
                        <a:pt x="40" y="326"/>
                      </a:lnTo>
                      <a:lnTo>
                        <a:pt x="81" y="303"/>
                      </a:lnTo>
                      <a:lnTo>
                        <a:pt x="87" y="268"/>
                      </a:lnTo>
                      <a:close/>
                    </a:path>
                  </a:pathLst>
                </a:custGeom>
                <a:solidFill>
                  <a:srgbClr val="ffffff"/>
                </a:solidFill>
                <a:ln w="9360">
                  <a:solidFill>
                    <a:srgbClr val="000000"/>
                  </a:solidFill>
                  <a:round/>
                </a:ln>
              </p:spPr>
              <p:style>
                <a:lnRef idx="0"/>
                <a:fillRef idx="0"/>
                <a:effectRef idx="0"/>
                <a:fontRef idx="minor"/>
              </p:style>
              <p:txBody>
                <a:bodyPr lIns="90000" rIns="90000" tIns="-6480" bIns="-6480" anchor="t">
                  <a:noAutofit/>
                </a:bodyPr>
                <a:p>
                  <a:endParaRPr b="0" lang="en-US" sz="2400" spc="-1" strike="noStrike">
                    <a:solidFill>
                      <a:srgbClr val="000000"/>
                    </a:solidFill>
                    <a:latin typeface="Times New Roman"/>
                  </a:endParaRPr>
                </a:p>
              </p:txBody>
            </p:sp>
            <p:sp>
              <p:nvSpPr>
                <p:cNvPr id="8461" name=""/>
                <p:cNvSpPr/>
                <p:nvPr/>
              </p:nvSpPr>
              <p:spPr>
                <a:xfrm>
                  <a:off x="1944360" y="1587600"/>
                  <a:ext cx="6840" cy="6840"/>
                </a:xfrm>
                <a:custGeom>
                  <a:avLst/>
                  <a:gdLst/>
                  <a:ahLst/>
                  <a:rect l="l" t="t" r="r" b="b"/>
                  <a:pathLst>
                    <a:path w="53" h="52">
                      <a:moveTo>
                        <a:pt x="53" y="24"/>
                      </a:moveTo>
                      <a:lnTo>
                        <a:pt x="35" y="0"/>
                      </a:lnTo>
                      <a:lnTo>
                        <a:pt x="0" y="0"/>
                      </a:lnTo>
                      <a:lnTo>
                        <a:pt x="0" y="29"/>
                      </a:lnTo>
                      <a:lnTo>
                        <a:pt x="30" y="52"/>
                      </a:lnTo>
                      <a:lnTo>
                        <a:pt x="41" y="41"/>
                      </a:lnTo>
                      <a:lnTo>
                        <a:pt x="53" y="24"/>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462" name=""/>
                <p:cNvSpPr/>
                <p:nvPr/>
              </p:nvSpPr>
              <p:spPr>
                <a:xfrm>
                  <a:off x="1957320" y="1587600"/>
                  <a:ext cx="6120" cy="4680"/>
                </a:xfrm>
                <a:custGeom>
                  <a:avLst/>
                  <a:gdLst/>
                  <a:ahLst/>
                  <a:rect l="l" t="t" r="r" b="b"/>
                  <a:pathLst>
                    <a:path w="53" h="41">
                      <a:moveTo>
                        <a:pt x="53" y="0"/>
                      </a:moveTo>
                      <a:lnTo>
                        <a:pt x="24" y="0"/>
                      </a:lnTo>
                      <a:lnTo>
                        <a:pt x="0" y="41"/>
                      </a:lnTo>
                      <a:lnTo>
                        <a:pt x="18" y="41"/>
                      </a:lnTo>
                      <a:lnTo>
                        <a:pt x="24" y="24"/>
                      </a:lnTo>
                      <a:lnTo>
                        <a:pt x="53" y="0"/>
                      </a:lnTo>
                      <a:close/>
                    </a:path>
                  </a:pathLst>
                </a:custGeom>
                <a:solidFill>
                  <a:srgbClr val="ffffff"/>
                </a:solidFill>
                <a:ln w="9360">
                  <a:solidFill>
                    <a:srgbClr val="00000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8463" name=""/>
                <p:cNvSpPr/>
                <p:nvPr/>
              </p:nvSpPr>
              <p:spPr>
                <a:xfrm>
                  <a:off x="2143080" y="1786680"/>
                  <a:ext cx="35640" cy="12600"/>
                </a:xfrm>
                <a:custGeom>
                  <a:avLst/>
                  <a:gdLst/>
                  <a:ahLst/>
                  <a:rect l="l" t="t" r="r" b="b"/>
                  <a:pathLst>
                    <a:path w="279" h="99">
                      <a:moveTo>
                        <a:pt x="122" y="17"/>
                      </a:moveTo>
                      <a:lnTo>
                        <a:pt x="88" y="12"/>
                      </a:lnTo>
                      <a:lnTo>
                        <a:pt x="58" y="0"/>
                      </a:lnTo>
                      <a:lnTo>
                        <a:pt x="0" y="17"/>
                      </a:lnTo>
                      <a:lnTo>
                        <a:pt x="23" y="64"/>
                      </a:lnTo>
                      <a:lnTo>
                        <a:pt x="82" y="70"/>
                      </a:lnTo>
                      <a:lnTo>
                        <a:pt x="117" y="76"/>
                      </a:lnTo>
                      <a:lnTo>
                        <a:pt x="169" y="99"/>
                      </a:lnTo>
                      <a:lnTo>
                        <a:pt x="210" y="99"/>
                      </a:lnTo>
                      <a:lnTo>
                        <a:pt x="267" y="70"/>
                      </a:lnTo>
                      <a:lnTo>
                        <a:pt x="279" y="35"/>
                      </a:lnTo>
                      <a:lnTo>
                        <a:pt x="239" y="12"/>
                      </a:lnTo>
                      <a:lnTo>
                        <a:pt x="192" y="12"/>
                      </a:lnTo>
                      <a:lnTo>
                        <a:pt x="145" y="35"/>
                      </a:lnTo>
                      <a:lnTo>
                        <a:pt x="122" y="41"/>
                      </a:lnTo>
                      <a:lnTo>
                        <a:pt x="117" y="29"/>
                      </a:lnTo>
                      <a:lnTo>
                        <a:pt x="122" y="17"/>
                      </a:lnTo>
                      <a:close/>
                    </a:path>
                  </a:pathLst>
                </a:custGeom>
                <a:solidFill>
                  <a:srgbClr val="ffffff"/>
                </a:solidFill>
                <a:ln w="9360">
                  <a:solidFill>
                    <a:srgbClr val="00000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8464" name=""/>
                <p:cNvSpPr/>
                <p:nvPr/>
              </p:nvSpPr>
              <p:spPr>
                <a:xfrm>
                  <a:off x="2164680" y="1773720"/>
                  <a:ext cx="12960" cy="17640"/>
                </a:xfrm>
                <a:custGeom>
                  <a:avLst/>
                  <a:gdLst/>
                  <a:ahLst/>
                  <a:rect l="l" t="t" r="r" b="b"/>
                  <a:pathLst>
                    <a:path w="99" h="145">
                      <a:moveTo>
                        <a:pt x="58" y="122"/>
                      </a:moveTo>
                      <a:lnTo>
                        <a:pt x="58" y="104"/>
                      </a:lnTo>
                      <a:lnTo>
                        <a:pt x="35" y="81"/>
                      </a:lnTo>
                      <a:lnTo>
                        <a:pt x="29" y="35"/>
                      </a:lnTo>
                      <a:lnTo>
                        <a:pt x="0" y="0"/>
                      </a:lnTo>
                      <a:lnTo>
                        <a:pt x="58" y="12"/>
                      </a:lnTo>
                      <a:lnTo>
                        <a:pt x="92" y="52"/>
                      </a:lnTo>
                      <a:lnTo>
                        <a:pt x="99" y="92"/>
                      </a:lnTo>
                      <a:lnTo>
                        <a:pt x="99" y="122"/>
                      </a:lnTo>
                      <a:lnTo>
                        <a:pt x="92" y="145"/>
                      </a:lnTo>
                      <a:lnTo>
                        <a:pt x="87" y="145"/>
                      </a:lnTo>
                      <a:lnTo>
                        <a:pt x="58" y="122"/>
                      </a:lnTo>
                      <a:close/>
                    </a:path>
                  </a:pathLst>
                </a:custGeom>
                <a:solidFill>
                  <a:srgbClr val="ffffff"/>
                </a:solidFill>
                <a:ln w="9360">
                  <a:solidFill>
                    <a:srgbClr val="000000"/>
                  </a:solidFill>
                  <a:round/>
                </a:ln>
              </p:spPr>
              <p:style>
                <a:lnRef idx="0"/>
                <a:fillRef idx="0"/>
                <a:effectRef idx="0"/>
                <a:fontRef idx="minor"/>
              </p:style>
              <p:txBody>
                <a:bodyPr lIns="90000" rIns="90000" tIns="-29160" bIns="-29160" anchor="t">
                  <a:noAutofit/>
                </a:bodyPr>
                <a:p>
                  <a:endParaRPr b="0" lang="en-US" sz="2400" spc="-1" strike="noStrike">
                    <a:solidFill>
                      <a:srgbClr val="000000"/>
                    </a:solidFill>
                    <a:latin typeface="Times New Roman"/>
                  </a:endParaRPr>
                </a:p>
              </p:txBody>
            </p:sp>
            <p:sp>
              <p:nvSpPr>
                <p:cNvPr id="8465" name=""/>
                <p:cNvSpPr/>
                <p:nvPr/>
              </p:nvSpPr>
              <p:spPr>
                <a:xfrm>
                  <a:off x="2225520" y="1833120"/>
                  <a:ext cx="3960" cy="2880"/>
                </a:xfrm>
                <a:custGeom>
                  <a:avLst/>
                  <a:gdLst/>
                  <a:ahLst/>
                  <a:rect l="l" t="t" r="r" b="b"/>
                  <a:pathLst>
                    <a:path w="30" h="24">
                      <a:moveTo>
                        <a:pt x="0" y="0"/>
                      </a:moveTo>
                      <a:lnTo>
                        <a:pt x="7" y="24"/>
                      </a:lnTo>
                      <a:lnTo>
                        <a:pt x="30" y="24"/>
                      </a:lnTo>
                      <a:lnTo>
                        <a:pt x="12" y="0"/>
                      </a:lnTo>
                      <a:lnTo>
                        <a:pt x="7" y="0"/>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466" name=""/>
                <p:cNvSpPr/>
                <p:nvPr/>
              </p:nvSpPr>
              <p:spPr>
                <a:xfrm>
                  <a:off x="2242440" y="1938960"/>
                  <a:ext cx="10080" cy="9720"/>
                </a:xfrm>
                <a:custGeom>
                  <a:avLst/>
                  <a:gdLst/>
                  <a:ahLst/>
                  <a:rect l="l" t="t" r="r" b="b"/>
                  <a:pathLst>
                    <a:path w="82" h="75">
                      <a:moveTo>
                        <a:pt x="75" y="58"/>
                      </a:moveTo>
                      <a:lnTo>
                        <a:pt x="75" y="52"/>
                      </a:lnTo>
                      <a:lnTo>
                        <a:pt x="47" y="23"/>
                      </a:lnTo>
                      <a:lnTo>
                        <a:pt x="0" y="0"/>
                      </a:lnTo>
                      <a:lnTo>
                        <a:pt x="35" y="40"/>
                      </a:lnTo>
                      <a:lnTo>
                        <a:pt x="64" y="58"/>
                      </a:lnTo>
                      <a:lnTo>
                        <a:pt x="82" y="75"/>
                      </a:lnTo>
                      <a:lnTo>
                        <a:pt x="75" y="58"/>
                      </a:lnTo>
                      <a:close/>
                    </a:path>
                  </a:pathLst>
                </a:custGeom>
                <a:solidFill>
                  <a:srgbClr val="ffffff"/>
                </a:solidFill>
                <a:ln w="9360">
                  <a:solidFill>
                    <a:srgbClr val="000000"/>
                  </a:solidFill>
                  <a:round/>
                </a:ln>
              </p:spPr>
              <p:style>
                <a:lnRef idx="0"/>
                <a:fillRef idx="0"/>
                <a:effectRef idx="0"/>
                <a:fontRef idx="minor"/>
              </p:style>
              <p:txBody>
                <a:bodyPr lIns="90000" rIns="90000" tIns="-37080" bIns="-37080" anchor="t">
                  <a:noAutofit/>
                </a:bodyPr>
                <a:p>
                  <a:endParaRPr b="0" lang="en-US" sz="2400" spc="-1" strike="noStrike">
                    <a:solidFill>
                      <a:srgbClr val="000000"/>
                    </a:solidFill>
                    <a:latin typeface="Times New Roman"/>
                  </a:endParaRPr>
                </a:p>
              </p:txBody>
            </p:sp>
            <p:sp>
              <p:nvSpPr>
                <p:cNvPr id="8467" name=""/>
                <p:cNvSpPr/>
                <p:nvPr/>
              </p:nvSpPr>
              <p:spPr>
                <a:xfrm>
                  <a:off x="2279160" y="1910160"/>
                  <a:ext cx="1080" cy="1800"/>
                </a:xfrm>
                <a:custGeom>
                  <a:avLst/>
                  <a:gdLst/>
                  <a:ahLst/>
                  <a:rect l="l" t="t" r="r" b="b"/>
                  <a:pathLst>
                    <a:path w="0" h="12">
                      <a:moveTo>
                        <a:pt x="0" y="12"/>
                      </a:moveTo>
                      <a:lnTo>
                        <a:pt x="0" y="0"/>
                      </a:lnTo>
                      <a:lnTo>
                        <a:pt x="0" y="12"/>
                      </a:lnTo>
                      <a:close/>
                    </a:path>
                  </a:pathLst>
                </a:custGeom>
                <a:solidFill>
                  <a:srgbClr val="ffffff"/>
                </a:solidFill>
                <a:ln w="9360">
                  <a:solidFill>
                    <a:srgbClr val="000000"/>
                  </a:solidFill>
                  <a:round/>
                </a:ln>
              </p:spPr>
              <p:style>
                <a:lnRef idx="0"/>
                <a:fillRef idx="0"/>
                <a:effectRef idx="0"/>
                <a:fontRef idx="minor"/>
              </p:style>
              <p:txBody>
                <a:bodyPr lIns="90000" rIns="90000" tIns="-45000" bIns="-45000" anchor="t">
                  <a:noAutofit/>
                </a:bodyPr>
                <a:p>
                  <a:endParaRPr b="0" lang="en-US" sz="2400" spc="-1" strike="noStrike">
                    <a:solidFill>
                      <a:srgbClr val="000000"/>
                    </a:solidFill>
                    <a:latin typeface="Times New Roman"/>
                  </a:endParaRPr>
                </a:p>
              </p:txBody>
            </p:sp>
            <p:sp>
              <p:nvSpPr>
                <p:cNvPr id="8468" name=""/>
                <p:cNvSpPr/>
                <p:nvPr/>
              </p:nvSpPr>
              <p:spPr>
                <a:xfrm>
                  <a:off x="2266920" y="1902240"/>
                  <a:ext cx="1080" cy="720"/>
                </a:xfrm>
                <a:custGeom>
                  <a:avLst/>
                  <a:gdLst/>
                  <a:ahLst/>
                  <a:rect l="l" t="t" r="r" b="b"/>
                  <a:pathLst>
                    <a:path w="12" h="7">
                      <a:moveTo>
                        <a:pt x="12" y="0"/>
                      </a:moveTo>
                      <a:lnTo>
                        <a:pt x="0" y="7"/>
                      </a:lnTo>
                      <a:lnTo>
                        <a:pt x="12" y="0"/>
                      </a:lnTo>
                      <a:close/>
                    </a:path>
                  </a:pathLst>
                </a:custGeom>
                <a:solidFill>
                  <a:srgbClr val="ffffff"/>
                </a:solidFill>
                <a:ln w="9360">
                  <a:solidFill>
                    <a:srgbClr val="000000"/>
                  </a:solidFill>
                  <a:round/>
                </a:ln>
              </p:spPr>
              <p:style>
                <a:lnRef idx="0"/>
                <a:fillRef idx="0"/>
                <a:effectRef idx="0"/>
                <a:fontRef idx="minor"/>
              </p:style>
              <p:txBody>
                <a:bodyPr lIns="90000" rIns="90000" tIns="-46080" bIns="-46080" anchor="t">
                  <a:noAutofit/>
                </a:bodyPr>
                <a:p>
                  <a:endParaRPr b="0" lang="en-US" sz="2400" spc="-1" strike="noStrike">
                    <a:solidFill>
                      <a:srgbClr val="000000"/>
                    </a:solidFill>
                    <a:latin typeface="Times New Roman"/>
                  </a:endParaRPr>
                </a:p>
              </p:txBody>
            </p:sp>
            <p:sp>
              <p:nvSpPr>
                <p:cNvPr id="8469" name=""/>
                <p:cNvSpPr/>
                <p:nvPr/>
              </p:nvSpPr>
              <p:spPr>
                <a:xfrm>
                  <a:off x="2334960" y="1936080"/>
                  <a:ext cx="12960" cy="7560"/>
                </a:xfrm>
                <a:custGeom>
                  <a:avLst/>
                  <a:gdLst/>
                  <a:ahLst/>
                  <a:rect l="l" t="t" r="r" b="b"/>
                  <a:pathLst>
                    <a:path w="105" h="69">
                      <a:moveTo>
                        <a:pt x="82" y="64"/>
                      </a:moveTo>
                      <a:lnTo>
                        <a:pt x="99" y="46"/>
                      </a:lnTo>
                      <a:lnTo>
                        <a:pt x="59" y="0"/>
                      </a:lnTo>
                      <a:lnTo>
                        <a:pt x="0" y="0"/>
                      </a:lnTo>
                      <a:lnTo>
                        <a:pt x="7" y="46"/>
                      </a:lnTo>
                      <a:lnTo>
                        <a:pt x="70" y="64"/>
                      </a:lnTo>
                      <a:lnTo>
                        <a:pt x="105" y="69"/>
                      </a:lnTo>
                      <a:lnTo>
                        <a:pt x="105" y="52"/>
                      </a:lnTo>
                      <a:lnTo>
                        <a:pt x="82" y="64"/>
                      </a:lnTo>
                      <a:close/>
                    </a:path>
                  </a:pathLst>
                </a:custGeom>
                <a:solidFill>
                  <a:srgbClr val="ffffff"/>
                </a:solidFill>
                <a:ln w="9360">
                  <a:solidFill>
                    <a:srgbClr val="000000"/>
                  </a:solidFill>
                  <a:round/>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470" name=""/>
                <p:cNvSpPr/>
                <p:nvPr/>
              </p:nvSpPr>
              <p:spPr>
                <a:xfrm>
                  <a:off x="2053800" y="2086200"/>
                  <a:ext cx="29160" cy="31320"/>
                </a:xfrm>
                <a:custGeom>
                  <a:avLst/>
                  <a:gdLst/>
                  <a:ahLst/>
                  <a:rect l="l" t="t" r="r" b="b"/>
                  <a:pathLst>
                    <a:path w="226" h="255">
                      <a:moveTo>
                        <a:pt x="198" y="28"/>
                      </a:moveTo>
                      <a:lnTo>
                        <a:pt x="163" y="5"/>
                      </a:lnTo>
                      <a:lnTo>
                        <a:pt x="76" y="0"/>
                      </a:lnTo>
                      <a:lnTo>
                        <a:pt x="0" y="0"/>
                      </a:lnTo>
                      <a:lnTo>
                        <a:pt x="24" y="63"/>
                      </a:lnTo>
                      <a:lnTo>
                        <a:pt x="24" y="104"/>
                      </a:lnTo>
                      <a:lnTo>
                        <a:pt x="47" y="168"/>
                      </a:lnTo>
                      <a:lnTo>
                        <a:pt x="47" y="232"/>
                      </a:lnTo>
                      <a:lnTo>
                        <a:pt x="104" y="255"/>
                      </a:lnTo>
                      <a:lnTo>
                        <a:pt x="139" y="226"/>
                      </a:lnTo>
                      <a:lnTo>
                        <a:pt x="192" y="168"/>
                      </a:lnTo>
                      <a:lnTo>
                        <a:pt x="226" y="122"/>
                      </a:lnTo>
                      <a:lnTo>
                        <a:pt x="226" y="70"/>
                      </a:lnTo>
                      <a:lnTo>
                        <a:pt x="209" y="40"/>
                      </a:lnTo>
                      <a:lnTo>
                        <a:pt x="198" y="40"/>
                      </a:lnTo>
                      <a:lnTo>
                        <a:pt x="198" y="28"/>
                      </a:lnTo>
                      <a:close/>
                    </a:path>
                  </a:pathLst>
                </a:custGeom>
                <a:solidFill>
                  <a:srgbClr val="ffffff"/>
                </a:solidFill>
                <a:ln w="9360">
                  <a:solidFill>
                    <a:srgbClr val="000000"/>
                  </a:solidFill>
                  <a:round/>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8471" name=""/>
                <p:cNvSpPr/>
                <p:nvPr/>
              </p:nvSpPr>
              <p:spPr>
                <a:xfrm>
                  <a:off x="2211480" y="2109960"/>
                  <a:ext cx="73800" cy="56160"/>
                </a:xfrm>
                <a:custGeom>
                  <a:avLst/>
                  <a:gdLst/>
                  <a:ahLst/>
                  <a:rect l="l" t="t" r="r" b="b"/>
                  <a:pathLst>
                    <a:path w="581" h="453">
                      <a:moveTo>
                        <a:pt x="169" y="446"/>
                      </a:moveTo>
                      <a:lnTo>
                        <a:pt x="117" y="446"/>
                      </a:lnTo>
                      <a:lnTo>
                        <a:pt x="93" y="411"/>
                      </a:lnTo>
                      <a:lnTo>
                        <a:pt x="35" y="383"/>
                      </a:lnTo>
                      <a:lnTo>
                        <a:pt x="5" y="377"/>
                      </a:lnTo>
                      <a:lnTo>
                        <a:pt x="0" y="319"/>
                      </a:lnTo>
                      <a:lnTo>
                        <a:pt x="87" y="289"/>
                      </a:lnTo>
                      <a:lnTo>
                        <a:pt x="117" y="249"/>
                      </a:lnTo>
                      <a:lnTo>
                        <a:pt x="180" y="226"/>
                      </a:lnTo>
                      <a:lnTo>
                        <a:pt x="274" y="191"/>
                      </a:lnTo>
                      <a:lnTo>
                        <a:pt x="308" y="150"/>
                      </a:lnTo>
                      <a:lnTo>
                        <a:pt x="366" y="104"/>
                      </a:lnTo>
                      <a:lnTo>
                        <a:pt x="471" y="34"/>
                      </a:lnTo>
                      <a:lnTo>
                        <a:pt x="500" y="0"/>
                      </a:lnTo>
                      <a:lnTo>
                        <a:pt x="541" y="0"/>
                      </a:lnTo>
                      <a:lnTo>
                        <a:pt x="518" y="63"/>
                      </a:lnTo>
                      <a:lnTo>
                        <a:pt x="546" y="87"/>
                      </a:lnTo>
                      <a:lnTo>
                        <a:pt x="581" y="98"/>
                      </a:lnTo>
                      <a:lnTo>
                        <a:pt x="541" y="179"/>
                      </a:lnTo>
                      <a:lnTo>
                        <a:pt x="483" y="202"/>
                      </a:lnTo>
                      <a:lnTo>
                        <a:pt x="448" y="249"/>
                      </a:lnTo>
                      <a:lnTo>
                        <a:pt x="401" y="261"/>
                      </a:lnTo>
                      <a:lnTo>
                        <a:pt x="366" y="255"/>
                      </a:lnTo>
                      <a:lnTo>
                        <a:pt x="337" y="289"/>
                      </a:lnTo>
                      <a:lnTo>
                        <a:pt x="308" y="342"/>
                      </a:lnTo>
                      <a:lnTo>
                        <a:pt x="279" y="389"/>
                      </a:lnTo>
                      <a:lnTo>
                        <a:pt x="244" y="435"/>
                      </a:lnTo>
                      <a:lnTo>
                        <a:pt x="209" y="446"/>
                      </a:lnTo>
                      <a:lnTo>
                        <a:pt x="186" y="453"/>
                      </a:lnTo>
                      <a:lnTo>
                        <a:pt x="169" y="446"/>
                      </a:lnTo>
                      <a:close/>
                    </a:path>
                  </a:pathLst>
                </a:custGeom>
                <a:solidFill>
                  <a:srgbClr val="ffffff"/>
                </a:solidFill>
                <a:ln w="9360">
                  <a:solidFill>
                    <a:srgbClr val="000000"/>
                  </a:solidFill>
                  <a:round/>
                </a:ln>
              </p:spPr>
              <p:style>
                <a:lnRef idx="0"/>
                <a:fillRef idx="0"/>
                <a:effectRef idx="0"/>
                <a:fontRef idx="minor"/>
              </p:style>
              <p:txBody>
                <a:bodyPr lIns="90000" rIns="90000" tIns="9360" bIns="9360" anchor="t">
                  <a:noAutofit/>
                </a:bodyPr>
                <a:p>
                  <a:endParaRPr b="0" lang="en-US" sz="2400" spc="-1" strike="noStrike">
                    <a:solidFill>
                      <a:srgbClr val="000000"/>
                    </a:solidFill>
                    <a:latin typeface="Times New Roman"/>
                  </a:endParaRPr>
                </a:p>
              </p:txBody>
            </p:sp>
            <p:sp>
              <p:nvSpPr>
                <p:cNvPr id="8472" name=""/>
                <p:cNvSpPr/>
                <p:nvPr/>
              </p:nvSpPr>
              <p:spPr>
                <a:xfrm>
                  <a:off x="2288520" y="2060640"/>
                  <a:ext cx="30240" cy="59040"/>
                </a:xfrm>
                <a:custGeom>
                  <a:avLst/>
                  <a:gdLst/>
                  <a:ahLst/>
                  <a:rect l="l" t="t" r="r" b="b"/>
                  <a:pathLst>
                    <a:path w="243" h="481">
                      <a:moveTo>
                        <a:pt x="0" y="476"/>
                      </a:moveTo>
                      <a:lnTo>
                        <a:pt x="0" y="418"/>
                      </a:lnTo>
                      <a:lnTo>
                        <a:pt x="0" y="371"/>
                      </a:lnTo>
                      <a:lnTo>
                        <a:pt x="5" y="331"/>
                      </a:lnTo>
                      <a:lnTo>
                        <a:pt x="63" y="279"/>
                      </a:lnTo>
                      <a:lnTo>
                        <a:pt x="70" y="226"/>
                      </a:lnTo>
                      <a:lnTo>
                        <a:pt x="70" y="162"/>
                      </a:lnTo>
                      <a:lnTo>
                        <a:pt x="70" y="80"/>
                      </a:lnTo>
                      <a:lnTo>
                        <a:pt x="40" y="0"/>
                      </a:lnTo>
                      <a:lnTo>
                        <a:pt x="75" y="87"/>
                      </a:lnTo>
                      <a:lnTo>
                        <a:pt x="115" y="197"/>
                      </a:lnTo>
                      <a:lnTo>
                        <a:pt x="150" y="255"/>
                      </a:lnTo>
                      <a:lnTo>
                        <a:pt x="203" y="272"/>
                      </a:lnTo>
                      <a:lnTo>
                        <a:pt x="232" y="226"/>
                      </a:lnTo>
                      <a:lnTo>
                        <a:pt x="243" y="307"/>
                      </a:lnTo>
                      <a:lnTo>
                        <a:pt x="226" y="331"/>
                      </a:lnTo>
                      <a:lnTo>
                        <a:pt x="168" y="383"/>
                      </a:lnTo>
                      <a:lnTo>
                        <a:pt x="122" y="435"/>
                      </a:lnTo>
                      <a:lnTo>
                        <a:pt x="93" y="470"/>
                      </a:lnTo>
                      <a:lnTo>
                        <a:pt x="40" y="481"/>
                      </a:lnTo>
                      <a:lnTo>
                        <a:pt x="11" y="481"/>
                      </a:lnTo>
                      <a:lnTo>
                        <a:pt x="0" y="476"/>
                      </a:lnTo>
                      <a:close/>
                    </a:path>
                  </a:pathLst>
                </a:custGeom>
                <a:solidFill>
                  <a:srgbClr val="ffffff"/>
                </a:solidFill>
                <a:ln w="9360">
                  <a:solidFill>
                    <a:srgbClr val="000000"/>
                  </a:solidFill>
                  <a:round/>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8473" name=""/>
                <p:cNvSpPr/>
                <p:nvPr/>
              </p:nvSpPr>
              <p:spPr>
                <a:xfrm>
                  <a:off x="888840" y="1489680"/>
                  <a:ext cx="77040" cy="52200"/>
                </a:xfrm>
                <a:custGeom>
                  <a:avLst/>
                  <a:gdLst/>
                  <a:ahLst/>
                  <a:rect l="l" t="t" r="r" b="b"/>
                  <a:pathLst>
                    <a:path w="605" h="430">
                      <a:moveTo>
                        <a:pt x="331" y="18"/>
                      </a:moveTo>
                      <a:lnTo>
                        <a:pt x="605" y="0"/>
                      </a:lnTo>
                      <a:lnTo>
                        <a:pt x="582" y="70"/>
                      </a:lnTo>
                      <a:lnTo>
                        <a:pt x="384" y="81"/>
                      </a:lnTo>
                      <a:lnTo>
                        <a:pt x="343" y="255"/>
                      </a:lnTo>
                      <a:lnTo>
                        <a:pt x="256" y="273"/>
                      </a:lnTo>
                      <a:lnTo>
                        <a:pt x="233" y="401"/>
                      </a:lnTo>
                      <a:lnTo>
                        <a:pt x="12" y="430"/>
                      </a:lnTo>
                      <a:lnTo>
                        <a:pt x="0" y="389"/>
                      </a:lnTo>
                      <a:lnTo>
                        <a:pt x="227" y="93"/>
                      </a:lnTo>
                      <a:lnTo>
                        <a:pt x="331" y="18"/>
                      </a:lnTo>
                      <a:close/>
                    </a:path>
                  </a:pathLst>
                </a:custGeom>
                <a:solidFill>
                  <a:srgbClr val="ffffff"/>
                </a:solidFill>
                <a:ln w="9360">
                  <a:solidFill>
                    <a:srgbClr val="000000"/>
                  </a:solidFill>
                  <a:round/>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8474" name=""/>
                <p:cNvSpPr/>
                <p:nvPr/>
              </p:nvSpPr>
              <p:spPr>
                <a:xfrm>
                  <a:off x="930600" y="1415520"/>
                  <a:ext cx="102240" cy="75960"/>
                </a:xfrm>
                <a:custGeom>
                  <a:avLst/>
                  <a:gdLst/>
                  <a:ahLst/>
                  <a:rect l="l" t="t" r="r" b="b"/>
                  <a:pathLst>
                    <a:path w="814" h="616">
                      <a:moveTo>
                        <a:pt x="0" y="616"/>
                      </a:moveTo>
                      <a:lnTo>
                        <a:pt x="262" y="418"/>
                      </a:lnTo>
                      <a:lnTo>
                        <a:pt x="274" y="337"/>
                      </a:lnTo>
                      <a:lnTo>
                        <a:pt x="378" y="203"/>
                      </a:lnTo>
                      <a:lnTo>
                        <a:pt x="535" y="105"/>
                      </a:lnTo>
                      <a:lnTo>
                        <a:pt x="587" y="0"/>
                      </a:lnTo>
                      <a:lnTo>
                        <a:pt x="720" y="70"/>
                      </a:lnTo>
                      <a:lnTo>
                        <a:pt x="814" y="58"/>
                      </a:lnTo>
                      <a:lnTo>
                        <a:pt x="802" y="238"/>
                      </a:lnTo>
                      <a:lnTo>
                        <a:pt x="715" y="262"/>
                      </a:lnTo>
                      <a:lnTo>
                        <a:pt x="529" y="429"/>
                      </a:lnTo>
                      <a:lnTo>
                        <a:pt x="354" y="464"/>
                      </a:lnTo>
                      <a:lnTo>
                        <a:pt x="279" y="598"/>
                      </a:lnTo>
                      <a:lnTo>
                        <a:pt x="12" y="616"/>
                      </a:lnTo>
                      <a:lnTo>
                        <a:pt x="0" y="616"/>
                      </a:lnTo>
                      <a:close/>
                    </a:path>
                  </a:pathLst>
                </a:custGeom>
                <a:solidFill>
                  <a:srgbClr val="ffffff"/>
                </a:solidFill>
                <a:ln w="9360">
                  <a:solidFill>
                    <a:srgbClr val="000000"/>
                  </a:solidFill>
                  <a:round/>
                </a:ln>
              </p:spPr>
              <p:style>
                <a:lnRef idx="0"/>
                <a:fillRef idx="0"/>
                <a:effectRef idx="0"/>
                <a:fontRef idx="minor"/>
              </p:style>
              <p:txBody>
                <a:bodyPr lIns="90000" rIns="90000" tIns="29160" bIns="29160" anchor="t">
                  <a:noAutofit/>
                </a:bodyPr>
                <a:p>
                  <a:endParaRPr b="0" lang="en-US" sz="2400" spc="-1" strike="noStrike">
                    <a:solidFill>
                      <a:srgbClr val="000000"/>
                    </a:solidFill>
                    <a:latin typeface="Times New Roman"/>
                  </a:endParaRPr>
                </a:p>
              </p:txBody>
            </p:sp>
            <p:sp>
              <p:nvSpPr>
                <p:cNvPr id="8475" name=""/>
                <p:cNvSpPr/>
                <p:nvPr/>
              </p:nvSpPr>
              <p:spPr>
                <a:xfrm>
                  <a:off x="885960" y="1489680"/>
                  <a:ext cx="104400" cy="105840"/>
                </a:xfrm>
                <a:custGeom>
                  <a:avLst/>
                  <a:gdLst/>
                  <a:ahLst/>
                  <a:rect l="l" t="t" r="r" b="b"/>
                  <a:pathLst>
                    <a:path w="825" h="860">
                      <a:moveTo>
                        <a:pt x="628" y="0"/>
                      </a:moveTo>
                      <a:lnTo>
                        <a:pt x="825" y="151"/>
                      </a:lnTo>
                      <a:lnTo>
                        <a:pt x="721" y="145"/>
                      </a:lnTo>
                      <a:lnTo>
                        <a:pt x="675" y="708"/>
                      </a:lnTo>
                      <a:lnTo>
                        <a:pt x="745" y="708"/>
                      </a:lnTo>
                      <a:lnTo>
                        <a:pt x="738" y="790"/>
                      </a:lnTo>
                      <a:lnTo>
                        <a:pt x="506" y="790"/>
                      </a:lnTo>
                      <a:lnTo>
                        <a:pt x="476" y="750"/>
                      </a:lnTo>
                      <a:lnTo>
                        <a:pt x="442" y="825"/>
                      </a:lnTo>
                      <a:lnTo>
                        <a:pt x="361" y="825"/>
                      </a:lnTo>
                      <a:lnTo>
                        <a:pt x="344" y="790"/>
                      </a:lnTo>
                      <a:lnTo>
                        <a:pt x="320" y="860"/>
                      </a:lnTo>
                      <a:lnTo>
                        <a:pt x="274" y="860"/>
                      </a:lnTo>
                      <a:lnTo>
                        <a:pt x="128" y="732"/>
                      </a:lnTo>
                      <a:lnTo>
                        <a:pt x="75" y="778"/>
                      </a:lnTo>
                      <a:lnTo>
                        <a:pt x="0" y="773"/>
                      </a:lnTo>
                      <a:lnTo>
                        <a:pt x="40" y="708"/>
                      </a:lnTo>
                      <a:lnTo>
                        <a:pt x="30" y="529"/>
                      </a:lnTo>
                      <a:lnTo>
                        <a:pt x="58" y="482"/>
                      </a:lnTo>
                      <a:lnTo>
                        <a:pt x="35" y="430"/>
                      </a:lnTo>
                      <a:lnTo>
                        <a:pt x="256" y="401"/>
                      </a:lnTo>
                      <a:lnTo>
                        <a:pt x="279" y="273"/>
                      </a:lnTo>
                      <a:lnTo>
                        <a:pt x="366" y="255"/>
                      </a:lnTo>
                      <a:lnTo>
                        <a:pt x="407" y="81"/>
                      </a:lnTo>
                      <a:lnTo>
                        <a:pt x="605" y="70"/>
                      </a:lnTo>
                      <a:lnTo>
                        <a:pt x="628"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76" name=""/>
                <p:cNvSpPr/>
                <p:nvPr/>
              </p:nvSpPr>
              <p:spPr>
                <a:xfrm>
                  <a:off x="966240" y="1405440"/>
                  <a:ext cx="150120" cy="152280"/>
                </a:xfrm>
                <a:custGeom>
                  <a:avLst/>
                  <a:gdLst/>
                  <a:ahLst/>
                  <a:rect l="l" t="t" r="r" b="b"/>
                  <a:pathLst>
                    <a:path w="1191" h="1226">
                      <a:moveTo>
                        <a:pt x="0" y="674"/>
                      </a:moveTo>
                      <a:lnTo>
                        <a:pt x="610" y="1138"/>
                      </a:lnTo>
                      <a:lnTo>
                        <a:pt x="645" y="1145"/>
                      </a:lnTo>
                      <a:lnTo>
                        <a:pt x="651" y="1203"/>
                      </a:lnTo>
                      <a:lnTo>
                        <a:pt x="698" y="1226"/>
                      </a:lnTo>
                      <a:lnTo>
                        <a:pt x="1191" y="941"/>
                      </a:lnTo>
                      <a:lnTo>
                        <a:pt x="1122" y="889"/>
                      </a:lnTo>
                      <a:lnTo>
                        <a:pt x="1052" y="737"/>
                      </a:lnTo>
                      <a:lnTo>
                        <a:pt x="1099" y="639"/>
                      </a:lnTo>
                      <a:lnTo>
                        <a:pt x="1092" y="471"/>
                      </a:lnTo>
                      <a:lnTo>
                        <a:pt x="1122" y="442"/>
                      </a:lnTo>
                      <a:lnTo>
                        <a:pt x="1005" y="198"/>
                      </a:lnTo>
                      <a:lnTo>
                        <a:pt x="1052" y="151"/>
                      </a:lnTo>
                      <a:lnTo>
                        <a:pt x="1075" y="0"/>
                      </a:lnTo>
                      <a:lnTo>
                        <a:pt x="912" y="17"/>
                      </a:lnTo>
                      <a:lnTo>
                        <a:pt x="796" y="6"/>
                      </a:lnTo>
                      <a:lnTo>
                        <a:pt x="529" y="128"/>
                      </a:lnTo>
                      <a:lnTo>
                        <a:pt x="523" y="314"/>
                      </a:lnTo>
                      <a:lnTo>
                        <a:pt x="436" y="338"/>
                      </a:lnTo>
                      <a:lnTo>
                        <a:pt x="250" y="505"/>
                      </a:lnTo>
                      <a:lnTo>
                        <a:pt x="75" y="540"/>
                      </a:lnTo>
                      <a:lnTo>
                        <a:pt x="0" y="674"/>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77" name=""/>
                <p:cNvSpPr/>
                <p:nvPr/>
              </p:nvSpPr>
              <p:spPr>
                <a:xfrm>
                  <a:off x="877680" y="1614600"/>
                  <a:ext cx="28440" cy="14760"/>
                </a:xfrm>
                <a:custGeom>
                  <a:avLst/>
                  <a:gdLst/>
                  <a:ahLst/>
                  <a:rect l="l" t="t" r="r" b="b"/>
                  <a:pathLst>
                    <a:path w="221" h="116">
                      <a:moveTo>
                        <a:pt x="216" y="0"/>
                      </a:moveTo>
                      <a:lnTo>
                        <a:pt x="221" y="46"/>
                      </a:lnTo>
                      <a:lnTo>
                        <a:pt x="134" y="53"/>
                      </a:lnTo>
                      <a:lnTo>
                        <a:pt x="111" y="116"/>
                      </a:lnTo>
                      <a:lnTo>
                        <a:pt x="0" y="18"/>
                      </a:lnTo>
                      <a:lnTo>
                        <a:pt x="216" y="0"/>
                      </a:lnTo>
                      <a:close/>
                    </a:path>
                  </a:pathLst>
                </a:custGeom>
                <a:solidFill>
                  <a:srgbClr val="ffffff"/>
                </a:solidFill>
                <a:ln w="9360">
                  <a:solidFill>
                    <a:srgbClr val="000000"/>
                  </a:solidFill>
                  <a:round/>
                </a:ln>
              </p:spPr>
              <p:style>
                <a:lnRef idx="0"/>
                <a:fillRef idx="0"/>
                <a:effectRef idx="0"/>
                <a:fontRef idx="minor"/>
              </p:style>
              <p:txBody>
                <a:bodyPr lIns="90000" rIns="90000" tIns="-32040" bIns="-32040" anchor="t">
                  <a:noAutofit/>
                </a:bodyPr>
                <a:p>
                  <a:endParaRPr b="0" lang="en-US" sz="2400" spc="-1" strike="noStrike">
                    <a:solidFill>
                      <a:srgbClr val="000000"/>
                    </a:solidFill>
                    <a:latin typeface="Times New Roman"/>
                  </a:endParaRPr>
                </a:p>
              </p:txBody>
            </p:sp>
            <p:sp>
              <p:nvSpPr>
                <p:cNvPr id="8478" name=""/>
                <p:cNvSpPr/>
                <p:nvPr/>
              </p:nvSpPr>
              <p:spPr>
                <a:xfrm>
                  <a:off x="876960" y="1579680"/>
                  <a:ext cx="43200" cy="36720"/>
                </a:xfrm>
                <a:custGeom>
                  <a:avLst/>
                  <a:gdLst/>
                  <a:ahLst/>
                  <a:rect l="l" t="t" r="r" b="b"/>
                  <a:pathLst>
                    <a:path w="344" h="297">
                      <a:moveTo>
                        <a:pt x="0" y="168"/>
                      </a:moveTo>
                      <a:lnTo>
                        <a:pt x="0" y="128"/>
                      </a:lnTo>
                      <a:lnTo>
                        <a:pt x="76" y="23"/>
                      </a:lnTo>
                      <a:lnTo>
                        <a:pt x="134" y="46"/>
                      </a:lnTo>
                      <a:lnTo>
                        <a:pt x="198" y="0"/>
                      </a:lnTo>
                      <a:lnTo>
                        <a:pt x="344" y="128"/>
                      </a:lnTo>
                      <a:lnTo>
                        <a:pt x="320" y="273"/>
                      </a:lnTo>
                      <a:lnTo>
                        <a:pt x="12" y="297"/>
                      </a:lnTo>
                      <a:lnTo>
                        <a:pt x="6" y="255"/>
                      </a:lnTo>
                      <a:lnTo>
                        <a:pt x="250" y="180"/>
                      </a:lnTo>
                      <a:lnTo>
                        <a:pt x="0" y="168"/>
                      </a:lnTo>
                      <a:close/>
                    </a:path>
                  </a:pathLst>
                </a:custGeom>
                <a:solidFill>
                  <a:srgbClr val="ffffff"/>
                </a:solidFill>
                <a:ln w="9360">
                  <a:solidFill>
                    <a:srgbClr val="000000"/>
                  </a:solidFill>
                  <a:round/>
                </a:ln>
              </p:spPr>
              <p:style>
                <a:lnRef idx="0"/>
                <a:fillRef idx="0"/>
                <a:effectRef idx="0"/>
                <a:fontRef idx="minor"/>
              </p:style>
              <p:txBody>
                <a:bodyPr lIns="90000" rIns="90000" tIns="-10080" bIns="-10080" anchor="t">
                  <a:noAutofit/>
                </a:bodyPr>
                <a:p>
                  <a:endParaRPr b="0" lang="en-US" sz="2400" spc="-1" strike="noStrike">
                    <a:solidFill>
                      <a:srgbClr val="000000"/>
                    </a:solidFill>
                    <a:latin typeface="Times New Roman"/>
                  </a:endParaRPr>
                </a:p>
              </p:txBody>
            </p:sp>
            <p:sp>
              <p:nvSpPr>
                <p:cNvPr id="8479" name=""/>
                <p:cNvSpPr/>
                <p:nvPr/>
              </p:nvSpPr>
              <p:spPr>
                <a:xfrm>
                  <a:off x="876960" y="1600560"/>
                  <a:ext cx="32400" cy="10800"/>
                </a:xfrm>
                <a:custGeom>
                  <a:avLst/>
                  <a:gdLst/>
                  <a:ahLst/>
                  <a:rect l="l" t="t" r="r" b="b"/>
                  <a:pathLst>
                    <a:path w="250" h="87">
                      <a:moveTo>
                        <a:pt x="0" y="0"/>
                      </a:moveTo>
                      <a:lnTo>
                        <a:pt x="250" y="12"/>
                      </a:lnTo>
                      <a:lnTo>
                        <a:pt x="6" y="87"/>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8480" name=""/>
                <p:cNvSpPr/>
                <p:nvPr/>
              </p:nvSpPr>
              <p:spPr>
                <a:xfrm>
                  <a:off x="917280" y="1507680"/>
                  <a:ext cx="137880" cy="122400"/>
                </a:xfrm>
                <a:custGeom>
                  <a:avLst/>
                  <a:gdLst/>
                  <a:ahLst/>
                  <a:rect l="l" t="t" r="r" b="b"/>
                  <a:pathLst>
                    <a:path w="1093" h="994">
                      <a:moveTo>
                        <a:pt x="0" y="860"/>
                      </a:moveTo>
                      <a:lnTo>
                        <a:pt x="6" y="889"/>
                      </a:lnTo>
                      <a:lnTo>
                        <a:pt x="204" y="907"/>
                      </a:lnTo>
                      <a:lnTo>
                        <a:pt x="250" y="971"/>
                      </a:lnTo>
                      <a:lnTo>
                        <a:pt x="279" y="971"/>
                      </a:lnTo>
                      <a:lnTo>
                        <a:pt x="291" y="994"/>
                      </a:lnTo>
                      <a:lnTo>
                        <a:pt x="407" y="988"/>
                      </a:lnTo>
                      <a:lnTo>
                        <a:pt x="524" y="842"/>
                      </a:lnTo>
                      <a:lnTo>
                        <a:pt x="616" y="819"/>
                      </a:lnTo>
                      <a:lnTo>
                        <a:pt x="628" y="773"/>
                      </a:lnTo>
                      <a:lnTo>
                        <a:pt x="849" y="692"/>
                      </a:lnTo>
                      <a:lnTo>
                        <a:pt x="1024" y="616"/>
                      </a:lnTo>
                      <a:lnTo>
                        <a:pt x="1093" y="407"/>
                      </a:lnTo>
                      <a:lnTo>
                        <a:pt x="1035" y="372"/>
                      </a:lnTo>
                      <a:lnTo>
                        <a:pt x="1029" y="326"/>
                      </a:lnTo>
                      <a:lnTo>
                        <a:pt x="576" y="0"/>
                      </a:lnTo>
                      <a:lnTo>
                        <a:pt x="477" y="0"/>
                      </a:lnTo>
                      <a:lnTo>
                        <a:pt x="419" y="563"/>
                      </a:lnTo>
                      <a:lnTo>
                        <a:pt x="501" y="563"/>
                      </a:lnTo>
                      <a:lnTo>
                        <a:pt x="494" y="645"/>
                      </a:lnTo>
                      <a:lnTo>
                        <a:pt x="262" y="645"/>
                      </a:lnTo>
                      <a:lnTo>
                        <a:pt x="232" y="605"/>
                      </a:lnTo>
                      <a:lnTo>
                        <a:pt x="210" y="663"/>
                      </a:lnTo>
                      <a:lnTo>
                        <a:pt x="117" y="680"/>
                      </a:lnTo>
                      <a:lnTo>
                        <a:pt x="100" y="645"/>
                      </a:lnTo>
                      <a:lnTo>
                        <a:pt x="76" y="715"/>
                      </a:lnTo>
                      <a:lnTo>
                        <a:pt x="30" y="715"/>
                      </a:lnTo>
                      <a:lnTo>
                        <a:pt x="0" y="86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81" name=""/>
                <p:cNvSpPr/>
                <p:nvPr/>
              </p:nvSpPr>
              <p:spPr>
                <a:xfrm>
                  <a:off x="1092960" y="1402560"/>
                  <a:ext cx="33480" cy="58320"/>
                </a:xfrm>
                <a:custGeom>
                  <a:avLst/>
                  <a:gdLst/>
                  <a:ahLst/>
                  <a:rect l="l" t="t" r="r" b="b"/>
                  <a:pathLst>
                    <a:path w="262" h="470">
                      <a:moveTo>
                        <a:pt x="70" y="28"/>
                      </a:moveTo>
                      <a:lnTo>
                        <a:pt x="47" y="179"/>
                      </a:lnTo>
                      <a:lnTo>
                        <a:pt x="0" y="226"/>
                      </a:lnTo>
                      <a:lnTo>
                        <a:pt x="117" y="470"/>
                      </a:lnTo>
                      <a:lnTo>
                        <a:pt x="251" y="278"/>
                      </a:lnTo>
                      <a:lnTo>
                        <a:pt x="181" y="226"/>
                      </a:lnTo>
                      <a:lnTo>
                        <a:pt x="262" y="110"/>
                      </a:lnTo>
                      <a:lnTo>
                        <a:pt x="192" y="0"/>
                      </a:lnTo>
                      <a:lnTo>
                        <a:pt x="70" y="28"/>
                      </a:lnTo>
                      <a:close/>
                    </a:path>
                  </a:pathLst>
                </a:custGeom>
                <a:solidFill>
                  <a:srgbClr val="ffffff"/>
                </a:solidFill>
                <a:ln w="9360">
                  <a:solidFill>
                    <a:srgbClr val="000000"/>
                  </a:solidFill>
                  <a:round/>
                </a:ln>
              </p:spPr>
              <p:style>
                <a:lnRef idx="0"/>
                <a:fillRef idx="0"/>
                <a:effectRef idx="0"/>
                <a:fontRef idx="minor"/>
              </p:style>
              <p:txBody>
                <a:bodyPr lIns="90000" rIns="90000" tIns="11520" bIns="11520" anchor="t">
                  <a:noAutofit/>
                </a:bodyPr>
                <a:p>
                  <a:endParaRPr b="0" lang="en-US" sz="2400" spc="-1" strike="noStrike">
                    <a:solidFill>
                      <a:srgbClr val="000000"/>
                    </a:solidFill>
                    <a:latin typeface="Times New Roman"/>
                  </a:endParaRPr>
                </a:p>
              </p:txBody>
            </p:sp>
            <p:sp>
              <p:nvSpPr>
                <p:cNvPr id="8482" name=""/>
                <p:cNvSpPr/>
                <p:nvPr/>
              </p:nvSpPr>
              <p:spPr>
                <a:xfrm>
                  <a:off x="892080" y="1613160"/>
                  <a:ext cx="63720" cy="41400"/>
                </a:xfrm>
                <a:custGeom>
                  <a:avLst/>
                  <a:gdLst/>
                  <a:ahLst/>
                  <a:rect l="l" t="t" r="r" b="b"/>
                  <a:pathLst>
                    <a:path w="506" h="331">
                      <a:moveTo>
                        <a:pt x="0" y="128"/>
                      </a:moveTo>
                      <a:lnTo>
                        <a:pt x="23" y="59"/>
                      </a:lnTo>
                      <a:lnTo>
                        <a:pt x="110" y="52"/>
                      </a:lnTo>
                      <a:lnTo>
                        <a:pt x="105" y="6"/>
                      </a:lnTo>
                      <a:lnTo>
                        <a:pt x="197" y="0"/>
                      </a:lnTo>
                      <a:lnTo>
                        <a:pt x="203" y="29"/>
                      </a:lnTo>
                      <a:lnTo>
                        <a:pt x="401" y="47"/>
                      </a:lnTo>
                      <a:lnTo>
                        <a:pt x="447" y="111"/>
                      </a:lnTo>
                      <a:lnTo>
                        <a:pt x="476" y="111"/>
                      </a:lnTo>
                      <a:lnTo>
                        <a:pt x="506" y="163"/>
                      </a:lnTo>
                      <a:lnTo>
                        <a:pt x="436" y="169"/>
                      </a:lnTo>
                      <a:lnTo>
                        <a:pt x="476" y="291"/>
                      </a:lnTo>
                      <a:lnTo>
                        <a:pt x="389" y="279"/>
                      </a:lnTo>
                      <a:lnTo>
                        <a:pt x="401" y="303"/>
                      </a:lnTo>
                      <a:lnTo>
                        <a:pt x="366" y="331"/>
                      </a:lnTo>
                      <a:lnTo>
                        <a:pt x="331" y="273"/>
                      </a:lnTo>
                      <a:lnTo>
                        <a:pt x="302" y="279"/>
                      </a:lnTo>
                      <a:lnTo>
                        <a:pt x="227" y="139"/>
                      </a:lnTo>
                      <a:lnTo>
                        <a:pt x="105" y="244"/>
                      </a:lnTo>
                      <a:lnTo>
                        <a:pt x="81" y="204"/>
                      </a:lnTo>
                      <a:lnTo>
                        <a:pt x="0" y="128"/>
                      </a:lnTo>
                      <a:close/>
                    </a:path>
                  </a:pathLst>
                </a:custGeom>
                <a:solidFill>
                  <a:srgbClr val="ffffff"/>
                </a:solidFill>
                <a:ln w="9360">
                  <a:solidFill>
                    <a:srgbClr val="000000"/>
                  </a:solidFill>
                  <a:round/>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8483" name=""/>
                <p:cNvSpPr/>
                <p:nvPr/>
              </p:nvSpPr>
              <p:spPr>
                <a:xfrm>
                  <a:off x="905040" y="1631160"/>
                  <a:ext cx="25200" cy="31320"/>
                </a:xfrm>
                <a:custGeom>
                  <a:avLst/>
                  <a:gdLst/>
                  <a:ahLst/>
                  <a:rect l="l" t="t" r="r" b="b"/>
                  <a:pathLst>
                    <a:path w="197" h="256">
                      <a:moveTo>
                        <a:pt x="0" y="105"/>
                      </a:moveTo>
                      <a:lnTo>
                        <a:pt x="52" y="215"/>
                      </a:lnTo>
                      <a:lnTo>
                        <a:pt x="104" y="256"/>
                      </a:lnTo>
                      <a:lnTo>
                        <a:pt x="197" y="140"/>
                      </a:lnTo>
                      <a:lnTo>
                        <a:pt x="122" y="0"/>
                      </a:lnTo>
                      <a:lnTo>
                        <a:pt x="0" y="105"/>
                      </a:lnTo>
                      <a:close/>
                    </a:path>
                  </a:pathLst>
                </a:custGeom>
                <a:solidFill>
                  <a:srgbClr val="ffffff"/>
                </a:solidFill>
                <a:ln w="9360">
                  <a:solidFill>
                    <a:srgbClr val="000000"/>
                  </a:solidFill>
                  <a:round/>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8484" name=""/>
                <p:cNvSpPr/>
                <p:nvPr/>
              </p:nvSpPr>
              <p:spPr>
                <a:xfrm>
                  <a:off x="918360" y="1648080"/>
                  <a:ext cx="33120" cy="33480"/>
                </a:xfrm>
                <a:custGeom>
                  <a:avLst/>
                  <a:gdLst/>
                  <a:ahLst/>
                  <a:rect l="l" t="t" r="r" b="b"/>
                  <a:pathLst>
                    <a:path w="262" h="273">
                      <a:moveTo>
                        <a:pt x="0" y="122"/>
                      </a:moveTo>
                      <a:lnTo>
                        <a:pt x="255" y="273"/>
                      </a:lnTo>
                      <a:lnTo>
                        <a:pt x="262" y="185"/>
                      </a:lnTo>
                      <a:lnTo>
                        <a:pt x="215" y="133"/>
                      </a:lnTo>
                      <a:lnTo>
                        <a:pt x="244" y="93"/>
                      </a:lnTo>
                      <a:lnTo>
                        <a:pt x="192" y="35"/>
                      </a:lnTo>
                      <a:lnTo>
                        <a:pt x="157" y="58"/>
                      </a:lnTo>
                      <a:lnTo>
                        <a:pt x="122" y="0"/>
                      </a:lnTo>
                      <a:lnTo>
                        <a:pt x="93" y="6"/>
                      </a:lnTo>
                      <a:lnTo>
                        <a:pt x="0" y="122"/>
                      </a:lnTo>
                      <a:close/>
                    </a:path>
                  </a:pathLst>
                </a:custGeom>
                <a:solidFill>
                  <a:srgbClr val="ffffff"/>
                </a:solidFill>
                <a:ln w="9360">
                  <a:solidFill>
                    <a:srgbClr val="00000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8485" name=""/>
                <p:cNvSpPr/>
                <p:nvPr/>
              </p:nvSpPr>
              <p:spPr>
                <a:xfrm>
                  <a:off x="941760" y="1629360"/>
                  <a:ext cx="56520" cy="52200"/>
                </a:xfrm>
                <a:custGeom>
                  <a:avLst/>
                  <a:gdLst/>
                  <a:ahLst/>
                  <a:rect l="l" t="t" r="r" b="b"/>
                  <a:pathLst>
                    <a:path w="454" h="418">
                      <a:moveTo>
                        <a:pt x="75" y="418"/>
                      </a:moveTo>
                      <a:lnTo>
                        <a:pt x="267" y="377"/>
                      </a:lnTo>
                      <a:lnTo>
                        <a:pt x="454" y="407"/>
                      </a:lnTo>
                      <a:lnTo>
                        <a:pt x="378" y="226"/>
                      </a:lnTo>
                      <a:lnTo>
                        <a:pt x="436" y="151"/>
                      </a:lnTo>
                      <a:lnTo>
                        <a:pt x="431" y="110"/>
                      </a:lnTo>
                      <a:lnTo>
                        <a:pt x="384" y="58"/>
                      </a:lnTo>
                      <a:lnTo>
                        <a:pt x="274" y="64"/>
                      </a:lnTo>
                      <a:lnTo>
                        <a:pt x="215" y="0"/>
                      </a:lnTo>
                      <a:lnTo>
                        <a:pt x="99" y="6"/>
                      </a:lnTo>
                      <a:lnTo>
                        <a:pt x="117" y="35"/>
                      </a:lnTo>
                      <a:lnTo>
                        <a:pt x="47" y="41"/>
                      </a:lnTo>
                      <a:lnTo>
                        <a:pt x="82" y="157"/>
                      </a:lnTo>
                      <a:lnTo>
                        <a:pt x="0" y="145"/>
                      </a:lnTo>
                      <a:lnTo>
                        <a:pt x="6" y="180"/>
                      </a:lnTo>
                      <a:lnTo>
                        <a:pt x="64" y="238"/>
                      </a:lnTo>
                      <a:lnTo>
                        <a:pt x="35" y="278"/>
                      </a:lnTo>
                      <a:lnTo>
                        <a:pt x="82" y="330"/>
                      </a:lnTo>
                      <a:lnTo>
                        <a:pt x="75" y="389"/>
                      </a:lnTo>
                      <a:lnTo>
                        <a:pt x="75" y="418"/>
                      </a:lnTo>
                      <a:close/>
                    </a:path>
                  </a:pathLst>
                </a:custGeom>
                <a:solidFill>
                  <a:srgbClr val="ffffff"/>
                </a:solidFill>
                <a:ln w="9360">
                  <a:solidFill>
                    <a:srgbClr val="000000"/>
                  </a:solidFill>
                  <a:round/>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8486" name=""/>
                <p:cNvSpPr/>
                <p:nvPr/>
              </p:nvSpPr>
              <p:spPr>
                <a:xfrm>
                  <a:off x="968040" y="1592640"/>
                  <a:ext cx="72000" cy="54000"/>
                </a:xfrm>
                <a:custGeom>
                  <a:avLst/>
                  <a:gdLst/>
                  <a:ahLst/>
                  <a:rect l="l" t="t" r="r" b="b"/>
                  <a:pathLst>
                    <a:path w="565" h="436">
                      <a:moveTo>
                        <a:pt x="442" y="0"/>
                      </a:moveTo>
                      <a:lnTo>
                        <a:pt x="565" y="185"/>
                      </a:lnTo>
                      <a:lnTo>
                        <a:pt x="530" y="244"/>
                      </a:lnTo>
                      <a:lnTo>
                        <a:pt x="291" y="272"/>
                      </a:lnTo>
                      <a:lnTo>
                        <a:pt x="221" y="255"/>
                      </a:lnTo>
                      <a:lnTo>
                        <a:pt x="221" y="436"/>
                      </a:lnTo>
                      <a:lnTo>
                        <a:pt x="198" y="389"/>
                      </a:lnTo>
                      <a:lnTo>
                        <a:pt x="169" y="354"/>
                      </a:lnTo>
                      <a:lnTo>
                        <a:pt x="59" y="360"/>
                      </a:lnTo>
                      <a:lnTo>
                        <a:pt x="0" y="296"/>
                      </a:lnTo>
                      <a:lnTo>
                        <a:pt x="117" y="150"/>
                      </a:lnTo>
                      <a:lnTo>
                        <a:pt x="216" y="127"/>
                      </a:lnTo>
                      <a:lnTo>
                        <a:pt x="221" y="81"/>
                      </a:lnTo>
                      <a:lnTo>
                        <a:pt x="442" y="0"/>
                      </a:lnTo>
                      <a:close/>
                    </a:path>
                  </a:pathLst>
                </a:custGeom>
                <a:solidFill>
                  <a:srgbClr val="ffffff"/>
                </a:solidFill>
                <a:ln w="9360">
                  <a:solidFill>
                    <a:srgbClr val="00000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8487" name=""/>
                <p:cNvSpPr/>
                <p:nvPr/>
              </p:nvSpPr>
              <p:spPr>
                <a:xfrm>
                  <a:off x="989280" y="1624320"/>
                  <a:ext cx="27360" cy="55080"/>
                </a:xfrm>
                <a:custGeom>
                  <a:avLst/>
                  <a:gdLst/>
                  <a:ahLst/>
                  <a:rect l="l" t="t" r="r" b="b"/>
                  <a:pathLst>
                    <a:path w="221" h="448">
                      <a:moveTo>
                        <a:pt x="198" y="12"/>
                      </a:moveTo>
                      <a:lnTo>
                        <a:pt x="221" y="378"/>
                      </a:lnTo>
                      <a:lnTo>
                        <a:pt x="76" y="448"/>
                      </a:lnTo>
                      <a:lnTo>
                        <a:pt x="0" y="267"/>
                      </a:lnTo>
                      <a:lnTo>
                        <a:pt x="58" y="192"/>
                      </a:lnTo>
                      <a:lnTo>
                        <a:pt x="58" y="0"/>
                      </a:lnTo>
                      <a:lnTo>
                        <a:pt x="128" y="17"/>
                      </a:lnTo>
                      <a:lnTo>
                        <a:pt x="198" y="12"/>
                      </a:lnTo>
                      <a:close/>
                    </a:path>
                  </a:pathLst>
                </a:custGeom>
                <a:solidFill>
                  <a:srgbClr val="ffffff"/>
                </a:solidFill>
                <a:ln w="9360">
                  <a:solidFill>
                    <a:srgbClr val="000000"/>
                  </a:solidFill>
                  <a:round/>
                </a:ln>
              </p:spPr>
              <p:style>
                <a:lnRef idx="0"/>
                <a:fillRef idx="0"/>
                <a:effectRef idx="0"/>
                <a:fontRef idx="minor"/>
              </p:style>
              <p:txBody>
                <a:bodyPr lIns="90000" rIns="90000" tIns="8280" bIns="8280" anchor="t">
                  <a:noAutofit/>
                </a:bodyPr>
                <a:p>
                  <a:endParaRPr b="0" lang="en-US" sz="2400" spc="-1" strike="noStrike">
                    <a:solidFill>
                      <a:srgbClr val="000000"/>
                    </a:solidFill>
                    <a:latin typeface="Times New Roman"/>
                  </a:endParaRPr>
                </a:p>
              </p:txBody>
            </p:sp>
            <p:sp>
              <p:nvSpPr>
                <p:cNvPr id="8488" name=""/>
                <p:cNvSpPr/>
                <p:nvPr/>
              </p:nvSpPr>
              <p:spPr>
                <a:xfrm>
                  <a:off x="1013760" y="1624320"/>
                  <a:ext cx="16200" cy="46440"/>
                </a:xfrm>
                <a:custGeom>
                  <a:avLst/>
                  <a:gdLst/>
                  <a:ahLst/>
                  <a:rect l="l" t="t" r="r" b="b"/>
                  <a:pathLst>
                    <a:path w="127" h="384">
                      <a:moveTo>
                        <a:pt x="0" y="18"/>
                      </a:moveTo>
                      <a:lnTo>
                        <a:pt x="23" y="384"/>
                      </a:lnTo>
                      <a:lnTo>
                        <a:pt x="104" y="349"/>
                      </a:lnTo>
                      <a:lnTo>
                        <a:pt x="92" y="152"/>
                      </a:lnTo>
                      <a:lnTo>
                        <a:pt x="127" y="100"/>
                      </a:lnTo>
                      <a:lnTo>
                        <a:pt x="110" y="0"/>
                      </a:lnTo>
                      <a:lnTo>
                        <a:pt x="0" y="18"/>
                      </a:lnTo>
                      <a:close/>
                    </a:path>
                  </a:pathLst>
                </a:custGeom>
                <a:solidFill>
                  <a:srgbClr val="ffffff"/>
                </a:solidFill>
                <a:ln w="9360">
                  <a:solidFill>
                    <a:srgbClr val="000000"/>
                  </a:solidFill>
                  <a:round/>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8489" name=""/>
                <p:cNvSpPr/>
                <p:nvPr/>
              </p:nvSpPr>
              <p:spPr>
                <a:xfrm>
                  <a:off x="1026000" y="1615320"/>
                  <a:ext cx="26280" cy="51120"/>
                </a:xfrm>
                <a:custGeom>
                  <a:avLst/>
                  <a:gdLst/>
                  <a:ahLst/>
                  <a:rect l="l" t="t" r="r" b="b"/>
                  <a:pathLst>
                    <a:path w="210" h="418">
                      <a:moveTo>
                        <a:pt x="18" y="69"/>
                      </a:moveTo>
                      <a:lnTo>
                        <a:pt x="30" y="169"/>
                      </a:lnTo>
                      <a:lnTo>
                        <a:pt x="0" y="221"/>
                      </a:lnTo>
                      <a:lnTo>
                        <a:pt x="12" y="418"/>
                      </a:lnTo>
                      <a:lnTo>
                        <a:pt x="122" y="383"/>
                      </a:lnTo>
                      <a:lnTo>
                        <a:pt x="112" y="204"/>
                      </a:lnTo>
                      <a:lnTo>
                        <a:pt x="187" y="139"/>
                      </a:lnTo>
                      <a:lnTo>
                        <a:pt x="210" y="87"/>
                      </a:lnTo>
                      <a:lnTo>
                        <a:pt x="199" y="0"/>
                      </a:lnTo>
                      <a:lnTo>
                        <a:pt x="112" y="5"/>
                      </a:lnTo>
                      <a:lnTo>
                        <a:pt x="88" y="35"/>
                      </a:lnTo>
                      <a:lnTo>
                        <a:pt x="18" y="69"/>
                      </a:lnTo>
                      <a:close/>
                    </a:path>
                  </a:pathLst>
                </a:custGeom>
                <a:solidFill>
                  <a:srgbClr val="ffffff"/>
                </a:solidFill>
                <a:ln w="9360">
                  <a:solidFill>
                    <a:srgbClr val="000000"/>
                  </a:solidFill>
                  <a:round/>
                </a:ln>
              </p:spPr>
              <p:style>
                <a:lnRef idx="0"/>
                <a:fillRef idx="0"/>
                <a:effectRef idx="0"/>
                <a:fontRef idx="minor"/>
              </p:style>
              <p:txBody>
                <a:bodyPr lIns="90000" rIns="90000" tIns="4320" bIns="4320" anchor="t">
                  <a:noAutofit/>
                </a:bodyPr>
                <a:p>
                  <a:endParaRPr b="0" lang="en-US" sz="2400" spc="-1" strike="noStrike">
                    <a:solidFill>
                      <a:srgbClr val="000000"/>
                    </a:solidFill>
                    <a:latin typeface="Times New Roman"/>
                  </a:endParaRPr>
                </a:p>
              </p:txBody>
            </p:sp>
            <p:sp>
              <p:nvSpPr>
                <p:cNvPr id="8490" name=""/>
                <p:cNvSpPr/>
                <p:nvPr/>
              </p:nvSpPr>
              <p:spPr>
                <a:xfrm>
                  <a:off x="1024920" y="1518480"/>
                  <a:ext cx="128520" cy="97920"/>
                </a:xfrm>
                <a:custGeom>
                  <a:avLst/>
                  <a:gdLst/>
                  <a:ahLst/>
                  <a:rect l="l" t="t" r="r" b="b"/>
                  <a:pathLst>
                    <a:path w="1023" h="790">
                      <a:moveTo>
                        <a:pt x="0" y="605"/>
                      </a:moveTo>
                      <a:lnTo>
                        <a:pt x="123" y="790"/>
                      </a:lnTo>
                      <a:lnTo>
                        <a:pt x="210" y="785"/>
                      </a:lnTo>
                      <a:lnTo>
                        <a:pt x="255" y="668"/>
                      </a:lnTo>
                      <a:lnTo>
                        <a:pt x="378" y="633"/>
                      </a:lnTo>
                      <a:lnTo>
                        <a:pt x="424" y="698"/>
                      </a:lnTo>
                      <a:lnTo>
                        <a:pt x="488" y="698"/>
                      </a:lnTo>
                      <a:lnTo>
                        <a:pt x="552" y="720"/>
                      </a:lnTo>
                      <a:lnTo>
                        <a:pt x="662" y="668"/>
                      </a:lnTo>
                      <a:lnTo>
                        <a:pt x="738" y="710"/>
                      </a:lnTo>
                      <a:lnTo>
                        <a:pt x="854" y="640"/>
                      </a:lnTo>
                      <a:lnTo>
                        <a:pt x="854" y="588"/>
                      </a:lnTo>
                      <a:lnTo>
                        <a:pt x="1023" y="389"/>
                      </a:lnTo>
                      <a:lnTo>
                        <a:pt x="1023" y="239"/>
                      </a:lnTo>
                      <a:lnTo>
                        <a:pt x="983" y="187"/>
                      </a:lnTo>
                      <a:lnTo>
                        <a:pt x="993" y="0"/>
                      </a:lnTo>
                      <a:lnTo>
                        <a:pt x="913" y="65"/>
                      </a:lnTo>
                      <a:lnTo>
                        <a:pt x="726" y="35"/>
                      </a:lnTo>
                      <a:lnTo>
                        <a:pt x="244" y="314"/>
                      </a:lnTo>
                      <a:lnTo>
                        <a:pt x="175" y="529"/>
                      </a:lnTo>
                      <a:lnTo>
                        <a:pt x="0" y="60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91" name=""/>
                <p:cNvSpPr/>
                <p:nvPr/>
              </p:nvSpPr>
              <p:spPr>
                <a:xfrm>
                  <a:off x="1099080" y="1437120"/>
                  <a:ext cx="124560" cy="115560"/>
                </a:xfrm>
                <a:custGeom>
                  <a:avLst/>
                  <a:gdLst/>
                  <a:ahLst/>
                  <a:rect l="l" t="t" r="r" b="b"/>
                  <a:pathLst>
                    <a:path w="982" h="935">
                      <a:moveTo>
                        <a:pt x="204" y="0"/>
                      </a:moveTo>
                      <a:lnTo>
                        <a:pt x="40" y="221"/>
                      </a:lnTo>
                      <a:lnTo>
                        <a:pt x="47" y="389"/>
                      </a:lnTo>
                      <a:lnTo>
                        <a:pt x="0" y="487"/>
                      </a:lnTo>
                      <a:lnTo>
                        <a:pt x="70" y="633"/>
                      </a:lnTo>
                      <a:lnTo>
                        <a:pt x="151" y="691"/>
                      </a:lnTo>
                      <a:lnTo>
                        <a:pt x="331" y="721"/>
                      </a:lnTo>
                      <a:lnTo>
                        <a:pt x="406" y="656"/>
                      </a:lnTo>
                      <a:lnTo>
                        <a:pt x="901" y="935"/>
                      </a:lnTo>
                      <a:lnTo>
                        <a:pt x="895" y="883"/>
                      </a:lnTo>
                      <a:lnTo>
                        <a:pt x="982" y="883"/>
                      </a:lnTo>
                      <a:lnTo>
                        <a:pt x="930" y="233"/>
                      </a:lnTo>
                      <a:lnTo>
                        <a:pt x="971" y="203"/>
                      </a:lnTo>
                      <a:lnTo>
                        <a:pt x="954" y="105"/>
                      </a:lnTo>
                      <a:lnTo>
                        <a:pt x="808" y="18"/>
                      </a:lnTo>
                      <a:lnTo>
                        <a:pt x="697" y="35"/>
                      </a:lnTo>
                      <a:lnTo>
                        <a:pt x="657" y="180"/>
                      </a:lnTo>
                      <a:lnTo>
                        <a:pt x="616" y="198"/>
                      </a:lnTo>
                      <a:lnTo>
                        <a:pt x="448" y="110"/>
                      </a:lnTo>
                      <a:lnTo>
                        <a:pt x="384" y="29"/>
                      </a:lnTo>
                      <a:lnTo>
                        <a:pt x="204"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92" name=""/>
                <p:cNvSpPr/>
                <p:nvPr/>
              </p:nvSpPr>
              <p:spPr>
                <a:xfrm>
                  <a:off x="1040040" y="1596600"/>
                  <a:ext cx="101160" cy="86040"/>
                </a:xfrm>
                <a:custGeom>
                  <a:avLst/>
                  <a:gdLst/>
                  <a:ahLst/>
                  <a:rect l="l" t="t" r="r" b="b"/>
                  <a:pathLst>
                    <a:path w="801" h="698">
                      <a:moveTo>
                        <a:pt x="731" y="7"/>
                      </a:moveTo>
                      <a:lnTo>
                        <a:pt x="801" y="146"/>
                      </a:lnTo>
                      <a:lnTo>
                        <a:pt x="708" y="251"/>
                      </a:lnTo>
                      <a:lnTo>
                        <a:pt x="725" y="291"/>
                      </a:lnTo>
                      <a:lnTo>
                        <a:pt x="633" y="349"/>
                      </a:lnTo>
                      <a:lnTo>
                        <a:pt x="626" y="471"/>
                      </a:lnTo>
                      <a:lnTo>
                        <a:pt x="574" y="511"/>
                      </a:lnTo>
                      <a:lnTo>
                        <a:pt x="546" y="471"/>
                      </a:lnTo>
                      <a:lnTo>
                        <a:pt x="476" y="476"/>
                      </a:lnTo>
                      <a:lnTo>
                        <a:pt x="382" y="633"/>
                      </a:lnTo>
                      <a:lnTo>
                        <a:pt x="301" y="698"/>
                      </a:lnTo>
                      <a:lnTo>
                        <a:pt x="208" y="680"/>
                      </a:lnTo>
                      <a:lnTo>
                        <a:pt x="127" y="558"/>
                      </a:lnTo>
                      <a:lnTo>
                        <a:pt x="10" y="535"/>
                      </a:lnTo>
                      <a:lnTo>
                        <a:pt x="0" y="356"/>
                      </a:lnTo>
                      <a:lnTo>
                        <a:pt x="75" y="297"/>
                      </a:lnTo>
                      <a:lnTo>
                        <a:pt x="98" y="239"/>
                      </a:lnTo>
                      <a:lnTo>
                        <a:pt x="92" y="192"/>
                      </a:lnTo>
                      <a:lnTo>
                        <a:pt x="87" y="157"/>
                      </a:lnTo>
                      <a:lnTo>
                        <a:pt x="132" y="35"/>
                      </a:lnTo>
                      <a:lnTo>
                        <a:pt x="255" y="0"/>
                      </a:lnTo>
                      <a:lnTo>
                        <a:pt x="301" y="65"/>
                      </a:lnTo>
                      <a:lnTo>
                        <a:pt x="371" y="65"/>
                      </a:lnTo>
                      <a:lnTo>
                        <a:pt x="429" y="87"/>
                      </a:lnTo>
                      <a:lnTo>
                        <a:pt x="539" y="35"/>
                      </a:lnTo>
                      <a:lnTo>
                        <a:pt x="615" y="77"/>
                      </a:lnTo>
                      <a:lnTo>
                        <a:pt x="731" y="7"/>
                      </a:lnTo>
                      <a:close/>
                    </a:path>
                  </a:pathLst>
                </a:custGeom>
                <a:solidFill>
                  <a:srgbClr val="ffffff"/>
                </a:solidFill>
                <a:ln w="9360">
                  <a:solidFill>
                    <a:srgbClr val="000000"/>
                  </a:solidFill>
                  <a:round/>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493" name=""/>
                <p:cNvSpPr/>
                <p:nvPr/>
              </p:nvSpPr>
              <p:spPr>
                <a:xfrm>
                  <a:off x="1132560" y="1518480"/>
                  <a:ext cx="83880" cy="141480"/>
                </a:xfrm>
                <a:custGeom>
                  <a:avLst/>
                  <a:gdLst/>
                  <a:ahLst/>
                  <a:rect l="l" t="t" r="r" b="b"/>
                  <a:pathLst>
                    <a:path w="657" h="1144">
                      <a:moveTo>
                        <a:pt x="0" y="640"/>
                      </a:moveTo>
                      <a:lnTo>
                        <a:pt x="105" y="732"/>
                      </a:lnTo>
                      <a:lnTo>
                        <a:pt x="122" y="919"/>
                      </a:lnTo>
                      <a:lnTo>
                        <a:pt x="41" y="919"/>
                      </a:lnTo>
                      <a:lnTo>
                        <a:pt x="129" y="1058"/>
                      </a:lnTo>
                      <a:lnTo>
                        <a:pt x="82" y="1144"/>
                      </a:lnTo>
                      <a:lnTo>
                        <a:pt x="320" y="1058"/>
                      </a:lnTo>
                      <a:lnTo>
                        <a:pt x="413" y="994"/>
                      </a:lnTo>
                      <a:lnTo>
                        <a:pt x="495" y="982"/>
                      </a:lnTo>
                      <a:lnTo>
                        <a:pt x="587" y="866"/>
                      </a:lnTo>
                      <a:lnTo>
                        <a:pt x="628" y="866"/>
                      </a:lnTo>
                      <a:lnTo>
                        <a:pt x="547" y="703"/>
                      </a:lnTo>
                      <a:lnTo>
                        <a:pt x="593" y="529"/>
                      </a:lnTo>
                      <a:lnTo>
                        <a:pt x="657" y="511"/>
                      </a:lnTo>
                      <a:lnTo>
                        <a:pt x="634" y="279"/>
                      </a:lnTo>
                      <a:lnTo>
                        <a:pt x="139" y="0"/>
                      </a:lnTo>
                      <a:lnTo>
                        <a:pt x="129" y="187"/>
                      </a:lnTo>
                      <a:lnTo>
                        <a:pt x="169" y="239"/>
                      </a:lnTo>
                      <a:lnTo>
                        <a:pt x="169" y="389"/>
                      </a:lnTo>
                      <a:lnTo>
                        <a:pt x="0" y="588"/>
                      </a:lnTo>
                      <a:lnTo>
                        <a:pt x="0" y="628"/>
                      </a:lnTo>
                      <a:lnTo>
                        <a:pt x="0" y="64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94" name=""/>
                <p:cNvSpPr/>
                <p:nvPr/>
              </p:nvSpPr>
              <p:spPr>
                <a:xfrm>
                  <a:off x="1216800" y="1448280"/>
                  <a:ext cx="92160" cy="81000"/>
                </a:xfrm>
                <a:custGeom>
                  <a:avLst/>
                  <a:gdLst/>
                  <a:ahLst/>
                  <a:rect l="l" t="t" r="r" b="b"/>
                  <a:pathLst>
                    <a:path w="727" h="655">
                      <a:moveTo>
                        <a:pt x="24" y="10"/>
                      </a:moveTo>
                      <a:lnTo>
                        <a:pt x="256" y="80"/>
                      </a:lnTo>
                      <a:lnTo>
                        <a:pt x="366" y="0"/>
                      </a:lnTo>
                      <a:lnTo>
                        <a:pt x="546" y="45"/>
                      </a:lnTo>
                      <a:lnTo>
                        <a:pt x="598" y="115"/>
                      </a:lnTo>
                      <a:lnTo>
                        <a:pt x="605" y="150"/>
                      </a:lnTo>
                      <a:lnTo>
                        <a:pt x="581" y="261"/>
                      </a:lnTo>
                      <a:lnTo>
                        <a:pt x="488" y="162"/>
                      </a:lnTo>
                      <a:lnTo>
                        <a:pt x="430" y="127"/>
                      </a:lnTo>
                      <a:lnTo>
                        <a:pt x="465" y="232"/>
                      </a:lnTo>
                      <a:lnTo>
                        <a:pt x="727" y="609"/>
                      </a:lnTo>
                      <a:lnTo>
                        <a:pt x="41" y="655"/>
                      </a:lnTo>
                      <a:lnTo>
                        <a:pt x="0" y="145"/>
                      </a:lnTo>
                      <a:lnTo>
                        <a:pt x="41" y="115"/>
                      </a:lnTo>
                      <a:lnTo>
                        <a:pt x="24" y="10"/>
                      </a:lnTo>
                      <a:close/>
                    </a:path>
                  </a:pathLst>
                </a:custGeom>
                <a:solidFill>
                  <a:srgbClr val="ffffff"/>
                </a:solidFill>
                <a:ln w="9360">
                  <a:solidFill>
                    <a:srgbClr val="00000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8495" name=""/>
                <p:cNvSpPr/>
                <p:nvPr/>
              </p:nvSpPr>
              <p:spPr>
                <a:xfrm>
                  <a:off x="1089000" y="1597680"/>
                  <a:ext cx="62640" cy="99720"/>
                </a:xfrm>
                <a:custGeom>
                  <a:avLst/>
                  <a:gdLst/>
                  <a:ahLst/>
                  <a:rect l="l" t="t" r="r" b="b"/>
                  <a:pathLst>
                    <a:path w="495" h="807">
                      <a:moveTo>
                        <a:pt x="0" y="626"/>
                      </a:moveTo>
                      <a:lnTo>
                        <a:pt x="87" y="679"/>
                      </a:lnTo>
                      <a:lnTo>
                        <a:pt x="82" y="807"/>
                      </a:lnTo>
                      <a:lnTo>
                        <a:pt x="495" y="807"/>
                      </a:lnTo>
                      <a:lnTo>
                        <a:pt x="488" y="720"/>
                      </a:lnTo>
                      <a:lnTo>
                        <a:pt x="408" y="574"/>
                      </a:lnTo>
                      <a:lnTo>
                        <a:pt x="483" y="412"/>
                      </a:lnTo>
                      <a:lnTo>
                        <a:pt x="390" y="279"/>
                      </a:lnTo>
                      <a:lnTo>
                        <a:pt x="471" y="279"/>
                      </a:lnTo>
                      <a:lnTo>
                        <a:pt x="454" y="92"/>
                      </a:lnTo>
                      <a:lnTo>
                        <a:pt x="349" y="0"/>
                      </a:lnTo>
                      <a:lnTo>
                        <a:pt x="419" y="139"/>
                      </a:lnTo>
                      <a:lnTo>
                        <a:pt x="314" y="244"/>
                      </a:lnTo>
                      <a:lnTo>
                        <a:pt x="343" y="284"/>
                      </a:lnTo>
                      <a:lnTo>
                        <a:pt x="251" y="337"/>
                      </a:lnTo>
                      <a:lnTo>
                        <a:pt x="244" y="447"/>
                      </a:lnTo>
                      <a:lnTo>
                        <a:pt x="192" y="504"/>
                      </a:lnTo>
                      <a:lnTo>
                        <a:pt x="164" y="464"/>
                      </a:lnTo>
                      <a:lnTo>
                        <a:pt x="94" y="469"/>
                      </a:lnTo>
                      <a:lnTo>
                        <a:pt x="0" y="626"/>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96" name=""/>
                <p:cNvSpPr/>
                <p:nvPr/>
              </p:nvSpPr>
              <p:spPr>
                <a:xfrm>
                  <a:off x="1202400" y="1523160"/>
                  <a:ext cx="129960" cy="158400"/>
                </a:xfrm>
                <a:custGeom>
                  <a:avLst/>
                  <a:gdLst/>
                  <a:ahLst/>
                  <a:rect l="l" t="t" r="r" b="b"/>
                  <a:pathLst>
                    <a:path w="1028" h="1284">
                      <a:moveTo>
                        <a:pt x="848" y="0"/>
                      </a:moveTo>
                      <a:lnTo>
                        <a:pt x="157" y="46"/>
                      </a:lnTo>
                      <a:lnTo>
                        <a:pt x="168" y="186"/>
                      </a:lnTo>
                      <a:lnTo>
                        <a:pt x="75" y="180"/>
                      </a:lnTo>
                      <a:lnTo>
                        <a:pt x="110" y="470"/>
                      </a:lnTo>
                      <a:lnTo>
                        <a:pt x="46" y="488"/>
                      </a:lnTo>
                      <a:lnTo>
                        <a:pt x="0" y="662"/>
                      </a:lnTo>
                      <a:lnTo>
                        <a:pt x="116" y="918"/>
                      </a:lnTo>
                      <a:lnTo>
                        <a:pt x="220" y="1000"/>
                      </a:lnTo>
                      <a:lnTo>
                        <a:pt x="232" y="1035"/>
                      </a:lnTo>
                      <a:lnTo>
                        <a:pt x="307" y="1075"/>
                      </a:lnTo>
                      <a:lnTo>
                        <a:pt x="354" y="1185"/>
                      </a:lnTo>
                      <a:lnTo>
                        <a:pt x="412" y="1220"/>
                      </a:lnTo>
                      <a:lnTo>
                        <a:pt x="470" y="1220"/>
                      </a:lnTo>
                      <a:lnTo>
                        <a:pt x="499" y="1243"/>
                      </a:lnTo>
                      <a:lnTo>
                        <a:pt x="522" y="1214"/>
                      </a:lnTo>
                      <a:lnTo>
                        <a:pt x="587" y="1284"/>
                      </a:lnTo>
                      <a:lnTo>
                        <a:pt x="726" y="1272"/>
                      </a:lnTo>
                      <a:lnTo>
                        <a:pt x="848" y="1202"/>
                      </a:lnTo>
                      <a:lnTo>
                        <a:pt x="930" y="1197"/>
                      </a:lnTo>
                      <a:lnTo>
                        <a:pt x="912" y="1127"/>
                      </a:lnTo>
                      <a:lnTo>
                        <a:pt x="825" y="1092"/>
                      </a:lnTo>
                      <a:lnTo>
                        <a:pt x="819" y="982"/>
                      </a:lnTo>
                      <a:lnTo>
                        <a:pt x="743" y="988"/>
                      </a:lnTo>
                      <a:lnTo>
                        <a:pt x="743" y="948"/>
                      </a:lnTo>
                      <a:lnTo>
                        <a:pt x="825" y="883"/>
                      </a:lnTo>
                      <a:lnTo>
                        <a:pt x="831" y="773"/>
                      </a:lnTo>
                      <a:lnTo>
                        <a:pt x="941" y="610"/>
                      </a:lnTo>
                      <a:lnTo>
                        <a:pt x="923" y="488"/>
                      </a:lnTo>
                      <a:lnTo>
                        <a:pt x="941" y="390"/>
                      </a:lnTo>
                      <a:lnTo>
                        <a:pt x="1028" y="296"/>
                      </a:lnTo>
                      <a:lnTo>
                        <a:pt x="935" y="244"/>
                      </a:lnTo>
                      <a:lnTo>
                        <a:pt x="923" y="122"/>
                      </a:lnTo>
                      <a:lnTo>
                        <a:pt x="848"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97" name=""/>
                <p:cNvSpPr/>
                <p:nvPr/>
              </p:nvSpPr>
              <p:spPr>
                <a:xfrm>
                  <a:off x="1140480" y="1624320"/>
                  <a:ext cx="106200" cy="64080"/>
                </a:xfrm>
                <a:custGeom>
                  <a:avLst/>
                  <a:gdLst/>
                  <a:ahLst/>
                  <a:rect l="l" t="t" r="r" b="b"/>
                  <a:pathLst>
                    <a:path w="842" h="517">
                      <a:moveTo>
                        <a:pt x="35" y="279"/>
                      </a:moveTo>
                      <a:lnTo>
                        <a:pt x="0" y="354"/>
                      </a:lnTo>
                      <a:lnTo>
                        <a:pt x="75" y="500"/>
                      </a:lnTo>
                      <a:lnTo>
                        <a:pt x="145" y="459"/>
                      </a:lnTo>
                      <a:lnTo>
                        <a:pt x="267" y="517"/>
                      </a:lnTo>
                      <a:lnTo>
                        <a:pt x="290" y="418"/>
                      </a:lnTo>
                      <a:lnTo>
                        <a:pt x="359" y="383"/>
                      </a:lnTo>
                      <a:lnTo>
                        <a:pt x="516" y="430"/>
                      </a:lnTo>
                      <a:lnTo>
                        <a:pt x="621" y="366"/>
                      </a:lnTo>
                      <a:lnTo>
                        <a:pt x="691" y="371"/>
                      </a:lnTo>
                      <a:lnTo>
                        <a:pt x="749" y="343"/>
                      </a:lnTo>
                      <a:lnTo>
                        <a:pt x="842" y="361"/>
                      </a:lnTo>
                      <a:lnTo>
                        <a:pt x="795" y="256"/>
                      </a:lnTo>
                      <a:lnTo>
                        <a:pt x="720" y="216"/>
                      </a:lnTo>
                      <a:lnTo>
                        <a:pt x="715" y="181"/>
                      </a:lnTo>
                      <a:lnTo>
                        <a:pt x="621" y="111"/>
                      </a:lnTo>
                      <a:lnTo>
                        <a:pt x="563" y="0"/>
                      </a:lnTo>
                      <a:lnTo>
                        <a:pt x="528" y="6"/>
                      </a:lnTo>
                      <a:lnTo>
                        <a:pt x="436" y="122"/>
                      </a:lnTo>
                      <a:lnTo>
                        <a:pt x="354" y="134"/>
                      </a:lnTo>
                      <a:lnTo>
                        <a:pt x="267" y="192"/>
                      </a:lnTo>
                      <a:lnTo>
                        <a:pt x="35" y="279"/>
                      </a:lnTo>
                      <a:close/>
                    </a:path>
                  </a:pathLst>
                </a:custGeom>
                <a:solidFill>
                  <a:srgbClr val="ffffff"/>
                </a:solidFill>
                <a:ln w="9360">
                  <a:solidFill>
                    <a:srgbClr val="000000"/>
                  </a:solidFill>
                  <a:round/>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8498" name=""/>
                <p:cNvSpPr/>
                <p:nvPr/>
              </p:nvSpPr>
              <p:spPr>
                <a:xfrm>
                  <a:off x="1297080" y="1559880"/>
                  <a:ext cx="118440" cy="121680"/>
                </a:xfrm>
                <a:custGeom>
                  <a:avLst/>
                  <a:gdLst/>
                  <a:ahLst/>
                  <a:rect l="l" t="t" r="r" b="b"/>
                  <a:pathLst>
                    <a:path w="942" h="988">
                      <a:moveTo>
                        <a:pt x="280" y="0"/>
                      </a:moveTo>
                      <a:lnTo>
                        <a:pt x="361" y="186"/>
                      </a:lnTo>
                      <a:lnTo>
                        <a:pt x="581" y="343"/>
                      </a:lnTo>
                      <a:lnTo>
                        <a:pt x="518" y="407"/>
                      </a:lnTo>
                      <a:lnTo>
                        <a:pt x="506" y="477"/>
                      </a:lnTo>
                      <a:lnTo>
                        <a:pt x="634" y="453"/>
                      </a:lnTo>
                      <a:lnTo>
                        <a:pt x="593" y="500"/>
                      </a:lnTo>
                      <a:lnTo>
                        <a:pt x="658" y="593"/>
                      </a:lnTo>
                      <a:lnTo>
                        <a:pt x="756" y="640"/>
                      </a:lnTo>
                      <a:lnTo>
                        <a:pt x="942" y="640"/>
                      </a:lnTo>
                      <a:lnTo>
                        <a:pt x="797" y="831"/>
                      </a:lnTo>
                      <a:lnTo>
                        <a:pt x="529" y="953"/>
                      </a:lnTo>
                      <a:lnTo>
                        <a:pt x="454" y="924"/>
                      </a:lnTo>
                      <a:lnTo>
                        <a:pt x="402" y="988"/>
                      </a:lnTo>
                      <a:lnTo>
                        <a:pt x="332" y="982"/>
                      </a:lnTo>
                      <a:lnTo>
                        <a:pt x="239" y="894"/>
                      </a:lnTo>
                      <a:lnTo>
                        <a:pt x="187" y="894"/>
                      </a:lnTo>
                      <a:lnTo>
                        <a:pt x="169" y="831"/>
                      </a:lnTo>
                      <a:lnTo>
                        <a:pt x="82" y="796"/>
                      </a:lnTo>
                      <a:lnTo>
                        <a:pt x="76" y="686"/>
                      </a:lnTo>
                      <a:lnTo>
                        <a:pt x="0" y="692"/>
                      </a:lnTo>
                      <a:lnTo>
                        <a:pt x="0" y="652"/>
                      </a:lnTo>
                      <a:lnTo>
                        <a:pt x="82" y="587"/>
                      </a:lnTo>
                      <a:lnTo>
                        <a:pt x="88" y="477"/>
                      </a:lnTo>
                      <a:lnTo>
                        <a:pt x="198" y="314"/>
                      </a:lnTo>
                      <a:lnTo>
                        <a:pt x="180" y="186"/>
                      </a:lnTo>
                      <a:lnTo>
                        <a:pt x="198" y="94"/>
                      </a:lnTo>
                      <a:lnTo>
                        <a:pt x="28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499" name=""/>
                <p:cNvSpPr/>
                <p:nvPr/>
              </p:nvSpPr>
              <p:spPr>
                <a:xfrm>
                  <a:off x="1361880" y="1602360"/>
                  <a:ext cx="15120" cy="16560"/>
                </a:xfrm>
                <a:custGeom>
                  <a:avLst/>
                  <a:gdLst/>
                  <a:ahLst/>
                  <a:rect l="l" t="t" r="r" b="b"/>
                  <a:pathLst>
                    <a:path w="122" h="134">
                      <a:moveTo>
                        <a:pt x="64" y="0"/>
                      </a:moveTo>
                      <a:lnTo>
                        <a:pt x="6" y="64"/>
                      </a:lnTo>
                      <a:lnTo>
                        <a:pt x="0" y="134"/>
                      </a:lnTo>
                      <a:lnTo>
                        <a:pt x="122" y="110"/>
                      </a:lnTo>
                      <a:lnTo>
                        <a:pt x="64" y="0"/>
                      </a:lnTo>
                      <a:close/>
                    </a:path>
                  </a:pathLst>
                </a:custGeom>
                <a:solidFill>
                  <a:srgbClr val="ffffff"/>
                </a:solidFill>
                <a:ln w="9360">
                  <a:solidFill>
                    <a:srgbClr val="000000"/>
                  </a:solidFill>
                  <a:round/>
                </a:ln>
              </p:spPr>
              <p:style>
                <a:lnRef idx="0"/>
                <a:fillRef idx="0"/>
                <a:effectRef idx="0"/>
                <a:fontRef idx="minor"/>
              </p:style>
              <p:txBody>
                <a:bodyPr lIns="90000" rIns="90000" tIns="-30240" bIns="-30240" anchor="t">
                  <a:noAutofit/>
                </a:bodyPr>
                <a:p>
                  <a:endParaRPr b="0" lang="en-US" sz="2400" spc="-1" strike="noStrike">
                    <a:solidFill>
                      <a:srgbClr val="000000"/>
                    </a:solidFill>
                    <a:latin typeface="Times New Roman"/>
                  </a:endParaRPr>
                </a:p>
              </p:txBody>
            </p:sp>
            <p:sp>
              <p:nvSpPr>
                <p:cNvPr id="8500" name=""/>
                <p:cNvSpPr/>
                <p:nvPr/>
              </p:nvSpPr>
              <p:spPr>
                <a:xfrm>
                  <a:off x="1358640" y="1606320"/>
                  <a:ext cx="83160" cy="114840"/>
                </a:xfrm>
                <a:custGeom>
                  <a:avLst/>
                  <a:gdLst/>
                  <a:ahLst/>
                  <a:rect l="l" t="t" r="r" b="b"/>
                  <a:pathLst>
                    <a:path w="651" h="929">
                      <a:moveTo>
                        <a:pt x="140" y="75"/>
                      </a:moveTo>
                      <a:lnTo>
                        <a:pt x="157" y="117"/>
                      </a:lnTo>
                      <a:lnTo>
                        <a:pt x="297" y="105"/>
                      </a:lnTo>
                      <a:lnTo>
                        <a:pt x="436" y="87"/>
                      </a:lnTo>
                      <a:lnTo>
                        <a:pt x="535" y="58"/>
                      </a:lnTo>
                      <a:lnTo>
                        <a:pt x="611" y="0"/>
                      </a:lnTo>
                      <a:lnTo>
                        <a:pt x="651" y="82"/>
                      </a:lnTo>
                      <a:lnTo>
                        <a:pt x="448" y="540"/>
                      </a:lnTo>
                      <a:lnTo>
                        <a:pt x="35" y="929"/>
                      </a:lnTo>
                      <a:lnTo>
                        <a:pt x="0" y="848"/>
                      </a:lnTo>
                      <a:lnTo>
                        <a:pt x="30" y="575"/>
                      </a:lnTo>
                      <a:lnTo>
                        <a:pt x="303" y="453"/>
                      </a:lnTo>
                      <a:lnTo>
                        <a:pt x="448" y="262"/>
                      </a:lnTo>
                      <a:lnTo>
                        <a:pt x="262" y="262"/>
                      </a:lnTo>
                      <a:lnTo>
                        <a:pt x="164" y="215"/>
                      </a:lnTo>
                      <a:lnTo>
                        <a:pt x="99" y="122"/>
                      </a:lnTo>
                      <a:lnTo>
                        <a:pt x="140" y="7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01" name=""/>
                <p:cNvSpPr/>
                <p:nvPr/>
              </p:nvSpPr>
              <p:spPr>
                <a:xfrm>
                  <a:off x="1096920" y="1696680"/>
                  <a:ext cx="15120" cy="9720"/>
                </a:xfrm>
                <a:custGeom>
                  <a:avLst/>
                  <a:gdLst/>
                  <a:ahLst/>
                  <a:rect l="l" t="t" r="r" b="b"/>
                  <a:pathLst>
                    <a:path w="122" h="81">
                      <a:moveTo>
                        <a:pt x="18" y="0"/>
                      </a:moveTo>
                      <a:lnTo>
                        <a:pt x="122" y="6"/>
                      </a:lnTo>
                      <a:lnTo>
                        <a:pt x="111" y="81"/>
                      </a:lnTo>
                      <a:lnTo>
                        <a:pt x="0" y="76"/>
                      </a:lnTo>
                      <a:lnTo>
                        <a:pt x="18" y="0"/>
                      </a:lnTo>
                      <a:close/>
                    </a:path>
                  </a:pathLst>
                </a:custGeom>
                <a:solidFill>
                  <a:srgbClr val="ffffff"/>
                </a:solidFill>
                <a:ln w="9360">
                  <a:solidFill>
                    <a:srgbClr val="000000"/>
                  </a:solidFill>
                  <a:round/>
                </a:ln>
              </p:spPr>
              <p:style>
                <a:lnRef idx="0"/>
                <a:fillRef idx="0"/>
                <a:effectRef idx="0"/>
                <a:fontRef idx="minor"/>
              </p:style>
              <p:txBody>
                <a:bodyPr lIns="90000" rIns="90000" tIns="-37080" bIns="-37080" anchor="t">
                  <a:noAutofit/>
                </a:bodyPr>
                <a:p>
                  <a:endParaRPr b="0" lang="en-US" sz="2400" spc="-1" strike="noStrike">
                    <a:solidFill>
                      <a:srgbClr val="000000"/>
                    </a:solidFill>
                    <a:latin typeface="Times New Roman"/>
                  </a:endParaRPr>
                </a:p>
              </p:txBody>
            </p:sp>
            <p:sp>
              <p:nvSpPr>
                <p:cNvPr id="8502" name=""/>
                <p:cNvSpPr/>
                <p:nvPr/>
              </p:nvSpPr>
              <p:spPr>
                <a:xfrm>
                  <a:off x="1091880" y="1697400"/>
                  <a:ext cx="47520" cy="58320"/>
                </a:xfrm>
                <a:custGeom>
                  <a:avLst/>
                  <a:gdLst/>
                  <a:ahLst/>
                  <a:rect l="l" t="t" r="r" b="b"/>
                  <a:pathLst>
                    <a:path w="371" h="476">
                      <a:moveTo>
                        <a:pt x="156" y="0"/>
                      </a:moveTo>
                      <a:lnTo>
                        <a:pt x="308" y="0"/>
                      </a:lnTo>
                      <a:lnTo>
                        <a:pt x="313" y="52"/>
                      </a:lnTo>
                      <a:lnTo>
                        <a:pt x="354" y="46"/>
                      </a:lnTo>
                      <a:lnTo>
                        <a:pt x="371" y="307"/>
                      </a:lnTo>
                      <a:lnTo>
                        <a:pt x="191" y="319"/>
                      </a:lnTo>
                      <a:lnTo>
                        <a:pt x="203" y="476"/>
                      </a:lnTo>
                      <a:lnTo>
                        <a:pt x="151" y="389"/>
                      </a:lnTo>
                      <a:lnTo>
                        <a:pt x="46" y="290"/>
                      </a:lnTo>
                      <a:lnTo>
                        <a:pt x="0" y="203"/>
                      </a:lnTo>
                      <a:lnTo>
                        <a:pt x="34" y="70"/>
                      </a:lnTo>
                      <a:lnTo>
                        <a:pt x="145" y="75"/>
                      </a:lnTo>
                      <a:lnTo>
                        <a:pt x="156" y="0"/>
                      </a:lnTo>
                      <a:close/>
                    </a:path>
                  </a:pathLst>
                </a:custGeom>
                <a:solidFill>
                  <a:srgbClr val="ffffff"/>
                </a:solidFill>
                <a:ln w="9360">
                  <a:solidFill>
                    <a:srgbClr val="000000"/>
                  </a:solidFill>
                  <a:round/>
                </a:ln>
              </p:spPr>
              <p:style>
                <a:lnRef idx="0"/>
                <a:fillRef idx="0"/>
                <a:effectRef idx="0"/>
                <a:fontRef idx="minor"/>
              </p:style>
              <p:txBody>
                <a:bodyPr lIns="90000" rIns="90000" tIns="11520" bIns="11520" anchor="t">
                  <a:noAutofit/>
                </a:bodyPr>
                <a:p>
                  <a:endParaRPr b="0" lang="en-US" sz="2400" spc="-1" strike="noStrike">
                    <a:solidFill>
                      <a:srgbClr val="000000"/>
                    </a:solidFill>
                    <a:latin typeface="Times New Roman"/>
                  </a:endParaRPr>
                </a:p>
              </p:txBody>
            </p:sp>
            <p:sp>
              <p:nvSpPr>
                <p:cNvPr id="8503" name=""/>
                <p:cNvSpPr/>
                <p:nvPr/>
              </p:nvSpPr>
              <p:spPr>
                <a:xfrm>
                  <a:off x="1116360" y="1681920"/>
                  <a:ext cx="57600" cy="73080"/>
                </a:xfrm>
                <a:custGeom>
                  <a:avLst/>
                  <a:gdLst/>
                  <a:ahLst/>
                  <a:rect l="l" t="t" r="r" b="b"/>
                  <a:pathLst>
                    <a:path w="454" h="599">
                      <a:moveTo>
                        <a:pt x="0" y="447"/>
                      </a:moveTo>
                      <a:lnTo>
                        <a:pt x="12" y="599"/>
                      </a:lnTo>
                      <a:lnTo>
                        <a:pt x="82" y="592"/>
                      </a:lnTo>
                      <a:lnTo>
                        <a:pt x="122" y="552"/>
                      </a:lnTo>
                      <a:lnTo>
                        <a:pt x="204" y="557"/>
                      </a:lnTo>
                      <a:lnTo>
                        <a:pt x="285" y="512"/>
                      </a:lnTo>
                      <a:lnTo>
                        <a:pt x="291" y="395"/>
                      </a:lnTo>
                      <a:lnTo>
                        <a:pt x="413" y="279"/>
                      </a:lnTo>
                      <a:lnTo>
                        <a:pt x="454" y="58"/>
                      </a:lnTo>
                      <a:lnTo>
                        <a:pt x="332" y="0"/>
                      </a:lnTo>
                      <a:lnTo>
                        <a:pt x="267" y="41"/>
                      </a:lnTo>
                      <a:lnTo>
                        <a:pt x="274" y="128"/>
                      </a:lnTo>
                      <a:lnTo>
                        <a:pt x="117" y="128"/>
                      </a:lnTo>
                      <a:lnTo>
                        <a:pt x="122" y="180"/>
                      </a:lnTo>
                      <a:lnTo>
                        <a:pt x="169" y="186"/>
                      </a:lnTo>
                      <a:lnTo>
                        <a:pt x="180" y="435"/>
                      </a:lnTo>
                      <a:lnTo>
                        <a:pt x="0" y="447"/>
                      </a:lnTo>
                      <a:close/>
                    </a:path>
                  </a:pathLst>
                </a:custGeom>
                <a:solidFill>
                  <a:srgbClr val="ffffff"/>
                </a:solidFill>
                <a:ln w="9360">
                  <a:solidFill>
                    <a:srgbClr val="000000"/>
                  </a:solidFill>
                  <a:round/>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8504" name=""/>
                <p:cNvSpPr/>
                <p:nvPr/>
              </p:nvSpPr>
              <p:spPr>
                <a:xfrm>
                  <a:off x="1117440" y="1753920"/>
                  <a:ext cx="10080" cy="9720"/>
                </a:xfrm>
                <a:custGeom>
                  <a:avLst/>
                  <a:gdLst/>
                  <a:ahLst/>
                  <a:rect l="l" t="t" r="r" b="b"/>
                  <a:pathLst>
                    <a:path w="76" h="82">
                      <a:moveTo>
                        <a:pt x="76" y="0"/>
                      </a:moveTo>
                      <a:lnTo>
                        <a:pt x="0" y="5"/>
                      </a:lnTo>
                      <a:lnTo>
                        <a:pt x="41" y="82"/>
                      </a:lnTo>
                      <a:lnTo>
                        <a:pt x="76" y="0"/>
                      </a:lnTo>
                      <a:close/>
                    </a:path>
                  </a:pathLst>
                </a:custGeom>
                <a:solidFill>
                  <a:srgbClr val="ffffff"/>
                </a:solidFill>
                <a:ln w="9360">
                  <a:solidFill>
                    <a:srgbClr val="000000"/>
                  </a:solidFill>
                  <a:round/>
                </a:ln>
              </p:spPr>
              <p:style>
                <a:lnRef idx="0"/>
                <a:fillRef idx="0"/>
                <a:effectRef idx="0"/>
                <a:fontRef idx="minor"/>
              </p:style>
              <p:txBody>
                <a:bodyPr lIns="90000" rIns="90000" tIns="-37080" bIns="-37080" anchor="t">
                  <a:noAutofit/>
                </a:bodyPr>
                <a:p>
                  <a:endParaRPr b="0" lang="en-US" sz="2400" spc="-1" strike="noStrike">
                    <a:solidFill>
                      <a:srgbClr val="000000"/>
                    </a:solidFill>
                    <a:latin typeface="Times New Roman"/>
                  </a:endParaRPr>
                </a:p>
              </p:txBody>
            </p:sp>
            <p:sp>
              <p:nvSpPr>
                <p:cNvPr id="8505" name=""/>
                <p:cNvSpPr/>
                <p:nvPr/>
              </p:nvSpPr>
              <p:spPr>
                <a:xfrm>
                  <a:off x="1122480" y="1666800"/>
                  <a:ext cx="158040" cy="156240"/>
                </a:xfrm>
                <a:custGeom>
                  <a:avLst/>
                  <a:gdLst/>
                  <a:ahLst/>
                  <a:rect l="l" t="t" r="r" b="b"/>
                  <a:pathLst>
                    <a:path w="1244" h="1266">
                      <a:moveTo>
                        <a:pt x="0" y="785"/>
                      </a:moveTo>
                      <a:lnTo>
                        <a:pt x="35" y="703"/>
                      </a:lnTo>
                      <a:lnTo>
                        <a:pt x="75" y="668"/>
                      </a:lnTo>
                      <a:lnTo>
                        <a:pt x="116" y="663"/>
                      </a:lnTo>
                      <a:lnTo>
                        <a:pt x="168" y="673"/>
                      </a:lnTo>
                      <a:lnTo>
                        <a:pt x="238" y="628"/>
                      </a:lnTo>
                      <a:lnTo>
                        <a:pt x="244" y="511"/>
                      </a:lnTo>
                      <a:lnTo>
                        <a:pt x="366" y="395"/>
                      </a:lnTo>
                      <a:lnTo>
                        <a:pt x="430" y="75"/>
                      </a:lnTo>
                      <a:lnTo>
                        <a:pt x="499" y="40"/>
                      </a:lnTo>
                      <a:lnTo>
                        <a:pt x="656" y="87"/>
                      </a:lnTo>
                      <a:lnTo>
                        <a:pt x="773" y="18"/>
                      </a:lnTo>
                      <a:lnTo>
                        <a:pt x="831" y="28"/>
                      </a:lnTo>
                      <a:lnTo>
                        <a:pt x="889" y="0"/>
                      </a:lnTo>
                      <a:lnTo>
                        <a:pt x="976" y="23"/>
                      </a:lnTo>
                      <a:lnTo>
                        <a:pt x="1040" y="58"/>
                      </a:lnTo>
                      <a:lnTo>
                        <a:pt x="1098" y="58"/>
                      </a:lnTo>
                      <a:lnTo>
                        <a:pt x="1127" y="81"/>
                      </a:lnTo>
                      <a:lnTo>
                        <a:pt x="1150" y="52"/>
                      </a:lnTo>
                      <a:lnTo>
                        <a:pt x="1215" y="128"/>
                      </a:lnTo>
                      <a:lnTo>
                        <a:pt x="1220" y="185"/>
                      </a:lnTo>
                      <a:lnTo>
                        <a:pt x="1244" y="227"/>
                      </a:lnTo>
                      <a:lnTo>
                        <a:pt x="1168" y="296"/>
                      </a:lnTo>
                      <a:lnTo>
                        <a:pt x="1139" y="453"/>
                      </a:lnTo>
                      <a:lnTo>
                        <a:pt x="1115" y="511"/>
                      </a:lnTo>
                      <a:lnTo>
                        <a:pt x="1115" y="761"/>
                      </a:lnTo>
                      <a:lnTo>
                        <a:pt x="1197" y="842"/>
                      </a:lnTo>
                      <a:lnTo>
                        <a:pt x="1197" y="883"/>
                      </a:lnTo>
                      <a:lnTo>
                        <a:pt x="1070" y="900"/>
                      </a:lnTo>
                      <a:lnTo>
                        <a:pt x="1035" y="1022"/>
                      </a:lnTo>
                      <a:lnTo>
                        <a:pt x="1092" y="1029"/>
                      </a:lnTo>
                      <a:lnTo>
                        <a:pt x="1058" y="1144"/>
                      </a:lnTo>
                      <a:lnTo>
                        <a:pt x="1133" y="1179"/>
                      </a:lnTo>
                      <a:lnTo>
                        <a:pt x="1162" y="1156"/>
                      </a:lnTo>
                      <a:lnTo>
                        <a:pt x="1168" y="1266"/>
                      </a:lnTo>
                      <a:lnTo>
                        <a:pt x="1110" y="1266"/>
                      </a:lnTo>
                      <a:lnTo>
                        <a:pt x="965" y="1156"/>
                      </a:lnTo>
                      <a:lnTo>
                        <a:pt x="965" y="1179"/>
                      </a:lnTo>
                      <a:lnTo>
                        <a:pt x="923" y="1179"/>
                      </a:lnTo>
                      <a:lnTo>
                        <a:pt x="837" y="1116"/>
                      </a:lnTo>
                      <a:lnTo>
                        <a:pt x="785" y="1121"/>
                      </a:lnTo>
                      <a:lnTo>
                        <a:pt x="779" y="1092"/>
                      </a:lnTo>
                      <a:lnTo>
                        <a:pt x="651" y="1104"/>
                      </a:lnTo>
                      <a:lnTo>
                        <a:pt x="599" y="854"/>
                      </a:lnTo>
                      <a:lnTo>
                        <a:pt x="564" y="854"/>
                      </a:lnTo>
                      <a:lnTo>
                        <a:pt x="552" y="813"/>
                      </a:lnTo>
                      <a:lnTo>
                        <a:pt x="494" y="819"/>
                      </a:lnTo>
                      <a:lnTo>
                        <a:pt x="489" y="889"/>
                      </a:lnTo>
                      <a:lnTo>
                        <a:pt x="343" y="900"/>
                      </a:lnTo>
                      <a:lnTo>
                        <a:pt x="337" y="872"/>
                      </a:lnTo>
                      <a:lnTo>
                        <a:pt x="314" y="872"/>
                      </a:lnTo>
                      <a:lnTo>
                        <a:pt x="273" y="750"/>
                      </a:lnTo>
                      <a:lnTo>
                        <a:pt x="0" y="78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06" name=""/>
                <p:cNvSpPr/>
                <p:nvPr/>
              </p:nvSpPr>
              <p:spPr>
                <a:xfrm>
                  <a:off x="1267560" y="1673640"/>
                  <a:ext cx="43200" cy="47520"/>
                </a:xfrm>
                <a:custGeom>
                  <a:avLst/>
                  <a:gdLst/>
                  <a:ahLst/>
                  <a:rect l="l" t="t" r="r" b="b"/>
                  <a:pathLst>
                    <a:path w="343" h="383">
                      <a:moveTo>
                        <a:pt x="291" y="0"/>
                      </a:moveTo>
                      <a:lnTo>
                        <a:pt x="343" y="169"/>
                      </a:lnTo>
                      <a:lnTo>
                        <a:pt x="291" y="244"/>
                      </a:lnTo>
                      <a:lnTo>
                        <a:pt x="267" y="261"/>
                      </a:lnTo>
                      <a:lnTo>
                        <a:pt x="256" y="343"/>
                      </a:lnTo>
                      <a:lnTo>
                        <a:pt x="0" y="383"/>
                      </a:lnTo>
                      <a:lnTo>
                        <a:pt x="23" y="238"/>
                      </a:lnTo>
                      <a:lnTo>
                        <a:pt x="99" y="169"/>
                      </a:lnTo>
                      <a:lnTo>
                        <a:pt x="75" y="127"/>
                      </a:lnTo>
                      <a:lnTo>
                        <a:pt x="70" y="64"/>
                      </a:lnTo>
                      <a:lnTo>
                        <a:pt x="214" y="52"/>
                      </a:lnTo>
                      <a:lnTo>
                        <a:pt x="291" y="0"/>
                      </a:lnTo>
                      <a:close/>
                    </a:path>
                  </a:pathLst>
                </a:custGeom>
                <a:solidFill>
                  <a:srgbClr val="ffffff"/>
                </a:solidFill>
                <a:ln w="9360">
                  <a:solidFill>
                    <a:srgbClr val="000000"/>
                  </a:solidFill>
                  <a:round/>
                </a:ln>
              </p:spPr>
              <p:style>
                <a:lnRef idx="0"/>
                <a:fillRef idx="0"/>
                <a:effectRef idx="0"/>
                <a:fontRef idx="minor"/>
              </p:style>
              <p:txBody>
                <a:bodyPr lIns="90000" rIns="90000" tIns="720" bIns="720" anchor="t">
                  <a:noAutofit/>
                </a:bodyPr>
                <a:p>
                  <a:endParaRPr b="0" lang="en-US" sz="2400" spc="-1" strike="noStrike">
                    <a:solidFill>
                      <a:srgbClr val="000000"/>
                    </a:solidFill>
                    <a:latin typeface="Times New Roman"/>
                  </a:endParaRPr>
                </a:p>
              </p:txBody>
            </p:sp>
            <p:sp>
              <p:nvSpPr>
                <p:cNvPr id="8507" name=""/>
                <p:cNvSpPr/>
                <p:nvPr/>
              </p:nvSpPr>
              <p:spPr>
                <a:xfrm>
                  <a:off x="1299960" y="1670760"/>
                  <a:ext cx="64800" cy="77760"/>
                </a:xfrm>
                <a:custGeom>
                  <a:avLst/>
                  <a:gdLst/>
                  <a:ahLst/>
                  <a:rect l="l" t="t" r="r" b="b"/>
                  <a:pathLst>
                    <a:path w="506" h="635">
                      <a:moveTo>
                        <a:pt x="0" y="373"/>
                      </a:moveTo>
                      <a:lnTo>
                        <a:pt x="145" y="436"/>
                      </a:lnTo>
                      <a:lnTo>
                        <a:pt x="232" y="530"/>
                      </a:lnTo>
                      <a:lnTo>
                        <a:pt x="296" y="553"/>
                      </a:lnTo>
                      <a:lnTo>
                        <a:pt x="337" y="623"/>
                      </a:lnTo>
                      <a:lnTo>
                        <a:pt x="384" y="635"/>
                      </a:lnTo>
                      <a:lnTo>
                        <a:pt x="506" y="413"/>
                      </a:lnTo>
                      <a:lnTo>
                        <a:pt x="459" y="314"/>
                      </a:lnTo>
                      <a:lnTo>
                        <a:pt x="499" y="59"/>
                      </a:lnTo>
                      <a:lnTo>
                        <a:pt x="424" y="30"/>
                      </a:lnTo>
                      <a:lnTo>
                        <a:pt x="372" y="94"/>
                      </a:lnTo>
                      <a:lnTo>
                        <a:pt x="302" y="88"/>
                      </a:lnTo>
                      <a:lnTo>
                        <a:pt x="215" y="0"/>
                      </a:lnTo>
                      <a:lnTo>
                        <a:pt x="70" y="12"/>
                      </a:lnTo>
                      <a:lnTo>
                        <a:pt x="40" y="30"/>
                      </a:lnTo>
                      <a:lnTo>
                        <a:pt x="87" y="199"/>
                      </a:lnTo>
                      <a:lnTo>
                        <a:pt x="35" y="268"/>
                      </a:lnTo>
                      <a:lnTo>
                        <a:pt x="11" y="286"/>
                      </a:lnTo>
                      <a:lnTo>
                        <a:pt x="0" y="373"/>
                      </a:lnTo>
                      <a:close/>
                    </a:path>
                  </a:pathLst>
                </a:custGeom>
                <a:solidFill>
                  <a:srgbClr val="ffffff"/>
                </a:solidFill>
                <a:ln w="9360">
                  <a:solidFill>
                    <a:srgbClr val="000000"/>
                  </a:solidFill>
                  <a:round/>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8508" name=""/>
                <p:cNvSpPr/>
                <p:nvPr/>
              </p:nvSpPr>
              <p:spPr>
                <a:xfrm>
                  <a:off x="1264320" y="1716480"/>
                  <a:ext cx="92160" cy="91800"/>
                </a:xfrm>
                <a:custGeom>
                  <a:avLst/>
                  <a:gdLst/>
                  <a:ahLst/>
                  <a:rect l="l" t="t" r="r" b="b"/>
                  <a:pathLst>
                    <a:path w="727" h="743">
                      <a:moveTo>
                        <a:pt x="122" y="23"/>
                      </a:moveTo>
                      <a:lnTo>
                        <a:pt x="94" y="116"/>
                      </a:lnTo>
                      <a:lnTo>
                        <a:pt x="129" y="168"/>
                      </a:lnTo>
                      <a:lnTo>
                        <a:pt x="0" y="319"/>
                      </a:lnTo>
                      <a:lnTo>
                        <a:pt x="0" y="360"/>
                      </a:lnTo>
                      <a:lnTo>
                        <a:pt x="82" y="441"/>
                      </a:lnTo>
                      <a:lnTo>
                        <a:pt x="82" y="482"/>
                      </a:lnTo>
                      <a:lnTo>
                        <a:pt x="256" y="569"/>
                      </a:lnTo>
                      <a:lnTo>
                        <a:pt x="321" y="743"/>
                      </a:lnTo>
                      <a:lnTo>
                        <a:pt x="367" y="715"/>
                      </a:lnTo>
                      <a:lnTo>
                        <a:pt x="518" y="732"/>
                      </a:lnTo>
                      <a:lnTo>
                        <a:pt x="547" y="685"/>
                      </a:lnTo>
                      <a:lnTo>
                        <a:pt x="727" y="673"/>
                      </a:lnTo>
                      <a:lnTo>
                        <a:pt x="692" y="593"/>
                      </a:lnTo>
                      <a:lnTo>
                        <a:pt x="692" y="394"/>
                      </a:lnTo>
                      <a:lnTo>
                        <a:pt x="663" y="366"/>
                      </a:lnTo>
                      <a:lnTo>
                        <a:pt x="670" y="255"/>
                      </a:lnTo>
                      <a:lnTo>
                        <a:pt x="623" y="250"/>
                      </a:lnTo>
                      <a:lnTo>
                        <a:pt x="582" y="180"/>
                      </a:lnTo>
                      <a:lnTo>
                        <a:pt x="518" y="157"/>
                      </a:lnTo>
                      <a:lnTo>
                        <a:pt x="431" y="63"/>
                      </a:lnTo>
                      <a:lnTo>
                        <a:pt x="286" y="0"/>
                      </a:lnTo>
                      <a:lnTo>
                        <a:pt x="122" y="23"/>
                      </a:lnTo>
                      <a:close/>
                    </a:path>
                  </a:pathLst>
                </a:custGeom>
                <a:solidFill>
                  <a:srgbClr val="ffffff"/>
                </a:solidFill>
                <a:ln w="9360">
                  <a:solidFill>
                    <a:srgbClr val="000000"/>
                  </a:solidFill>
                  <a:round/>
                </a:ln>
              </p:spPr>
              <p:style>
                <a:lnRef idx="0"/>
                <a:fillRef idx="0"/>
                <a:effectRef idx="0"/>
                <a:fontRef idx="minor"/>
              </p:style>
              <p:txBody>
                <a:bodyPr lIns="90000" rIns="90000" tIns="45000" bIns="45000" anchor="t">
                  <a:noAutofit/>
                </a:bodyPr>
                <a:p>
                  <a:endParaRPr b="0" lang="en-US" sz="2400" spc="-1" strike="noStrike">
                    <a:solidFill>
                      <a:srgbClr val="000000"/>
                    </a:solidFill>
                    <a:latin typeface="Times New Roman"/>
                  </a:endParaRPr>
                </a:p>
              </p:txBody>
            </p:sp>
            <p:sp>
              <p:nvSpPr>
                <p:cNvPr id="8509" name=""/>
                <p:cNvSpPr/>
                <p:nvPr/>
              </p:nvSpPr>
              <p:spPr>
                <a:xfrm>
                  <a:off x="1264320" y="1733040"/>
                  <a:ext cx="16200" cy="22320"/>
                </a:xfrm>
                <a:custGeom>
                  <a:avLst/>
                  <a:gdLst/>
                  <a:ahLst/>
                  <a:rect l="l" t="t" r="r" b="b"/>
                  <a:pathLst>
                    <a:path w="129" h="186">
                      <a:moveTo>
                        <a:pt x="0" y="186"/>
                      </a:moveTo>
                      <a:lnTo>
                        <a:pt x="129" y="35"/>
                      </a:lnTo>
                      <a:lnTo>
                        <a:pt x="117" y="17"/>
                      </a:lnTo>
                      <a:lnTo>
                        <a:pt x="65" y="0"/>
                      </a:lnTo>
                      <a:lnTo>
                        <a:pt x="0" y="35"/>
                      </a:lnTo>
                      <a:lnTo>
                        <a:pt x="0" y="186"/>
                      </a:lnTo>
                      <a:close/>
                    </a:path>
                  </a:pathLst>
                </a:custGeom>
                <a:solidFill>
                  <a:srgbClr val="ffffff"/>
                </a:solidFill>
                <a:ln w="9360">
                  <a:solidFill>
                    <a:srgbClr val="000000"/>
                  </a:solidFill>
                  <a:round/>
                </a:ln>
              </p:spPr>
              <p:style>
                <a:lnRef idx="0"/>
                <a:fillRef idx="0"/>
                <a:effectRef idx="0"/>
                <a:fontRef idx="minor"/>
              </p:style>
              <p:txBody>
                <a:bodyPr lIns="90000" rIns="90000" tIns="-24480" bIns="-24480" anchor="t">
                  <a:noAutofit/>
                </a:bodyPr>
                <a:p>
                  <a:endParaRPr b="0" lang="en-US" sz="2400" spc="-1" strike="noStrike">
                    <a:solidFill>
                      <a:srgbClr val="000000"/>
                    </a:solidFill>
                    <a:latin typeface="Times New Roman"/>
                  </a:endParaRPr>
                </a:p>
              </p:txBody>
            </p:sp>
            <p:sp>
              <p:nvSpPr>
                <p:cNvPr id="8510" name=""/>
                <p:cNvSpPr/>
                <p:nvPr/>
              </p:nvSpPr>
              <p:spPr>
                <a:xfrm>
                  <a:off x="1264320" y="1719360"/>
                  <a:ext cx="15120" cy="17640"/>
                </a:xfrm>
                <a:custGeom>
                  <a:avLst/>
                  <a:gdLst/>
                  <a:ahLst/>
                  <a:rect l="l" t="t" r="r" b="b"/>
                  <a:pathLst>
                    <a:path w="122" h="145">
                      <a:moveTo>
                        <a:pt x="0" y="87"/>
                      </a:moveTo>
                      <a:lnTo>
                        <a:pt x="0" y="145"/>
                      </a:lnTo>
                      <a:lnTo>
                        <a:pt x="65" y="110"/>
                      </a:lnTo>
                      <a:lnTo>
                        <a:pt x="117" y="127"/>
                      </a:lnTo>
                      <a:lnTo>
                        <a:pt x="94" y="87"/>
                      </a:lnTo>
                      <a:lnTo>
                        <a:pt x="122" y="0"/>
                      </a:lnTo>
                      <a:lnTo>
                        <a:pt x="24" y="17"/>
                      </a:lnTo>
                      <a:lnTo>
                        <a:pt x="0" y="87"/>
                      </a:lnTo>
                      <a:close/>
                    </a:path>
                  </a:pathLst>
                </a:custGeom>
                <a:solidFill>
                  <a:srgbClr val="ffffff"/>
                </a:solidFill>
                <a:ln w="9360">
                  <a:solidFill>
                    <a:srgbClr val="000000"/>
                  </a:solidFill>
                  <a:round/>
                </a:ln>
              </p:spPr>
              <p:style>
                <a:lnRef idx="0"/>
                <a:fillRef idx="0"/>
                <a:effectRef idx="0"/>
                <a:fontRef idx="minor"/>
              </p:style>
              <p:txBody>
                <a:bodyPr lIns="90000" rIns="90000" tIns="-29160" bIns="-29160" anchor="t">
                  <a:noAutofit/>
                </a:bodyPr>
                <a:p>
                  <a:endParaRPr b="0" lang="en-US" sz="2400" spc="-1" strike="noStrike">
                    <a:solidFill>
                      <a:srgbClr val="000000"/>
                    </a:solidFill>
                    <a:latin typeface="Times New Roman"/>
                  </a:endParaRPr>
                </a:p>
              </p:txBody>
            </p:sp>
            <p:sp>
              <p:nvSpPr>
                <p:cNvPr id="8511" name=""/>
                <p:cNvSpPr/>
                <p:nvPr/>
              </p:nvSpPr>
              <p:spPr>
                <a:xfrm>
                  <a:off x="1120320" y="1759680"/>
                  <a:ext cx="101160" cy="105840"/>
                </a:xfrm>
                <a:custGeom>
                  <a:avLst/>
                  <a:gdLst/>
                  <a:ahLst/>
                  <a:rect l="l" t="t" r="r" b="b"/>
                  <a:pathLst>
                    <a:path w="802" h="859">
                      <a:moveTo>
                        <a:pt x="17" y="35"/>
                      </a:moveTo>
                      <a:lnTo>
                        <a:pt x="92" y="157"/>
                      </a:lnTo>
                      <a:lnTo>
                        <a:pt x="52" y="244"/>
                      </a:lnTo>
                      <a:lnTo>
                        <a:pt x="75" y="331"/>
                      </a:lnTo>
                      <a:lnTo>
                        <a:pt x="122" y="354"/>
                      </a:lnTo>
                      <a:lnTo>
                        <a:pt x="110" y="453"/>
                      </a:lnTo>
                      <a:lnTo>
                        <a:pt x="17" y="568"/>
                      </a:lnTo>
                      <a:lnTo>
                        <a:pt x="0" y="696"/>
                      </a:lnTo>
                      <a:lnTo>
                        <a:pt x="0" y="835"/>
                      </a:lnTo>
                      <a:lnTo>
                        <a:pt x="92" y="772"/>
                      </a:lnTo>
                      <a:lnTo>
                        <a:pt x="157" y="824"/>
                      </a:lnTo>
                      <a:lnTo>
                        <a:pt x="429" y="778"/>
                      </a:lnTo>
                      <a:lnTo>
                        <a:pt x="598" y="859"/>
                      </a:lnTo>
                      <a:lnTo>
                        <a:pt x="732" y="824"/>
                      </a:lnTo>
                      <a:lnTo>
                        <a:pt x="656" y="760"/>
                      </a:lnTo>
                      <a:lnTo>
                        <a:pt x="656" y="505"/>
                      </a:lnTo>
                      <a:lnTo>
                        <a:pt x="767" y="493"/>
                      </a:lnTo>
                      <a:lnTo>
                        <a:pt x="755" y="418"/>
                      </a:lnTo>
                      <a:lnTo>
                        <a:pt x="802" y="418"/>
                      </a:lnTo>
                      <a:lnTo>
                        <a:pt x="796" y="342"/>
                      </a:lnTo>
                      <a:lnTo>
                        <a:pt x="668" y="354"/>
                      </a:lnTo>
                      <a:lnTo>
                        <a:pt x="616" y="104"/>
                      </a:lnTo>
                      <a:lnTo>
                        <a:pt x="581" y="104"/>
                      </a:lnTo>
                      <a:lnTo>
                        <a:pt x="569" y="63"/>
                      </a:lnTo>
                      <a:lnTo>
                        <a:pt x="511" y="69"/>
                      </a:lnTo>
                      <a:lnTo>
                        <a:pt x="506" y="139"/>
                      </a:lnTo>
                      <a:lnTo>
                        <a:pt x="360" y="150"/>
                      </a:lnTo>
                      <a:lnTo>
                        <a:pt x="354" y="122"/>
                      </a:lnTo>
                      <a:lnTo>
                        <a:pt x="331" y="122"/>
                      </a:lnTo>
                      <a:lnTo>
                        <a:pt x="290" y="0"/>
                      </a:lnTo>
                      <a:lnTo>
                        <a:pt x="17" y="3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12" name=""/>
                <p:cNvSpPr/>
                <p:nvPr/>
              </p:nvSpPr>
              <p:spPr>
                <a:xfrm>
                  <a:off x="1203480" y="1775880"/>
                  <a:ext cx="99360" cy="86760"/>
                </a:xfrm>
                <a:custGeom>
                  <a:avLst/>
                  <a:gdLst/>
                  <a:ahLst/>
                  <a:rect l="l" t="t" r="r" b="b"/>
                  <a:pathLst>
                    <a:path w="779" h="702">
                      <a:moveTo>
                        <a:pt x="779" y="203"/>
                      </a:moveTo>
                      <a:lnTo>
                        <a:pt x="720" y="296"/>
                      </a:lnTo>
                      <a:lnTo>
                        <a:pt x="680" y="325"/>
                      </a:lnTo>
                      <a:lnTo>
                        <a:pt x="686" y="413"/>
                      </a:lnTo>
                      <a:lnTo>
                        <a:pt x="523" y="482"/>
                      </a:lnTo>
                      <a:lnTo>
                        <a:pt x="553" y="535"/>
                      </a:lnTo>
                      <a:lnTo>
                        <a:pt x="483" y="540"/>
                      </a:lnTo>
                      <a:lnTo>
                        <a:pt x="337" y="702"/>
                      </a:lnTo>
                      <a:lnTo>
                        <a:pt x="221" y="697"/>
                      </a:lnTo>
                      <a:lnTo>
                        <a:pt x="157" y="662"/>
                      </a:lnTo>
                      <a:lnTo>
                        <a:pt x="76" y="691"/>
                      </a:lnTo>
                      <a:lnTo>
                        <a:pt x="0" y="627"/>
                      </a:lnTo>
                      <a:lnTo>
                        <a:pt x="0" y="372"/>
                      </a:lnTo>
                      <a:lnTo>
                        <a:pt x="105" y="355"/>
                      </a:lnTo>
                      <a:lnTo>
                        <a:pt x="99" y="285"/>
                      </a:lnTo>
                      <a:lnTo>
                        <a:pt x="146" y="285"/>
                      </a:lnTo>
                      <a:lnTo>
                        <a:pt x="146" y="238"/>
                      </a:lnTo>
                      <a:lnTo>
                        <a:pt x="204" y="233"/>
                      </a:lnTo>
                      <a:lnTo>
                        <a:pt x="284" y="303"/>
                      </a:lnTo>
                      <a:lnTo>
                        <a:pt x="326" y="296"/>
                      </a:lnTo>
                      <a:lnTo>
                        <a:pt x="326" y="273"/>
                      </a:lnTo>
                      <a:lnTo>
                        <a:pt x="476" y="383"/>
                      </a:lnTo>
                      <a:lnTo>
                        <a:pt x="529" y="383"/>
                      </a:lnTo>
                      <a:lnTo>
                        <a:pt x="523" y="273"/>
                      </a:lnTo>
                      <a:lnTo>
                        <a:pt x="494" y="296"/>
                      </a:lnTo>
                      <a:lnTo>
                        <a:pt x="419" y="261"/>
                      </a:lnTo>
                      <a:lnTo>
                        <a:pt x="453" y="146"/>
                      </a:lnTo>
                      <a:lnTo>
                        <a:pt x="396" y="139"/>
                      </a:lnTo>
                      <a:lnTo>
                        <a:pt x="431" y="17"/>
                      </a:lnTo>
                      <a:lnTo>
                        <a:pt x="558" y="0"/>
                      </a:lnTo>
                      <a:lnTo>
                        <a:pt x="732" y="87"/>
                      </a:lnTo>
                      <a:lnTo>
                        <a:pt x="779" y="203"/>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513" name=""/>
                <p:cNvSpPr/>
                <p:nvPr/>
              </p:nvSpPr>
              <p:spPr>
                <a:xfrm>
                  <a:off x="1289880" y="1800360"/>
                  <a:ext cx="24120" cy="57240"/>
                </a:xfrm>
                <a:custGeom>
                  <a:avLst/>
                  <a:gdLst/>
                  <a:ahLst/>
                  <a:rect l="l" t="t" r="r" b="b"/>
                  <a:pathLst>
                    <a:path w="192" h="459">
                      <a:moveTo>
                        <a:pt x="6" y="215"/>
                      </a:moveTo>
                      <a:lnTo>
                        <a:pt x="105" y="249"/>
                      </a:lnTo>
                      <a:lnTo>
                        <a:pt x="145" y="459"/>
                      </a:lnTo>
                      <a:lnTo>
                        <a:pt x="187" y="371"/>
                      </a:lnTo>
                      <a:lnTo>
                        <a:pt x="192" y="225"/>
                      </a:lnTo>
                      <a:lnTo>
                        <a:pt x="99" y="0"/>
                      </a:lnTo>
                      <a:lnTo>
                        <a:pt x="40" y="93"/>
                      </a:lnTo>
                      <a:lnTo>
                        <a:pt x="0" y="127"/>
                      </a:lnTo>
                      <a:lnTo>
                        <a:pt x="6" y="215"/>
                      </a:lnTo>
                      <a:close/>
                    </a:path>
                  </a:pathLst>
                </a:custGeom>
                <a:solidFill>
                  <a:srgbClr val="ffffff"/>
                </a:solidFill>
                <a:ln w="9360">
                  <a:solidFill>
                    <a:srgbClr val="000000"/>
                  </a:solidFill>
                  <a:round/>
                </a:ln>
              </p:spPr>
              <p:style>
                <a:lnRef idx="0"/>
                <a:fillRef idx="0"/>
                <a:effectRef idx="0"/>
                <a:fontRef idx="minor"/>
              </p:style>
              <p:txBody>
                <a:bodyPr lIns="90000" rIns="90000" tIns="10440" bIns="10440" anchor="t">
                  <a:noAutofit/>
                </a:bodyPr>
                <a:p>
                  <a:endParaRPr b="0" lang="en-US" sz="2400" spc="-1" strike="noStrike">
                    <a:solidFill>
                      <a:srgbClr val="000000"/>
                    </a:solidFill>
                    <a:latin typeface="Times New Roman"/>
                  </a:endParaRPr>
                </a:p>
              </p:txBody>
            </p:sp>
            <p:sp>
              <p:nvSpPr>
                <p:cNvPr id="8514" name=""/>
                <p:cNvSpPr/>
                <p:nvPr/>
              </p:nvSpPr>
              <p:spPr>
                <a:xfrm>
                  <a:off x="1120320" y="1854720"/>
                  <a:ext cx="77040" cy="106920"/>
                </a:xfrm>
                <a:custGeom>
                  <a:avLst/>
                  <a:gdLst/>
                  <a:ahLst/>
                  <a:rect l="l" t="t" r="r" b="b"/>
                  <a:pathLst>
                    <a:path w="610" h="860">
                      <a:moveTo>
                        <a:pt x="610" y="87"/>
                      </a:moveTo>
                      <a:lnTo>
                        <a:pt x="598" y="314"/>
                      </a:lnTo>
                      <a:lnTo>
                        <a:pt x="516" y="366"/>
                      </a:lnTo>
                      <a:lnTo>
                        <a:pt x="516" y="796"/>
                      </a:lnTo>
                      <a:lnTo>
                        <a:pt x="464" y="860"/>
                      </a:lnTo>
                      <a:lnTo>
                        <a:pt x="389" y="837"/>
                      </a:lnTo>
                      <a:lnTo>
                        <a:pt x="383" y="755"/>
                      </a:lnTo>
                      <a:lnTo>
                        <a:pt x="337" y="825"/>
                      </a:lnTo>
                      <a:lnTo>
                        <a:pt x="237" y="703"/>
                      </a:lnTo>
                      <a:lnTo>
                        <a:pt x="174" y="349"/>
                      </a:lnTo>
                      <a:lnTo>
                        <a:pt x="110" y="290"/>
                      </a:lnTo>
                      <a:lnTo>
                        <a:pt x="0" y="63"/>
                      </a:lnTo>
                      <a:lnTo>
                        <a:pt x="92" y="0"/>
                      </a:lnTo>
                      <a:lnTo>
                        <a:pt x="157" y="52"/>
                      </a:lnTo>
                      <a:lnTo>
                        <a:pt x="429" y="6"/>
                      </a:lnTo>
                      <a:lnTo>
                        <a:pt x="610" y="8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15" name=""/>
                <p:cNvSpPr/>
                <p:nvPr/>
              </p:nvSpPr>
              <p:spPr>
                <a:xfrm>
                  <a:off x="1270440" y="1798560"/>
                  <a:ext cx="86040" cy="141480"/>
                </a:xfrm>
                <a:custGeom>
                  <a:avLst/>
                  <a:gdLst/>
                  <a:ahLst/>
                  <a:rect l="l" t="t" r="r" b="b"/>
                  <a:pathLst>
                    <a:path w="680" h="1144">
                      <a:moveTo>
                        <a:pt x="30" y="355"/>
                      </a:moveTo>
                      <a:lnTo>
                        <a:pt x="175" y="453"/>
                      </a:lnTo>
                      <a:lnTo>
                        <a:pt x="187" y="564"/>
                      </a:lnTo>
                      <a:lnTo>
                        <a:pt x="128" y="569"/>
                      </a:lnTo>
                      <a:lnTo>
                        <a:pt x="163" y="662"/>
                      </a:lnTo>
                      <a:lnTo>
                        <a:pt x="47" y="831"/>
                      </a:lnTo>
                      <a:lnTo>
                        <a:pt x="82" y="1132"/>
                      </a:lnTo>
                      <a:lnTo>
                        <a:pt x="145" y="1144"/>
                      </a:lnTo>
                      <a:lnTo>
                        <a:pt x="175" y="1028"/>
                      </a:lnTo>
                      <a:lnTo>
                        <a:pt x="320" y="923"/>
                      </a:lnTo>
                      <a:lnTo>
                        <a:pt x="309" y="709"/>
                      </a:lnTo>
                      <a:lnTo>
                        <a:pt x="267" y="686"/>
                      </a:lnTo>
                      <a:lnTo>
                        <a:pt x="291" y="627"/>
                      </a:lnTo>
                      <a:lnTo>
                        <a:pt x="378" y="569"/>
                      </a:lnTo>
                      <a:lnTo>
                        <a:pt x="407" y="517"/>
                      </a:lnTo>
                      <a:lnTo>
                        <a:pt x="640" y="343"/>
                      </a:lnTo>
                      <a:lnTo>
                        <a:pt x="680" y="0"/>
                      </a:lnTo>
                      <a:lnTo>
                        <a:pt x="500" y="23"/>
                      </a:lnTo>
                      <a:lnTo>
                        <a:pt x="471" y="70"/>
                      </a:lnTo>
                      <a:lnTo>
                        <a:pt x="332" y="53"/>
                      </a:lnTo>
                      <a:lnTo>
                        <a:pt x="274" y="81"/>
                      </a:lnTo>
                      <a:lnTo>
                        <a:pt x="344" y="233"/>
                      </a:lnTo>
                      <a:lnTo>
                        <a:pt x="344" y="400"/>
                      </a:lnTo>
                      <a:lnTo>
                        <a:pt x="302" y="477"/>
                      </a:lnTo>
                      <a:lnTo>
                        <a:pt x="262" y="267"/>
                      </a:lnTo>
                      <a:lnTo>
                        <a:pt x="163" y="233"/>
                      </a:lnTo>
                      <a:lnTo>
                        <a:pt x="0" y="302"/>
                      </a:lnTo>
                      <a:lnTo>
                        <a:pt x="30" y="35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16" name=""/>
                <p:cNvSpPr/>
                <p:nvPr/>
              </p:nvSpPr>
              <p:spPr>
                <a:xfrm>
                  <a:off x="1231920" y="1842120"/>
                  <a:ext cx="61560" cy="59400"/>
                </a:xfrm>
                <a:custGeom>
                  <a:avLst/>
                  <a:gdLst/>
                  <a:ahLst/>
                  <a:rect l="l" t="t" r="r" b="b"/>
                  <a:pathLst>
                    <a:path w="489" h="476">
                      <a:moveTo>
                        <a:pt x="0" y="162"/>
                      </a:moveTo>
                      <a:lnTo>
                        <a:pt x="63" y="336"/>
                      </a:lnTo>
                      <a:lnTo>
                        <a:pt x="116" y="336"/>
                      </a:lnTo>
                      <a:lnTo>
                        <a:pt x="133" y="389"/>
                      </a:lnTo>
                      <a:lnTo>
                        <a:pt x="349" y="476"/>
                      </a:lnTo>
                      <a:lnTo>
                        <a:pt x="465" y="307"/>
                      </a:lnTo>
                      <a:lnTo>
                        <a:pt x="430" y="214"/>
                      </a:lnTo>
                      <a:lnTo>
                        <a:pt x="489" y="209"/>
                      </a:lnTo>
                      <a:lnTo>
                        <a:pt x="477" y="98"/>
                      </a:lnTo>
                      <a:lnTo>
                        <a:pt x="332" y="0"/>
                      </a:lnTo>
                      <a:lnTo>
                        <a:pt x="262" y="5"/>
                      </a:lnTo>
                      <a:lnTo>
                        <a:pt x="116" y="167"/>
                      </a:lnTo>
                      <a:lnTo>
                        <a:pt x="0" y="162"/>
                      </a:lnTo>
                      <a:close/>
                    </a:path>
                  </a:pathLst>
                </a:custGeom>
                <a:solidFill>
                  <a:srgbClr val="ffffff"/>
                </a:solidFill>
                <a:ln w="9360">
                  <a:solidFill>
                    <a:srgbClr val="000000"/>
                  </a:solidFill>
                  <a:round/>
                </a:ln>
              </p:spPr>
              <p:style>
                <a:lnRef idx="0"/>
                <a:fillRef idx="0"/>
                <a:effectRef idx="0"/>
                <a:fontRef idx="minor"/>
              </p:style>
              <p:txBody>
                <a:bodyPr lIns="90000" rIns="90000" tIns="12600" bIns="12600" anchor="t">
                  <a:noAutofit/>
                </a:bodyPr>
                <a:p>
                  <a:endParaRPr b="0" lang="en-US" sz="2400" spc="-1" strike="noStrike">
                    <a:solidFill>
                      <a:srgbClr val="000000"/>
                    </a:solidFill>
                    <a:latin typeface="Times New Roman"/>
                  </a:endParaRPr>
                </a:p>
              </p:txBody>
            </p:sp>
            <p:sp>
              <p:nvSpPr>
                <p:cNvPr id="8517" name=""/>
                <p:cNvSpPr/>
                <p:nvPr/>
              </p:nvSpPr>
              <p:spPr>
                <a:xfrm>
                  <a:off x="1186200" y="1857960"/>
                  <a:ext cx="74880" cy="83880"/>
                </a:xfrm>
                <a:custGeom>
                  <a:avLst/>
                  <a:gdLst/>
                  <a:ahLst/>
                  <a:rect l="l" t="t" r="r" b="b"/>
                  <a:pathLst>
                    <a:path w="593" h="674">
                      <a:moveTo>
                        <a:pt x="0" y="622"/>
                      </a:moveTo>
                      <a:lnTo>
                        <a:pt x="53" y="674"/>
                      </a:lnTo>
                      <a:lnTo>
                        <a:pt x="135" y="640"/>
                      </a:lnTo>
                      <a:lnTo>
                        <a:pt x="216" y="552"/>
                      </a:lnTo>
                      <a:lnTo>
                        <a:pt x="338" y="581"/>
                      </a:lnTo>
                      <a:lnTo>
                        <a:pt x="379" y="552"/>
                      </a:lnTo>
                      <a:lnTo>
                        <a:pt x="361" y="488"/>
                      </a:lnTo>
                      <a:lnTo>
                        <a:pt x="593" y="296"/>
                      </a:lnTo>
                      <a:lnTo>
                        <a:pt x="501" y="262"/>
                      </a:lnTo>
                      <a:lnTo>
                        <a:pt x="477" y="209"/>
                      </a:lnTo>
                      <a:lnTo>
                        <a:pt x="424" y="209"/>
                      </a:lnTo>
                      <a:lnTo>
                        <a:pt x="361" y="35"/>
                      </a:lnTo>
                      <a:lnTo>
                        <a:pt x="297" y="0"/>
                      </a:lnTo>
                      <a:lnTo>
                        <a:pt x="94" y="64"/>
                      </a:lnTo>
                      <a:lnTo>
                        <a:pt x="82" y="291"/>
                      </a:lnTo>
                      <a:lnTo>
                        <a:pt x="0" y="337"/>
                      </a:lnTo>
                      <a:lnTo>
                        <a:pt x="0" y="622"/>
                      </a:lnTo>
                      <a:close/>
                    </a:path>
                  </a:pathLst>
                </a:custGeom>
                <a:solidFill>
                  <a:srgbClr val="ffffff"/>
                </a:solidFill>
                <a:ln w="9360">
                  <a:solidFill>
                    <a:srgbClr val="000000"/>
                  </a:solidFill>
                  <a:round/>
                </a:ln>
              </p:spPr>
              <p:style>
                <a:lnRef idx="0"/>
                <a:fillRef idx="0"/>
                <a:effectRef idx="0"/>
                <a:fontRef idx="minor"/>
              </p:style>
              <p:txBody>
                <a:bodyPr lIns="90000" rIns="90000" tIns="37080" bIns="37080" anchor="t">
                  <a:noAutofit/>
                </a:bodyPr>
                <a:p>
                  <a:endParaRPr b="0" lang="en-US" sz="2400" spc="-1" strike="noStrike">
                    <a:solidFill>
                      <a:srgbClr val="000000"/>
                    </a:solidFill>
                    <a:latin typeface="Times New Roman"/>
                  </a:endParaRPr>
                </a:p>
              </p:txBody>
            </p:sp>
            <p:sp>
              <p:nvSpPr>
                <p:cNvPr id="8518" name=""/>
                <p:cNvSpPr/>
                <p:nvPr/>
              </p:nvSpPr>
              <p:spPr>
                <a:xfrm>
                  <a:off x="1162800" y="1894320"/>
                  <a:ext cx="124920" cy="120600"/>
                </a:xfrm>
                <a:custGeom>
                  <a:avLst/>
                  <a:gdLst/>
                  <a:ahLst/>
                  <a:rect l="l" t="t" r="r" b="b"/>
                  <a:pathLst>
                    <a:path w="982" h="970">
                      <a:moveTo>
                        <a:pt x="0" y="500"/>
                      </a:moveTo>
                      <a:lnTo>
                        <a:pt x="110" y="710"/>
                      </a:lnTo>
                      <a:lnTo>
                        <a:pt x="87" y="831"/>
                      </a:lnTo>
                      <a:lnTo>
                        <a:pt x="127" y="942"/>
                      </a:lnTo>
                      <a:lnTo>
                        <a:pt x="203" y="970"/>
                      </a:lnTo>
                      <a:lnTo>
                        <a:pt x="296" y="907"/>
                      </a:lnTo>
                      <a:lnTo>
                        <a:pt x="418" y="895"/>
                      </a:lnTo>
                      <a:lnTo>
                        <a:pt x="593" y="814"/>
                      </a:lnTo>
                      <a:lnTo>
                        <a:pt x="755" y="721"/>
                      </a:lnTo>
                      <a:lnTo>
                        <a:pt x="964" y="431"/>
                      </a:lnTo>
                      <a:lnTo>
                        <a:pt x="982" y="366"/>
                      </a:lnTo>
                      <a:lnTo>
                        <a:pt x="924" y="354"/>
                      </a:lnTo>
                      <a:lnTo>
                        <a:pt x="860" y="413"/>
                      </a:lnTo>
                      <a:lnTo>
                        <a:pt x="819" y="407"/>
                      </a:lnTo>
                      <a:lnTo>
                        <a:pt x="842" y="332"/>
                      </a:lnTo>
                      <a:lnTo>
                        <a:pt x="848" y="302"/>
                      </a:lnTo>
                      <a:lnTo>
                        <a:pt x="924" y="302"/>
                      </a:lnTo>
                      <a:lnTo>
                        <a:pt x="889" y="53"/>
                      </a:lnTo>
                      <a:lnTo>
                        <a:pt x="760" y="0"/>
                      </a:lnTo>
                      <a:lnTo>
                        <a:pt x="540" y="175"/>
                      </a:lnTo>
                      <a:lnTo>
                        <a:pt x="558" y="256"/>
                      </a:lnTo>
                      <a:lnTo>
                        <a:pt x="517" y="285"/>
                      </a:lnTo>
                      <a:lnTo>
                        <a:pt x="395" y="256"/>
                      </a:lnTo>
                      <a:lnTo>
                        <a:pt x="326" y="332"/>
                      </a:lnTo>
                      <a:lnTo>
                        <a:pt x="232" y="378"/>
                      </a:lnTo>
                      <a:lnTo>
                        <a:pt x="179" y="326"/>
                      </a:lnTo>
                      <a:lnTo>
                        <a:pt x="179" y="477"/>
                      </a:lnTo>
                      <a:lnTo>
                        <a:pt x="127" y="541"/>
                      </a:lnTo>
                      <a:lnTo>
                        <a:pt x="64" y="518"/>
                      </a:lnTo>
                      <a:lnTo>
                        <a:pt x="46" y="436"/>
                      </a:lnTo>
                      <a:lnTo>
                        <a:pt x="0" y="50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19" name=""/>
                <p:cNvSpPr/>
                <p:nvPr/>
              </p:nvSpPr>
              <p:spPr>
                <a:xfrm>
                  <a:off x="1266480" y="1932120"/>
                  <a:ext cx="14040" cy="13680"/>
                </a:xfrm>
                <a:custGeom>
                  <a:avLst/>
                  <a:gdLst/>
                  <a:ahLst/>
                  <a:rect l="l" t="t" r="r" b="b"/>
                  <a:pathLst>
                    <a:path w="116" h="111">
                      <a:moveTo>
                        <a:pt x="104" y="0"/>
                      </a:moveTo>
                      <a:lnTo>
                        <a:pt x="41" y="0"/>
                      </a:lnTo>
                      <a:lnTo>
                        <a:pt x="0" y="99"/>
                      </a:lnTo>
                      <a:lnTo>
                        <a:pt x="47" y="111"/>
                      </a:lnTo>
                      <a:lnTo>
                        <a:pt x="116" y="52"/>
                      </a:lnTo>
                      <a:lnTo>
                        <a:pt x="104" y="0"/>
                      </a:lnTo>
                      <a:close/>
                    </a:path>
                  </a:pathLst>
                </a:custGeom>
                <a:solidFill>
                  <a:srgbClr val="ffffff"/>
                </a:solidFill>
                <a:ln w="9360">
                  <a:solidFill>
                    <a:srgbClr val="000000"/>
                  </a:solidFill>
                  <a:round/>
                </a:ln>
              </p:spPr>
              <p:style>
                <a:lnRef idx="0"/>
                <a:fillRef idx="0"/>
                <a:effectRef idx="0"/>
                <a:fontRef idx="minor"/>
              </p:style>
              <p:txBody>
                <a:bodyPr lIns="90000" rIns="90000" tIns="-33120" bIns="-33120" anchor="t">
                  <a:noAutofit/>
                </a:bodyPr>
                <a:p>
                  <a:endParaRPr b="0" lang="en-US" sz="2400" spc="-1" strike="noStrike">
                    <a:solidFill>
                      <a:srgbClr val="000000"/>
                    </a:solidFill>
                    <a:latin typeface="Times New Roman"/>
                  </a:endParaRPr>
                </a:p>
              </p:txBody>
            </p:sp>
            <p:sp>
              <p:nvSpPr>
                <p:cNvPr id="8520" name=""/>
                <p:cNvSpPr/>
                <p:nvPr/>
              </p:nvSpPr>
              <p:spPr>
                <a:xfrm>
                  <a:off x="1240920" y="1954800"/>
                  <a:ext cx="16200" cy="17640"/>
                </a:xfrm>
                <a:custGeom>
                  <a:avLst/>
                  <a:gdLst/>
                  <a:ahLst/>
                  <a:rect l="l" t="t" r="r" b="b"/>
                  <a:pathLst>
                    <a:path w="133" h="145">
                      <a:moveTo>
                        <a:pt x="98" y="0"/>
                      </a:moveTo>
                      <a:lnTo>
                        <a:pt x="17" y="23"/>
                      </a:lnTo>
                      <a:lnTo>
                        <a:pt x="0" y="81"/>
                      </a:lnTo>
                      <a:lnTo>
                        <a:pt x="28" y="145"/>
                      </a:lnTo>
                      <a:lnTo>
                        <a:pt x="81" y="145"/>
                      </a:lnTo>
                      <a:lnTo>
                        <a:pt x="133" y="70"/>
                      </a:lnTo>
                      <a:lnTo>
                        <a:pt x="133" y="40"/>
                      </a:lnTo>
                      <a:lnTo>
                        <a:pt x="128" y="17"/>
                      </a:lnTo>
                      <a:lnTo>
                        <a:pt x="98" y="0"/>
                      </a:lnTo>
                      <a:close/>
                    </a:path>
                  </a:pathLst>
                </a:custGeom>
                <a:solidFill>
                  <a:srgbClr val="ffffff"/>
                </a:solidFill>
                <a:ln w="9360">
                  <a:solidFill>
                    <a:srgbClr val="000000"/>
                  </a:solidFill>
                  <a:round/>
                </a:ln>
              </p:spPr>
              <p:style>
                <a:lnRef idx="0"/>
                <a:fillRef idx="0"/>
                <a:effectRef idx="0"/>
                <a:fontRef idx="minor"/>
              </p:style>
              <p:txBody>
                <a:bodyPr lIns="90000" rIns="90000" tIns="-29160" bIns="-29160" anchor="t">
                  <a:noAutofit/>
                </a:bodyPr>
                <a:p>
                  <a:endParaRPr b="0" lang="en-US" sz="2400" spc="-1" strike="noStrike">
                    <a:solidFill>
                      <a:srgbClr val="000000"/>
                    </a:solidFill>
                    <a:latin typeface="Times New Roman"/>
                  </a:endParaRPr>
                </a:p>
              </p:txBody>
            </p:sp>
            <p:sp>
              <p:nvSpPr>
                <p:cNvPr id="8521" name=""/>
                <p:cNvSpPr/>
                <p:nvPr/>
              </p:nvSpPr>
              <p:spPr>
                <a:xfrm>
                  <a:off x="1370880" y="1806120"/>
                  <a:ext cx="65880" cy="116640"/>
                </a:xfrm>
                <a:custGeom>
                  <a:avLst/>
                  <a:gdLst/>
                  <a:ahLst/>
                  <a:rect l="l" t="t" r="r" b="b"/>
                  <a:pathLst>
                    <a:path w="517" h="941">
                      <a:moveTo>
                        <a:pt x="93" y="378"/>
                      </a:moveTo>
                      <a:lnTo>
                        <a:pt x="98" y="528"/>
                      </a:lnTo>
                      <a:lnTo>
                        <a:pt x="0" y="692"/>
                      </a:lnTo>
                      <a:lnTo>
                        <a:pt x="17" y="720"/>
                      </a:lnTo>
                      <a:lnTo>
                        <a:pt x="23" y="901"/>
                      </a:lnTo>
                      <a:lnTo>
                        <a:pt x="105" y="941"/>
                      </a:lnTo>
                      <a:lnTo>
                        <a:pt x="157" y="906"/>
                      </a:lnTo>
                      <a:lnTo>
                        <a:pt x="227" y="918"/>
                      </a:lnTo>
                      <a:lnTo>
                        <a:pt x="290" y="814"/>
                      </a:lnTo>
                      <a:lnTo>
                        <a:pt x="296" y="744"/>
                      </a:lnTo>
                      <a:lnTo>
                        <a:pt x="429" y="435"/>
                      </a:lnTo>
                      <a:lnTo>
                        <a:pt x="429" y="371"/>
                      </a:lnTo>
                      <a:lnTo>
                        <a:pt x="452" y="354"/>
                      </a:lnTo>
                      <a:lnTo>
                        <a:pt x="441" y="214"/>
                      </a:lnTo>
                      <a:lnTo>
                        <a:pt x="476" y="249"/>
                      </a:lnTo>
                      <a:lnTo>
                        <a:pt x="494" y="325"/>
                      </a:lnTo>
                      <a:lnTo>
                        <a:pt x="505" y="308"/>
                      </a:lnTo>
                      <a:lnTo>
                        <a:pt x="517" y="197"/>
                      </a:lnTo>
                      <a:lnTo>
                        <a:pt x="494" y="116"/>
                      </a:lnTo>
                      <a:lnTo>
                        <a:pt x="459" y="47"/>
                      </a:lnTo>
                      <a:lnTo>
                        <a:pt x="429" y="0"/>
                      </a:lnTo>
                      <a:lnTo>
                        <a:pt x="302" y="249"/>
                      </a:lnTo>
                      <a:lnTo>
                        <a:pt x="250" y="244"/>
                      </a:lnTo>
                      <a:lnTo>
                        <a:pt x="238" y="296"/>
                      </a:lnTo>
                      <a:lnTo>
                        <a:pt x="197" y="291"/>
                      </a:lnTo>
                      <a:lnTo>
                        <a:pt x="116" y="348"/>
                      </a:lnTo>
                      <a:lnTo>
                        <a:pt x="93" y="378"/>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22" name=""/>
                <p:cNvSpPr/>
                <p:nvPr/>
              </p:nvSpPr>
              <p:spPr>
                <a:xfrm>
                  <a:off x="1033200" y="1165320"/>
                  <a:ext cx="2880" cy="6840"/>
                </a:xfrm>
                <a:custGeom>
                  <a:avLst/>
                  <a:gdLst/>
                  <a:ahLst/>
                  <a:rect l="l" t="t" r="r" b="b"/>
                  <a:pathLst>
                    <a:path w="24" h="58">
                      <a:moveTo>
                        <a:pt x="12" y="0"/>
                      </a:moveTo>
                      <a:lnTo>
                        <a:pt x="24" y="35"/>
                      </a:lnTo>
                      <a:lnTo>
                        <a:pt x="6" y="58"/>
                      </a:lnTo>
                      <a:lnTo>
                        <a:pt x="6" y="52"/>
                      </a:lnTo>
                      <a:lnTo>
                        <a:pt x="6" y="40"/>
                      </a:lnTo>
                      <a:lnTo>
                        <a:pt x="0" y="12"/>
                      </a:lnTo>
                      <a:lnTo>
                        <a:pt x="12" y="0"/>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523" name=""/>
                <p:cNvSpPr/>
                <p:nvPr/>
              </p:nvSpPr>
              <p:spPr>
                <a:xfrm>
                  <a:off x="1028880" y="1166040"/>
                  <a:ext cx="1800" cy="3960"/>
                </a:xfrm>
                <a:custGeom>
                  <a:avLst/>
                  <a:gdLst/>
                  <a:ahLst/>
                  <a:rect l="l" t="t" r="r" b="b"/>
                  <a:pathLst>
                    <a:path w="18" h="35">
                      <a:moveTo>
                        <a:pt x="6" y="0"/>
                      </a:moveTo>
                      <a:lnTo>
                        <a:pt x="0" y="24"/>
                      </a:lnTo>
                      <a:lnTo>
                        <a:pt x="11" y="35"/>
                      </a:lnTo>
                      <a:lnTo>
                        <a:pt x="18" y="18"/>
                      </a:lnTo>
                      <a:lnTo>
                        <a:pt x="18" y="7"/>
                      </a:lnTo>
                      <a:lnTo>
                        <a:pt x="6" y="0"/>
                      </a:lnTo>
                      <a:close/>
                    </a:path>
                  </a:pathLst>
                </a:custGeom>
                <a:solidFill>
                  <a:srgbClr val="ffffff"/>
                </a:solidFill>
                <a:ln w="9360">
                  <a:solidFill>
                    <a:srgbClr val="000000"/>
                  </a:solidFill>
                  <a:round/>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524" name=""/>
                <p:cNvSpPr/>
                <p:nvPr/>
              </p:nvSpPr>
              <p:spPr>
                <a:xfrm>
                  <a:off x="1029960" y="1157040"/>
                  <a:ext cx="6840" cy="5040"/>
                </a:xfrm>
                <a:custGeom>
                  <a:avLst/>
                  <a:gdLst/>
                  <a:ahLst/>
                  <a:rect l="l" t="t" r="r" b="b"/>
                  <a:pathLst>
                    <a:path w="53" h="47">
                      <a:moveTo>
                        <a:pt x="7" y="18"/>
                      </a:moveTo>
                      <a:lnTo>
                        <a:pt x="0" y="30"/>
                      </a:lnTo>
                      <a:lnTo>
                        <a:pt x="18" y="47"/>
                      </a:lnTo>
                      <a:lnTo>
                        <a:pt x="42" y="41"/>
                      </a:lnTo>
                      <a:lnTo>
                        <a:pt x="53" y="18"/>
                      </a:lnTo>
                      <a:lnTo>
                        <a:pt x="30" y="0"/>
                      </a:lnTo>
                      <a:lnTo>
                        <a:pt x="7" y="0"/>
                      </a:lnTo>
                      <a:lnTo>
                        <a:pt x="7" y="18"/>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525" name=""/>
                <p:cNvSpPr/>
                <p:nvPr/>
              </p:nvSpPr>
              <p:spPr>
                <a:xfrm>
                  <a:off x="1053360" y="1154160"/>
                  <a:ext cx="3960" cy="2880"/>
                </a:xfrm>
                <a:custGeom>
                  <a:avLst/>
                  <a:gdLst/>
                  <a:ahLst/>
                  <a:rect l="l" t="t" r="r" b="b"/>
                  <a:pathLst>
                    <a:path w="28" h="23">
                      <a:moveTo>
                        <a:pt x="11" y="6"/>
                      </a:moveTo>
                      <a:lnTo>
                        <a:pt x="0" y="18"/>
                      </a:lnTo>
                      <a:lnTo>
                        <a:pt x="11" y="23"/>
                      </a:lnTo>
                      <a:lnTo>
                        <a:pt x="28" y="23"/>
                      </a:lnTo>
                      <a:lnTo>
                        <a:pt x="23" y="6"/>
                      </a:lnTo>
                      <a:lnTo>
                        <a:pt x="17" y="0"/>
                      </a:lnTo>
                      <a:lnTo>
                        <a:pt x="11" y="6"/>
                      </a:lnTo>
                      <a:close/>
                    </a:path>
                  </a:pathLst>
                </a:custGeom>
                <a:solidFill>
                  <a:srgbClr val="ffffff"/>
                </a:solidFill>
                <a:ln w="9360">
                  <a:solidFill>
                    <a:srgbClr val="000000"/>
                  </a:solidFill>
                  <a:round/>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526" name=""/>
                <p:cNvSpPr/>
                <p:nvPr/>
              </p:nvSpPr>
              <p:spPr>
                <a:xfrm>
                  <a:off x="1022760" y="1190880"/>
                  <a:ext cx="15120" cy="15840"/>
                </a:xfrm>
                <a:custGeom>
                  <a:avLst/>
                  <a:gdLst/>
                  <a:ahLst/>
                  <a:rect l="l" t="t" r="r" b="b"/>
                  <a:pathLst>
                    <a:path w="123" h="127">
                      <a:moveTo>
                        <a:pt x="53" y="0"/>
                      </a:moveTo>
                      <a:lnTo>
                        <a:pt x="12" y="35"/>
                      </a:lnTo>
                      <a:lnTo>
                        <a:pt x="0" y="80"/>
                      </a:lnTo>
                      <a:lnTo>
                        <a:pt x="12" y="104"/>
                      </a:lnTo>
                      <a:lnTo>
                        <a:pt x="30" y="98"/>
                      </a:lnTo>
                      <a:lnTo>
                        <a:pt x="82" y="127"/>
                      </a:lnTo>
                      <a:lnTo>
                        <a:pt x="88" y="122"/>
                      </a:lnTo>
                      <a:lnTo>
                        <a:pt x="123" y="80"/>
                      </a:lnTo>
                      <a:lnTo>
                        <a:pt x="111" y="23"/>
                      </a:lnTo>
                      <a:lnTo>
                        <a:pt x="70" y="11"/>
                      </a:lnTo>
                      <a:lnTo>
                        <a:pt x="53" y="0"/>
                      </a:lnTo>
                      <a:close/>
                    </a:path>
                  </a:pathLst>
                </a:custGeom>
                <a:solidFill>
                  <a:srgbClr val="ffffff"/>
                </a:solidFill>
                <a:ln w="9360">
                  <a:solidFill>
                    <a:srgbClr val="000000"/>
                  </a:solidFill>
                  <a:round/>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8527" name=""/>
                <p:cNvSpPr/>
                <p:nvPr/>
              </p:nvSpPr>
              <p:spPr>
                <a:xfrm>
                  <a:off x="1004760" y="1189080"/>
                  <a:ext cx="29160" cy="37440"/>
                </a:xfrm>
                <a:custGeom>
                  <a:avLst/>
                  <a:gdLst/>
                  <a:ahLst/>
                  <a:rect l="l" t="t" r="r" b="b"/>
                  <a:pathLst>
                    <a:path w="233" h="308">
                      <a:moveTo>
                        <a:pt x="198" y="18"/>
                      </a:moveTo>
                      <a:lnTo>
                        <a:pt x="192" y="0"/>
                      </a:lnTo>
                      <a:lnTo>
                        <a:pt x="157" y="29"/>
                      </a:lnTo>
                      <a:lnTo>
                        <a:pt x="123" y="35"/>
                      </a:lnTo>
                      <a:lnTo>
                        <a:pt x="88" y="46"/>
                      </a:lnTo>
                      <a:lnTo>
                        <a:pt x="116" y="81"/>
                      </a:lnTo>
                      <a:lnTo>
                        <a:pt x="70" y="70"/>
                      </a:lnTo>
                      <a:lnTo>
                        <a:pt x="53" y="87"/>
                      </a:lnTo>
                      <a:lnTo>
                        <a:pt x="64" y="133"/>
                      </a:lnTo>
                      <a:lnTo>
                        <a:pt x="41" y="140"/>
                      </a:lnTo>
                      <a:lnTo>
                        <a:pt x="41" y="151"/>
                      </a:lnTo>
                      <a:lnTo>
                        <a:pt x="64" y="180"/>
                      </a:lnTo>
                      <a:lnTo>
                        <a:pt x="0" y="244"/>
                      </a:lnTo>
                      <a:lnTo>
                        <a:pt x="46" y="290"/>
                      </a:lnTo>
                      <a:lnTo>
                        <a:pt x="116" y="308"/>
                      </a:lnTo>
                      <a:lnTo>
                        <a:pt x="163" y="255"/>
                      </a:lnTo>
                      <a:lnTo>
                        <a:pt x="198" y="297"/>
                      </a:lnTo>
                      <a:lnTo>
                        <a:pt x="221" y="273"/>
                      </a:lnTo>
                      <a:lnTo>
                        <a:pt x="210" y="209"/>
                      </a:lnTo>
                      <a:lnTo>
                        <a:pt x="227" y="186"/>
                      </a:lnTo>
                      <a:lnTo>
                        <a:pt x="233" y="140"/>
                      </a:lnTo>
                      <a:lnTo>
                        <a:pt x="227" y="145"/>
                      </a:lnTo>
                      <a:lnTo>
                        <a:pt x="175" y="116"/>
                      </a:lnTo>
                      <a:lnTo>
                        <a:pt x="157" y="122"/>
                      </a:lnTo>
                      <a:lnTo>
                        <a:pt x="145" y="98"/>
                      </a:lnTo>
                      <a:lnTo>
                        <a:pt x="157" y="53"/>
                      </a:lnTo>
                      <a:lnTo>
                        <a:pt x="198" y="18"/>
                      </a:lnTo>
                      <a:close/>
                    </a:path>
                  </a:pathLst>
                </a:custGeom>
                <a:solidFill>
                  <a:srgbClr val="ffffff"/>
                </a:solidFill>
                <a:ln w="9360">
                  <a:solidFill>
                    <a:srgbClr val="000000"/>
                  </a:solidFill>
                  <a:round/>
                </a:ln>
              </p:spPr>
              <p:style>
                <a:lnRef idx="0"/>
                <a:fillRef idx="0"/>
                <a:effectRef idx="0"/>
                <a:fontRef idx="minor"/>
              </p:style>
              <p:txBody>
                <a:bodyPr lIns="90000" rIns="90000" tIns="-9360" bIns="-9360" anchor="t">
                  <a:noAutofit/>
                </a:bodyPr>
                <a:p>
                  <a:endParaRPr b="0" lang="en-US" sz="2400" spc="-1" strike="noStrike">
                    <a:solidFill>
                      <a:srgbClr val="000000"/>
                    </a:solidFill>
                    <a:latin typeface="Times New Roman"/>
                  </a:endParaRPr>
                </a:p>
              </p:txBody>
            </p:sp>
            <p:sp>
              <p:nvSpPr>
                <p:cNvPr id="8528" name=""/>
                <p:cNvSpPr/>
                <p:nvPr/>
              </p:nvSpPr>
              <p:spPr>
                <a:xfrm>
                  <a:off x="1038240" y="1211760"/>
                  <a:ext cx="15120" cy="19440"/>
                </a:xfrm>
                <a:custGeom>
                  <a:avLst/>
                  <a:gdLst/>
                  <a:ahLst/>
                  <a:rect l="l" t="t" r="r" b="b"/>
                  <a:pathLst>
                    <a:path w="122" h="163">
                      <a:moveTo>
                        <a:pt x="98" y="6"/>
                      </a:moveTo>
                      <a:lnTo>
                        <a:pt x="122" y="46"/>
                      </a:lnTo>
                      <a:lnTo>
                        <a:pt x="98" y="52"/>
                      </a:lnTo>
                      <a:lnTo>
                        <a:pt x="110" y="76"/>
                      </a:lnTo>
                      <a:lnTo>
                        <a:pt x="93" y="111"/>
                      </a:lnTo>
                      <a:lnTo>
                        <a:pt x="98" y="122"/>
                      </a:lnTo>
                      <a:lnTo>
                        <a:pt x="63" y="163"/>
                      </a:lnTo>
                      <a:lnTo>
                        <a:pt x="0" y="146"/>
                      </a:lnTo>
                      <a:lnTo>
                        <a:pt x="6" y="104"/>
                      </a:lnTo>
                      <a:lnTo>
                        <a:pt x="35" y="99"/>
                      </a:lnTo>
                      <a:lnTo>
                        <a:pt x="40" y="34"/>
                      </a:lnTo>
                      <a:lnTo>
                        <a:pt x="35" y="6"/>
                      </a:lnTo>
                      <a:lnTo>
                        <a:pt x="46" y="0"/>
                      </a:lnTo>
                      <a:lnTo>
                        <a:pt x="70" y="12"/>
                      </a:lnTo>
                      <a:lnTo>
                        <a:pt x="98" y="6"/>
                      </a:lnTo>
                      <a:close/>
                    </a:path>
                  </a:pathLst>
                </a:custGeom>
                <a:solidFill>
                  <a:srgbClr val="ffffff"/>
                </a:solidFill>
                <a:ln w="9360">
                  <a:solidFill>
                    <a:srgbClr val="000000"/>
                  </a:solidFill>
                  <a:round/>
                </a:ln>
              </p:spPr>
              <p:style>
                <a:lnRef idx="0"/>
                <a:fillRef idx="0"/>
                <a:effectRef idx="0"/>
                <a:fontRef idx="minor"/>
              </p:style>
              <p:txBody>
                <a:bodyPr lIns="90000" rIns="90000" tIns="-27360" bIns="-27360" anchor="t">
                  <a:noAutofit/>
                </a:bodyPr>
                <a:p>
                  <a:endParaRPr b="0" lang="en-US" sz="2400" spc="-1" strike="noStrike">
                    <a:solidFill>
                      <a:srgbClr val="000000"/>
                    </a:solidFill>
                    <a:latin typeface="Times New Roman"/>
                  </a:endParaRPr>
                </a:p>
              </p:txBody>
            </p:sp>
            <p:sp>
              <p:nvSpPr>
                <p:cNvPr id="8529" name=""/>
                <p:cNvSpPr/>
                <p:nvPr/>
              </p:nvSpPr>
              <p:spPr>
                <a:xfrm>
                  <a:off x="1033200" y="1191960"/>
                  <a:ext cx="45360" cy="51120"/>
                </a:xfrm>
                <a:custGeom>
                  <a:avLst/>
                  <a:gdLst/>
                  <a:ahLst/>
                  <a:rect l="l" t="t" r="r" b="b"/>
                  <a:pathLst>
                    <a:path w="360" h="413">
                      <a:moveTo>
                        <a:pt x="128" y="116"/>
                      </a:moveTo>
                      <a:lnTo>
                        <a:pt x="157" y="104"/>
                      </a:lnTo>
                      <a:lnTo>
                        <a:pt x="163" y="69"/>
                      </a:lnTo>
                      <a:lnTo>
                        <a:pt x="203" y="29"/>
                      </a:lnTo>
                      <a:lnTo>
                        <a:pt x="208" y="6"/>
                      </a:lnTo>
                      <a:lnTo>
                        <a:pt x="215" y="0"/>
                      </a:lnTo>
                      <a:lnTo>
                        <a:pt x="226" y="24"/>
                      </a:lnTo>
                      <a:lnTo>
                        <a:pt x="215" y="69"/>
                      </a:lnTo>
                      <a:lnTo>
                        <a:pt x="243" y="69"/>
                      </a:lnTo>
                      <a:lnTo>
                        <a:pt x="267" y="93"/>
                      </a:lnTo>
                      <a:lnTo>
                        <a:pt x="261" y="139"/>
                      </a:lnTo>
                      <a:lnTo>
                        <a:pt x="278" y="191"/>
                      </a:lnTo>
                      <a:lnTo>
                        <a:pt x="313" y="198"/>
                      </a:lnTo>
                      <a:lnTo>
                        <a:pt x="360" y="256"/>
                      </a:lnTo>
                      <a:lnTo>
                        <a:pt x="348" y="296"/>
                      </a:lnTo>
                      <a:lnTo>
                        <a:pt x="296" y="325"/>
                      </a:lnTo>
                      <a:lnTo>
                        <a:pt x="337" y="366"/>
                      </a:lnTo>
                      <a:lnTo>
                        <a:pt x="313" y="383"/>
                      </a:lnTo>
                      <a:lnTo>
                        <a:pt x="267" y="390"/>
                      </a:lnTo>
                      <a:lnTo>
                        <a:pt x="250" y="383"/>
                      </a:lnTo>
                      <a:lnTo>
                        <a:pt x="232" y="395"/>
                      </a:lnTo>
                      <a:lnTo>
                        <a:pt x="163" y="401"/>
                      </a:lnTo>
                      <a:lnTo>
                        <a:pt x="133" y="383"/>
                      </a:lnTo>
                      <a:lnTo>
                        <a:pt x="58" y="413"/>
                      </a:lnTo>
                      <a:lnTo>
                        <a:pt x="6" y="395"/>
                      </a:lnTo>
                      <a:lnTo>
                        <a:pt x="0" y="383"/>
                      </a:lnTo>
                      <a:lnTo>
                        <a:pt x="29" y="378"/>
                      </a:lnTo>
                      <a:lnTo>
                        <a:pt x="53" y="337"/>
                      </a:lnTo>
                      <a:lnTo>
                        <a:pt x="98" y="320"/>
                      </a:lnTo>
                      <a:lnTo>
                        <a:pt x="128" y="279"/>
                      </a:lnTo>
                      <a:lnTo>
                        <a:pt x="128" y="268"/>
                      </a:lnTo>
                      <a:lnTo>
                        <a:pt x="145" y="233"/>
                      </a:lnTo>
                      <a:lnTo>
                        <a:pt x="140" y="203"/>
                      </a:lnTo>
                      <a:lnTo>
                        <a:pt x="157" y="198"/>
                      </a:lnTo>
                      <a:lnTo>
                        <a:pt x="133" y="163"/>
                      </a:lnTo>
                      <a:lnTo>
                        <a:pt x="128" y="116"/>
                      </a:lnTo>
                      <a:close/>
                    </a:path>
                  </a:pathLst>
                </a:custGeom>
                <a:solidFill>
                  <a:srgbClr val="ffffff"/>
                </a:solidFill>
                <a:ln w="9360">
                  <a:solidFill>
                    <a:srgbClr val="000000"/>
                  </a:solidFill>
                  <a:round/>
                </a:ln>
              </p:spPr>
              <p:style>
                <a:lnRef idx="0"/>
                <a:fillRef idx="0"/>
                <a:effectRef idx="0"/>
                <a:fontRef idx="minor"/>
              </p:style>
              <p:txBody>
                <a:bodyPr lIns="90000" rIns="90000" tIns="4320" bIns="4320" anchor="t">
                  <a:noAutofit/>
                </a:bodyPr>
                <a:p>
                  <a:endParaRPr b="0" lang="en-US" sz="2400" spc="-1" strike="noStrike">
                    <a:solidFill>
                      <a:srgbClr val="000000"/>
                    </a:solidFill>
                    <a:latin typeface="Times New Roman"/>
                  </a:endParaRPr>
                </a:p>
              </p:txBody>
            </p:sp>
            <p:sp>
              <p:nvSpPr>
                <p:cNvPr id="8530" name=""/>
                <p:cNvSpPr/>
                <p:nvPr/>
              </p:nvSpPr>
              <p:spPr>
                <a:xfrm>
                  <a:off x="1036080" y="1157040"/>
                  <a:ext cx="24120" cy="49320"/>
                </a:xfrm>
                <a:custGeom>
                  <a:avLst/>
                  <a:gdLst/>
                  <a:ahLst/>
                  <a:rect l="l" t="t" r="r" b="b"/>
                  <a:pathLst>
                    <a:path w="197" h="401">
                      <a:moveTo>
                        <a:pt x="115" y="401"/>
                      </a:moveTo>
                      <a:lnTo>
                        <a:pt x="98" y="354"/>
                      </a:lnTo>
                      <a:lnTo>
                        <a:pt x="104" y="314"/>
                      </a:lnTo>
                      <a:lnTo>
                        <a:pt x="69" y="337"/>
                      </a:lnTo>
                      <a:lnTo>
                        <a:pt x="40" y="309"/>
                      </a:lnTo>
                      <a:lnTo>
                        <a:pt x="35" y="250"/>
                      </a:lnTo>
                      <a:lnTo>
                        <a:pt x="17" y="204"/>
                      </a:lnTo>
                      <a:lnTo>
                        <a:pt x="0" y="209"/>
                      </a:lnTo>
                      <a:lnTo>
                        <a:pt x="0" y="175"/>
                      </a:lnTo>
                      <a:lnTo>
                        <a:pt x="23" y="140"/>
                      </a:lnTo>
                      <a:lnTo>
                        <a:pt x="17" y="122"/>
                      </a:lnTo>
                      <a:lnTo>
                        <a:pt x="23" y="75"/>
                      </a:lnTo>
                      <a:lnTo>
                        <a:pt x="40" y="65"/>
                      </a:lnTo>
                      <a:lnTo>
                        <a:pt x="28" y="47"/>
                      </a:lnTo>
                      <a:lnTo>
                        <a:pt x="40" y="6"/>
                      </a:lnTo>
                      <a:lnTo>
                        <a:pt x="45" y="0"/>
                      </a:lnTo>
                      <a:lnTo>
                        <a:pt x="127" y="18"/>
                      </a:lnTo>
                      <a:lnTo>
                        <a:pt x="127" y="41"/>
                      </a:lnTo>
                      <a:lnTo>
                        <a:pt x="98" y="47"/>
                      </a:lnTo>
                      <a:lnTo>
                        <a:pt x="87" y="87"/>
                      </a:lnTo>
                      <a:lnTo>
                        <a:pt x="110" y="82"/>
                      </a:lnTo>
                      <a:lnTo>
                        <a:pt x="115" y="99"/>
                      </a:lnTo>
                      <a:lnTo>
                        <a:pt x="145" y="99"/>
                      </a:lnTo>
                      <a:lnTo>
                        <a:pt x="173" y="128"/>
                      </a:lnTo>
                      <a:lnTo>
                        <a:pt x="127" y="232"/>
                      </a:lnTo>
                      <a:lnTo>
                        <a:pt x="179" y="244"/>
                      </a:lnTo>
                      <a:lnTo>
                        <a:pt x="197" y="285"/>
                      </a:lnTo>
                      <a:lnTo>
                        <a:pt x="190" y="291"/>
                      </a:lnTo>
                      <a:lnTo>
                        <a:pt x="185" y="314"/>
                      </a:lnTo>
                      <a:lnTo>
                        <a:pt x="145" y="354"/>
                      </a:lnTo>
                      <a:lnTo>
                        <a:pt x="139" y="389"/>
                      </a:lnTo>
                      <a:lnTo>
                        <a:pt x="115" y="401"/>
                      </a:lnTo>
                      <a:close/>
                    </a:path>
                  </a:pathLst>
                </a:custGeom>
                <a:solidFill>
                  <a:srgbClr val="ffffff"/>
                </a:solidFill>
                <a:ln w="9360">
                  <a:solidFill>
                    <a:srgbClr val="000000"/>
                  </a:solidFill>
                  <a:round/>
                </a:ln>
              </p:spPr>
              <p:style>
                <a:lnRef idx="0"/>
                <a:fillRef idx="0"/>
                <a:effectRef idx="0"/>
                <a:fontRef idx="minor"/>
              </p:style>
              <p:txBody>
                <a:bodyPr lIns="90000" rIns="90000" tIns="2520" bIns="2520" anchor="t">
                  <a:noAutofit/>
                </a:bodyPr>
                <a:p>
                  <a:endParaRPr b="0" lang="en-US" sz="2400" spc="-1" strike="noStrike">
                    <a:solidFill>
                      <a:srgbClr val="000000"/>
                    </a:solidFill>
                    <a:latin typeface="Times New Roman"/>
                  </a:endParaRPr>
                </a:p>
              </p:txBody>
            </p:sp>
            <p:sp>
              <p:nvSpPr>
                <p:cNvPr id="8531" name=""/>
                <p:cNvSpPr/>
                <p:nvPr/>
              </p:nvSpPr>
              <p:spPr>
                <a:xfrm>
                  <a:off x="1572840" y="1214640"/>
                  <a:ext cx="409680" cy="325440"/>
                </a:xfrm>
                <a:custGeom>
                  <a:avLst/>
                  <a:gdLst/>
                  <a:ahLst/>
                  <a:rect l="l" t="t" r="r" b="b"/>
                  <a:pathLst>
                    <a:path w="3231" h="2637">
                      <a:moveTo>
                        <a:pt x="81" y="1458"/>
                      </a:moveTo>
                      <a:lnTo>
                        <a:pt x="133" y="1580"/>
                      </a:lnTo>
                      <a:lnTo>
                        <a:pt x="256" y="1598"/>
                      </a:lnTo>
                      <a:lnTo>
                        <a:pt x="337" y="1545"/>
                      </a:lnTo>
                      <a:lnTo>
                        <a:pt x="337" y="1638"/>
                      </a:lnTo>
                      <a:lnTo>
                        <a:pt x="273" y="1767"/>
                      </a:lnTo>
                      <a:lnTo>
                        <a:pt x="261" y="1807"/>
                      </a:lnTo>
                      <a:lnTo>
                        <a:pt x="302" y="1911"/>
                      </a:lnTo>
                      <a:lnTo>
                        <a:pt x="343" y="1946"/>
                      </a:lnTo>
                      <a:lnTo>
                        <a:pt x="400" y="1958"/>
                      </a:lnTo>
                      <a:lnTo>
                        <a:pt x="540" y="2011"/>
                      </a:lnTo>
                      <a:lnTo>
                        <a:pt x="651" y="2103"/>
                      </a:lnTo>
                      <a:lnTo>
                        <a:pt x="767" y="2080"/>
                      </a:lnTo>
                      <a:lnTo>
                        <a:pt x="791" y="2150"/>
                      </a:lnTo>
                      <a:lnTo>
                        <a:pt x="901" y="2150"/>
                      </a:lnTo>
                      <a:lnTo>
                        <a:pt x="1017" y="2150"/>
                      </a:lnTo>
                      <a:lnTo>
                        <a:pt x="1133" y="2126"/>
                      </a:lnTo>
                      <a:lnTo>
                        <a:pt x="1220" y="2056"/>
                      </a:lnTo>
                      <a:lnTo>
                        <a:pt x="1307" y="2056"/>
                      </a:lnTo>
                      <a:lnTo>
                        <a:pt x="1307" y="2103"/>
                      </a:lnTo>
                      <a:lnTo>
                        <a:pt x="1471" y="2150"/>
                      </a:lnTo>
                      <a:lnTo>
                        <a:pt x="1517" y="2260"/>
                      </a:lnTo>
                      <a:lnTo>
                        <a:pt x="1517" y="2341"/>
                      </a:lnTo>
                      <a:lnTo>
                        <a:pt x="1581" y="2405"/>
                      </a:lnTo>
                      <a:lnTo>
                        <a:pt x="1668" y="2422"/>
                      </a:lnTo>
                      <a:lnTo>
                        <a:pt x="1691" y="2527"/>
                      </a:lnTo>
                      <a:lnTo>
                        <a:pt x="1743" y="2544"/>
                      </a:lnTo>
                      <a:lnTo>
                        <a:pt x="1865" y="2475"/>
                      </a:lnTo>
                      <a:lnTo>
                        <a:pt x="1935" y="2480"/>
                      </a:lnTo>
                      <a:lnTo>
                        <a:pt x="1941" y="2527"/>
                      </a:lnTo>
                      <a:lnTo>
                        <a:pt x="1988" y="2567"/>
                      </a:lnTo>
                      <a:lnTo>
                        <a:pt x="2075" y="2550"/>
                      </a:lnTo>
                      <a:lnTo>
                        <a:pt x="2104" y="2637"/>
                      </a:lnTo>
                      <a:lnTo>
                        <a:pt x="2167" y="2637"/>
                      </a:lnTo>
                      <a:lnTo>
                        <a:pt x="2167" y="2567"/>
                      </a:lnTo>
                      <a:lnTo>
                        <a:pt x="2279" y="2550"/>
                      </a:lnTo>
                      <a:lnTo>
                        <a:pt x="2324" y="2480"/>
                      </a:lnTo>
                      <a:lnTo>
                        <a:pt x="2394" y="2504"/>
                      </a:lnTo>
                      <a:lnTo>
                        <a:pt x="2505" y="2434"/>
                      </a:lnTo>
                      <a:lnTo>
                        <a:pt x="2638" y="2283"/>
                      </a:lnTo>
                      <a:lnTo>
                        <a:pt x="2638" y="2236"/>
                      </a:lnTo>
                      <a:lnTo>
                        <a:pt x="2685" y="2213"/>
                      </a:lnTo>
                      <a:lnTo>
                        <a:pt x="2715" y="2126"/>
                      </a:lnTo>
                      <a:lnTo>
                        <a:pt x="2755" y="2011"/>
                      </a:lnTo>
                      <a:lnTo>
                        <a:pt x="2755" y="1987"/>
                      </a:lnTo>
                      <a:lnTo>
                        <a:pt x="2685" y="2011"/>
                      </a:lnTo>
                      <a:lnTo>
                        <a:pt x="2638" y="1946"/>
                      </a:lnTo>
                      <a:lnTo>
                        <a:pt x="2668" y="1899"/>
                      </a:lnTo>
                      <a:lnTo>
                        <a:pt x="2621" y="1830"/>
                      </a:lnTo>
                      <a:lnTo>
                        <a:pt x="2715" y="1830"/>
                      </a:lnTo>
                      <a:lnTo>
                        <a:pt x="2685" y="1767"/>
                      </a:lnTo>
                      <a:lnTo>
                        <a:pt x="2621" y="1650"/>
                      </a:lnTo>
                      <a:lnTo>
                        <a:pt x="2551" y="1603"/>
                      </a:lnTo>
                      <a:lnTo>
                        <a:pt x="2551" y="1563"/>
                      </a:lnTo>
                      <a:lnTo>
                        <a:pt x="2668" y="1446"/>
                      </a:lnTo>
                      <a:lnTo>
                        <a:pt x="2598" y="1401"/>
                      </a:lnTo>
                      <a:lnTo>
                        <a:pt x="2575" y="1383"/>
                      </a:lnTo>
                      <a:lnTo>
                        <a:pt x="2528" y="1446"/>
                      </a:lnTo>
                      <a:lnTo>
                        <a:pt x="2464" y="1401"/>
                      </a:lnTo>
                      <a:lnTo>
                        <a:pt x="2418" y="1359"/>
                      </a:lnTo>
                      <a:lnTo>
                        <a:pt x="2418" y="1289"/>
                      </a:lnTo>
                      <a:lnTo>
                        <a:pt x="2528" y="1226"/>
                      </a:lnTo>
                      <a:lnTo>
                        <a:pt x="2598" y="1132"/>
                      </a:lnTo>
                      <a:lnTo>
                        <a:pt x="2621" y="1156"/>
                      </a:lnTo>
                      <a:lnTo>
                        <a:pt x="2621" y="1226"/>
                      </a:lnTo>
                      <a:lnTo>
                        <a:pt x="2621" y="1266"/>
                      </a:lnTo>
                      <a:lnTo>
                        <a:pt x="2715" y="1226"/>
                      </a:lnTo>
                      <a:lnTo>
                        <a:pt x="2778" y="1202"/>
                      </a:lnTo>
                      <a:lnTo>
                        <a:pt x="2848" y="1110"/>
                      </a:lnTo>
                      <a:lnTo>
                        <a:pt x="2889" y="1063"/>
                      </a:lnTo>
                      <a:lnTo>
                        <a:pt x="2959" y="1017"/>
                      </a:lnTo>
                      <a:lnTo>
                        <a:pt x="2982" y="953"/>
                      </a:lnTo>
                      <a:lnTo>
                        <a:pt x="3045" y="883"/>
                      </a:lnTo>
                      <a:lnTo>
                        <a:pt x="3045" y="836"/>
                      </a:lnTo>
                      <a:lnTo>
                        <a:pt x="3069" y="796"/>
                      </a:lnTo>
                      <a:lnTo>
                        <a:pt x="3092" y="703"/>
                      </a:lnTo>
                      <a:lnTo>
                        <a:pt x="3161" y="726"/>
                      </a:lnTo>
                      <a:lnTo>
                        <a:pt x="3231" y="546"/>
                      </a:lnTo>
                      <a:lnTo>
                        <a:pt x="3184" y="436"/>
                      </a:lnTo>
                      <a:lnTo>
                        <a:pt x="3080" y="494"/>
                      </a:lnTo>
                      <a:lnTo>
                        <a:pt x="2959" y="454"/>
                      </a:lnTo>
                      <a:lnTo>
                        <a:pt x="2959" y="407"/>
                      </a:lnTo>
                      <a:lnTo>
                        <a:pt x="2889" y="360"/>
                      </a:lnTo>
                      <a:lnTo>
                        <a:pt x="2778" y="360"/>
                      </a:lnTo>
                      <a:lnTo>
                        <a:pt x="2638" y="203"/>
                      </a:lnTo>
                      <a:lnTo>
                        <a:pt x="2621" y="70"/>
                      </a:lnTo>
                      <a:lnTo>
                        <a:pt x="2528" y="0"/>
                      </a:lnTo>
                      <a:lnTo>
                        <a:pt x="2279" y="93"/>
                      </a:lnTo>
                      <a:lnTo>
                        <a:pt x="2348" y="116"/>
                      </a:lnTo>
                      <a:lnTo>
                        <a:pt x="2324" y="163"/>
                      </a:lnTo>
                      <a:lnTo>
                        <a:pt x="2324" y="320"/>
                      </a:lnTo>
                      <a:lnTo>
                        <a:pt x="2214" y="389"/>
                      </a:lnTo>
                      <a:lnTo>
                        <a:pt x="2167" y="436"/>
                      </a:lnTo>
                      <a:lnTo>
                        <a:pt x="2167" y="546"/>
                      </a:lnTo>
                      <a:lnTo>
                        <a:pt x="2279" y="546"/>
                      </a:lnTo>
                      <a:lnTo>
                        <a:pt x="2324" y="523"/>
                      </a:lnTo>
                      <a:lnTo>
                        <a:pt x="2371" y="593"/>
                      </a:lnTo>
                      <a:lnTo>
                        <a:pt x="2371" y="639"/>
                      </a:lnTo>
                      <a:lnTo>
                        <a:pt x="2371" y="680"/>
                      </a:lnTo>
                      <a:lnTo>
                        <a:pt x="2301" y="680"/>
                      </a:lnTo>
                      <a:lnTo>
                        <a:pt x="2167" y="813"/>
                      </a:lnTo>
                      <a:lnTo>
                        <a:pt x="2010" y="860"/>
                      </a:lnTo>
                      <a:lnTo>
                        <a:pt x="2010" y="953"/>
                      </a:lnTo>
                      <a:lnTo>
                        <a:pt x="1900" y="1045"/>
                      </a:lnTo>
                      <a:lnTo>
                        <a:pt x="1674" y="1110"/>
                      </a:lnTo>
                      <a:lnTo>
                        <a:pt x="1627" y="1132"/>
                      </a:lnTo>
                      <a:lnTo>
                        <a:pt x="1424" y="1063"/>
                      </a:lnTo>
                      <a:lnTo>
                        <a:pt x="1377" y="1045"/>
                      </a:lnTo>
                      <a:lnTo>
                        <a:pt x="1220" y="1045"/>
                      </a:lnTo>
                      <a:lnTo>
                        <a:pt x="1063" y="906"/>
                      </a:lnTo>
                      <a:lnTo>
                        <a:pt x="948" y="906"/>
                      </a:lnTo>
                      <a:lnTo>
                        <a:pt x="836" y="860"/>
                      </a:lnTo>
                      <a:lnTo>
                        <a:pt x="836" y="726"/>
                      </a:lnTo>
                      <a:lnTo>
                        <a:pt x="791" y="656"/>
                      </a:lnTo>
                      <a:lnTo>
                        <a:pt x="680" y="639"/>
                      </a:lnTo>
                      <a:lnTo>
                        <a:pt x="634" y="593"/>
                      </a:lnTo>
                      <a:lnTo>
                        <a:pt x="587" y="680"/>
                      </a:lnTo>
                      <a:lnTo>
                        <a:pt x="447" y="726"/>
                      </a:lnTo>
                      <a:lnTo>
                        <a:pt x="383" y="813"/>
                      </a:lnTo>
                      <a:lnTo>
                        <a:pt x="430" y="883"/>
                      </a:lnTo>
                      <a:lnTo>
                        <a:pt x="290" y="906"/>
                      </a:lnTo>
                      <a:lnTo>
                        <a:pt x="360" y="1000"/>
                      </a:lnTo>
                      <a:lnTo>
                        <a:pt x="360" y="1063"/>
                      </a:lnTo>
                      <a:lnTo>
                        <a:pt x="273" y="1156"/>
                      </a:lnTo>
                      <a:lnTo>
                        <a:pt x="203" y="1226"/>
                      </a:lnTo>
                      <a:lnTo>
                        <a:pt x="116" y="1226"/>
                      </a:lnTo>
                      <a:lnTo>
                        <a:pt x="0" y="1313"/>
                      </a:lnTo>
                      <a:lnTo>
                        <a:pt x="81" y="1458"/>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32" name=""/>
                <p:cNvSpPr/>
                <p:nvPr/>
              </p:nvSpPr>
              <p:spPr>
                <a:xfrm>
                  <a:off x="1653120" y="1251000"/>
                  <a:ext cx="221040" cy="102960"/>
                </a:xfrm>
                <a:custGeom>
                  <a:avLst/>
                  <a:gdLst/>
                  <a:ahLst/>
                  <a:rect l="l" t="t" r="r" b="b"/>
                  <a:pathLst>
                    <a:path w="1744" h="835">
                      <a:moveTo>
                        <a:pt x="0" y="267"/>
                      </a:moveTo>
                      <a:lnTo>
                        <a:pt x="99" y="202"/>
                      </a:lnTo>
                      <a:lnTo>
                        <a:pt x="268" y="98"/>
                      </a:lnTo>
                      <a:lnTo>
                        <a:pt x="326" y="92"/>
                      </a:lnTo>
                      <a:lnTo>
                        <a:pt x="454" y="174"/>
                      </a:lnTo>
                      <a:lnTo>
                        <a:pt x="530" y="157"/>
                      </a:lnTo>
                      <a:lnTo>
                        <a:pt x="617" y="0"/>
                      </a:lnTo>
                      <a:lnTo>
                        <a:pt x="710" y="0"/>
                      </a:lnTo>
                      <a:lnTo>
                        <a:pt x="797" y="139"/>
                      </a:lnTo>
                      <a:lnTo>
                        <a:pt x="867" y="139"/>
                      </a:lnTo>
                      <a:lnTo>
                        <a:pt x="994" y="75"/>
                      </a:lnTo>
                      <a:lnTo>
                        <a:pt x="1111" y="157"/>
                      </a:lnTo>
                      <a:lnTo>
                        <a:pt x="1338" y="139"/>
                      </a:lnTo>
                      <a:lnTo>
                        <a:pt x="1407" y="46"/>
                      </a:lnTo>
                      <a:lnTo>
                        <a:pt x="1488" y="87"/>
                      </a:lnTo>
                      <a:lnTo>
                        <a:pt x="1582" y="92"/>
                      </a:lnTo>
                      <a:lnTo>
                        <a:pt x="1540" y="127"/>
                      </a:lnTo>
                      <a:lnTo>
                        <a:pt x="1540" y="249"/>
                      </a:lnTo>
                      <a:lnTo>
                        <a:pt x="1652" y="244"/>
                      </a:lnTo>
                      <a:lnTo>
                        <a:pt x="1704" y="232"/>
                      </a:lnTo>
                      <a:lnTo>
                        <a:pt x="1744" y="302"/>
                      </a:lnTo>
                      <a:lnTo>
                        <a:pt x="1744" y="383"/>
                      </a:lnTo>
                      <a:lnTo>
                        <a:pt x="1674" y="383"/>
                      </a:lnTo>
                      <a:lnTo>
                        <a:pt x="1535" y="528"/>
                      </a:lnTo>
                      <a:lnTo>
                        <a:pt x="1383" y="557"/>
                      </a:lnTo>
                      <a:lnTo>
                        <a:pt x="1383" y="650"/>
                      </a:lnTo>
                      <a:lnTo>
                        <a:pt x="1268" y="743"/>
                      </a:lnTo>
                      <a:lnTo>
                        <a:pt x="1000" y="835"/>
                      </a:lnTo>
                      <a:lnTo>
                        <a:pt x="785" y="766"/>
                      </a:lnTo>
                      <a:lnTo>
                        <a:pt x="750" y="748"/>
                      </a:lnTo>
                      <a:lnTo>
                        <a:pt x="593" y="748"/>
                      </a:lnTo>
                      <a:lnTo>
                        <a:pt x="436" y="609"/>
                      </a:lnTo>
                      <a:lnTo>
                        <a:pt x="303" y="609"/>
                      </a:lnTo>
                      <a:lnTo>
                        <a:pt x="209" y="563"/>
                      </a:lnTo>
                      <a:lnTo>
                        <a:pt x="209" y="429"/>
                      </a:lnTo>
                      <a:lnTo>
                        <a:pt x="140" y="359"/>
                      </a:lnTo>
                      <a:lnTo>
                        <a:pt x="59" y="342"/>
                      </a:lnTo>
                      <a:lnTo>
                        <a:pt x="0" y="307"/>
                      </a:lnTo>
                      <a:lnTo>
                        <a:pt x="0" y="26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33" name=""/>
                <p:cNvSpPr/>
                <p:nvPr/>
              </p:nvSpPr>
              <p:spPr>
                <a:xfrm>
                  <a:off x="1928160" y="1312560"/>
                  <a:ext cx="42480" cy="70200"/>
                </a:xfrm>
                <a:custGeom>
                  <a:avLst/>
                  <a:gdLst/>
                  <a:ahLst/>
                  <a:rect l="l" t="t" r="r" b="b"/>
                  <a:pathLst>
                    <a:path w="337" h="563">
                      <a:moveTo>
                        <a:pt x="267" y="0"/>
                      </a:moveTo>
                      <a:lnTo>
                        <a:pt x="337" y="64"/>
                      </a:lnTo>
                      <a:lnTo>
                        <a:pt x="290" y="134"/>
                      </a:lnTo>
                      <a:lnTo>
                        <a:pt x="267" y="221"/>
                      </a:lnTo>
                      <a:lnTo>
                        <a:pt x="267" y="291"/>
                      </a:lnTo>
                      <a:lnTo>
                        <a:pt x="180" y="383"/>
                      </a:lnTo>
                      <a:lnTo>
                        <a:pt x="157" y="448"/>
                      </a:lnTo>
                      <a:lnTo>
                        <a:pt x="225" y="517"/>
                      </a:lnTo>
                      <a:lnTo>
                        <a:pt x="203" y="540"/>
                      </a:lnTo>
                      <a:lnTo>
                        <a:pt x="133" y="563"/>
                      </a:lnTo>
                      <a:lnTo>
                        <a:pt x="70" y="563"/>
                      </a:lnTo>
                      <a:lnTo>
                        <a:pt x="70" y="470"/>
                      </a:lnTo>
                      <a:lnTo>
                        <a:pt x="46" y="430"/>
                      </a:lnTo>
                      <a:lnTo>
                        <a:pt x="0" y="383"/>
                      </a:lnTo>
                      <a:lnTo>
                        <a:pt x="80" y="273"/>
                      </a:lnTo>
                      <a:lnTo>
                        <a:pt x="133" y="249"/>
                      </a:lnTo>
                      <a:lnTo>
                        <a:pt x="180" y="157"/>
                      </a:lnTo>
                      <a:lnTo>
                        <a:pt x="243" y="87"/>
                      </a:lnTo>
                      <a:lnTo>
                        <a:pt x="243" y="17"/>
                      </a:lnTo>
                      <a:lnTo>
                        <a:pt x="267" y="0"/>
                      </a:lnTo>
                      <a:close/>
                    </a:path>
                  </a:pathLst>
                </a:custGeom>
                <a:solidFill>
                  <a:srgbClr val="ffffff"/>
                </a:solidFill>
                <a:ln w="9360">
                  <a:solidFill>
                    <a:srgbClr val="000000"/>
                  </a:solidFill>
                  <a:round/>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8534" name=""/>
                <p:cNvSpPr/>
                <p:nvPr/>
              </p:nvSpPr>
              <p:spPr>
                <a:xfrm>
                  <a:off x="1942200" y="1376640"/>
                  <a:ext cx="25200" cy="32760"/>
                </a:xfrm>
                <a:custGeom>
                  <a:avLst/>
                  <a:gdLst/>
                  <a:ahLst/>
                  <a:rect l="l" t="t" r="r" b="b"/>
                  <a:pathLst>
                    <a:path w="203" h="267">
                      <a:moveTo>
                        <a:pt x="0" y="46"/>
                      </a:moveTo>
                      <a:lnTo>
                        <a:pt x="47" y="88"/>
                      </a:lnTo>
                      <a:lnTo>
                        <a:pt x="70" y="180"/>
                      </a:lnTo>
                      <a:lnTo>
                        <a:pt x="70" y="267"/>
                      </a:lnTo>
                      <a:lnTo>
                        <a:pt x="115" y="267"/>
                      </a:lnTo>
                      <a:lnTo>
                        <a:pt x="203" y="250"/>
                      </a:lnTo>
                      <a:lnTo>
                        <a:pt x="203" y="180"/>
                      </a:lnTo>
                      <a:lnTo>
                        <a:pt x="157" y="88"/>
                      </a:lnTo>
                      <a:lnTo>
                        <a:pt x="115" y="0"/>
                      </a:lnTo>
                      <a:lnTo>
                        <a:pt x="70" y="23"/>
                      </a:lnTo>
                      <a:lnTo>
                        <a:pt x="0" y="46"/>
                      </a:lnTo>
                      <a:close/>
                    </a:path>
                  </a:pathLst>
                </a:custGeom>
                <a:solidFill>
                  <a:srgbClr val="ffffff"/>
                </a:solidFill>
                <a:ln w="9360">
                  <a:solidFill>
                    <a:srgbClr val="000000"/>
                  </a:solidFill>
                  <a:round/>
                </a:ln>
              </p:spPr>
              <p:style>
                <a:lnRef idx="0"/>
                <a:fillRef idx="0"/>
                <a:effectRef idx="0"/>
                <a:fontRef idx="minor"/>
              </p:style>
              <p:txBody>
                <a:bodyPr lIns="90000" rIns="90000" tIns="-14040" bIns="-14040" anchor="t">
                  <a:noAutofit/>
                </a:bodyPr>
                <a:p>
                  <a:endParaRPr b="0" lang="en-US" sz="2400" spc="-1" strike="noStrike">
                    <a:solidFill>
                      <a:srgbClr val="000000"/>
                    </a:solidFill>
                    <a:latin typeface="Times New Roman"/>
                  </a:endParaRPr>
                </a:p>
              </p:txBody>
            </p:sp>
            <p:sp>
              <p:nvSpPr>
                <p:cNvPr id="8535" name=""/>
                <p:cNvSpPr/>
                <p:nvPr/>
              </p:nvSpPr>
              <p:spPr>
                <a:xfrm>
                  <a:off x="2008440" y="1189800"/>
                  <a:ext cx="34200" cy="97920"/>
                </a:xfrm>
                <a:custGeom>
                  <a:avLst/>
                  <a:gdLst/>
                  <a:ahLst/>
                  <a:rect l="l" t="t" r="r" b="b"/>
                  <a:pathLst>
                    <a:path w="273" h="791">
                      <a:moveTo>
                        <a:pt x="0" y="0"/>
                      </a:moveTo>
                      <a:lnTo>
                        <a:pt x="46" y="87"/>
                      </a:lnTo>
                      <a:lnTo>
                        <a:pt x="69" y="251"/>
                      </a:lnTo>
                      <a:lnTo>
                        <a:pt x="116" y="587"/>
                      </a:lnTo>
                      <a:lnTo>
                        <a:pt x="139" y="767"/>
                      </a:lnTo>
                      <a:lnTo>
                        <a:pt x="139" y="791"/>
                      </a:lnTo>
                      <a:lnTo>
                        <a:pt x="203" y="744"/>
                      </a:lnTo>
                      <a:lnTo>
                        <a:pt x="250" y="791"/>
                      </a:lnTo>
                      <a:lnTo>
                        <a:pt x="273" y="744"/>
                      </a:lnTo>
                      <a:lnTo>
                        <a:pt x="203" y="697"/>
                      </a:lnTo>
                      <a:lnTo>
                        <a:pt x="163" y="495"/>
                      </a:lnTo>
                      <a:lnTo>
                        <a:pt x="203" y="495"/>
                      </a:lnTo>
                      <a:lnTo>
                        <a:pt x="203" y="425"/>
                      </a:lnTo>
                      <a:lnTo>
                        <a:pt x="116" y="314"/>
                      </a:lnTo>
                      <a:lnTo>
                        <a:pt x="116" y="157"/>
                      </a:lnTo>
                      <a:lnTo>
                        <a:pt x="69" y="24"/>
                      </a:lnTo>
                      <a:lnTo>
                        <a:pt x="23" y="0"/>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36" name=""/>
                <p:cNvSpPr/>
                <p:nvPr/>
              </p:nvSpPr>
              <p:spPr>
                <a:xfrm>
                  <a:off x="2031480" y="1292760"/>
                  <a:ext cx="36360" cy="41400"/>
                </a:xfrm>
                <a:custGeom>
                  <a:avLst/>
                  <a:gdLst/>
                  <a:ahLst/>
                  <a:rect l="l" t="t" r="r" b="b"/>
                  <a:pathLst>
                    <a:path w="291" h="331">
                      <a:moveTo>
                        <a:pt x="0" y="0"/>
                      </a:moveTo>
                      <a:lnTo>
                        <a:pt x="17" y="134"/>
                      </a:lnTo>
                      <a:lnTo>
                        <a:pt x="0" y="314"/>
                      </a:lnTo>
                      <a:lnTo>
                        <a:pt x="87" y="291"/>
                      </a:lnTo>
                      <a:lnTo>
                        <a:pt x="151" y="331"/>
                      </a:lnTo>
                      <a:lnTo>
                        <a:pt x="180" y="314"/>
                      </a:lnTo>
                      <a:lnTo>
                        <a:pt x="180" y="267"/>
                      </a:lnTo>
                      <a:lnTo>
                        <a:pt x="291" y="174"/>
                      </a:lnTo>
                      <a:lnTo>
                        <a:pt x="244" y="134"/>
                      </a:lnTo>
                      <a:lnTo>
                        <a:pt x="151" y="111"/>
                      </a:lnTo>
                      <a:lnTo>
                        <a:pt x="40" y="17"/>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8537" name=""/>
                <p:cNvSpPr/>
                <p:nvPr/>
              </p:nvSpPr>
              <p:spPr>
                <a:xfrm>
                  <a:off x="1982880" y="1340280"/>
                  <a:ext cx="65880" cy="78120"/>
                </a:xfrm>
                <a:custGeom>
                  <a:avLst/>
                  <a:gdLst/>
                  <a:ahLst/>
                  <a:rect l="l" t="t" r="r" b="b"/>
                  <a:pathLst>
                    <a:path w="518" h="633">
                      <a:moveTo>
                        <a:pt x="384" y="0"/>
                      </a:moveTo>
                      <a:lnTo>
                        <a:pt x="361" y="209"/>
                      </a:lnTo>
                      <a:lnTo>
                        <a:pt x="361" y="296"/>
                      </a:lnTo>
                      <a:lnTo>
                        <a:pt x="198" y="429"/>
                      </a:lnTo>
                      <a:lnTo>
                        <a:pt x="198" y="476"/>
                      </a:lnTo>
                      <a:lnTo>
                        <a:pt x="47" y="523"/>
                      </a:lnTo>
                      <a:lnTo>
                        <a:pt x="0" y="586"/>
                      </a:lnTo>
                      <a:lnTo>
                        <a:pt x="65" y="610"/>
                      </a:lnTo>
                      <a:lnTo>
                        <a:pt x="110" y="586"/>
                      </a:lnTo>
                      <a:lnTo>
                        <a:pt x="157" y="586"/>
                      </a:lnTo>
                      <a:lnTo>
                        <a:pt x="221" y="563"/>
                      </a:lnTo>
                      <a:lnTo>
                        <a:pt x="244" y="633"/>
                      </a:lnTo>
                      <a:lnTo>
                        <a:pt x="314" y="610"/>
                      </a:lnTo>
                      <a:lnTo>
                        <a:pt x="314" y="546"/>
                      </a:lnTo>
                      <a:lnTo>
                        <a:pt x="337" y="546"/>
                      </a:lnTo>
                      <a:lnTo>
                        <a:pt x="361" y="523"/>
                      </a:lnTo>
                      <a:lnTo>
                        <a:pt x="448" y="523"/>
                      </a:lnTo>
                      <a:lnTo>
                        <a:pt x="448" y="476"/>
                      </a:lnTo>
                      <a:lnTo>
                        <a:pt x="518" y="499"/>
                      </a:lnTo>
                      <a:lnTo>
                        <a:pt x="494" y="366"/>
                      </a:lnTo>
                      <a:lnTo>
                        <a:pt x="471" y="296"/>
                      </a:lnTo>
                      <a:lnTo>
                        <a:pt x="494" y="227"/>
                      </a:lnTo>
                      <a:lnTo>
                        <a:pt x="494" y="185"/>
                      </a:lnTo>
                      <a:lnTo>
                        <a:pt x="518" y="115"/>
                      </a:lnTo>
                      <a:lnTo>
                        <a:pt x="471" y="28"/>
                      </a:lnTo>
                      <a:lnTo>
                        <a:pt x="448" y="28"/>
                      </a:lnTo>
                      <a:lnTo>
                        <a:pt x="384" y="0"/>
                      </a:lnTo>
                      <a:close/>
                    </a:path>
                  </a:pathLst>
                </a:custGeom>
                <a:solidFill>
                  <a:srgbClr val="ffffff"/>
                </a:solidFill>
                <a:ln w="9360">
                  <a:solidFill>
                    <a:srgbClr val="000000"/>
                  </a:solidFill>
                  <a:round/>
                </a:ln>
              </p:spPr>
              <p:style>
                <a:lnRef idx="0"/>
                <a:fillRef idx="0"/>
                <a:effectRef idx="0"/>
                <a:fontRef idx="minor"/>
              </p:style>
              <p:txBody>
                <a:bodyPr lIns="90000" rIns="90000" tIns="31320" bIns="31320" anchor="t">
                  <a:noAutofit/>
                </a:bodyPr>
                <a:p>
                  <a:endParaRPr b="0" lang="en-US" sz="2400" spc="-1" strike="noStrike">
                    <a:solidFill>
                      <a:srgbClr val="000000"/>
                    </a:solidFill>
                    <a:latin typeface="Times New Roman"/>
                  </a:endParaRPr>
                </a:p>
              </p:txBody>
            </p:sp>
            <p:sp>
              <p:nvSpPr>
                <p:cNvPr id="8538" name=""/>
                <p:cNvSpPr/>
                <p:nvPr/>
              </p:nvSpPr>
              <p:spPr>
                <a:xfrm>
                  <a:off x="1996920" y="1418400"/>
                  <a:ext cx="11160" cy="8640"/>
                </a:xfrm>
                <a:custGeom>
                  <a:avLst/>
                  <a:gdLst/>
                  <a:ahLst/>
                  <a:rect l="l" t="t" r="r" b="b"/>
                  <a:pathLst>
                    <a:path w="88" h="70">
                      <a:moveTo>
                        <a:pt x="47" y="0"/>
                      </a:moveTo>
                      <a:lnTo>
                        <a:pt x="0" y="23"/>
                      </a:lnTo>
                      <a:lnTo>
                        <a:pt x="0" y="70"/>
                      </a:lnTo>
                      <a:lnTo>
                        <a:pt x="88" y="70"/>
                      </a:lnTo>
                      <a:lnTo>
                        <a:pt x="88" y="23"/>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8539" name=""/>
                <p:cNvSpPr/>
                <p:nvPr/>
              </p:nvSpPr>
              <p:spPr>
                <a:xfrm>
                  <a:off x="1979640" y="1421280"/>
                  <a:ext cx="11160" cy="24480"/>
                </a:xfrm>
                <a:custGeom>
                  <a:avLst/>
                  <a:gdLst/>
                  <a:ahLst/>
                  <a:rect l="l" t="t" r="r" b="b"/>
                  <a:pathLst>
                    <a:path w="88" h="204">
                      <a:moveTo>
                        <a:pt x="88" y="47"/>
                      </a:moveTo>
                      <a:lnTo>
                        <a:pt x="41" y="0"/>
                      </a:lnTo>
                      <a:lnTo>
                        <a:pt x="0" y="47"/>
                      </a:lnTo>
                      <a:lnTo>
                        <a:pt x="0" y="157"/>
                      </a:lnTo>
                      <a:lnTo>
                        <a:pt x="41" y="204"/>
                      </a:lnTo>
                      <a:lnTo>
                        <a:pt x="70" y="157"/>
                      </a:lnTo>
                      <a:lnTo>
                        <a:pt x="70" y="94"/>
                      </a:lnTo>
                      <a:lnTo>
                        <a:pt x="88" y="47"/>
                      </a:lnTo>
                      <a:close/>
                    </a:path>
                  </a:pathLst>
                </a:custGeom>
                <a:solidFill>
                  <a:srgbClr val="ffffff"/>
                </a:solidFill>
                <a:ln w="9360">
                  <a:solidFill>
                    <a:srgbClr val="000000"/>
                  </a:solidFill>
                  <a:round/>
                </a:ln>
              </p:spPr>
              <p:style>
                <a:lnRef idx="0"/>
                <a:fillRef idx="0"/>
                <a:effectRef idx="0"/>
                <a:fontRef idx="minor"/>
              </p:style>
              <p:txBody>
                <a:bodyPr lIns="90000" rIns="90000" tIns="-22320" bIns="-22320" anchor="t">
                  <a:noAutofit/>
                </a:bodyPr>
                <a:p>
                  <a:endParaRPr b="0" lang="en-US" sz="2400" spc="-1" strike="noStrike">
                    <a:solidFill>
                      <a:srgbClr val="000000"/>
                    </a:solidFill>
                    <a:latin typeface="Times New Roman"/>
                  </a:endParaRPr>
                </a:p>
              </p:txBody>
            </p:sp>
            <p:sp>
              <p:nvSpPr>
                <p:cNvPr id="8540" name=""/>
                <p:cNvSpPr/>
                <p:nvPr/>
              </p:nvSpPr>
              <p:spPr>
                <a:xfrm>
                  <a:off x="1919880" y="1487520"/>
                  <a:ext cx="7920" cy="21600"/>
                </a:xfrm>
                <a:custGeom>
                  <a:avLst/>
                  <a:gdLst/>
                  <a:ahLst/>
                  <a:rect l="l" t="t" r="r" b="b"/>
                  <a:pathLst>
                    <a:path w="70" h="175">
                      <a:moveTo>
                        <a:pt x="23" y="0"/>
                      </a:moveTo>
                      <a:lnTo>
                        <a:pt x="0" y="47"/>
                      </a:lnTo>
                      <a:lnTo>
                        <a:pt x="0" y="87"/>
                      </a:lnTo>
                      <a:lnTo>
                        <a:pt x="23" y="152"/>
                      </a:lnTo>
                      <a:lnTo>
                        <a:pt x="23" y="175"/>
                      </a:lnTo>
                      <a:lnTo>
                        <a:pt x="70" y="134"/>
                      </a:lnTo>
                      <a:lnTo>
                        <a:pt x="70" y="87"/>
                      </a:lnTo>
                      <a:lnTo>
                        <a:pt x="23" y="0"/>
                      </a:lnTo>
                      <a:close/>
                    </a:path>
                  </a:pathLst>
                </a:custGeom>
                <a:solidFill>
                  <a:srgbClr val="ffffff"/>
                </a:solidFill>
                <a:ln w="9360">
                  <a:solidFill>
                    <a:srgbClr val="000000"/>
                  </a:solidFill>
                  <a:round/>
                </a:ln>
              </p:spPr>
              <p:style>
                <a:lnRef idx="0"/>
                <a:fillRef idx="0"/>
                <a:effectRef idx="0"/>
                <a:fontRef idx="minor"/>
              </p:style>
              <p:txBody>
                <a:bodyPr lIns="90000" rIns="90000" tIns="-25200" bIns="-25200" anchor="t">
                  <a:noAutofit/>
                </a:bodyPr>
                <a:p>
                  <a:endParaRPr b="0" lang="en-US" sz="2400" spc="-1" strike="noStrike">
                    <a:solidFill>
                      <a:srgbClr val="000000"/>
                    </a:solidFill>
                    <a:latin typeface="Times New Roman"/>
                  </a:endParaRPr>
                </a:p>
              </p:txBody>
            </p:sp>
            <p:sp>
              <p:nvSpPr>
                <p:cNvPr id="8541" name=""/>
                <p:cNvSpPr/>
                <p:nvPr/>
              </p:nvSpPr>
              <p:spPr>
                <a:xfrm>
                  <a:off x="1833480" y="1545840"/>
                  <a:ext cx="16920" cy="11880"/>
                </a:xfrm>
                <a:custGeom>
                  <a:avLst/>
                  <a:gdLst/>
                  <a:ahLst/>
                  <a:rect l="l" t="t" r="r" b="b"/>
                  <a:pathLst>
                    <a:path w="134" h="93">
                      <a:moveTo>
                        <a:pt x="110" y="0"/>
                      </a:moveTo>
                      <a:lnTo>
                        <a:pt x="47" y="0"/>
                      </a:lnTo>
                      <a:lnTo>
                        <a:pt x="0" y="47"/>
                      </a:lnTo>
                      <a:lnTo>
                        <a:pt x="47" y="93"/>
                      </a:lnTo>
                      <a:lnTo>
                        <a:pt x="134" y="47"/>
                      </a:lnTo>
                      <a:lnTo>
                        <a:pt x="110" y="0"/>
                      </a:lnTo>
                      <a:close/>
                    </a:path>
                  </a:pathLst>
                </a:custGeom>
                <a:solidFill>
                  <a:srgbClr val="ffffff"/>
                </a:solidFill>
                <a:ln w="9360">
                  <a:solidFill>
                    <a:srgbClr val="000000"/>
                  </a:solidFill>
                  <a:round/>
                </a:ln>
              </p:spPr>
              <p:style>
                <a:lnRef idx="0"/>
                <a:fillRef idx="0"/>
                <a:effectRef idx="0"/>
                <a:fontRef idx="minor"/>
              </p:style>
              <p:txBody>
                <a:bodyPr lIns="90000" rIns="90000" tIns="-34920" bIns="-34920" anchor="t">
                  <a:noAutofit/>
                </a:bodyPr>
                <a:p>
                  <a:endParaRPr b="0" lang="en-US" sz="2400" spc="-1" strike="noStrike">
                    <a:solidFill>
                      <a:srgbClr val="000000"/>
                    </a:solidFill>
                    <a:latin typeface="Times New Roman"/>
                  </a:endParaRPr>
                </a:p>
              </p:txBody>
            </p:sp>
            <p:sp>
              <p:nvSpPr>
                <p:cNvPr id="8542" name=""/>
                <p:cNvSpPr/>
                <p:nvPr/>
              </p:nvSpPr>
              <p:spPr>
                <a:xfrm>
                  <a:off x="1791000" y="1521360"/>
                  <a:ext cx="53640" cy="110520"/>
                </a:xfrm>
                <a:custGeom>
                  <a:avLst/>
                  <a:gdLst/>
                  <a:ahLst/>
                  <a:rect l="l" t="t" r="r" b="b"/>
                  <a:pathLst>
                    <a:path w="424" h="901">
                      <a:moveTo>
                        <a:pt x="0" y="47"/>
                      </a:moveTo>
                      <a:lnTo>
                        <a:pt x="18" y="111"/>
                      </a:lnTo>
                      <a:lnTo>
                        <a:pt x="88" y="111"/>
                      </a:lnTo>
                      <a:lnTo>
                        <a:pt x="133" y="181"/>
                      </a:lnTo>
                      <a:lnTo>
                        <a:pt x="111" y="251"/>
                      </a:lnTo>
                      <a:lnTo>
                        <a:pt x="221" y="384"/>
                      </a:lnTo>
                      <a:lnTo>
                        <a:pt x="314" y="518"/>
                      </a:lnTo>
                      <a:lnTo>
                        <a:pt x="268" y="587"/>
                      </a:lnTo>
                      <a:lnTo>
                        <a:pt x="314" y="704"/>
                      </a:lnTo>
                      <a:lnTo>
                        <a:pt x="221" y="744"/>
                      </a:lnTo>
                      <a:lnTo>
                        <a:pt x="221" y="791"/>
                      </a:lnTo>
                      <a:lnTo>
                        <a:pt x="157" y="814"/>
                      </a:lnTo>
                      <a:lnTo>
                        <a:pt x="157" y="861"/>
                      </a:lnTo>
                      <a:lnTo>
                        <a:pt x="180" y="901"/>
                      </a:lnTo>
                      <a:lnTo>
                        <a:pt x="221" y="878"/>
                      </a:lnTo>
                      <a:lnTo>
                        <a:pt x="355" y="767"/>
                      </a:lnTo>
                      <a:lnTo>
                        <a:pt x="402" y="721"/>
                      </a:lnTo>
                      <a:lnTo>
                        <a:pt x="424" y="634"/>
                      </a:lnTo>
                      <a:lnTo>
                        <a:pt x="402" y="518"/>
                      </a:lnTo>
                      <a:lnTo>
                        <a:pt x="355" y="453"/>
                      </a:lnTo>
                      <a:lnTo>
                        <a:pt x="355" y="408"/>
                      </a:lnTo>
                      <a:lnTo>
                        <a:pt x="290" y="408"/>
                      </a:lnTo>
                      <a:lnTo>
                        <a:pt x="245" y="338"/>
                      </a:lnTo>
                      <a:lnTo>
                        <a:pt x="198" y="251"/>
                      </a:lnTo>
                      <a:lnTo>
                        <a:pt x="198" y="181"/>
                      </a:lnTo>
                      <a:lnTo>
                        <a:pt x="268" y="111"/>
                      </a:lnTo>
                      <a:lnTo>
                        <a:pt x="290" y="87"/>
                      </a:lnTo>
                      <a:lnTo>
                        <a:pt x="268" y="87"/>
                      </a:lnTo>
                      <a:lnTo>
                        <a:pt x="221" y="47"/>
                      </a:lnTo>
                      <a:lnTo>
                        <a:pt x="221" y="0"/>
                      </a:lnTo>
                      <a:lnTo>
                        <a:pt x="198" y="0"/>
                      </a:lnTo>
                      <a:lnTo>
                        <a:pt x="133" y="0"/>
                      </a:lnTo>
                      <a:lnTo>
                        <a:pt x="18" y="70"/>
                      </a:lnTo>
                      <a:lnTo>
                        <a:pt x="0" y="4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43" name=""/>
                <p:cNvSpPr/>
                <p:nvPr/>
              </p:nvSpPr>
              <p:spPr>
                <a:xfrm>
                  <a:off x="1773720" y="1527480"/>
                  <a:ext cx="56520" cy="99720"/>
                </a:xfrm>
                <a:custGeom>
                  <a:avLst/>
                  <a:gdLst/>
                  <a:ahLst/>
                  <a:rect l="l" t="t" r="r" b="b"/>
                  <a:pathLst>
                    <a:path w="453" h="814">
                      <a:moveTo>
                        <a:pt x="110" y="0"/>
                      </a:moveTo>
                      <a:lnTo>
                        <a:pt x="52" y="52"/>
                      </a:lnTo>
                      <a:lnTo>
                        <a:pt x="0" y="134"/>
                      </a:lnTo>
                      <a:lnTo>
                        <a:pt x="70" y="180"/>
                      </a:lnTo>
                      <a:lnTo>
                        <a:pt x="70" y="291"/>
                      </a:lnTo>
                      <a:lnTo>
                        <a:pt x="110" y="314"/>
                      </a:lnTo>
                      <a:lnTo>
                        <a:pt x="180" y="267"/>
                      </a:lnTo>
                      <a:lnTo>
                        <a:pt x="227" y="267"/>
                      </a:lnTo>
                      <a:lnTo>
                        <a:pt x="337" y="406"/>
                      </a:lnTo>
                      <a:lnTo>
                        <a:pt x="337" y="453"/>
                      </a:lnTo>
                      <a:lnTo>
                        <a:pt x="360" y="494"/>
                      </a:lnTo>
                      <a:lnTo>
                        <a:pt x="360" y="563"/>
                      </a:lnTo>
                      <a:lnTo>
                        <a:pt x="337" y="587"/>
                      </a:lnTo>
                      <a:lnTo>
                        <a:pt x="272" y="563"/>
                      </a:lnTo>
                      <a:lnTo>
                        <a:pt x="227" y="518"/>
                      </a:lnTo>
                      <a:lnTo>
                        <a:pt x="174" y="570"/>
                      </a:lnTo>
                      <a:lnTo>
                        <a:pt x="157" y="610"/>
                      </a:lnTo>
                      <a:lnTo>
                        <a:pt x="180" y="697"/>
                      </a:lnTo>
                      <a:lnTo>
                        <a:pt x="227" y="744"/>
                      </a:lnTo>
                      <a:lnTo>
                        <a:pt x="296" y="814"/>
                      </a:lnTo>
                      <a:lnTo>
                        <a:pt x="319" y="790"/>
                      </a:lnTo>
                      <a:lnTo>
                        <a:pt x="360" y="744"/>
                      </a:lnTo>
                      <a:lnTo>
                        <a:pt x="360" y="697"/>
                      </a:lnTo>
                      <a:lnTo>
                        <a:pt x="407" y="674"/>
                      </a:lnTo>
                      <a:lnTo>
                        <a:pt x="447" y="650"/>
                      </a:lnTo>
                      <a:lnTo>
                        <a:pt x="453" y="610"/>
                      </a:lnTo>
                      <a:lnTo>
                        <a:pt x="407" y="563"/>
                      </a:lnTo>
                      <a:lnTo>
                        <a:pt x="436" y="494"/>
                      </a:lnTo>
                      <a:lnTo>
                        <a:pt x="447" y="471"/>
                      </a:lnTo>
                      <a:lnTo>
                        <a:pt x="424" y="424"/>
                      </a:lnTo>
                      <a:lnTo>
                        <a:pt x="319" y="267"/>
                      </a:lnTo>
                      <a:lnTo>
                        <a:pt x="250" y="204"/>
                      </a:lnTo>
                      <a:lnTo>
                        <a:pt x="272" y="134"/>
                      </a:lnTo>
                      <a:lnTo>
                        <a:pt x="250" y="87"/>
                      </a:lnTo>
                      <a:lnTo>
                        <a:pt x="227" y="64"/>
                      </a:lnTo>
                      <a:lnTo>
                        <a:pt x="157" y="64"/>
                      </a:lnTo>
                      <a:lnTo>
                        <a:pt x="157" y="23"/>
                      </a:lnTo>
                      <a:lnTo>
                        <a:pt x="11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44" name=""/>
                <p:cNvSpPr/>
                <p:nvPr/>
              </p:nvSpPr>
              <p:spPr>
                <a:xfrm>
                  <a:off x="1757880" y="1542960"/>
                  <a:ext cx="61560" cy="105840"/>
                </a:xfrm>
                <a:custGeom>
                  <a:avLst/>
                  <a:gdLst/>
                  <a:ahLst/>
                  <a:rect l="l" t="t" r="r" b="b"/>
                  <a:pathLst>
                    <a:path w="482" h="854">
                      <a:moveTo>
                        <a:pt x="122" y="0"/>
                      </a:moveTo>
                      <a:lnTo>
                        <a:pt x="99" y="28"/>
                      </a:lnTo>
                      <a:lnTo>
                        <a:pt x="58" y="75"/>
                      </a:lnTo>
                      <a:lnTo>
                        <a:pt x="0" y="140"/>
                      </a:lnTo>
                      <a:lnTo>
                        <a:pt x="75" y="272"/>
                      </a:lnTo>
                      <a:lnTo>
                        <a:pt x="75" y="360"/>
                      </a:lnTo>
                      <a:lnTo>
                        <a:pt x="75" y="406"/>
                      </a:lnTo>
                      <a:lnTo>
                        <a:pt x="99" y="476"/>
                      </a:lnTo>
                      <a:lnTo>
                        <a:pt x="75" y="656"/>
                      </a:lnTo>
                      <a:lnTo>
                        <a:pt x="75" y="720"/>
                      </a:lnTo>
                      <a:lnTo>
                        <a:pt x="145" y="767"/>
                      </a:lnTo>
                      <a:lnTo>
                        <a:pt x="168" y="848"/>
                      </a:lnTo>
                      <a:lnTo>
                        <a:pt x="232" y="854"/>
                      </a:lnTo>
                      <a:lnTo>
                        <a:pt x="192" y="743"/>
                      </a:lnTo>
                      <a:lnTo>
                        <a:pt x="145" y="697"/>
                      </a:lnTo>
                      <a:lnTo>
                        <a:pt x="168" y="540"/>
                      </a:lnTo>
                      <a:lnTo>
                        <a:pt x="168" y="453"/>
                      </a:lnTo>
                      <a:lnTo>
                        <a:pt x="232" y="476"/>
                      </a:lnTo>
                      <a:lnTo>
                        <a:pt x="279" y="476"/>
                      </a:lnTo>
                      <a:lnTo>
                        <a:pt x="302" y="429"/>
                      </a:lnTo>
                      <a:lnTo>
                        <a:pt x="349" y="384"/>
                      </a:lnTo>
                      <a:lnTo>
                        <a:pt x="394" y="429"/>
                      </a:lnTo>
                      <a:lnTo>
                        <a:pt x="476" y="453"/>
                      </a:lnTo>
                      <a:lnTo>
                        <a:pt x="482" y="406"/>
                      </a:lnTo>
                      <a:lnTo>
                        <a:pt x="482" y="337"/>
                      </a:lnTo>
                      <a:lnTo>
                        <a:pt x="459" y="272"/>
                      </a:lnTo>
                      <a:lnTo>
                        <a:pt x="394" y="180"/>
                      </a:lnTo>
                      <a:lnTo>
                        <a:pt x="349" y="133"/>
                      </a:lnTo>
                      <a:lnTo>
                        <a:pt x="296" y="140"/>
                      </a:lnTo>
                      <a:lnTo>
                        <a:pt x="232" y="180"/>
                      </a:lnTo>
                      <a:lnTo>
                        <a:pt x="192" y="133"/>
                      </a:lnTo>
                      <a:lnTo>
                        <a:pt x="185" y="58"/>
                      </a:lnTo>
                      <a:lnTo>
                        <a:pt x="168" y="23"/>
                      </a:lnTo>
                      <a:lnTo>
                        <a:pt x="122"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45" name=""/>
                <p:cNvSpPr/>
                <p:nvPr/>
              </p:nvSpPr>
              <p:spPr>
                <a:xfrm>
                  <a:off x="1720080" y="1476720"/>
                  <a:ext cx="68040" cy="133200"/>
                </a:xfrm>
                <a:custGeom>
                  <a:avLst/>
                  <a:gdLst/>
                  <a:ahLst/>
                  <a:rect l="l" t="t" r="r" b="b"/>
                  <a:pathLst>
                    <a:path w="534" h="1075">
                      <a:moveTo>
                        <a:pt x="244" y="0"/>
                      </a:moveTo>
                      <a:lnTo>
                        <a:pt x="203" y="47"/>
                      </a:lnTo>
                      <a:lnTo>
                        <a:pt x="133" y="110"/>
                      </a:lnTo>
                      <a:lnTo>
                        <a:pt x="93" y="204"/>
                      </a:lnTo>
                      <a:lnTo>
                        <a:pt x="93" y="308"/>
                      </a:lnTo>
                      <a:lnTo>
                        <a:pt x="35" y="308"/>
                      </a:lnTo>
                      <a:lnTo>
                        <a:pt x="23" y="354"/>
                      </a:lnTo>
                      <a:lnTo>
                        <a:pt x="17" y="459"/>
                      </a:lnTo>
                      <a:lnTo>
                        <a:pt x="0" y="511"/>
                      </a:lnTo>
                      <a:lnTo>
                        <a:pt x="63" y="558"/>
                      </a:lnTo>
                      <a:lnTo>
                        <a:pt x="110" y="715"/>
                      </a:lnTo>
                      <a:lnTo>
                        <a:pt x="150" y="785"/>
                      </a:lnTo>
                      <a:lnTo>
                        <a:pt x="180" y="807"/>
                      </a:lnTo>
                      <a:lnTo>
                        <a:pt x="220" y="807"/>
                      </a:lnTo>
                      <a:lnTo>
                        <a:pt x="244" y="715"/>
                      </a:lnTo>
                      <a:lnTo>
                        <a:pt x="290" y="762"/>
                      </a:lnTo>
                      <a:lnTo>
                        <a:pt x="290" y="825"/>
                      </a:lnTo>
                      <a:lnTo>
                        <a:pt x="337" y="895"/>
                      </a:lnTo>
                      <a:lnTo>
                        <a:pt x="354" y="919"/>
                      </a:lnTo>
                      <a:lnTo>
                        <a:pt x="354" y="1011"/>
                      </a:lnTo>
                      <a:lnTo>
                        <a:pt x="401" y="1075"/>
                      </a:lnTo>
                      <a:lnTo>
                        <a:pt x="401" y="988"/>
                      </a:lnTo>
                      <a:lnTo>
                        <a:pt x="377" y="941"/>
                      </a:lnTo>
                      <a:lnTo>
                        <a:pt x="377" y="825"/>
                      </a:lnTo>
                      <a:lnTo>
                        <a:pt x="337" y="738"/>
                      </a:lnTo>
                      <a:lnTo>
                        <a:pt x="302" y="663"/>
                      </a:lnTo>
                      <a:lnTo>
                        <a:pt x="349" y="610"/>
                      </a:lnTo>
                      <a:lnTo>
                        <a:pt x="384" y="575"/>
                      </a:lnTo>
                      <a:lnTo>
                        <a:pt x="424" y="535"/>
                      </a:lnTo>
                      <a:lnTo>
                        <a:pt x="470" y="465"/>
                      </a:lnTo>
                      <a:lnTo>
                        <a:pt x="534" y="406"/>
                      </a:lnTo>
                      <a:lnTo>
                        <a:pt x="505" y="291"/>
                      </a:lnTo>
                      <a:lnTo>
                        <a:pt x="424" y="284"/>
                      </a:lnTo>
                      <a:lnTo>
                        <a:pt x="354" y="221"/>
                      </a:lnTo>
                      <a:lnTo>
                        <a:pt x="354" y="134"/>
                      </a:lnTo>
                      <a:lnTo>
                        <a:pt x="314" y="30"/>
                      </a:lnTo>
                      <a:lnTo>
                        <a:pt x="290" y="24"/>
                      </a:lnTo>
                      <a:lnTo>
                        <a:pt x="244"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46" name=""/>
                <p:cNvSpPr/>
                <p:nvPr/>
              </p:nvSpPr>
              <p:spPr>
                <a:xfrm>
                  <a:off x="1685520" y="1495800"/>
                  <a:ext cx="36360" cy="45000"/>
                </a:xfrm>
                <a:custGeom>
                  <a:avLst/>
                  <a:gdLst/>
                  <a:ahLst/>
                  <a:rect l="l" t="t" r="r" b="b"/>
                  <a:pathLst>
                    <a:path w="291" h="366">
                      <a:moveTo>
                        <a:pt x="274" y="366"/>
                      </a:moveTo>
                      <a:lnTo>
                        <a:pt x="245" y="289"/>
                      </a:lnTo>
                      <a:lnTo>
                        <a:pt x="175" y="202"/>
                      </a:lnTo>
                      <a:lnTo>
                        <a:pt x="134" y="156"/>
                      </a:lnTo>
                      <a:lnTo>
                        <a:pt x="88" y="92"/>
                      </a:lnTo>
                      <a:lnTo>
                        <a:pt x="65" y="110"/>
                      </a:lnTo>
                      <a:lnTo>
                        <a:pt x="65" y="179"/>
                      </a:lnTo>
                      <a:lnTo>
                        <a:pt x="18" y="249"/>
                      </a:lnTo>
                      <a:lnTo>
                        <a:pt x="18" y="179"/>
                      </a:lnTo>
                      <a:lnTo>
                        <a:pt x="18" y="69"/>
                      </a:lnTo>
                      <a:lnTo>
                        <a:pt x="0" y="45"/>
                      </a:lnTo>
                      <a:lnTo>
                        <a:pt x="0" y="5"/>
                      </a:lnTo>
                      <a:lnTo>
                        <a:pt x="30" y="0"/>
                      </a:lnTo>
                      <a:lnTo>
                        <a:pt x="140" y="22"/>
                      </a:lnTo>
                      <a:lnTo>
                        <a:pt x="152" y="63"/>
                      </a:lnTo>
                      <a:lnTo>
                        <a:pt x="204" y="57"/>
                      </a:lnTo>
                      <a:lnTo>
                        <a:pt x="227" y="98"/>
                      </a:lnTo>
                      <a:lnTo>
                        <a:pt x="233" y="162"/>
                      </a:lnTo>
                      <a:lnTo>
                        <a:pt x="279" y="226"/>
                      </a:lnTo>
                      <a:lnTo>
                        <a:pt x="291" y="249"/>
                      </a:lnTo>
                      <a:lnTo>
                        <a:pt x="285" y="313"/>
                      </a:lnTo>
                      <a:lnTo>
                        <a:pt x="274" y="366"/>
                      </a:lnTo>
                      <a:close/>
                    </a:path>
                  </a:pathLst>
                </a:custGeom>
                <a:solidFill>
                  <a:srgbClr val="ffffff"/>
                </a:solidFill>
                <a:ln w="9360">
                  <a:solidFill>
                    <a:srgbClr val="000000"/>
                  </a:solidFill>
                  <a:round/>
                </a:ln>
              </p:spPr>
              <p:style>
                <a:lnRef idx="0"/>
                <a:fillRef idx="0"/>
                <a:effectRef idx="0"/>
                <a:fontRef idx="minor"/>
              </p:style>
              <p:txBody>
                <a:bodyPr lIns="90000" rIns="90000" tIns="-1800" bIns="-1800" anchor="t">
                  <a:noAutofit/>
                </a:bodyPr>
                <a:p>
                  <a:endParaRPr b="0" lang="en-US" sz="2400" spc="-1" strike="noStrike">
                    <a:solidFill>
                      <a:srgbClr val="000000"/>
                    </a:solidFill>
                    <a:latin typeface="Times New Roman"/>
                  </a:endParaRPr>
                </a:p>
              </p:txBody>
            </p:sp>
            <p:sp>
              <p:nvSpPr>
                <p:cNvPr id="8547" name=""/>
                <p:cNvSpPr/>
                <p:nvPr/>
              </p:nvSpPr>
              <p:spPr>
                <a:xfrm>
                  <a:off x="1682640" y="1469160"/>
                  <a:ext cx="66960" cy="65880"/>
                </a:xfrm>
                <a:custGeom>
                  <a:avLst/>
                  <a:gdLst/>
                  <a:ahLst/>
                  <a:rect l="l" t="t" r="r" b="b"/>
                  <a:pathLst>
                    <a:path w="535" h="535">
                      <a:moveTo>
                        <a:pt x="314" y="535"/>
                      </a:moveTo>
                      <a:lnTo>
                        <a:pt x="314" y="471"/>
                      </a:lnTo>
                      <a:lnTo>
                        <a:pt x="250" y="378"/>
                      </a:lnTo>
                      <a:lnTo>
                        <a:pt x="250" y="332"/>
                      </a:lnTo>
                      <a:lnTo>
                        <a:pt x="250" y="309"/>
                      </a:lnTo>
                      <a:lnTo>
                        <a:pt x="238" y="285"/>
                      </a:lnTo>
                      <a:lnTo>
                        <a:pt x="175" y="291"/>
                      </a:lnTo>
                      <a:lnTo>
                        <a:pt x="163" y="250"/>
                      </a:lnTo>
                      <a:lnTo>
                        <a:pt x="41" y="222"/>
                      </a:lnTo>
                      <a:lnTo>
                        <a:pt x="6" y="222"/>
                      </a:lnTo>
                      <a:lnTo>
                        <a:pt x="0" y="198"/>
                      </a:lnTo>
                      <a:lnTo>
                        <a:pt x="35" y="94"/>
                      </a:lnTo>
                      <a:lnTo>
                        <a:pt x="70" y="94"/>
                      </a:lnTo>
                      <a:lnTo>
                        <a:pt x="70" y="157"/>
                      </a:lnTo>
                      <a:lnTo>
                        <a:pt x="111" y="204"/>
                      </a:lnTo>
                      <a:lnTo>
                        <a:pt x="227" y="180"/>
                      </a:lnTo>
                      <a:lnTo>
                        <a:pt x="227" y="77"/>
                      </a:lnTo>
                      <a:lnTo>
                        <a:pt x="273" y="65"/>
                      </a:lnTo>
                      <a:lnTo>
                        <a:pt x="325" y="30"/>
                      </a:lnTo>
                      <a:lnTo>
                        <a:pt x="367" y="0"/>
                      </a:lnTo>
                      <a:lnTo>
                        <a:pt x="424" y="0"/>
                      </a:lnTo>
                      <a:lnTo>
                        <a:pt x="442" y="0"/>
                      </a:lnTo>
                      <a:lnTo>
                        <a:pt x="459" y="42"/>
                      </a:lnTo>
                      <a:lnTo>
                        <a:pt x="535" y="70"/>
                      </a:lnTo>
                      <a:lnTo>
                        <a:pt x="506" y="105"/>
                      </a:lnTo>
                      <a:lnTo>
                        <a:pt x="424" y="192"/>
                      </a:lnTo>
                      <a:lnTo>
                        <a:pt x="395" y="250"/>
                      </a:lnTo>
                      <a:lnTo>
                        <a:pt x="384" y="332"/>
                      </a:lnTo>
                      <a:lnTo>
                        <a:pt x="384" y="378"/>
                      </a:lnTo>
                      <a:lnTo>
                        <a:pt x="337" y="378"/>
                      </a:lnTo>
                      <a:lnTo>
                        <a:pt x="314" y="448"/>
                      </a:lnTo>
                      <a:lnTo>
                        <a:pt x="314" y="535"/>
                      </a:lnTo>
                      <a:close/>
                    </a:path>
                  </a:pathLst>
                </a:custGeom>
                <a:solidFill>
                  <a:srgbClr val="ffffff"/>
                </a:solidFill>
                <a:ln w="9360">
                  <a:solidFill>
                    <a:srgbClr val="000000"/>
                  </a:solidFill>
                  <a:round/>
                </a:ln>
              </p:spPr>
              <p:style>
                <a:lnRef idx="0"/>
                <a:fillRef idx="0"/>
                <a:effectRef idx="0"/>
                <a:fontRef idx="minor"/>
              </p:style>
              <p:txBody>
                <a:bodyPr lIns="90000" rIns="90000" tIns="19080" bIns="19080" anchor="t">
                  <a:noAutofit/>
                </a:bodyPr>
                <a:p>
                  <a:endParaRPr b="0" lang="en-US" sz="2400" spc="-1" strike="noStrike">
                    <a:solidFill>
                      <a:srgbClr val="000000"/>
                    </a:solidFill>
                    <a:latin typeface="Times New Roman"/>
                  </a:endParaRPr>
                </a:p>
              </p:txBody>
            </p:sp>
            <p:sp>
              <p:nvSpPr>
                <p:cNvPr id="8548" name=""/>
                <p:cNvSpPr/>
                <p:nvPr/>
              </p:nvSpPr>
              <p:spPr>
                <a:xfrm>
                  <a:off x="1690560" y="1477800"/>
                  <a:ext cx="21240" cy="15840"/>
                </a:xfrm>
                <a:custGeom>
                  <a:avLst/>
                  <a:gdLst/>
                  <a:ahLst/>
                  <a:rect l="l" t="t" r="r" b="b"/>
                  <a:pathLst>
                    <a:path w="168" h="127">
                      <a:moveTo>
                        <a:pt x="0" y="17"/>
                      </a:moveTo>
                      <a:lnTo>
                        <a:pt x="0" y="75"/>
                      </a:lnTo>
                      <a:lnTo>
                        <a:pt x="18" y="103"/>
                      </a:lnTo>
                      <a:lnTo>
                        <a:pt x="46" y="127"/>
                      </a:lnTo>
                      <a:lnTo>
                        <a:pt x="116" y="110"/>
                      </a:lnTo>
                      <a:lnTo>
                        <a:pt x="168" y="98"/>
                      </a:lnTo>
                      <a:lnTo>
                        <a:pt x="163" y="33"/>
                      </a:lnTo>
                      <a:lnTo>
                        <a:pt x="168" y="0"/>
                      </a:lnTo>
                      <a:lnTo>
                        <a:pt x="98" y="17"/>
                      </a:lnTo>
                      <a:lnTo>
                        <a:pt x="29" y="17"/>
                      </a:lnTo>
                      <a:lnTo>
                        <a:pt x="0" y="17"/>
                      </a:lnTo>
                      <a:close/>
                    </a:path>
                  </a:pathLst>
                </a:custGeom>
                <a:solidFill>
                  <a:srgbClr val="ffffff"/>
                </a:solidFill>
                <a:ln w="9360">
                  <a:solidFill>
                    <a:srgbClr val="000000"/>
                  </a:solidFill>
                  <a:round/>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8549" name=""/>
                <p:cNvSpPr/>
                <p:nvPr/>
              </p:nvSpPr>
              <p:spPr>
                <a:xfrm>
                  <a:off x="1539360" y="1398600"/>
                  <a:ext cx="147960" cy="228600"/>
                </a:xfrm>
                <a:custGeom>
                  <a:avLst/>
                  <a:gdLst/>
                  <a:ahLst/>
                  <a:rect l="l" t="t" r="r" b="b"/>
                  <a:pathLst>
                    <a:path w="1169" h="1848">
                      <a:moveTo>
                        <a:pt x="356" y="0"/>
                      </a:moveTo>
                      <a:lnTo>
                        <a:pt x="222" y="47"/>
                      </a:lnTo>
                      <a:lnTo>
                        <a:pt x="199" y="70"/>
                      </a:lnTo>
                      <a:lnTo>
                        <a:pt x="199" y="110"/>
                      </a:lnTo>
                      <a:lnTo>
                        <a:pt x="268" y="180"/>
                      </a:lnTo>
                      <a:lnTo>
                        <a:pt x="222" y="250"/>
                      </a:lnTo>
                      <a:lnTo>
                        <a:pt x="244" y="314"/>
                      </a:lnTo>
                      <a:lnTo>
                        <a:pt x="384" y="337"/>
                      </a:lnTo>
                      <a:lnTo>
                        <a:pt x="384" y="361"/>
                      </a:lnTo>
                      <a:lnTo>
                        <a:pt x="338" y="406"/>
                      </a:lnTo>
                      <a:lnTo>
                        <a:pt x="268" y="587"/>
                      </a:lnTo>
                      <a:lnTo>
                        <a:pt x="222" y="657"/>
                      </a:lnTo>
                      <a:lnTo>
                        <a:pt x="88" y="697"/>
                      </a:lnTo>
                      <a:lnTo>
                        <a:pt x="112" y="767"/>
                      </a:lnTo>
                      <a:lnTo>
                        <a:pt x="175" y="854"/>
                      </a:lnTo>
                      <a:lnTo>
                        <a:pt x="112" y="895"/>
                      </a:lnTo>
                      <a:lnTo>
                        <a:pt x="65" y="872"/>
                      </a:lnTo>
                      <a:lnTo>
                        <a:pt x="0" y="854"/>
                      </a:lnTo>
                      <a:lnTo>
                        <a:pt x="0" y="895"/>
                      </a:lnTo>
                      <a:lnTo>
                        <a:pt x="24" y="941"/>
                      </a:lnTo>
                      <a:lnTo>
                        <a:pt x="134" y="941"/>
                      </a:lnTo>
                      <a:lnTo>
                        <a:pt x="134" y="964"/>
                      </a:lnTo>
                      <a:lnTo>
                        <a:pt x="65" y="987"/>
                      </a:lnTo>
                      <a:lnTo>
                        <a:pt x="134" y="1074"/>
                      </a:lnTo>
                      <a:lnTo>
                        <a:pt x="199" y="1074"/>
                      </a:lnTo>
                      <a:lnTo>
                        <a:pt x="244" y="964"/>
                      </a:lnTo>
                      <a:lnTo>
                        <a:pt x="268" y="1034"/>
                      </a:lnTo>
                      <a:lnTo>
                        <a:pt x="291" y="1261"/>
                      </a:lnTo>
                      <a:lnTo>
                        <a:pt x="401" y="1552"/>
                      </a:lnTo>
                      <a:lnTo>
                        <a:pt x="471" y="1708"/>
                      </a:lnTo>
                      <a:lnTo>
                        <a:pt x="541" y="1824"/>
                      </a:lnTo>
                      <a:lnTo>
                        <a:pt x="558" y="1848"/>
                      </a:lnTo>
                      <a:lnTo>
                        <a:pt x="675" y="1778"/>
                      </a:lnTo>
                      <a:lnTo>
                        <a:pt x="785" y="1552"/>
                      </a:lnTo>
                      <a:lnTo>
                        <a:pt x="832" y="1325"/>
                      </a:lnTo>
                      <a:lnTo>
                        <a:pt x="902" y="1284"/>
                      </a:lnTo>
                      <a:lnTo>
                        <a:pt x="1082" y="1168"/>
                      </a:lnTo>
                      <a:lnTo>
                        <a:pt x="1151" y="1057"/>
                      </a:lnTo>
                      <a:lnTo>
                        <a:pt x="1169" y="1034"/>
                      </a:lnTo>
                      <a:lnTo>
                        <a:pt x="1169" y="854"/>
                      </a:lnTo>
                      <a:lnTo>
                        <a:pt x="1151" y="807"/>
                      </a:lnTo>
                      <a:lnTo>
                        <a:pt x="1128" y="767"/>
                      </a:lnTo>
                      <a:lnTo>
                        <a:pt x="1128" y="743"/>
                      </a:lnTo>
                      <a:lnTo>
                        <a:pt x="994" y="743"/>
                      </a:lnTo>
                      <a:lnTo>
                        <a:pt x="948" y="720"/>
                      </a:lnTo>
                      <a:lnTo>
                        <a:pt x="878" y="680"/>
                      </a:lnTo>
                      <a:lnTo>
                        <a:pt x="785" y="680"/>
                      </a:lnTo>
                      <a:lnTo>
                        <a:pt x="675" y="563"/>
                      </a:lnTo>
                      <a:lnTo>
                        <a:pt x="675" y="541"/>
                      </a:lnTo>
                      <a:lnTo>
                        <a:pt x="675" y="471"/>
                      </a:lnTo>
                      <a:lnTo>
                        <a:pt x="605" y="453"/>
                      </a:lnTo>
                      <a:lnTo>
                        <a:pt x="558" y="406"/>
                      </a:lnTo>
                      <a:lnTo>
                        <a:pt x="541" y="314"/>
                      </a:lnTo>
                      <a:lnTo>
                        <a:pt x="541" y="274"/>
                      </a:lnTo>
                      <a:lnTo>
                        <a:pt x="581" y="180"/>
                      </a:lnTo>
                      <a:lnTo>
                        <a:pt x="605" y="134"/>
                      </a:lnTo>
                      <a:lnTo>
                        <a:pt x="605" y="47"/>
                      </a:lnTo>
                      <a:lnTo>
                        <a:pt x="541" y="99"/>
                      </a:lnTo>
                      <a:lnTo>
                        <a:pt x="506" y="105"/>
                      </a:lnTo>
                      <a:lnTo>
                        <a:pt x="401" y="93"/>
                      </a:lnTo>
                      <a:lnTo>
                        <a:pt x="373" y="23"/>
                      </a:lnTo>
                      <a:lnTo>
                        <a:pt x="356"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50" name=""/>
                <p:cNvSpPr/>
                <p:nvPr/>
              </p:nvSpPr>
              <p:spPr>
                <a:xfrm>
                  <a:off x="1624680" y="1457280"/>
                  <a:ext cx="61560" cy="33480"/>
                </a:xfrm>
                <a:custGeom>
                  <a:avLst/>
                  <a:gdLst/>
                  <a:ahLst/>
                  <a:rect l="l" t="t" r="r" b="b"/>
                  <a:pathLst>
                    <a:path w="488" h="272">
                      <a:moveTo>
                        <a:pt x="0" y="0"/>
                      </a:moveTo>
                      <a:lnTo>
                        <a:pt x="0" y="47"/>
                      </a:lnTo>
                      <a:lnTo>
                        <a:pt x="0" y="92"/>
                      </a:lnTo>
                      <a:lnTo>
                        <a:pt x="93" y="186"/>
                      </a:lnTo>
                      <a:lnTo>
                        <a:pt x="116" y="209"/>
                      </a:lnTo>
                      <a:lnTo>
                        <a:pt x="203" y="209"/>
                      </a:lnTo>
                      <a:lnTo>
                        <a:pt x="273" y="249"/>
                      </a:lnTo>
                      <a:lnTo>
                        <a:pt x="314" y="272"/>
                      </a:lnTo>
                      <a:lnTo>
                        <a:pt x="337" y="272"/>
                      </a:lnTo>
                      <a:lnTo>
                        <a:pt x="429" y="272"/>
                      </a:lnTo>
                      <a:lnTo>
                        <a:pt x="459" y="272"/>
                      </a:lnTo>
                      <a:lnTo>
                        <a:pt x="488" y="226"/>
                      </a:lnTo>
                      <a:lnTo>
                        <a:pt x="488" y="186"/>
                      </a:lnTo>
                      <a:lnTo>
                        <a:pt x="407" y="186"/>
                      </a:lnTo>
                      <a:lnTo>
                        <a:pt x="384" y="162"/>
                      </a:lnTo>
                      <a:lnTo>
                        <a:pt x="360" y="122"/>
                      </a:lnTo>
                      <a:lnTo>
                        <a:pt x="319" y="122"/>
                      </a:lnTo>
                      <a:lnTo>
                        <a:pt x="279" y="134"/>
                      </a:lnTo>
                      <a:lnTo>
                        <a:pt x="192" y="92"/>
                      </a:lnTo>
                      <a:lnTo>
                        <a:pt x="128" y="47"/>
                      </a:lnTo>
                      <a:lnTo>
                        <a:pt x="63" y="23"/>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8551" name=""/>
                <p:cNvSpPr/>
                <p:nvPr/>
              </p:nvSpPr>
              <p:spPr>
                <a:xfrm>
                  <a:off x="1627560" y="1627200"/>
                  <a:ext cx="16920" cy="21600"/>
                </a:xfrm>
                <a:custGeom>
                  <a:avLst/>
                  <a:gdLst/>
                  <a:ahLst/>
                  <a:rect l="l" t="t" r="r" b="b"/>
                  <a:pathLst>
                    <a:path w="134" h="174">
                      <a:moveTo>
                        <a:pt x="64" y="0"/>
                      </a:moveTo>
                      <a:lnTo>
                        <a:pt x="47" y="40"/>
                      </a:lnTo>
                      <a:lnTo>
                        <a:pt x="0" y="87"/>
                      </a:lnTo>
                      <a:lnTo>
                        <a:pt x="0" y="133"/>
                      </a:lnTo>
                      <a:lnTo>
                        <a:pt x="47" y="157"/>
                      </a:lnTo>
                      <a:lnTo>
                        <a:pt x="110" y="174"/>
                      </a:lnTo>
                      <a:lnTo>
                        <a:pt x="134" y="133"/>
                      </a:lnTo>
                      <a:lnTo>
                        <a:pt x="110" y="87"/>
                      </a:lnTo>
                      <a:lnTo>
                        <a:pt x="110" y="63"/>
                      </a:lnTo>
                      <a:lnTo>
                        <a:pt x="64" y="0"/>
                      </a:lnTo>
                      <a:close/>
                    </a:path>
                  </a:pathLst>
                </a:custGeom>
                <a:solidFill>
                  <a:srgbClr val="ffffff"/>
                </a:solidFill>
                <a:ln w="9360">
                  <a:solidFill>
                    <a:srgbClr val="000000"/>
                  </a:solidFill>
                  <a:round/>
                </a:ln>
              </p:spPr>
              <p:style>
                <a:lnRef idx="0"/>
                <a:fillRef idx="0"/>
                <a:effectRef idx="0"/>
                <a:fontRef idx="minor"/>
              </p:style>
              <p:txBody>
                <a:bodyPr lIns="90000" rIns="90000" tIns="-25200" bIns="-25200" anchor="t">
                  <a:noAutofit/>
                </a:bodyPr>
                <a:p>
                  <a:endParaRPr b="0" lang="en-US" sz="2400" spc="-1" strike="noStrike">
                    <a:solidFill>
                      <a:srgbClr val="000000"/>
                    </a:solidFill>
                    <a:latin typeface="Times New Roman"/>
                  </a:endParaRPr>
                </a:p>
              </p:txBody>
            </p:sp>
            <p:sp>
              <p:nvSpPr>
                <p:cNvPr id="8552" name=""/>
                <p:cNvSpPr/>
                <p:nvPr/>
              </p:nvSpPr>
              <p:spPr>
                <a:xfrm>
                  <a:off x="1486800" y="1407600"/>
                  <a:ext cx="101160" cy="101520"/>
                </a:xfrm>
                <a:custGeom>
                  <a:avLst/>
                  <a:gdLst/>
                  <a:ahLst/>
                  <a:rect l="l" t="t" r="r" b="b"/>
                  <a:pathLst>
                    <a:path w="796" h="825">
                      <a:moveTo>
                        <a:pt x="611" y="0"/>
                      </a:moveTo>
                      <a:lnTo>
                        <a:pt x="546" y="17"/>
                      </a:lnTo>
                      <a:lnTo>
                        <a:pt x="524" y="17"/>
                      </a:lnTo>
                      <a:lnTo>
                        <a:pt x="517" y="92"/>
                      </a:lnTo>
                      <a:lnTo>
                        <a:pt x="500" y="157"/>
                      </a:lnTo>
                      <a:lnTo>
                        <a:pt x="477" y="157"/>
                      </a:lnTo>
                      <a:lnTo>
                        <a:pt x="436" y="267"/>
                      </a:lnTo>
                      <a:lnTo>
                        <a:pt x="389" y="296"/>
                      </a:lnTo>
                      <a:lnTo>
                        <a:pt x="360" y="354"/>
                      </a:lnTo>
                      <a:lnTo>
                        <a:pt x="250" y="360"/>
                      </a:lnTo>
                      <a:lnTo>
                        <a:pt x="250" y="448"/>
                      </a:lnTo>
                      <a:lnTo>
                        <a:pt x="163" y="471"/>
                      </a:lnTo>
                      <a:lnTo>
                        <a:pt x="93" y="448"/>
                      </a:lnTo>
                      <a:lnTo>
                        <a:pt x="0" y="424"/>
                      </a:lnTo>
                      <a:lnTo>
                        <a:pt x="0" y="493"/>
                      </a:lnTo>
                      <a:lnTo>
                        <a:pt x="93" y="563"/>
                      </a:lnTo>
                      <a:lnTo>
                        <a:pt x="93" y="627"/>
                      </a:lnTo>
                      <a:lnTo>
                        <a:pt x="46" y="627"/>
                      </a:lnTo>
                      <a:lnTo>
                        <a:pt x="23" y="720"/>
                      </a:lnTo>
                      <a:lnTo>
                        <a:pt x="116" y="720"/>
                      </a:lnTo>
                      <a:lnTo>
                        <a:pt x="297" y="720"/>
                      </a:lnTo>
                      <a:lnTo>
                        <a:pt x="343" y="760"/>
                      </a:lnTo>
                      <a:lnTo>
                        <a:pt x="412" y="825"/>
                      </a:lnTo>
                      <a:lnTo>
                        <a:pt x="412" y="784"/>
                      </a:lnTo>
                      <a:lnTo>
                        <a:pt x="454" y="802"/>
                      </a:lnTo>
                      <a:lnTo>
                        <a:pt x="517" y="825"/>
                      </a:lnTo>
                      <a:lnTo>
                        <a:pt x="587" y="784"/>
                      </a:lnTo>
                      <a:lnTo>
                        <a:pt x="500" y="627"/>
                      </a:lnTo>
                      <a:lnTo>
                        <a:pt x="564" y="610"/>
                      </a:lnTo>
                      <a:lnTo>
                        <a:pt x="634" y="587"/>
                      </a:lnTo>
                      <a:lnTo>
                        <a:pt x="750" y="401"/>
                      </a:lnTo>
                      <a:lnTo>
                        <a:pt x="750" y="360"/>
                      </a:lnTo>
                      <a:lnTo>
                        <a:pt x="796" y="267"/>
                      </a:lnTo>
                      <a:lnTo>
                        <a:pt x="703" y="244"/>
                      </a:lnTo>
                      <a:lnTo>
                        <a:pt x="663" y="244"/>
                      </a:lnTo>
                      <a:lnTo>
                        <a:pt x="634" y="169"/>
                      </a:lnTo>
                      <a:lnTo>
                        <a:pt x="680" y="110"/>
                      </a:lnTo>
                      <a:lnTo>
                        <a:pt x="622" y="52"/>
                      </a:lnTo>
                      <a:lnTo>
                        <a:pt x="611" y="17"/>
                      </a:lnTo>
                      <a:lnTo>
                        <a:pt x="611"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53" name=""/>
                <p:cNvSpPr/>
                <p:nvPr/>
              </p:nvSpPr>
              <p:spPr>
                <a:xfrm>
                  <a:off x="1475640" y="1390680"/>
                  <a:ext cx="108360" cy="74880"/>
                </a:xfrm>
                <a:custGeom>
                  <a:avLst/>
                  <a:gdLst/>
                  <a:ahLst/>
                  <a:rect l="l" t="t" r="r" b="b"/>
                  <a:pathLst>
                    <a:path w="855" h="611">
                      <a:moveTo>
                        <a:pt x="63" y="169"/>
                      </a:moveTo>
                      <a:lnTo>
                        <a:pt x="18" y="274"/>
                      </a:lnTo>
                      <a:lnTo>
                        <a:pt x="46" y="344"/>
                      </a:lnTo>
                      <a:lnTo>
                        <a:pt x="0" y="431"/>
                      </a:lnTo>
                      <a:lnTo>
                        <a:pt x="46" y="476"/>
                      </a:lnTo>
                      <a:lnTo>
                        <a:pt x="110" y="476"/>
                      </a:lnTo>
                      <a:lnTo>
                        <a:pt x="110" y="541"/>
                      </a:lnTo>
                      <a:lnTo>
                        <a:pt x="87" y="564"/>
                      </a:lnTo>
                      <a:lnTo>
                        <a:pt x="250" y="611"/>
                      </a:lnTo>
                      <a:lnTo>
                        <a:pt x="337" y="588"/>
                      </a:lnTo>
                      <a:lnTo>
                        <a:pt x="337" y="500"/>
                      </a:lnTo>
                      <a:lnTo>
                        <a:pt x="454" y="500"/>
                      </a:lnTo>
                      <a:lnTo>
                        <a:pt x="476" y="431"/>
                      </a:lnTo>
                      <a:lnTo>
                        <a:pt x="523" y="407"/>
                      </a:lnTo>
                      <a:lnTo>
                        <a:pt x="564" y="297"/>
                      </a:lnTo>
                      <a:lnTo>
                        <a:pt x="587" y="297"/>
                      </a:lnTo>
                      <a:lnTo>
                        <a:pt x="611" y="227"/>
                      </a:lnTo>
                      <a:lnTo>
                        <a:pt x="611" y="157"/>
                      </a:lnTo>
                      <a:lnTo>
                        <a:pt x="633" y="157"/>
                      </a:lnTo>
                      <a:lnTo>
                        <a:pt x="698" y="140"/>
                      </a:lnTo>
                      <a:lnTo>
                        <a:pt x="721" y="117"/>
                      </a:lnTo>
                      <a:lnTo>
                        <a:pt x="855" y="70"/>
                      </a:lnTo>
                      <a:lnTo>
                        <a:pt x="825" y="0"/>
                      </a:lnTo>
                      <a:lnTo>
                        <a:pt x="715" y="30"/>
                      </a:lnTo>
                      <a:lnTo>
                        <a:pt x="651" y="41"/>
                      </a:lnTo>
                      <a:lnTo>
                        <a:pt x="611" y="6"/>
                      </a:lnTo>
                      <a:lnTo>
                        <a:pt x="499" y="47"/>
                      </a:lnTo>
                      <a:lnTo>
                        <a:pt x="389" y="30"/>
                      </a:lnTo>
                      <a:lnTo>
                        <a:pt x="279" y="105"/>
                      </a:lnTo>
                      <a:lnTo>
                        <a:pt x="227" y="145"/>
                      </a:lnTo>
                      <a:lnTo>
                        <a:pt x="140" y="204"/>
                      </a:lnTo>
                      <a:lnTo>
                        <a:pt x="93" y="180"/>
                      </a:lnTo>
                      <a:lnTo>
                        <a:pt x="63" y="169"/>
                      </a:lnTo>
                      <a:close/>
                    </a:path>
                  </a:pathLst>
                </a:custGeom>
                <a:solidFill>
                  <a:srgbClr val="ffffff"/>
                </a:solidFill>
                <a:ln w="9360">
                  <a:solidFill>
                    <a:srgbClr val="000000"/>
                  </a:solidFill>
                  <a:round/>
                </a:ln>
              </p:spPr>
              <p:style>
                <a:lnRef idx="0"/>
                <a:fillRef idx="0"/>
                <a:effectRef idx="0"/>
                <a:fontRef idx="minor"/>
              </p:style>
              <p:txBody>
                <a:bodyPr lIns="90000" rIns="90000" tIns="28080" bIns="28080" anchor="t">
                  <a:noAutofit/>
                </a:bodyPr>
                <a:p>
                  <a:endParaRPr b="0" lang="en-US" sz="2400" spc="-1" strike="noStrike">
                    <a:solidFill>
                      <a:srgbClr val="000000"/>
                    </a:solidFill>
                    <a:latin typeface="Times New Roman"/>
                  </a:endParaRPr>
                </a:p>
              </p:txBody>
            </p:sp>
            <p:sp>
              <p:nvSpPr>
                <p:cNvPr id="8554" name=""/>
                <p:cNvSpPr/>
                <p:nvPr/>
              </p:nvSpPr>
              <p:spPr>
                <a:xfrm>
                  <a:off x="1358640" y="1374840"/>
                  <a:ext cx="140040" cy="121320"/>
                </a:xfrm>
                <a:custGeom>
                  <a:avLst/>
                  <a:gdLst/>
                  <a:ahLst/>
                  <a:rect l="l" t="t" r="r" b="b"/>
                  <a:pathLst>
                    <a:path w="1104" h="982">
                      <a:moveTo>
                        <a:pt x="17" y="0"/>
                      </a:moveTo>
                      <a:lnTo>
                        <a:pt x="0" y="100"/>
                      </a:lnTo>
                      <a:lnTo>
                        <a:pt x="0" y="145"/>
                      </a:lnTo>
                      <a:lnTo>
                        <a:pt x="70" y="262"/>
                      </a:lnTo>
                      <a:lnTo>
                        <a:pt x="157" y="279"/>
                      </a:lnTo>
                      <a:lnTo>
                        <a:pt x="110" y="372"/>
                      </a:lnTo>
                      <a:lnTo>
                        <a:pt x="134" y="442"/>
                      </a:lnTo>
                      <a:lnTo>
                        <a:pt x="227" y="466"/>
                      </a:lnTo>
                      <a:lnTo>
                        <a:pt x="249" y="576"/>
                      </a:lnTo>
                      <a:lnTo>
                        <a:pt x="314" y="663"/>
                      </a:lnTo>
                      <a:lnTo>
                        <a:pt x="383" y="686"/>
                      </a:lnTo>
                      <a:lnTo>
                        <a:pt x="430" y="779"/>
                      </a:lnTo>
                      <a:lnTo>
                        <a:pt x="471" y="802"/>
                      </a:lnTo>
                      <a:lnTo>
                        <a:pt x="586" y="872"/>
                      </a:lnTo>
                      <a:lnTo>
                        <a:pt x="651" y="889"/>
                      </a:lnTo>
                      <a:lnTo>
                        <a:pt x="767" y="872"/>
                      </a:lnTo>
                      <a:lnTo>
                        <a:pt x="790" y="935"/>
                      </a:lnTo>
                      <a:lnTo>
                        <a:pt x="947" y="959"/>
                      </a:lnTo>
                      <a:lnTo>
                        <a:pt x="1052" y="982"/>
                      </a:lnTo>
                      <a:lnTo>
                        <a:pt x="1057" y="907"/>
                      </a:lnTo>
                      <a:lnTo>
                        <a:pt x="1104" y="883"/>
                      </a:lnTo>
                      <a:lnTo>
                        <a:pt x="1104" y="825"/>
                      </a:lnTo>
                      <a:lnTo>
                        <a:pt x="1011" y="755"/>
                      </a:lnTo>
                      <a:lnTo>
                        <a:pt x="1011" y="686"/>
                      </a:lnTo>
                      <a:lnTo>
                        <a:pt x="1034" y="663"/>
                      </a:lnTo>
                      <a:lnTo>
                        <a:pt x="1034" y="598"/>
                      </a:lnTo>
                      <a:lnTo>
                        <a:pt x="970" y="598"/>
                      </a:lnTo>
                      <a:lnTo>
                        <a:pt x="924" y="553"/>
                      </a:lnTo>
                      <a:lnTo>
                        <a:pt x="970" y="471"/>
                      </a:lnTo>
                      <a:lnTo>
                        <a:pt x="947" y="396"/>
                      </a:lnTo>
                      <a:lnTo>
                        <a:pt x="987" y="279"/>
                      </a:lnTo>
                      <a:lnTo>
                        <a:pt x="970" y="215"/>
                      </a:lnTo>
                      <a:lnTo>
                        <a:pt x="900" y="145"/>
                      </a:lnTo>
                      <a:lnTo>
                        <a:pt x="767" y="128"/>
                      </a:lnTo>
                      <a:lnTo>
                        <a:pt x="685" y="122"/>
                      </a:lnTo>
                      <a:lnTo>
                        <a:pt x="639" y="128"/>
                      </a:lnTo>
                      <a:lnTo>
                        <a:pt x="586" y="145"/>
                      </a:lnTo>
                      <a:lnTo>
                        <a:pt x="581" y="192"/>
                      </a:lnTo>
                      <a:lnTo>
                        <a:pt x="453" y="215"/>
                      </a:lnTo>
                      <a:lnTo>
                        <a:pt x="361" y="169"/>
                      </a:lnTo>
                      <a:lnTo>
                        <a:pt x="267" y="58"/>
                      </a:lnTo>
                      <a:lnTo>
                        <a:pt x="244" y="35"/>
                      </a:lnTo>
                      <a:lnTo>
                        <a:pt x="122" y="82"/>
                      </a:lnTo>
                      <a:lnTo>
                        <a:pt x="64" y="0"/>
                      </a:lnTo>
                      <a:lnTo>
                        <a:pt x="40" y="0"/>
                      </a:lnTo>
                      <a:lnTo>
                        <a:pt x="17"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55" name=""/>
                <p:cNvSpPr/>
                <p:nvPr/>
              </p:nvSpPr>
              <p:spPr>
                <a:xfrm>
                  <a:off x="1413720" y="1482840"/>
                  <a:ext cx="5040" cy="7920"/>
                </a:xfrm>
                <a:custGeom>
                  <a:avLst/>
                  <a:gdLst/>
                  <a:ahLst/>
                  <a:rect l="l" t="t" r="r" b="b"/>
                  <a:pathLst>
                    <a:path w="41" h="63">
                      <a:moveTo>
                        <a:pt x="41" y="40"/>
                      </a:moveTo>
                      <a:lnTo>
                        <a:pt x="23" y="0"/>
                      </a:lnTo>
                      <a:lnTo>
                        <a:pt x="0" y="0"/>
                      </a:lnTo>
                      <a:lnTo>
                        <a:pt x="0" y="40"/>
                      </a:lnTo>
                      <a:lnTo>
                        <a:pt x="41" y="63"/>
                      </a:lnTo>
                      <a:lnTo>
                        <a:pt x="41" y="40"/>
                      </a:lnTo>
                      <a:close/>
                    </a:path>
                  </a:pathLst>
                </a:custGeom>
                <a:solidFill>
                  <a:srgbClr val="ffffff"/>
                </a:solidFill>
                <a:ln w="9360">
                  <a:solidFill>
                    <a:srgbClr val="00000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8556" name=""/>
                <p:cNvSpPr/>
                <p:nvPr/>
              </p:nvSpPr>
              <p:spPr>
                <a:xfrm>
                  <a:off x="1291680" y="1443240"/>
                  <a:ext cx="152280" cy="125640"/>
                </a:xfrm>
                <a:custGeom>
                  <a:avLst/>
                  <a:gdLst/>
                  <a:ahLst/>
                  <a:rect l="l" t="t" r="r" b="b"/>
                  <a:pathLst>
                    <a:path w="1196" h="1010">
                      <a:moveTo>
                        <a:pt x="0" y="157"/>
                      </a:moveTo>
                      <a:lnTo>
                        <a:pt x="0" y="226"/>
                      </a:lnTo>
                      <a:lnTo>
                        <a:pt x="46" y="272"/>
                      </a:lnTo>
                      <a:lnTo>
                        <a:pt x="162" y="406"/>
                      </a:lnTo>
                      <a:lnTo>
                        <a:pt x="186" y="446"/>
                      </a:lnTo>
                      <a:lnTo>
                        <a:pt x="226" y="626"/>
                      </a:lnTo>
                      <a:lnTo>
                        <a:pt x="366" y="807"/>
                      </a:lnTo>
                      <a:lnTo>
                        <a:pt x="453" y="1010"/>
                      </a:lnTo>
                      <a:lnTo>
                        <a:pt x="500" y="975"/>
                      </a:lnTo>
                      <a:lnTo>
                        <a:pt x="500" y="923"/>
                      </a:lnTo>
                      <a:lnTo>
                        <a:pt x="587" y="917"/>
                      </a:lnTo>
                      <a:lnTo>
                        <a:pt x="639" y="940"/>
                      </a:lnTo>
                      <a:lnTo>
                        <a:pt x="668" y="957"/>
                      </a:lnTo>
                      <a:lnTo>
                        <a:pt x="727" y="987"/>
                      </a:lnTo>
                      <a:lnTo>
                        <a:pt x="744" y="987"/>
                      </a:lnTo>
                      <a:lnTo>
                        <a:pt x="790" y="877"/>
                      </a:lnTo>
                      <a:lnTo>
                        <a:pt x="1133" y="783"/>
                      </a:lnTo>
                      <a:lnTo>
                        <a:pt x="1174" y="783"/>
                      </a:lnTo>
                      <a:lnTo>
                        <a:pt x="1196" y="673"/>
                      </a:lnTo>
                      <a:lnTo>
                        <a:pt x="1174" y="603"/>
                      </a:lnTo>
                      <a:lnTo>
                        <a:pt x="953" y="580"/>
                      </a:lnTo>
                      <a:lnTo>
                        <a:pt x="884" y="446"/>
                      </a:lnTo>
                      <a:lnTo>
                        <a:pt x="906" y="296"/>
                      </a:lnTo>
                      <a:lnTo>
                        <a:pt x="837" y="226"/>
                      </a:lnTo>
                      <a:lnTo>
                        <a:pt x="772" y="226"/>
                      </a:lnTo>
                      <a:lnTo>
                        <a:pt x="680" y="180"/>
                      </a:lnTo>
                      <a:lnTo>
                        <a:pt x="570" y="226"/>
                      </a:lnTo>
                      <a:lnTo>
                        <a:pt x="500" y="133"/>
                      </a:lnTo>
                      <a:lnTo>
                        <a:pt x="500" y="110"/>
                      </a:lnTo>
                      <a:lnTo>
                        <a:pt x="383" y="0"/>
                      </a:lnTo>
                      <a:lnTo>
                        <a:pt x="343" y="0"/>
                      </a:lnTo>
                      <a:lnTo>
                        <a:pt x="162" y="23"/>
                      </a:lnTo>
                      <a:lnTo>
                        <a:pt x="162" y="69"/>
                      </a:lnTo>
                      <a:lnTo>
                        <a:pt x="249" y="92"/>
                      </a:lnTo>
                      <a:lnTo>
                        <a:pt x="226" y="157"/>
                      </a:lnTo>
                      <a:lnTo>
                        <a:pt x="157" y="157"/>
                      </a:lnTo>
                      <a:lnTo>
                        <a:pt x="116" y="180"/>
                      </a:lnTo>
                      <a:lnTo>
                        <a:pt x="46" y="168"/>
                      </a:lnTo>
                      <a:lnTo>
                        <a:pt x="0" y="15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57" name=""/>
                <p:cNvSpPr/>
                <p:nvPr/>
              </p:nvSpPr>
              <p:spPr>
                <a:xfrm>
                  <a:off x="1349640" y="1557720"/>
                  <a:ext cx="36360" cy="29520"/>
                </a:xfrm>
                <a:custGeom>
                  <a:avLst/>
                  <a:gdLst/>
                  <a:ahLst/>
                  <a:rect l="l" t="t" r="r" b="b"/>
                  <a:pathLst>
                    <a:path w="291" h="244">
                      <a:moveTo>
                        <a:pt x="0" y="87"/>
                      </a:moveTo>
                      <a:lnTo>
                        <a:pt x="47" y="203"/>
                      </a:lnTo>
                      <a:lnTo>
                        <a:pt x="122" y="244"/>
                      </a:lnTo>
                      <a:lnTo>
                        <a:pt x="162" y="191"/>
                      </a:lnTo>
                      <a:lnTo>
                        <a:pt x="209" y="168"/>
                      </a:lnTo>
                      <a:lnTo>
                        <a:pt x="227" y="128"/>
                      </a:lnTo>
                      <a:lnTo>
                        <a:pt x="291" y="69"/>
                      </a:lnTo>
                      <a:lnTo>
                        <a:pt x="197" y="17"/>
                      </a:lnTo>
                      <a:lnTo>
                        <a:pt x="140" y="0"/>
                      </a:lnTo>
                      <a:lnTo>
                        <a:pt x="47" y="0"/>
                      </a:lnTo>
                      <a:lnTo>
                        <a:pt x="47" y="52"/>
                      </a:lnTo>
                      <a:lnTo>
                        <a:pt x="0" y="87"/>
                      </a:lnTo>
                      <a:close/>
                    </a:path>
                  </a:pathLst>
                </a:custGeom>
                <a:solidFill>
                  <a:srgbClr val="ffffff"/>
                </a:solidFill>
                <a:ln w="9360">
                  <a:solidFill>
                    <a:srgbClr val="000000"/>
                  </a:solidFill>
                  <a:round/>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8558" name=""/>
                <p:cNvSpPr/>
                <p:nvPr/>
              </p:nvSpPr>
              <p:spPr>
                <a:xfrm>
                  <a:off x="1365840" y="1542960"/>
                  <a:ext cx="63000" cy="44640"/>
                </a:xfrm>
                <a:custGeom>
                  <a:avLst/>
                  <a:gdLst/>
                  <a:ahLst/>
                  <a:rect l="l" t="t" r="r" b="b"/>
                  <a:pathLst>
                    <a:path w="493" h="360">
                      <a:moveTo>
                        <a:pt x="0" y="360"/>
                      </a:moveTo>
                      <a:lnTo>
                        <a:pt x="99" y="337"/>
                      </a:lnTo>
                      <a:lnTo>
                        <a:pt x="191" y="290"/>
                      </a:lnTo>
                      <a:lnTo>
                        <a:pt x="256" y="272"/>
                      </a:lnTo>
                      <a:lnTo>
                        <a:pt x="413" y="227"/>
                      </a:lnTo>
                      <a:lnTo>
                        <a:pt x="493" y="168"/>
                      </a:lnTo>
                      <a:lnTo>
                        <a:pt x="476" y="122"/>
                      </a:lnTo>
                      <a:lnTo>
                        <a:pt x="476" y="87"/>
                      </a:lnTo>
                      <a:lnTo>
                        <a:pt x="458" y="0"/>
                      </a:lnTo>
                      <a:lnTo>
                        <a:pt x="256" y="46"/>
                      </a:lnTo>
                      <a:lnTo>
                        <a:pt x="209" y="70"/>
                      </a:lnTo>
                      <a:lnTo>
                        <a:pt x="169" y="180"/>
                      </a:lnTo>
                      <a:lnTo>
                        <a:pt x="146" y="203"/>
                      </a:lnTo>
                      <a:lnTo>
                        <a:pt x="99" y="250"/>
                      </a:lnTo>
                      <a:lnTo>
                        <a:pt x="87" y="284"/>
                      </a:lnTo>
                      <a:lnTo>
                        <a:pt x="34" y="314"/>
                      </a:lnTo>
                      <a:lnTo>
                        <a:pt x="0" y="360"/>
                      </a:lnTo>
                      <a:close/>
                    </a:path>
                  </a:pathLst>
                </a:custGeom>
                <a:solidFill>
                  <a:srgbClr val="ffffff"/>
                </a:solidFill>
                <a:ln w="9360">
                  <a:solidFill>
                    <a:srgbClr val="000000"/>
                  </a:solidFill>
                  <a:round/>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8559" name=""/>
                <p:cNvSpPr/>
                <p:nvPr/>
              </p:nvSpPr>
              <p:spPr>
                <a:xfrm>
                  <a:off x="1420560" y="1498680"/>
                  <a:ext cx="51480" cy="65160"/>
                </a:xfrm>
                <a:custGeom>
                  <a:avLst/>
                  <a:gdLst/>
                  <a:ahLst/>
                  <a:rect l="l" t="t" r="r" b="b"/>
                  <a:pathLst>
                    <a:path w="406" h="529">
                      <a:moveTo>
                        <a:pt x="0" y="361"/>
                      </a:moveTo>
                      <a:lnTo>
                        <a:pt x="139" y="314"/>
                      </a:lnTo>
                      <a:lnTo>
                        <a:pt x="174" y="267"/>
                      </a:lnTo>
                      <a:lnTo>
                        <a:pt x="162" y="163"/>
                      </a:lnTo>
                      <a:lnTo>
                        <a:pt x="197" y="93"/>
                      </a:lnTo>
                      <a:lnTo>
                        <a:pt x="214" y="41"/>
                      </a:lnTo>
                      <a:lnTo>
                        <a:pt x="209" y="0"/>
                      </a:lnTo>
                      <a:lnTo>
                        <a:pt x="256" y="65"/>
                      </a:lnTo>
                      <a:lnTo>
                        <a:pt x="325" y="122"/>
                      </a:lnTo>
                      <a:lnTo>
                        <a:pt x="383" y="134"/>
                      </a:lnTo>
                      <a:lnTo>
                        <a:pt x="389" y="175"/>
                      </a:lnTo>
                      <a:lnTo>
                        <a:pt x="406" y="204"/>
                      </a:lnTo>
                      <a:lnTo>
                        <a:pt x="406" y="250"/>
                      </a:lnTo>
                      <a:lnTo>
                        <a:pt x="336" y="291"/>
                      </a:lnTo>
                      <a:lnTo>
                        <a:pt x="296" y="384"/>
                      </a:lnTo>
                      <a:lnTo>
                        <a:pt x="226" y="431"/>
                      </a:lnTo>
                      <a:lnTo>
                        <a:pt x="116" y="494"/>
                      </a:lnTo>
                      <a:lnTo>
                        <a:pt x="57" y="529"/>
                      </a:lnTo>
                      <a:lnTo>
                        <a:pt x="40" y="483"/>
                      </a:lnTo>
                      <a:lnTo>
                        <a:pt x="34" y="448"/>
                      </a:lnTo>
                      <a:lnTo>
                        <a:pt x="0" y="361"/>
                      </a:lnTo>
                      <a:close/>
                    </a:path>
                  </a:pathLst>
                </a:custGeom>
                <a:solidFill>
                  <a:srgbClr val="ffffff"/>
                </a:solidFill>
                <a:ln w="9360">
                  <a:solidFill>
                    <a:srgbClr val="00000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8560" name=""/>
                <p:cNvSpPr/>
                <p:nvPr/>
              </p:nvSpPr>
              <p:spPr>
                <a:xfrm>
                  <a:off x="1404360" y="1482840"/>
                  <a:ext cx="44640" cy="35640"/>
                </a:xfrm>
                <a:custGeom>
                  <a:avLst/>
                  <a:gdLst/>
                  <a:ahLst/>
                  <a:rect l="l" t="t" r="r" b="b"/>
                  <a:pathLst>
                    <a:path w="354" h="284">
                      <a:moveTo>
                        <a:pt x="22" y="0"/>
                      </a:moveTo>
                      <a:lnTo>
                        <a:pt x="0" y="105"/>
                      </a:lnTo>
                      <a:lnTo>
                        <a:pt x="0" y="122"/>
                      </a:lnTo>
                      <a:lnTo>
                        <a:pt x="52" y="232"/>
                      </a:lnTo>
                      <a:lnTo>
                        <a:pt x="69" y="261"/>
                      </a:lnTo>
                      <a:lnTo>
                        <a:pt x="249" y="284"/>
                      </a:lnTo>
                      <a:lnTo>
                        <a:pt x="290" y="284"/>
                      </a:lnTo>
                      <a:lnTo>
                        <a:pt x="354" y="168"/>
                      </a:lnTo>
                      <a:lnTo>
                        <a:pt x="336" y="110"/>
                      </a:lnTo>
                      <a:lnTo>
                        <a:pt x="312" y="110"/>
                      </a:lnTo>
                      <a:lnTo>
                        <a:pt x="249" y="150"/>
                      </a:lnTo>
                      <a:lnTo>
                        <a:pt x="249" y="174"/>
                      </a:lnTo>
                      <a:lnTo>
                        <a:pt x="121" y="157"/>
                      </a:lnTo>
                      <a:lnTo>
                        <a:pt x="110" y="127"/>
                      </a:lnTo>
                      <a:lnTo>
                        <a:pt x="110" y="110"/>
                      </a:lnTo>
                      <a:lnTo>
                        <a:pt x="69" y="127"/>
                      </a:lnTo>
                      <a:lnTo>
                        <a:pt x="22" y="17"/>
                      </a:lnTo>
                      <a:lnTo>
                        <a:pt x="22" y="0"/>
                      </a:lnTo>
                      <a:close/>
                    </a:path>
                  </a:pathLst>
                </a:custGeom>
                <a:solidFill>
                  <a:srgbClr val="ffffff"/>
                </a:solidFill>
                <a:ln w="9360">
                  <a:solidFill>
                    <a:srgbClr val="000000"/>
                  </a:solidFill>
                  <a:round/>
                </a:ln>
              </p:spPr>
              <p:style>
                <a:lnRef idx="0"/>
                <a:fillRef idx="0"/>
                <a:effectRef idx="0"/>
                <a:fontRef idx="minor"/>
              </p:style>
              <p:txBody>
                <a:bodyPr lIns="90000" rIns="90000" tIns="-11160" bIns="-11160" anchor="t">
                  <a:noAutofit/>
                </a:bodyPr>
                <a:p>
                  <a:endParaRPr b="0" lang="en-US" sz="2400" spc="-1" strike="noStrike">
                    <a:solidFill>
                      <a:srgbClr val="000000"/>
                    </a:solidFill>
                    <a:latin typeface="Times New Roman"/>
                  </a:endParaRPr>
                </a:p>
              </p:txBody>
            </p:sp>
            <p:sp>
              <p:nvSpPr>
                <p:cNvPr id="8561" name=""/>
                <p:cNvSpPr/>
                <p:nvPr/>
              </p:nvSpPr>
              <p:spPr>
                <a:xfrm>
                  <a:off x="1381320" y="1460160"/>
                  <a:ext cx="15120" cy="11880"/>
                </a:xfrm>
                <a:custGeom>
                  <a:avLst/>
                  <a:gdLst/>
                  <a:ahLst/>
                  <a:rect l="l" t="t" r="r" b="b"/>
                  <a:pathLst>
                    <a:path w="122" h="93">
                      <a:moveTo>
                        <a:pt x="122" y="93"/>
                      </a:moveTo>
                      <a:lnTo>
                        <a:pt x="93" y="0"/>
                      </a:lnTo>
                      <a:lnTo>
                        <a:pt x="35" y="6"/>
                      </a:lnTo>
                      <a:lnTo>
                        <a:pt x="0" y="52"/>
                      </a:lnTo>
                      <a:lnTo>
                        <a:pt x="75" y="93"/>
                      </a:lnTo>
                      <a:lnTo>
                        <a:pt x="122" y="93"/>
                      </a:lnTo>
                      <a:close/>
                    </a:path>
                  </a:pathLst>
                </a:custGeom>
                <a:solidFill>
                  <a:srgbClr val="ffffff"/>
                </a:solidFill>
                <a:ln w="9360">
                  <a:solidFill>
                    <a:srgbClr val="000000"/>
                  </a:solidFill>
                  <a:round/>
                </a:ln>
              </p:spPr>
              <p:style>
                <a:lnRef idx="0"/>
                <a:fillRef idx="0"/>
                <a:effectRef idx="0"/>
                <a:fontRef idx="minor"/>
              </p:style>
              <p:txBody>
                <a:bodyPr lIns="90000" rIns="90000" tIns="-34920" bIns="-34920" anchor="t">
                  <a:noAutofit/>
                </a:bodyPr>
                <a:p>
                  <a:endParaRPr b="0" lang="en-US" sz="2400" spc="-1" strike="noStrike">
                    <a:solidFill>
                      <a:srgbClr val="000000"/>
                    </a:solidFill>
                    <a:latin typeface="Times New Roman"/>
                  </a:endParaRPr>
                </a:p>
              </p:txBody>
            </p:sp>
            <p:sp>
              <p:nvSpPr>
                <p:cNvPr id="8562" name=""/>
                <p:cNvSpPr/>
                <p:nvPr/>
              </p:nvSpPr>
              <p:spPr>
                <a:xfrm>
                  <a:off x="1324440" y="1395720"/>
                  <a:ext cx="72000" cy="75960"/>
                </a:xfrm>
                <a:custGeom>
                  <a:avLst/>
                  <a:gdLst/>
                  <a:ahLst/>
                  <a:rect l="l" t="t" r="r" b="b"/>
                  <a:pathLst>
                    <a:path w="570" h="610">
                      <a:moveTo>
                        <a:pt x="541" y="517"/>
                      </a:moveTo>
                      <a:lnTo>
                        <a:pt x="570" y="476"/>
                      </a:lnTo>
                      <a:lnTo>
                        <a:pt x="523" y="384"/>
                      </a:lnTo>
                      <a:lnTo>
                        <a:pt x="501" y="297"/>
                      </a:lnTo>
                      <a:lnTo>
                        <a:pt x="408" y="273"/>
                      </a:lnTo>
                      <a:lnTo>
                        <a:pt x="390" y="209"/>
                      </a:lnTo>
                      <a:lnTo>
                        <a:pt x="431" y="110"/>
                      </a:lnTo>
                      <a:lnTo>
                        <a:pt x="361" y="93"/>
                      </a:lnTo>
                      <a:lnTo>
                        <a:pt x="326" y="70"/>
                      </a:lnTo>
                      <a:lnTo>
                        <a:pt x="291" y="0"/>
                      </a:lnTo>
                      <a:lnTo>
                        <a:pt x="233" y="0"/>
                      </a:lnTo>
                      <a:lnTo>
                        <a:pt x="129" y="41"/>
                      </a:lnTo>
                      <a:lnTo>
                        <a:pt x="140" y="87"/>
                      </a:lnTo>
                      <a:lnTo>
                        <a:pt x="105" y="185"/>
                      </a:lnTo>
                      <a:lnTo>
                        <a:pt x="24" y="250"/>
                      </a:lnTo>
                      <a:lnTo>
                        <a:pt x="0" y="314"/>
                      </a:lnTo>
                      <a:lnTo>
                        <a:pt x="30" y="389"/>
                      </a:lnTo>
                      <a:lnTo>
                        <a:pt x="134" y="384"/>
                      </a:lnTo>
                      <a:lnTo>
                        <a:pt x="251" y="494"/>
                      </a:lnTo>
                      <a:lnTo>
                        <a:pt x="251" y="523"/>
                      </a:lnTo>
                      <a:lnTo>
                        <a:pt x="321" y="610"/>
                      </a:lnTo>
                      <a:lnTo>
                        <a:pt x="425" y="564"/>
                      </a:lnTo>
                      <a:lnTo>
                        <a:pt x="454" y="564"/>
                      </a:lnTo>
                      <a:lnTo>
                        <a:pt x="478" y="523"/>
                      </a:lnTo>
                      <a:lnTo>
                        <a:pt x="523" y="517"/>
                      </a:lnTo>
                      <a:lnTo>
                        <a:pt x="541" y="517"/>
                      </a:lnTo>
                      <a:close/>
                    </a:path>
                  </a:pathLst>
                </a:custGeom>
                <a:solidFill>
                  <a:srgbClr val="ffffff"/>
                </a:solidFill>
                <a:ln w="9360">
                  <a:solidFill>
                    <a:srgbClr val="000000"/>
                  </a:solidFill>
                  <a:round/>
                </a:ln>
              </p:spPr>
              <p:style>
                <a:lnRef idx="0"/>
                <a:fillRef idx="0"/>
                <a:effectRef idx="0"/>
                <a:fontRef idx="minor"/>
              </p:style>
              <p:txBody>
                <a:bodyPr lIns="90000" rIns="90000" tIns="29160" bIns="29160" anchor="t">
                  <a:noAutofit/>
                </a:bodyPr>
                <a:p>
                  <a:endParaRPr b="0" lang="en-US" sz="2400" spc="-1" strike="noStrike">
                    <a:solidFill>
                      <a:srgbClr val="000000"/>
                    </a:solidFill>
                    <a:latin typeface="Times New Roman"/>
                  </a:endParaRPr>
                </a:p>
              </p:txBody>
            </p:sp>
            <p:sp>
              <p:nvSpPr>
                <p:cNvPr id="8563" name=""/>
                <p:cNvSpPr/>
                <p:nvPr/>
              </p:nvSpPr>
              <p:spPr>
                <a:xfrm>
                  <a:off x="1289880" y="1434240"/>
                  <a:ext cx="38160" cy="31320"/>
                </a:xfrm>
                <a:custGeom>
                  <a:avLst/>
                  <a:gdLst/>
                  <a:ahLst/>
                  <a:rect l="l" t="t" r="r" b="b"/>
                  <a:pathLst>
                    <a:path w="302" h="257">
                      <a:moveTo>
                        <a:pt x="267" y="12"/>
                      </a:moveTo>
                      <a:lnTo>
                        <a:pt x="215" y="12"/>
                      </a:lnTo>
                      <a:lnTo>
                        <a:pt x="187" y="30"/>
                      </a:lnTo>
                      <a:lnTo>
                        <a:pt x="117" y="30"/>
                      </a:lnTo>
                      <a:lnTo>
                        <a:pt x="35" y="0"/>
                      </a:lnTo>
                      <a:lnTo>
                        <a:pt x="23" y="59"/>
                      </a:lnTo>
                      <a:lnTo>
                        <a:pt x="47" y="140"/>
                      </a:lnTo>
                      <a:lnTo>
                        <a:pt x="18" y="169"/>
                      </a:lnTo>
                      <a:lnTo>
                        <a:pt x="0" y="187"/>
                      </a:lnTo>
                      <a:lnTo>
                        <a:pt x="18" y="234"/>
                      </a:lnTo>
                      <a:lnTo>
                        <a:pt x="75" y="251"/>
                      </a:lnTo>
                      <a:lnTo>
                        <a:pt x="134" y="257"/>
                      </a:lnTo>
                      <a:lnTo>
                        <a:pt x="175" y="234"/>
                      </a:lnTo>
                      <a:lnTo>
                        <a:pt x="244" y="234"/>
                      </a:lnTo>
                      <a:lnTo>
                        <a:pt x="267" y="169"/>
                      </a:lnTo>
                      <a:lnTo>
                        <a:pt x="180" y="146"/>
                      </a:lnTo>
                      <a:lnTo>
                        <a:pt x="180" y="100"/>
                      </a:lnTo>
                      <a:lnTo>
                        <a:pt x="250" y="88"/>
                      </a:lnTo>
                      <a:lnTo>
                        <a:pt x="302" y="82"/>
                      </a:lnTo>
                      <a:lnTo>
                        <a:pt x="267" y="12"/>
                      </a:lnTo>
                      <a:close/>
                    </a:path>
                  </a:pathLst>
                </a:custGeom>
                <a:solidFill>
                  <a:srgbClr val="ffffff"/>
                </a:solidFill>
                <a:ln w="9360">
                  <a:solidFill>
                    <a:srgbClr val="000000"/>
                  </a:solidFill>
                  <a:round/>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8564" name=""/>
                <p:cNvSpPr/>
                <p:nvPr/>
              </p:nvSpPr>
              <p:spPr>
                <a:xfrm>
                  <a:off x="1285560" y="1431360"/>
                  <a:ext cx="11160" cy="25560"/>
                </a:xfrm>
                <a:custGeom>
                  <a:avLst/>
                  <a:gdLst/>
                  <a:ahLst/>
                  <a:rect l="l" t="t" r="r" b="b"/>
                  <a:pathLst>
                    <a:path w="87" h="209">
                      <a:moveTo>
                        <a:pt x="87" y="29"/>
                      </a:moveTo>
                      <a:lnTo>
                        <a:pt x="47" y="0"/>
                      </a:lnTo>
                      <a:lnTo>
                        <a:pt x="17" y="104"/>
                      </a:lnTo>
                      <a:lnTo>
                        <a:pt x="24" y="144"/>
                      </a:lnTo>
                      <a:lnTo>
                        <a:pt x="0" y="174"/>
                      </a:lnTo>
                      <a:lnTo>
                        <a:pt x="29" y="209"/>
                      </a:lnTo>
                      <a:lnTo>
                        <a:pt x="76" y="168"/>
                      </a:lnTo>
                      <a:lnTo>
                        <a:pt x="76" y="144"/>
                      </a:lnTo>
                      <a:lnTo>
                        <a:pt x="59" y="81"/>
                      </a:lnTo>
                      <a:lnTo>
                        <a:pt x="69" y="40"/>
                      </a:lnTo>
                      <a:lnTo>
                        <a:pt x="87" y="29"/>
                      </a:lnTo>
                      <a:close/>
                    </a:path>
                  </a:pathLst>
                </a:custGeom>
                <a:solidFill>
                  <a:srgbClr val="ffffff"/>
                </a:solidFill>
                <a:ln w="9360">
                  <a:solidFill>
                    <a:srgbClr val="000000"/>
                  </a:solidFill>
                  <a:round/>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8565" name=""/>
                <p:cNvSpPr/>
                <p:nvPr/>
              </p:nvSpPr>
              <p:spPr>
                <a:xfrm>
                  <a:off x="1291680" y="1418400"/>
                  <a:ext cx="11880" cy="16560"/>
                </a:xfrm>
                <a:custGeom>
                  <a:avLst/>
                  <a:gdLst/>
                  <a:ahLst/>
                  <a:rect l="l" t="t" r="r" b="b"/>
                  <a:pathLst>
                    <a:path w="92" h="139">
                      <a:moveTo>
                        <a:pt x="0" y="117"/>
                      </a:moveTo>
                      <a:lnTo>
                        <a:pt x="29" y="70"/>
                      </a:lnTo>
                      <a:lnTo>
                        <a:pt x="46" y="0"/>
                      </a:lnTo>
                      <a:lnTo>
                        <a:pt x="92" y="23"/>
                      </a:lnTo>
                      <a:lnTo>
                        <a:pt x="69" y="70"/>
                      </a:lnTo>
                      <a:lnTo>
                        <a:pt x="46" y="139"/>
                      </a:lnTo>
                      <a:lnTo>
                        <a:pt x="0" y="117"/>
                      </a:lnTo>
                      <a:close/>
                    </a:path>
                  </a:pathLst>
                </a:custGeom>
                <a:solidFill>
                  <a:srgbClr val="ffffff"/>
                </a:solidFill>
                <a:ln w="9360">
                  <a:solidFill>
                    <a:srgbClr val="000000"/>
                  </a:solidFill>
                  <a:round/>
                </a:ln>
              </p:spPr>
              <p:style>
                <a:lnRef idx="0"/>
                <a:fillRef idx="0"/>
                <a:effectRef idx="0"/>
                <a:fontRef idx="minor"/>
              </p:style>
              <p:txBody>
                <a:bodyPr lIns="90000" rIns="90000" tIns="-30240" bIns="-30240" anchor="t">
                  <a:noAutofit/>
                </a:bodyPr>
                <a:p>
                  <a:endParaRPr b="0" lang="en-US" sz="2400" spc="-1" strike="noStrike">
                    <a:solidFill>
                      <a:srgbClr val="000000"/>
                    </a:solidFill>
                    <a:latin typeface="Times New Roman"/>
                  </a:endParaRPr>
                </a:p>
              </p:txBody>
            </p:sp>
            <p:sp>
              <p:nvSpPr>
                <p:cNvPr id="8566" name=""/>
                <p:cNvSpPr/>
                <p:nvPr/>
              </p:nvSpPr>
              <p:spPr>
                <a:xfrm>
                  <a:off x="1296000" y="1398600"/>
                  <a:ext cx="44640" cy="38520"/>
                </a:xfrm>
                <a:custGeom>
                  <a:avLst/>
                  <a:gdLst/>
                  <a:ahLst/>
                  <a:rect l="l" t="t" r="r" b="b"/>
                  <a:pathLst>
                    <a:path w="354" h="314">
                      <a:moveTo>
                        <a:pt x="0" y="291"/>
                      </a:moveTo>
                      <a:lnTo>
                        <a:pt x="63" y="314"/>
                      </a:lnTo>
                      <a:lnTo>
                        <a:pt x="133" y="314"/>
                      </a:lnTo>
                      <a:lnTo>
                        <a:pt x="168" y="302"/>
                      </a:lnTo>
                      <a:lnTo>
                        <a:pt x="220" y="296"/>
                      </a:lnTo>
                      <a:lnTo>
                        <a:pt x="244" y="227"/>
                      </a:lnTo>
                      <a:lnTo>
                        <a:pt x="337" y="157"/>
                      </a:lnTo>
                      <a:lnTo>
                        <a:pt x="354" y="70"/>
                      </a:lnTo>
                      <a:lnTo>
                        <a:pt x="354" y="23"/>
                      </a:lnTo>
                      <a:lnTo>
                        <a:pt x="337" y="18"/>
                      </a:lnTo>
                      <a:lnTo>
                        <a:pt x="290" y="6"/>
                      </a:lnTo>
                      <a:lnTo>
                        <a:pt x="255" y="23"/>
                      </a:lnTo>
                      <a:lnTo>
                        <a:pt x="203" y="18"/>
                      </a:lnTo>
                      <a:lnTo>
                        <a:pt x="174" y="0"/>
                      </a:lnTo>
                      <a:lnTo>
                        <a:pt x="133" y="6"/>
                      </a:lnTo>
                      <a:lnTo>
                        <a:pt x="81" y="23"/>
                      </a:lnTo>
                      <a:lnTo>
                        <a:pt x="40" y="70"/>
                      </a:lnTo>
                      <a:lnTo>
                        <a:pt x="17" y="157"/>
                      </a:lnTo>
                      <a:lnTo>
                        <a:pt x="46" y="169"/>
                      </a:lnTo>
                      <a:lnTo>
                        <a:pt x="63" y="186"/>
                      </a:lnTo>
                      <a:lnTo>
                        <a:pt x="40" y="221"/>
                      </a:lnTo>
                      <a:lnTo>
                        <a:pt x="0" y="291"/>
                      </a:lnTo>
                      <a:close/>
                    </a:path>
                  </a:pathLst>
                </a:custGeom>
                <a:solidFill>
                  <a:srgbClr val="ffffff"/>
                </a:solidFill>
                <a:ln w="9360">
                  <a:solidFill>
                    <a:srgbClr val="000000"/>
                  </a:solidFill>
                  <a:round/>
                </a:ln>
              </p:spPr>
              <p:style>
                <a:lnRef idx="0"/>
                <a:fillRef idx="0"/>
                <a:effectRef idx="0"/>
                <a:fontRef idx="minor"/>
              </p:style>
              <p:txBody>
                <a:bodyPr lIns="90000" rIns="90000" tIns="-8280" bIns="-8280" anchor="t">
                  <a:noAutofit/>
                </a:bodyPr>
                <a:p>
                  <a:endParaRPr b="0" lang="en-US" sz="2400" spc="-1" strike="noStrike">
                    <a:solidFill>
                      <a:srgbClr val="000000"/>
                    </a:solidFill>
                    <a:latin typeface="Times New Roman"/>
                  </a:endParaRPr>
                </a:p>
              </p:txBody>
            </p:sp>
            <p:sp>
              <p:nvSpPr>
                <p:cNvPr id="8567" name=""/>
                <p:cNvSpPr/>
                <p:nvPr/>
              </p:nvSpPr>
              <p:spPr>
                <a:xfrm>
                  <a:off x="1229760" y="1351080"/>
                  <a:ext cx="131760" cy="56160"/>
                </a:xfrm>
                <a:custGeom>
                  <a:avLst/>
                  <a:gdLst/>
                  <a:ahLst/>
                  <a:rect l="l" t="t" r="r" b="b"/>
                  <a:pathLst>
                    <a:path w="1035" h="453">
                      <a:moveTo>
                        <a:pt x="24" y="116"/>
                      </a:moveTo>
                      <a:lnTo>
                        <a:pt x="24" y="179"/>
                      </a:lnTo>
                      <a:lnTo>
                        <a:pt x="0" y="273"/>
                      </a:lnTo>
                      <a:lnTo>
                        <a:pt x="47" y="291"/>
                      </a:lnTo>
                      <a:lnTo>
                        <a:pt x="93" y="336"/>
                      </a:lnTo>
                      <a:lnTo>
                        <a:pt x="128" y="383"/>
                      </a:lnTo>
                      <a:lnTo>
                        <a:pt x="198" y="406"/>
                      </a:lnTo>
                      <a:lnTo>
                        <a:pt x="314" y="383"/>
                      </a:lnTo>
                      <a:lnTo>
                        <a:pt x="355" y="430"/>
                      </a:lnTo>
                      <a:lnTo>
                        <a:pt x="378" y="430"/>
                      </a:lnTo>
                      <a:lnTo>
                        <a:pt x="471" y="406"/>
                      </a:lnTo>
                      <a:lnTo>
                        <a:pt x="518" y="406"/>
                      </a:lnTo>
                      <a:lnTo>
                        <a:pt x="535" y="406"/>
                      </a:lnTo>
                      <a:lnTo>
                        <a:pt x="558" y="453"/>
                      </a:lnTo>
                      <a:lnTo>
                        <a:pt x="605" y="406"/>
                      </a:lnTo>
                      <a:lnTo>
                        <a:pt x="675" y="383"/>
                      </a:lnTo>
                      <a:lnTo>
                        <a:pt x="698" y="383"/>
                      </a:lnTo>
                      <a:lnTo>
                        <a:pt x="715" y="406"/>
                      </a:lnTo>
                      <a:lnTo>
                        <a:pt x="762" y="406"/>
                      </a:lnTo>
                      <a:lnTo>
                        <a:pt x="808" y="383"/>
                      </a:lnTo>
                      <a:lnTo>
                        <a:pt x="855" y="406"/>
                      </a:lnTo>
                      <a:lnTo>
                        <a:pt x="895" y="383"/>
                      </a:lnTo>
                      <a:lnTo>
                        <a:pt x="965" y="360"/>
                      </a:lnTo>
                      <a:lnTo>
                        <a:pt x="1012" y="360"/>
                      </a:lnTo>
                      <a:lnTo>
                        <a:pt x="1012" y="291"/>
                      </a:lnTo>
                      <a:lnTo>
                        <a:pt x="1035" y="203"/>
                      </a:lnTo>
                      <a:lnTo>
                        <a:pt x="1012" y="156"/>
                      </a:lnTo>
                      <a:lnTo>
                        <a:pt x="965" y="46"/>
                      </a:lnTo>
                      <a:lnTo>
                        <a:pt x="919" y="22"/>
                      </a:lnTo>
                      <a:lnTo>
                        <a:pt x="855" y="22"/>
                      </a:lnTo>
                      <a:lnTo>
                        <a:pt x="762" y="46"/>
                      </a:lnTo>
                      <a:lnTo>
                        <a:pt x="715" y="92"/>
                      </a:lnTo>
                      <a:lnTo>
                        <a:pt x="651" y="69"/>
                      </a:lnTo>
                      <a:lnTo>
                        <a:pt x="448" y="0"/>
                      </a:lnTo>
                      <a:lnTo>
                        <a:pt x="332" y="0"/>
                      </a:lnTo>
                      <a:lnTo>
                        <a:pt x="222" y="46"/>
                      </a:lnTo>
                      <a:lnTo>
                        <a:pt x="128" y="69"/>
                      </a:lnTo>
                      <a:lnTo>
                        <a:pt x="117" y="87"/>
                      </a:lnTo>
                      <a:lnTo>
                        <a:pt x="122" y="116"/>
                      </a:lnTo>
                      <a:lnTo>
                        <a:pt x="58" y="104"/>
                      </a:lnTo>
                      <a:lnTo>
                        <a:pt x="24" y="116"/>
                      </a:lnTo>
                      <a:close/>
                    </a:path>
                  </a:pathLst>
                </a:custGeom>
                <a:solidFill>
                  <a:srgbClr val="ffffff"/>
                </a:solidFill>
                <a:ln w="9360">
                  <a:solidFill>
                    <a:srgbClr val="000000"/>
                  </a:solidFill>
                  <a:round/>
                </a:ln>
              </p:spPr>
              <p:style>
                <a:lnRef idx="0"/>
                <a:fillRef idx="0"/>
                <a:effectRef idx="0"/>
                <a:fontRef idx="minor"/>
              </p:style>
              <p:txBody>
                <a:bodyPr lIns="90000" rIns="90000" tIns="9360" bIns="9360" anchor="t">
                  <a:noAutofit/>
                </a:bodyPr>
                <a:p>
                  <a:endParaRPr b="0" lang="en-US" sz="2400" spc="-1" strike="noStrike">
                    <a:solidFill>
                      <a:srgbClr val="000000"/>
                    </a:solidFill>
                    <a:latin typeface="Times New Roman"/>
                  </a:endParaRPr>
                </a:p>
              </p:txBody>
            </p:sp>
            <p:sp>
              <p:nvSpPr>
                <p:cNvPr id="8568" name=""/>
                <p:cNvSpPr/>
                <p:nvPr/>
              </p:nvSpPr>
              <p:spPr>
                <a:xfrm>
                  <a:off x="1272600" y="1412640"/>
                  <a:ext cx="10800" cy="8640"/>
                </a:xfrm>
                <a:custGeom>
                  <a:avLst/>
                  <a:gdLst/>
                  <a:ahLst/>
                  <a:rect l="l" t="t" r="r" b="b"/>
                  <a:pathLst>
                    <a:path w="92" h="70">
                      <a:moveTo>
                        <a:pt x="92" y="0"/>
                      </a:moveTo>
                      <a:lnTo>
                        <a:pt x="46" y="0"/>
                      </a:lnTo>
                      <a:lnTo>
                        <a:pt x="0" y="24"/>
                      </a:lnTo>
                      <a:lnTo>
                        <a:pt x="0" y="70"/>
                      </a:lnTo>
                      <a:lnTo>
                        <a:pt x="23" y="70"/>
                      </a:lnTo>
                      <a:lnTo>
                        <a:pt x="46" y="47"/>
                      </a:lnTo>
                      <a:lnTo>
                        <a:pt x="69" y="47"/>
                      </a:lnTo>
                      <a:lnTo>
                        <a:pt x="92" y="24"/>
                      </a:lnTo>
                      <a:lnTo>
                        <a:pt x="92" y="0"/>
                      </a:lnTo>
                      <a:close/>
                    </a:path>
                  </a:pathLst>
                </a:custGeom>
                <a:solidFill>
                  <a:srgbClr val="ffffff"/>
                </a:solidFill>
                <a:ln w="9360">
                  <a:solidFill>
                    <a:srgbClr val="000000"/>
                  </a:solidFill>
                  <a:round/>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8569" name=""/>
                <p:cNvSpPr/>
                <p:nvPr/>
              </p:nvSpPr>
              <p:spPr>
                <a:xfrm>
                  <a:off x="1198440" y="1254240"/>
                  <a:ext cx="117360" cy="68040"/>
                </a:xfrm>
                <a:custGeom>
                  <a:avLst/>
                  <a:gdLst/>
                  <a:ahLst/>
                  <a:rect l="l" t="t" r="r" b="b"/>
                  <a:pathLst>
                    <a:path w="924" h="558">
                      <a:moveTo>
                        <a:pt x="877" y="360"/>
                      </a:moveTo>
                      <a:lnTo>
                        <a:pt x="830" y="383"/>
                      </a:lnTo>
                      <a:lnTo>
                        <a:pt x="784" y="430"/>
                      </a:lnTo>
                      <a:lnTo>
                        <a:pt x="697" y="453"/>
                      </a:lnTo>
                      <a:lnTo>
                        <a:pt x="650" y="453"/>
                      </a:lnTo>
                      <a:lnTo>
                        <a:pt x="650" y="493"/>
                      </a:lnTo>
                      <a:lnTo>
                        <a:pt x="697" y="516"/>
                      </a:lnTo>
                      <a:lnTo>
                        <a:pt x="650" y="540"/>
                      </a:lnTo>
                      <a:lnTo>
                        <a:pt x="627" y="540"/>
                      </a:lnTo>
                      <a:lnTo>
                        <a:pt x="581" y="476"/>
                      </a:lnTo>
                      <a:lnTo>
                        <a:pt x="563" y="453"/>
                      </a:lnTo>
                      <a:lnTo>
                        <a:pt x="516" y="453"/>
                      </a:lnTo>
                      <a:lnTo>
                        <a:pt x="471" y="453"/>
                      </a:lnTo>
                      <a:lnTo>
                        <a:pt x="447" y="516"/>
                      </a:lnTo>
                      <a:lnTo>
                        <a:pt x="401" y="540"/>
                      </a:lnTo>
                      <a:lnTo>
                        <a:pt x="377" y="540"/>
                      </a:lnTo>
                      <a:lnTo>
                        <a:pt x="359" y="558"/>
                      </a:lnTo>
                      <a:lnTo>
                        <a:pt x="359" y="441"/>
                      </a:lnTo>
                      <a:lnTo>
                        <a:pt x="412" y="395"/>
                      </a:lnTo>
                      <a:lnTo>
                        <a:pt x="447" y="383"/>
                      </a:lnTo>
                      <a:lnTo>
                        <a:pt x="424" y="336"/>
                      </a:lnTo>
                      <a:lnTo>
                        <a:pt x="377" y="273"/>
                      </a:lnTo>
                      <a:lnTo>
                        <a:pt x="342" y="273"/>
                      </a:lnTo>
                      <a:lnTo>
                        <a:pt x="273" y="296"/>
                      </a:lnTo>
                      <a:lnTo>
                        <a:pt x="249" y="343"/>
                      </a:lnTo>
                      <a:lnTo>
                        <a:pt x="162" y="336"/>
                      </a:lnTo>
                      <a:lnTo>
                        <a:pt x="57" y="343"/>
                      </a:lnTo>
                      <a:lnTo>
                        <a:pt x="17" y="308"/>
                      </a:lnTo>
                      <a:lnTo>
                        <a:pt x="0" y="249"/>
                      </a:lnTo>
                      <a:lnTo>
                        <a:pt x="92" y="116"/>
                      </a:lnTo>
                      <a:lnTo>
                        <a:pt x="69" y="69"/>
                      </a:lnTo>
                      <a:lnTo>
                        <a:pt x="116" y="40"/>
                      </a:lnTo>
                      <a:lnTo>
                        <a:pt x="162" y="40"/>
                      </a:lnTo>
                      <a:lnTo>
                        <a:pt x="180" y="40"/>
                      </a:lnTo>
                      <a:lnTo>
                        <a:pt x="249" y="87"/>
                      </a:lnTo>
                      <a:lnTo>
                        <a:pt x="359" y="40"/>
                      </a:lnTo>
                      <a:lnTo>
                        <a:pt x="377" y="69"/>
                      </a:lnTo>
                      <a:lnTo>
                        <a:pt x="401" y="40"/>
                      </a:lnTo>
                      <a:lnTo>
                        <a:pt x="447" y="23"/>
                      </a:lnTo>
                      <a:lnTo>
                        <a:pt x="493" y="23"/>
                      </a:lnTo>
                      <a:lnTo>
                        <a:pt x="581" y="0"/>
                      </a:lnTo>
                      <a:lnTo>
                        <a:pt x="697" y="0"/>
                      </a:lnTo>
                      <a:lnTo>
                        <a:pt x="738" y="69"/>
                      </a:lnTo>
                      <a:lnTo>
                        <a:pt x="784" y="116"/>
                      </a:lnTo>
                      <a:lnTo>
                        <a:pt x="854" y="116"/>
                      </a:lnTo>
                      <a:lnTo>
                        <a:pt x="900" y="226"/>
                      </a:lnTo>
                      <a:lnTo>
                        <a:pt x="900" y="249"/>
                      </a:lnTo>
                      <a:lnTo>
                        <a:pt x="924" y="319"/>
                      </a:lnTo>
                      <a:lnTo>
                        <a:pt x="854" y="336"/>
                      </a:lnTo>
                      <a:lnTo>
                        <a:pt x="877" y="360"/>
                      </a:lnTo>
                      <a:close/>
                    </a:path>
                  </a:pathLst>
                </a:custGeom>
                <a:solidFill>
                  <a:srgbClr val="ffffff"/>
                </a:solidFill>
                <a:ln w="9360">
                  <a:solidFill>
                    <a:srgbClr val="000000"/>
                  </a:solidFill>
                  <a:round/>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8570" name=""/>
                <p:cNvSpPr/>
                <p:nvPr/>
              </p:nvSpPr>
              <p:spPr>
                <a:xfrm>
                  <a:off x="1234080" y="1288080"/>
                  <a:ext cx="22320" cy="20520"/>
                </a:xfrm>
                <a:custGeom>
                  <a:avLst/>
                  <a:gdLst/>
                  <a:ahLst/>
                  <a:rect l="l" t="t" r="r" b="b"/>
                  <a:pathLst>
                    <a:path w="174" h="168">
                      <a:moveTo>
                        <a:pt x="0" y="18"/>
                      </a:moveTo>
                      <a:lnTo>
                        <a:pt x="75" y="133"/>
                      </a:lnTo>
                      <a:lnTo>
                        <a:pt x="80" y="168"/>
                      </a:lnTo>
                      <a:lnTo>
                        <a:pt x="133" y="122"/>
                      </a:lnTo>
                      <a:lnTo>
                        <a:pt x="174" y="110"/>
                      </a:lnTo>
                      <a:lnTo>
                        <a:pt x="127" y="35"/>
                      </a:lnTo>
                      <a:lnTo>
                        <a:pt x="98" y="0"/>
                      </a:lnTo>
                      <a:lnTo>
                        <a:pt x="63" y="0"/>
                      </a:lnTo>
                      <a:lnTo>
                        <a:pt x="23" y="11"/>
                      </a:lnTo>
                      <a:lnTo>
                        <a:pt x="0" y="18"/>
                      </a:lnTo>
                      <a:close/>
                    </a:path>
                  </a:pathLst>
                </a:custGeom>
                <a:solidFill>
                  <a:srgbClr val="ffffff"/>
                </a:solidFill>
                <a:ln w="9360">
                  <a:solidFill>
                    <a:srgbClr val="000000"/>
                  </a:solidFill>
                  <a:round/>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8571" name=""/>
                <p:cNvSpPr/>
                <p:nvPr/>
              </p:nvSpPr>
              <p:spPr>
                <a:xfrm>
                  <a:off x="1204560" y="1212480"/>
                  <a:ext cx="69840" cy="51480"/>
                </a:xfrm>
                <a:custGeom>
                  <a:avLst/>
                  <a:gdLst/>
                  <a:ahLst/>
                  <a:rect l="l" t="t" r="r" b="b"/>
                  <a:pathLst>
                    <a:path w="551" h="424">
                      <a:moveTo>
                        <a:pt x="40" y="401"/>
                      </a:moveTo>
                      <a:lnTo>
                        <a:pt x="0" y="337"/>
                      </a:lnTo>
                      <a:lnTo>
                        <a:pt x="22" y="290"/>
                      </a:lnTo>
                      <a:lnTo>
                        <a:pt x="22" y="232"/>
                      </a:lnTo>
                      <a:lnTo>
                        <a:pt x="87" y="209"/>
                      </a:lnTo>
                      <a:lnTo>
                        <a:pt x="133" y="157"/>
                      </a:lnTo>
                      <a:lnTo>
                        <a:pt x="162" y="87"/>
                      </a:lnTo>
                      <a:lnTo>
                        <a:pt x="272" y="0"/>
                      </a:lnTo>
                      <a:lnTo>
                        <a:pt x="371" y="46"/>
                      </a:lnTo>
                      <a:lnTo>
                        <a:pt x="458" y="58"/>
                      </a:lnTo>
                      <a:lnTo>
                        <a:pt x="476" y="105"/>
                      </a:lnTo>
                      <a:lnTo>
                        <a:pt x="528" y="140"/>
                      </a:lnTo>
                      <a:lnTo>
                        <a:pt x="551" y="197"/>
                      </a:lnTo>
                      <a:lnTo>
                        <a:pt x="516" y="284"/>
                      </a:lnTo>
                      <a:lnTo>
                        <a:pt x="528" y="342"/>
                      </a:lnTo>
                      <a:lnTo>
                        <a:pt x="464" y="366"/>
                      </a:lnTo>
                      <a:lnTo>
                        <a:pt x="400" y="360"/>
                      </a:lnTo>
                      <a:lnTo>
                        <a:pt x="330" y="406"/>
                      </a:lnTo>
                      <a:lnTo>
                        <a:pt x="312" y="377"/>
                      </a:lnTo>
                      <a:lnTo>
                        <a:pt x="272" y="394"/>
                      </a:lnTo>
                      <a:lnTo>
                        <a:pt x="202" y="424"/>
                      </a:lnTo>
                      <a:lnTo>
                        <a:pt x="133" y="377"/>
                      </a:lnTo>
                      <a:lnTo>
                        <a:pt x="69" y="377"/>
                      </a:lnTo>
                      <a:lnTo>
                        <a:pt x="40" y="401"/>
                      </a:lnTo>
                      <a:close/>
                    </a:path>
                  </a:pathLst>
                </a:custGeom>
                <a:solidFill>
                  <a:srgbClr val="ffffff"/>
                </a:solidFill>
                <a:ln w="9360">
                  <a:solidFill>
                    <a:srgbClr val="000000"/>
                  </a:solidFill>
                  <a:round/>
                </a:ln>
              </p:spPr>
              <p:style>
                <a:lnRef idx="0"/>
                <a:fillRef idx="0"/>
                <a:effectRef idx="0"/>
                <a:fontRef idx="minor"/>
              </p:style>
              <p:txBody>
                <a:bodyPr lIns="90000" rIns="90000" tIns="4680" bIns="4680" anchor="t">
                  <a:noAutofit/>
                </a:bodyPr>
                <a:p>
                  <a:endParaRPr b="0" lang="en-US" sz="2400" spc="-1" strike="noStrike">
                    <a:solidFill>
                      <a:srgbClr val="000000"/>
                    </a:solidFill>
                    <a:latin typeface="Times New Roman"/>
                  </a:endParaRPr>
                </a:p>
              </p:txBody>
            </p:sp>
            <p:sp>
              <p:nvSpPr>
                <p:cNvPr id="8572" name=""/>
                <p:cNvSpPr/>
                <p:nvPr/>
              </p:nvSpPr>
              <p:spPr>
                <a:xfrm>
                  <a:off x="1187280" y="1289880"/>
                  <a:ext cx="56520" cy="44640"/>
                </a:xfrm>
                <a:custGeom>
                  <a:avLst/>
                  <a:gdLst/>
                  <a:ahLst/>
                  <a:rect l="l" t="t" r="r" b="b"/>
                  <a:pathLst>
                    <a:path w="447" h="359">
                      <a:moveTo>
                        <a:pt x="111" y="28"/>
                      </a:moveTo>
                      <a:lnTo>
                        <a:pt x="65" y="115"/>
                      </a:lnTo>
                      <a:lnTo>
                        <a:pt x="0" y="185"/>
                      </a:lnTo>
                      <a:lnTo>
                        <a:pt x="0" y="225"/>
                      </a:lnTo>
                      <a:lnTo>
                        <a:pt x="41" y="272"/>
                      </a:lnTo>
                      <a:lnTo>
                        <a:pt x="111" y="295"/>
                      </a:lnTo>
                      <a:lnTo>
                        <a:pt x="135" y="312"/>
                      </a:lnTo>
                      <a:lnTo>
                        <a:pt x="227" y="359"/>
                      </a:lnTo>
                      <a:lnTo>
                        <a:pt x="314" y="295"/>
                      </a:lnTo>
                      <a:lnTo>
                        <a:pt x="361" y="336"/>
                      </a:lnTo>
                      <a:lnTo>
                        <a:pt x="430" y="312"/>
                      </a:lnTo>
                      <a:lnTo>
                        <a:pt x="436" y="295"/>
                      </a:lnTo>
                      <a:lnTo>
                        <a:pt x="442" y="272"/>
                      </a:lnTo>
                      <a:lnTo>
                        <a:pt x="447" y="202"/>
                      </a:lnTo>
                      <a:lnTo>
                        <a:pt x="447" y="115"/>
                      </a:lnTo>
                      <a:lnTo>
                        <a:pt x="407" y="45"/>
                      </a:lnTo>
                      <a:lnTo>
                        <a:pt x="361" y="0"/>
                      </a:lnTo>
                      <a:lnTo>
                        <a:pt x="337" y="45"/>
                      </a:lnTo>
                      <a:lnTo>
                        <a:pt x="157" y="45"/>
                      </a:lnTo>
                      <a:lnTo>
                        <a:pt x="111" y="28"/>
                      </a:lnTo>
                      <a:close/>
                    </a:path>
                  </a:pathLst>
                </a:custGeom>
                <a:solidFill>
                  <a:srgbClr val="ffffff"/>
                </a:solidFill>
                <a:ln w="9360">
                  <a:solidFill>
                    <a:srgbClr val="000000"/>
                  </a:solidFill>
                  <a:round/>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8573" name=""/>
                <p:cNvSpPr/>
                <p:nvPr/>
              </p:nvSpPr>
              <p:spPr>
                <a:xfrm>
                  <a:off x="1132560" y="1264320"/>
                  <a:ext cx="68040" cy="31320"/>
                </a:xfrm>
                <a:custGeom>
                  <a:avLst/>
                  <a:gdLst/>
                  <a:ahLst/>
                  <a:rect l="l" t="t" r="r" b="b"/>
                  <a:pathLst>
                    <a:path w="535" h="249">
                      <a:moveTo>
                        <a:pt x="518" y="174"/>
                      </a:moveTo>
                      <a:lnTo>
                        <a:pt x="453" y="139"/>
                      </a:lnTo>
                      <a:lnTo>
                        <a:pt x="384" y="139"/>
                      </a:lnTo>
                      <a:lnTo>
                        <a:pt x="343" y="139"/>
                      </a:lnTo>
                      <a:lnTo>
                        <a:pt x="273" y="70"/>
                      </a:lnTo>
                      <a:lnTo>
                        <a:pt x="117" y="0"/>
                      </a:lnTo>
                      <a:lnTo>
                        <a:pt x="0" y="92"/>
                      </a:lnTo>
                      <a:lnTo>
                        <a:pt x="47" y="139"/>
                      </a:lnTo>
                      <a:lnTo>
                        <a:pt x="47" y="186"/>
                      </a:lnTo>
                      <a:lnTo>
                        <a:pt x="117" y="186"/>
                      </a:lnTo>
                      <a:lnTo>
                        <a:pt x="157" y="162"/>
                      </a:lnTo>
                      <a:lnTo>
                        <a:pt x="181" y="186"/>
                      </a:lnTo>
                      <a:lnTo>
                        <a:pt x="227" y="186"/>
                      </a:lnTo>
                      <a:lnTo>
                        <a:pt x="251" y="249"/>
                      </a:lnTo>
                      <a:lnTo>
                        <a:pt x="366" y="249"/>
                      </a:lnTo>
                      <a:lnTo>
                        <a:pt x="408" y="232"/>
                      </a:lnTo>
                      <a:lnTo>
                        <a:pt x="477" y="232"/>
                      </a:lnTo>
                      <a:lnTo>
                        <a:pt x="535" y="221"/>
                      </a:lnTo>
                      <a:lnTo>
                        <a:pt x="518" y="174"/>
                      </a:lnTo>
                      <a:close/>
                    </a:path>
                  </a:pathLst>
                </a:custGeom>
                <a:solidFill>
                  <a:srgbClr val="ffffff"/>
                </a:solidFill>
                <a:ln w="9360">
                  <a:solidFill>
                    <a:srgbClr val="000000"/>
                  </a:solidFill>
                  <a:round/>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8574" name=""/>
                <p:cNvSpPr/>
                <p:nvPr/>
              </p:nvSpPr>
              <p:spPr>
                <a:xfrm>
                  <a:off x="1141560" y="1228320"/>
                  <a:ext cx="68760" cy="57240"/>
                </a:xfrm>
                <a:custGeom>
                  <a:avLst/>
                  <a:gdLst/>
                  <a:ahLst/>
                  <a:rect l="l" t="t" r="r" b="b"/>
                  <a:pathLst>
                    <a:path w="540" h="465">
                      <a:moveTo>
                        <a:pt x="47" y="296"/>
                      </a:moveTo>
                      <a:lnTo>
                        <a:pt x="47" y="244"/>
                      </a:lnTo>
                      <a:lnTo>
                        <a:pt x="47" y="204"/>
                      </a:lnTo>
                      <a:lnTo>
                        <a:pt x="0" y="181"/>
                      </a:lnTo>
                      <a:lnTo>
                        <a:pt x="17" y="111"/>
                      </a:lnTo>
                      <a:lnTo>
                        <a:pt x="17" y="70"/>
                      </a:lnTo>
                      <a:lnTo>
                        <a:pt x="157" y="0"/>
                      </a:lnTo>
                      <a:lnTo>
                        <a:pt x="273" y="0"/>
                      </a:lnTo>
                      <a:lnTo>
                        <a:pt x="296" y="0"/>
                      </a:lnTo>
                      <a:lnTo>
                        <a:pt x="407" y="47"/>
                      </a:lnTo>
                      <a:lnTo>
                        <a:pt x="448" y="70"/>
                      </a:lnTo>
                      <a:lnTo>
                        <a:pt x="517" y="87"/>
                      </a:lnTo>
                      <a:lnTo>
                        <a:pt x="517" y="157"/>
                      </a:lnTo>
                      <a:lnTo>
                        <a:pt x="495" y="204"/>
                      </a:lnTo>
                      <a:lnTo>
                        <a:pt x="517" y="244"/>
                      </a:lnTo>
                      <a:lnTo>
                        <a:pt x="540" y="291"/>
                      </a:lnTo>
                      <a:lnTo>
                        <a:pt x="523" y="355"/>
                      </a:lnTo>
                      <a:lnTo>
                        <a:pt x="465" y="430"/>
                      </a:lnTo>
                      <a:lnTo>
                        <a:pt x="448" y="465"/>
                      </a:lnTo>
                      <a:lnTo>
                        <a:pt x="366" y="430"/>
                      </a:lnTo>
                      <a:lnTo>
                        <a:pt x="268" y="430"/>
                      </a:lnTo>
                      <a:lnTo>
                        <a:pt x="198" y="355"/>
                      </a:lnTo>
                      <a:lnTo>
                        <a:pt x="139" y="326"/>
                      </a:lnTo>
                      <a:lnTo>
                        <a:pt x="47" y="296"/>
                      </a:lnTo>
                      <a:close/>
                    </a:path>
                  </a:pathLst>
                </a:custGeom>
                <a:solidFill>
                  <a:srgbClr val="ffffff"/>
                </a:solidFill>
                <a:ln w="9360">
                  <a:solidFill>
                    <a:srgbClr val="000000"/>
                  </a:solidFill>
                  <a:round/>
                </a:ln>
              </p:spPr>
              <p:style>
                <a:lnRef idx="0"/>
                <a:fillRef idx="0"/>
                <a:effectRef idx="0"/>
                <a:fontRef idx="minor"/>
              </p:style>
              <p:txBody>
                <a:bodyPr lIns="90000" rIns="90000" tIns="10440" bIns="10440" anchor="t">
                  <a:noAutofit/>
                </a:bodyPr>
                <a:p>
                  <a:endParaRPr b="0" lang="en-US" sz="2400" spc="-1" strike="noStrike">
                    <a:solidFill>
                      <a:srgbClr val="000000"/>
                    </a:solidFill>
                    <a:latin typeface="Times New Roman"/>
                  </a:endParaRPr>
                </a:p>
              </p:txBody>
            </p:sp>
            <p:sp>
              <p:nvSpPr>
                <p:cNvPr id="8575" name=""/>
                <p:cNvSpPr/>
                <p:nvPr/>
              </p:nvSpPr>
              <p:spPr>
                <a:xfrm>
                  <a:off x="1179000" y="1210680"/>
                  <a:ext cx="45360" cy="29520"/>
                </a:xfrm>
                <a:custGeom>
                  <a:avLst/>
                  <a:gdLst/>
                  <a:ahLst/>
                  <a:rect l="l" t="t" r="r" b="b"/>
                  <a:pathLst>
                    <a:path w="361" h="239">
                      <a:moveTo>
                        <a:pt x="0" y="145"/>
                      </a:moveTo>
                      <a:lnTo>
                        <a:pt x="42" y="117"/>
                      </a:lnTo>
                      <a:lnTo>
                        <a:pt x="42" y="87"/>
                      </a:lnTo>
                      <a:lnTo>
                        <a:pt x="52" y="29"/>
                      </a:lnTo>
                      <a:lnTo>
                        <a:pt x="87" y="18"/>
                      </a:lnTo>
                      <a:lnTo>
                        <a:pt x="111" y="0"/>
                      </a:lnTo>
                      <a:lnTo>
                        <a:pt x="129" y="29"/>
                      </a:lnTo>
                      <a:lnTo>
                        <a:pt x="152" y="58"/>
                      </a:lnTo>
                      <a:lnTo>
                        <a:pt x="221" y="75"/>
                      </a:lnTo>
                      <a:lnTo>
                        <a:pt x="286" y="58"/>
                      </a:lnTo>
                      <a:lnTo>
                        <a:pt x="314" y="75"/>
                      </a:lnTo>
                      <a:lnTo>
                        <a:pt x="361" y="105"/>
                      </a:lnTo>
                      <a:lnTo>
                        <a:pt x="332" y="169"/>
                      </a:lnTo>
                      <a:lnTo>
                        <a:pt x="279" y="221"/>
                      </a:lnTo>
                      <a:lnTo>
                        <a:pt x="221" y="239"/>
                      </a:lnTo>
                      <a:lnTo>
                        <a:pt x="152" y="215"/>
                      </a:lnTo>
                      <a:lnTo>
                        <a:pt x="42" y="169"/>
                      </a:lnTo>
                      <a:lnTo>
                        <a:pt x="0" y="145"/>
                      </a:lnTo>
                      <a:close/>
                    </a:path>
                  </a:pathLst>
                </a:custGeom>
                <a:solidFill>
                  <a:srgbClr val="ffffff"/>
                </a:solidFill>
                <a:ln w="9360">
                  <a:solidFill>
                    <a:srgbClr val="000000"/>
                  </a:solidFill>
                  <a:round/>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8576" name=""/>
                <p:cNvSpPr/>
                <p:nvPr/>
              </p:nvSpPr>
              <p:spPr>
                <a:xfrm>
                  <a:off x="1187280" y="1192680"/>
                  <a:ext cx="51480" cy="29520"/>
                </a:xfrm>
                <a:custGeom>
                  <a:avLst/>
                  <a:gdLst/>
                  <a:ahLst/>
                  <a:rect l="l" t="t" r="r" b="b"/>
                  <a:pathLst>
                    <a:path w="407" h="244">
                      <a:moveTo>
                        <a:pt x="0" y="174"/>
                      </a:moveTo>
                      <a:lnTo>
                        <a:pt x="0" y="110"/>
                      </a:lnTo>
                      <a:lnTo>
                        <a:pt x="47" y="63"/>
                      </a:lnTo>
                      <a:lnTo>
                        <a:pt x="135" y="87"/>
                      </a:lnTo>
                      <a:lnTo>
                        <a:pt x="157" y="87"/>
                      </a:lnTo>
                      <a:lnTo>
                        <a:pt x="135" y="0"/>
                      </a:lnTo>
                      <a:lnTo>
                        <a:pt x="204" y="63"/>
                      </a:lnTo>
                      <a:lnTo>
                        <a:pt x="250" y="63"/>
                      </a:lnTo>
                      <a:lnTo>
                        <a:pt x="297" y="70"/>
                      </a:lnTo>
                      <a:lnTo>
                        <a:pt x="407" y="151"/>
                      </a:lnTo>
                      <a:lnTo>
                        <a:pt x="378" y="180"/>
                      </a:lnTo>
                      <a:lnTo>
                        <a:pt x="297" y="244"/>
                      </a:lnTo>
                      <a:lnTo>
                        <a:pt x="222" y="203"/>
                      </a:lnTo>
                      <a:lnTo>
                        <a:pt x="145" y="220"/>
                      </a:lnTo>
                      <a:lnTo>
                        <a:pt x="88" y="203"/>
                      </a:lnTo>
                      <a:lnTo>
                        <a:pt x="65" y="174"/>
                      </a:lnTo>
                      <a:lnTo>
                        <a:pt x="47" y="133"/>
                      </a:lnTo>
                      <a:lnTo>
                        <a:pt x="23" y="163"/>
                      </a:lnTo>
                      <a:lnTo>
                        <a:pt x="0" y="174"/>
                      </a:lnTo>
                      <a:close/>
                    </a:path>
                  </a:pathLst>
                </a:custGeom>
                <a:solidFill>
                  <a:srgbClr val="ffffff"/>
                </a:solidFill>
                <a:ln w="9360">
                  <a:solidFill>
                    <a:srgbClr val="000000"/>
                  </a:solidFill>
                  <a:round/>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8577" name=""/>
                <p:cNvSpPr/>
                <p:nvPr/>
              </p:nvSpPr>
              <p:spPr>
                <a:xfrm>
                  <a:off x="1204560" y="1175040"/>
                  <a:ext cx="37440" cy="34200"/>
                </a:xfrm>
                <a:custGeom>
                  <a:avLst/>
                  <a:gdLst/>
                  <a:ahLst/>
                  <a:rect l="l" t="t" r="r" b="b"/>
                  <a:pathLst>
                    <a:path w="295" h="272">
                      <a:moveTo>
                        <a:pt x="0" y="139"/>
                      </a:moveTo>
                      <a:lnTo>
                        <a:pt x="0" y="69"/>
                      </a:lnTo>
                      <a:lnTo>
                        <a:pt x="45" y="45"/>
                      </a:lnTo>
                      <a:lnTo>
                        <a:pt x="133" y="23"/>
                      </a:lnTo>
                      <a:lnTo>
                        <a:pt x="162" y="0"/>
                      </a:lnTo>
                      <a:lnTo>
                        <a:pt x="202" y="0"/>
                      </a:lnTo>
                      <a:lnTo>
                        <a:pt x="295" y="23"/>
                      </a:lnTo>
                      <a:lnTo>
                        <a:pt x="249" y="45"/>
                      </a:lnTo>
                      <a:lnTo>
                        <a:pt x="272" y="115"/>
                      </a:lnTo>
                      <a:lnTo>
                        <a:pt x="295" y="157"/>
                      </a:lnTo>
                      <a:lnTo>
                        <a:pt x="272" y="220"/>
                      </a:lnTo>
                      <a:lnTo>
                        <a:pt x="249" y="272"/>
                      </a:lnTo>
                      <a:lnTo>
                        <a:pt x="162" y="202"/>
                      </a:lnTo>
                      <a:lnTo>
                        <a:pt x="69" y="202"/>
                      </a:lnTo>
                      <a:lnTo>
                        <a:pt x="22" y="157"/>
                      </a:lnTo>
                      <a:lnTo>
                        <a:pt x="0" y="139"/>
                      </a:lnTo>
                      <a:close/>
                    </a:path>
                  </a:pathLst>
                </a:custGeom>
                <a:solidFill>
                  <a:srgbClr val="ffffff"/>
                </a:solidFill>
                <a:ln w="9360">
                  <a:solidFill>
                    <a:srgbClr val="000000"/>
                  </a:solidFill>
                  <a:round/>
                </a:ln>
              </p:spPr>
              <p:style>
                <a:lnRef idx="0"/>
                <a:fillRef idx="0"/>
                <a:effectRef idx="0"/>
                <a:fontRef idx="minor"/>
              </p:style>
              <p:txBody>
                <a:bodyPr lIns="90000" rIns="90000" tIns="-12600" bIns="-12600" anchor="t">
                  <a:noAutofit/>
                </a:bodyPr>
                <a:p>
                  <a:endParaRPr b="0" lang="en-US" sz="2400" spc="-1" strike="noStrike">
                    <a:solidFill>
                      <a:srgbClr val="000000"/>
                    </a:solidFill>
                    <a:latin typeface="Times New Roman"/>
                  </a:endParaRPr>
                </a:p>
              </p:txBody>
            </p:sp>
            <p:sp>
              <p:nvSpPr>
                <p:cNvPr id="8578" name=""/>
                <p:cNvSpPr/>
                <p:nvPr/>
              </p:nvSpPr>
              <p:spPr>
                <a:xfrm>
                  <a:off x="1173240" y="1048320"/>
                  <a:ext cx="82080" cy="118800"/>
                </a:xfrm>
                <a:custGeom>
                  <a:avLst/>
                  <a:gdLst/>
                  <a:ahLst/>
                  <a:rect l="l" t="t" r="r" b="b"/>
                  <a:pathLst>
                    <a:path w="651" h="959">
                      <a:moveTo>
                        <a:pt x="546" y="942"/>
                      </a:moveTo>
                      <a:lnTo>
                        <a:pt x="523" y="942"/>
                      </a:lnTo>
                      <a:lnTo>
                        <a:pt x="477" y="918"/>
                      </a:lnTo>
                      <a:lnTo>
                        <a:pt x="477" y="872"/>
                      </a:lnTo>
                      <a:lnTo>
                        <a:pt x="453" y="872"/>
                      </a:lnTo>
                      <a:lnTo>
                        <a:pt x="430" y="918"/>
                      </a:lnTo>
                      <a:lnTo>
                        <a:pt x="273" y="959"/>
                      </a:lnTo>
                      <a:lnTo>
                        <a:pt x="181" y="942"/>
                      </a:lnTo>
                      <a:lnTo>
                        <a:pt x="116" y="942"/>
                      </a:lnTo>
                      <a:lnTo>
                        <a:pt x="116" y="895"/>
                      </a:lnTo>
                      <a:lnTo>
                        <a:pt x="139" y="848"/>
                      </a:lnTo>
                      <a:lnTo>
                        <a:pt x="94" y="802"/>
                      </a:lnTo>
                      <a:lnTo>
                        <a:pt x="94" y="738"/>
                      </a:lnTo>
                      <a:lnTo>
                        <a:pt x="116" y="692"/>
                      </a:lnTo>
                      <a:lnTo>
                        <a:pt x="163" y="692"/>
                      </a:lnTo>
                      <a:lnTo>
                        <a:pt x="163" y="645"/>
                      </a:lnTo>
                      <a:lnTo>
                        <a:pt x="273" y="558"/>
                      </a:lnTo>
                      <a:lnTo>
                        <a:pt x="296" y="511"/>
                      </a:lnTo>
                      <a:lnTo>
                        <a:pt x="273" y="465"/>
                      </a:lnTo>
                      <a:lnTo>
                        <a:pt x="227" y="424"/>
                      </a:lnTo>
                      <a:lnTo>
                        <a:pt x="181" y="424"/>
                      </a:lnTo>
                      <a:lnTo>
                        <a:pt x="181" y="331"/>
                      </a:lnTo>
                      <a:lnTo>
                        <a:pt x="139" y="215"/>
                      </a:lnTo>
                      <a:lnTo>
                        <a:pt x="0" y="75"/>
                      </a:lnTo>
                      <a:lnTo>
                        <a:pt x="41" y="64"/>
                      </a:lnTo>
                      <a:lnTo>
                        <a:pt x="163" y="117"/>
                      </a:lnTo>
                      <a:lnTo>
                        <a:pt x="227" y="99"/>
                      </a:lnTo>
                      <a:lnTo>
                        <a:pt x="320" y="18"/>
                      </a:lnTo>
                      <a:lnTo>
                        <a:pt x="401" y="0"/>
                      </a:lnTo>
                      <a:lnTo>
                        <a:pt x="390" y="41"/>
                      </a:lnTo>
                      <a:lnTo>
                        <a:pt x="430" y="128"/>
                      </a:lnTo>
                      <a:lnTo>
                        <a:pt x="430" y="221"/>
                      </a:lnTo>
                      <a:lnTo>
                        <a:pt x="453" y="267"/>
                      </a:lnTo>
                      <a:lnTo>
                        <a:pt x="500" y="331"/>
                      </a:lnTo>
                      <a:lnTo>
                        <a:pt x="500" y="424"/>
                      </a:lnTo>
                      <a:lnTo>
                        <a:pt x="546" y="488"/>
                      </a:lnTo>
                      <a:lnTo>
                        <a:pt x="546" y="581"/>
                      </a:lnTo>
                      <a:lnTo>
                        <a:pt x="605" y="692"/>
                      </a:lnTo>
                      <a:lnTo>
                        <a:pt x="651" y="761"/>
                      </a:lnTo>
                      <a:lnTo>
                        <a:pt x="605" y="872"/>
                      </a:lnTo>
                      <a:lnTo>
                        <a:pt x="523" y="895"/>
                      </a:lnTo>
                      <a:lnTo>
                        <a:pt x="546" y="942"/>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79" name=""/>
                <p:cNvSpPr/>
                <p:nvPr/>
              </p:nvSpPr>
              <p:spPr>
                <a:xfrm>
                  <a:off x="1124280" y="1067040"/>
                  <a:ext cx="72720" cy="150120"/>
                </a:xfrm>
                <a:custGeom>
                  <a:avLst/>
                  <a:gdLst/>
                  <a:ahLst/>
                  <a:rect l="l" t="t" r="r" b="b"/>
                  <a:pathLst>
                    <a:path w="576" h="1219">
                      <a:moveTo>
                        <a:pt x="576" y="272"/>
                      </a:moveTo>
                      <a:lnTo>
                        <a:pt x="500" y="336"/>
                      </a:lnTo>
                      <a:lnTo>
                        <a:pt x="478" y="446"/>
                      </a:lnTo>
                      <a:lnTo>
                        <a:pt x="454" y="516"/>
                      </a:lnTo>
                      <a:lnTo>
                        <a:pt x="390" y="586"/>
                      </a:lnTo>
                      <a:lnTo>
                        <a:pt x="321" y="609"/>
                      </a:lnTo>
                      <a:lnTo>
                        <a:pt x="274" y="720"/>
                      </a:lnTo>
                      <a:lnTo>
                        <a:pt x="274" y="766"/>
                      </a:lnTo>
                      <a:lnTo>
                        <a:pt x="343" y="853"/>
                      </a:lnTo>
                      <a:lnTo>
                        <a:pt x="343" y="877"/>
                      </a:lnTo>
                      <a:lnTo>
                        <a:pt x="297" y="900"/>
                      </a:lnTo>
                      <a:lnTo>
                        <a:pt x="274" y="877"/>
                      </a:lnTo>
                      <a:lnTo>
                        <a:pt x="251" y="900"/>
                      </a:lnTo>
                      <a:lnTo>
                        <a:pt x="274" y="922"/>
                      </a:lnTo>
                      <a:lnTo>
                        <a:pt x="274" y="969"/>
                      </a:lnTo>
                      <a:lnTo>
                        <a:pt x="274" y="992"/>
                      </a:lnTo>
                      <a:lnTo>
                        <a:pt x="274" y="1079"/>
                      </a:lnTo>
                      <a:lnTo>
                        <a:pt x="227" y="1126"/>
                      </a:lnTo>
                      <a:lnTo>
                        <a:pt x="157" y="1149"/>
                      </a:lnTo>
                      <a:lnTo>
                        <a:pt x="140" y="1219"/>
                      </a:lnTo>
                      <a:lnTo>
                        <a:pt x="94" y="1219"/>
                      </a:lnTo>
                      <a:lnTo>
                        <a:pt x="70" y="1149"/>
                      </a:lnTo>
                      <a:lnTo>
                        <a:pt x="47" y="1079"/>
                      </a:lnTo>
                      <a:lnTo>
                        <a:pt x="7" y="1044"/>
                      </a:lnTo>
                      <a:lnTo>
                        <a:pt x="0" y="969"/>
                      </a:lnTo>
                      <a:lnTo>
                        <a:pt x="0" y="900"/>
                      </a:lnTo>
                      <a:lnTo>
                        <a:pt x="0" y="877"/>
                      </a:lnTo>
                      <a:lnTo>
                        <a:pt x="47" y="807"/>
                      </a:lnTo>
                      <a:lnTo>
                        <a:pt x="70" y="673"/>
                      </a:lnTo>
                      <a:lnTo>
                        <a:pt x="47" y="540"/>
                      </a:lnTo>
                      <a:lnTo>
                        <a:pt x="70" y="476"/>
                      </a:lnTo>
                      <a:lnTo>
                        <a:pt x="175" y="366"/>
                      </a:lnTo>
                      <a:lnTo>
                        <a:pt x="187" y="296"/>
                      </a:lnTo>
                      <a:lnTo>
                        <a:pt x="274" y="139"/>
                      </a:lnTo>
                      <a:lnTo>
                        <a:pt x="303" y="57"/>
                      </a:lnTo>
                      <a:lnTo>
                        <a:pt x="378" y="35"/>
                      </a:lnTo>
                      <a:lnTo>
                        <a:pt x="413" y="0"/>
                      </a:lnTo>
                      <a:lnTo>
                        <a:pt x="483" y="0"/>
                      </a:lnTo>
                      <a:lnTo>
                        <a:pt x="518" y="57"/>
                      </a:lnTo>
                      <a:lnTo>
                        <a:pt x="565" y="157"/>
                      </a:lnTo>
                      <a:lnTo>
                        <a:pt x="565" y="202"/>
                      </a:lnTo>
                      <a:lnTo>
                        <a:pt x="576" y="272"/>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80" name=""/>
                <p:cNvSpPr/>
                <p:nvPr/>
              </p:nvSpPr>
              <p:spPr>
                <a:xfrm>
                  <a:off x="1086840" y="1036440"/>
                  <a:ext cx="145800" cy="156240"/>
                </a:xfrm>
                <a:custGeom>
                  <a:avLst/>
                  <a:gdLst/>
                  <a:ahLst/>
                  <a:rect l="l" t="t" r="r" b="b"/>
                  <a:pathLst>
                    <a:path w="1151" h="1267">
                      <a:moveTo>
                        <a:pt x="1127" y="0"/>
                      </a:moveTo>
                      <a:lnTo>
                        <a:pt x="1012" y="0"/>
                      </a:lnTo>
                      <a:lnTo>
                        <a:pt x="970" y="47"/>
                      </a:lnTo>
                      <a:lnTo>
                        <a:pt x="947" y="0"/>
                      </a:lnTo>
                      <a:lnTo>
                        <a:pt x="878" y="0"/>
                      </a:lnTo>
                      <a:lnTo>
                        <a:pt x="878" y="24"/>
                      </a:lnTo>
                      <a:lnTo>
                        <a:pt x="837" y="24"/>
                      </a:lnTo>
                      <a:lnTo>
                        <a:pt x="768" y="47"/>
                      </a:lnTo>
                      <a:lnTo>
                        <a:pt x="761" y="117"/>
                      </a:lnTo>
                      <a:lnTo>
                        <a:pt x="680" y="117"/>
                      </a:lnTo>
                      <a:lnTo>
                        <a:pt x="611" y="140"/>
                      </a:lnTo>
                      <a:lnTo>
                        <a:pt x="517" y="251"/>
                      </a:lnTo>
                      <a:lnTo>
                        <a:pt x="564" y="274"/>
                      </a:lnTo>
                      <a:lnTo>
                        <a:pt x="494" y="296"/>
                      </a:lnTo>
                      <a:lnTo>
                        <a:pt x="494" y="338"/>
                      </a:lnTo>
                      <a:lnTo>
                        <a:pt x="477" y="366"/>
                      </a:lnTo>
                      <a:lnTo>
                        <a:pt x="430" y="338"/>
                      </a:lnTo>
                      <a:lnTo>
                        <a:pt x="384" y="430"/>
                      </a:lnTo>
                      <a:lnTo>
                        <a:pt x="384" y="477"/>
                      </a:lnTo>
                      <a:lnTo>
                        <a:pt x="290" y="610"/>
                      </a:lnTo>
                      <a:lnTo>
                        <a:pt x="203" y="727"/>
                      </a:lnTo>
                      <a:lnTo>
                        <a:pt x="203" y="744"/>
                      </a:lnTo>
                      <a:lnTo>
                        <a:pt x="267" y="744"/>
                      </a:lnTo>
                      <a:lnTo>
                        <a:pt x="244" y="767"/>
                      </a:lnTo>
                      <a:lnTo>
                        <a:pt x="180" y="767"/>
                      </a:lnTo>
                      <a:lnTo>
                        <a:pt x="157" y="814"/>
                      </a:lnTo>
                      <a:lnTo>
                        <a:pt x="46" y="884"/>
                      </a:lnTo>
                      <a:lnTo>
                        <a:pt x="0" y="924"/>
                      </a:lnTo>
                      <a:lnTo>
                        <a:pt x="0" y="994"/>
                      </a:lnTo>
                      <a:lnTo>
                        <a:pt x="63" y="971"/>
                      </a:lnTo>
                      <a:lnTo>
                        <a:pt x="93" y="971"/>
                      </a:lnTo>
                      <a:lnTo>
                        <a:pt x="63" y="1017"/>
                      </a:lnTo>
                      <a:lnTo>
                        <a:pt x="23" y="1017"/>
                      </a:lnTo>
                      <a:lnTo>
                        <a:pt x="23" y="1058"/>
                      </a:lnTo>
                      <a:lnTo>
                        <a:pt x="6" y="1104"/>
                      </a:lnTo>
                      <a:lnTo>
                        <a:pt x="23" y="1128"/>
                      </a:lnTo>
                      <a:lnTo>
                        <a:pt x="6" y="1145"/>
                      </a:lnTo>
                      <a:lnTo>
                        <a:pt x="23" y="1197"/>
                      </a:lnTo>
                      <a:lnTo>
                        <a:pt x="0" y="1220"/>
                      </a:lnTo>
                      <a:lnTo>
                        <a:pt x="46" y="1267"/>
                      </a:lnTo>
                      <a:lnTo>
                        <a:pt x="157" y="1243"/>
                      </a:lnTo>
                      <a:lnTo>
                        <a:pt x="227" y="1197"/>
                      </a:lnTo>
                      <a:lnTo>
                        <a:pt x="290" y="1151"/>
                      </a:lnTo>
                      <a:lnTo>
                        <a:pt x="337" y="1058"/>
                      </a:lnTo>
                      <a:lnTo>
                        <a:pt x="360" y="924"/>
                      </a:lnTo>
                      <a:lnTo>
                        <a:pt x="360" y="884"/>
                      </a:lnTo>
                      <a:lnTo>
                        <a:pt x="337" y="791"/>
                      </a:lnTo>
                      <a:lnTo>
                        <a:pt x="384" y="697"/>
                      </a:lnTo>
                      <a:lnTo>
                        <a:pt x="430" y="657"/>
                      </a:lnTo>
                      <a:lnTo>
                        <a:pt x="477" y="610"/>
                      </a:lnTo>
                      <a:lnTo>
                        <a:pt x="477" y="564"/>
                      </a:lnTo>
                      <a:lnTo>
                        <a:pt x="517" y="477"/>
                      </a:lnTo>
                      <a:lnTo>
                        <a:pt x="587" y="320"/>
                      </a:lnTo>
                      <a:lnTo>
                        <a:pt x="656" y="296"/>
                      </a:lnTo>
                      <a:lnTo>
                        <a:pt x="778" y="256"/>
                      </a:lnTo>
                      <a:lnTo>
                        <a:pt x="680" y="163"/>
                      </a:lnTo>
                      <a:lnTo>
                        <a:pt x="715" y="157"/>
                      </a:lnTo>
                      <a:lnTo>
                        <a:pt x="831" y="221"/>
                      </a:lnTo>
                      <a:lnTo>
                        <a:pt x="883" y="216"/>
                      </a:lnTo>
                      <a:lnTo>
                        <a:pt x="965" y="140"/>
                      </a:lnTo>
                      <a:lnTo>
                        <a:pt x="994" y="117"/>
                      </a:lnTo>
                      <a:lnTo>
                        <a:pt x="1087" y="94"/>
                      </a:lnTo>
                      <a:lnTo>
                        <a:pt x="1087" y="70"/>
                      </a:lnTo>
                      <a:lnTo>
                        <a:pt x="1151" y="47"/>
                      </a:lnTo>
                      <a:lnTo>
                        <a:pt x="1127"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581" name=""/>
                <p:cNvSpPr/>
                <p:nvPr/>
              </p:nvSpPr>
              <p:spPr>
                <a:xfrm>
                  <a:off x="1162080" y="1192680"/>
                  <a:ext cx="7920" cy="10800"/>
                </a:xfrm>
                <a:custGeom>
                  <a:avLst/>
                  <a:gdLst/>
                  <a:ahLst/>
                  <a:rect l="l" t="t" r="r" b="b"/>
                  <a:pathLst>
                    <a:path w="69" h="87">
                      <a:moveTo>
                        <a:pt x="46" y="0"/>
                      </a:moveTo>
                      <a:lnTo>
                        <a:pt x="0" y="18"/>
                      </a:lnTo>
                      <a:lnTo>
                        <a:pt x="24" y="87"/>
                      </a:lnTo>
                      <a:lnTo>
                        <a:pt x="46" y="63"/>
                      </a:lnTo>
                      <a:lnTo>
                        <a:pt x="69" y="40"/>
                      </a:lnTo>
                      <a:lnTo>
                        <a:pt x="46" y="0"/>
                      </a:lnTo>
                      <a:close/>
                    </a:path>
                  </a:pathLst>
                </a:custGeom>
                <a:solidFill>
                  <a:srgbClr val="ffffff"/>
                </a:solidFill>
                <a:ln w="9360">
                  <a:solidFill>
                    <a:srgbClr val="000000"/>
                  </a:solidFill>
                  <a:round/>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8582" name=""/>
                <p:cNvSpPr/>
                <p:nvPr/>
              </p:nvSpPr>
              <p:spPr>
                <a:xfrm>
                  <a:off x="1121400" y="1220760"/>
                  <a:ext cx="8640" cy="7560"/>
                </a:xfrm>
                <a:custGeom>
                  <a:avLst/>
                  <a:gdLst/>
                  <a:ahLst/>
                  <a:rect l="l" t="t" r="r" b="b"/>
                  <a:pathLst>
                    <a:path w="70" h="63">
                      <a:moveTo>
                        <a:pt x="47" y="0"/>
                      </a:moveTo>
                      <a:lnTo>
                        <a:pt x="0" y="40"/>
                      </a:lnTo>
                      <a:lnTo>
                        <a:pt x="23" y="63"/>
                      </a:lnTo>
                      <a:lnTo>
                        <a:pt x="70" y="40"/>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583" name=""/>
                <p:cNvSpPr/>
                <p:nvPr/>
              </p:nvSpPr>
              <p:spPr>
                <a:xfrm>
                  <a:off x="1199520" y="1326600"/>
                  <a:ext cx="42480" cy="26640"/>
                </a:xfrm>
                <a:custGeom>
                  <a:avLst/>
                  <a:gdLst/>
                  <a:ahLst/>
                  <a:rect l="l" t="t" r="r" b="b"/>
                  <a:pathLst>
                    <a:path w="337" h="216">
                      <a:moveTo>
                        <a:pt x="337" y="24"/>
                      </a:moveTo>
                      <a:lnTo>
                        <a:pt x="314" y="64"/>
                      </a:lnTo>
                      <a:lnTo>
                        <a:pt x="268" y="111"/>
                      </a:lnTo>
                      <a:lnTo>
                        <a:pt x="314" y="157"/>
                      </a:lnTo>
                      <a:lnTo>
                        <a:pt x="268" y="204"/>
                      </a:lnTo>
                      <a:lnTo>
                        <a:pt x="221" y="204"/>
                      </a:lnTo>
                      <a:lnTo>
                        <a:pt x="111" y="204"/>
                      </a:lnTo>
                      <a:lnTo>
                        <a:pt x="42" y="216"/>
                      </a:lnTo>
                      <a:lnTo>
                        <a:pt x="18" y="181"/>
                      </a:lnTo>
                      <a:lnTo>
                        <a:pt x="35" y="157"/>
                      </a:lnTo>
                      <a:lnTo>
                        <a:pt x="0" y="99"/>
                      </a:lnTo>
                      <a:lnTo>
                        <a:pt x="18" y="87"/>
                      </a:lnTo>
                      <a:lnTo>
                        <a:pt x="24" y="35"/>
                      </a:lnTo>
                      <a:lnTo>
                        <a:pt x="42" y="24"/>
                      </a:lnTo>
                      <a:lnTo>
                        <a:pt x="129" y="64"/>
                      </a:lnTo>
                      <a:lnTo>
                        <a:pt x="221" y="0"/>
                      </a:lnTo>
                      <a:lnTo>
                        <a:pt x="268" y="47"/>
                      </a:lnTo>
                      <a:lnTo>
                        <a:pt x="337" y="24"/>
                      </a:lnTo>
                      <a:close/>
                    </a:path>
                  </a:pathLst>
                </a:custGeom>
                <a:solidFill>
                  <a:srgbClr val="ffffff"/>
                </a:solidFill>
                <a:ln w="9360">
                  <a:solidFill>
                    <a:srgbClr val="000000"/>
                  </a:solidFill>
                  <a:round/>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8584" name=""/>
                <p:cNvSpPr/>
                <p:nvPr/>
              </p:nvSpPr>
              <p:spPr>
                <a:xfrm>
                  <a:off x="1224720" y="1347120"/>
                  <a:ext cx="18360" cy="17640"/>
                </a:xfrm>
                <a:custGeom>
                  <a:avLst/>
                  <a:gdLst/>
                  <a:ahLst/>
                  <a:rect l="l" t="t" r="r" b="b"/>
                  <a:pathLst>
                    <a:path w="139" h="145">
                      <a:moveTo>
                        <a:pt x="110" y="0"/>
                      </a:moveTo>
                      <a:lnTo>
                        <a:pt x="35" y="64"/>
                      </a:lnTo>
                      <a:lnTo>
                        <a:pt x="0" y="104"/>
                      </a:lnTo>
                      <a:lnTo>
                        <a:pt x="52" y="145"/>
                      </a:lnTo>
                      <a:lnTo>
                        <a:pt x="93" y="104"/>
                      </a:lnTo>
                      <a:lnTo>
                        <a:pt x="139" y="64"/>
                      </a:lnTo>
                      <a:lnTo>
                        <a:pt x="127" y="5"/>
                      </a:lnTo>
                      <a:lnTo>
                        <a:pt x="110" y="0"/>
                      </a:lnTo>
                      <a:close/>
                    </a:path>
                  </a:pathLst>
                </a:custGeom>
                <a:solidFill>
                  <a:srgbClr val="ffffff"/>
                </a:solidFill>
                <a:ln w="9360">
                  <a:solidFill>
                    <a:srgbClr val="000000"/>
                  </a:solidFill>
                  <a:round/>
                </a:ln>
              </p:spPr>
              <p:style>
                <a:lnRef idx="0"/>
                <a:fillRef idx="0"/>
                <a:effectRef idx="0"/>
                <a:fontRef idx="minor"/>
              </p:style>
              <p:txBody>
                <a:bodyPr lIns="90000" rIns="90000" tIns="-29160" bIns="-29160" anchor="t">
                  <a:noAutofit/>
                </a:bodyPr>
                <a:p>
                  <a:endParaRPr b="0" lang="en-US" sz="2400" spc="-1" strike="noStrike">
                    <a:solidFill>
                      <a:srgbClr val="000000"/>
                    </a:solidFill>
                    <a:latin typeface="Times New Roman"/>
                  </a:endParaRPr>
                </a:p>
              </p:txBody>
            </p:sp>
            <p:sp>
              <p:nvSpPr>
                <p:cNvPr id="8585" name=""/>
                <p:cNvSpPr/>
                <p:nvPr/>
              </p:nvSpPr>
              <p:spPr>
                <a:xfrm>
                  <a:off x="1190160" y="1351080"/>
                  <a:ext cx="39240" cy="44280"/>
                </a:xfrm>
                <a:custGeom>
                  <a:avLst/>
                  <a:gdLst/>
                  <a:ahLst/>
                  <a:rect l="l" t="t" r="r" b="b"/>
                  <a:pathLst>
                    <a:path w="314" h="360">
                      <a:moveTo>
                        <a:pt x="274" y="69"/>
                      </a:moveTo>
                      <a:lnTo>
                        <a:pt x="245" y="69"/>
                      </a:lnTo>
                      <a:lnTo>
                        <a:pt x="199" y="92"/>
                      </a:lnTo>
                      <a:lnTo>
                        <a:pt x="157" y="69"/>
                      </a:lnTo>
                      <a:lnTo>
                        <a:pt x="157" y="116"/>
                      </a:lnTo>
                      <a:lnTo>
                        <a:pt x="112" y="92"/>
                      </a:lnTo>
                      <a:lnTo>
                        <a:pt x="77" y="87"/>
                      </a:lnTo>
                      <a:lnTo>
                        <a:pt x="157" y="156"/>
                      </a:lnTo>
                      <a:lnTo>
                        <a:pt x="88" y="134"/>
                      </a:lnTo>
                      <a:lnTo>
                        <a:pt x="88" y="179"/>
                      </a:lnTo>
                      <a:lnTo>
                        <a:pt x="134" y="226"/>
                      </a:lnTo>
                      <a:lnTo>
                        <a:pt x="157" y="273"/>
                      </a:lnTo>
                      <a:lnTo>
                        <a:pt x="122" y="256"/>
                      </a:lnTo>
                      <a:lnTo>
                        <a:pt x="181" y="319"/>
                      </a:lnTo>
                      <a:lnTo>
                        <a:pt x="134" y="291"/>
                      </a:lnTo>
                      <a:lnTo>
                        <a:pt x="100" y="279"/>
                      </a:lnTo>
                      <a:lnTo>
                        <a:pt x="152" y="331"/>
                      </a:lnTo>
                      <a:lnTo>
                        <a:pt x="157" y="360"/>
                      </a:lnTo>
                      <a:lnTo>
                        <a:pt x="88" y="354"/>
                      </a:lnTo>
                      <a:lnTo>
                        <a:pt x="42" y="336"/>
                      </a:lnTo>
                      <a:lnTo>
                        <a:pt x="24" y="249"/>
                      </a:lnTo>
                      <a:lnTo>
                        <a:pt x="12" y="209"/>
                      </a:lnTo>
                      <a:lnTo>
                        <a:pt x="100" y="267"/>
                      </a:lnTo>
                      <a:lnTo>
                        <a:pt x="42" y="191"/>
                      </a:lnTo>
                      <a:lnTo>
                        <a:pt x="12" y="156"/>
                      </a:lnTo>
                      <a:lnTo>
                        <a:pt x="0" y="87"/>
                      </a:lnTo>
                      <a:lnTo>
                        <a:pt x="42" y="69"/>
                      </a:lnTo>
                      <a:lnTo>
                        <a:pt x="88" y="22"/>
                      </a:lnTo>
                      <a:lnTo>
                        <a:pt x="157" y="0"/>
                      </a:lnTo>
                      <a:lnTo>
                        <a:pt x="274" y="0"/>
                      </a:lnTo>
                      <a:lnTo>
                        <a:pt x="314" y="0"/>
                      </a:lnTo>
                      <a:lnTo>
                        <a:pt x="314" y="22"/>
                      </a:lnTo>
                      <a:lnTo>
                        <a:pt x="274" y="69"/>
                      </a:lnTo>
                      <a:close/>
                    </a:path>
                  </a:pathLst>
                </a:custGeom>
                <a:solidFill>
                  <a:srgbClr val="ffffff"/>
                </a:solidFill>
                <a:ln w="9360">
                  <a:solidFill>
                    <a:srgbClr val="000000"/>
                  </a:solidFill>
                  <a:round/>
                </a:ln>
              </p:spPr>
              <p:style>
                <a:lnRef idx="0"/>
                <a:fillRef idx="0"/>
                <a:effectRef idx="0"/>
                <a:fontRef idx="minor"/>
              </p:style>
              <p:txBody>
                <a:bodyPr lIns="90000" rIns="90000" tIns="-2520" bIns="-2520" anchor="t">
                  <a:noAutofit/>
                </a:bodyPr>
                <a:p>
                  <a:endParaRPr b="0" lang="en-US" sz="2400" spc="-1" strike="noStrike">
                    <a:solidFill>
                      <a:srgbClr val="000000"/>
                    </a:solidFill>
                    <a:latin typeface="Times New Roman"/>
                  </a:endParaRPr>
                </a:p>
              </p:txBody>
            </p:sp>
            <p:sp>
              <p:nvSpPr>
                <p:cNvPr id="8586" name=""/>
                <p:cNvSpPr/>
                <p:nvPr/>
              </p:nvSpPr>
              <p:spPr>
                <a:xfrm>
                  <a:off x="1213560" y="1379880"/>
                  <a:ext cx="10800" cy="12600"/>
                </a:xfrm>
                <a:custGeom>
                  <a:avLst/>
                  <a:gdLst/>
                  <a:ahLst/>
                  <a:rect l="l" t="t" r="r" b="b"/>
                  <a:pathLst>
                    <a:path w="93" h="110">
                      <a:moveTo>
                        <a:pt x="0" y="0"/>
                      </a:moveTo>
                      <a:lnTo>
                        <a:pt x="46" y="47"/>
                      </a:lnTo>
                      <a:lnTo>
                        <a:pt x="93" y="110"/>
                      </a:lnTo>
                      <a:lnTo>
                        <a:pt x="64" y="65"/>
                      </a:lnTo>
                      <a:lnTo>
                        <a:pt x="18" y="23"/>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8587" name=""/>
                <p:cNvSpPr/>
                <p:nvPr/>
              </p:nvSpPr>
              <p:spPr>
                <a:xfrm>
                  <a:off x="1207440" y="1409400"/>
                  <a:ext cx="16920" cy="5760"/>
                </a:xfrm>
                <a:custGeom>
                  <a:avLst/>
                  <a:gdLst/>
                  <a:ahLst/>
                  <a:rect l="l" t="t" r="r" b="b"/>
                  <a:pathLst>
                    <a:path w="140" h="47">
                      <a:moveTo>
                        <a:pt x="0" y="23"/>
                      </a:moveTo>
                      <a:lnTo>
                        <a:pt x="23" y="47"/>
                      </a:lnTo>
                      <a:lnTo>
                        <a:pt x="65" y="47"/>
                      </a:lnTo>
                      <a:lnTo>
                        <a:pt x="140" y="23"/>
                      </a:lnTo>
                      <a:lnTo>
                        <a:pt x="93" y="23"/>
                      </a:lnTo>
                      <a:lnTo>
                        <a:pt x="0" y="0"/>
                      </a:lnTo>
                      <a:lnTo>
                        <a:pt x="0" y="23"/>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588" name=""/>
                <p:cNvSpPr/>
                <p:nvPr/>
              </p:nvSpPr>
              <p:spPr>
                <a:xfrm>
                  <a:off x="1235880" y="1404720"/>
                  <a:ext cx="5760" cy="2880"/>
                </a:xfrm>
                <a:prstGeom prst="rect">
                  <a:avLst/>
                </a:prstGeom>
                <a:solidFill>
                  <a:srgbClr val="ffffff"/>
                </a:solidFill>
                <a:ln w="9360">
                  <a:solidFill>
                    <a:srgbClr val="000000"/>
                  </a:solidFill>
                  <a:miter/>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589" name=""/>
                <p:cNvSpPr/>
                <p:nvPr/>
              </p:nvSpPr>
              <p:spPr>
                <a:xfrm>
                  <a:off x="1130400" y="1306440"/>
                  <a:ext cx="73800" cy="50400"/>
                </a:xfrm>
                <a:custGeom>
                  <a:avLst/>
                  <a:gdLst/>
                  <a:ahLst/>
                  <a:rect l="l" t="t" r="r" b="b"/>
                  <a:pathLst>
                    <a:path w="588" h="406">
                      <a:moveTo>
                        <a:pt x="23" y="23"/>
                      </a:moveTo>
                      <a:lnTo>
                        <a:pt x="0" y="63"/>
                      </a:lnTo>
                      <a:lnTo>
                        <a:pt x="47" y="86"/>
                      </a:lnTo>
                      <a:lnTo>
                        <a:pt x="180" y="110"/>
                      </a:lnTo>
                      <a:lnTo>
                        <a:pt x="180" y="133"/>
                      </a:lnTo>
                      <a:lnTo>
                        <a:pt x="157" y="133"/>
                      </a:lnTo>
                      <a:lnTo>
                        <a:pt x="204" y="203"/>
                      </a:lnTo>
                      <a:lnTo>
                        <a:pt x="274" y="250"/>
                      </a:lnTo>
                      <a:lnTo>
                        <a:pt x="366" y="267"/>
                      </a:lnTo>
                      <a:lnTo>
                        <a:pt x="389" y="313"/>
                      </a:lnTo>
                      <a:lnTo>
                        <a:pt x="431" y="313"/>
                      </a:lnTo>
                      <a:lnTo>
                        <a:pt x="476" y="337"/>
                      </a:lnTo>
                      <a:lnTo>
                        <a:pt x="518" y="382"/>
                      </a:lnTo>
                      <a:lnTo>
                        <a:pt x="541" y="406"/>
                      </a:lnTo>
                      <a:lnTo>
                        <a:pt x="588" y="382"/>
                      </a:lnTo>
                      <a:lnTo>
                        <a:pt x="564" y="337"/>
                      </a:lnTo>
                      <a:lnTo>
                        <a:pt x="588" y="313"/>
                      </a:lnTo>
                      <a:lnTo>
                        <a:pt x="541" y="250"/>
                      </a:lnTo>
                      <a:lnTo>
                        <a:pt x="570" y="243"/>
                      </a:lnTo>
                      <a:lnTo>
                        <a:pt x="570" y="203"/>
                      </a:lnTo>
                      <a:lnTo>
                        <a:pt x="581" y="173"/>
                      </a:lnTo>
                      <a:lnTo>
                        <a:pt x="570" y="156"/>
                      </a:lnTo>
                      <a:lnTo>
                        <a:pt x="500" y="133"/>
                      </a:lnTo>
                      <a:lnTo>
                        <a:pt x="453" y="86"/>
                      </a:lnTo>
                      <a:lnTo>
                        <a:pt x="453" y="63"/>
                      </a:lnTo>
                      <a:lnTo>
                        <a:pt x="366" y="86"/>
                      </a:lnTo>
                      <a:lnTo>
                        <a:pt x="319" y="110"/>
                      </a:lnTo>
                      <a:lnTo>
                        <a:pt x="274" y="46"/>
                      </a:lnTo>
                      <a:lnTo>
                        <a:pt x="180" y="0"/>
                      </a:lnTo>
                      <a:lnTo>
                        <a:pt x="140" y="23"/>
                      </a:lnTo>
                      <a:lnTo>
                        <a:pt x="110" y="23"/>
                      </a:lnTo>
                      <a:lnTo>
                        <a:pt x="70" y="23"/>
                      </a:lnTo>
                      <a:lnTo>
                        <a:pt x="23" y="23"/>
                      </a:lnTo>
                      <a:close/>
                    </a:path>
                  </a:pathLst>
                </a:custGeom>
                <a:solidFill>
                  <a:srgbClr val="ffffff"/>
                </a:solidFill>
                <a:ln w="9360">
                  <a:solidFill>
                    <a:srgbClr val="000000"/>
                  </a:solidFill>
                  <a:round/>
                </a:ln>
              </p:spPr>
              <p:style>
                <a:lnRef idx="0"/>
                <a:fillRef idx="0"/>
                <a:effectRef idx="0"/>
                <a:fontRef idx="minor"/>
              </p:style>
              <p:txBody>
                <a:bodyPr lIns="90000" rIns="90000" tIns="3600" bIns="3600" anchor="t">
                  <a:noAutofit/>
                </a:bodyPr>
                <a:p>
                  <a:endParaRPr b="0" lang="en-US" sz="2400" spc="-1" strike="noStrike">
                    <a:solidFill>
                      <a:srgbClr val="000000"/>
                    </a:solidFill>
                    <a:latin typeface="Times New Roman"/>
                  </a:endParaRPr>
                </a:p>
              </p:txBody>
            </p:sp>
            <p:sp>
              <p:nvSpPr>
                <p:cNvPr id="8590" name=""/>
                <p:cNvSpPr/>
                <p:nvPr/>
              </p:nvSpPr>
              <p:spPr>
                <a:xfrm>
                  <a:off x="1112040" y="1284840"/>
                  <a:ext cx="53640" cy="24840"/>
                </a:xfrm>
                <a:custGeom>
                  <a:avLst/>
                  <a:gdLst/>
                  <a:ahLst/>
                  <a:rect l="l" t="t" r="r" b="b"/>
                  <a:pathLst>
                    <a:path w="425" h="204">
                      <a:moveTo>
                        <a:pt x="0" y="134"/>
                      </a:moveTo>
                      <a:lnTo>
                        <a:pt x="6" y="157"/>
                      </a:lnTo>
                      <a:lnTo>
                        <a:pt x="70" y="181"/>
                      </a:lnTo>
                      <a:lnTo>
                        <a:pt x="100" y="134"/>
                      </a:lnTo>
                      <a:lnTo>
                        <a:pt x="187" y="152"/>
                      </a:lnTo>
                      <a:lnTo>
                        <a:pt x="187" y="181"/>
                      </a:lnTo>
                      <a:lnTo>
                        <a:pt x="163" y="204"/>
                      </a:lnTo>
                      <a:lnTo>
                        <a:pt x="285" y="198"/>
                      </a:lnTo>
                      <a:lnTo>
                        <a:pt x="320" y="181"/>
                      </a:lnTo>
                      <a:lnTo>
                        <a:pt x="344" y="181"/>
                      </a:lnTo>
                      <a:lnTo>
                        <a:pt x="367" y="134"/>
                      </a:lnTo>
                      <a:lnTo>
                        <a:pt x="425" y="94"/>
                      </a:lnTo>
                      <a:lnTo>
                        <a:pt x="407" y="47"/>
                      </a:lnTo>
                      <a:lnTo>
                        <a:pt x="390" y="24"/>
                      </a:lnTo>
                      <a:lnTo>
                        <a:pt x="372" y="24"/>
                      </a:lnTo>
                      <a:lnTo>
                        <a:pt x="320" y="0"/>
                      </a:lnTo>
                      <a:lnTo>
                        <a:pt x="280" y="12"/>
                      </a:lnTo>
                      <a:lnTo>
                        <a:pt x="210" y="24"/>
                      </a:lnTo>
                      <a:lnTo>
                        <a:pt x="163" y="42"/>
                      </a:lnTo>
                      <a:lnTo>
                        <a:pt x="163" y="87"/>
                      </a:lnTo>
                      <a:lnTo>
                        <a:pt x="140" y="87"/>
                      </a:lnTo>
                      <a:lnTo>
                        <a:pt x="53" y="87"/>
                      </a:lnTo>
                      <a:lnTo>
                        <a:pt x="12" y="99"/>
                      </a:lnTo>
                      <a:lnTo>
                        <a:pt x="0" y="134"/>
                      </a:lnTo>
                      <a:close/>
                    </a:path>
                  </a:pathLst>
                </a:custGeom>
                <a:solidFill>
                  <a:srgbClr val="ffffff"/>
                </a:solidFill>
                <a:ln w="9360">
                  <a:solidFill>
                    <a:srgbClr val="000000"/>
                  </a:solidFill>
                  <a:round/>
                </a:ln>
              </p:spPr>
              <p:style>
                <a:lnRef idx="0"/>
                <a:fillRef idx="0"/>
                <a:effectRef idx="0"/>
                <a:fontRef idx="minor"/>
              </p:style>
              <p:txBody>
                <a:bodyPr lIns="90000" rIns="90000" tIns="-21960" bIns="-21960" anchor="t">
                  <a:noAutofit/>
                </a:bodyPr>
                <a:p>
                  <a:endParaRPr b="0" lang="en-US" sz="2400" spc="-1" strike="noStrike">
                    <a:solidFill>
                      <a:srgbClr val="000000"/>
                    </a:solidFill>
                    <a:latin typeface="Times New Roman"/>
                  </a:endParaRPr>
                </a:p>
              </p:txBody>
            </p:sp>
            <p:sp>
              <p:nvSpPr>
                <p:cNvPr id="8591" name=""/>
                <p:cNvSpPr/>
                <p:nvPr/>
              </p:nvSpPr>
              <p:spPr>
                <a:xfrm>
                  <a:off x="1153800" y="1292760"/>
                  <a:ext cx="47520" cy="27360"/>
                </a:xfrm>
                <a:custGeom>
                  <a:avLst/>
                  <a:gdLst/>
                  <a:ahLst/>
                  <a:rect l="l" t="t" r="r" b="b"/>
                  <a:pathLst>
                    <a:path w="372" h="227">
                      <a:moveTo>
                        <a:pt x="104" y="23"/>
                      </a:moveTo>
                      <a:lnTo>
                        <a:pt x="35" y="70"/>
                      </a:lnTo>
                      <a:lnTo>
                        <a:pt x="0" y="123"/>
                      </a:lnTo>
                      <a:lnTo>
                        <a:pt x="70" y="157"/>
                      </a:lnTo>
                      <a:lnTo>
                        <a:pt x="104" y="203"/>
                      </a:lnTo>
                      <a:lnTo>
                        <a:pt x="116" y="227"/>
                      </a:lnTo>
                      <a:lnTo>
                        <a:pt x="174" y="203"/>
                      </a:lnTo>
                      <a:lnTo>
                        <a:pt x="204" y="198"/>
                      </a:lnTo>
                      <a:lnTo>
                        <a:pt x="239" y="180"/>
                      </a:lnTo>
                      <a:lnTo>
                        <a:pt x="261" y="163"/>
                      </a:lnTo>
                      <a:lnTo>
                        <a:pt x="308" y="117"/>
                      </a:lnTo>
                      <a:lnTo>
                        <a:pt x="349" y="65"/>
                      </a:lnTo>
                      <a:lnTo>
                        <a:pt x="372" y="0"/>
                      </a:lnTo>
                      <a:lnTo>
                        <a:pt x="261" y="6"/>
                      </a:lnTo>
                      <a:lnTo>
                        <a:pt x="197" y="23"/>
                      </a:lnTo>
                      <a:lnTo>
                        <a:pt x="104" y="23"/>
                      </a:lnTo>
                      <a:close/>
                    </a:path>
                  </a:pathLst>
                </a:custGeom>
                <a:solidFill>
                  <a:srgbClr val="ffffff"/>
                </a:solidFill>
                <a:ln w="9360">
                  <a:solidFill>
                    <a:srgbClr val="000000"/>
                  </a:solidFill>
                  <a:round/>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8592" name=""/>
                <p:cNvSpPr/>
                <p:nvPr/>
              </p:nvSpPr>
              <p:spPr>
                <a:xfrm>
                  <a:off x="1107000" y="1296720"/>
                  <a:ext cx="6840" cy="4680"/>
                </a:xfrm>
                <a:custGeom>
                  <a:avLst/>
                  <a:gdLst/>
                  <a:ahLst/>
                  <a:rect l="l" t="t" r="r" b="b"/>
                  <a:pathLst>
                    <a:path w="52" h="41">
                      <a:moveTo>
                        <a:pt x="52" y="0"/>
                      </a:moveTo>
                      <a:lnTo>
                        <a:pt x="0" y="0"/>
                      </a:lnTo>
                      <a:lnTo>
                        <a:pt x="6" y="35"/>
                      </a:lnTo>
                      <a:lnTo>
                        <a:pt x="35" y="41"/>
                      </a:lnTo>
                      <a:lnTo>
                        <a:pt x="52" y="0"/>
                      </a:lnTo>
                      <a:close/>
                    </a:path>
                  </a:pathLst>
                </a:custGeom>
                <a:solidFill>
                  <a:srgbClr val="ffffff"/>
                </a:solidFill>
                <a:ln w="9360">
                  <a:solidFill>
                    <a:srgbClr val="00000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8593" name=""/>
                <p:cNvSpPr/>
                <p:nvPr/>
              </p:nvSpPr>
              <p:spPr>
                <a:xfrm>
                  <a:off x="1083600" y="1294560"/>
                  <a:ext cx="24120" cy="19800"/>
                </a:xfrm>
                <a:custGeom>
                  <a:avLst/>
                  <a:gdLst/>
                  <a:ahLst/>
                  <a:rect l="l" t="t" r="r" b="b"/>
                  <a:pathLst>
                    <a:path w="192" h="162">
                      <a:moveTo>
                        <a:pt x="181" y="23"/>
                      </a:moveTo>
                      <a:lnTo>
                        <a:pt x="99" y="0"/>
                      </a:lnTo>
                      <a:lnTo>
                        <a:pt x="47" y="29"/>
                      </a:lnTo>
                      <a:lnTo>
                        <a:pt x="0" y="75"/>
                      </a:lnTo>
                      <a:lnTo>
                        <a:pt x="24" y="145"/>
                      </a:lnTo>
                      <a:lnTo>
                        <a:pt x="70" y="162"/>
                      </a:lnTo>
                      <a:lnTo>
                        <a:pt x="117" y="145"/>
                      </a:lnTo>
                      <a:lnTo>
                        <a:pt x="122" y="99"/>
                      </a:lnTo>
                      <a:lnTo>
                        <a:pt x="140" y="99"/>
                      </a:lnTo>
                      <a:lnTo>
                        <a:pt x="164" y="87"/>
                      </a:lnTo>
                      <a:lnTo>
                        <a:pt x="181" y="75"/>
                      </a:lnTo>
                      <a:lnTo>
                        <a:pt x="192" y="52"/>
                      </a:lnTo>
                      <a:lnTo>
                        <a:pt x="181" y="23"/>
                      </a:lnTo>
                      <a:close/>
                    </a:path>
                  </a:pathLst>
                </a:custGeom>
                <a:solidFill>
                  <a:srgbClr val="ffffff"/>
                </a:solidFill>
                <a:ln w="9360">
                  <a:solidFill>
                    <a:srgbClr val="000000"/>
                  </a:solidFill>
                  <a:round/>
                </a:ln>
              </p:spPr>
              <p:style>
                <a:lnRef idx="0"/>
                <a:fillRef idx="0"/>
                <a:effectRef idx="0"/>
                <a:fontRef idx="minor"/>
              </p:style>
              <p:txBody>
                <a:bodyPr lIns="90000" rIns="90000" tIns="-27000" bIns="-27000" anchor="t">
                  <a:noAutofit/>
                </a:bodyPr>
                <a:p>
                  <a:endParaRPr b="0" lang="en-US" sz="2400" spc="-1" strike="noStrike">
                    <a:solidFill>
                      <a:srgbClr val="000000"/>
                    </a:solidFill>
                    <a:latin typeface="Times New Roman"/>
                  </a:endParaRPr>
                </a:p>
              </p:txBody>
            </p:sp>
            <p:sp>
              <p:nvSpPr>
                <p:cNvPr id="8594" name=""/>
                <p:cNvSpPr/>
                <p:nvPr/>
              </p:nvSpPr>
              <p:spPr>
                <a:xfrm>
                  <a:off x="1081800" y="1301760"/>
                  <a:ext cx="86040" cy="81000"/>
                </a:xfrm>
                <a:custGeom>
                  <a:avLst/>
                  <a:gdLst/>
                  <a:ahLst/>
                  <a:rect l="l" t="t" r="r" b="b"/>
                  <a:pathLst>
                    <a:path w="680" h="656">
                      <a:moveTo>
                        <a:pt x="53" y="93"/>
                      </a:moveTo>
                      <a:lnTo>
                        <a:pt x="41" y="128"/>
                      </a:lnTo>
                      <a:lnTo>
                        <a:pt x="18" y="140"/>
                      </a:lnTo>
                      <a:lnTo>
                        <a:pt x="6" y="175"/>
                      </a:lnTo>
                      <a:lnTo>
                        <a:pt x="0" y="203"/>
                      </a:lnTo>
                      <a:lnTo>
                        <a:pt x="0" y="255"/>
                      </a:lnTo>
                      <a:lnTo>
                        <a:pt x="30" y="238"/>
                      </a:lnTo>
                      <a:lnTo>
                        <a:pt x="65" y="220"/>
                      </a:lnTo>
                      <a:lnTo>
                        <a:pt x="122" y="203"/>
                      </a:lnTo>
                      <a:lnTo>
                        <a:pt x="180" y="180"/>
                      </a:lnTo>
                      <a:lnTo>
                        <a:pt x="274" y="203"/>
                      </a:lnTo>
                      <a:lnTo>
                        <a:pt x="297" y="250"/>
                      </a:lnTo>
                      <a:lnTo>
                        <a:pt x="297" y="290"/>
                      </a:lnTo>
                      <a:lnTo>
                        <a:pt x="431" y="429"/>
                      </a:lnTo>
                      <a:lnTo>
                        <a:pt x="494" y="441"/>
                      </a:lnTo>
                      <a:lnTo>
                        <a:pt x="564" y="499"/>
                      </a:lnTo>
                      <a:lnTo>
                        <a:pt x="588" y="563"/>
                      </a:lnTo>
                      <a:lnTo>
                        <a:pt x="558" y="610"/>
                      </a:lnTo>
                      <a:lnTo>
                        <a:pt x="564" y="656"/>
                      </a:lnTo>
                      <a:lnTo>
                        <a:pt x="628" y="575"/>
                      </a:lnTo>
                      <a:lnTo>
                        <a:pt x="605" y="511"/>
                      </a:lnTo>
                      <a:lnTo>
                        <a:pt x="611" y="453"/>
                      </a:lnTo>
                      <a:lnTo>
                        <a:pt x="651" y="499"/>
                      </a:lnTo>
                      <a:lnTo>
                        <a:pt x="680" y="523"/>
                      </a:lnTo>
                      <a:lnTo>
                        <a:pt x="680" y="476"/>
                      </a:lnTo>
                      <a:lnTo>
                        <a:pt x="611" y="407"/>
                      </a:lnTo>
                      <a:lnTo>
                        <a:pt x="588" y="407"/>
                      </a:lnTo>
                      <a:lnTo>
                        <a:pt x="564" y="360"/>
                      </a:lnTo>
                      <a:lnTo>
                        <a:pt x="524" y="342"/>
                      </a:lnTo>
                      <a:lnTo>
                        <a:pt x="477" y="314"/>
                      </a:lnTo>
                      <a:lnTo>
                        <a:pt x="424" y="279"/>
                      </a:lnTo>
                      <a:lnTo>
                        <a:pt x="384" y="227"/>
                      </a:lnTo>
                      <a:lnTo>
                        <a:pt x="361" y="180"/>
                      </a:lnTo>
                      <a:lnTo>
                        <a:pt x="361" y="157"/>
                      </a:lnTo>
                      <a:lnTo>
                        <a:pt x="361" y="110"/>
                      </a:lnTo>
                      <a:lnTo>
                        <a:pt x="384" y="110"/>
                      </a:lnTo>
                      <a:lnTo>
                        <a:pt x="407" y="70"/>
                      </a:lnTo>
                      <a:lnTo>
                        <a:pt x="431" y="47"/>
                      </a:lnTo>
                      <a:lnTo>
                        <a:pt x="431" y="23"/>
                      </a:lnTo>
                      <a:lnTo>
                        <a:pt x="337" y="0"/>
                      </a:lnTo>
                      <a:lnTo>
                        <a:pt x="314" y="47"/>
                      </a:lnTo>
                      <a:lnTo>
                        <a:pt x="250" y="23"/>
                      </a:lnTo>
                      <a:lnTo>
                        <a:pt x="227" y="0"/>
                      </a:lnTo>
                      <a:lnTo>
                        <a:pt x="180" y="41"/>
                      </a:lnTo>
                      <a:lnTo>
                        <a:pt x="140" y="47"/>
                      </a:lnTo>
                      <a:lnTo>
                        <a:pt x="134" y="87"/>
                      </a:lnTo>
                      <a:lnTo>
                        <a:pt x="100" y="110"/>
                      </a:lnTo>
                      <a:lnTo>
                        <a:pt x="70" y="110"/>
                      </a:lnTo>
                      <a:lnTo>
                        <a:pt x="53" y="93"/>
                      </a:lnTo>
                      <a:close/>
                    </a:path>
                  </a:pathLst>
                </a:custGeom>
                <a:solidFill>
                  <a:srgbClr val="ffffff"/>
                </a:solidFill>
                <a:ln w="9360">
                  <a:solidFill>
                    <a:srgbClr val="00000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8595" name=""/>
                <p:cNvSpPr/>
                <p:nvPr/>
              </p:nvSpPr>
              <p:spPr>
                <a:xfrm>
                  <a:off x="1127520" y="1379880"/>
                  <a:ext cx="20160" cy="12600"/>
                </a:xfrm>
                <a:custGeom>
                  <a:avLst/>
                  <a:gdLst/>
                  <a:ahLst/>
                  <a:rect l="l" t="t" r="r" b="b"/>
                  <a:pathLst>
                    <a:path w="163" h="105">
                      <a:moveTo>
                        <a:pt x="163" y="23"/>
                      </a:moveTo>
                      <a:lnTo>
                        <a:pt x="133" y="47"/>
                      </a:lnTo>
                      <a:lnTo>
                        <a:pt x="145" y="105"/>
                      </a:lnTo>
                      <a:lnTo>
                        <a:pt x="70" y="93"/>
                      </a:lnTo>
                      <a:lnTo>
                        <a:pt x="0" y="93"/>
                      </a:lnTo>
                      <a:lnTo>
                        <a:pt x="0" y="65"/>
                      </a:lnTo>
                      <a:lnTo>
                        <a:pt x="23" y="23"/>
                      </a:lnTo>
                      <a:lnTo>
                        <a:pt x="70" y="23"/>
                      </a:lnTo>
                      <a:lnTo>
                        <a:pt x="116" y="0"/>
                      </a:lnTo>
                      <a:lnTo>
                        <a:pt x="133" y="0"/>
                      </a:lnTo>
                      <a:lnTo>
                        <a:pt x="163" y="23"/>
                      </a:lnTo>
                      <a:close/>
                    </a:path>
                  </a:pathLst>
                </a:custGeom>
                <a:solidFill>
                  <a:srgbClr val="ffffff"/>
                </a:solidFill>
                <a:ln w="9360">
                  <a:solidFill>
                    <a:srgbClr val="00000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8596" name=""/>
                <p:cNvSpPr/>
                <p:nvPr/>
              </p:nvSpPr>
              <p:spPr>
                <a:xfrm>
                  <a:off x="1012680" y="1264320"/>
                  <a:ext cx="82800" cy="83880"/>
                </a:xfrm>
                <a:custGeom>
                  <a:avLst/>
                  <a:gdLst/>
                  <a:ahLst/>
                  <a:rect l="l" t="t" r="r" b="b"/>
                  <a:pathLst>
                    <a:path w="657" h="680">
                      <a:moveTo>
                        <a:pt x="540" y="546"/>
                      </a:moveTo>
                      <a:lnTo>
                        <a:pt x="471" y="546"/>
                      </a:lnTo>
                      <a:lnTo>
                        <a:pt x="471" y="593"/>
                      </a:lnTo>
                      <a:lnTo>
                        <a:pt x="430" y="593"/>
                      </a:lnTo>
                      <a:lnTo>
                        <a:pt x="406" y="610"/>
                      </a:lnTo>
                      <a:lnTo>
                        <a:pt x="383" y="680"/>
                      </a:lnTo>
                      <a:lnTo>
                        <a:pt x="273" y="593"/>
                      </a:lnTo>
                      <a:lnTo>
                        <a:pt x="250" y="563"/>
                      </a:lnTo>
                      <a:lnTo>
                        <a:pt x="116" y="546"/>
                      </a:lnTo>
                      <a:lnTo>
                        <a:pt x="69" y="499"/>
                      </a:lnTo>
                      <a:lnTo>
                        <a:pt x="116" y="453"/>
                      </a:lnTo>
                      <a:lnTo>
                        <a:pt x="134" y="319"/>
                      </a:lnTo>
                      <a:lnTo>
                        <a:pt x="116" y="273"/>
                      </a:lnTo>
                      <a:lnTo>
                        <a:pt x="69" y="232"/>
                      </a:lnTo>
                      <a:lnTo>
                        <a:pt x="0" y="186"/>
                      </a:lnTo>
                      <a:lnTo>
                        <a:pt x="0" y="162"/>
                      </a:lnTo>
                      <a:lnTo>
                        <a:pt x="47" y="139"/>
                      </a:lnTo>
                      <a:lnTo>
                        <a:pt x="93" y="116"/>
                      </a:lnTo>
                      <a:lnTo>
                        <a:pt x="204" y="70"/>
                      </a:lnTo>
                      <a:lnTo>
                        <a:pt x="273" y="70"/>
                      </a:lnTo>
                      <a:lnTo>
                        <a:pt x="360" y="0"/>
                      </a:lnTo>
                      <a:lnTo>
                        <a:pt x="424" y="47"/>
                      </a:lnTo>
                      <a:lnTo>
                        <a:pt x="540" y="116"/>
                      </a:lnTo>
                      <a:lnTo>
                        <a:pt x="581" y="139"/>
                      </a:lnTo>
                      <a:lnTo>
                        <a:pt x="616" y="134"/>
                      </a:lnTo>
                      <a:lnTo>
                        <a:pt x="650" y="162"/>
                      </a:lnTo>
                      <a:lnTo>
                        <a:pt x="650" y="197"/>
                      </a:lnTo>
                      <a:lnTo>
                        <a:pt x="657" y="244"/>
                      </a:lnTo>
                      <a:lnTo>
                        <a:pt x="587" y="296"/>
                      </a:lnTo>
                      <a:lnTo>
                        <a:pt x="563" y="319"/>
                      </a:lnTo>
                      <a:lnTo>
                        <a:pt x="587" y="406"/>
                      </a:lnTo>
                      <a:lnTo>
                        <a:pt x="587" y="429"/>
                      </a:lnTo>
                      <a:lnTo>
                        <a:pt x="563" y="429"/>
                      </a:lnTo>
                      <a:lnTo>
                        <a:pt x="540" y="499"/>
                      </a:lnTo>
                      <a:lnTo>
                        <a:pt x="540" y="546"/>
                      </a:lnTo>
                      <a:close/>
                    </a:path>
                  </a:pathLst>
                </a:custGeom>
                <a:solidFill>
                  <a:srgbClr val="ffffff"/>
                </a:solidFill>
                <a:ln w="9360">
                  <a:solidFill>
                    <a:srgbClr val="000000"/>
                  </a:solidFill>
                  <a:round/>
                </a:ln>
              </p:spPr>
              <p:style>
                <a:lnRef idx="0"/>
                <a:fillRef idx="0"/>
                <a:effectRef idx="0"/>
                <a:fontRef idx="minor"/>
              </p:style>
              <p:txBody>
                <a:bodyPr lIns="90000" rIns="90000" tIns="37080" bIns="37080" anchor="t">
                  <a:noAutofit/>
                </a:bodyPr>
                <a:p>
                  <a:endParaRPr b="0" lang="en-US" sz="2400" spc="-1" strike="noStrike">
                    <a:solidFill>
                      <a:srgbClr val="000000"/>
                    </a:solidFill>
                    <a:latin typeface="Times New Roman"/>
                  </a:endParaRPr>
                </a:p>
              </p:txBody>
            </p:sp>
            <p:sp>
              <p:nvSpPr>
                <p:cNvPr id="8597" name=""/>
                <p:cNvSpPr/>
                <p:nvPr/>
              </p:nvSpPr>
              <p:spPr>
                <a:xfrm>
                  <a:off x="978120" y="1322640"/>
                  <a:ext cx="82800" cy="82800"/>
                </a:xfrm>
                <a:custGeom>
                  <a:avLst/>
                  <a:gdLst/>
                  <a:ahLst/>
                  <a:rect l="l" t="t" r="r" b="b"/>
                  <a:pathLst>
                    <a:path w="656" h="673">
                      <a:moveTo>
                        <a:pt x="342" y="28"/>
                      </a:moveTo>
                      <a:lnTo>
                        <a:pt x="297" y="28"/>
                      </a:lnTo>
                      <a:lnTo>
                        <a:pt x="250" y="17"/>
                      </a:lnTo>
                      <a:lnTo>
                        <a:pt x="185" y="0"/>
                      </a:lnTo>
                      <a:lnTo>
                        <a:pt x="116" y="5"/>
                      </a:lnTo>
                      <a:lnTo>
                        <a:pt x="70" y="5"/>
                      </a:lnTo>
                      <a:lnTo>
                        <a:pt x="0" y="52"/>
                      </a:lnTo>
                      <a:lnTo>
                        <a:pt x="0" y="122"/>
                      </a:lnTo>
                      <a:lnTo>
                        <a:pt x="58" y="144"/>
                      </a:lnTo>
                      <a:lnTo>
                        <a:pt x="122" y="144"/>
                      </a:lnTo>
                      <a:lnTo>
                        <a:pt x="157" y="185"/>
                      </a:lnTo>
                      <a:lnTo>
                        <a:pt x="116" y="261"/>
                      </a:lnTo>
                      <a:lnTo>
                        <a:pt x="116" y="348"/>
                      </a:lnTo>
                      <a:lnTo>
                        <a:pt x="75" y="458"/>
                      </a:lnTo>
                      <a:lnTo>
                        <a:pt x="116" y="505"/>
                      </a:lnTo>
                      <a:lnTo>
                        <a:pt x="116" y="551"/>
                      </a:lnTo>
                      <a:lnTo>
                        <a:pt x="157" y="673"/>
                      </a:lnTo>
                      <a:lnTo>
                        <a:pt x="238" y="627"/>
                      </a:lnTo>
                      <a:lnTo>
                        <a:pt x="337" y="633"/>
                      </a:lnTo>
                      <a:lnTo>
                        <a:pt x="407" y="598"/>
                      </a:lnTo>
                      <a:lnTo>
                        <a:pt x="447" y="568"/>
                      </a:lnTo>
                      <a:lnTo>
                        <a:pt x="482" y="458"/>
                      </a:lnTo>
                      <a:lnTo>
                        <a:pt x="564" y="301"/>
                      </a:lnTo>
                      <a:lnTo>
                        <a:pt x="656" y="209"/>
                      </a:lnTo>
                      <a:lnTo>
                        <a:pt x="517" y="98"/>
                      </a:lnTo>
                      <a:lnTo>
                        <a:pt x="465" y="87"/>
                      </a:lnTo>
                      <a:lnTo>
                        <a:pt x="377" y="57"/>
                      </a:lnTo>
                      <a:lnTo>
                        <a:pt x="342" y="28"/>
                      </a:lnTo>
                      <a:close/>
                    </a:path>
                  </a:pathLst>
                </a:custGeom>
                <a:solidFill>
                  <a:srgbClr val="ffffff"/>
                </a:solidFill>
                <a:ln w="9360">
                  <a:solidFill>
                    <a:srgbClr val="000000"/>
                  </a:solidFill>
                  <a:round/>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8598" name=""/>
                <p:cNvSpPr/>
                <p:nvPr/>
              </p:nvSpPr>
              <p:spPr>
                <a:xfrm>
                  <a:off x="973080" y="1338120"/>
                  <a:ext cx="25200" cy="54360"/>
                </a:xfrm>
                <a:custGeom>
                  <a:avLst/>
                  <a:gdLst/>
                  <a:ahLst/>
                  <a:rect l="l" t="t" r="r" b="b"/>
                  <a:pathLst>
                    <a:path w="198" h="441">
                      <a:moveTo>
                        <a:pt x="41" y="0"/>
                      </a:moveTo>
                      <a:lnTo>
                        <a:pt x="59" y="110"/>
                      </a:lnTo>
                      <a:lnTo>
                        <a:pt x="24" y="202"/>
                      </a:lnTo>
                      <a:lnTo>
                        <a:pt x="0" y="266"/>
                      </a:lnTo>
                      <a:lnTo>
                        <a:pt x="24" y="336"/>
                      </a:lnTo>
                      <a:lnTo>
                        <a:pt x="0" y="429"/>
                      </a:lnTo>
                      <a:lnTo>
                        <a:pt x="104" y="441"/>
                      </a:lnTo>
                      <a:lnTo>
                        <a:pt x="157" y="429"/>
                      </a:lnTo>
                      <a:lnTo>
                        <a:pt x="157" y="383"/>
                      </a:lnTo>
                      <a:lnTo>
                        <a:pt x="116" y="342"/>
                      </a:lnTo>
                      <a:lnTo>
                        <a:pt x="157" y="220"/>
                      </a:lnTo>
                      <a:lnTo>
                        <a:pt x="157" y="156"/>
                      </a:lnTo>
                      <a:lnTo>
                        <a:pt x="181" y="110"/>
                      </a:lnTo>
                      <a:lnTo>
                        <a:pt x="198" y="63"/>
                      </a:lnTo>
                      <a:lnTo>
                        <a:pt x="157" y="17"/>
                      </a:lnTo>
                      <a:lnTo>
                        <a:pt x="111" y="17"/>
                      </a:lnTo>
                      <a:lnTo>
                        <a:pt x="41" y="0"/>
                      </a:lnTo>
                      <a:close/>
                    </a:path>
                  </a:pathLst>
                </a:custGeom>
                <a:solidFill>
                  <a:srgbClr val="ffffff"/>
                </a:solidFill>
                <a:ln w="9360">
                  <a:solidFill>
                    <a:srgbClr val="000000"/>
                  </a:solidFill>
                  <a:round/>
                </a:ln>
              </p:spPr>
              <p:style>
                <a:lnRef idx="0"/>
                <a:fillRef idx="0"/>
                <a:effectRef idx="0"/>
                <a:fontRef idx="minor"/>
              </p:style>
              <p:txBody>
                <a:bodyPr lIns="90000" rIns="90000" tIns="7560" bIns="7560" anchor="t">
                  <a:noAutofit/>
                </a:bodyPr>
                <a:p>
                  <a:endParaRPr b="0" lang="en-US" sz="2400" spc="-1" strike="noStrike">
                    <a:solidFill>
                      <a:srgbClr val="000000"/>
                    </a:solidFill>
                    <a:latin typeface="Times New Roman"/>
                  </a:endParaRPr>
                </a:p>
              </p:txBody>
            </p:sp>
            <p:sp>
              <p:nvSpPr>
                <p:cNvPr id="8599" name=""/>
                <p:cNvSpPr/>
                <p:nvPr/>
              </p:nvSpPr>
              <p:spPr>
                <a:xfrm>
                  <a:off x="1049400" y="1362960"/>
                  <a:ext cx="5760" cy="7560"/>
                </a:xfrm>
                <a:custGeom>
                  <a:avLst/>
                  <a:gdLst/>
                  <a:ahLst/>
                  <a:rect l="l" t="t" r="r" b="b"/>
                  <a:pathLst>
                    <a:path w="46" h="64">
                      <a:moveTo>
                        <a:pt x="46" y="0"/>
                      </a:moveTo>
                      <a:lnTo>
                        <a:pt x="0" y="42"/>
                      </a:lnTo>
                      <a:lnTo>
                        <a:pt x="46" y="64"/>
                      </a:lnTo>
                      <a:lnTo>
                        <a:pt x="46" y="24"/>
                      </a:lnTo>
                      <a:lnTo>
                        <a:pt x="46" y="0"/>
                      </a:lnTo>
                      <a:close/>
                    </a:path>
                  </a:pathLst>
                </a:custGeom>
                <a:solidFill>
                  <a:srgbClr val="ffffff"/>
                </a:solidFill>
                <a:ln w="9360">
                  <a:solidFill>
                    <a:srgbClr val="000000"/>
                  </a:solidFill>
                  <a:round/>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600" name=""/>
                <p:cNvSpPr/>
                <p:nvPr/>
              </p:nvSpPr>
              <p:spPr>
                <a:xfrm>
                  <a:off x="1095120" y="1340280"/>
                  <a:ext cx="11880" cy="10800"/>
                </a:xfrm>
                <a:custGeom>
                  <a:avLst/>
                  <a:gdLst/>
                  <a:ahLst/>
                  <a:rect l="l" t="t" r="r" b="b"/>
                  <a:pathLst>
                    <a:path w="94" h="93">
                      <a:moveTo>
                        <a:pt x="70" y="0"/>
                      </a:moveTo>
                      <a:lnTo>
                        <a:pt x="0" y="46"/>
                      </a:lnTo>
                      <a:lnTo>
                        <a:pt x="47" y="70"/>
                      </a:lnTo>
                      <a:lnTo>
                        <a:pt x="47" y="93"/>
                      </a:lnTo>
                      <a:lnTo>
                        <a:pt x="94" y="93"/>
                      </a:lnTo>
                      <a:lnTo>
                        <a:pt x="94" y="28"/>
                      </a:lnTo>
                      <a:lnTo>
                        <a:pt x="94" y="0"/>
                      </a:lnTo>
                      <a:lnTo>
                        <a:pt x="70" y="0"/>
                      </a:lnTo>
                      <a:close/>
                    </a:path>
                  </a:pathLst>
                </a:custGeom>
                <a:solidFill>
                  <a:srgbClr val="ffffff"/>
                </a:solidFill>
                <a:ln w="9360">
                  <a:solidFill>
                    <a:srgbClr val="000000"/>
                  </a:solidFill>
                  <a:round/>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8601" name=""/>
                <p:cNvSpPr/>
                <p:nvPr/>
              </p:nvSpPr>
              <p:spPr>
                <a:xfrm>
                  <a:off x="1089720" y="1353960"/>
                  <a:ext cx="16920" cy="22320"/>
                </a:xfrm>
                <a:custGeom>
                  <a:avLst/>
                  <a:gdLst/>
                  <a:ahLst/>
                  <a:rect l="l" t="t" r="r" b="b"/>
                  <a:pathLst>
                    <a:path w="134" h="181">
                      <a:moveTo>
                        <a:pt x="93" y="35"/>
                      </a:moveTo>
                      <a:lnTo>
                        <a:pt x="47" y="35"/>
                      </a:lnTo>
                      <a:lnTo>
                        <a:pt x="0" y="112"/>
                      </a:lnTo>
                      <a:lnTo>
                        <a:pt x="0" y="157"/>
                      </a:lnTo>
                      <a:lnTo>
                        <a:pt x="23" y="157"/>
                      </a:lnTo>
                      <a:lnTo>
                        <a:pt x="82" y="181"/>
                      </a:lnTo>
                      <a:lnTo>
                        <a:pt x="110" y="112"/>
                      </a:lnTo>
                      <a:lnTo>
                        <a:pt x="87" y="112"/>
                      </a:lnTo>
                      <a:lnTo>
                        <a:pt x="134" y="24"/>
                      </a:lnTo>
                      <a:lnTo>
                        <a:pt x="134" y="0"/>
                      </a:lnTo>
                      <a:lnTo>
                        <a:pt x="93" y="35"/>
                      </a:lnTo>
                      <a:close/>
                    </a:path>
                  </a:pathLst>
                </a:custGeom>
                <a:solidFill>
                  <a:srgbClr val="ffffff"/>
                </a:solidFill>
                <a:ln w="9360">
                  <a:solidFill>
                    <a:srgbClr val="000000"/>
                  </a:solidFill>
                  <a:round/>
                </a:ln>
              </p:spPr>
              <p:style>
                <a:lnRef idx="0"/>
                <a:fillRef idx="0"/>
                <a:effectRef idx="0"/>
                <a:fontRef idx="minor"/>
              </p:style>
              <p:txBody>
                <a:bodyPr lIns="90000" rIns="90000" tIns="-24480" bIns="-24480" anchor="t">
                  <a:noAutofit/>
                </a:bodyPr>
                <a:p>
                  <a:endParaRPr b="0" lang="en-US" sz="2400" spc="-1" strike="noStrike">
                    <a:solidFill>
                      <a:srgbClr val="000000"/>
                    </a:solidFill>
                    <a:latin typeface="Times New Roman"/>
                  </a:endParaRPr>
                </a:p>
              </p:txBody>
            </p:sp>
            <p:sp>
              <p:nvSpPr>
                <p:cNvPr id="8602" name=""/>
                <p:cNvSpPr/>
                <p:nvPr/>
              </p:nvSpPr>
              <p:spPr>
                <a:xfrm>
                  <a:off x="1081800" y="1274040"/>
                  <a:ext cx="7920" cy="7560"/>
                </a:xfrm>
                <a:custGeom>
                  <a:avLst/>
                  <a:gdLst/>
                  <a:ahLst/>
                  <a:rect l="l" t="t" r="r" b="b"/>
                  <a:pathLst>
                    <a:path w="70" h="64">
                      <a:moveTo>
                        <a:pt x="53" y="0"/>
                      </a:moveTo>
                      <a:lnTo>
                        <a:pt x="23" y="17"/>
                      </a:lnTo>
                      <a:lnTo>
                        <a:pt x="0" y="35"/>
                      </a:lnTo>
                      <a:lnTo>
                        <a:pt x="47" y="64"/>
                      </a:lnTo>
                      <a:lnTo>
                        <a:pt x="70" y="59"/>
                      </a:lnTo>
                      <a:lnTo>
                        <a:pt x="70" y="17"/>
                      </a:lnTo>
                      <a:lnTo>
                        <a:pt x="53" y="0"/>
                      </a:lnTo>
                      <a:close/>
                    </a:path>
                  </a:pathLst>
                </a:custGeom>
                <a:solidFill>
                  <a:srgbClr val="ffffff"/>
                </a:solidFill>
                <a:ln w="9360">
                  <a:solidFill>
                    <a:srgbClr val="000000"/>
                  </a:solidFill>
                  <a:round/>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603" name=""/>
                <p:cNvSpPr/>
                <p:nvPr/>
              </p:nvSpPr>
              <p:spPr>
                <a:xfrm>
                  <a:off x="1086840" y="1231560"/>
                  <a:ext cx="60480" cy="66240"/>
                </a:xfrm>
                <a:custGeom>
                  <a:avLst/>
                  <a:gdLst/>
                  <a:ahLst/>
                  <a:rect l="l" t="t" r="r" b="b"/>
                  <a:pathLst>
                    <a:path w="477" h="534">
                      <a:moveTo>
                        <a:pt x="0" y="267"/>
                      </a:moveTo>
                      <a:lnTo>
                        <a:pt x="0" y="314"/>
                      </a:lnTo>
                      <a:lnTo>
                        <a:pt x="23" y="359"/>
                      </a:lnTo>
                      <a:lnTo>
                        <a:pt x="23" y="383"/>
                      </a:lnTo>
                      <a:lnTo>
                        <a:pt x="63" y="429"/>
                      </a:lnTo>
                      <a:lnTo>
                        <a:pt x="63" y="499"/>
                      </a:lnTo>
                      <a:lnTo>
                        <a:pt x="87" y="516"/>
                      </a:lnTo>
                      <a:lnTo>
                        <a:pt x="140" y="534"/>
                      </a:lnTo>
                      <a:lnTo>
                        <a:pt x="197" y="528"/>
                      </a:lnTo>
                      <a:lnTo>
                        <a:pt x="250" y="516"/>
                      </a:lnTo>
                      <a:lnTo>
                        <a:pt x="297" y="516"/>
                      </a:lnTo>
                      <a:lnTo>
                        <a:pt x="360" y="516"/>
                      </a:lnTo>
                      <a:lnTo>
                        <a:pt x="372" y="476"/>
                      </a:lnTo>
                      <a:lnTo>
                        <a:pt x="407" y="459"/>
                      </a:lnTo>
                      <a:lnTo>
                        <a:pt x="407" y="406"/>
                      </a:lnTo>
                      <a:lnTo>
                        <a:pt x="360" y="359"/>
                      </a:lnTo>
                      <a:lnTo>
                        <a:pt x="384" y="337"/>
                      </a:lnTo>
                      <a:lnTo>
                        <a:pt x="454" y="279"/>
                      </a:lnTo>
                      <a:lnTo>
                        <a:pt x="477" y="261"/>
                      </a:lnTo>
                      <a:lnTo>
                        <a:pt x="477" y="180"/>
                      </a:lnTo>
                      <a:lnTo>
                        <a:pt x="430" y="157"/>
                      </a:lnTo>
                      <a:lnTo>
                        <a:pt x="447" y="87"/>
                      </a:lnTo>
                      <a:lnTo>
                        <a:pt x="447" y="46"/>
                      </a:lnTo>
                      <a:lnTo>
                        <a:pt x="360" y="23"/>
                      </a:lnTo>
                      <a:lnTo>
                        <a:pt x="267" y="23"/>
                      </a:lnTo>
                      <a:lnTo>
                        <a:pt x="209" y="0"/>
                      </a:lnTo>
                      <a:lnTo>
                        <a:pt x="157" y="0"/>
                      </a:lnTo>
                      <a:lnTo>
                        <a:pt x="157" y="46"/>
                      </a:lnTo>
                      <a:lnTo>
                        <a:pt x="110" y="63"/>
                      </a:lnTo>
                      <a:lnTo>
                        <a:pt x="63" y="87"/>
                      </a:lnTo>
                      <a:lnTo>
                        <a:pt x="93" y="133"/>
                      </a:lnTo>
                      <a:lnTo>
                        <a:pt x="46" y="180"/>
                      </a:lnTo>
                      <a:lnTo>
                        <a:pt x="63" y="220"/>
                      </a:lnTo>
                      <a:lnTo>
                        <a:pt x="63" y="249"/>
                      </a:lnTo>
                      <a:lnTo>
                        <a:pt x="46" y="249"/>
                      </a:lnTo>
                      <a:lnTo>
                        <a:pt x="0" y="267"/>
                      </a:lnTo>
                      <a:close/>
                    </a:path>
                  </a:pathLst>
                </a:custGeom>
                <a:solidFill>
                  <a:srgbClr val="ffffff"/>
                </a:solidFill>
                <a:ln w="9360">
                  <a:solidFill>
                    <a:srgbClr val="000000"/>
                  </a:solidFill>
                  <a:round/>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8604" name=""/>
                <p:cNvSpPr/>
                <p:nvPr/>
              </p:nvSpPr>
              <p:spPr>
                <a:xfrm>
                  <a:off x="1058400" y="1259280"/>
                  <a:ext cx="29160" cy="18360"/>
                </a:xfrm>
                <a:custGeom>
                  <a:avLst/>
                  <a:gdLst/>
                  <a:ahLst/>
                  <a:rect l="l" t="t" r="r" b="b"/>
                  <a:pathLst>
                    <a:path w="233" h="157">
                      <a:moveTo>
                        <a:pt x="140" y="0"/>
                      </a:moveTo>
                      <a:lnTo>
                        <a:pt x="227" y="76"/>
                      </a:lnTo>
                      <a:lnTo>
                        <a:pt x="227" y="94"/>
                      </a:lnTo>
                      <a:lnTo>
                        <a:pt x="233" y="117"/>
                      </a:lnTo>
                      <a:lnTo>
                        <a:pt x="203" y="139"/>
                      </a:lnTo>
                      <a:lnTo>
                        <a:pt x="168" y="157"/>
                      </a:lnTo>
                      <a:lnTo>
                        <a:pt x="23" y="76"/>
                      </a:lnTo>
                      <a:lnTo>
                        <a:pt x="0" y="47"/>
                      </a:lnTo>
                      <a:lnTo>
                        <a:pt x="46" y="29"/>
                      </a:lnTo>
                      <a:lnTo>
                        <a:pt x="70" y="29"/>
                      </a:lnTo>
                      <a:lnTo>
                        <a:pt x="93" y="0"/>
                      </a:lnTo>
                      <a:lnTo>
                        <a:pt x="140" y="0"/>
                      </a:lnTo>
                      <a:close/>
                    </a:path>
                  </a:pathLst>
                </a:custGeom>
                <a:solidFill>
                  <a:srgbClr val="ffffff"/>
                </a:solidFill>
                <a:ln w="9360">
                  <a:solidFill>
                    <a:srgbClr val="000000"/>
                  </a:solidFill>
                  <a:round/>
                </a:ln>
              </p:spPr>
              <p:style>
                <a:lnRef idx="0"/>
                <a:fillRef idx="0"/>
                <a:effectRef idx="0"/>
                <a:fontRef idx="minor"/>
              </p:style>
              <p:txBody>
                <a:bodyPr lIns="90000" rIns="90000" tIns="-28440" bIns="-28440" anchor="t">
                  <a:noAutofit/>
                </a:bodyPr>
                <a:p>
                  <a:endParaRPr b="0" lang="en-US" sz="2400" spc="-1" strike="noStrike">
                    <a:solidFill>
                      <a:srgbClr val="000000"/>
                    </a:solidFill>
                    <a:latin typeface="Times New Roman"/>
                  </a:endParaRPr>
                </a:p>
              </p:txBody>
            </p:sp>
            <p:sp>
              <p:nvSpPr>
                <p:cNvPr id="8605" name=""/>
                <p:cNvSpPr/>
                <p:nvPr/>
              </p:nvSpPr>
              <p:spPr>
                <a:xfrm>
                  <a:off x="1072800" y="1240200"/>
                  <a:ext cx="26280" cy="27360"/>
                </a:xfrm>
                <a:custGeom>
                  <a:avLst/>
                  <a:gdLst/>
                  <a:ahLst/>
                  <a:rect l="l" t="t" r="r" b="b"/>
                  <a:pathLst>
                    <a:path w="209" h="226">
                      <a:moveTo>
                        <a:pt x="0" y="150"/>
                      </a:moveTo>
                      <a:lnTo>
                        <a:pt x="46" y="179"/>
                      </a:lnTo>
                      <a:lnTo>
                        <a:pt x="116" y="226"/>
                      </a:lnTo>
                      <a:lnTo>
                        <a:pt x="122" y="197"/>
                      </a:lnTo>
                      <a:lnTo>
                        <a:pt x="157" y="185"/>
                      </a:lnTo>
                      <a:lnTo>
                        <a:pt x="179" y="179"/>
                      </a:lnTo>
                      <a:lnTo>
                        <a:pt x="186" y="150"/>
                      </a:lnTo>
                      <a:lnTo>
                        <a:pt x="162" y="110"/>
                      </a:lnTo>
                      <a:lnTo>
                        <a:pt x="209" y="63"/>
                      </a:lnTo>
                      <a:lnTo>
                        <a:pt x="209" y="40"/>
                      </a:lnTo>
                      <a:lnTo>
                        <a:pt x="191" y="23"/>
                      </a:lnTo>
                      <a:lnTo>
                        <a:pt x="209" y="0"/>
                      </a:lnTo>
                      <a:lnTo>
                        <a:pt x="92" y="40"/>
                      </a:lnTo>
                      <a:lnTo>
                        <a:pt x="92" y="87"/>
                      </a:lnTo>
                      <a:lnTo>
                        <a:pt x="46" y="110"/>
                      </a:lnTo>
                      <a:lnTo>
                        <a:pt x="5" y="115"/>
                      </a:lnTo>
                      <a:lnTo>
                        <a:pt x="0" y="150"/>
                      </a:lnTo>
                      <a:close/>
                    </a:path>
                  </a:pathLst>
                </a:custGeom>
                <a:solidFill>
                  <a:srgbClr val="ffffff"/>
                </a:solidFill>
                <a:ln w="9360">
                  <a:solidFill>
                    <a:srgbClr val="000000"/>
                  </a:solidFill>
                  <a:round/>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8606" name=""/>
                <p:cNvSpPr/>
                <p:nvPr/>
              </p:nvSpPr>
              <p:spPr>
                <a:xfrm>
                  <a:off x="1107000" y="1197720"/>
                  <a:ext cx="14040" cy="34560"/>
                </a:xfrm>
                <a:custGeom>
                  <a:avLst/>
                  <a:gdLst/>
                  <a:ahLst/>
                  <a:rect l="l" t="t" r="r" b="b"/>
                  <a:pathLst>
                    <a:path w="110" h="279">
                      <a:moveTo>
                        <a:pt x="0" y="274"/>
                      </a:moveTo>
                      <a:lnTo>
                        <a:pt x="0" y="204"/>
                      </a:lnTo>
                      <a:lnTo>
                        <a:pt x="23" y="117"/>
                      </a:lnTo>
                      <a:lnTo>
                        <a:pt x="0" y="70"/>
                      </a:lnTo>
                      <a:lnTo>
                        <a:pt x="46" y="0"/>
                      </a:lnTo>
                      <a:lnTo>
                        <a:pt x="93" y="70"/>
                      </a:lnTo>
                      <a:lnTo>
                        <a:pt x="110" y="117"/>
                      </a:lnTo>
                      <a:lnTo>
                        <a:pt x="70" y="187"/>
                      </a:lnTo>
                      <a:lnTo>
                        <a:pt x="70" y="250"/>
                      </a:lnTo>
                      <a:lnTo>
                        <a:pt x="93" y="279"/>
                      </a:lnTo>
                      <a:lnTo>
                        <a:pt x="40" y="274"/>
                      </a:lnTo>
                      <a:lnTo>
                        <a:pt x="0" y="274"/>
                      </a:lnTo>
                      <a:close/>
                    </a:path>
                  </a:pathLst>
                </a:custGeom>
                <a:solidFill>
                  <a:srgbClr val="ffffff"/>
                </a:solidFill>
                <a:ln w="9360">
                  <a:solidFill>
                    <a:srgbClr val="000000"/>
                  </a:solidFill>
                  <a:round/>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8607" name=""/>
                <p:cNvSpPr/>
                <p:nvPr/>
              </p:nvSpPr>
              <p:spPr>
                <a:xfrm>
                  <a:off x="1235160" y="910800"/>
                  <a:ext cx="987120" cy="504360"/>
                </a:xfrm>
                <a:custGeom>
                  <a:avLst/>
                  <a:gdLst/>
                  <a:ahLst/>
                  <a:rect l="l" t="t" r="r" b="b"/>
                  <a:pathLst>
                    <a:path w="7782" h="4078">
                      <a:moveTo>
                        <a:pt x="146" y="1887"/>
                      </a:moveTo>
                      <a:lnTo>
                        <a:pt x="116" y="1981"/>
                      </a:lnTo>
                      <a:lnTo>
                        <a:pt x="29" y="2004"/>
                      </a:lnTo>
                      <a:lnTo>
                        <a:pt x="46" y="2044"/>
                      </a:lnTo>
                      <a:lnTo>
                        <a:pt x="87" y="2114"/>
                      </a:lnTo>
                      <a:lnTo>
                        <a:pt x="58" y="2138"/>
                      </a:lnTo>
                      <a:lnTo>
                        <a:pt x="41" y="2155"/>
                      </a:lnTo>
                      <a:lnTo>
                        <a:pt x="0" y="2183"/>
                      </a:lnTo>
                      <a:lnTo>
                        <a:pt x="46" y="2288"/>
                      </a:lnTo>
                      <a:lnTo>
                        <a:pt x="0" y="2410"/>
                      </a:lnTo>
                      <a:lnTo>
                        <a:pt x="34" y="2434"/>
                      </a:lnTo>
                      <a:lnTo>
                        <a:pt x="146" y="2486"/>
                      </a:lnTo>
                      <a:lnTo>
                        <a:pt x="215" y="2497"/>
                      </a:lnTo>
                      <a:lnTo>
                        <a:pt x="238" y="2544"/>
                      </a:lnTo>
                      <a:lnTo>
                        <a:pt x="285" y="2562"/>
                      </a:lnTo>
                      <a:lnTo>
                        <a:pt x="308" y="2631"/>
                      </a:lnTo>
                      <a:lnTo>
                        <a:pt x="273" y="2724"/>
                      </a:lnTo>
                      <a:lnTo>
                        <a:pt x="285" y="2771"/>
                      </a:lnTo>
                      <a:lnTo>
                        <a:pt x="407" y="2776"/>
                      </a:lnTo>
                      <a:lnTo>
                        <a:pt x="448" y="2840"/>
                      </a:lnTo>
                      <a:lnTo>
                        <a:pt x="494" y="2881"/>
                      </a:lnTo>
                      <a:lnTo>
                        <a:pt x="558" y="2881"/>
                      </a:lnTo>
                      <a:lnTo>
                        <a:pt x="605" y="2974"/>
                      </a:lnTo>
                      <a:lnTo>
                        <a:pt x="610" y="3027"/>
                      </a:lnTo>
                      <a:lnTo>
                        <a:pt x="622" y="3090"/>
                      </a:lnTo>
                      <a:lnTo>
                        <a:pt x="570" y="3107"/>
                      </a:lnTo>
                      <a:lnTo>
                        <a:pt x="587" y="3125"/>
                      </a:lnTo>
                      <a:lnTo>
                        <a:pt x="547" y="3149"/>
                      </a:lnTo>
                      <a:lnTo>
                        <a:pt x="622" y="3177"/>
                      </a:lnTo>
                      <a:lnTo>
                        <a:pt x="622" y="3224"/>
                      </a:lnTo>
                      <a:lnTo>
                        <a:pt x="605" y="3311"/>
                      </a:lnTo>
                      <a:lnTo>
                        <a:pt x="622" y="3381"/>
                      </a:lnTo>
                      <a:lnTo>
                        <a:pt x="692" y="3427"/>
                      </a:lnTo>
                      <a:lnTo>
                        <a:pt x="784" y="3473"/>
                      </a:lnTo>
                      <a:lnTo>
                        <a:pt x="831" y="3561"/>
                      </a:lnTo>
                      <a:lnTo>
                        <a:pt x="831" y="3583"/>
                      </a:lnTo>
                      <a:lnTo>
                        <a:pt x="918" y="3607"/>
                      </a:lnTo>
                      <a:lnTo>
                        <a:pt x="976" y="3729"/>
                      </a:lnTo>
                      <a:lnTo>
                        <a:pt x="1006" y="3752"/>
                      </a:lnTo>
                      <a:lnTo>
                        <a:pt x="1035" y="3752"/>
                      </a:lnTo>
                      <a:lnTo>
                        <a:pt x="1087" y="3845"/>
                      </a:lnTo>
                      <a:lnTo>
                        <a:pt x="1220" y="3787"/>
                      </a:lnTo>
                      <a:lnTo>
                        <a:pt x="1244" y="3810"/>
                      </a:lnTo>
                      <a:lnTo>
                        <a:pt x="1308" y="3700"/>
                      </a:lnTo>
                      <a:lnTo>
                        <a:pt x="1238" y="3653"/>
                      </a:lnTo>
                      <a:lnTo>
                        <a:pt x="1105" y="3404"/>
                      </a:lnTo>
                      <a:lnTo>
                        <a:pt x="1105" y="3381"/>
                      </a:lnTo>
                      <a:lnTo>
                        <a:pt x="1145" y="3247"/>
                      </a:lnTo>
                      <a:lnTo>
                        <a:pt x="1215" y="3247"/>
                      </a:lnTo>
                      <a:lnTo>
                        <a:pt x="1285" y="3247"/>
                      </a:lnTo>
                      <a:lnTo>
                        <a:pt x="1395" y="3177"/>
                      </a:lnTo>
                      <a:lnTo>
                        <a:pt x="1465" y="3247"/>
                      </a:lnTo>
                      <a:lnTo>
                        <a:pt x="1442" y="3311"/>
                      </a:lnTo>
                      <a:lnTo>
                        <a:pt x="1372" y="3311"/>
                      </a:lnTo>
                      <a:lnTo>
                        <a:pt x="1349" y="3381"/>
                      </a:lnTo>
                      <a:lnTo>
                        <a:pt x="1349" y="3473"/>
                      </a:lnTo>
                      <a:lnTo>
                        <a:pt x="1581" y="3630"/>
                      </a:lnTo>
                      <a:lnTo>
                        <a:pt x="1557" y="3677"/>
                      </a:lnTo>
                      <a:lnTo>
                        <a:pt x="1487" y="3677"/>
                      </a:lnTo>
                      <a:lnTo>
                        <a:pt x="1557" y="3787"/>
                      </a:lnTo>
                      <a:lnTo>
                        <a:pt x="1552" y="3904"/>
                      </a:lnTo>
                      <a:lnTo>
                        <a:pt x="1616" y="3874"/>
                      </a:lnTo>
                      <a:lnTo>
                        <a:pt x="1761" y="3880"/>
                      </a:lnTo>
                      <a:lnTo>
                        <a:pt x="1871" y="3904"/>
                      </a:lnTo>
                      <a:lnTo>
                        <a:pt x="1935" y="3962"/>
                      </a:lnTo>
                      <a:lnTo>
                        <a:pt x="1970" y="4043"/>
                      </a:lnTo>
                      <a:lnTo>
                        <a:pt x="2028" y="4078"/>
                      </a:lnTo>
                      <a:lnTo>
                        <a:pt x="2115" y="4031"/>
                      </a:lnTo>
                      <a:lnTo>
                        <a:pt x="2174" y="3974"/>
                      </a:lnTo>
                      <a:lnTo>
                        <a:pt x="2284" y="3904"/>
                      </a:lnTo>
                      <a:lnTo>
                        <a:pt x="2394" y="3927"/>
                      </a:lnTo>
                      <a:lnTo>
                        <a:pt x="2499" y="3880"/>
                      </a:lnTo>
                      <a:lnTo>
                        <a:pt x="2540" y="3921"/>
                      </a:lnTo>
                      <a:lnTo>
                        <a:pt x="2720" y="3880"/>
                      </a:lnTo>
                      <a:lnTo>
                        <a:pt x="2668" y="3764"/>
                      </a:lnTo>
                      <a:lnTo>
                        <a:pt x="2790" y="3677"/>
                      </a:lnTo>
                      <a:lnTo>
                        <a:pt x="2865" y="3677"/>
                      </a:lnTo>
                      <a:lnTo>
                        <a:pt x="3017" y="3508"/>
                      </a:lnTo>
                      <a:lnTo>
                        <a:pt x="2987" y="3357"/>
                      </a:lnTo>
                      <a:lnTo>
                        <a:pt x="3086" y="3329"/>
                      </a:lnTo>
                      <a:lnTo>
                        <a:pt x="3057" y="3264"/>
                      </a:lnTo>
                      <a:lnTo>
                        <a:pt x="3115" y="3184"/>
                      </a:lnTo>
                      <a:lnTo>
                        <a:pt x="3266" y="3114"/>
                      </a:lnTo>
                      <a:lnTo>
                        <a:pt x="3289" y="3015"/>
                      </a:lnTo>
                      <a:lnTo>
                        <a:pt x="3366" y="2968"/>
                      </a:lnTo>
                      <a:lnTo>
                        <a:pt x="3545" y="2852"/>
                      </a:lnTo>
                      <a:lnTo>
                        <a:pt x="3610" y="2846"/>
                      </a:lnTo>
                      <a:lnTo>
                        <a:pt x="3732" y="2922"/>
                      </a:lnTo>
                      <a:lnTo>
                        <a:pt x="3824" y="2893"/>
                      </a:lnTo>
                      <a:lnTo>
                        <a:pt x="3912" y="2748"/>
                      </a:lnTo>
                      <a:lnTo>
                        <a:pt x="3987" y="2741"/>
                      </a:lnTo>
                      <a:lnTo>
                        <a:pt x="4034" y="2806"/>
                      </a:lnTo>
                      <a:lnTo>
                        <a:pt x="4091" y="2881"/>
                      </a:lnTo>
                      <a:lnTo>
                        <a:pt x="4156" y="2875"/>
                      </a:lnTo>
                      <a:lnTo>
                        <a:pt x="4278" y="2823"/>
                      </a:lnTo>
                      <a:lnTo>
                        <a:pt x="4393" y="2905"/>
                      </a:lnTo>
                      <a:lnTo>
                        <a:pt x="4620" y="2881"/>
                      </a:lnTo>
                      <a:lnTo>
                        <a:pt x="4690" y="2794"/>
                      </a:lnTo>
                      <a:lnTo>
                        <a:pt x="4784" y="2840"/>
                      </a:lnTo>
                      <a:lnTo>
                        <a:pt x="4871" y="2840"/>
                      </a:lnTo>
                      <a:lnTo>
                        <a:pt x="4986" y="2765"/>
                      </a:lnTo>
                      <a:lnTo>
                        <a:pt x="4986" y="2631"/>
                      </a:lnTo>
                      <a:lnTo>
                        <a:pt x="5010" y="2562"/>
                      </a:lnTo>
                      <a:lnTo>
                        <a:pt x="4951" y="2544"/>
                      </a:lnTo>
                      <a:lnTo>
                        <a:pt x="5045" y="2497"/>
                      </a:lnTo>
                      <a:lnTo>
                        <a:pt x="5190" y="2457"/>
                      </a:lnTo>
                      <a:lnTo>
                        <a:pt x="5283" y="2515"/>
                      </a:lnTo>
                      <a:lnTo>
                        <a:pt x="5307" y="2654"/>
                      </a:lnTo>
                      <a:lnTo>
                        <a:pt x="5440" y="2811"/>
                      </a:lnTo>
                      <a:lnTo>
                        <a:pt x="5568" y="2818"/>
                      </a:lnTo>
                      <a:lnTo>
                        <a:pt x="5603" y="2846"/>
                      </a:lnTo>
                      <a:lnTo>
                        <a:pt x="5621" y="2905"/>
                      </a:lnTo>
                      <a:lnTo>
                        <a:pt x="5736" y="2945"/>
                      </a:lnTo>
                      <a:lnTo>
                        <a:pt x="5853" y="2881"/>
                      </a:lnTo>
                      <a:lnTo>
                        <a:pt x="5888" y="2985"/>
                      </a:lnTo>
                      <a:lnTo>
                        <a:pt x="5823" y="3172"/>
                      </a:lnTo>
                      <a:lnTo>
                        <a:pt x="5754" y="3154"/>
                      </a:lnTo>
                      <a:lnTo>
                        <a:pt x="5731" y="3247"/>
                      </a:lnTo>
                      <a:lnTo>
                        <a:pt x="5829" y="3334"/>
                      </a:lnTo>
                      <a:lnTo>
                        <a:pt x="5853" y="3404"/>
                      </a:lnTo>
                      <a:lnTo>
                        <a:pt x="5916" y="3357"/>
                      </a:lnTo>
                      <a:lnTo>
                        <a:pt x="6097" y="3107"/>
                      </a:lnTo>
                      <a:lnTo>
                        <a:pt x="6143" y="2474"/>
                      </a:lnTo>
                      <a:lnTo>
                        <a:pt x="6080" y="2451"/>
                      </a:lnTo>
                      <a:lnTo>
                        <a:pt x="6080" y="2312"/>
                      </a:lnTo>
                      <a:lnTo>
                        <a:pt x="5986" y="2271"/>
                      </a:lnTo>
                      <a:lnTo>
                        <a:pt x="5829" y="2340"/>
                      </a:lnTo>
                      <a:lnTo>
                        <a:pt x="5806" y="2225"/>
                      </a:lnTo>
                      <a:lnTo>
                        <a:pt x="5713" y="2201"/>
                      </a:lnTo>
                      <a:lnTo>
                        <a:pt x="5829" y="1929"/>
                      </a:lnTo>
                      <a:lnTo>
                        <a:pt x="5829" y="1749"/>
                      </a:lnTo>
                      <a:lnTo>
                        <a:pt x="5893" y="1679"/>
                      </a:lnTo>
                      <a:lnTo>
                        <a:pt x="6097" y="1632"/>
                      </a:lnTo>
                      <a:lnTo>
                        <a:pt x="6190" y="1562"/>
                      </a:lnTo>
                      <a:lnTo>
                        <a:pt x="6329" y="1545"/>
                      </a:lnTo>
                      <a:lnTo>
                        <a:pt x="6306" y="1632"/>
                      </a:lnTo>
                      <a:lnTo>
                        <a:pt x="6416" y="1592"/>
                      </a:lnTo>
                      <a:lnTo>
                        <a:pt x="6486" y="1516"/>
                      </a:lnTo>
                      <a:lnTo>
                        <a:pt x="6439" y="1475"/>
                      </a:lnTo>
                      <a:lnTo>
                        <a:pt x="6486" y="1249"/>
                      </a:lnTo>
                      <a:lnTo>
                        <a:pt x="6579" y="1202"/>
                      </a:lnTo>
                      <a:lnTo>
                        <a:pt x="6620" y="1266"/>
                      </a:lnTo>
                      <a:lnTo>
                        <a:pt x="6643" y="1266"/>
                      </a:lnTo>
                      <a:lnTo>
                        <a:pt x="6713" y="1062"/>
                      </a:lnTo>
                      <a:lnTo>
                        <a:pt x="6736" y="1062"/>
                      </a:lnTo>
                      <a:lnTo>
                        <a:pt x="6783" y="1226"/>
                      </a:lnTo>
                      <a:lnTo>
                        <a:pt x="6806" y="1266"/>
                      </a:lnTo>
                      <a:lnTo>
                        <a:pt x="6760" y="1383"/>
                      </a:lnTo>
                      <a:lnTo>
                        <a:pt x="6713" y="1609"/>
                      </a:lnTo>
                      <a:lnTo>
                        <a:pt x="6666" y="1725"/>
                      </a:lnTo>
                      <a:lnTo>
                        <a:pt x="6666" y="1929"/>
                      </a:lnTo>
                      <a:lnTo>
                        <a:pt x="6783" y="2248"/>
                      </a:lnTo>
                      <a:lnTo>
                        <a:pt x="6870" y="2312"/>
                      </a:lnTo>
                      <a:lnTo>
                        <a:pt x="6940" y="2474"/>
                      </a:lnTo>
                      <a:lnTo>
                        <a:pt x="7009" y="2312"/>
                      </a:lnTo>
                      <a:lnTo>
                        <a:pt x="7009" y="2201"/>
                      </a:lnTo>
                      <a:lnTo>
                        <a:pt x="7056" y="2178"/>
                      </a:lnTo>
                      <a:lnTo>
                        <a:pt x="7032" y="2091"/>
                      </a:lnTo>
                      <a:lnTo>
                        <a:pt x="7056" y="2021"/>
                      </a:lnTo>
                      <a:lnTo>
                        <a:pt x="6986" y="1887"/>
                      </a:lnTo>
                      <a:lnTo>
                        <a:pt x="7009" y="1795"/>
                      </a:lnTo>
                      <a:lnTo>
                        <a:pt x="6986" y="1632"/>
                      </a:lnTo>
                      <a:lnTo>
                        <a:pt x="6917" y="1679"/>
                      </a:lnTo>
                      <a:lnTo>
                        <a:pt x="6893" y="1428"/>
                      </a:lnTo>
                      <a:lnTo>
                        <a:pt x="6893" y="1383"/>
                      </a:lnTo>
                      <a:lnTo>
                        <a:pt x="7009" y="1289"/>
                      </a:lnTo>
                      <a:lnTo>
                        <a:pt x="7125" y="1249"/>
                      </a:lnTo>
                      <a:lnTo>
                        <a:pt x="7212" y="1359"/>
                      </a:lnTo>
                      <a:lnTo>
                        <a:pt x="7282" y="952"/>
                      </a:lnTo>
                      <a:lnTo>
                        <a:pt x="7439" y="860"/>
                      </a:lnTo>
                      <a:lnTo>
                        <a:pt x="7346" y="790"/>
                      </a:lnTo>
                      <a:lnTo>
                        <a:pt x="7376" y="726"/>
                      </a:lnTo>
                      <a:lnTo>
                        <a:pt x="7259" y="726"/>
                      </a:lnTo>
                      <a:lnTo>
                        <a:pt x="7189" y="656"/>
                      </a:lnTo>
                      <a:lnTo>
                        <a:pt x="7079" y="563"/>
                      </a:lnTo>
                      <a:lnTo>
                        <a:pt x="7142" y="546"/>
                      </a:lnTo>
                      <a:lnTo>
                        <a:pt x="7189" y="563"/>
                      </a:lnTo>
                      <a:lnTo>
                        <a:pt x="7299" y="499"/>
                      </a:lnTo>
                      <a:lnTo>
                        <a:pt x="7236" y="452"/>
                      </a:lnTo>
                      <a:lnTo>
                        <a:pt x="7212" y="337"/>
                      </a:lnTo>
                      <a:lnTo>
                        <a:pt x="7282" y="384"/>
                      </a:lnTo>
                      <a:lnTo>
                        <a:pt x="7463" y="406"/>
                      </a:lnTo>
                      <a:lnTo>
                        <a:pt x="7533" y="476"/>
                      </a:lnTo>
                      <a:lnTo>
                        <a:pt x="7690" y="452"/>
                      </a:lnTo>
                      <a:lnTo>
                        <a:pt x="7782" y="360"/>
                      </a:lnTo>
                      <a:lnTo>
                        <a:pt x="7596" y="337"/>
                      </a:lnTo>
                      <a:lnTo>
                        <a:pt x="7666" y="203"/>
                      </a:lnTo>
                      <a:lnTo>
                        <a:pt x="7533" y="116"/>
                      </a:lnTo>
                      <a:lnTo>
                        <a:pt x="7393" y="180"/>
                      </a:lnTo>
                      <a:lnTo>
                        <a:pt x="7259" y="70"/>
                      </a:lnTo>
                      <a:lnTo>
                        <a:pt x="7166" y="23"/>
                      </a:lnTo>
                      <a:lnTo>
                        <a:pt x="7125" y="46"/>
                      </a:lnTo>
                      <a:lnTo>
                        <a:pt x="7056" y="0"/>
                      </a:lnTo>
                      <a:lnTo>
                        <a:pt x="1308" y="2724"/>
                      </a:lnTo>
                      <a:lnTo>
                        <a:pt x="146" y="188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08" name=""/>
                <p:cNvSpPr/>
                <p:nvPr/>
              </p:nvSpPr>
              <p:spPr>
                <a:xfrm>
                  <a:off x="1221840" y="860400"/>
                  <a:ext cx="908280" cy="386640"/>
                </a:xfrm>
                <a:custGeom>
                  <a:avLst/>
                  <a:gdLst/>
                  <a:ahLst/>
                  <a:rect l="l" t="t" r="r" b="b"/>
                  <a:pathLst>
                    <a:path w="7160" h="3125">
                      <a:moveTo>
                        <a:pt x="7160" y="407"/>
                      </a:moveTo>
                      <a:lnTo>
                        <a:pt x="7021" y="383"/>
                      </a:lnTo>
                      <a:lnTo>
                        <a:pt x="6770" y="291"/>
                      </a:lnTo>
                      <a:lnTo>
                        <a:pt x="6590" y="291"/>
                      </a:lnTo>
                      <a:lnTo>
                        <a:pt x="6451" y="360"/>
                      </a:lnTo>
                      <a:lnTo>
                        <a:pt x="6451" y="383"/>
                      </a:lnTo>
                      <a:lnTo>
                        <a:pt x="6567" y="453"/>
                      </a:lnTo>
                      <a:lnTo>
                        <a:pt x="6567" y="523"/>
                      </a:lnTo>
                      <a:lnTo>
                        <a:pt x="6520" y="523"/>
                      </a:lnTo>
                      <a:lnTo>
                        <a:pt x="6410" y="430"/>
                      </a:lnTo>
                      <a:lnTo>
                        <a:pt x="6184" y="477"/>
                      </a:lnTo>
                      <a:lnTo>
                        <a:pt x="6137" y="587"/>
                      </a:lnTo>
                      <a:lnTo>
                        <a:pt x="6044" y="540"/>
                      </a:lnTo>
                      <a:lnTo>
                        <a:pt x="5957" y="540"/>
                      </a:lnTo>
                      <a:lnTo>
                        <a:pt x="5863" y="383"/>
                      </a:lnTo>
                      <a:lnTo>
                        <a:pt x="5638" y="383"/>
                      </a:lnTo>
                      <a:lnTo>
                        <a:pt x="5573" y="477"/>
                      </a:lnTo>
                      <a:lnTo>
                        <a:pt x="5457" y="407"/>
                      </a:lnTo>
                      <a:lnTo>
                        <a:pt x="5341" y="430"/>
                      </a:lnTo>
                      <a:lnTo>
                        <a:pt x="5364" y="313"/>
                      </a:lnTo>
                      <a:lnTo>
                        <a:pt x="5271" y="313"/>
                      </a:lnTo>
                      <a:lnTo>
                        <a:pt x="5114" y="477"/>
                      </a:lnTo>
                      <a:lnTo>
                        <a:pt x="5090" y="360"/>
                      </a:lnTo>
                      <a:lnTo>
                        <a:pt x="4957" y="360"/>
                      </a:lnTo>
                      <a:lnTo>
                        <a:pt x="4864" y="407"/>
                      </a:lnTo>
                      <a:lnTo>
                        <a:pt x="4957" y="540"/>
                      </a:lnTo>
                      <a:lnTo>
                        <a:pt x="4910" y="540"/>
                      </a:lnTo>
                      <a:lnTo>
                        <a:pt x="4910" y="587"/>
                      </a:lnTo>
                      <a:lnTo>
                        <a:pt x="4818" y="587"/>
                      </a:lnTo>
                      <a:lnTo>
                        <a:pt x="4754" y="564"/>
                      </a:lnTo>
                      <a:lnTo>
                        <a:pt x="4637" y="657"/>
                      </a:lnTo>
                      <a:lnTo>
                        <a:pt x="4661" y="744"/>
                      </a:lnTo>
                      <a:lnTo>
                        <a:pt x="4544" y="679"/>
                      </a:lnTo>
                      <a:lnTo>
                        <a:pt x="4497" y="610"/>
                      </a:lnTo>
                      <a:lnTo>
                        <a:pt x="4434" y="610"/>
                      </a:lnTo>
                      <a:lnTo>
                        <a:pt x="4434" y="564"/>
                      </a:lnTo>
                      <a:lnTo>
                        <a:pt x="4318" y="430"/>
                      </a:lnTo>
                      <a:lnTo>
                        <a:pt x="4161" y="430"/>
                      </a:lnTo>
                      <a:lnTo>
                        <a:pt x="4115" y="453"/>
                      </a:lnTo>
                      <a:lnTo>
                        <a:pt x="4138" y="523"/>
                      </a:lnTo>
                      <a:lnTo>
                        <a:pt x="3934" y="564"/>
                      </a:lnTo>
                      <a:lnTo>
                        <a:pt x="3911" y="540"/>
                      </a:lnTo>
                      <a:lnTo>
                        <a:pt x="3888" y="523"/>
                      </a:lnTo>
                      <a:lnTo>
                        <a:pt x="3731" y="564"/>
                      </a:lnTo>
                      <a:lnTo>
                        <a:pt x="3522" y="540"/>
                      </a:lnTo>
                      <a:lnTo>
                        <a:pt x="3522" y="610"/>
                      </a:lnTo>
                      <a:lnTo>
                        <a:pt x="3458" y="657"/>
                      </a:lnTo>
                      <a:lnTo>
                        <a:pt x="3388" y="744"/>
                      </a:lnTo>
                      <a:lnTo>
                        <a:pt x="3365" y="721"/>
                      </a:lnTo>
                      <a:lnTo>
                        <a:pt x="3435" y="540"/>
                      </a:lnTo>
                      <a:lnTo>
                        <a:pt x="3475" y="477"/>
                      </a:lnTo>
                      <a:lnTo>
                        <a:pt x="3475" y="407"/>
                      </a:lnTo>
                      <a:lnTo>
                        <a:pt x="3498" y="313"/>
                      </a:lnTo>
                      <a:lnTo>
                        <a:pt x="3458" y="226"/>
                      </a:lnTo>
                      <a:lnTo>
                        <a:pt x="3458" y="157"/>
                      </a:lnTo>
                      <a:lnTo>
                        <a:pt x="3301" y="111"/>
                      </a:lnTo>
                      <a:lnTo>
                        <a:pt x="3184" y="87"/>
                      </a:lnTo>
                      <a:lnTo>
                        <a:pt x="3138" y="111"/>
                      </a:lnTo>
                      <a:lnTo>
                        <a:pt x="3138" y="180"/>
                      </a:lnTo>
                      <a:lnTo>
                        <a:pt x="3091" y="180"/>
                      </a:lnTo>
                      <a:lnTo>
                        <a:pt x="3044" y="111"/>
                      </a:lnTo>
                      <a:lnTo>
                        <a:pt x="2957" y="64"/>
                      </a:lnTo>
                      <a:lnTo>
                        <a:pt x="2911" y="0"/>
                      </a:lnTo>
                      <a:lnTo>
                        <a:pt x="2865" y="17"/>
                      </a:lnTo>
                      <a:lnTo>
                        <a:pt x="2819" y="111"/>
                      </a:lnTo>
                      <a:lnTo>
                        <a:pt x="2819" y="157"/>
                      </a:lnTo>
                      <a:lnTo>
                        <a:pt x="2911" y="203"/>
                      </a:lnTo>
                      <a:lnTo>
                        <a:pt x="2889" y="226"/>
                      </a:lnTo>
                      <a:lnTo>
                        <a:pt x="2929" y="268"/>
                      </a:lnTo>
                      <a:lnTo>
                        <a:pt x="2889" y="268"/>
                      </a:lnTo>
                      <a:lnTo>
                        <a:pt x="2819" y="360"/>
                      </a:lnTo>
                      <a:lnTo>
                        <a:pt x="2679" y="383"/>
                      </a:lnTo>
                      <a:lnTo>
                        <a:pt x="2638" y="360"/>
                      </a:lnTo>
                      <a:lnTo>
                        <a:pt x="2568" y="383"/>
                      </a:lnTo>
                      <a:lnTo>
                        <a:pt x="2592" y="430"/>
                      </a:lnTo>
                      <a:lnTo>
                        <a:pt x="2453" y="540"/>
                      </a:lnTo>
                      <a:lnTo>
                        <a:pt x="2435" y="679"/>
                      </a:lnTo>
                      <a:lnTo>
                        <a:pt x="2498" y="791"/>
                      </a:lnTo>
                      <a:lnTo>
                        <a:pt x="2435" y="767"/>
                      </a:lnTo>
                      <a:lnTo>
                        <a:pt x="2296" y="836"/>
                      </a:lnTo>
                      <a:lnTo>
                        <a:pt x="2249" y="859"/>
                      </a:lnTo>
                      <a:lnTo>
                        <a:pt x="2272" y="999"/>
                      </a:lnTo>
                      <a:lnTo>
                        <a:pt x="2411" y="1016"/>
                      </a:lnTo>
                      <a:lnTo>
                        <a:pt x="2453" y="1086"/>
                      </a:lnTo>
                      <a:lnTo>
                        <a:pt x="2545" y="1220"/>
                      </a:lnTo>
                      <a:lnTo>
                        <a:pt x="2592" y="1359"/>
                      </a:lnTo>
                      <a:lnTo>
                        <a:pt x="2475" y="1267"/>
                      </a:lnTo>
                      <a:lnTo>
                        <a:pt x="2411" y="1086"/>
                      </a:lnTo>
                      <a:lnTo>
                        <a:pt x="2249" y="1016"/>
                      </a:lnTo>
                      <a:lnTo>
                        <a:pt x="2202" y="1016"/>
                      </a:lnTo>
                      <a:lnTo>
                        <a:pt x="2184" y="1063"/>
                      </a:lnTo>
                      <a:lnTo>
                        <a:pt x="2092" y="1133"/>
                      </a:lnTo>
                      <a:lnTo>
                        <a:pt x="2115" y="1156"/>
                      </a:lnTo>
                      <a:lnTo>
                        <a:pt x="2202" y="1156"/>
                      </a:lnTo>
                      <a:lnTo>
                        <a:pt x="2226" y="1220"/>
                      </a:lnTo>
                      <a:lnTo>
                        <a:pt x="2115" y="1197"/>
                      </a:lnTo>
                      <a:lnTo>
                        <a:pt x="1999" y="1110"/>
                      </a:lnTo>
                      <a:lnTo>
                        <a:pt x="1999" y="1197"/>
                      </a:lnTo>
                      <a:lnTo>
                        <a:pt x="2092" y="1359"/>
                      </a:lnTo>
                      <a:lnTo>
                        <a:pt x="2092" y="1406"/>
                      </a:lnTo>
                      <a:lnTo>
                        <a:pt x="2162" y="1446"/>
                      </a:lnTo>
                      <a:lnTo>
                        <a:pt x="2272" y="1446"/>
                      </a:lnTo>
                      <a:lnTo>
                        <a:pt x="2365" y="1586"/>
                      </a:lnTo>
                      <a:lnTo>
                        <a:pt x="2411" y="1609"/>
                      </a:lnTo>
                      <a:lnTo>
                        <a:pt x="2249" y="1493"/>
                      </a:lnTo>
                      <a:lnTo>
                        <a:pt x="2202" y="1493"/>
                      </a:lnTo>
                      <a:lnTo>
                        <a:pt x="2139" y="1563"/>
                      </a:lnTo>
                      <a:lnTo>
                        <a:pt x="2184" y="1673"/>
                      </a:lnTo>
                      <a:lnTo>
                        <a:pt x="2139" y="1813"/>
                      </a:lnTo>
                      <a:lnTo>
                        <a:pt x="2045" y="1835"/>
                      </a:lnTo>
                      <a:lnTo>
                        <a:pt x="1935" y="1813"/>
                      </a:lnTo>
                      <a:lnTo>
                        <a:pt x="2022" y="1766"/>
                      </a:lnTo>
                      <a:lnTo>
                        <a:pt x="2069" y="1609"/>
                      </a:lnTo>
                      <a:lnTo>
                        <a:pt x="2069" y="1493"/>
                      </a:lnTo>
                      <a:lnTo>
                        <a:pt x="1912" y="1220"/>
                      </a:lnTo>
                      <a:lnTo>
                        <a:pt x="1842" y="1040"/>
                      </a:lnTo>
                      <a:lnTo>
                        <a:pt x="1772" y="1016"/>
                      </a:lnTo>
                      <a:lnTo>
                        <a:pt x="1726" y="1243"/>
                      </a:lnTo>
                      <a:lnTo>
                        <a:pt x="1748" y="1406"/>
                      </a:lnTo>
                      <a:lnTo>
                        <a:pt x="1842" y="1516"/>
                      </a:lnTo>
                      <a:lnTo>
                        <a:pt x="1842" y="1539"/>
                      </a:lnTo>
                      <a:lnTo>
                        <a:pt x="1748" y="1493"/>
                      </a:lnTo>
                      <a:lnTo>
                        <a:pt x="1661" y="1429"/>
                      </a:lnTo>
                      <a:lnTo>
                        <a:pt x="1476" y="1446"/>
                      </a:lnTo>
                      <a:lnTo>
                        <a:pt x="1499" y="1539"/>
                      </a:lnTo>
                      <a:lnTo>
                        <a:pt x="1499" y="1609"/>
                      </a:lnTo>
                      <a:lnTo>
                        <a:pt x="1453" y="1609"/>
                      </a:lnTo>
                      <a:lnTo>
                        <a:pt x="1436" y="1539"/>
                      </a:lnTo>
                      <a:lnTo>
                        <a:pt x="1249" y="1656"/>
                      </a:lnTo>
                      <a:lnTo>
                        <a:pt x="1209" y="1633"/>
                      </a:lnTo>
                      <a:lnTo>
                        <a:pt x="1185" y="1586"/>
                      </a:lnTo>
                      <a:lnTo>
                        <a:pt x="1022" y="1673"/>
                      </a:lnTo>
                      <a:lnTo>
                        <a:pt x="1000" y="1743"/>
                      </a:lnTo>
                      <a:lnTo>
                        <a:pt x="935" y="1743"/>
                      </a:lnTo>
                      <a:lnTo>
                        <a:pt x="866" y="1813"/>
                      </a:lnTo>
                      <a:lnTo>
                        <a:pt x="843" y="1766"/>
                      </a:lnTo>
                      <a:lnTo>
                        <a:pt x="843" y="1656"/>
                      </a:lnTo>
                      <a:lnTo>
                        <a:pt x="773" y="1673"/>
                      </a:lnTo>
                      <a:lnTo>
                        <a:pt x="749" y="1743"/>
                      </a:lnTo>
                      <a:lnTo>
                        <a:pt x="773" y="1859"/>
                      </a:lnTo>
                      <a:lnTo>
                        <a:pt x="726" y="1905"/>
                      </a:lnTo>
                      <a:lnTo>
                        <a:pt x="662" y="1923"/>
                      </a:lnTo>
                      <a:lnTo>
                        <a:pt x="592" y="2016"/>
                      </a:lnTo>
                      <a:lnTo>
                        <a:pt x="616" y="2062"/>
                      </a:lnTo>
                      <a:lnTo>
                        <a:pt x="592" y="2109"/>
                      </a:lnTo>
                      <a:lnTo>
                        <a:pt x="482" y="2039"/>
                      </a:lnTo>
                      <a:lnTo>
                        <a:pt x="459" y="2109"/>
                      </a:lnTo>
                      <a:lnTo>
                        <a:pt x="459" y="2156"/>
                      </a:lnTo>
                      <a:lnTo>
                        <a:pt x="342" y="2062"/>
                      </a:lnTo>
                      <a:lnTo>
                        <a:pt x="365" y="1952"/>
                      </a:lnTo>
                      <a:lnTo>
                        <a:pt x="273" y="1882"/>
                      </a:lnTo>
                      <a:lnTo>
                        <a:pt x="232" y="1835"/>
                      </a:lnTo>
                      <a:lnTo>
                        <a:pt x="365" y="1882"/>
                      </a:lnTo>
                      <a:lnTo>
                        <a:pt x="459" y="1905"/>
                      </a:lnTo>
                      <a:lnTo>
                        <a:pt x="546" y="1882"/>
                      </a:lnTo>
                      <a:lnTo>
                        <a:pt x="616" y="1813"/>
                      </a:lnTo>
                      <a:lnTo>
                        <a:pt x="459" y="1633"/>
                      </a:lnTo>
                      <a:lnTo>
                        <a:pt x="365" y="1586"/>
                      </a:lnTo>
                      <a:lnTo>
                        <a:pt x="232" y="1586"/>
                      </a:lnTo>
                      <a:lnTo>
                        <a:pt x="162" y="1539"/>
                      </a:lnTo>
                      <a:lnTo>
                        <a:pt x="98" y="1469"/>
                      </a:lnTo>
                      <a:lnTo>
                        <a:pt x="75" y="1469"/>
                      </a:lnTo>
                      <a:lnTo>
                        <a:pt x="23" y="1481"/>
                      </a:lnTo>
                      <a:lnTo>
                        <a:pt x="0" y="1551"/>
                      </a:lnTo>
                      <a:lnTo>
                        <a:pt x="40" y="1644"/>
                      </a:lnTo>
                      <a:lnTo>
                        <a:pt x="46" y="1743"/>
                      </a:lnTo>
                      <a:lnTo>
                        <a:pt x="104" y="1847"/>
                      </a:lnTo>
                      <a:lnTo>
                        <a:pt x="110" y="1923"/>
                      </a:lnTo>
                      <a:lnTo>
                        <a:pt x="150" y="1999"/>
                      </a:lnTo>
                      <a:lnTo>
                        <a:pt x="150" y="2086"/>
                      </a:lnTo>
                      <a:lnTo>
                        <a:pt x="255" y="2266"/>
                      </a:lnTo>
                      <a:lnTo>
                        <a:pt x="255" y="2301"/>
                      </a:lnTo>
                      <a:lnTo>
                        <a:pt x="1418" y="3125"/>
                      </a:lnTo>
                      <a:lnTo>
                        <a:pt x="7160" y="40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09" name=""/>
                <p:cNvSpPr/>
                <p:nvPr/>
              </p:nvSpPr>
              <p:spPr>
                <a:xfrm>
                  <a:off x="1343520" y="991800"/>
                  <a:ext cx="43560" cy="44280"/>
                </a:xfrm>
                <a:custGeom>
                  <a:avLst/>
                  <a:gdLst/>
                  <a:ahLst/>
                  <a:rect l="l" t="t" r="r" b="b"/>
                  <a:pathLst>
                    <a:path w="344" h="359">
                      <a:moveTo>
                        <a:pt x="164" y="0"/>
                      </a:moveTo>
                      <a:lnTo>
                        <a:pt x="164" y="92"/>
                      </a:lnTo>
                      <a:lnTo>
                        <a:pt x="187" y="209"/>
                      </a:lnTo>
                      <a:lnTo>
                        <a:pt x="297" y="313"/>
                      </a:lnTo>
                      <a:lnTo>
                        <a:pt x="344" y="359"/>
                      </a:lnTo>
                      <a:lnTo>
                        <a:pt x="204" y="336"/>
                      </a:lnTo>
                      <a:lnTo>
                        <a:pt x="140" y="249"/>
                      </a:lnTo>
                      <a:lnTo>
                        <a:pt x="47" y="226"/>
                      </a:lnTo>
                      <a:lnTo>
                        <a:pt x="24" y="226"/>
                      </a:lnTo>
                      <a:lnTo>
                        <a:pt x="0" y="156"/>
                      </a:lnTo>
                      <a:lnTo>
                        <a:pt x="24" y="156"/>
                      </a:lnTo>
                      <a:lnTo>
                        <a:pt x="24" y="115"/>
                      </a:lnTo>
                      <a:lnTo>
                        <a:pt x="70" y="69"/>
                      </a:lnTo>
                      <a:lnTo>
                        <a:pt x="47" y="0"/>
                      </a:lnTo>
                      <a:lnTo>
                        <a:pt x="117" y="0"/>
                      </a:lnTo>
                      <a:lnTo>
                        <a:pt x="164" y="0"/>
                      </a:lnTo>
                      <a:close/>
                    </a:path>
                  </a:pathLst>
                </a:custGeom>
                <a:solidFill>
                  <a:srgbClr val="ffffff"/>
                </a:solidFill>
                <a:ln w="9360">
                  <a:solidFill>
                    <a:srgbClr val="000000"/>
                  </a:solidFill>
                  <a:round/>
                </a:ln>
              </p:spPr>
              <p:style>
                <a:lnRef idx="0"/>
                <a:fillRef idx="0"/>
                <a:effectRef idx="0"/>
                <a:fontRef idx="minor"/>
              </p:style>
              <p:txBody>
                <a:bodyPr lIns="90000" rIns="90000" tIns="-2520" bIns="-2520" anchor="t">
                  <a:noAutofit/>
                </a:bodyPr>
                <a:p>
                  <a:endParaRPr b="0" lang="en-US" sz="2400" spc="-1" strike="noStrike">
                    <a:solidFill>
                      <a:srgbClr val="000000"/>
                    </a:solidFill>
                    <a:latin typeface="Times New Roman"/>
                  </a:endParaRPr>
                </a:p>
              </p:txBody>
            </p:sp>
            <p:sp>
              <p:nvSpPr>
                <p:cNvPr id="8610" name=""/>
                <p:cNvSpPr/>
                <p:nvPr/>
              </p:nvSpPr>
              <p:spPr>
                <a:xfrm>
                  <a:off x="1390320" y="1033560"/>
                  <a:ext cx="7920" cy="5760"/>
                </a:xfrm>
                <a:custGeom>
                  <a:avLst/>
                  <a:gdLst/>
                  <a:ahLst/>
                  <a:rect l="l" t="t" r="r" b="b"/>
                  <a:pathLst>
                    <a:path w="65" h="47">
                      <a:moveTo>
                        <a:pt x="0" y="0"/>
                      </a:moveTo>
                      <a:lnTo>
                        <a:pt x="18" y="47"/>
                      </a:lnTo>
                      <a:lnTo>
                        <a:pt x="47" y="47"/>
                      </a:lnTo>
                      <a:lnTo>
                        <a:pt x="65" y="23"/>
                      </a:lnTo>
                      <a:lnTo>
                        <a:pt x="65" y="0"/>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611" name=""/>
                <p:cNvSpPr/>
                <p:nvPr/>
              </p:nvSpPr>
              <p:spPr>
                <a:xfrm>
                  <a:off x="1352520" y="915840"/>
                  <a:ext cx="60840" cy="70200"/>
                </a:xfrm>
                <a:custGeom>
                  <a:avLst/>
                  <a:gdLst/>
                  <a:ahLst/>
                  <a:rect l="l" t="t" r="r" b="b"/>
                  <a:pathLst>
                    <a:path w="477" h="564">
                      <a:moveTo>
                        <a:pt x="94" y="564"/>
                      </a:moveTo>
                      <a:lnTo>
                        <a:pt x="157" y="424"/>
                      </a:lnTo>
                      <a:lnTo>
                        <a:pt x="204" y="407"/>
                      </a:lnTo>
                      <a:lnTo>
                        <a:pt x="227" y="361"/>
                      </a:lnTo>
                      <a:lnTo>
                        <a:pt x="274" y="297"/>
                      </a:lnTo>
                      <a:lnTo>
                        <a:pt x="430" y="180"/>
                      </a:lnTo>
                      <a:lnTo>
                        <a:pt x="477" y="93"/>
                      </a:lnTo>
                      <a:lnTo>
                        <a:pt x="453" y="23"/>
                      </a:lnTo>
                      <a:lnTo>
                        <a:pt x="430" y="0"/>
                      </a:lnTo>
                      <a:lnTo>
                        <a:pt x="384" y="23"/>
                      </a:lnTo>
                      <a:lnTo>
                        <a:pt x="343" y="23"/>
                      </a:lnTo>
                      <a:lnTo>
                        <a:pt x="251" y="117"/>
                      </a:lnTo>
                      <a:lnTo>
                        <a:pt x="251" y="140"/>
                      </a:lnTo>
                      <a:lnTo>
                        <a:pt x="157" y="180"/>
                      </a:lnTo>
                      <a:lnTo>
                        <a:pt x="134" y="250"/>
                      </a:lnTo>
                      <a:lnTo>
                        <a:pt x="134" y="320"/>
                      </a:lnTo>
                      <a:lnTo>
                        <a:pt x="94" y="344"/>
                      </a:lnTo>
                      <a:lnTo>
                        <a:pt x="24" y="344"/>
                      </a:lnTo>
                      <a:lnTo>
                        <a:pt x="0" y="361"/>
                      </a:lnTo>
                      <a:lnTo>
                        <a:pt x="47" y="384"/>
                      </a:lnTo>
                      <a:lnTo>
                        <a:pt x="24" y="454"/>
                      </a:lnTo>
                      <a:lnTo>
                        <a:pt x="70" y="499"/>
                      </a:lnTo>
                      <a:lnTo>
                        <a:pt x="24" y="541"/>
                      </a:lnTo>
                      <a:lnTo>
                        <a:pt x="47" y="564"/>
                      </a:lnTo>
                      <a:lnTo>
                        <a:pt x="94" y="564"/>
                      </a:lnTo>
                      <a:close/>
                    </a:path>
                  </a:pathLst>
                </a:custGeom>
                <a:solidFill>
                  <a:srgbClr val="ffffff"/>
                </a:solidFill>
                <a:ln w="9360">
                  <a:solidFill>
                    <a:srgbClr val="000000"/>
                  </a:solidFill>
                  <a:round/>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8612" name=""/>
                <p:cNvSpPr/>
                <p:nvPr/>
              </p:nvSpPr>
              <p:spPr>
                <a:xfrm>
                  <a:off x="1481400" y="802080"/>
                  <a:ext cx="23040" cy="27720"/>
                </a:xfrm>
                <a:custGeom>
                  <a:avLst/>
                  <a:gdLst/>
                  <a:ahLst/>
                  <a:rect l="l" t="t" r="r" b="b"/>
                  <a:pathLst>
                    <a:path w="181" h="226">
                      <a:moveTo>
                        <a:pt x="0" y="92"/>
                      </a:moveTo>
                      <a:lnTo>
                        <a:pt x="17" y="116"/>
                      </a:lnTo>
                      <a:lnTo>
                        <a:pt x="17" y="156"/>
                      </a:lnTo>
                      <a:lnTo>
                        <a:pt x="111" y="179"/>
                      </a:lnTo>
                      <a:lnTo>
                        <a:pt x="134" y="226"/>
                      </a:lnTo>
                      <a:lnTo>
                        <a:pt x="157" y="226"/>
                      </a:lnTo>
                      <a:lnTo>
                        <a:pt x="157" y="203"/>
                      </a:lnTo>
                      <a:lnTo>
                        <a:pt x="157" y="134"/>
                      </a:lnTo>
                      <a:lnTo>
                        <a:pt x="181" y="116"/>
                      </a:lnTo>
                      <a:lnTo>
                        <a:pt x="181" y="69"/>
                      </a:lnTo>
                      <a:lnTo>
                        <a:pt x="111" y="0"/>
                      </a:lnTo>
                      <a:lnTo>
                        <a:pt x="64" y="22"/>
                      </a:lnTo>
                      <a:lnTo>
                        <a:pt x="41" y="0"/>
                      </a:lnTo>
                      <a:lnTo>
                        <a:pt x="17" y="69"/>
                      </a:lnTo>
                      <a:lnTo>
                        <a:pt x="0" y="92"/>
                      </a:lnTo>
                      <a:close/>
                    </a:path>
                  </a:pathLst>
                </a:custGeom>
                <a:solidFill>
                  <a:srgbClr val="ffffff"/>
                </a:solidFill>
                <a:ln w="9360">
                  <a:solidFill>
                    <a:srgbClr val="000000"/>
                  </a:solidFill>
                  <a:round/>
                </a:ln>
              </p:spPr>
              <p:style>
                <a:lnRef idx="0"/>
                <a:fillRef idx="0"/>
                <a:effectRef idx="0"/>
                <a:fontRef idx="minor"/>
              </p:style>
              <p:txBody>
                <a:bodyPr lIns="90000" rIns="90000" tIns="-19080" bIns="-19080" anchor="t">
                  <a:noAutofit/>
                </a:bodyPr>
                <a:p>
                  <a:endParaRPr b="0" lang="en-US" sz="2400" spc="-1" strike="noStrike">
                    <a:solidFill>
                      <a:srgbClr val="000000"/>
                    </a:solidFill>
                    <a:latin typeface="Times New Roman"/>
                  </a:endParaRPr>
                </a:p>
              </p:txBody>
            </p:sp>
            <p:sp>
              <p:nvSpPr>
                <p:cNvPr id="8613" name=""/>
                <p:cNvSpPr/>
                <p:nvPr/>
              </p:nvSpPr>
              <p:spPr>
                <a:xfrm>
                  <a:off x="1506960" y="823680"/>
                  <a:ext cx="32400" cy="31320"/>
                </a:xfrm>
                <a:custGeom>
                  <a:avLst/>
                  <a:gdLst/>
                  <a:ahLst/>
                  <a:rect l="l" t="t" r="r" b="b"/>
                  <a:pathLst>
                    <a:path w="249" h="251">
                      <a:moveTo>
                        <a:pt x="0" y="24"/>
                      </a:moveTo>
                      <a:lnTo>
                        <a:pt x="0" y="94"/>
                      </a:lnTo>
                      <a:lnTo>
                        <a:pt x="23" y="157"/>
                      </a:lnTo>
                      <a:lnTo>
                        <a:pt x="134" y="181"/>
                      </a:lnTo>
                      <a:lnTo>
                        <a:pt x="226" y="251"/>
                      </a:lnTo>
                      <a:lnTo>
                        <a:pt x="249" y="204"/>
                      </a:lnTo>
                      <a:lnTo>
                        <a:pt x="180" y="134"/>
                      </a:lnTo>
                      <a:lnTo>
                        <a:pt x="204" y="47"/>
                      </a:lnTo>
                      <a:lnTo>
                        <a:pt x="180" y="0"/>
                      </a:lnTo>
                      <a:lnTo>
                        <a:pt x="87" y="0"/>
                      </a:lnTo>
                      <a:lnTo>
                        <a:pt x="69" y="0"/>
                      </a:lnTo>
                      <a:lnTo>
                        <a:pt x="0" y="24"/>
                      </a:lnTo>
                      <a:close/>
                    </a:path>
                  </a:pathLst>
                </a:custGeom>
                <a:solidFill>
                  <a:srgbClr val="ffffff"/>
                </a:solidFill>
                <a:ln w="9360">
                  <a:solidFill>
                    <a:srgbClr val="000000"/>
                  </a:solidFill>
                  <a:round/>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8614" name=""/>
                <p:cNvSpPr/>
                <p:nvPr/>
              </p:nvSpPr>
              <p:spPr>
                <a:xfrm>
                  <a:off x="1547640" y="832680"/>
                  <a:ext cx="28080" cy="30600"/>
                </a:xfrm>
                <a:custGeom>
                  <a:avLst/>
                  <a:gdLst/>
                  <a:ahLst/>
                  <a:rect l="l" t="t" r="r" b="b"/>
                  <a:pathLst>
                    <a:path w="226" h="251">
                      <a:moveTo>
                        <a:pt x="0" y="24"/>
                      </a:moveTo>
                      <a:lnTo>
                        <a:pt x="0" y="87"/>
                      </a:lnTo>
                      <a:lnTo>
                        <a:pt x="47" y="111"/>
                      </a:lnTo>
                      <a:lnTo>
                        <a:pt x="47" y="181"/>
                      </a:lnTo>
                      <a:lnTo>
                        <a:pt x="47" y="251"/>
                      </a:lnTo>
                      <a:lnTo>
                        <a:pt x="134" y="221"/>
                      </a:lnTo>
                      <a:lnTo>
                        <a:pt x="203" y="204"/>
                      </a:lnTo>
                      <a:lnTo>
                        <a:pt x="226" y="157"/>
                      </a:lnTo>
                      <a:lnTo>
                        <a:pt x="226" y="111"/>
                      </a:lnTo>
                      <a:lnTo>
                        <a:pt x="157" y="64"/>
                      </a:lnTo>
                      <a:lnTo>
                        <a:pt x="134" y="24"/>
                      </a:lnTo>
                      <a:lnTo>
                        <a:pt x="87" y="0"/>
                      </a:lnTo>
                      <a:lnTo>
                        <a:pt x="47" y="47"/>
                      </a:lnTo>
                      <a:lnTo>
                        <a:pt x="47" y="24"/>
                      </a:lnTo>
                      <a:lnTo>
                        <a:pt x="0" y="24"/>
                      </a:lnTo>
                      <a:close/>
                    </a:path>
                  </a:pathLst>
                </a:custGeom>
                <a:solidFill>
                  <a:srgbClr val="ffffff"/>
                </a:solidFill>
                <a:ln w="9360">
                  <a:solidFill>
                    <a:srgbClr val="000000"/>
                  </a:solidFill>
                  <a:round/>
                </a:ln>
              </p:spPr>
              <p:style>
                <a:lnRef idx="0"/>
                <a:fillRef idx="0"/>
                <a:effectRef idx="0"/>
                <a:fontRef idx="minor"/>
              </p:style>
              <p:txBody>
                <a:bodyPr lIns="90000" rIns="90000" tIns="-16200" bIns="-16200" anchor="t">
                  <a:noAutofit/>
                </a:bodyPr>
                <a:p>
                  <a:endParaRPr b="0" lang="en-US" sz="2400" spc="-1" strike="noStrike">
                    <a:solidFill>
                      <a:srgbClr val="000000"/>
                    </a:solidFill>
                    <a:latin typeface="Times New Roman"/>
                  </a:endParaRPr>
                </a:p>
              </p:txBody>
            </p:sp>
            <p:sp>
              <p:nvSpPr>
                <p:cNvPr id="8615" name=""/>
                <p:cNvSpPr/>
                <p:nvPr/>
              </p:nvSpPr>
              <p:spPr>
                <a:xfrm>
                  <a:off x="1483560" y="832680"/>
                  <a:ext cx="15120" cy="7560"/>
                </a:xfrm>
                <a:custGeom>
                  <a:avLst/>
                  <a:gdLst/>
                  <a:ahLst/>
                  <a:rect l="l" t="t" r="r" b="b"/>
                  <a:pathLst>
                    <a:path w="117" h="64">
                      <a:moveTo>
                        <a:pt x="94" y="0"/>
                      </a:moveTo>
                      <a:lnTo>
                        <a:pt x="0" y="24"/>
                      </a:lnTo>
                      <a:lnTo>
                        <a:pt x="94" y="64"/>
                      </a:lnTo>
                      <a:lnTo>
                        <a:pt x="117" y="47"/>
                      </a:lnTo>
                      <a:lnTo>
                        <a:pt x="94" y="0"/>
                      </a:lnTo>
                      <a:close/>
                    </a:path>
                  </a:pathLst>
                </a:custGeom>
                <a:solidFill>
                  <a:srgbClr val="ffffff"/>
                </a:solidFill>
                <a:ln w="9360">
                  <a:solidFill>
                    <a:srgbClr val="000000"/>
                  </a:solidFill>
                  <a:round/>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616" name=""/>
                <p:cNvSpPr/>
                <p:nvPr/>
              </p:nvSpPr>
              <p:spPr>
                <a:xfrm>
                  <a:off x="1776960" y="840600"/>
                  <a:ext cx="39240" cy="33480"/>
                </a:xfrm>
                <a:custGeom>
                  <a:avLst/>
                  <a:gdLst/>
                  <a:ahLst/>
                  <a:rect l="l" t="t" r="r" b="b"/>
                  <a:pathLst>
                    <a:path w="314" h="274">
                      <a:moveTo>
                        <a:pt x="23" y="0"/>
                      </a:moveTo>
                      <a:lnTo>
                        <a:pt x="0" y="93"/>
                      </a:lnTo>
                      <a:lnTo>
                        <a:pt x="47" y="157"/>
                      </a:lnTo>
                      <a:lnTo>
                        <a:pt x="23" y="227"/>
                      </a:lnTo>
                      <a:lnTo>
                        <a:pt x="87" y="274"/>
                      </a:lnTo>
                      <a:lnTo>
                        <a:pt x="134" y="274"/>
                      </a:lnTo>
                      <a:lnTo>
                        <a:pt x="157" y="204"/>
                      </a:lnTo>
                      <a:lnTo>
                        <a:pt x="227" y="227"/>
                      </a:lnTo>
                      <a:lnTo>
                        <a:pt x="273" y="157"/>
                      </a:lnTo>
                      <a:lnTo>
                        <a:pt x="204" y="117"/>
                      </a:lnTo>
                      <a:lnTo>
                        <a:pt x="204" y="70"/>
                      </a:lnTo>
                      <a:lnTo>
                        <a:pt x="296" y="140"/>
                      </a:lnTo>
                      <a:lnTo>
                        <a:pt x="314" y="117"/>
                      </a:lnTo>
                      <a:lnTo>
                        <a:pt x="314" y="70"/>
                      </a:lnTo>
                      <a:lnTo>
                        <a:pt x="227" y="0"/>
                      </a:lnTo>
                      <a:lnTo>
                        <a:pt x="180" y="0"/>
                      </a:lnTo>
                      <a:lnTo>
                        <a:pt x="134" y="23"/>
                      </a:lnTo>
                      <a:lnTo>
                        <a:pt x="116" y="70"/>
                      </a:lnTo>
                      <a:lnTo>
                        <a:pt x="70" y="23"/>
                      </a:lnTo>
                      <a:lnTo>
                        <a:pt x="23" y="0"/>
                      </a:lnTo>
                      <a:close/>
                    </a:path>
                  </a:pathLst>
                </a:custGeom>
                <a:solidFill>
                  <a:srgbClr val="ffffff"/>
                </a:solidFill>
                <a:ln w="9360">
                  <a:solidFill>
                    <a:srgbClr val="00000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8617" name=""/>
                <p:cNvSpPr/>
                <p:nvPr/>
              </p:nvSpPr>
              <p:spPr>
                <a:xfrm>
                  <a:off x="1254240" y="910800"/>
                  <a:ext cx="875520" cy="371880"/>
                </a:xfrm>
                <a:custGeom>
                  <a:avLst/>
                  <a:gdLst/>
                  <a:ahLst/>
                  <a:rect l="l" t="t" r="r" b="b"/>
                  <a:pathLst>
                    <a:path w="6905" h="3009">
                      <a:moveTo>
                        <a:pt x="18" y="1870"/>
                      </a:moveTo>
                      <a:lnTo>
                        <a:pt x="0" y="1922"/>
                      </a:lnTo>
                      <a:lnTo>
                        <a:pt x="1000" y="3009"/>
                      </a:lnTo>
                      <a:lnTo>
                        <a:pt x="6858" y="209"/>
                      </a:lnTo>
                      <a:lnTo>
                        <a:pt x="6905" y="11"/>
                      </a:lnTo>
                      <a:lnTo>
                        <a:pt x="6864" y="6"/>
                      </a:lnTo>
                      <a:lnTo>
                        <a:pt x="6567" y="0"/>
                      </a:lnTo>
                      <a:lnTo>
                        <a:pt x="6365" y="185"/>
                      </a:lnTo>
                      <a:lnTo>
                        <a:pt x="1139" y="2230"/>
                      </a:lnTo>
                      <a:lnTo>
                        <a:pt x="186" y="1887"/>
                      </a:lnTo>
                      <a:lnTo>
                        <a:pt x="18" y="1870"/>
                      </a:ln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18" name=""/>
                <p:cNvSpPr/>
                <p:nvPr/>
              </p:nvSpPr>
              <p:spPr>
                <a:xfrm>
                  <a:off x="1179000" y="1345320"/>
                  <a:ext cx="19080" cy="16560"/>
                </a:xfrm>
                <a:custGeom>
                  <a:avLst/>
                  <a:gdLst/>
                  <a:ahLst/>
                  <a:rect l="l" t="t" r="r" b="b"/>
                  <a:pathLst>
                    <a:path w="152" h="128">
                      <a:moveTo>
                        <a:pt x="0" y="12"/>
                      </a:moveTo>
                      <a:lnTo>
                        <a:pt x="35" y="0"/>
                      </a:lnTo>
                      <a:lnTo>
                        <a:pt x="87" y="17"/>
                      </a:lnTo>
                      <a:lnTo>
                        <a:pt x="152" y="93"/>
                      </a:lnTo>
                      <a:lnTo>
                        <a:pt x="111" y="122"/>
                      </a:lnTo>
                      <a:lnTo>
                        <a:pt x="82" y="128"/>
                      </a:lnTo>
                      <a:lnTo>
                        <a:pt x="18" y="111"/>
                      </a:lnTo>
                      <a:lnTo>
                        <a:pt x="18" y="59"/>
                      </a:lnTo>
                      <a:lnTo>
                        <a:pt x="0" y="12"/>
                      </a:lnTo>
                      <a:close/>
                    </a:path>
                  </a:pathLst>
                </a:custGeom>
                <a:solidFill>
                  <a:srgbClr val="ffffff"/>
                </a:solidFill>
                <a:ln w="9360">
                  <a:solidFill>
                    <a:srgbClr val="000000"/>
                  </a:solidFill>
                  <a:round/>
                </a:ln>
              </p:spPr>
              <p:style>
                <a:lnRef idx="0"/>
                <a:fillRef idx="0"/>
                <a:effectRef idx="0"/>
                <a:fontRef idx="minor"/>
              </p:style>
              <p:txBody>
                <a:bodyPr lIns="90000" rIns="90000" tIns="-30240" bIns="-30240" anchor="t">
                  <a:noAutofit/>
                </a:bodyPr>
                <a:p>
                  <a:endParaRPr b="0" lang="en-US" sz="2400" spc="-1" strike="noStrike">
                    <a:solidFill>
                      <a:srgbClr val="000000"/>
                    </a:solidFill>
                    <a:latin typeface="Times New Roman"/>
                  </a:endParaRPr>
                </a:p>
              </p:txBody>
            </p:sp>
            <p:sp>
              <p:nvSpPr>
                <p:cNvPr id="8619" name=""/>
                <p:cNvSpPr/>
                <p:nvPr/>
              </p:nvSpPr>
              <p:spPr>
                <a:xfrm>
                  <a:off x="1778760" y="1648080"/>
                  <a:ext cx="29160" cy="43200"/>
                </a:xfrm>
                <a:custGeom>
                  <a:avLst/>
                  <a:gdLst/>
                  <a:ahLst/>
                  <a:rect l="l" t="t" r="r" b="b"/>
                  <a:pathLst>
                    <a:path w="232" h="354">
                      <a:moveTo>
                        <a:pt x="0" y="0"/>
                      </a:moveTo>
                      <a:lnTo>
                        <a:pt x="23" y="110"/>
                      </a:lnTo>
                      <a:lnTo>
                        <a:pt x="70" y="244"/>
                      </a:lnTo>
                      <a:lnTo>
                        <a:pt x="232" y="354"/>
                      </a:lnTo>
                      <a:lnTo>
                        <a:pt x="232" y="255"/>
                      </a:lnTo>
                      <a:lnTo>
                        <a:pt x="187" y="220"/>
                      </a:lnTo>
                      <a:lnTo>
                        <a:pt x="187" y="87"/>
                      </a:lnTo>
                      <a:lnTo>
                        <a:pt x="145" y="12"/>
                      </a:lnTo>
                      <a:lnTo>
                        <a:pt x="70" y="12"/>
                      </a:lnTo>
                      <a:lnTo>
                        <a:pt x="12" y="6"/>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3600" bIns="-3600" anchor="t">
                  <a:noAutofit/>
                </a:bodyPr>
                <a:p>
                  <a:endParaRPr b="0" lang="en-US" sz="2400" spc="-1" strike="noStrike">
                    <a:solidFill>
                      <a:srgbClr val="000000"/>
                    </a:solidFill>
                    <a:latin typeface="Times New Roman"/>
                  </a:endParaRPr>
                </a:p>
              </p:txBody>
            </p:sp>
            <p:sp>
              <p:nvSpPr>
                <p:cNvPr id="8620" name=""/>
                <p:cNvSpPr/>
                <p:nvPr/>
              </p:nvSpPr>
              <p:spPr>
                <a:xfrm>
                  <a:off x="1857240" y="1649160"/>
                  <a:ext cx="56520" cy="50400"/>
                </a:xfrm>
                <a:custGeom>
                  <a:avLst/>
                  <a:gdLst/>
                  <a:ahLst/>
                  <a:rect l="l" t="t" r="r" b="b"/>
                  <a:pathLst>
                    <a:path w="448" h="407">
                      <a:moveTo>
                        <a:pt x="0" y="365"/>
                      </a:moveTo>
                      <a:lnTo>
                        <a:pt x="24" y="389"/>
                      </a:lnTo>
                      <a:lnTo>
                        <a:pt x="64" y="407"/>
                      </a:lnTo>
                      <a:lnTo>
                        <a:pt x="111" y="407"/>
                      </a:lnTo>
                      <a:lnTo>
                        <a:pt x="140" y="377"/>
                      </a:lnTo>
                      <a:lnTo>
                        <a:pt x="181" y="348"/>
                      </a:lnTo>
                      <a:lnTo>
                        <a:pt x="221" y="325"/>
                      </a:lnTo>
                      <a:lnTo>
                        <a:pt x="251" y="278"/>
                      </a:lnTo>
                      <a:lnTo>
                        <a:pt x="279" y="220"/>
                      </a:lnTo>
                      <a:lnTo>
                        <a:pt x="291" y="197"/>
                      </a:lnTo>
                      <a:lnTo>
                        <a:pt x="332" y="163"/>
                      </a:lnTo>
                      <a:lnTo>
                        <a:pt x="384" y="139"/>
                      </a:lnTo>
                      <a:lnTo>
                        <a:pt x="425" y="139"/>
                      </a:lnTo>
                      <a:lnTo>
                        <a:pt x="448" y="121"/>
                      </a:lnTo>
                      <a:lnTo>
                        <a:pt x="448" y="98"/>
                      </a:lnTo>
                      <a:lnTo>
                        <a:pt x="408" y="23"/>
                      </a:lnTo>
                      <a:lnTo>
                        <a:pt x="378" y="0"/>
                      </a:lnTo>
                      <a:lnTo>
                        <a:pt x="349" y="0"/>
                      </a:lnTo>
                      <a:lnTo>
                        <a:pt x="303" y="51"/>
                      </a:lnTo>
                      <a:lnTo>
                        <a:pt x="297" y="121"/>
                      </a:lnTo>
                      <a:lnTo>
                        <a:pt x="268" y="151"/>
                      </a:lnTo>
                      <a:lnTo>
                        <a:pt x="274" y="185"/>
                      </a:lnTo>
                      <a:lnTo>
                        <a:pt x="268" y="220"/>
                      </a:lnTo>
                      <a:lnTo>
                        <a:pt x="239" y="220"/>
                      </a:lnTo>
                      <a:lnTo>
                        <a:pt x="216" y="191"/>
                      </a:lnTo>
                      <a:lnTo>
                        <a:pt x="157" y="255"/>
                      </a:lnTo>
                      <a:lnTo>
                        <a:pt x="87" y="307"/>
                      </a:lnTo>
                      <a:lnTo>
                        <a:pt x="70" y="348"/>
                      </a:lnTo>
                      <a:lnTo>
                        <a:pt x="35" y="360"/>
                      </a:lnTo>
                      <a:lnTo>
                        <a:pt x="12" y="360"/>
                      </a:lnTo>
                      <a:lnTo>
                        <a:pt x="0" y="365"/>
                      </a:lnTo>
                      <a:close/>
                    </a:path>
                  </a:pathLst>
                </a:custGeom>
                <a:solidFill>
                  <a:srgbClr val="ffffff"/>
                </a:solidFill>
                <a:ln w="9360">
                  <a:solidFill>
                    <a:srgbClr val="000000"/>
                  </a:solidFill>
                  <a:round/>
                </a:ln>
              </p:spPr>
              <p:style>
                <a:lnRef idx="0"/>
                <a:fillRef idx="0"/>
                <a:effectRef idx="0"/>
                <a:fontRef idx="minor"/>
              </p:style>
              <p:txBody>
                <a:bodyPr lIns="90000" rIns="90000" tIns="3600" bIns="3600" anchor="t">
                  <a:noAutofit/>
                </a:bodyPr>
                <a:p>
                  <a:endParaRPr b="0" lang="en-US" sz="2400" spc="-1" strike="noStrike">
                    <a:solidFill>
                      <a:srgbClr val="000000"/>
                    </a:solidFill>
                    <a:latin typeface="Times New Roman"/>
                  </a:endParaRPr>
                </a:p>
              </p:txBody>
            </p:sp>
            <p:sp>
              <p:nvSpPr>
                <p:cNvPr id="8621" name=""/>
                <p:cNvSpPr/>
                <p:nvPr/>
              </p:nvSpPr>
              <p:spPr>
                <a:xfrm>
                  <a:off x="1884600" y="1666800"/>
                  <a:ext cx="6840" cy="10080"/>
                </a:xfrm>
                <a:custGeom>
                  <a:avLst/>
                  <a:gdLst/>
                  <a:ahLst/>
                  <a:rect l="l" t="t" r="r" b="b"/>
                  <a:pathLst>
                    <a:path w="53" h="75">
                      <a:moveTo>
                        <a:pt x="0" y="40"/>
                      </a:moveTo>
                      <a:lnTo>
                        <a:pt x="12" y="75"/>
                      </a:lnTo>
                      <a:lnTo>
                        <a:pt x="41" y="75"/>
                      </a:lnTo>
                      <a:lnTo>
                        <a:pt x="53" y="40"/>
                      </a:lnTo>
                      <a:lnTo>
                        <a:pt x="41" y="0"/>
                      </a:lnTo>
                      <a:lnTo>
                        <a:pt x="6" y="40"/>
                      </a:lnTo>
                      <a:lnTo>
                        <a:pt x="0" y="40"/>
                      </a:lnTo>
                      <a:close/>
                    </a:path>
                  </a:pathLst>
                </a:custGeom>
                <a:solidFill>
                  <a:srgbClr val="ffffff"/>
                </a:solidFill>
                <a:ln w="9360">
                  <a:solidFill>
                    <a:srgbClr val="000000"/>
                  </a:solidFill>
                  <a:round/>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622" name=""/>
                <p:cNvSpPr/>
                <p:nvPr/>
              </p:nvSpPr>
              <p:spPr>
                <a:xfrm>
                  <a:off x="2017440" y="1729080"/>
                  <a:ext cx="78120" cy="79200"/>
                </a:xfrm>
                <a:custGeom>
                  <a:avLst/>
                  <a:gdLst/>
                  <a:ahLst/>
                  <a:rect l="l" t="t" r="r" b="b"/>
                  <a:pathLst>
                    <a:path w="616" h="645">
                      <a:moveTo>
                        <a:pt x="616" y="233"/>
                      </a:moveTo>
                      <a:lnTo>
                        <a:pt x="523" y="157"/>
                      </a:lnTo>
                      <a:lnTo>
                        <a:pt x="459" y="122"/>
                      </a:lnTo>
                      <a:lnTo>
                        <a:pt x="406" y="134"/>
                      </a:lnTo>
                      <a:lnTo>
                        <a:pt x="337" y="181"/>
                      </a:lnTo>
                      <a:lnTo>
                        <a:pt x="279" y="186"/>
                      </a:lnTo>
                      <a:lnTo>
                        <a:pt x="215" y="174"/>
                      </a:lnTo>
                      <a:lnTo>
                        <a:pt x="197" y="52"/>
                      </a:lnTo>
                      <a:lnTo>
                        <a:pt x="139" y="0"/>
                      </a:lnTo>
                      <a:lnTo>
                        <a:pt x="80" y="0"/>
                      </a:lnTo>
                      <a:lnTo>
                        <a:pt x="5" y="24"/>
                      </a:lnTo>
                      <a:lnTo>
                        <a:pt x="0" y="52"/>
                      </a:lnTo>
                      <a:lnTo>
                        <a:pt x="58" y="59"/>
                      </a:lnTo>
                      <a:lnTo>
                        <a:pt x="63" y="99"/>
                      </a:lnTo>
                      <a:lnTo>
                        <a:pt x="98" y="129"/>
                      </a:lnTo>
                      <a:lnTo>
                        <a:pt x="133" y="146"/>
                      </a:lnTo>
                      <a:lnTo>
                        <a:pt x="162" y="146"/>
                      </a:lnTo>
                      <a:lnTo>
                        <a:pt x="115" y="174"/>
                      </a:lnTo>
                      <a:lnTo>
                        <a:pt x="98" y="204"/>
                      </a:lnTo>
                      <a:lnTo>
                        <a:pt x="115" y="239"/>
                      </a:lnTo>
                      <a:lnTo>
                        <a:pt x="192" y="239"/>
                      </a:lnTo>
                      <a:lnTo>
                        <a:pt x="227" y="233"/>
                      </a:lnTo>
                      <a:lnTo>
                        <a:pt x="314" y="279"/>
                      </a:lnTo>
                      <a:lnTo>
                        <a:pt x="401" y="373"/>
                      </a:lnTo>
                      <a:lnTo>
                        <a:pt x="418" y="401"/>
                      </a:lnTo>
                      <a:lnTo>
                        <a:pt x="412" y="436"/>
                      </a:lnTo>
                      <a:lnTo>
                        <a:pt x="441" y="453"/>
                      </a:lnTo>
                      <a:lnTo>
                        <a:pt x="360" y="483"/>
                      </a:lnTo>
                      <a:lnTo>
                        <a:pt x="366" y="500"/>
                      </a:lnTo>
                      <a:lnTo>
                        <a:pt x="418" y="523"/>
                      </a:lnTo>
                      <a:lnTo>
                        <a:pt x="394" y="564"/>
                      </a:lnTo>
                      <a:lnTo>
                        <a:pt x="394" y="610"/>
                      </a:lnTo>
                      <a:lnTo>
                        <a:pt x="464" y="593"/>
                      </a:lnTo>
                      <a:lnTo>
                        <a:pt x="488" y="634"/>
                      </a:lnTo>
                      <a:lnTo>
                        <a:pt x="511" y="645"/>
                      </a:lnTo>
                      <a:lnTo>
                        <a:pt x="616" y="233"/>
                      </a:lnTo>
                      <a:close/>
                    </a:path>
                  </a:pathLst>
                </a:custGeom>
                <a:solidFill>
                  <a:srgbClr val="ffffff"/>
                </a:solidFill>
                <a:ln w="9360">
                  <a:solidFill>
                    <a:srgbClr val="000000"/>
                  </a:solidFill>
                  <a:round/>
                </a:ln>
              </p:spPr>
              <p:style>
                <a:lnRef idx="0"/>
                <a:fillRef idx="0"/>
                <a:effectRef idx="0"/>
                <a:fontRef idx="minor"/>
              </p:style>
              <p:txBody>
                <a:bodyPr lIns="90000" rIns="90000" tIns="32400" bIns="32400" anchor="t">
                  <a:noAutofit/>
                </a:bodyPr>
                <a:p>
                  <a:endParaRPr b="0" lang="en-US" sz="2400" spc="-1" strike="noStrike">
                    <a:solidFill>
                      <a:srgbClr val="000000"/>
                    </a:solidFill>
                    <a:latin typeface="Times New Roman"/>
                  </a:endParaRPr>
                </a:p>
              </p:txBody>
            </p:sp>
            <p:sp>
              <p:nvSpPr>
                <p:cNvPr id="8623" name=""/>
                <p:cNvSpPr/>
                <p:nvPr/>
              </p:nvSpPr>
              <p:spPr>
                <a:xfrm>
                  <a:off x="2053800" y="1794240"/>
                  <a:ext cx="9000" cy="9720"/>
                </a:xfrm>
                <a:custGeom>
                  <a:avLst/>
                  <a:gdLst/>
                  <a:ahLst/>
                  <a:rect l="l" t="t" r="r" b="b"/>
                  <a:pathLst>
                    <a:path w="70" h="75">
                      <a:moveTo>
                        <a:pt x="41" y="0"/>
                      </a:moveTo>
                      <a:lnTo>
                        <a:pt x="6" y="0"/>
                      </a:lnTo>
                      <a:lnTo>
                        <a:pt x="0" y="29"/>
                      </a:lnTo>
                      <a:lnTo>
                        <a:pt x="24" y="64"/>
                      </a:lnTo>
                      <a:lnTo>
                        <a:pt x="29" y="75"/>
                      </a:lnTo>
                      <a:lnTo>
                        <a:pt x="70" y="23"/>
                      </a:lnTo>
                      <a:lnTo>
                        <a:pt x="59" y="6"/>
                      </a:lnTo>
                      <a:lnTo>
                        <a:pt x="41" y="0"/>
                      </a:lnTo>
                      <a:close/>
                    </a:path>
                  </a:pathLst>
                </a:custGeom>
                <a:solidFill>
                  <a:srgbClr val="ffffff"/>
                </a:solidFill>
                <a:ln w="9360">
                  <a:solidFill>
                    <a:srgbClr val="000000"/>
                  </a:solidFill>
                  <a:round/>
                </a:ln>
              </p:spPr>
              <p:style>
                <a:lnRef idx="0"/>
                <a:fillRef idx="0"/>
                <a:effectRef idx="0"/>
                <a:fontRef idx="minor"/>
              </p:style>
              <p:txBody>
                <a:bodyPr lIns="90000" rIns="90000" tIns="-37080" bIns="-37080" anchor="t">
                  <a:noAutofit/>
                </a:bodyPr>
                <a:p>
                  <a:endParaRPr b="0" lang="en-US" sz="2400" spc="-1" strike="noStrike">
                    <a:solidFill>
                      <a:srgbClr val="000000"/>
                    </a:solidFill>
                    <a:latin typeface="Times New Roman"/>
                  </a:endParaRPr>
                </a:p>
              </p:txBody>
            </p:sp>
            <p:sp>
              <p:nvSpPr>
                <p:cNvPr id="8624" name=""/>
                <p:cNvSpPr/>
                <p:nvPr/>
              </p:nvSpPr>
              <p:spPr>
                <a:xfrm>
                  <a:off x="2081160" y="1755720"/>
                  <a:ext cx="75240" cy="83880"/>
                </a:xfrm>
                <a:custGeom>
                  <a:avLst/>
                  <a:gdLst/>
                  <a:ahLst/>
                  <a:rect l="l" t="t" r="r" b="b"/>
                  <a:pathLst>
                    <a:path w="591" h="680">
                      <a:moveTo>
                        <a:pt x="115" y="0"/>
                      </a:moveTo>
                      <a:lnTo>
                        <a:pt x="0" y="424"/>
                      </a:lnTo>
                      <a:lnTo>
                        <a:pt x="57" y="471"/>
                      </a:lnTo>
                      <a:lnTo>
                        <a:pt x="98" y="459"/>
                      </a:lnTo>
                      <a:lnTo>
                        <a:pt x="104" y="483"/>
                      </a:lnTo>
                      <a:lnTo>
                        <a:pt x="167" y="483"/>
                      </a:lnTo>
                      <a:lnTo>
                        <a:pt x="174" y="471"/>
                      </a:lnTo>
                      <a:lnTo>
                        <a:pt x="157" y="419"/>
                      </a:lnTo>
                      <a:lnTo>
                        <a:pt x="92" y="396"/>
                      </a:lnTo>
                      <a:lnTo>
                        <a:pt x="174" y="396"/>
                      </a:lnTo>
                      <a:lnTo>
                        <a:pt x="209" y="389"/>
                      </a:lnTo>
                      <a:lnTo>
                        <a:pt x="307" y="431"/>
                      </a:lnTo>
                      <a:lnTo>
                        <a:pt x="366" y="483"/>
                      </a:lnTo>
                      <a:lnTo>
                        <a:pt x="401" y="518"/>
                      </a:lnTo>
                      <a:lnTo>
                        <a:pt x="401" y="546"/>
                      </a:lnTo>
                      <a:lnTo>
                        <a:pt x="434" y="569"/>
                      </a:lnTo>
                      <a:lnTo>
                        <a:pt x="446" y="628"/>
                      </a:lnTo>
                      <a:lnTo>
                        <a:pt x="528" y="680"/>
                      </a:lnTo>
                      <a:lnTo>
                        <a:pt x="591" y="680"/>
                      </a:lnTo>
                      <a:lnTo>
                        <a:pt x="563" y="645"/>
                      </a:lnTo>
                      <a:lnTo>
                        <a:pt x="586" y="628"/>
                      </a:lnTo>
                      <a:lnTo>
                        <a:pt x="551" y="593"/>
                      </a:lnTo>
                      <a:lnTo>
                        <a:pt x="441" y="471"/>
                      </a:lnTo>
                      <a:lnTo>
                        <a:pt x="406" y="389"/>
                      </a:lnTo>
                      <a:lnTo>
                        <a:pt x="424" y="361"/>
                      </a:lnTo>
                      <a:lnTo>
                        <a:pt x="441" y="326"/>
                      </a:lnTo>
                      <a:lnTo>
                        <a:pt x="434" y="302"/>
                      </a:lnTo>
                      <a:lnTo>
                        <a:pt x="377" y="256"/>
                      </a:lnTo>
                      <a:lnTo>
                        <a:pt x="354" y="239"/>
                      </a:lnTo>
                      <a:lnTo>
                        <a:pt x="354" y="192"/>
                      </a:lnTo>
                      <a:lnTo>
                        <a:pt x="279" y="105"/>
                      </a:lnTo>
                      <a:lnTo>
                        <a:pt x="197" y="53"/>
                      </a:lnTo>
                      <a:lnTo>
                        <a:pt x="150" y="23"/>
                      </a:lnTo>
                      <a:lnTo>
                        <a:pt x="115" y="0"/>
                      </a:lnTo>
                      <a:close/>
                    </a:path>
                  </a:pathLst>
                </a:custGeom>
                <a:solidFill>
                  <a:srgbClr val="ffffff"/>
                </a:solidFill>
                <a:ln w="9360">
                  <a:solidFill>
                    <a:srgbClr val="000000"/>
                  </a:solidFill>
                  <a:round/>
                </a:ln>
              </p:spPr>
              <p:style>
                <a:lnRef idx="0"/>
                <a:fillRef idx="0"/>
                <a:effectRef idx="0"/>
                <a:fontRef idx="minor"/>
              </p:style>
              <p:txBody>
                <a:bodyPr lIns="90000" rIns="90000" tIns="37080" bIns="37080" anchor="t">
                  <a:noAutofit/>
                </a:bodyPr>
                <a:p>
                  <a:endParaRPr b="0" lang="en-US" sz="2400" spc="-1" strike="noStrike">
                    <a:solidFill>
                      <a:srgbClr val="000000"/>
                    </a:solidFill>
                    <a:latin typeface="Times New Roman"/>
                  </a:endParaRPr>
                </a:p>
              </p:txBody>
            </p:sp>
            <p:sp>
              <p:nvSpPr>
                <p:cNvPr id="8625" name=""/>
                <p:cNvSpPr/>
                <p:nvPr/>
              </p:nvSpPr>
              <p:spPr>
                <a:xfrm>
                  <a:off x="1850040" y="1810440"/>
                  <a:ext cx="295920" cy="257040"/>
                </a:xfrm>
                <a:custGeom>
                  <a:avLst/>
                  <a:gdLst/>
                  <a:ahLst/>
                  <a:rect l="l" t="t" r="r" b="b"/>
                  <a:pathLst>
                    <a:path w="2343" h="2074">
                      <a:moveTo>
                        <a:pt x="1337" y="0"/>
                      </a:moveTo>
                      <a:lnTo>
                        <a:pt x="1314" y="81"/>
                      </a:lnTo>
                      <a:lnTo>
                        <a:pt x="1250" y="58"/>
                      </a:lnTo>
                      <a:lnTo>
                        <a:pt x="1145" y="110"/>
                      </a:lnTo>
                      <a:lnTo>
                        <a:pt x="1145" y="191"/>
                      </a:lnTo>
                      <a:lnTo>
                        <a:pt x="1105" y="191"/>
                      </a:lnTo>
                      <a:lnTo>
                        <a:pt x="1029" y="168"/>
                      </a:lnTo>
                      <a:lnTo>
                        <a:pt x="994" y="168"/>
                      </a:lnTo>
                      <a:lnTo>
                        <a:pt x="948" y="127"/>
                      </a:lnTo>
                      <a:lnTo>
                        <a:pt x="843" y="168"/>
                      </a:lnTo>
                      <a:lnTo>
                        <a:pt x="785" y="249"/>
                      </a:lnTo>
                      <a:lnTo>
                        <a:pt x="663" y="261"/>
                      </a:lnTo>
                      <a:lnTo>
                        <a:pt x="628" y="290"/>
                      </a:lnTo>
                      <a:lnTo>
                        <a:pt x="623" y="354"/>
                      </a:lnTo>
                      <a:lnTo>
                        <a:pt x="536" y="447"/>
                      </a:lnTo>
                      <a:lnTo>
                        <a:pt x="494" y="447"/>
                      </a:lnTo>
                      <a:lnTo>
                        <a:pt x="466" y="493"/>
                      </a:lnTo>
                      <a:lnTo>
                        <a:pt x="257" y="493"/>
                      </a:lnTo>
                      <a:lnTo>
                        <a:pt x="134" y="465"/>
                      </a:lnTo>
                      <a:lnTo>
                        <a:pt x="88" y="505"/>
                      </a:lnTo>
                      <a:lnTo>
                        <a:pt x="70" y="667"/>
                      </a:lnTo>
                      <a:lnTo>
                        <a:pt x="93" y="831"/>
                      </a:lnTo>
                      <a:lnTo>
                        <a:pt x="6" y="789"/>
                      </a:lnTo>
                      <a:lnTo>
                        <a:pt x="6" y="901"/>
                      </a:lnTo>
                      <a:lnTo>
                        <a:pt x="53" y="1202"/>
                      </a:lnTo>
                      <a:lnTo>
                        <a:pt x="53" y="1278"/>
                      </a:lnTo>
                      <a:lnTo>
                        <a:pt x="0" y="1382"/>
                      </a:lnTo>
                      <a:lnTo>
                        <a:pt x="47" y="1424"/>
                      </a:lnTo>
                      <a:lnTo>
                        <a:pt x="76" y="1429"/>
                      </a:lnTo>
                      <a:lnTo>
                        <a:pt x="110" y="1476"/>
                      </a:lnTo>
                      <a:lnTo>
                        <a:pt x="180" y="1476"/>
                      </a:lnTo>
                      <a:lnTo>
                        <a:pt x="291" y="1417"/>
                      </a:lnTo>
                      <a:lnTo>
                        <a:pt x="367" y="1424"/>
                      </a:lnTo>
                      <a:lnTo>
                        <a:pt x="459" y="1452"/>
                      </a:lnTo>
                      <a:lnTo>
                        <a:pt x="518" y="1446"/>
                      </a:lnTo>
                      <a:lnTo>
                        <a:pt x="576" y="1365"/>
                      </a:lnTo>
                      <a:lnTo>
                        <a:pt x="663" y="1365"/>
                      </a:lnTo>
                      <a:lnTo>
                        <a:pt x="773" y="1336"/>
                      </a:lnTo>
                      <a:lnTo>
                        <a:pt x="965" y="1342"/>
                      </a:lnTo>
                      <a:lnTo>
                        <a:pt x="1087" y="1429"/>
                      </a:lnTo>
                      <a:lnTo>
                        <a:pt x="1162" y="1534"/>
                      </a:lnTo>
                      <a:lnTo>
                        <a:pt x="1180" y="1568"/>
                      </a:lnTo>
                      <a:lnTo>
                        <a:pt x="1209" y="1579"/>
                      </a:lnTo>
                      <a:lnTo>
                        <a:pt x="1314" y="1544"/>
                      </a:lnTo>
                      <a:lnTo>
                        <a:pt x="1424" y="1464"/>
                      </a:lnTo>
                      <a:lnTo>
                        <a:pt x="1354" y="1556"/>
                      </a:lnTo>
                      <a:lnTo>
                        <a:pt x="1314" y="1632"/>
                      </a:lnTo>
                      <a:lnTo>
                        <a:pt x="1250" y="1666"/>
                      </a:lnTo>
                      <a:lnTo>
                        <a:pt x="1354" y="1638"/>
                      </a:lnTo>
                      <a:lnTo>
                        <a:pt x="1441" y="1591"/>
                      </a:lnTo>
                      <a:lnTo>
                        <a:pt x="1378" y="1696"/>
                      </a:lnTo>
                      <a:lnTo>
                        <a:pt x="1319" y="1731"/>
                      </a:lnTo>
                      <a:lnTo>
                        <a:pt x="1413" y="1708"/>
                      </a:lnTo>
                      <a:lnTo>
                        <a:pt x="1436" y="1701"/>
                      </a:lnTo>
                      <a:lnTo>
                        <a:pt x="1418" y="1766"/>
                      </a:lnTo>
                      <a:lnTo>
                        <a:pt x="1384" y="1835"/>
                      </a:lnTo>
                      <a:lnTo>
                        <a:pt x="1406" y="1900"/>
                      </a:lnTo>
                      <a:lnTo>
                        <a:pt x="1518" y="1987"/>
                      </a:lnTo>
                      <a:lnTo>
                        <a:pt x="1546" y="2004"/>
                      </a:lnTo>
                      <a:lnTo>
                        <a:pt x="1640" y="2010"/>
                      </a:lnTo>
                      <a:lnTo>
                        <a:pt x="1720" y="1987"/>
                      </a:lnTo>
                      <a:lnTo>
                        <a:pt x="1698" y="2045"/>
                      </a:lnTo>
                      <a:lnTo>
                        <a:pt x="1738" y="2074"/>
                      </a:lnTo>
                      <a:lnTo>
                        <a:pt x="1866" y="2045"/>
                      </a:lnTo>
                      <a:lnTo>
                        <a:pt x="1930" y="2039"/>
                      </a:lnTo>
                      <a:lnTo>
                        <a:pt x="2006" y="2010"/>
                      </a:lnTo>
                      <a:lnTo>
                        <a:pt x="2081" y="1905"/>
                      </a:lnTo>
                      <a:lnTo>
                        <a:pt x="2145" y="1778"/>
                      </a:lnTo>
                      <a:lnTo>
                        <a:pt x="2198" y="1719"/>
                      </a:lnTo>
                      <a:lnTo>
                        <a:pt x="2256" y="1568"/>
                      </a:lnTo>
                      <a:lnTo>
                        <a:pt x="2343" y="1429"/>
                      </a:lnTo>
                      <a:lnTo>
                        <a:pt x="2343" y="1243"/>
                      </a:lnTo>
                      <a:lnTo>
                        <a:pt x="2313" y="1033"/>
                      </a:lnTo>
                      <a:lnTo>
                        <a:pt x="2256" y="848"/>
                      </a:lnTo>
                      <a:lnTo>
                        <a:pt x="2191" y="755"/>
                      </a:lnTo>
                      <a:lnTo>
                        <a:pt x="2134" y="691"/>
                      </a:lnTo>
                      <a:lnTo>
                        <a:pt x="2069" y="615"/>
                      </a:lnTo>
                      <a:lnTo>
                        <a:pt x="2052" y="587"/>
                      </a:lnTo>
                      <a:lnTo>
                        <a:pt x="2041" y="458"/>
                      </a:lnTo>
                      <a:lnTo>
                        <a:pt x="2029" y="383"/>
                      </a:lnTo>
                      <a:lnTo>
                        <a:pt x="1977" y="343"/>
                      </a:lnTo>
                      <a:lnTo>
                        <a:pt x="1959" y="232"/>
                      </a:lnTo>
                      <a:lnTo>
                        <a:pt x="1930" y="139"/>
                      </a:lnTo>
                      <a:lnTo>
                        <a:pt x="1895" y="179"/>
                      </a:lnTo>
                      <a:lnTo>
                        <a:pt x="1872" y="266"/>
                      </a:lnTo>
                      <a:lnTo>
                        <a:pt x="1832" y="430"/>
                      </a:lnTo>
                      <a:lnTo>
                        <a:pt x="1785" y="458"/>
                      </a:lnTo>
                      <a:lnTo>
                        <a:pt x="1744" y="458"/>
                      </a:lnTo>
                      <a:lnTo>
                        <a:pt x="1651" y="383"/>
                      </a:lnTo>
                      <a:lnTo>
                        <a:pt x="1581" y="343"/>
                      </a:lnTo>
                      <a:lnTo>
                        <a:pt x="1541" y="301"/>
                      </a:lnTo>
                      <a:lnTo>
                        <a:pt x="1523" y="249"/>
                      </a:lnTo>
                      <a:lnTo>
                        <a:pt x="1570" y="179"/>
                      </a:lnTo>
                      <a:lnTo>
                        <a:pt x="1581" y="122"/>
                      </a:lnTo>
                      <a:lnTo>
                        <a:pt x="1593" y="99"/>
                      </a:lnTo>
                      <a:lnTo>
                        <a:pt x="1546" y="110"/>
                      </a:lnTo>
                      <a:lnTo>
                        <a:pt x="1424" y="41"/>
                      </a:lnTo>
                      <a:lnTo>
                        <a:pt x="1378" y="0"/>
                      </a:lnTo>
                      <a:lnTo>
                        <a:pt x="1337"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grpSp>
          <p:nvGrpSpPr>
            <p:cNvPr id="8626" name=""/>
            <p:cNvGrpSpPr/>
            <p:nvPr/>
          </p:nvGrpSpPr>
          <p:grpSpPr>
            <a:xfrm>
              <a:off x="2243160" y="838080"/>
              <a:ext cx="2203200" cy="1472760"/>
              <a:chOff x="2243160" y="838080"/>
              <a:chExt cx="2203200" cy="1472760"/>
            </a:xfrm>
          </p:grpSpPr>
          <p:grpSp>
            <p:nvGrpSpPr>
              <p:cNvPr id="8627" name=""/>
              <p:cNvGrpSpPr/>
              <p:nvPr/>
            </p:nvGrpSpPr>
            <p:grpSpPr>
              <a:xfrm>
                <a:off x="3617280" y="896040"/>
                <a:ext cx="829080" cy="1414800"/>
                <a:chOff x="3617280" y="896040"/>
                <a:chExt cx="829080" cy="1414800"/>
              </a:xfrm>
            </p:grpSpPr>
            <p:sp>
              <p:nvSpPr>
                <p:cNvPr id="8628" name=""/>
                <p:cNvSpPr/>
                <p:nvPr/>
              </p:nvSpPr>
              <p:spPr>
                <a:xfrm>
                  <a:off x="4184640" y="2257920"/>
                  <a:ext cx="7560" cy="12600"/>
                </a:xfrm>
                <a:custGeom>
                  <a:avLst/>
                  <a:gdLst/>
                  <a:ahLst/>
                  <a:rect l="l" t="t" r="r" b="b"/>
                  <a:pathLst>
                    <a:path w="64" h="98">
                      <a:moveTo>
                        <a:pt x="58" y="28"/>
                      </a:moveTo>
                      <a:lnTo>
                        <a:pt x="64" y="0"/>
                      </a:lnTo>
                      <a:lnTo>
                        <a:pt x="41" y="5"/>
                      </a:lnTo>
                      <a:lnTo>
                        <a:pt x="0" y="70"/>
                      </a:lnTo>
                      <a:lnTo>
                        <a:pt x="24" y="98"/>
                      </a:lnTo>
                      <a:lnTo>
                        <a:pt x="35" y="87"/>
                      </a:lnTo>
                      <a:lnTo>
                        <a:pt x="41" y="63"/>
                      </a:lnTo>
                      <a:lnTo>
                        <a:pt x="58" y="28"/>
                      </a:lnTo>
                      <a:close/>
                    </a:path>
                  </a:pathLst>
                </a:custGeom>
                <a:solidFill>
                  <a:srgbClr val="ffffff"/>
                </a:solidFill>
                <a:ln w="9360">
                  <a:solidFill>
                    <a:srgbClr val="00000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8629" name=""/>
                <p:cNvSpPr/>
                <p:nvPr/>
              </p:nvSpPr>
              <p:spPr>
                <a:xfrm>
                  <a:off x="4189680" y="2260440"/>
                  <a:ext cx="7200" cy="9000"/>
                </a:xfrm>
                <a:custGeom>
                  <a:avLst/>
                  <a:gdLst/>
                  <a:ahLst/>
                  <a:rect l="l" t="t" r="r" b="b"/>
                  <a:pathLst>
                    <a:path w="64" h="70">
                      <a:moveTo>
                        <a:pt x="40" y="0"/>
                      </a:moveTo>
                      <a:lnTo>
                        <a:pt x="29" y="11"/>
                      </a:lnTo>
                      <a:lnTo>
                        <a:pt x="5" y="46"/>
                      </a:lnTo>
                      <a:lnTo>
                        <a:pt x="0" y="70"/>
                      </a:lnTo>
                      <a:lnTo>
                        <a:pt x="29" y="64"/>
                      </a:lnTo>
                      <a:lnTo>
                        <a:pt x="34" y="35"/>
                      </a:lnTo>
                      <a:lnTo>
                        <a:pt x="64" y="29"/>
                      </a:lnTo>
                      <a:lnTo>
                        <a:pt x="64" y="18"/>
                      </a:lnTo>
                      <a:lnTo>
                        <a:pt x="40" y="0"/>
                      </a:lnTo>
                      <a:close/>
                    </a:path>
                  </a:pathLst>
                </a:custGeom>
                <a:solidFill>
                  <a:srgbClr val="ffffff"/>
                </a:solidFill>
                <a:ln w="9360">
                  <a:solidFill>
                    <a:srgbClr val="000000"/>
                  </a:solidFill>
                  <a:round/>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8630" name=""/>
                <p:cNvSpPr/>
                <p:nvPr/>
              </p:nvSpPr>
              <p:spPr>
                <a:xfrm>
                  <a:off x="4105440" y="2236680"/>
                  <a:ext cx="3600" cy="7920"/>
                </a:xfrm>
                <a:custGeom>
                  <a:avLst/>
                  <a:gdLst/>
                  <a:ahLst/>
                  <a:rect l="l" t="t" r="r" b="b"/>
                  <a:pathLst>
                    <a:path w="29" h="63">
                      <a:moveTo>
                        <a:pt x="17" y="0"/>
                      </a:moveTo>
                      <a:lnTo>
                        <a:pt x="0" y="0"/>
                      </a:lnTo>
                      <a:lnTo>
                        <a:pt x="0" y="63"/>
                      </a:lnTo>
                      <a:lnTo>
                        <a:pt x="24" y="40"/>
                      </a:lnTo>
                      <a:lnTo>
                        <a:pt x="24" y="17"/>
                      </a:lnTo>
                      <a:lnTo>
                        <a:pt x="29" y="0"/>
                      </a:lnTo>
                      <a:lnTo>
                        <a:pt x="17" y="0"/>
                      </a:lnTo>
                      <a:close/>
                    </a:path>
                  </a:pathLst>
                </a:custGeom>
                <a:solidFill>
                  <a:srgbClr val="ffffff"/>
                </a:solidFill>
                <a:ln w="9360">
                  <a:solidFill>
                    <a:srgbClr val="00000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8631" name=""/>
                <p:cNvSpPr/>
                <p:nvPr/>
              </p:nvSpPr>
              <p:spPr>
                <a:xfrm>
                  <a:off x="4112640" y="2268720"/>
                  <a:ext cx="4680" cy="6120"/>
                </a:xfrm>
                <a:custGeom>
                  <a:avLst/>
                  <a:gdLst/>
                  <a:ahLst/>
                  <a:rect l="l" t="t" r="r" b="b"/>
                  <a:pathLst>
                    <a:path w="35" h="46">
                      <a:moveTo>
                        <a:pt x="29" y="17"/>
                      </a:moveTo>
                      <a:lnTo>
                        <a:pt x="6" y="0"/>
                      </a:lnTo>
                      <a:lnTo>
                        <a:pt x="0" y="29"/>
                      </a:lnTo>
                      <a:lnTo>
                        <a:pt x="24" y="46"/>
                      </a:lnTo>
                      <a:lnTo>
                        <a:pt x="35" y="23"/>
                      </a:lnTo>
                      <a:lnTo>
                        <a:pt x="29" y="17"/>
                      </a:lnTo>
                      <a:close/>
                    </a:path>
                  </a:pathLst>
                </a:custGeom>
                <a:solidFill>
                  <a:srgbClr val="ffffff"/>
                </a:solidFill>
                <a:ln w="9360">
                  <a:solidFill>
                    <a:srgbClr val="000000"/>
                  </a:solidFill>
                  <a:round/>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8632" name=""/>
                <p:cNvSpPr/>
                <p:nvPr/>
              </p:nvSpPr>
              <p:spPr>
                <a:xfrm>
                  <a:off x="4123080" y="2285280"/>
                  <a:ext cx="8280" cy="5760"/>
                </a:xfrm>
                <a:custGeom>
                  <a:avLst/>
                  <a:gdLst/>
                  <a:ahLst/>
                  <a:rect l="l" t="t" r="r" b="b"/>
                  <a:pathLst>
                    <a:path w="70" h="34">
                      <a:moveTo>
                        <a:pt x="41" y="5"/>
                      </a:moveTo>
                      <a:lnTo>
                        <a:pt x="6" y="0"/>
                      </a:lnTo>
                      <a:lnTo>
                        <a:pt x="0" y="12"/>
                      </a:lnTo>
                      <a:lnTo>
                        <a:pt x="17" y="34"/>
                      </a:lnTo>
                      <a:lnTo>
                        <a:pt x="52" y="29"/>
                      </a:lnTo>
                      <a:lnTo>
                        <a:pt x="70" y="29"/>
                      </a:lnTo>
                      <a:lnTo>
                        <a:pt x="70" y="17"/>
                      </a:lnTo>
                      <a:lnTo>
                        <a:pt x="41" y="5"/>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633" name=""/>
                <p:cNvSpPr/>
                <p:nvPr/>
              </p:nvSpPr>
              <p:spPr>
                <a:xfrm>
                  <a:off x="4325760" y="1838520"/>
                  <a:ext cx="2520" cy="2520"/>
                </a:xfrm>
                <a:custGeom>
                  <a:avLst/>
                  <a:gdLst/>
                  <a:ahLst/>
                  <a:rect l="l" t="t" r="r" b="b"/>
                  <a:pathLst>
                    <a:path w="30" h="18">
                      <a:moveTo>
                        <a:pt x="12" y="0"/>
                      </a:moveTo>
                      <a:lnTo>
                        <a:pt x="6" y="0"/>
                      </a:lnTo>
                      <a:lnTo>
                        <a:pt x="0" y="11"/>
                      </a:lnTo>
                      <a:lnTo>
                        <a:pt x="12" y="18"/>
                      </a:lnTo>
                      <a:lnTo>
                        <a:pt x="30" y="6"/>
                      </a:lnTo>
                      <a:lnTo>
                        <a:pt x="12" y="0"/>
                      </a:lnTo>
                      <a:close/>
                    </a:path>
                  </a:pathLst>
                </a:custGeom>
                <a:solidFill>
                  <a:srgbClr val="ffffff"/>
                </a:solidFill>
                <a:ln w="9360">
                  <a:solidFill>
                    <a:srgbClr val="000000"/>
                  </a:solidFill>
                  <a:round/>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8634" name=""/>
                <p:cNvSpPr/>
                <p:nvPr/>
              </p:nvSpPr>
              <p:spPr>
                <a:xfrm>
                  <a:off x="4334400" y="1832400"/>
                  <a:ext cx="6480" cy="5760"/>
                </a:xfrm>
                <a:custGeom>
                  <a:avLst/>
                  <a:gdLst/>
                  <a:ahLst/>
                  <a:rect l="l" t="t" r="r" b="b"/>
                  <a:pathLst>
                    <a:path w="53" h="47">
                      <a:moveTo>
                        <a:pt x="18" y="0"/>
                      </a:moveTo>
                      <a:lnTo>
                        <a:pt x="0" y="18"/>
                      </a:lnTo>
                      <a:lnTo>
                        <a:pt x="0" y="41"/>
                      </a:lnTo>
                      <a:lnTo>
                        <a:pt x="35" y="47"/>
                      </a:lnTo>
                      <a:lnTo>
                        <a:pt x="35" y="35"/>
                      </a:lnTo>
                      <a:lnTo>
                        <a:pt x="53" y="23"/>
                      </a:lnTo>
                      <a:lnTo>
                        <a:pt x="42" y="6"/>
                      </a:lnTo>
                      <a:lnTo>
                        <a:pt x="18" y="0"/>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635" name=""/>
                <p:cNvSpPr/>
                <p:nvPr/>
              </p:nvSpPr>
              <p:spPr>
                <a:xfrm>
                  <a:off x="4084200" y="1702440"/>
                  <a:ext cx="103320" cy="146880"/>
                </a:xfrm>
                <a:custGeom>
                  <a:avLst/>
                  <a:gdLst/>
                  <a:ahLst/>
                  <a:rect l="l" t="t" r="r" b="b"/>
                  <a:pathLst>
                    <a:path w="860" h="1116">
                      <a:moveTo>
                        <a:pt x="157" y="570"/>
                      </a:moveTo>
                      <a:lnTo>
                        <a:pt x="0" y="687"/>
                      </a:lnTo>
                      <a:lnTo>
                        <a:pt x="105" y="744"/>
                      </a:lnTo>
                      <a:lnTo>
                        <a:pt x="99" y="785"/>
                      </a:lnTo>
                      <a:lnTo>
                        <a:pt x="244" y="797"/>
                      </a:lnTo>
                      <a:lnTo>
                        <a:pt x="285" y="802"/>
                      </a:lnTo>
                      <a:lnTo>
                        <a:pt x="354" y="936"/>
                      </a:lnTo>
                      <a:lnTo>
                        <a:pt x="482" y="954"/>
                      </a:lnTo>
                      <a:lnTo>
                        <a:pt x="569" y="994"/>
                      </a:lnTo>
                      <a:lnTo>
                        <a:pt x="558" y="1111"/>
                      </a:lnTo>
                      <a:lnTo>
                        <a:pt x="581" y="1116"/>
                      </a:lnTo>
                      <a:lnTo>
                        <a:pt x="674" y="919"/>
                      </a:lnTo>
                      <a:lnTo>
                        <a:pt x="633" y="872"/>
                      </a:lnTo>
                      <a:lnTo>
                        <a:pt x="639" y="832"/>
                      </a:lnTo>
                      <a:lnTo>
                        <a:pt x="698" y="785"/>
                      </a:lnTo>
                      <a:lnTo>
                        <a:pt x="656" y="767"/>
                      </a:lnTo>
                      <a:lnTo>
                        <a:pt x="663" y="739"/>
                      </a:lnTo>
                      <a:lnTo>
                        <a:pt x="698" y="744"/>
                      </a:lnTo>
                      <a:lnTo>
                        <a:pt x="743" y="779"/>
                      </a:lnTo>
                      <a:lnTo>
                        <a:pt x="796" y="779"/>
                      </a:lnTo>
                      <a:lnTo>
                        <a:pt x="825" y="832"/>
                      </a:lnTo>
                      <a:lnTo>
                        <a:pt x="860" y="837"/>
                      </a:lnTo>
                      <a:lnTo>
                        <a:pt x="848" y="797"/>
                      </a:lnTo>
                      <a:lnTo>
                        <a:pt x="855" y="756"/>
                      </a:lnTo>
                      <a:lnTo>
                        <a:pt x="808" y="669"/>
                      </a:lnTo>
                      <a:lnTo>
                        <a:pt x="831" y="605"/>
                      </a:lnTo>
                      <a:lnTo>
                        <a:pt x="813" y="576"/>
                      </a:lnTo>
                      <a:lnTo>
                        <a:pt x="843" y="478"/>
                      </a:lnTo>
                      <a:lnTo>
                        <a:pt x="721" y="471"/>
                      </a:lnTo>
                      <a:lnTo>
                        <a:pt x="541" y="361"/>
                      </a:lnTo>
                      <a:lnTo>
                        <a:pt x="499" y="274"/>
                      </a:lnTo>
                      <a:lnTo>
                        <a:pt x="453" y="279"/>
                      </a:lnTo>
                      <a:lnTo>
                        <a:pt x="511" y="192"/>
                      </a:lnTo>
                      <a:lnTo>
                        <a:pt x="494" y="122"/>
                      </a:lnTo>
                      <a:lnTo>
                        <a:pt x="541" y="105"/>
                      </a:lnTo>
                      <a:lnTo>
                        <a:pt x="593" y="18"/>
                      </a:lnTo>
                      <a:lnTo>
                        <a:pt x="552" y="0"/>
                      </a:lnTo>
                      <a:lnTo>
                        <a:pt x="523" y="24"/>
                      </a:lnTo>
                      <a:lnTo>
                        <a:pt x="302" y="94"/>
                      </a:lnTo>
                      <a:lnTo>
                        <a:pt x="290" y="134"/>
                      </a:lnTo>
                      <a:lnTo>
                        <a:pt x="232" y="244"/>
                      </a:lnTo>
                      <a:lnTo>
                        <a:pt x="180" y="262"/>
                      </a:lnTo>
                      <a:lnTo>
                        <a:pt x="157" y="326"/>
                      </a:lnTo>
                      <a:lnTo>
                        <a:pt x="174" y="478"/>
                      </a:lnTo>
                      <a:lnTo>
                        <a:pt x="140" y="500"/>
                      </a:lnTo>
                      <a:lnTo>
                        <a:pt x="157" y="57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36" name=""/>
                <p:cNvSpPr/>
                <p:nvPr/>
              </p:nvSpPr>
              <p:spPr>
                <a:xfrm>
                  <a:off x="4069800" y="1793160"/>
                  <a:ext cx="43200" cy="53640"/>
                </a:xfrm>
                <a:custGeom>
                  <a:avLst/>
                  <a:gdLst/>
                  <a:ahLst/>
                  <a:rect l="l" t="t" r="r" b="b"/>
                  <a:pathLst>
                    <a:path w="361" h="412">
                      <a:moveTo>
                        <a:pt x="123" y="0"/>
                      </a:moveTo>
                      <a:lnTo>
                        <a:pt x="59" y="45"/>
                      </a:lnTo>
                      <a:lnTo>
                        <a:pt x="0" y="197"/>
                      </a:lnTo>
                      <a:lnTo>
                        <a:pt x="0" y="267"/>
                      </a:lnTo>
                      <a:lnTo>
                        <a:pt x="24" y="272"/>
                      </a:lnTo>
                      <a:lnTo>
                        <a:pt x="65" y="220"/>
                      </a:lnTo>
                      <a:lnTo>
                        <a:pt x="70" y="237"/>
                      </a:lnTo>
                      <a:lnTo>
                        <a:pt x="42" y="336"/>
                      </a:lnTo>
                      <a:lnTo>
                        <a:pt x="100" y="412"/>
                      </a:lnTo>
                      <a:lnTo>
                        <a:pt x="216" y="324"/>
                      </a:lnTo>
                      <a:lnTo>
                        <a:pt x="227" y="272"/>
                      </a:lnTo>
                      <a:lnTo>
                        <a:pt x="309" y="249"/>
                      </a:lnTo>
                      <a:lnTo>
                        <a:pt x="361" y="110"/>
                      </a:lnTo>
                      <a:lnTo>
                        <a:pt x="216" y="98"/>
                      </a:lnTo>
                      <a:lnTo>
                        <a:pt x="222" y="57"/>
                      </a:lnTo>
                      <a:lnTo>
                        <a:pt x="123" y="0"/>
                      </a:lnTo>
                      <a:close/>
                    </a:path>
                  </a:pathLst>
                </a:custGeom>
                <a:solidFill>
                  <a:srgbClr val="ffffff"/>
                </a:solidFill>
                <a:ln w="9360">
                  <a:solidFill>
                    <a:srgbClr val="000000"/>
                  </a:solidFill>
                  <a:round/>
                </a:ln>
              </p:spPr>
              <p:style>
                <a:lnRef idx="0"/>
                <a:fillRef idx="0"/>
                <a:effectRef idx="0"/>
                <a:fontRef idx="minor"/>
              </p:style>
              <p:txBody>
                <a:bodyPr lIns="90000" rIns="90000" tIns="6840" bIns="6840" anchor="t">
                  <a:noAutofit/>
                </a:bodyPr>
                <a:p>
                  <a:endParaRPr b="0" lang="en-US" sz="2400" spc="-1" strike="noStrike">
                    <a:solidFill>
                      <a:srgbClr val="000000"/>
                    </a:solidFill>
                    <a:latin typeface="Times New Roman"/>
                  </a:endParaRPr>
                </a:p>
              </p:txBody>
            </p:sp>
            <p:sp>
              <p:nvSpPr>
                <p:cNvPr id="8637" name=""/>
                <p:cNvSpPr/>
                <p:nvPr/>
              </p:nvSpPr>
              <p:spPr>
                <a:xfrm>
                  <a:off x="4139640" y="1708560"/>
                  <a:ext cx="117360" cy="106920"/>
                </a:xfrm>
                <a:custGeom>
                  <a:avLst/>
                  <a:gdLst/>
                  <a:ahLst/>
                  <a:rect l="l" t="t" r="r" b="b"/>
                  <a:pathLst>
                    <a:path w="977" h="808">
                      <a:moveTo>
                        <a:pt x="75" y="52"/>
                      </a:moveTo>
                      <a:lnTo>
                        <a:pt x="93" y="134"/>
                      </a:lnTo>
                      <a:lnTo>
                        <a:pt x="139" y="180"/>
                      </a:lnTo>
                      <a:lnTo>
                        <a:pt x="145" y="146"/>
                      </a:lnTo>
                      <a:lnTo>
                        <a:pt x="127" y="87"/>
                      </a:lnTo>
                      <a:lnTo>
                        <a:pt x="174" y="64"/>
                      </a:lnTo>
                      <a:lnTo>
                        <a:pt x="197" y="0"/>
                      </a:lnTo>
                      <a:lnTo>
                        <a:pt x="319" y="52"/>
                      </a:lnTo>
                      <a:lnTo>
                        <a:pt x="354" y="111"/>
                      </a:lnTo>
                      <a:lnTo>
                        <a:pt x="750" y="146"/>
                      </a:lnTo>
                      <a:lnTo>
                        <a:pt x="750" y="174"/>
                      </a:lnTo>
                      <a:lnTo>
                        <a:pt x="855" y="238"/>
                      </a:lnTo>
                      <a:lnTo>
                        <a:pt x="849" y="290"/>
                      </a:lnTo>
                      <a:lnTo>
                        <a:pt x="977" y="372"/>
                      </a:lnTo>
                      <a:lnTo>
                        <a:pt x="872" y="395"/>
                      </a:lnTo>
                      <a:lnTo>
                        <a:pt x="901" y="442"/>
                      </a:lnTo>
                      <a:lnTo>
                        <a:pt x="872" y="470"/>
                      </a:lnTo>
                      <a:lnTo>
                        <a:pt x="849" y="470"/>
                      </a:lnTo>
                      <a:lnTo>
                        <a:pt x="855" y="564"/>
                      </a:lnTo>
                      <a:lnTo>
                        <a:pt x="820" y="639"/>
                      </a:lnTo>
                      <a:lnTo>
                        <a:pt x="727" y="627"/>
                      </a:lnTo>
                      <a:lnTo>
                        <a:pt x="698" y="645"/>
                      </a:lnTo>
                      <a:lnTo>
                        <a:pt x="570" y="569"/>
                      </a:lnTo>
                      <a:lnTo>
                        <a:pt x="546" y="592"/>
                      </a:lnTo>
                      <a:lnTo>
                        <a:pt x="633" y="714"/>
                      </a:lnTo>
                      <a:lnTo>
                        <a:pt x="511" y="808"/>
                      </a:lnTo>
                      <a:lnTo>
                        <a:pt x="401" y="784"/>
                      </a:lnTo>
                      <a:lnTo>
                        <a:pt x="389" y="744"/>
                      </a:lnTo>
                      <a:lnTo>
                        <a:pt x="396" y="703"/>
                      </a:lnTo>
                      <a:lnTo>
                        <a:pt x="354" y="622"/>
                      </a:lnTo>
                      <a:lnTo>
                        <a:pt x="372" y="552"/>
                      </a:lnTo>
                      <a:lnTo>
                        <a:pt x="354" y="523"/>
                      </a:lnTo>
                      <a:lnTo>
                        <a:pt x="384" y="425"/>
                      </a:lnTo>
                      <a:lnTo>
                        <a:pt x="250" y="413"/>
                      </a:lnTo>
                      <a:lnTo>
                        <a:pt x="70" y="308"/>
                      </a:lnTo>
                      <a:lnTo>
                        <a:pt x="40" y="221"/>
                      </a:lnTo>
                      <a:lnTo>
                        <a:pt x="0" y="226"/>
                      </a:lnTo>
                      <a:lnTo>
                        <a:pt x="52" y="139"/>
                      </a:lnTo>
                      <a:lnTo>
                        <a:pt x="35" y="69"/>
                      </a:lnTo>
                      <a:lnTo>
                        <a:pt x="75" y="52"/>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38" name=""/>
                <p:cNvSpPr/>
                <p:nvPr/>
              </p:nvSpPr>
              <p:spPr>
                <a:xfrm>
                  <a:off x="4064400" y="1806840"/>
                  <a:ext cx="100080" cy="170280"/>
                </a:xfrm>
                <a:custGeom>
                  <a:avLst/>
                  <a:gdLst/>
                  <a:ahLst/>
                  <a:rect l="l" t="t" r="r" b="b"/>
                  <a:pathLst>
                    <a:path w="825" h="1283">
                      <a:moveTo>
                        <a:pt x="87" y="226"/>
                      </a:moveTo>
                      <a:lnTo>
                        <a:pt x="0" y="291"/>
                      </a:lnTo>
                      <a:lnTo>
                        <a:pt x="5" y="406"/>
                      </a:lnTo>
                      <a:lnTo>
                        <a:pt x="92" y="470"/>
                      </a:lnTo>
                      <a:lnTo>
                        <a:pt x="104" y="551"/>
                      </a:lnTo>
                      <a:lnTo>
                        <a:pt x="157" y="575"/>
                      </a:lnTo>
                      <a:lnTo>
                        <a:pt x="168" y="725"/>
                      </a:lnTo>
                      <a:lnTo>
                        <a:pt x="284" y="854"/>
                      </a:lnTo>
                      <a:lnTo>
                        <a:pt x="284" y="952"/>
                      </a:lnTo>
                      <a:lnTo>
                        <a:pt x="417" y="1115"/>
                      </a:lnTo>
                      <a:lnTo>
                        <a:pt x="604" y="1179"/>
                      </a:lnTo>
                      <a:lnTo>
                        <a:pt x="650" y="1283"/>
                      </a:lnTo>
                      <a:lnTo>
                        <a:pt x="766" y="1168"/>
                      </a:lnTo>
                      <a:lnTo>
                        <a:pt x="772" y="1086"/>
                      </a:lnTo>
                      <a:lnTo>
                        <a:pt x="825" y="976"/>
                      </a:lnTo>
                      <a:lnTo>
                        <a:pt x="755" y="819"/>
                      </a:lnTo>
                      <a:lnTo>
                        <a:pt x="696" y="778"/>
                      </a:lnTo>
                      <a:lnTo>
                        <a:pt x="708" y="714"/>
                      </a:lnTo>
                      <a:lnTo>
                        <a:pt x="673" y="680"/>
                      </a:lnTo>
                      <a:lnTo>
                        <a:pt x="598" y="714"/>
                      </a:lnTo>
                      <a:lnTo>
                        <a:pt x="551" y="650"/>
                      </a:lnTo>
                      <a:lnTo>
                        <a:pt x="493" y="697"/>
                      </a:lnTo>
                      <a:lnTo>
                        <a:pt x="469" y="586"/>
                      </a:lnTo>
                      <a:lnTo>
                        <a:pt x="528" y="488"/>
                      </a:lnTo>
                      <a:lnTo>
                        <a:pt x="534" y="436"/>
                      </a:lnTo>
                      <a:lnTo>
                        <a:pt x="743" y="319"/>
                      </a:lnTo>
                      <a:lnTo>
                        <a:pt x="720" y="314"/>
                      </a:lnTo>
                      <a:lnTo>
                        <a:pt x="731" y="197"/>
                      </a:lnTo>
                      <a:lnTo>
                        <a:pt x="650" y="157"/>
                      </a:lnTo>
                      <a:lnTo>
                        <a:pt x="516" y="139"/>
                      </a:lnTo>
                      <a:lnTo>
                        <a:pt x="447" y="5"/>
                      </a:lnTo>
                      <a:lnTo>
                        <a:pt x="406" y="0"/>
                      </a:lnTo>
                      <a:lnTo>
                        <a:pt x="354" y="139"/>
                      </a:lnTo>
                      <a:lnTo>
                        <a:pt x="272" y="162"/>
                      </a:lnTo>
                      <a:lnTo>
                        <a:pt x="261" y="226"/>
                      </a:lnTo>
                      <a:lnTo>
                        <a:pt x="139" y="308"/>
                      </a:lnTo>
                      <a:lnTo>
                        <a:pt x="87" y="226"/>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39" name=""/>
                <p:cNvSpPr/>
                <p:nvPr/>
              </p:nvSpPr>
              <p:spPr>
                <a:xfrm>
                  <a:off x="4112640" y="1968480"/>
                  <a:ext cx="56520" cy="316440"/>
                </a:xfrm>
                <a:custGeom>
                  <a:avLst/>
                  <a:gdLst/>
                  <a:ahLst/>
                  <a:rect l="l" t="t" r="r" b="b"/>
                  <a:pathLst>
                    <a:path w="471" h="2399">
                      <a:moveTo>
                        <a:pt x="250" y="63"/>
                      </a:moveTo>
                      <a:lnTo>
                        <a:pt x="285" y="133"/>
                      </a:lnTo>
                      <a:lnTo>
                        <a:pt x="233" y="558"/>
                      </a:lnTo>
                      <a:lnTo>
                        <a:pt x="268" y="586"/>
                      </a:lnTo>
                      <a:lnTo>
                        <a:pt x="204" y="650"/>
                      </a:lnTo>
                      <a:lnTo>
                        <a:pt x="163" y="830"/>
                      </a:lnTo>
                      <a:lnTo>
                        <a:pt x="204" y="929"/>
                      </a:lnTo>
                      <a:lnTo>
                        <a:pt x="128" y="1208"/>
                      </a:lnTo>
                      <a:lnTo>
                        <a:pt x="69" y="1324"/>
                      </a:lnTo>
                      <a:lnTo>
                        <a:pt x="93" y="1417"/>
                      </a:lnTo>
                      <a:lnTo>
                        <a:pt x="87" y="1550"/>
                      </a:lnTo>
                      <a:lnTo>
                        <a:pt x="128" y="1632"/>
                      </a:lnTo>
                      <a:lnTo>
                        <a:pt x="139" y="1679"/>
                      </a:lnTo>
                      <a:lnTo>
                        <a:pt x="93" y="1719"/>
                      </a:lnTo>
                      <a:lnTo>
                        <a:pt x="128" y="1812"/>
                      </a:lnTo>
                      <a:lnTo>
                        <a:pt x="104" y="1864"/>
                      </a:lnTo>
                      <a:lnTo>
                        <a:pt x="6" y="1899"/>
                      </a:lnTo>
                      <a:lnTo>
                        <a:pt x="0" y="1928"/>
                      </a:lnTo>
                      <a:lnTo>
                        <a:pt x="52" y="1946"/>
                      </a:lnTo>
                      <a:lnTo>
                        <a:pt x="41" y="1998"/>
                      </a:lnTo>
                      <a:lnTo>
                        <a:pt x="81" y="2021"/>
                      </a:lnTo>
                      <a:lnTo>
                        <a:pt x="59" y="2068"/>
                      </a:lnTo>
                      <a:lnTo>
                        <a:pt x="41" y="2172"/>
                      </a:lnTo>
                      <a:lnTo>
                        <a:pt x="69" y="2260"/>
                      </a:lnTo>
                      <a:lnTo>
                        <a:pt x="93" y="2282"/>
                      </a:lnTo>
                      <a:lnTo>
                        <a:pt x="104" y="2358"/>
                      </a:lnTo>
                      <a:lnTo>
                        <a:pt x="134" y="2364"/>
                      </a:lnTo>
                      <a:lnTo>
                        <a:pt x="151" y="2352"/>
                      </a:lnTo>
                      <a:lnTo>
                        <a:pt x="163" y="2329"/>
                      </a:lnTo>
                      <a:lnTo>
                        <a:pt x="174" y="2340"/>
                      </a:lnTo>
                      <a:lnTo>
                        <a:pt x="157" y="2382"/>
                      </a:lnTo>
                      <a:lnTo>
                        <a:pt x="192" y="2399"/>
                      </a:lnTo>
                      <a:lnTo>
                        <a:pt x="256" y="2364"/>
                      </a:lnTo>
                      <a:lnTo>
                        <a:pt x="279" y="2329"/>
                      </a:lnTo>
                      <a:lnTo>
                        <a:pt x="238" y="2317"/>
                      </a:lnTo>
                      <a:lnTo>
                        <a:pt x="221" y="2335"/>
                      </a:lnTo>
                      <a:lnTo>
                        <a:pt x="169" y="2312"/>
                      </a:lnTo>
                      <a:lnTo>
                        <a:pt x="157" y="2271"/>
                      </a:lnTo>
                      <a:lnTo>
                        <a:pt x="93" y="2248"/>
                      </a:lnTo>
                      <a:lnTo>
                        <a:pt x="93" y="2166"/>
                      </a:lnTo>
                      <a:lnTo>
                        <a:pt x="146" y="2114"/>
                      </a:lnTo>
                      <a:lnTo>
                        <a:pt x="157" y="2045"/>
                      </a:lnTo>
                      <a:lnTo>
                        <a:pt x="122" y="2010"/>
                      </a:lnTo>
                      <a:lnTo>
                        <a:pt x="122" y="1998"/>
                      </a:lnTo>
                      <a:lnTo>
                        <a:pt x="157" y="1963"/>
                      </a:lnTo>
                      <a:lnTo>
                        <a:pt x="163" y="1911"/>
                      </a:lnTo>
                      <a:lnTo>
                        <a:pt x="181" y="1888"/>
                      </a:lnTo>
                      <a:lnTo>
                        <a:pt x="204" y="1836"/>
                      </a:lnTo>
                      <a:lnTo>
                        <a:pt x="198" y="1801"/>
                      </a:lnTo>
                      <a:lnTo>
                        <a:pt x="221" y="1306"/>
                      </a:lnTo>
                      <a:lnTo>
                        <a:pt x="308" y="1278"/>
                      </a:lnTo>
                      <a:lnTo>
                        <a:pt x="314" y="1243"/>
                      </a:lnTo>
                      <a:lnTo>
                        <a:pt x="261" y="1214"/>
                      </a:lnTo>
                      <a:lnTo>
                        <a:pt x="291" y="1092"/>
                      </a:lnTo>
                      <a:lnTo>
                        <a:pt x="261" y="900"/>
                      </a:lnTo>
                      <a:lnTo>
                        <a:pt x="383" y="621"/>
                      </a:lnTo>
                      <a:lnTo>
                        <a:pt x="383" y="511"/>
                      </a:lnTo>
                      <a:lnTo>
                        <a:pt x="418" y="471"/>
                      </a:lnTo>
                      <a:lnTo>
                        <a:pt x="460" y="488"/>
                      </a:lnTo>
                      <a:lnTo>
                        <a:pt x="471" y="464"/>
                      </a:lnTo>
                      <a:lnTo>
                        <a:pt x="471" y="394"/>
                      </a:lnTo>
                      <a:lnTo>
                        <a:pt x="425" y="354"/>
                      </a:lnTo>
                      <a:lnTo>
                        <a:pt x="372" y="11"/>
                      </a:lnTo>
                      <a:lnTo>
                        <a:pt x="314" y="0"/>
                      </a:lnTo>
                      <a:lnTo>
                        <a:pt x="250" y="63"/>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40" name=""/>
                <p:cNvSpPr/>
                <p:nvPr/>
              </p:nvSpPr>
              <p:spPr>
                <a:xfrm>
                  <a:off x="4112640" y="2208240"/>
                  <a:ext cx="3600" cy="3960"/>
                </a:xfrm>
                <a:custGeom>
                  <a:avLst/>
                  <a:gdLst/>
                  <a:ahLst/>
                  <a:rect l="l" t="t" r="r" b="b"/>
                  <a:pathLst>
                    <a:path w="29" h="29">
                      <a:moveTo>
                        <a:pt x="6" y="0"/>
                      </a:moveTo>
                      <a:lnTo>
                        <a:pt x="0" y="11"/>
                      </a:lnTo>
                      <a:lnTo>
                        <a:pt x="6" y="29"/>
                      </a:lnTo>
                      <a:lnTo>
                        <a:pt x="29" y="18"/>
                      </a:lnTo>
                      <a:lnTo>
                        <a:pt x="17" y="6"/>
                      </a:lnTo>
                      <a:lnTo>
                        <a:pt x="6" y="0"/>
                      </a:lnTo>
                      <a:close/>
                    </a:path>
                  </a:pathLst>
                </a:custGeom>
                <a:solidFill>
                  <a:srgbClr val="ffffff"/>
                </a:solidFill>
                <a:ln w="9360">
                  <a:solidFill>
                    <a:srgbClr val="000000"/>
                  </a:solidFill>
                  <a:round/>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641" name=""/>
                <p:cNvSpPr/>
                <p:nvPr/>
              </p:nvSpPr>
              <p:spPr>
                <a:xfrm>
                  <a:off x="4116600" y="2180160"/>
                  <a:ext cx="4680" cy="14400"/>
                </a:xfrm>
                <a:custGeom>
                  <a:avLst/>
                  <a:gdLst/>
                  <a:ahLst/>
                  <a:rect l="l" t="t" r="r" b="b"/>
                  <a:pathLst>
                    <a:path w="40" h="111">
                      <a:moveTo>
                        <a:pt x="23" y="0"/>
                      </a:moveTo>
                      <a:lnTo>
                        <a:pt x="0" y="24"/>
                      </a:lnTo>
                      <a:lnTo>
                        <a:pt x="6" y="52"/>
                      </a:lnTo>
                      <a:lnTo>
                        <a:pt x="0" y="93"/>
                      </a:lnTo>
                      <a:lnTo>
                        <a:pt x="23" y="111"/>
                      </a:lnTo>
                      <a:lnTo>
                        <a:pt x="40" y="99"/>
                      </a:lnTo>
                      <a:lnTo>
                        <a:pt x="30" y="69"/>
                      </a:lnTo>
                      <a:lnTo>
                        <a:pt x="40" y="29"/>
                      </a:lnTo>
                      <a:lnTo>
                        <a:pt x="23" y="0"/>
                      </a:lnTo>
                      <a:close/>
                    </a:path>
                  </a:pathLst>
                </a:custGeom>
                <a:solidFill>
                  <a:srgbClr val="ffffff"/>
                </a:solidFill>
                <a:ln w="9360">
                  <a:solidFill>
                    <a:srgbClr val="000000"/>
                  </a:solidFill>
                  <a:round/>
                </a:ln>
              </p:spPr>
              <p:style>
                <a:lnRef idx="0"/>
                <a:fillRef idx="0"/>
                <a:effectRef idx="0"/>
                <a:fontRef idx="minor"/>
              </p:style>
              <p:txBody>
                <a:bodyPr lIns="90000" rIns="90000" tIns="-32400" bIns="-32400" anchor="t">
                  <a:noAutofit/>
                </a:bodyPr>
                <a:p>
                  <a:endParaRPr b="0" lang="en-US" sz="2400" spc="-1" strike="noStrike">
                    <a:solidFill>
                      <a:srgbClr val="000000"/>
                    </a:solidFill>
                    <a:latin typeface="Times New Roman"/>
                  </a:endParaRPr>
                </a:p>
              </p:txBody>
            </p:sp>
            <p:sp>
              <p:nvSpPr>
                <p:cNvPr id="8642" name=""/>
                <p:cNvSpPr/>
                <p:nvPr/>
              </p:nvSpPr>
              <p:spPr>
                <a:xfrm>
                  <a:off x="4133880" y="2284200"/>
                  <a:ext cx="20880" cy="26640"/>
                </a:xfrm>
                <a:custGeom>
                  <a:avLst/>
                  <a:gdLst/>
                  <a:ahLst/>
                  <a:rect l="l" t="t" r="r" b="b"/>
                  <a:pathLst>
                    <a:path w="179" h="198">
                      <a:moveTo>
                        <a:pt x="139" y="0"/>
                      </a:moveTo>
                      <a:lnTo>
                        <a:pt x="87" y="29"/>
                      </a:lnTo>
                      <a:lnTo>
                        <a:pt x="92" y="81"/>
                      </a:lnTo>
                      <a:lnTo>
                        <a:pt x="23" y="99"/>
                      </a:lnTo>
                      <a:lnTo>
                        <a:pt x="0" y="134"/>
                      </a:lnTo>
                      <a:lnTo>
                        <a:pt x="81" y="134"/>
                      </a:lnTo>
                      <a:lnTo>
                        <a:pt x="104" y="180"/>
                      </a:lnTo>
                      <a:lnTo>
                        <a:pt x="139" y="198"/>
                      </a:lnTo>
                      <a:lnTo>
                        <a:pt x="179" y="168"/>
                      </a:lnTo>
                      <a:lnTo>
                        <a:pt x="157" y="104"/>
                      </a:lnTo>
                      <a:lnTo>
                        <a:pt x="139" y="0"/>
                      </a:lnTo>
                      <a:close/>
                    </a:path>
                  </a:pathLst>
                </a:custGeom>
                <a:solidFill>
                  <a:srgbClr val="ffffff"/>
                </a:solidFill>
                <a:ln w="9360">
                  <a:solidFill>
                    <a:srgbClr val="000000"/>
                  </a:solidFill>
                  <a:round/>
                </a:ln>
              </p:spPr>
              <p:style>
                <a:lnRef idx="0"/>
                <a:fillRef idx="0"/>
                <a:effectRef idx="0"/>
                <a:fontRef idx="minor"/>
              </p:style>
              <p:txBody>
                <a:bodyPr lIns="90000" rIns="90000" tIns="-20160" bIns="-20160" anchor="t">
                  <a:noAutofit/>
                </a:bodyPr>
                <a:p>
                  <a:endParaRPr b="0" lang="en-US" sz="2400" spc="-1" strike="noStrike">
                    <a:solidFill>
                      <a:srgbClr val="000000"/>
                    </a:solidFill>
                    <a:latin typeface="Times New Roman"/>
                  </a:endParaRPr>
                </a:p>
              </p:txBody>
            </p:sp>
            <p:sp>
              <p:nvSpPr>
                <p:cNvPr id="8643" name=""/>
                <p:cNvSpPr/>
                <p:nvPr/>
              </p:nvSpPr>
              <p:spPr>
                <a:xfrm>
                  <a:off x="4150080" y="2284200"/>
                  <a:ext cx="19800" cy="24480"/>
                </a:xfrm>
                <a:custGeom>
                  <a:avLst/>
                  <a:gdLst/>
                  <a:ahLst/>
                  <a:rect l="l" t="t" r="r" b="b"/>
                  <a:pathLst>
                    <a:path w="169" h="186">
                      <a:moveTo>
                        <a:pt x="0" y="0"/>
                      </a:moveTo>
                      <a:lnTo>
                        <a:pt x="18" y="104"/>
                      </a:lnTo>
                      <a:lnTo>
                        <a:pt x="40" y="168"/>
                      </a:lnTo>
                      <a:lnTo>
                        <a:pt x="99" y="186"/>
                      </a:lnTo>
                      <a:lnTo>
                        <a:pt x="169" y="174"/>
                      </a:lnTo>
                      <a:lnTo>
                        <a:pt x="134" y="122"/>
                      </a:lnTo>
                      <a:lnTo>
                        <a:pt x="110" y="122"/>
                      </a:lnTo>
                      <a:lnTo>
                        <a:pt x="70" y="99"/>
                      </a:lnTo>
                      <a:lnTo>
                        <a:pt x="30" y="12"/>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22320" bIns="-22320" anchor="t">
                  <a:noAutofit/>
                </a:bodyPr>
                <a:p>
                  <a:endParaRPr b="0" lang="en-US" sz="2400" spc="-1" strike="noStrike">
                    <a:solidFill>
                      <a:srgbClr val="000000"/>
                    </a:solidFill>
                    <a:latin typeface="Times New Roman"/>
                  </a:endParaRPr>
                </a:p>
              </p:txBody>
            </p:sp>
            <p:sp>
              <p:nvSpPr>
                <p:cNvPr id="8644" name=""/>
                <p:cNvSpPr/>
                <p:nvPr/>
              </p:nvSpPr>
              <p:spPr>
                <a:xfrm>
                  <a:off x="4123800" y="2010600"/>
                  <a:ext cx="145800" cy="266400"/>
                </a:xfrm>
                <a:custGeom>
                  <a:avLst/>
                  <a:gdLst/>
                  <a:ahLst/>
                  <a:rect l="l" t="t" r="r" b="b"/>
                  <a:pathLst>
                    <a:path w="1209" h="2010">
                      <a:moveTo>
                        <a:pt x="372" y="69"/>
                      </a:moveTo>
                      <a:lnTo>
                        <a:pt x="384" y="134"/>
                      </a:lnTo>
                      <a:lnTo>
                        <a:pt x="367" y="163"/>
                      </a:lnTo>
                      <a:lnTo>
                        <a:pt x="325" y="146"/>
                      </a:lnTo>
                      <a:lnTo>
                        <a:pt x="290" y="186"/>
                      </a:lnTo>
                      <a:lnTo>
                        <a:pt x="290" y="285"/>
                      </a:lnTo>
                      <a:lnTo>
                        <a:pt x="168" y="575"/>
                      </a:lnTo>
                      <a:lnTo>
                        <a:pt x="203" y="767"/>
                      </a:lnTo>
                      <a:lnTo>
                        <a:pt x="168" y="889"/>
                      </a:lnTo>
                      <a:lnTo>
                        <a:pt x="221" y="918"/>
                      </a:lnTo>
                      <a:lnTo>
                        <a:pt x="215" y="953"/>
                      </a:lnTo>
                      <a:lnTo>
                        <a:pt x="128" y="981"/>
                      </a:lnTo>
                      <a:lnTo>
                        <a:pt x="105" y="1476"/>
                      </a:lnTo>
                      <a:lnTo>
                        <a:pt x="111" y="1511"/>
                      </a:lnTo>
                      <a:lnTo>
                        <a:pt x="93" y="1563"/>
                      </a:lnTo>
                      <a:lnTo>
                        <a:pt x="64" y="1598"/>
                      </a:lnTo>
                      <a:lnTo>
                        <a:pt x="64" y="1644"/>
                      </a:lnTo>
                      <a:lnTo>
                        <a:pt x="29" y="1668"/>
                      </a:lnTo>
                      <a:lnTo>
                        <a:pt x="29" y="1685"/>
                      </a:lnTo>
                      <a:lnTo>
                        <a:pt x="64" y="1720"/>
                      </a:lnTo>
                      <a:lnTo>
                        <a:pt x="58" y="1783"/>
                      </a:lnTo>
                      <a:lnTo>
                        <a:pt x="0" y="1841"/>
                      </a:lnTo>
                      <a:lnTo>
                        <a:pt x="6" y="1923"/>
                      </a:lnTo>
                      <a:lnTo>
                        <a:pt x="70" y="1957"/>
                      </a:lnTo>
                      <a:lnTo>
                        <a:pt x="76" y="1987"/>
                      </a:lnTo>
                      <a:lnTo>
                        <a:pt x="128" y="2010"/>
                      </a:lnTo>
                      <a:lnTo>
                        <a:pt x="140" y="1998"/>
                      </a:lnTo>
                      <a:lnTo>
                        <a:pt x="186" y="2004"/>
                      </a:lnTo>
                      <a:lnTo>
                        <a:pt x="198" y="1980"/>
                      </a:lnTo>
                      <a:lnTo>
                        <a:pt x="186" y="1940"/>
                      </a:lnTo>
                      <a:lnTo>
                        <a:pt x="198" y="1905"/>
                      </a:lnTo>
                      <a:lnTo>
                        <a:pt x="349" y="1778"/>
                      </a:lnTo>
                      <a:lnTo>
                        <a:pt x="337" y="1691"/>
                      </a:lnTo>
                      <a:lnTo>
                        <a:pt x="285" y="1673"/>
                      </a:lnTo>
                      <a:lnTo>
                        <a:pt x="302" y="1598"/>
                      </a:lnTo>
                      <a:lnTo>
                        <a:pt x="378" y="1569"/>
                      </a:lnTo>
                      <a:lnTo>
                        <a:pt x="419" y="1435"/>
                      </a:lnTo>
                      <a:lnTo>
                        <a:pt x="500" y="1417"/>
                      </a:lnTo>
                      <a:lnTo>
                        <a:pt x="494" y="1389"/>
                      </a:lnTo>
                      <a:lnTo>
                        <a:pt x="459" y="1377"/>
                      </a:lnTo>
                      <a:lnTo>
                        <a:pt x="482" y="1342"/>
                      </a:lnTo>
                      <a:lnTo>
                        <a:pt x="587" y="1302"/>
                      </a:lnTo>
                      <a:lnTo>
                        <a:pt x="611" y="1232"/>
                      </a:lnTo>
                      <a:lnTo>
                        <a:pt x="604" y="1208"/>
                      </a:lnTo>
                      <a:lnTo>
                        <a:pt x="791" y="1185"/>
                      </a:lnTo>
                      <a:lnTo>
                        <a:pt x="883" y="1127"/>
                      </a:lnTo>
                      <a:lnTo>
                        <a:pt x="907" y="999"/>
                      </a:lnTo>
                      <a:lnTo>
                        <a:pt x="843" y="866"/>
                      </a:lnTo>
                      <a:lnTo>
                        <a:pt x="860" y="709"/>
                      </a:lnTo>
                      <a:lnTo>
                        <a:pt x="960" y="575"/>
                      </a:lnTo>
                      <a:lnTo>
                        <a:pt x="1204" y="453"/>
                      </a:lnTo>
                      <a:lnTo>
                        <a:pt x="1209" y="348"/>
                      </a:lnTo>
                      <a:lnTo>
                        <a:pt x="1169" y="343"/>
                      </a:lnTo>
                      <a:lnTo>
                        <a:pt x="1117" y="401"/>
                      </a:lnTo>
                      <a:lnTo>
                        <a:pt x="1005" y="465"/>
                      </a:lnTo>
                      <a:lnTo>
                        <a:pt x="883" y="441"/>
                      </a:lnTo>
                      <a:lnTo>
                        <a:pt x="872" y="401"/>
                      </a:lnTo>
                      <a:lnTo>
                        <a:pt x="960" y="308"/>
                      </a:lnTo>
                      <a:lnTo>
                        <a:pt x="878" y="226"/>
                      </a:lnTo>
                      <a:lnTo>
                        <a:pt x="826" y="221"/>
                      </a:lnTo>
                      <a:lnTo>
                        <a:pt x="808" y="163"/>
                      </a:lnTo>
                      <a:lnTo>
                        <a:pt x="726" y="151"/>
                      </a:lnTo>
                      <a:lnTo>
                        <a:pt x="674" y="41"/>
                      </a:lnTo>
                      <a:lnTo>
                        <a:pt x="611" y="29"/>
                      </a:lnTo>
                      <a:lnTo>
                        <a:pt x="581" y="76"/>
                      </a:lnTo>
                      <a:lnTo>
                        <a:pt x="564" y="69"/>
                      </a:lnTo>
                      <a:lnTo>
                        <a:pt x="512" y="6"/>
                      </a:lnTo>
                      <a:lnTo>
                        <a:pt x="459" y="0"/>
                      </a:lnTo>
                      <a:lnTo>
                        <a:pt x="407" y="58"/>
                      </a:lnTo>
                      <a:lnTo>
                        <a:pt x="372" y="69"/>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45" name=""/>
                <p:cNvSpPr/>
                <p:nvPr/>
              </p:nvSpPr>
              <p:spPr>
                <a:xfrm>
                  <a:off x="4225320" y="2087280"/>
                  <a:ext cx="41400" cy="49320"/>
                </a:xfrm>
                <a:custGeom>
                  <a:avLst/>
                  <a:gdLst/>
                  <a:ahLst/>
                  <a:rect l="l" t="t" r="r" b="b"/>
                  <a:pathLst>
                    <a:path w="343" h="371">
                      <a:moveTo>
                        <a:pt x="117" y="0"/>
                      </a:moveTo>
                      <a:lnTo>
                        <a:pt x="162" y="35"/>
                      </a:lnTo>
                      <a:lnTo>
                        <a:pt x="169" y="93"/>
                      </a:lnTo>
                      <a:lnTo>
                        <a:pt x="221" y="99"/>
                      </a:lnTo>
                      <a:lnTo>
                        <a:pt x="291" y="162"/>
                      </a:lnTo>
                      <a:lnTo>
                        <a:pt x="284" y="204"/>
                      </a:lnTo>
                      <a:lnTo>
                        <a:pt x="343" y="279"/>
                      </a:lnTo>
                      <a:lnTo>
                        <a:pt x="244" y="371"/>
                      </a:lnTo>
                      <a:lnTo>
                        <a:pt x="87" y="343"/>
                      </a:lnTo>
                      <a:lnTo>
                        <a:pt x="0" y="291"/>
                      </a:lnTo>
                      <a:lnTo>
                        <a:pt x="17" y="134"/>
                      </a:lnTo>
                      <a:lnTo>
                        <a:pt x="117" y="0"/>
                      </a:lnTo>
                      <a:close/>
                    </a:path>
                  </a:pathLst>
                </a:custGeom>
                <a:solidFill>
                  <a:srgbClr val="ffffff"/>
                </a:solidFill>
                <a:ln w="9360">
                  <a:solidFill>
                    <a:srgbClr val="000000"/>
                  </a:solidFill>
                  <a:round/>
                </a:ln>
              </p:spPr>
              <p:style>
                <a:lnRef idx="0"/>
                <a:fillRef idx="0"/>
                <a:effectRef idx="0"/>
                <a:fontRef idx="minor"/>
              </p:style>
              <p:txBody>
                <a:bodyPr lIns="90000" rIns="90000" tIns="2520" bIns="2520" anchor="t">
                  <a:noAutofit/>
                </a:bodyPr>
                <a:p>
                  <a:endParaRPr b="0" lang="en-US" sz="2400" spc="-1" strike="noStrike">
                    <a:solidFill>
                      <a:srgbClr val="000000"/>
                    </a:solidFill>
                    <a:latin typeface="Times New Roman"/>
                  </a:endParaRPr>
                </a:p>
              </p:txBody>
            </p:sp>
            <p:sp>
              <p:nvSpPr>
                <p:cNvPr id="8646" name=""/>
                <p:cNvSpPr/>
                <p:nvPr/>
              </p:nvSpPr>
              <p:spPr>
                <a:xfrm>
                  <a:off x="4150080" y="1907640"/>
                  <a:ext cx="98280" cy="112680"/>
                </a:xfrm>
                <a:custGeom>
                  <a:avLst/>
                  <a:gdLst/>
                  <a:ahLst/>
                  <a:rect l="l" t="t" r="r" b="b"/>
                  <a:pathLst>
                    <a:path w="820" h="854">
                      <a:moveTo>
                        <a:pt x="0" y="460"/>
                      </a:moveTo>
                      <a:lnTo>
                        <a:pt x="58" y="471"/>
                      </a:lnTo>
                      <a:lnTo>
                        <a:pt x="117" y="809"/>
                      </a:lnTo>
                      <a:lnTo>
                        <a:pt x="157" y="854"/>
                      </a:lnTo>
                      <a:lnTo>
                        <a:pt x="197" y="843"/>
                      </a:lnTo>
                      <a:lnTo>
                        <a:pt x="244" y="779"/>
                      </a:lnTo>
                      <a:lnTo>
                        <a:pt x="297" y="785"/>
                      </a:lnTo>
                      <a:lnTo>
                        <a:pt x="349" y="854"/>
                      </a:lnTo>
                      <a:lnTo>
                        <a:pt x="366" y="854"/>
                      </a:lnTo>
                      <a:lnTo>
                        <a:pt x="396" y="814"/>
                      </a:lnTo>
                      <a:lnTo>
                        <a:pt x="466" y="826"/>
                      </a:lnTo>
                      <a:lnTo>
                        <a:pt x="506" y="727"/>
                      </a:lnTo>
                      <a:lnTo>
                        <a:pt x="611" y="687"/>
                      </a:lnTo>
                      <a:lnTo>
                        <a:pt x="750" y="687"/>
                      </a:lnTo>
                      <a:lnTo>
                        <a:pt x="750" y="727"/>
                      </a:lnTo>
                      <a:lnTo>
                        <a:pt x="785" y="744"/>
                      </a:lnTo>
                      <a:lnTo>
                        <a:pt x="790" y="704"/>
                      </a:lnTo>
                      <a:lnTo>
                        <a:pt x="820" y="669"/>
                      </a:lnTo>
                      <a:lnTo>
                        <a:pt x="779" y="512"/>
                      </a:lnTo>
                      <a:lnTo>
                        <a:pt x="686" y="483"/>
                      </a:lnTo>
                      <a:lnTo>
                        <a:pt x="668" y="413"/>
                      </a:lnTo>
                      <a:lnTo>
                        <a:pt x="640" y="396"/>
                      </a:lnTo>
                      <a:lnTo>
                        <a:pt x="645" y="373"/>
                      </a:lnTo>
                      <a:lnTo>
                        <a:pt x="675" y="349"/>
                      </a:lnTo>
                      <a:lnTo>
                        <a:pt x="500" y="198"/>
                      </a:lnTo>
                      <a:lnTo>
                        <a:pt x="407" y="181"/>
                      </a:lnTo>
                      <a:lnTo>
                        <a:pt x="349" y="111"/>
                      </a:lnTo>
                      <a:lnTo>
                        <a:pt x="396" y="87"/>
                      </a:lnTo>
                      <a:lnTo>
                        <a:pt x="407" y="7"/>
                      </a:lnTo>
                      <a:lnTo>
                        <a:pt x="366" y="0"/>
                      </a:lnTo>
                      <a:lnTo>
                        <a:pt x="197" y="30"/>
                      </a:lnTo>
                      <a:lnTo>
                        <a:pt x="192" y="18"/>
                      </a:lnTo>
                      <a:lnTo>
                        <a:pt x="134" y="18"/>
                      </a:lnTo>
                      <a:lnTo>
                        <a:pt x="110" y="70"/>
                      </a:lnTo>
                      <a:lnTo>
                        <a:pt x="47" y="59"/>
                      </a:lnTo>
                      <a:lnTo>
                        <a:pt x="117" y="221"/>
                      </a:lnTo>
                      <a:lnTo>
                        <a:pt x="58" y="331"/>
                      </a:lnTo>
                      <a:lnTo>
                        <a:pt x="58" y="408"/>
                      </a:lnTo>
                      <a:lnTo>
                        <a:pt x="0" y="46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47" name=""/>
                <p:cNvSpPr/>
                <p:nvPr/>
              </p:nvSpPr>
              <p:spPr>
                <a:xfrm>
                  <a:off x="4205160" y="1998000"/>
                  <a:ext cx="64440" cy="75240"/>
                </a:xfrm>
                <a:custGeom>
                  <a:avLst/>
                  <a:gdLst/>
                  <a:ahLst/>
                  <a:rect l="l" t="t" r="r" b="b"/>
                  <a:pathLst>
                    <a:path w="535" h="563">
                      <a:moveTo>
                        <a:pt x="326" y="57"/>
                      </a:moveTo>
                      <a:lnTo>
                        <a:pt x="309" y="162"/>
                      </a:lnTo>
                      <a:lnTo>
                        <a:pt x="343" y="202"/>
                      </a:lnTo>
                      <a:lnTo>
                        <a:pt x="384" y="191"/>
                      </a:lnTo>
                      <a:lnTo>
                        <a:pt x="495" y="267"/>
                      </a:lnTo>
                      <a:lnTo>
                        <a:pt x="483" y="331"/>
                      </a:lnTo>
                      <a:lnTo>
                        <a:pt x="535" y="366"/>
                      </a:lnTo>
                      <a:lnTo>
                        <a:pt x="523" y="446"/>
                      </a:lnTo>
                      <a:lnTo>
                        <a:pt x="495" y="441"/>
                      </a:lnTo>
                      <a:lnTo>
                        <a:pt x="443" y="499"/>
                      </a:lnTo>
                      <a:lnTo>
                        <a:pt x="331" y="563"/>
                      </a:lnTo>
                      <a:lnTo>
                        <a:pt x="209" y="539"/>
                      </a:lnTo>
                      <a:lnTo>
                        <a:pt x="198" y="499"/>
                      </a:lnTo>
                      <a:lnTo>
                        <a:pt x="286" y="411"/>
                      </a:lnTo>
                      <a:lnTo>
                        <a:pt x="209" y="331"/>
                      </a:lnTo>
                      <a:lnTo>
                        <a:pt x="152" y="319"/>
                      </a:lnTo>
                      <a:lnTo>
                        <a:pt x="134" y="267"/>
                      </a:lnTo>
                      <a:lnTo>
                        <a:pt x="52" y="255"/>
                      </a:lnTo>
                      <a:lnTo>
                        <a:pt x="0" y="139"/>
                      </a:lnTo>
                      <a:lnTo>
                        <a:pt x="47" y="40"/>
                      </a:lnTo>
                      <a:lnTo>
                        <a:pt x="152" y="0"/>
                      </a:lnTo>
                      <a:lnTo>
                        <a:pt x="291" y="0"/>
                      </a:lnTo>
                      <a:lnTo>
                        <a:pt x="291" y="40"/>
                      </a:lnTo>
                      <a:lnTo>
                        <a:pt x="326" y="57"/>
                      </a:lnTo>
                      <a:close/>
                    </a:path>
                  </a:pathLst>
                </a:custGeom>
                <a:solidFill>
                  <a:srgbClr val="ffffff"/>
                </a:solidFill>
                <a:ln w="9360">
                  <a:solidFill>
                    <a:srgbClr val="000000"/>
                  </a:solidFill>
                  <a:round/>
                </a:ln>
              </p:spPr>
              <p:style>
                <a:lnRef idx="0"/>
                <a:fillRef idx="0"/>
                <a:effectRef idx="0"/>
                <a:fontRef idx="minor"/>
              </p:style>
              <p:txBody>
                <a:bodyPr lIns="90000" rIns="90000" tIns="28440" bIns="28440" anchor="t">
                  <a:noAutofit/>
                </a:bodyPr>
                <a:p>
                  <a:endParaRPr b="0" lang="en-US" sz="2400" spc="-1" strike="noStrike">
                    <a:solidFill>
                      <a:srgbClr val="000000"/>
                    </a:solidFill>
                    <a:latin typeface="Times New Roman"/>
                  </a:endParaRPr>
                </a:p>
              </p:txBody>
            </p:sp>
            <p:sp>
              <p:nvSpPr>
                <p:cNvPr id="8648" name=""/>
                <p:cNvSpPr/>
                <p:nvPr/>
              </p:nvSpPr>
              <p:spPr>
                <a:xfrm>
                  <a:off x="4240800" y="1758600"/>
                  <a:ext cx="43200" cy="62280"/>
                </a:xfrm>
                <a:custGeom>
                  <a:avLst/>
                  <a:gdLst/>
                  <a:ahLst/>
                  <a:rect l="l" t="t" r="r" b="b"/>
                  <a:pathLst>
                    <a:path w="354" h="471">
                      <a:moveTo>
                        <a:pt x="134" y="0"/>
                      </a:moveTo>
                      <a:lnTo>
                        <a:pt x="69" y="6"/>
                      </a:lnTo>
                      <a:lnTo>
                        <a:pt x="34" y="23"/>
                      </a:lnTo>
                      <a:lnTo>
                        <a:pt x="58" y="70"/>
                      </a:lnTo>
                      <a:lnTo>
                        <a:pt x="29" y="98"/>
                      </a:lnTo>
                      <a:lnTo>
                        <a:pt x="0" y="98"/>
                      </a:lnTo>
                      <a:lnTo>
                        <a:pt x="12" y="168"/>
                      </a:lnTo>
                      <a:lnTo>
                        <a:pt x="69" y="192"/>
                      </a:lnTo>
                      <a:lnTo>
                        <a:pt x="64" y="232"/>
                      </a:lnTo>
                      <a:lnTo>
                        <a:pt x="87" y="250"/>
                      </a:lnTo>
                      <a:lnTo>
                        <a:pt x="87" y="424"/>
                      </a:lnTo>
                      <a:lnTo>
                        <a:pt x="111" y="471"/>
                      </a:lnTo>
                      <a:lnTo>
                        <a:pt x="308" y="436"/>
                      </a:lnTo>
                      <a:lnTo>
                        <a:pt x="285" y="360"/>
                      </a:lnTo>
                      <a:lnTo>
                        <a:pt x="221" y="325"/>
                      </a:lnTo>
                      <a:lnTo>
                        <a:pt x="233" y="244"/>
                      </a:lnTo>
                      <a:lnTo>
                        <a:pt x="354" y="151"/>
                      </a:lnTo>
                      <a:lnTo>
                        <a:pt x="238" y="145"/>
                      </a:lnTo>
                      <a:lnTo>
                        <a:pt x="134" y="0"/>
                      </a:lnTo>
                      <a:close/>
                    </a:path>
                  </a:pathLst>
                </a:custGeom>
                <a:solidFill>
                  <a:srgbClr val="ffffff"/>
                </a:solidFill>
                <a:ln w="9360">
                  <a:solidFill>
                    <a:srgbClr val="000000"/>
                  </a:solidFill>
                  <a:round/>
                </a:ln>
              </p:spPr>
              <p:style>
                <a:lnRef idx="0"/>
                <a:fillRef idx="0"/>
                <a:effectRef idx="0"/>
                <a:fontRef idx="minor"/>
              </p:style>
              <p:txBody>
                <a:bodyPr lIns="90000" rIns="90000" tIns="15480" bIns="15480" anchor="t">
                  <a:noAutofit/>
                </a:bodyPr>
                <a:p>
                  <a:endParaRPr b="0" lang="en-US" sz="2400" spc="-1" strike="noStrike">
                    <a:solidFill>
                      <a:srgbClr val="000000"/>
                    </a:solidFill>
                    <a:latin typeface="Times New Roman"/>
                  </a:endParaRPr>
                </a:p>
              </p:txBody>
            </p:sp>
            <p:sp>
              <p:nvSpPr>
                <p:cNvPr id="8649" name=""/>
                <p:cNvSpPr/>
                <p:nvPr/>
              </p:nvSpPr>
              <p:spPr>
                <a:xfrm>
                  <a:off x="4267800" y="1778400"/>
                  <a:ext cx="36720" cy="37080"/>
                </a:xfrm>
                <a:custGeom>
                  <a:avLst/>
                  <a:gdLst/>
                  <a:ahLst/>
                  <a:rect l="l" t="t" r="r" b="b"/>
                  <a:pathLst>
                    <a:path w="302" h="285">
                      <a:moveTo>
                        <a:pt x="133" y="0"/>
                      </a:moveTo>
                      <a:lnTo>
                        <a:pt x="12" y="93"/>
                      </a:lnTo>
                      <a:lnTo>
                        <a:pt x="0" y="174"/>
                      </a:lnTo>
                      <a:lnTo>
                        <a:pt x="64" y="209"/>
                      </a:lnTo>
                      <a:lnTo>
                        <a:pt x="87" y="285"/>
                      </a:lnTo>
                      <a:lnTo>
                        <a:pt x="133" y="250"/>
                      </a:lnTo>
                      <a:lnTo>
                        <a:pt x="185" y="285"/>
                      </a:lnTo>
                      <a:lnTo>
                        <a:pt x="255" y="285"/>
                      </a:lnTo>
                      <a:lnTo>
                        <a:pt x="296" y="180"/>
                      </a:lnTo>
                      <a:lnTo>
                        <a:pt x="272" y="134"/>
                      </a:lnTo>
                      <a:lnTo>
                        <a:pt x="302" y="87"/>
                      </a:lnTo>
                      <a:lnTo>
                        <a:pt x="244" y="76"/>
                      </a:lnTo>
                      <a:lnTo>
                        <a:pt x="162" y="6"/>
                      </a:lnTo>
                      <a:lnTo>
                        <a:pt x="133" y="0"/>
                      </a:lnTo>
                      <a:close/>
                    </a:path>
                  </a:pathLst>
                </a:custGeom>
                <a:solidFill>
                  <a:srgbClr val="ffffff"/>
                </a:solidFill>
                <a:ln w="9360">
                  <a:solidFill>
                    <a:srgbClr val="000000"/>
                  </a:solidFill>
                  <a:round/>
                </a:ln>
              </p:spPr>
              <p:style>
                <a:lnRef idx="0"/>
                <a:fillRef idx="0"/>
                <a:effectRef idx="0"/>
                <a:fontRef idx="minor"/>
              </p:style>
              <p:txBody>
                <a:bodyPr lIns="90000" rIns="90000" tIns="-9720" bIns="-9720" anchor="t">
                  <a:noAutofit/>
                </a:bodyPr>
                <a:p>
                  <a:endParaRPr b="0" lang="en-US" sz="2400" spc="-1" strike="noStrike">
                    <a:solidFill>
                      <a:srgbClr val="000000"/>
                    </a:solidFill>
                    <a:latin typeface="Times New Roman"/>
                  </a:endParaRPr>
                </a:p>
              </p:txBody>
            </p:sp>
            <p:sp>
              <p:nvSpPr>
                <p:cNvPr id="8650" name=""/>
                <p:cNvSpPr/>
                <p:nvPr/>
              </p:nvSpPr>
              <p:spPr>
                <a:xfrm>
                  <a:off x="4298760" y="1789920"/>
                  <a:ext cx="19080" cy="29520"/>
                </a:xfrm>
                <a:custGeom>
                  <a:avLst/>
                  <a:gdLst/>
                  <a:ahLst/>
                  <a:rect l="l" t="t" r="r" b="b"/>
                  <a:pathLst>
                    <a:path w="163" h="226">
                      <a:moveTo>
                        <a:pt x="47" y="0"/>
                      </a:moveTo>
                      <a:lnTo>
                        <a:pt x="17" y="47"/>
                      </a:lnTo>
                      <a:lnTo>
                        <a:pt x="41" y="93"/>
                      </a:lnTo>
                      <a:lnTo>
                        <a:pt x="0" y="198"/>
                      </a:lnTo>
                      <a:lnTo>
                        <a:pt x="35" y="226"/>
                      </a:lnTo>
                      <a:lnTo>
                        <a:pt x="76" y="221"/>
                      </a:lnTo>
                      <a:lnTo>
                        <a:pt x="163" y="93"/>
                      </a:lnTo>
                      <a:lnTo>
                        <a:pt x="82" y="12"/>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8651" name=""/>
                <p:cNvSpPr/>
                <p:nvPr/>
              </p:nvSpPr>
              <p:spPr>
                <a:xfrm>
                  <a:off x="4122000" y="1780200"/>
                  <a:ext cx="324360" cy="343440"/>
                </a:xfrm>
                <a:custGeom>
                  <a:avLst/>
                  <a:gdLst/>
                  <a:ahLst/>
                  <a:rect l="l" t="t" r="r" b="b"/>
                  <a:pathLst>
                    <a:path w="2685" h="2603">
                      <a:moveTo>
                        <a:pt x="1633" y="163"/>
                      </a:moveTo>
                      <a:lnTo>
                        <a:pt x="1662" y="192"/>
                      </a:lnTo>
                      <a:lnTo>
                        <a:pt x="1715" y="308"/>
                      </a:lnTo>
                      <a:lnTo>
                        <a:pt x="1760" y="343"/>
                      </a:lnTo>
                      <a:lnTo>
                        <a:pt x="1580" y="523"/>
                      </a:lnTo>
                      <a:lnTo>
                        <a:pt x="1673" y="512"/>
                      </a:lnTo>
                      <a:lnTo>
                        <a:pt x="1737" y="477"/>
                      </a:lnTo>
                      <a:lnTo>
                        <a:pt x="1790" y="488"/>
                      </a:lnTo>
                      <a:lnTo>
                        <a:pt x="1772" y="535"/>
                      </a:lnTo>
                      <a:lnTo>
                        <a:pt x="1703" y="540"/>
                      </a:lnTo>
                      <a:lnTo>
                        <a:pt x="1778" y="582"/>
                      </a:lnTo>
                      <a:lnTo>
                        <a:pt x="1854" y="523"/>
                      </a:lnTo>
                      <a:lnTo>
                        <a:pt x="2022" y="535"/>
                      </a:lnTo>
                      <a:lnTo>
                        <a:pt x="2028" y="570"/>
                      </a:lnTo>
                      <a:lnTo>
                        <a:pt x="2057" y="570"/>
                      </a:lnTo>
                      <a:lnTo>
                        <a:pt x="2046" y="622"/>
                      </a:lnTo>
                      <a:lnTo>
                        <a:pt x="2086" y="640"/>
                      </a:lnTo>
                      <a:lnTo>
                        <a:pt x="2069" y="662"/>
                      </a:lnTo>
                      <a:lnTo>
                        <a:pt x="2191" y="669"/>
                      </a:lnTo>
                      <a:lnTo>
                        <a:pt x="2284" y="721"/>
                      </a:lnTo>
                      <a:lnTo>
                        <a:pt x="2348" y="680"/>
                      </a:lnTo>
                      <a:lnTo>
                        <a:pt x="2395" y="704"/>
                      </a:lnTo>
                      <a:lnTo>
                        <a:pt x="2545" y="872"/>
                      </a:lnTo>
                      <a:lnTo>
                        <a:pt x="2587" y="884"/>
                      </a:lnTo>
                      <a:lnTo>
                        <a:pt x="2644" y="860"/>
                      </a:lnTo>
                      <a:lnTo>
                        <a:pt x="2679" y="894"/>
                      </a:lnTo>
                      <a:lnTo>
                        <a:pt x="2685" y="1081"/>
                      </a:lnTo>
                      <a:lnTo>
                        <a:pt x="2644" y="1156"/>
                      </a:lnTo>
                      <a:lnTo>
                        <a:pt x="2580" y="1180"/>
                      </a:lnTo>
                      <a:lnTo>
                        <a:pt x="2400" y="1342"/>
                      </a:lnTo>
                      <a:lnTo>
                        <a:pt x="2348" y="1372"/>
                      </a:lnTo>
                      <a:lnTo>
                        <a:pt x="2336" y="1494"/>
                      </a:lnTo>
                      <a:lnTo>
                        <a:pt x="2290" y="1592"/>
                      </a:lnTo>
                      <a:lnTo>
                        <a:pt x="2266" y="1703"/>
                      </a:lnTo>
                      <a:lnTo>
                        <a:pt x="2051" y="1975"/>
                      </a:lnTo>
                      <a:lnTo>
                        <a:pt x="2004" y="1993"/>
                      </a:lnTo>
                      <a:lnTo>
                        <a:pt x="1917" y="1982"/>
                      </a:lnTo>
                      <a:lnTo>
                        <a:pt x="1795" y="2045"/>
                      </a:lnTo>
                      <a:lnTo>
                        <a:pt x="1743" y="2034"/>
                      </a:lnTo>
                      <a:lnTo>
                        <a:pt x="1558" y="2127"/>
                      </a:lnTo>
                      <a:lnTo>
                        <a:pt x="1516" y="2306"/>
                      </a:lnTo>
                      <a:lnTo>
                        <a:pt x="1319" y="2521"/>
                      </a:lnTo>
                      <a:lnTo>
                        <a:pt x="1279" y="2521"/>
                      </a:lnTo>
                      <a:lnTo>
                        <a:pt x="1342" y="2382"/>
                      </a:lnTo>
                      <a:lnTo>
                        <a:pt x="1313" y="2394"/>
                      </a:lnTo>
                      <a:lnTo>
                        <a:pt x="1203" y="2603"/>
                      </a:lnTo>
                      <a:lnTo>
                        <a:pt x="1144" y="2528"/>
                      </a:lnTo>
                      <a:lnTo>
                        <a:pt x="1151" y="2486"/>
                      </a:lnTo>
                      <a:lnTo>
                        <a:pt x="1081" y="2423"/>
                      </a:lnTo>
                      <a:lnTo>
                        <a:pt x="1034" y="2417"/>
                      </a:lnTo>
                      <a:lnTo>
                        <a:pt x="1029" y="2359"/>
                      </a:lnTo>
                      <a:lnTo>
                        <a:pt x="977" y="2324"/>
                      </a:lnTo>
                      <a:lnTo>
                        <a:pt x="1226" y="2196"/>
                      </a:lnTo>
                      <a:lnTo>
                        <a:pt x="1226" y="2104"/>
                      </a:lnTo>
                      <a:lnTo>
                        <a:pt x="1214" y="2097"/>
                      </a:lnTo>
                      <a:lnTo>
                        <a:pt x="1226" y="2017"/>
                      </a:lnTo>
                      <a:lnTo>
                        <a:pt x="1174" y="1982"/>
                      </a:lnTo>
                      <a:lnTo>
                        <a:pt x="1186" y="1918"/>
                      </a:lnTo>
                      <a:lnTo>
                        <a:pt x="1075" y="1842"/>
                      </a:lnTo>
                      <a:lnTo>
                        <a:pt x="1034" y="1853"/>
                      </a:lnTo>
                      <a:lnTo>
                        <a:pt x="1000" y="1825"/>
                      </a:lnTo>
                      <a:lnTo>
                        <a:pt x="1022" y="1668"/>
                      </a:lnTo>
                      <a:lnTo>
                        <a:pt x="1052" y="1633"/>
                      </a:lnTo>
                      <a:lnTo>
                        <a:pt x="1011" y="1476"/>
                      </a:lnTo>
                      <a:lnTo>
                        <a:pt x="918" y="1447"/>
                      </a:lnTo>
                      <a:lnTo>
                        <a:pt x="900" y="1383"/>
                      </a:lnTo>
                      <a:lnTo>
                        <a:pt x="877" y="1360"/>
                      </a:lnTo>
                      <a:lnTo>
                        <a:pt x="877" y="1342"/>
                      </a:lnTo>
                      <a:lnTo>
                        <a:pt x="918" y="1313"/>
                      </a:lnTo>
                      <a:lnTo>
                        <a:pt x="726" y="1156"/>
                      </a:lnTo>
                      <a:lnTo>
                        <a:pt x="639" y="1145"/>
                      </a:lnTo>
                      <a:lnTo>
                        <a:pt x="581" y="1069"/>
                      </a:lnTo>
                      <a:lnTo>
                        <a:pt x="628" y="1051"/>
                      </a:lnTo>
                      <a:lnTo>
                        <a:pt x="639" y="971"/>
                      </a:lnTo>
                      <a:lnTo>
                        <a:pt x="598" y="964"/>
                      </a:lnTo>
                      <a:lnTo>
                        <a:pt x="429" y="994"/>
                      </a:lnTo>
                      <a:lnTo>
                        <a:pt x="424" y="976"/>
                      </a:lnTo>
                      <a:lnTo>
                        <a:pt x="366" y="982"/>
                      </a:lnTo>
                      <a:lnTo>
                        <a:pt x="342" y="1034"/>
                      </a:lnTo>
                      <a:lnTo>
                        <a:pt x="284" y="1023"/>
                      </a:lnTo>
                      <a:lnTo>
                        <a:pt x="215" y="988"/>
                      </a:lnTo>
                      <a:lnTo>
                        <a:pt x="232" y="918"/>
                      </a:lnTo>
                      <a:lnTo>
                        <a:pt x="203" y="889"/>
                      </a:lnTo>
                      <a:lnTo>
                        <a:pt x="122" y="918"/>
                      </a:lnTo>
                      <a:lnTo>
                        <a:pt x="87" y="860"/>
                      </a:lnTo>
                      <a:lnTo>
                        <a:pt x="23" y="901"/>
                      </a:lnTo>
                      <a:lnTo>
                        <a:pt x="0" y="784"/>
                      </a:lnTo>
                      <a:lnTo>
                        <a:pt x="52" y="692"/>
                      </a:lnTo>
                      <a:lnTo>
                        <a:pt x="58" y="640"/>
                      </a:lnTo>
                      <a:lnTo>
                        <a:pt x="262" y="529"/>
                      </a:lnTo>
                      <a:lnTo>
                        <a:pt x="360" y="326"/>
                      </a:lnTo>
                      <a:lnTo>
                        <a:pt x="314" y="285"/>
                      </a:lnTo>
                      <a:lnTo>
                        <a:pt x="319" y="239"/>
                      </a:lnTo>
                      <a:lnTo>
                        <a:pt x="384" y="192"/>
                      </a:lnTo>
                      <a:lnTo>
                        <a:pt x="360" y="186"/>
                      </a:lnTo>
                      <a:lnTo>
                        <a:pt x="342" y="174"/>
                      </a:lnTo>
                      <a:lnTo>
                        <a:pt x="349" y="146"/>
                      </a:lnTo>
                      <a:lnTo>
                        <a:pt x="377" y="151"/>
                      </a:lnTo>
                      <a:lnTo>
                        <a:pt x="429" y="186"/>
                      </a:lnTo>
                      <a:lnTo>
                        <a:pt x="476" y="186"/>
                      </a:lnTo>
                      <a:lnTo>
                        <a:pt x="511" y="239"/>
                      </a:lnTo>
                      <a:lnTo>
                        <a:pt x="656" y="268"/>
                      </a:lnTo>
                      <a:lnTo>
                        <a:pt x="778" y="174"/>
                      </a:lnTo>
                      <a:lnTo>
                        <a:pt x="691" y="52"/>
                      </a:lnTo>
                      <a:lnTo>
                        <a:pt x="720" y="29"/>
                      </a:lnTo>
                      <a:lnTo>
                        <a:pt x="843" y="105"/>
                      </a:lnTo>
                      <a:lnTo>
                        <a:pt x="872" y="87"/>
                      </a:lnTo>
                      <a:lnTo>
                        <a:pt x="965" y="99"/>
                      </a:lnTo>
                      <a:lnTo>
                        <a:pt x="1000" y="24"/>
                      </a:lnTo>
                      <a:lnTo>
                        <a:pt x="1000" y="0"/>
                      </a:lnTo>
                      <a:lnTo>
                        <a:pt x="1057" y="24"/>
                      </a:lnTo>
                      <a:lnTo>
                        <a:pt x="1052" y="59"/>
                      </a:lnTo>
                      <a:lnTo>
                        <a:pt x="1075" y="82"/>
                      </a:lnTo>
                      <a:lnTo>
                        <a:pt x="1075" y="256"/>
                      </a:lnTo>
                      <a:lnTo>
                        <a:pt x="1099" y="303"/>
                      </a:lnTo>
                      <a:lnTo>
                        <a:pt x="1296" y="268"/>
                      </a:lnTo>
                      <a:lnTo>
                        <a:pt x="1342" y="233"/>
                      </a:lnTo>
                      <a:lnTo>
                        <a:pt x="1401" y="268"/>
                      </a:lnTo>
                      <a:lnTo>
                        <a:pt x="1470" y="268"/>
                      </a:lnTo>
                      <a:lnTo>
                        <a:pt x="1499" y="296"/>
                      </a:lnTo>
                      <a:lnTo>
                        <a:pt x="1540" y="291"/>
                      </a:lnTo>
                      <a:lnTo>
                        <a:pt x="1633" y="163"/>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52" name=""/>
                <p:cNvSpPr/>
                <p:nvPr/>
              </p:nvSpPr>
              <p:spPr>
                <a:xfrm rot="20717400">
                  <a:off x="4264560" y="1665000"/>
                  <a:ext cx="8280" cy="6480"/>
                </a:xfrm>
                <a:custGeom>
                  <a:avLst/>
                  <a:gdLst/>
                  <a:ahLst/>
                  <a:rect l="l" t="t" r="r" b="b"/>
                  <a:pathLst>
                    <a:path w="75" h="57">
                      <a:moveTo>
                        <a:pt x="47" y="0"/>
                      </a:moveTo>
                      <a:lnTo>
                        <a:pt x="0" y="23"/>
                      </a:lnTo>
                      <a:lnTo>
                        <a:pt x="0" y="45"/>
                      </a:lnTo>
                      <a:lnTo>
                        <a:pt x="40" y="40"/>
                      </a:lnTo>
                      <a:lnTo>
                        <a:pt x="47" y="52"/>
                      </a:lnTo>
                      <a:lnTo>
                        <a:pt x="75" y="57"/>
                      </a:lnTo>
                      <a:lnTo>
                        <a:pt x="70" y="17"/>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40320" bIns="-40320" anchor="t">
                  <a:noAutofit/>
                </a:bodyPr>
                <a:p>
                  <a:endParaRPr b="0" lang="en-US" sz="2400" spc="-1" strike="noStrike">
                    <a:solidFill>
                      <a:srgbClr val="000000"/>
                    </a:solidFill>
                    <a:latin typeface="Times New Roman"/>
                  </a:endParaRPr>
                </a:p>
              </p:txBody>
            </p:sp>
            <p:sp>
              <p:nvSpPr>
                <p:cNvPr id="8653" name=""/>
                <p:cNvSpPr/>
                <p:nvPr/>
              </p:nvSpPr>
              <p:spPr>
                <a:xfrm rot="20717400">
                  <a:off x="4056840" y="1530360"/>
                  <a:ext cx="106920" cy="47880"/>
                </a:xfrm>
                <a:custGeom>
                  <a:avLst/>
                  <a:gdLst/>
                  <a:ahLst/>
                  <a:rect l="l" t="t" r="r" b="b"/>
                  <a:pathLst>
                    <a:path w="884" h="377">
                      <a:moveTo>
                        <a:pt x="0" y="87"/>
                      </a:moveTo>
                      <a:lnTo>
                        <a:pt x="35" y="41"/>
                      </a:lnTo>
                      <a:lnTo>
                        <a:pt x="238" y="0"/>
                      </a:lnTo>
                      <a:lnTo>
                        <a:pt x="517" y="98"/>
                      </a:lnTo>
                      <a:lnTo>
                        <a:pt x="610" y="192"/>
                      </a:lnTo>
                      <a:lnTo>
                        <a:pt x="802" y="238"/>
                      </a:lnTo>
                      <a:lnTo>
                        <a:pt x="807" y="279"/>
                      </a:lnTo>
                      <a:lnTo>
                        <a:pt x="884" y="337"/>
                      </a:lnTo>
                      <a:lnTo>
                        <a:pt x="837" y="377"/>
                      </a:lnTo>
                      <a:lnTo>
                        <a:pt x="570" y="354"/>
                      </a:lnTo>
                      <a:lnTo>
                        <a:pt x="575" y="279"/>
                      </a:lnTo>
                      <a:lnTo>
                        <a:pt x="483" y="185"/>
                      </a:lnTo>
                      <a:lnTo>
                        <a:pt x="424" y="180"/>
                      </a:lnTo>
                      <a:lnTo>
                        <a:pt x="226" y="93"/>
                      </a:lnTo>
                      <a:lnTo>
                        <a:pt x="198" y="58"/>
                      </a:lnTo>
                      <a:lnTo>
                        <a:pt x="81" y="105"/>
                      </a:lnTo>
                      <a:lnTo>
                        <a:pt x="0" y="87"/>
                      </a:lnTo>
                      <a:close/>
                    </a:path>
                  </a:pathLst>
                </a:custGeom>
                <a:solidFill>
                  <a:srgbClr val="ffffff"/>
                </a:solidFill>
                <a:ln w="9360">
                  <a:solidFill>
                    <a:srgbClr val="000000"/>
                  </a:solidFill>
                  <a:round/>
                </a:ln>
              </p:spPr>
              <p:style>
                <a:lnRef idx="0"/>
                <a:fillRef idx="0"/>
                <a:effectRef idx="0"/>
                <a:fontRef idx="minor"/>
              </p:style>
              <p:txBody>
                <a:bodyPr lIns="90000" rIns="90000" tIns="1080" bIns="1080" anchor="t">
                  <a:noAutofit/>
                </a:bodyPr>
                <a:p>
                  <a:endParaRPr b="0" lang="en-US" sz="2400" spc="-1" strike="noStrike">
                    <a:solidFill>
                      <a:srgbClr val="000000"/>
                    </a:solidFill>
                    <a:latin typeface="Times New Roman"/>
                  </a:endParaRPr>
                </a:p>
              </p:txBody>
            </p:sp>
            <p:sp>
              <p:nvSpPr>
                <p:cNvPr id="8654" name=""/>
                <p:cNvSpPr/>
                <p:nvPr/>
              </p:nvSpPr>
              <p:spPr>
                <a:xfrm rot="20717400">
                  <a:off x="4232880" y="1560240"/>
                  <a:ext cx="21600" cy="7920"/>
                </a:xfrm>
                <a:custGeom>
                  <a:avLst/>
                  <a:gdLst/>
                  <a:ahLst/>
                  <a:rect l="l" t="t" r="r" b="b"/>
                  <a:pathLst>
                    <a:path w="180" h="57">
                      <a:moveTo>
                        <a:pt x="0" y="40"/>
                      </a:moveTo>
                      <a:lnTo>
                        <a:pt x="17" y="5"/>
                      </a:lnTo>
                      <a:lnTo>
                        <a:pt x="127" y="5"/>
                      </a:lnTo>
                      <a:lnTo>
                        <a:pt x="168" y="0"/>
                      </a:lnTo>
                      <a:lnTo>
                        <a:pt x="180" y="22"/>
                      </a:lnTo>
                      <a:lnTo>
                        <a:pt x="104" y="57"/>
                      </a:lnTo>
                      <a:lnTo>
                        <a:pt x="70" y="40"/>
                      </a:lnTo>
                      <a:lnTo>
                        <a:pt x="0" y="40"/>
                      </a:lnTo>
                      <a:close/>
                    </a:path>
                  </a:pathLst>
                </a:custGeom>
                <a:solidFill>
                  <a:srgbClr val="ffffff"/>
                </a:solidFill>
                <a:ln w="9360">
                  <a:solidFill>
                    <a:srgbClr val="00000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8655" name=""/>
                <p:cNvSpPr/>
                <p:nvPr/>
              </p:nvSpPr>
              <p:spPr>
                <a:xfrm rot="20717400">
                  <a:off x="4121640" y="1583280"/>
                  <a:ext cx="24840" cy="11880"/>
                </a:xfrm>
                <a:custGeom>
                  <a:avLst/>
                  <a:gdLst/>
                  <a:ahLst/>
                  <a:rect l="l" t="t" r="r" b="b"/>
                  <a:pathLst>
                    <a:path w="209" h="94">
                      <a:moveTo>
                        <a:pt x="0" y="0"/>
                      </a:moveTo>
                      <a:lnTo>
                        <a:pt x="87" y="82"/>
                      </a:lnTo>
                      <a:lnTo>
                        <a:pt x="122" y="94"/>
                      </a:lnTo>
                      <a:lnTo>
                        <a:pt x="197" y="82"/>
                      </a:lnTo>
                      <a:lnTo>
                        <a:pt x="209" y="53"/>
                      </a:lnTo>
                      <a:lnTo>
                        <a:pt x="127" y="47"/>
                      </a:lnTo>
                      <a:lnTo>
                        <a:pt x="92" y="35"/>
                      </a:lnTo>
                      <a:lnTo>
                        <a:pt x="64" y="0"/>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34920" bIns="-34920" anchor="t">
                  <a:noAutofit/>
                </a:bodyPr>
                <a:p>
                  <a:endParaRPr b="0" lang="en-US" sz="2400" spc="-1" strike="noStrike">
                    <a:solidFill>
                      <a:srgbClr val="000000"/>
                    </a:solidFill>
                    <a:latin typeface="Times New Roman"/>
                  </a:endParaRPr>
                </a:p>
              </p:txBody>
            </p:sp>
            <p:sp>
              <p:nvSpPr>
                <p:cNvPr id="8656" name=""/>
                <p:cNvSpPr/>
                <p:nvPr/>
              </p:nvSpPr>
              <p:spPr>
                <a:xfrm rot="20717400">
                  <a:off x="4068720" y="1558440"/>
                  <a:ext cx="8280" cy="5040"/>
                </a:xfrm>
                <a:custGeom>
                  <a:avLst/>
                  <a:gdLst/>
                  <a:ahLst/>
                  <a:rect l="l" t="t" r="r" b="b"/>
                  <a:pathLst>
                    <a:path w="70" h="40">
                      <a:moveTo>
                        <a:pt x="53" y="0"/>
                      </a:moveTo>
                      <a:lnTo>
                        <a:pt x="35" y="0"/>
                      </a:lnTo>
                      <a:lnTo>
                        <a:pt x="6" y="12"/>
                      </a:lnTo>
                      <a:lnTo>
                        <a:pt x="0" y="40"/>
                      </a:lnTo>
                      <a:lnTo>
                        <a:pt x="70" y="23"/>
                      </a:lnTo>
                      <a:lnTo>
                        <a:pt x="53" y="0"/>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657" name=""/>
                <p:cNvSpPr/>
                <p:nvPr/>
              </p:nvSpPr>
              <p:spPr>
                <a:xfrm rot="20717400">
                  <a:off x="4116960" y="1503360"/>
                  <a:ext cx="5040" cy="7200"/>
                </a:xfrm>
                <a:custGeom>
                  <a:avLst/>
                  <a:gdLst/>
                  <a:ahLst/>
                  <a:rect l="l" t="t" r="r" b="b"/>
                  <a:pathLst>
                    <a:path w="41" h="52">
                      <a:moveTo>
                        <a:pt x="35" y="0"/>
                      </a:moveTo>
                      <a:lnTo>
                        <a:pt x="0" y="0"/>
                      </a:lnTo>
                      <a:lnTo>
                        <a:pt x="6" y="52"/>
                      </a:lnTo>
                      <a:lnTo>
                        <a:pt x="41" y="28"/>
                      </a:lnTo>
                      <a:lnTo>
                        <a:pt x="35" y="17"/>
                      </a:lnTo>
                      <a:lnTo>
                        <a:pt x="35" y="0"/>
                      </a:lnTo>
                      <a:close/>
                    </a:path>
                  </a:pathLst>
                </a:custGeom>
                <a:solidFill>
                  <a:srgbClr val="ffffff"/>
                </a:solidFill>
                <a:ln w="9360">
                  <a:solidFill>
                    <a:srgbClr val="000000"/>
                  </a:solidFill>
                  <a:round/>
                </a:ln>
              </p:spPr>
              <p:style>
                <a:lnRef idx="0"/>
                <a:fillRef idx="0"/>
                <a:effectRef idx="0"/>
                <a:fontRef idx="minor"/>
              </p:style>
              <p:txBody>
                <a:bodyPr lIns="90000" rIns="90000" tIns="-39600" bIns="-39600" anchor="t">
                  <a:noAutofit/>
                </a:bodyPr>
                <a:p>
                  <a:endParaRPr b="0" lang="en-US" sz="2400" spc="-1" strike="noStrike">
                    <a:solidFill>
                      <a:srgbClr val="000000"/>
                    </a:solidFill>
                    <a:latin typeface="Times New Roman"/>
                  </a:endParaRPr>
                </a:p>
              </p:txBody>
            </p:sp>
            <p:sp>
              <p:nvSpPr>
                <p:cNvPr id="8658" name=""/>
                <p:cNvSpPr/>
                <p:nvPr/>
              </p:nvSpPr>
              <p:spPr>
                <a:xfrm rot="20717400">
                  <a:off x="4121280" y="1511640"/>
                  <a:ext cx="2520" cy="3600"/>
                </a:xfrm>
                <a:custGeom>
                  <a:avLst/>
                  <a:gdLst/>
                  <a:ahLst/>
                  <a:rect l="l" t="t" r="r" b="b"/>
                  <a:pathLst>
                    <a:path w="24" h="28">
                      <a:moveTo>
                        <a:pt x="18" y="0"/>
                      </a:moveTo>
                      <a:lnTo>
                        <a:pt x="12" y="11"/>
                      </a:lnTo>
                      <a:lnTo>
                        <a:pt x="0" y="28"/>
                      </a:lnTo>
                      <a:lnTo>
                        <a:pt x="24" y="23"/>
                      </a:lnTo>
                      <a:lnTo>
                        <a:pt x="18" y="0"/>
                      </a:lnTo>
                      <a:close/>
                    </a:path>
                  </a:pathLst>
                </a:custGeom>
                <a:solidFill>
                  <a:srgbClr val="ffffff"/>
                </a:solidFill>
                <a:ln w="9360">
                  <a:solidFill>
                    <a:srgbClr val="000000"/>
                  </a:solidFill>
                  <a:round/>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8659" name=""/>
                <p:cNvSpPr/>
                <p:nvPr/>
              </p:nvSpPr>
              <p:spPr>
                <a:xfrm rot="20717400">
                  <a:off x="3645720" y="986040"/>
                  <a:ext cx="11520" cy="5040"/>
                </a:xfrm>
                <a:custGeom>
                  <a:avLst/>
                  <a:gdLst/>
                  <a:ahLst/>
                  <a:rect l="l" t="t" r="r" b="b"/>
                  <a:pathLst>
                    <a:path w="99" h="46">
                      <a:moveTo>
                        <a:pt x="64" y="11"/>
                      </a:moveTo>
                      <a:lnTo>
                        <a:pt x="12" y="0"/>
                      </a:lnTo>
                      <a:lnTo>
                        <a:pt x="0" y="11"/>
                      </a:lnTo>
                      <a:lnTo>
                        <a:pt x="12" y="40"/>
                      </a:lnTo>
                      <a:lnTo>
                        <a:pt x="64" y="46"/>
                      </a:lnTo>
                      <a:lnTo>
                        <a:pt x="99" y="17"/>
                      </a:lnTo>
                      <a:lnTo>
                        <a:pt x="64" y="11"/>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660" name=""/>
                <p:cNvSpPr/>
                <p:nvPr/>
              </p:nvSpPr>
              <p:spPr>
                <a:xfrm rot="20717400">
                  <a:off x="3625200" y="1042200"/>
                  <a:ext cx="13320" cy="6120"/>
                </a:xfrm>
                <a:custGeom>
                  <a:avLst/>
                  <a:gdLst/>
                  <a:ahLst/>
                  <a:rect l="l" t="t" r="r" b="b"/>
                  <a:pathLst>
                    <a:path w="110" h="52">
                      <a:moveTo>
                        <a:pt x="58" y="0"/>
                      </a:moveTo>
                      <a:lnTo>
                        <a:pt x="0" y="24"/>
                      </a:lnTo>
                      <a:lnTo>
                        <a:pt x="23" y="41"/>
                      </a:lnTo>
                      <a:lnTo>
                        <a:pt x="105" y="52"/>
                      </a:lnTo>
                      <a:lnTo>
                        <a:pt x="110" y="17"/>
                      </a:lnTo>
                      <a:lnTo>
                        <a:pt x="81" y="0"/>
                      </a:lnTo>
                      <a:lnTo>
                        <a:pt x="58" y="0"/>
                      </a:lnTo>
                      <a:close/>
                    </a:path>
                  </a:pathLst>
                </a:custGeom>
                <a:solidFill>
                  <a:srgbClr val="ffffff"/>
                </a:solidFill>
                <a:ln w="9360">
                  <a:solidFill>
                    <a:srgbClr val="000000"/>
                  </a:solidFill>
                  <a:round/>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8661" name=""/>
                <p:cNvSpPr/>
                <p:nvPr/>
              </p:nvSpPr>
              <p:spPr>
                <a:xfrm rot="20717400">
                  <a:off x="4207680" y="1169280"/>
                  <a:ext cx="52560" cy="54000"/>
                </a:xfrm>
                <a:custGeom>
                  <a:avLst/>
                  <a:gdLst/>
                  <a:ahLst/>
                  <a:rect l="l" t="t" r="r" b="b"/>
                  <a:pathLst>
                    <a:path w="436" h="424">
                      <a:moveTo>
                        <a:pt x="180" y="0"/>
                      </a:moveTo>
                      <a:lnTo>
                        <a:pt x="105" y="198"/>
                      </a:lnTo>
                      <a:lnTo>
                        <a:pt x="0" y="250"/>
                      </a:lnTo>
                      <a:lnTo>
                        <a:pt x="81" y="255"/>
                      </a:lnTo>
                      <a:lnTo>
                        <a:pt x="81" y="360"/>
                      </a:lnTo>
                      <a:lnTo>
                        <a:pt x="162" y="389"/>
                      </a:lnTo>
                      <a:lnTo>
                        <a:pt x="255" y="342"/>
                      </a:lnTo>
                      <a:lnTo>
                        <a:pt x="279" y="354"/>
                      </a:lnTo>
                      <a:lnTo>
                        <a:pt x="337" y="401"/>
                      </a:lnTo>
                      <a:lnTo>
                        <a:pt x="394" y="372"/>
                      </a:lnTo>
                      <a:lnTo>
                        <a:pt x="412" y="424"/>
                      </a:lnTo>
                      <a:lnTo>
                        <a:pt x="436" y="255"/>
                      </a:lnTo>
                      <a:lnTo>
                        <a:pt x="384" y="273"/>
                      </a:lnTo>
                      <a:lnTo>
                        <a:pt x="412" y="203"/>
                      </a:lnTo>
                      <a:lnTo>
                        <a:pt x="360" y="163"/>
                      </a:lnTo>
                      <a:lnTo>
                        <a:pt x="366" y="145"/>
                      </a:lnTo>
                      <a:lnTo>
                        <a:pt x="255" y="122"/>
                      </a:lnTo>
                      <a:lnTo>
                        <a:pt x="197" y="151"/>
                      </a:lnTo>
                      <a:lnTo>
                        <a:pt x="227" y="35"/>
                      </a:lnTo>
                      <a:lnTo>
                        <a:pt x="180" y="0"/>
                      </a:lnTo>
                      <a:close/>
                    </a:path>
                  </a:pathLst>
                </a:custGeom>
                <a:solidFill>
                  <a:srgbClr val="ffffff"/>
                </a:solidFill>
                <a:ln w="9360">
                  <a:solidFill>
                    <a:srgbClr val="00000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8662" name=""/>
                <p:cNvSpPr/>
                <p:nvPr/>
              </p:nvSpPr>
              <p:spPr>
                <a:xfrm rot="20717400">
                  <a:off x="4183200" y="1211040"/>
                  <a:ext cx="14400" cy="7200"/>
                </a:xfrm>
                <a:custGeom>
                  <a:avLst/>
                  <a:gdLst/>
                  <a:ahLst/>
                  <a:rect l="l" t="t" r="r" b="b"/>
                  <a:pathLst>
                    <a:path w="122" h="53">
                      <a:moveTo>
                        <a:pt x="93" y="0"/>
                      </a:moveTo>
                      <a:lnTo>
                        <a:pt x="30" y="7"/>
                      </a:lnTo>
                      <a:lnTo>
                        <a:pt x="0" y="7"/>
                      </a:lnTo>
                      <a:lnTo>
                        <a:pt x="0" y="24"/>
                      </a:lnTo>
                      <a:lnTo>
                        <a:pt x="82" y="35"/>
                      </a:lnTo>
                      <a:lnTo>
                        <a:pt x="99" y="53"/>
                      </a:lnTo>
                      <a:lnTo>
                        <a:pt x="122" y="30"/>
                      </a:lnTo>
                      <a:lnTo>
                        <a:pt x="93" y="0"/>
                      </a:lnTo>
                      <a:close/>
                    </a:path>
                  </a:pathLst>
                </a:custGeom>
                <a:solidFill>
                  <a:srgbClr val="ffffff"/>
                </a:solidFill>
                <a:ln w="9360">
                  <a:solidFill>
                    <a:srgbClr val="000000"/>
                  </a:solidFill>
                  <a:round/>
                </a:ln>
              </p:spPr>
              <p:style>
                <a:lnRef idx="0"/>
                <a:fillRef idx="0"/>
                <a:effectRef idx="0"/>
                <a:fontRef idx="minor"/>
              </p:style>
              <p:txBody>
                <a:bodyPr lIns="90000" rIns="90000" tIns="-39600" bIns="-39600" anchor="t">
                  <a:noAutofit/>
                </a:bodyPr>
                <a:p>
                  <a:endParaRPr b="0" lang="en-US" sz="2400" spc="-1" strike="noStrike">
                    <a:solidFill>
                      <a:srgbClr val="000000"/>
                    </a:solidFill>
                    <a:latin typeface="Times New Roman"/>
                  </a:endParaRPr>
                </a:p>
              </p:txBody>
            </p:sp>
            <p:sp>
              <p:nvSpPr>
                <p:cNvPr id="8663" name=""/>
                <p:cNvSpPr/>
                <p:nvPr/>
              </p:nvSpPr>
              <p:spPr>
                <a:xfrm rot="20717400">
                  <a:off x="4193640" y="1241640"/>
                  <a:ext cx="8280" cy="5760"/>
                </a:xfrm>
                <a:custGeom>
                  <a:avLst/>
                  <a:gdLst/>
                  <a:ahLst/>
                  <a:rect l="l" t="t" r="r" b="b"/>
                  <a:pathLst>
                    <a:path w="75" h="47">
                      <a:moveTo>
                        <a:pt x="40" y="0"/>
                      </a:moveTo>
                      <a:lnTo>
                        <a:pt x="0" y="24"/>
                      </a:lnTo>
                      <a:lnTo>
                        <a:pt x="17" y="42"/>
                      </a:lnTo>
                      <a:lnTo>
                        <a:pt x="75" y="47"/>
                      </a:lnTo>
                      <a:lnTo>
                        <a:pt x="69" y="12"/>
                      </a:lnTo>
                      <a:lnTo>
                        <a:pt x="40" y="0"/>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664" name=""/>
                <p:cNvSpPr/>
                <p:nvPr/>
              </p:nvSpPr>
              <p:spPr>
                <a:xfrm rot="20717400">
                  <a:off x="4213080" y="1235160"/>
                  <a:ext cx="10440" cy="12960"/>
                </a:xfrm>
                <a:custGeom>
                  <a:avLst/>
                  <a:gdLst/>
                  <a:ahLst/>
                  <a:rect l="l" t="t" r="r" b="b"/>
                  <a:pathLst>
                    <a:path w="87" h="105">
                      <a:moveTo>
                        <a:pt x="17" y="100"/>
                      </a:moveTo>
                      <a:lnTo>
                        <a:pt x="0" y="59"/>
                      </a:lnTo>
                      <a:lnTo>
                        <a:pt x="28" y="0"/>
                      </a:lnTo>
                      <a:lnTo>
                        <a:pt x="52" y="12"/>
                      </a:lnTo>
                      <a:lnTo>
                        <a:pt x="40" y="47"/>
                      </a:lnTo>
                      <a:lnTo>
                        <a:pt x="87" y="70"/>
                      </a:lnTo>
                      <a:lnTo>
                        <a:pt x="75" y="105"/>
                      </a:lnTo>
                      <a:lnTo>
                        <a:pt x="28" y="100"/>
                      </a:lnTo>
                      <a:lnTo>
                        <a:pt x="17" y="100"/>
                      </a:lnTo>
                      <a:close/>
                    </a:path>
                  </a:pathLst>
                </a:custGeom>
                <a:solidFill>
                  <a:srgbClr val="ffffff"/>
                </a:solidFill>
                <a:ln w="9360">
                  <a:solidFill>
                    <a:srgbClr val="000000"/>
                  </a:solidFill>
                  <a:round/>
                </a:ln>
              </p:spPr>
              <p:style>
                <a:lnRef idx="0"/>
                <a:fillRef idx="0"/>
                <a:effectRef idx="0"/>
                <a:fontRef idx="minor"/>
              </p:style>
              <p:txBody>
                <a:bodyPr lIns="90000" rIns="90000" tIns="-33840" bIns="-33840" anchor="t">
                  <a:noAutofit/>
                </a:bodyPr>
                <a:p>
                  <a:endParaRPr b="0" lang="en-US" sz="2400" spc="-1" strike="noStrike">
                    <a:solidFill>
                      <a:srgbClr val="000000"/>
                    </a:solidFill>
                    <a:latin typeface="Times New Roman"/>
                  </a:endParaRPr>
                </a:p>
              </p:txBody>
            </p:sp>
            <p:sp>
              <p:nvSpPr>
                <p:cNvPr id="8665" name=""/>
                <p:cNvSpPr/>
                <p:nvPr/>
              </p:nvSpPr>
              <p:spPr>
                <a:xfrm rot="20717400">
                  <a:off x="3745080" y="1207800"/>
                  <a:ext cx="9720" cy="29520"/>
                </a:xfrm>
                <a:custGeom>
                  <a:avLst/>
                  <a:gdLst/>
                  <a:ahLst/>
                  <a:rect l="l" t="t" r="r" b="b"/>
                  <a:pathLst>
                    <a:path w="76" h="232">
                      <a:moveTo>
                        <a:pt x="70" y="214"/>
                      </a:moveTo>
                      <a:lnTo>
                        <a:pt x="59" y="157"/>
                      </a:lnTo>
                      <a:lnTo>
                        <a:pt x="76" y="58"/>
                      </a:lnTo>
                      <a:lnTo>
                        <a:pt x="59" y="0"/>
                      </a:lnTo>
                      <a:lnTo>
                        <a:pt x="0" y="0"/>
                      </a:lnTo>
                      <a:lnTo>
                        <a:pt x="47" y="46"/>
                      </a:lnTo>
                      <a:lnTo>
                        <a:pt x="0" y="127"/>
                      </a:lnTo>
                      <a:lnTo>
                        <a:pt x="29" y="174"/>
                      </a:lnTo>
                      <a:lnTo>
                        <a:pt x="41" y="220"/>
                      </a:lnTo>
                      <a:lnTo>
                        <a:pt x="64" y="232"/>
                      </a:lnTo>
                      <a:lnTo>
                        <a:pt x="70" y="214"/>
                      </a:lnTo>
                      <a:close/>
                    </a:path>
                  </a:pathLst>
                </a:custGeom>
                <a:solidFill>
                  <a:srgbClr val="ffffff"/>
                </a:solidFill>
                <a:ln w="9360">
                  <a:solidFill>
                    <a:srgbClr val="000000"/>
                  </a:solidFill>
                  <a:round/>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8666" name=""/>
                <p:cNvSpPr/>
                <p:nvPr/>
              </p:nvSpPr>
              <p:spPr>
                <a:xfrm rot="20717400">
                  <a:off x="4015440" y="1083960"/>
                  <a:ext cx="30960" cy="23040"/>
                </a:xfrm>
                <a:custGeom>
                  <a:avLst/>
                  <a:gdLst/>
                  <a:ahLst/>
                  <a:rect l="l" t="t" r="r" b="b"/>
                  <a:pathLst>
                    <a:path w="256" h="187">
                      <a:moveTo>
                        <a:pt x="29" y="0"/>
                      </a:moveTo>
                      <a:lnTo>
                        <a:pt x="41" y="30"/>
                      </a:lnTo>
                      <a:lnTo>
                        <a:pt x="0" y="122"/>
                      </a:lnTo>
                      <a:lnTo>
                        <a:pt x="69" y="187"/>
                      </a:lnTo>
                      <a:lnTo>
                        <a:pt x="111" y="169"/>
                      </a:lnTo>
                      <a:lnTo>
                        <a:pt x="104" y="122"/>
                      </a:lnTo>
                      <a:lnTo>
                        <a:pt x="157" y="169"/>
                      </a:lnTo>
                      <a:lnTo>
                        <a:pt x="215" y="187"/>
                      </a:lnTo>
                      <a:lnTo>
                        <a:pt x="256" y="164"/>
                      </a:lnTo>
                      <a:lnTo>
                        <a:pt x="238" y="111"/>
                      </a:lnTo>
                      <a:lnTo>
                        <a:pt x="191" y="117"/>
                      </a:lnTo>
                      <a:lnTo>
                        <a:pt x="157" y="47"/>
                      </a:lnTo>
                      <a:lnTo>
                        <a:pt x="87" y="0"/>
                      </a:lnTo>
                      <a:lnTo>
                        <a:pt x="29" y="0"/>
                      </a:lnTo>
                      <a:close/>
                    </a:path>
                  </a:pathLst>
                </a:custGeom>
                <a:solidFill>
                  <a:srgbClr val="ffffff"/>
                </a:solidFill>
                <a:ln w="9360">
                  <a:solidFill>
                    <a:srgbClr val="000000"/>
                  </a:solidFill>
                  <a:round/>
                </a:ln>
              </p:spPr>
              <p:style>
                <a:lnRef idx="0"/>
                <a:fillRef idx="0"/>
                <a:effectRef idx="0"/>
                <a:fontRef idx="minor"/>
              </p:style>
              <p:txBody>
                <a:bodyPr lIns="90000" rIns="90000" tIns="-23760" bIns="-23760" anchor="t">
                  <a:noAutofit/>
                </a:bodyPr>
                <a:p>
                  <a:endParaRPr b="0" lang="en-US" sz="2400" spc="-1" strike="noStrike">
                    <a:solidFill>
                      <a:srgbClr val="000000"/>
                    </a:solidFill>
                    <a:latin typeface="Times New Roman"/>
                  </a:endParaRPr>
                </a:p>
              </p:txBody>
            </p:sp>
            <p:sp>
              <p:nvSpPr>
                <p:cNvPr id="8667" name=""/>
                <p:cNvSpPr/>
                <p:nvPr/>
              </p:nvSpPr>
              <p:spPr>
                <a:xfrm rot="20717400">
                  <a:off x="4026240" y="1114920"/>
                  <a:ext cx="6480" cy="9000"/>
                </a:xfrm>
                <a:custGeom>
                  <a:avLst/>
                  <a:gdLst/>
                  <a:ahLst/>
                  <a:rect l="l" t="t" r="r" b="b"/>
                  <a:pathLst>
                    <a:path w="52" h="70">
                      <a:moveTo>
                        <a:pt x="41" y="0"/>
                      </a:moveTo>
                      <a:lnTo>
                        <a:pt x="0" y="5"/>
                      </a:lnTo>
                      <a:lnTo>
                        <a:pt x="0" y="70"/>
                      </a:lnTo>
                      <a:lnTo>
                        <a:pt x="24" y="52"/>
                      </a:lnTo>
                      <a:lnTo>
                        <a:pt x="47" y="47"/>
                      </a:lnTo>
                      <a:lnTo>
                        <a:pt x="52" y="29"/>
                      </a:lnTo>
                      <a:lnTo>
                        <a:pt x="41" y="0"/>
                      </a:lnTo>
                      <a:close/>
                    </a:path>
                  </a:pathLst>
                </a:custGeom>
                <a:solidFill>
                  <a:srgbClr val="ffffff"/>
                </a:solidFill>
                <a:ln w="9360">
                  <a:solidFill>
                    <a:srgbClr val="000000"/>
                  </a:solidFill>
                  <a:round/>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8668" name=""/>
                <p:cNvSpPr/>
                <p:nvPr/>
              </p:nvSpPr>
              <p:spPr>
                <a:xfrm rot="20717400">
                  <a:off x="3873600" y="978120"/>
                  <a:ext cx="36720" cy="30960"/>
                </a:xfrm>
                <a:custGeom>
                  <a:avLst/>
                  <a:gdLst/>
                  <a:ahLst/>
                  <a:rect l="l" t="t" r="r" b="b"/>
                  <a:pathLst>
                    <a:path w="309" h="244">
                      <a:moveTo>
                        <a:pt x="187" y="0"/>
                      </a:moveTo>
                      <a:lnTo>
                        <a:pt x="88" y="105"/>
                      </a:lnTo>
                      <a:lnTo>
                        <a:pt x="0" y="128"/>
                      </a:lnTo>
                      <a:lnTo>
                        <a:pt x="18" y="232"/>
                      </a:lnTo>
                      <a:lnTo>
                        <a:pt x="100" y="244"/>
                      </a:lnTo>
                      <a:lnTo>
                        <a:pt x="145" y="175"/>
                      </a:lnTo>
                      <a:lnTo>
                        <a:pt x="309" y="180"/>
                      </a:lnTo>
                      <a:lnTo>
                        <a:pt x="245" y="18"/>
                      </a:lnTo>
                      <a:lnTo>
                        <a:pt x="187" y="0"/>
                      </a:lnTo>
                      <a:close/>
                    </a:path>
                  </a:pathLst>
                </a:custGeom>
                <a:solidFill>
                  <a:srgbClr val="ffffff"/>
                </a:solidFill>
                <a:ln w="9360">
                  <a:solidFill>
                    <a:srgbClr val="000000"/>
                  </a:solidFill>
                  <a:round/>
                </a:ln>
              </p:spPr>
              <p:style>
                <a:lnRef idx="0"/>
                <a:fillRef idx="0"/>
                <a:effectRef idx="0"/>
                <a:fontRef idx="minor"/>
              </p:style>
              <p:txBody>
                <a:bodyPr lIns="90000" rIns="90000" tIns="-15840" bIns="-15840" anchor="t">
                  <a:noAutofit/>
                </a:bodyPr>
                <a:p>
                  <a:endParaRPr b="0" lang="en-US" sz="2400" spc="-1" strike="noStrike">
                    <a:solidFill>
                      <a:srgbClr val="000000"/>
                    </a:solidFill>
                    <a:latin typeface="Times New Roman"/>
                  </a:endParaRPr>
                </a:p>
              </p:txBody>
            </p:sp>
            <p:sp>
              <p:nvSpPr>
                <p:cNvPr id="8669" name=""/>
                <p:cNvSpPr/>
                <p:nvPr/>
              </p:nvSpPr>
              <p:spPr>
                <a:xfrm rot="20717400">
                  <a:off x="3895560" y="996840"/>
                  <a:ext cx="50760" cy="61200"/>
                </a:xfrm>
                <a:custGeom>
                  <a:avLst/>
                  <a:gdLst/>
                  <a:ahLst/>
                  <a:rect l="l" t="t" r="r" b="b"/>
                  <a:pathLst>
                    <a:path w="424" h="476">
                      <a:moveTo>
                        <a:pt x="197" y="6"/>
                      </a:moveTo>
                      <a:lnTo>
                        <a:pt x="75" y="0"/>
                      </a:lnTo>
                      <a:lnTo>
                        <a:pt x="70" y="35"/>
                      </a:lnTo>
                      <a:lnTo>
                        <a:pt x="63" y="94"/>
                      </a:lnTo>
                      <a:lnTo>
                        <a:pt x="46" y="146"/>
                      </a:lnTo>
                      <a:lnTo>
                        <a:pt x="105" y="209"/>
                      </a:lnTo>
                      <a:lnTo>
                        <a:pt x="0" y="209"/>
                      </a:lnTo>
                      <a:lnTo>
                        <a:pt x="75" y="279"/>
                      </a:lnTo>
                      <a:lnTo>
                        <a:pt x="105" y="383"/>
                      </a:lnTo>
                      <a:lnTo>
                        <a:pt x="244" y="395"/>
                      </a:lnTo>
                      <a:lnTo>
                        <a:pt x="354" y="476"/>
                      </a:lnTo>
                      <a:lnTo>
                        <a:pt x="407" y="436"/>
                      </a:lnTo>
                      <a:lnTo>
                        <a:pt x="384" y="395"/>
                      </a:lnTo>
                      <a:lnTo>
                        <a:pt x="419" y="401"/>
                      </a:lnTo>
                      <a:lnTo>
                        <a:pt x="372" y="267"/>
                      </a:lnTo>
                      <a:lnTo>
                        <a:pt x="424" y="111"/>
                      </a:lnTo>
                      <a:lnTo>
                        <a:pt x="384" y="76"/>
                      </a:lnTo>
                      <a:lnTo>
                        <a:pt x="342" y="174"/>
                      </a:lnTo>
                      <a:lnTo>
                        <a:pt x="349" y="162"/>
                      </a:lnTo>
                      <a:lnTo>
                        <a:pt x="314" y="87"/>
                      </a:lnTo>
                      <a:lnTo>
                        <a:pt x="238" y="59"/>
                      </a:lnTo>
                      <a:lnTo>
                        <a:pt x="197" y="6"/>
                      </a:lnTo>
                      <a:close/>
                    </a:path>
                  </a:pathLst>
                </a:custGeom>
                <a:solidFill>
                  <a:srgbClr val="ffffff"/>
                </a:solidFill>
                <a:ln w="9360">
                  <a:solidFill>
                    <a:srgbClr val="000000"/>
                  </a:solidFill>
                  <a:round/>
                </a:ln>
              </p:spPr>
              <p:style>
                <a:lnRef idx="0"/>
                <a:fillRef idx="0"/>
                <a:effectRef idx="0"/>
                <a:fontRef idx="minor"/>
              </p:style>
              <p:txBody>
                <a:bodyPr lIns="90000" rIns="90000" tIns="14400" bIns="14400" anchor="t">
                  <a:noAutofit/>
                </a:bodyPr>
                <a:p>
                  <a:endParaRPr b="0" lang="en-US" sz="2400" spc="-1" strike="noStrike">
                    <a:solidFill>
                      <a:srgbClr val="000000"/>
                    </a:solidFill>
                    <a:latin typeface="Times New Roman"/>
                  </a:endParaRPr>
                </a:p>
              </p:txBody>
            </p:sp>
            <p:sp>
              <p:nvSpPr>
                <p:cNvPr id="8670" name=""/>
                <p:cNvSpPr/>
                <p:nvPr/>
              </p:nvSpPr>
              <p:spPr>
                <a:xfrm rot="20717400">
                  <a:off x="3951000" y="997920"/>
                  <a:ext cx="20160" cy="29520"/>
                </a:xfrm>
                <a:custGeom>
                  <a:avLst/>
                  <a:gdLst/>
                  <a:ahLst/>
                  <a:rect l="l" t="t" r="r" b="b"/>
                  <a:pathLst>
                    <a:path w="163" h="233">
                      <a:moveTo>
                        <a:pt x="0" y="82"/>
                      </a:moveTo>
                      <a:lnTo>
                        <a:pt x="52" y="163"/>
                      </a:lnTo>
                      <a:lnTo>
                        <a:pt x="29" y="233"/>
                      </a:lnTo>
                      <a:lnTo>
                        <a:pt x="70" y="233"/>
                      </a:lnTo>
                      <a:lnTo>
                        <a:pt x="151" y="180"/>
                      </a:lnTo>
                      <a:lnTo>
                        <a:pt x="163" y="145"/>
                      </a:lnTo>
                      <a:lnTo>
                        <a:pt x="146" y="18"/>
                      </a:lnTo>
                      <a:lnTo>
                        <a:pt x="94" y="0"/>
                      </a:lnTo>
                      <a:lnTo>
                        <a:pt x="64" y="70"/>
                      </a:lnTo>
                      <a:lnTo>
                        <a:pt x="29" y="58"/>
                      </a:lnTo>
                      <a:lnTo>
                        <a:pt x="0" y="82"/>
                      </a:lnTo>
                      <a:close/>
                    </a:path>
                  </a:pathLst>
                </a:custGeom>
                <a:solidFill>
                  <a:srgbClr val="ffffff"/>
                </a:solidFill>
                <a:ln w="9360">
                  <a:solidFill>
                    <a:srgbClr val="000000"/>
                  </a:solidFill>
                  <a:round/>
                </a:ln>
              </p:spPr>
              <p:style>
                <a:lnRef idx="0"/>
                <a:fillRef idx="0"/>
                <a:effectRef idx="0"/>
                <a:fontRef idx="minor"/>
              </p:style>
              <p:txBody>
                <a:bodyPr lIns="90000" rIns="90000" tIns="-17280" bIns="-17280" anchor="t">
                  <a:noAutofit/>
                </a:bodyPr>
                <a:p>
                  <a:endParaRPr b="0" lang="en-US" sz="2400" spc="-1" strike="noStrike">
                    <a:solidFill>
                      <a:srgbClr val="000000"/>
                    </a:solidFill>
                    <a:latin typeface="Times New Roman"/>
                  </a:endParaRPr>
                </a:p>
              </p:txBody>
            </p:sp>
            <p:sp>
              <p:nvSpPr>
                <p:cNvPr id="8671" name=""/>
                <p:cNvSpPr/>
                <p:nvPr/>
              </p:nvSpPr>
              <p:spPr>
                <a:xfrm rot="20717400">
                  <a:off x="3974040" y="994320"/>
                  <a:ext cx="14400" cy="19080"/>
                </a:xfrm>
                <a:custGeom>
                  <a:avLst/>
                  <a:gdLst/>
                  <a:ahLst/>
                  <a:rect l="l" t="t" r="r" b="b"/>
                  <a:pathLst>
                    <a:path w="116" h="150">
                      <a:moveTo>
                        <a:pt x="11" y="46"/>
                      </a:moveTo>
                      <a:lnTo>
                        <a:pt x="0" y="145"/>
                      </a:lnTo>
                      <a:lnTo>
                        <a:pt x="58" y="150"/>
                      </a:lnTo>
                      <a:lnTo>
                        <a:pt x="116" y="46"/>
                      </a:lnTo>
                      <a:lnTo>
                        <a:pt x="75" y="0"/>
                      </a:lnTo>
                      <a:lnTo>
                        <a:pt x="29" y="0"/>
                      </a:lnTo>
                      <a:lnTo>
                        <a:pt x="11" y="46"/>
                      </a:lnTo>
                      <a:close/>
                    </a:path>
                  </a:pathLst>
                </a:custGeom>
                <a:solidFill>
                  <a:srgbClr val="ffffff"/>
                </a:solidFill>
                <a:ln w="9360">
                  <a:solidFill>
                    <a:srgbClr val="000000"/>
                  </a:solidFill>
                  <a:round/>
                </a:ln>
              </p:spPr>
              <p:style>
                <a:lnRef idx="0"/>
                <a:fillRef idx="0"/>
                <a:effectRef idx="0"/>
                <a:fontRef idx="minor"/>
              </p:style>
              <p:txBody>
                <a:bodyPr lIns="90000" rIns="90000" tIns="-27720" bIns="-27720" anchor="t">
                  <a:noAutofit/>
                </a:bodyPr>
                <a:p>
                  <a:endParaRPr b="0" lang="en-US" sz="2400" spc="-1" strike="noStrike">
                    <a:solidFill>
                      <a:srgbClr val="000000"/>
                    </a:solidFill>
                    <a:latin typeface="Times New Roman"/>
                  </a:endParaRPr>
                </a:p>
              </p:txBody>
            </p:sp>
            <p:sp>
              <p:nvSpPr>
                <p:cNvPr id="8672" name=""/>
                <p:cNvSpPr/>
                <p:nvPr/>
              </p:nvSpPr>
              <p:spPr>
                <a:xfrm rot="20717400">
                  <a:off x="3998160" y="981000"/>
                  <a:ext cx="119520" cy="136440"/>
                </a:xfrm>
                <a:custGeom>
                  <a:avLst/>
                  <a:gdLst/>
                  <a:ahLst/>
                  <a:rect l="l" t="t" r="r" b="b"/>
                  <a:pathLst>
                    <a:path w="987" h="1074">
                      <a:moveTo>
                        <a:pt x="110" y="0"/>
                      </a:moveTo>
                      <a:lnTo>
                        <a:pt x="93" y="52"/>
                      </a:lnTo>
                      <a:lnTo>
                        <a:pt x="16" y="80"/>
                      </a:lnTo>
                      <a:lnTo>
                        <a:pt x="0" y="133"/>
                      </a:lnTo>
                      <a:lnTo>
                        <a:pt x="58" y="197"/>
                      </a:lnTo>
                      <a:lnTo>
                        <a:pt x="28" y="226"/>
                      </a:lnTo>
                      <a:lnTo>
                        <a:pt x="86" y="284"/>
                      </a:lnTo>
                      <a:lnTo>
                        <a:pt x="191" y="296"/>
                      </a:lnTo>
                      <a:lnTo>
                        <a:pt x="330" y="377"/>
                      </a:lnTo>
                      <a:lnTo>
                        <a:pt x="342" y="336"/>
                      </a:lnTo>
                      <a:lnTo>
                        <a:pt x="307" y="267"/>
                      </a:lnTo>
                      <a:lnTo>
                        <a:pt x="377" y="296"/>
                      </a:lnTo>
                      <a:lnTo>
                        <a:pt x="394" y="359"/>
                      </a:lnTo>
                      <a:lnTo>
                        <a:pt x="494" y="377"/>
                      </a:lnTo>
                      <a:lnTo>
                        <a:pt x="522" y="418"/>
                      </a:lnTo>
                      <a:lnTo>
                        <a:pt x="482" y="470"/>
                      </a:lnTo>
                      <a:lnTo>
                        <a:pt x="586" y="523"/>
                      </a:lnTo>
                      <a:lnTo>
                        <a:pt x="563" y="592"/>
                      </a:lnTo>
                      <a:lnTo>
                        <a:pt x="539" y="610"/>
                      </a:lnTo>
                      <a:lnTo>
                        <a:pt x="557" y="714"/>
                      </a:lnTo>
                      <a:lnTo>
                        <a:pt x="499" y="755"/>
                      </a:lnTo>
                      <a:lnTo>
                        <a:pt x="435" y="725"/>
                      </a:lnTo>
                      <a:lnTo>
                        <a:pt x="424" y="865"/>
                      </a:lnTo>
                      <a:lnTo>
                        <a:pt x="529" y="859"/>
                      </a:lnTo>
                      <a:lnTo>
                        <a:pt x="557" y="836"/>
                      </a:lnTo>
                      <a:lnTo>
                        <a:pt x="668" y="976"/>
                      </a:lnTo>
                      <a:lnTo>
                        <a:pt x="714" y="976"/>
                      </a:lnTo>
                      <a:lnTo>
                        <a:pt x="738" y="1011"/>
                      </a:lnTo>
                      <a:lnTo>
                        <a:pt x="947" y="1074"/>
                      </a:lnTo>
                      <a:lnTo>
                        <a:pt x="941" y="1028"/>
                      </a:lnTo>
                      <a:lnTo>
                        <a:pt x="842" y="952"/>
                      </a:lnTo>
                      <a:lnTo>
                        <a:pt x="825" y="912"/>
                      </a:lnTo>
                      <a:lnTo>
                        <a:pt x="953" y="993"/>
                      </a:lnTo>
                      <a:lnTo>
                        <a:pt x="970" y="946"/>
                      </a:lnTo>
                      <a:lnTo>
                        <a:pt x="918" y="865"/>
                      </a:lnTo>
                      <a:lnTo>
                        <a:pt x="923" y="847"/>
                      </a:lnTo>
                      <a:lnTo>
                        <a:pt x="825" y="772"/>
                      </a:lnTo>
                      <a:lnTo>
                        <a:pt x="842" y="720"/>
                      </a:lnTo>
                      <a:lnTo>
                        <a:pt x="784" y="673"/>
                      </a:lnTo>
                      <a:lnTo>
                        <a:pt x="930" y="714"/>
                      </a:lnTo>
                      <a:lnTo>
                        <a:pt x="930" y="772"/>
                      </a:lnTo>
                      <a:lnTo>
                        <a:pt x="947" y="778"/>
                      </a:lnTo>
                      <a:lnTo>
                        <a:pt x="965" y="702"/>
                      </a:lnTo>
                      <a:lnTo>
                        <a:pt x="987" y="673"/>
                      </a:lnTo>
                      <a:lnTo>
                        <a:pt x="975" y="586"/>
                      </a:lnTo>
                      <a:lnTo>
                        <a:pt x="895" y="580"/>
                      </a:lnTo>
                      <a:lnTo>
                        <a:pt x="860" y="523"/>
                      </a:lnTo>
                      <a:lnTo>
                        <a:pt x="749" y="488"/>
                      </a:lnTo>
                      <a:lnTo>
                        <a:pt x="714" y="435"/>
                      </a:lnTo>
                      <a:lnTo>
                        <a:pt x="738" y="389"/>
                      </a:lnTo>
                      <a:lnTo>
                        <a:pt x="703" y="313"/>
                      </a:lnTo>
                      <a:lnTo>
                        <a:pt x="633" y="284"/>
                      </a:lnTo>
                      <a:lnTo>
                        <a:pt x="539" y="249"/>
                      </a:lnTo>
                      <a:lnTo>
                        <a:pt x="529" y="174"/>
                      </a:lnTo>
                      <a:lnTo>
                        <a:pt x="435" y="197"/>
                      </a:lnTo>
                      <a:lnTo>
                        <a:pt x="412" y="145"/>
                      </a:lnTo>
                      <a:lnTo>
                        <a:pt x="319" y="174"/>
                      </a:lnTo>
                      <a:lnTo>
                        <a:pt x="302" y="104"/>
                      </a:lnTo>
                      <a:lnTo>
                        <a:pt x="382" y="92"/>
                      </a:lnTo>
                      <a:lnTo>
                        <a:pt x="278" y="57"/>
                      </a:lnTo>
                      <a:lnTo>
                        <a:pt x="191" y="63"/>
                      </a:lnTo>
                      <a:lnTo>
                        <a:pt x="168" y="179"/>
                      </a:lnTo>
                      <a:lnTo>
                        <a:pt x="133" y="122"/>
                      </a:lnTo>
                      <a:lnTo>
                        <a:pt x="150" y="52"/>
                      </a:lnTo>
                      <a:lnTo>
                        <a:pt x="11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73" name=""/>
                <p:cNvSpPr/>
                <p:nvPr/>
              </p:nvSpPr>
              <p:spPr>
                <a:xfrm rot="20717400">
                  <a:off x="3975480" y="960120"/>
                  <a:ext cx="42120" cy="28440"/>
                </a:xfrm>
                <a:custGeom>
                  <a:avLst/>
                  <a:gdLst/>
                  <a:ahLst/>
                  <a:rect l="l" t="t" r="r" b="b"/>
                  <a:pathLst>
                    <a:path w="354" h="227">
                      <a:moveTo>
                        <a:pt x="0" y="41"/>
                      </a:moveTo>
                      <a:lnTo>
                        <a:pt x="52" y="82"/>
                      </a:lnTo>
                      <a:lnTo>
                        <a:pt x="52" y="197"/>
                      </a:lnTo>
                      <a:lnTo>
                        <a:pt x="354" y="227"/>
                      </a:lnTo>
                      <a:lnTo>
                        <a:pt x="354" y="169"/>
                      </a:lnTo>
                      <a:lnTo>
                        <a:pt x="162" y="122"/>
                      </a:lnTo>
                      <a:lnTo>
                        <a:pt x="57" y="18"/>
                      </a:lnTo>
                      <a:lnTo>
                        <a:pt x="0" y="0"/>
                      </a:lnTo>
                      <a:lnTo>
                        <a:pt x="0" y="41"/>
                      </a:lnTo>
                      <a:close/>
                    </a:path>
                  </a:pathLst>
                </a:custGeom>
                <a:solidFill>
                  <a:srgbClr val="ffffff"/>
                </a:solidFill>
                <a:ln w="9360">
                  <a:solidFill>
                    <a:srgbClr val="00000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8674" name=""/>
                <p:cNvSpPr/>
                <p:nvPr/>
              </p:nvSpPr>
              <p:spPr>
                <a:xfrm rot="20717400">
                  <a:off x="3916080" y="964080"/>
                  <a:ext cx="33480" cy="23400"/>
                </a:xfrm>
                <a:custGeom>
                  <a:avLst/>
                  <a:gdLst/>
                  <a:ahLst/>
                  <a:rect l="l" t="t" r="r" b="b"/>
                  <a:pathLst>
                    <a:path w="284" h="185">
                      <a:moveTo>
                        <a:pt x="63" y="0"/>
                      </a:moveTo>
                      <a:lnTo>
                        <a:pt x="202" y="52"/>
                      </a:lnTo>
                      <a:lnTo>
                        <a:pt x="284" y="122"/>
                      </a:lnTo>
                      <a:lnTo>
                        <a:pt x="197" y="185"/>
                      </a:lnTo>
                      <a:lnTo>
                        <a:pt x="110" y="162"/>
                      </a:lnTo>
                      <a:lnTo>
                        <a:pt x="52" y="133"/>
                      </a:lnTo>
                      <a:lnTo>
                        <a:pt x="45" y="92"/>
                      </a:lnTo>
                      <a:lnTo>
                        <a:pt x="0" y="52"/>
                      </a:lnTo>
                      <a:lnTo>
                        <a:pt x="63" y="0"/>
                      </a:lnTo>
                      <a:close/>
                    </a:path>
                  </a:pathLst>
                </a:custGeom>
                <a:solidFill>
                  <a:srgbClr val="ffffff"/>
                </a:solidFill>
                <a:ln w="9360">
                  <a:solidFill>
                    <a:srgbClr val="000000"/>
                  </a:solidFill>
                  <a:round/>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8675" name=""/>
                <p:cNvSpPr/>
                <p:nvPr/>
              </p:nvSpPr>
              <p:spPr>
                <a:xfrm rot="20717400">
                  <a:off x="3951720" y="969840"/>
                  <a:ext cx="15120" cy="17280"/>
                </a:xfrm>
                <a:custGeom>
                  <a:avLst/>
                  <a:gdLst/>
                  <a:ahLst/>
                  <a:rect l="l" t="t" r="r" b="b"/>
                  <a:pathLst>
                    <a:path w="127" h="134">
                      <a:moveTo>
                        <a:pt x="92" y="0"/>
                      </a:moveTo>
                      <a:lnTo>
                        <a:pt x="17" y="24"/>
                      </a:lnTo>
                      <a:lnTo>
                        <a:pt x="0" y="65"/>
                      </a:lnTo>
                      <a:lnTo>
                        <a:pt x="40" y="77"/>
                      </a:lnTo>
                      <a:lnTo>
                        <a:pt x="40" y="117"/>
                      </a:lnTo>
                      <a:lnTo>
                        <a:pt x="98" y="134"/>
                      </a:lnTo>
                      <a:lnTo>
                        <a:pt x="127" y="129"/>
                      </a:lnTo>
                      <a:lnTo>
                        <a:pt x="98" y="77"/>
                      </a:lnTo>
                      <a:lnTo>
                        <a:pt x="127" y="65"/>
                      </a:lnTo>
                      <a:lnTo>
                        <a:pt x="92" y="0"/>
                      </a:lnTo>
                      <a:close/>
                    </a:path>
                  </a:pathLst>
                </a:custGeom>
                <a:solidFill>
                  <a:srgbClr val="ffffff"/>
                </a:solidFill>
                <a:ln w="9360">
                  <a:solidFill>
                    <a:srgbClr val="000000"/>
                  </a:solidFill>
                  <a:round/>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8676" name=""/>
                <p:cNvSpPr/>
                <p:nvPr/>
              </p:nvSpPr>
              <p:spPr>
                <a:xfrm rot="20717400">
                  <a:off x="3902760" y="968040"/>
                  <a:ext cx="5760" cy="4680"/>
                </a:xfrm>
                <a:custGeom>
                  <a:avLst/>
                  <a:gdLst/>
                  <a:ahLst/>
                  <a:rect l="l" t="t" r="r" b="b"/>
                  <a:pathLst>
                    <a:path w="47" h="35">
                      <a:moveTo>
                        <a:pt x="29" y="0"/>
                      </a:moveTo>
                      <a:lnTo>
                        <a:pt x="0" y="0"/>
                      </a:lnTo>
                      <a:lnTo>
                        <a:pt x="17" y="35"/>
                      </a:lnTo>
                      <a:lnTo>
                        <a:pt x="47" y="23"/>
                      </a:lnTo>
                      <a:lnTo>
                        <a:pt x="29" y="0"/>
                      </a:lnTo>
                      <a:close/>
                    </a:path>
                  </a:pathLst>
                </a:custGeom>
                <a:solidFill>
                  <a:srgbClr val="ffffff"/>
                </a:solidFill>
                <a:ln w="9360">
                  <a:solidFill>
                    <a:srgbClr val="00000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8677" name=""/>
                <p:cNvSpPr/>
                <p:nvPr/>
              </p:nvSpPr>
              <p:spPr>
                <a:xfrm rot="20717400">
                  <a:off x="3975120" y="978480"/>
                  <a:ext cx="2520" cy="5040"/>
                </a:xfrm>
                <a:custGeom>
                  <a:avLst/>
                  <a:gdLst/>
                  <a:ahLst/>
                  <a:rect l="l" t="t" r="r" b="b"/>
                  <a:pathLst>
                    <a:path w="24" h="41">
                      <a:moveTo>
                        <a:pt x="24" y="18"/>
                      </a:moveTo>
                      <a:lnTo>
                        <a:pt x="12" y="0"/>
                      </a:lnTo>
                      <a:lnTo>
                        <a:pt x="0" y="41"/>
                      </a:lnTo>
                      <a:lnTo>
                        <a:pt x="17" y="41"/>
                      </a:lnTo>
                      <a:lnTo>
                        <a:pt x="24" y="18"/>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678" name=""/>
                <p:cNvSpPr/>
                <p:nvPr/>
              </p:nvSpPr>
              <p:spPr>
                <a:xfrm rot="20717400">
                  <a:off x="4048200" y="1042560"/>
                  <a:ext cx="7560" cy="14400"/>
                </a:xfrm>
                <a:custGeom>
                  <a:avLst/>
                  <a:gdLst/>
                  <a:ahLst/>
                  <a:rect l="l" t="t" r="r" b="b"/>
                  <a:pathLst>
                    <a:path w="70" h="104">
                      <a:moveTo>
                        <a:pt x="58" y="92"/>
                      </a:moveTo>
                      <a:lnTo>
                        <a:pt x="70" y="47"/>
                      </a:lnTo>
                      <a:lnTo>
                        <a:pt x="23" y="0"/>
                      </a:lnTo>
                      <a:lnTo>
                        <a:pt x="12" y="12"/>
                      </a:lnTo>
                      <a:lnTo>
                        <a:pt x="17" y="58"/>
                      </a:lnTo>
                      <a:lnTo>
                        <a:pt x="0" y="104"/>
                      </a:lnTo>
                      <a:lnTo>
                        <a:pt x="47" y="104"/>
                      </a:lnTo>
                      <a:lnTo>
                        <a:pt x="58" y="92"/>
                      </a:lnTo>
                      <a:close/>
                    </a:path>
                  </a:pathLst>
                </a:custGeom>
                <a:solidFill>
                  <a:srgbClr val="ffffff"/>
                </a:solidFill>
                <a:ln w="9360">
                  <a:solidFill>
                    <a:srgbClr val="000000"/>
                  </a:solidFill>
                  <a:round/>
                </a:ln>
              </p:spPr>
              <p:style>
                <a:lnRef idx="0"/>
                <a:fillRef idx="0"/>
                <a:effectRef idx="0"/>
                <a:fontRef idx="minor"/>
              </p:style>
              <p:txBody>
                <a:bodyPr lIns="90000" rIns="90000" tIns="-32400" bIns="-32400" anchor="t">
                  <a:noAutofit/>
                </a:bodyPr>
                <a:p>
                  <a:endParaRPr b="0" lang="en-US" sz="2400" spc="-1" strike="noStrike">
                    <a:solidFill>
                      <a:srgbClr val="000000"/>
                    </a:solidFill>
                    <a:latin typeface="Times New Roman"/>
                  </a:endParaRPr>
                </a:p>
              </p:txBody>
            </p:sp>
            <p:sp>
              <p:nvSpPr>
                <p:cNvPr id="8679" name=""/>
                <p:cNvSpPr/>
                <p:nvPr/>
              </p:nvSpPr>
              <p:spPr>
                <a:xfrm rot="20717400">
                  <a:off x="3643200" y="943920"/>
                  <a:ext cx="182160" cy="229680"/>
                </a:xfrm>
                <a:custGeom>
                  <a:avLst/>
                  <a:gdLst/>
                  <a:ahLst/>
                  <a:rect l="l" t="t" r="r" b="b"/>
                  <a:pathLst>
                    <a:path w="1518" h="1801">
                      <a:moveTo>
                        <a:pt x="762" y="1801"/>
                      </a:moveTo>
                      <a:lnTo>
                        <a:pt x="907" y="1766"/>
                      </a:lnTo>
                      <a:lnTo>
                        <a:pt x="937" y="1301"/>
                      </a:lnTo>
                      <a:lnTo>
                        <a:pt x="872" y="1254"/>
                      </a:lnTo>
                      <a:lnTo>
                        <a:pt x="855" y="1150"/>
                      </a:lnTo>
                      <a:lnTo>
                        <a:pt x="919" y="1011"/>
                      </a:lnTo>
                      <a:lnTo>
                        <a:pt x="1518" y="604"/>
                      </a:lnTo>
                      <a:lnTo>
                        <a:pt x="1506" y="546"/>
                      </a:lnTo>
                      <a:lnTo>
                        <a:pt x="1436" y="465"/>
                      </a:lnTo>
                      <a:lnTo>
                        <a:pt x="1436" y="407"/>
                      </a:lnTo>
                      <a:lnTo>
                        <a:pt x="1378" y="325"/>
                      </a:lnTo>
                      <a:lnTo>
                        <a:pt x="1395" y="210"/>
                      </a:lnTo>
                      <a:lnTo>
                        <a:pt x="1326" y="122"/>
                      </a:lnTo>
                      <a:lnTo>
                        <a:pt x="1151" y="105"/>
                      </a:lnTo>
                      <a:lnTo>
                        <a:pt x="1047" y="0"/>
                      </a:lnTo>
                      <a:lnTo>
                        <a:pt x="907" y="151"/>
                      </a:lnTo>
                      <a:lnTo>
                        <a:pt x="919" y="180"/>
                      </a:lnTo>
                      <a:lnTo>
                        <a:pt x="867" y="215"/>
                      </a:lnTo>
                      <a:lnTo>
                        <a:pt x="843" y="175"/>
                      </a:lnTo>
                      <a:lnTo>
                        <a:pt x="849" y="110"/>
                      </a:lnTo>
                      <a:lnTo>
                        <a:pt x="803" y="29"/>
                      </a:lnTo>
                      <a:lnTo>
                        <a:pt x="703" y="58"/>
                      </a:lnTo>
                      <a:lnTo>
                        <a:pt x="663" y="180"/>
                      </a:lnTo>
                      <a:lnTo>
                        <a:pt x="698" y="255"/>
                      </a:lnTo>
                      <a:lnTo>
                        <a:pt x="651" y="267"/>
                      </a:lnTo>
                      <a:lnTo>
                        <a:pt x="471" y="163"/>
                      </a:lnTo>
                      <a:lnTo>
                        <a:pt x="267" y="279"/>
                      </a:lnTo>
                      <a:lnTo>
                        <a:pt x="256" y="372"/>
                      </a:lnTo>
                      <a:lnTo>
                        <a:pt x="291" y="384"/>
                      </a:lnTo>
                      <a:lnTo>
                        <a:pt x="198" y="447"/>
                      </a:lnTo>
                      <a:lnTo>
                        <a:pt x="262" y="477"/>
                      </a:lnTo>
                      <a:lnTo>
                        <a:pt x="232" y="541"/>
                      </a:lnTo>
                      <a:lnTo>
                        <a:pt x="297" y="628"/>
                      </a:lnTo>
                      <a:lnTo>
                        <a:pt x="7" y="611"/>
                      </a:lnTo>
                      <a:lnTo>
                        <a:pt x="0" y="639"/>
                      </a:lnTo>
                      <a:lnTo>
                        <a:pt x="344" y="721"/>
                      </a:lnTo>
                      <a:lnTo>
                        <a:pt x="546" y="738"/>
                      </a:lnTo>
                      <a:lnTo>
                        <a:pt x="454" y="802"/>
                      </a:lnTo>
                      <a:lnTo>
                        <a:pt x="511" y="872"/>
                      </a:lnTo>
                      <a:lnTo>
                        <a:pt x="623" y="872"/>
                      </a:lnTo>
                      <a:lnTo>
                        <a:pt x="640" y="808"/>
                      </a:lnTo>
                      <a:lnTo>
                        <a:pt x="686" y="843"/>
                      </a:lnTo>
                      <a:lnTo>
                        <a:pt x="668" y="912"/>
                      </a:lnTo>
                      <a:lnTo>
                        <a:pt x="698" y="924"/>
                      </a:lnTo>
                      <a:lnTo>
                        <a:pt x="698" y="994"/>
                      </a:lnTo>
                      <a:lnTo>
                        <a:pt x="762" y="1075"/>
                      </a:lnTo>
                      <a:lnTo>
                        <a:pt x="780" y="1167"/>
                      </a:lnTo>
                      <a:lnTo>
                        <a:pt x="762" y="1237"/>
                      </a:lnTo>
                      <a:lnTo>
                        <a:pt x="797" y="1336"/>
                      </a:lnTo>
                      <a:lnTo>
                        <a:pt x="843" y="1366"/>
                      </a:lnTo>
                      <a:lnTo>
                        <a:pt x="872" y="1411"/>
                      </a:lnTo>
                      <a:lnTo>
                        <a:pt x="780" y="1603"/>
                      </a:lnTo>
                      <a:lnTo>
                        <a:pt x="762" y="1801"/>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80" name=""/>
                <p:cNvSpPr/>
                <p:nvPr/>
              </p:nvSpPr>
              <p:spPr>
                <a:xfrm rot="20717400">
                  <a:off x="3755880" y="946080"/>
                  <a:ext cx="449280" cy="416880"/>
                </a:xfrm>
                <a:custGeom>
                  <a:avLst/>
                  <a:gdLst/>
                  <a:ahLst/>
                  <a:rect l="l" t="t" r="r" b="b"/>
                  <a:pathLst>
                    <a:path w="3724" h="3264">
                      <a:moveTo>
                        <a:pt x="3248" y="3056"/>
                      </a:moveTo>
                      <a:lnTo>
                        <a:pt x="3196" y="3049"/>
                      </a:lnTo>
                      <a:lnTo>
                        <a:pt x="3150" y="2968"/>
                      </a:lnTo>
                      <a:lnTo>
                        <a:pt x="3185" y="2904"/>
                      </a:lnTo>
                      <a:lnTo>
                        <a:pt x="3190" y="2887"/>
                      </a:lnTo>
                      <a:lnTo>
                        <a:pt x="3115" y="2881"/>
                      </a:lnTo>
                      <a:lnTo>
                        <a:pt x="2981" y="3026"/>
                      </a:lnTo>
                      <a:lnTo>
                        <a:pt x="2795" y="3061"/>
                      </a:lnTo>
                      <a:lnTo>
                        <a:pt x="2662" y="3131"/>
                      </a:lnTo>
                      <a:lnTo>
                        <a:pt x="2574" y="3096"/>
                      </a:lnTo>
                      <a:lnTo>
                        <a:pt x="2470" y="3212"/>
                      </a:lnTo>
                      <a:lnTo>
                        <a:pt x="2278" y="3264"/>
                      </a:lnTo>
                      <a:lnTo>
                        <a:pt x="2237" y="3264"/>
                      </a:lnTo>
                      <a:lnTo>
                        <a:pt x="2266" y="3212"/>
                      </a:lnTo>
                      <a:lnTo>
                        <a:pt x="2359" y="3148"/>
                      </a:lnTo>
                      <a:lnTo>
                        <a:pt x="2365" y="3078"/>
                      </a:lnTo>
                      <a:lnTo>
                        <a:pt x="2400" y="3148"/>
                      </a:lnTo>
                      <a:lnTo>
                        <a:pt x="2435" y="3166"/>
                      </a:lnTo>
                      <a:lnTo>
                        <a:pt x="2428" y="3026"/>
                      </a:lnTo>
                      <a:lnTo>
                        <a:pt x="2226" y="2916"/>
                      </a:lnTo>
                      <a:lnTo>
                        <a:pt x="2168" y="2800"/>
                      </a:lnTo>
                      <a:lnTo>
                        <a:pt x="2104" y="2695"/>
                      </a:lnTo>
                      <a:lnTo>
                        <a:pt x="2004" y="2637"/>
                      </a:lnTo>
                      <a:lnTo>
                        <a:pt x="1894" y="2678"/>
                      </a:lnTo>
                      <a:lnTo>
                        <a:pt x="1069" y="2352"/>
                      </a:lnTo>
                      <a:lnTo>
                        <a:pt x="506" y="2073"/>
                      </a:lnTo>
                      <a:lnTo>
                        <a:pt x="46" y="1823"/>
                      </a:lnTo>
                      <a:lnTo>
                        <a:pt x="17" y="1725"/>
                      </a:lnTo>
                      <a:lnTo>
                        <a:pt x="5" y="1656"/>
                      </a:lnTo>
                      <a:lnTo>
                        <a:pt x="35" y="1586"/>
                      </a:lnTo>
                      <a:lnTo>
                        <a:pt x="0" y="1551"/>
                      </a:lnTo>
                      <a:lnTo>
                        <a:pt x="70" y="1300"/>
                      </a:lnTo>
                      <a:lnTo>
                        <a:pt x="46" y="1260"/>
                      </a:lnTo>
                      <a:lnTo>
                        <a:pt x="58" y="1185"/>
                      </a:lnTo>
                      <a:lnTo>
                        <a:pt x="192" y="1173"/>
                      </a:lnTo>
                      <a:lnTo>
                        <a:pt x="227" y="708"/>
                      </a:lnTo>
                      <a:lnTo>
                        <a:pt x="162" y="650"/>
                      </a:lnTo>
                      <a:lnTo>
                        <a:pt x="145" y="545"/>
                      </a:lnTo>
                      <a:lnTo>
                        <a:pt x="209" y="418"/>
                      </a:lnTo>
                      <a:lnTo>
                        <a:pt x="808" y="0"/>
                      </a:lnTo>
                      <a:lnTo>
                        <a:pt x="848" y="151"/>
                      </a:lnTo>
                      <a:lnTo>
                        <a:pt x="1028" y="197"/>
                      </a:lnTo>
                      <a:lnTo>
                        <a:pt x="1045" y="266"/>
                      </a:lnTo>
                      <a:lnTo>
                        <a:pt x="1139" y="244"/>
                      </a:lnTo>
                      <a:lnTo>
                        <a:pt x="1156" y="273"/>
                      </a:lnTo>
                      <a:lnTo>
                        <a:pt x="1115" y="331"/>
                      </a:lnTo>
                      <a:lnTo>
                        <a:pt x="1174" y="360"/>
                      </a:lnTo>
                      <a:lnTo>
                        <a:pt x="1284" y="446"/>
                      </a:lnTo>
                      <a:lnTo>
                        <a:pt x="1301" y="540"/>
                      </a:lnTo>
                      <a:lnTo>
                        <a:pt x="1394" y="575"/>
                      </a:lnTo>
                      <a:lnTo>
                        <a:pt x="1359" y="621"/>
                      </a:lnTo>
                      <a:lnTo>
                        <a:pt x="1366" y="662"/>
                      </a:lnTo>
                      <a:lnTo>
                        <a:pt x="1534" y="743"/>
                      </a:lnTo>
                      <a:lnTo>
                        <a:pt x="1545" y="807"/>
                      </a:lnTo>
                      <a:lnTo>
                        <a:pt x="1627" y="801"/>
                      </a:lnTo>
                      <a:lnTo>
                        <a:pt x="1603" y="732"/>
                      </a:lnTo>
                      <a:lnTo>
                        <a:pt x="1697" y="767"/>
                      </a:lnTo>
                      <a:lnTo>
                        <a:pt x="1807" y="894"/>
                      </a:lnTo>
                      <a:lnTo>
                        <a:pt x="1859" y="854"/>
                      </a:lnTo>
                      <a:lnTo>
                        <a:pt x="1847" y="801"/>
                      </a:lnTo>
                      <a:lnTo>
                        <a:pt x="1859" y="767"/>
                      </a:lnTo>
                      <a:lnTo>
                        <a:pt x="1935" y="772"/>
                      </a:lnTo>
                      <a:lnTo>
                        <a:pt x="1952" y="801"/>
                      </a:lnTo>
                      <a:lnTo>
                        <a:pt x="1929" y="941"/>
                      </a:lnTo>
                      <a:lnTo>
                        <a:pt x="1947" y="946"/>
                      </a:lnTo>
                      <a:lnTo>
                        <a:pt x="1970" y="911"/>
                      </a:lnTo>
                      <a:lnTo>
                        <a:pt x="2016" y="917"/>
                      </a:lnTo>
                      <a:lnTo>
                        <a:pt x="2011" y="882"/>
                      </a:lnTo>
                      <a:lnTo>
                        <a:pt x="2051" y="836"/>
                      </a:lnTo>
                      <a:lnTo>
                        <a:pt x="1987" y="714"/>
                      </a:lnTo>
                      <a:lnTo>
                        <a:pt x="2039" y="633"/>
                      </a:lnTo>
                      <a:lnTo>
                        <a:pt x="2074" y="645"/>
                      </a:lnTo>
                      <a:lnTo>
                        <a:pt x="2126" y="737"/>
                      </a:lnTo>
                      <a:lnTo>
                        <a:pt x="2109" y="777"/>
                      </a:lnTo>
                      <a:lnTo>
                        <a:pt x="2126" y="894"/>
                      </a:lnTo>
                      <a:lnTo>
                        <a:pt x="2196" y="894"/>
                      </a:lnTo>
                      <a:lnTo>
                        <a:pt x="2226" y="911"/>
                      </a:lnTo>
                      <a:lnTo>
                        <a:pt x="2214" y="952"/>
                      </a:lnTo>
                      <a:lnTo>
                        <a:pt x="2243" y="1028"/>
                      </a:lnTo>
                      <a:lnTo>
                        <a:pt x="2341" y="941"/>
                      </a:lnTo>
                      <a:lnTo>
                        <a:pt x="2330" y="854"/>
                      </a:lnTo>
                      <a:lnTo>
                        <a:pt x="2423" y="882"/>
                      </a:lnTo>
                      <a:lnTo>
                        <a:pt x="2446" y="1045"/>
                      </a:lnTo>
                      <a:lnTo>
                        <a:pt x="2400" y="1138"/>
                      </a:lnTo>
                      <a:lnTo>
                        <a:pt x="2278" y="1121"/>
                      </a:lnTo>
                      <a:lnTo>
                        <a:pt x="2226" y="1178"/>
                      </a:lnTo>
                      <a:lnTo>
                        <a:pt x="2144" y="1178"/>
                      </a:lnTo>
                      <a:lnTo>
                        <a:pt x="2184" y="1225"/>
                      </a:lnTo>
                      <a:lnTo>
                        <a:pt x="2138" y="1300"/>
                      </a:lnTo>
                      <a:lnTo>
                        <a:pt x="2098" y="1290"/>
                      </a:lnTo>
                      <a:lnTo>
                        <a:pt x="2081" y="1318"/>
                      </a:lnTo>
                      <a:lnTo>
                        <a:pt x="2028" y="1324"/>
                      </a:lnTo>
                      <a:lnTo>
                        <a:pt x="2039" y="1370"/>
                      </a:lnTo>
                      <a:lnTo>
                        <a:pt x="1859" y="1499"/>
                      </a:lnTo>
                      <a:lnTo>
                        <a:pt x="1772" y="1644"/>
                      </a:lnTo>
                      <a:lnTo>
                        <a:pt x="1871" y="1748"/>
                      </a:lnTo>
                      <a:lnTo>
                        <a:pt x="1871" y="1858"/>
                      </a:lnTo>
                      <a:lnTo>
                        <a:pt x="2069" y="1933"/>
                      </a:lnTo>
                      <a:lnTo>
                        <a:pt x="2219" y="2085"/>
                      </a:lnTo>
                      <a:lnTo>
                        <a:pt x="2353" y="2114"/>
                      </a:lnTo>
                      <a:lnTo>
                        <a:pt x="2324" y="2195"/>
                      </a:lnTo>
                      <a:lnTo>
                        <a:pt x="2400" y="2219"/>
                      </a:lnTo>
                      <a:lnTo>
                        <a:pt x="2365" y="2306"/>
                      </a:lnTo>
                      <a:lnTo>
                        <a:pt x="2463" y="2445"/>
                      </a:lnTo>
                      <a:lnTo>
                        <a:pt x="2545" y="2434"/>
                      </a:lnTo>
                      <a:lnTo>
                        <a:pt x="2550" y="2311"/>
                      </a:lnTo>
                      <a:lnTo>
                        <a:pt x="2458" y="2230"/>
                      </a:lnTo>
                      <a:lnTo>
                        <a:pt x="2481" y="2149"/>
                      </a:lnTo>
                      <a:lnTo>
                        <a:pt x="2597" y="2055"/>
                      </a:lnTo>
                      <a:lnTo>
                        <a:pt x="2562" y="1858"/>
                      </a:lnTo>
                      <a:lnTo>
                        <a:pt x="2510" y="1841"/>
                      </a:lnTo>
                      <a:lnTo>
                        <a:pt x="2516" y="1783"/>
                      </a:lnTo>
                      <a:lnTo>
                        <a:pt x="2585" y="1713"/>
                      </a:lnTo>
                      <a:lnTo>
                        <a:pt x="2562" y="1661"/>
                      </a:lnTo>
                      <a:lnTo>
                        <a:pt x="2557" y="1510"/>
                      </a:lnTo>
                      <a:lnTo>
                        <a:pt x="2697" y="1527"/>
                      </a:lnTo>
                      <a:lnTo>
                        <a:pt x="2766" y="1504"/>
                      </a:lnTo>
                      <a:lnTo>
                        <a:pt x="2847" y="1562"/>
                      </a:lnTo>
                      <a:lnTo>
                        <a:pt x="2864" y="1603"/>
                      </a:lnTo>
                      <a:lnTo>
                        <a:pt x="2964" y="1684"/>
                      </a:lnTo>
                      <a:lnTo>
                        <a:pt x="2981" y="1812"/>
                      </a:lnTo>
                      <a:lnTo>
                        <a:pt x="3028" y="1841"/>
                      </a:lnTo>
                      <a:lnTo>
                        <a:pt x="3091" y="1853"/>
                      </a:lnTo>
                      <a:lnTo>
                        <a:pt x="3150" y="1708"/>
                      </a:lnTo>
                      <a:lnTo>
                        <a:pt x="3255" y="1864"/>
                      </a:lnTo>
                      <a:lnTo>
                        <a:pt x="3342" y="1899"/>
                      </a:lnTo>
                      <a:lnTo>
                        <a:pt x="3335" y="1975"/>
                      </a:lnTo>
                      <a:lnTo>
                        <a:pt x="3429" y="2090"/>
                      </a:lnTo>
                      <a:lnTo>
                        <a:pt x="3614" y="2090"/>
                      </a:lnTo>
                      <a:lnTo>
                        <a:pt x="3661" y="2132"/>
                      </a:lnTo>
                      <a:lnTo>
                        <a:pt x="3667" y="2224"/>
                      </a:lnTo>
                      <a:lnTo>
                        <a:pt x="3724" y="2299"/>
                      </a:lnTo>
                      <a:lnTo>
                        <a:pt x="3724" y="2352"/>
                      </a:lnTo>
                      <a:lnTo>
                        <a:pt x="3679" y="2376"/>
                      </a:lnTo>
                      <a:lnTo>
                        <a:pt x="3586" y="2498"/>
                      </a:lnTo>
                      <a:lnTo>
                        <a:pt x="3446" y="2544"/>
                      </a:lnTo>
                      <a:lnTo>
                        <a:pt x="3272" y="2550"/>
                      </a:lnTo>
                      <a:lnTo>
                        <a:pt x="3138" y="2695"/>
                      </a:lnTo>
                      <a:lnTo>
                        <a:pt x="3033" y="2753"/>
                      </a:lnTo>
                      <a:lnTo>
                        <a:pt x="2969" y="2834"/>
                      </a:lnTo>
                      <a:lnTo>
                        <a:pt x="3074" y="2829"/>
                      </a:lnTo>
                      <a:lnTo>
                        <a:pt x="3255" y="2678"/>
                      </a:lnTo>
                      <a:lnTo>
                        <a:pt x="3272" y="2666"/>
                      </a:lnTo>
                      <a:lnTo>
                        <a:pt x="3335" y="2707"/>
                      </a:lnTo>
                      <a:lnTo>
                        <a:pt x="3370" y="2759"/>
                      </a:lnTo>
                      <a:lnTo>
                        <a:pt x="3312" y="2800"/>
                      </a:lnTo>
                      <a:lnTo>
                        <a:pt x="3347" y="2805"/>
                      </a:lnTo>
                      <a:lnTo>
                        <a:pt x="3342" y="2881"/>
                      </a:lnTo>
                      <a:lnTo>
                        <a:pt x="3562" y="2956"/>
                      </a:lnTo>
                      <a:lnTo>
                        <a:pt x="3469" y="3014"/>
                      </a:lnTo>
                      <a:lnTo>
                        <a:pt x="3347" y="3160"/>
                      </a:lnTo>
                      <a:lnTo>
                        <a:pt x="3312" y="3108"/>
                      </a:lnTo>
                      <a:lnTo>
                        <a:pt x="3370" y="3009"/>
                      </a:lnTo>
                      <a:lnTo>
                        <a:pt x="3272" y="3044"/>
                      </a:lnTo>
                      <a:lnTo>
                        <a:pt x="3248" y="3056"/>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81" name=""/>
                <p:cNvSpPr/>
                <p:nvPr/>
              </p:nvSpPr>
              <p:spPr>
                <a:xfrm rot="20717400">
                  <a:off x="3738960" y="1183680"/>
                  <a:ext cx="454320" cy="381960"/>
                </a:xfrm>
                <a:custGeom>
                  <a:avLst/>
                  <a:gdLst/>
                  <a:ahLst/>
                  <a:rect l="l" t="t" r="r" b="b"/>
                  <a:pathLst>
                    <a:path w="3767" h="2992">
                      <a:moveTo>
                        <a:pt x="570" y="59"/>
                      </a:moveTo>
                      <a:lnTo>
                        <a:pt x="505" y="52"/>
                      </a:lnTo>
                      <a:lnTo>
                        <a:pt x="425" y="0"/>
                      </a:lnTo>
                      <a:lnTo>
                        <a:pt x="413" y="140"/>
                      </a:lnTo>
                      <a:lnTo>
                        <a:pt x="296" y="314"/>
                      </a:lnTo>
                      <a:lnTo>
                        <a:pt x="174" y="361"/>
                      </a:lnTo>
                      <a:lnTo>
                        <a:pt x="157" y="465"/>
                      </a:lnTo>
                      <a:lnTo>
                        <a:pt x="69" y="535"/>
                      </a:lnTo>
                      <a:lnTo>
                        <a:pt x="12" y="802"/>
                      </a:lnTo>
                      <a:lnTo>
                        <a:pt x="0" y="1116"/>
                      </a:lnTo>
                      <a:lnTo>
                        <a:pt x="122" y="1302"/>
                      </a:lnTo>
                      <a:lnTo>
                        <a:pt x="128" y="1360"/>
                      </a:lnTo>
                      <a:lnTo>
                        <a:pt x="320" y="1487"/>
                      </a:lnTo>
                      <a:lnTo>
                        <a:pt x="442" y="1726"/>
                      </a:lnTo>
                      <a:lnTo>
                        <a:pt x="697" y="1830"/>
                      </a:lnTo>
                      <a:lnTo>
                        <a:pt x="709" y="1796"/>
                      </a:lnTo>
                      <a:lnTo>
                        <a:pt x="831" y="1836"/>
                      </a:lnTo>
                      <a:lnTo>
                        <a:pt x="896" y="1946"/>
                      </a:lnTo>
                      <a:lnTo>
                        <a:pt x="906" y="2080"/>
                      </a:lnTo>
                      <a:lnTo>
                        <a:pt x="959" y="2162"/>
                      </a:lnTo>
                      <a:lnTo>
                        <a:pt x="1116" y="2162"/>
                      </a:lnTo>
                      <a:lnTo>
                        <a:pt x="1180" y="2423"/>
                      </a:lnTo>
                      <a:lnTo>
                        <a:pt x="1255" y="2551"/>
                      </a:lnTo>
                      <a:lnTo>
                        <a:pt x="1320" y="2591"/>
                      </a:lnTo>
                      <a:lnTo>
                        <a:pt x="1372" y="2399"/>
                      </a:lnTo>
                      <a:lnTo>
                        <a:pt x="1424" y="2353"/>
                      </a:lnTo>
                      <a:lnTo>
                        <a:pt x="1703" y="2336"/>
                      </a:lnTo>
                      <a:lnTo>
                        <a:pt x="1766" y="2376"/>
                      </a:lnTo>
                      <a:lnTo>
                        <a:pt x="1790" y="2388"/>
                      </a:lnTo>
                      <a:lnTo>
                        <a:pt x="1848" y="2382"/>
                      </a:lnTo>
                      <a:lnTo>
                        <a:pt x="1878" y="2429"/>
                      </a:lnTo>
                      <a:lnTo>
                        <a:pt x="1918" y="2446"/>
                      </a:lnTo>
                      <a:lnTo>
                        <a:pt x="1941" y="2486"/>
                      </a:lnTo>
                      <a:lnTo>
                        <a:pt x="2000" y="2458"/>
                      </a:lnTo>
                      <a:lnTo>
                        <a:pt x="2028" y="2486"/>
                      </a:lnTo>
                      <a:lnTo>
                        <a:pt x="2063" y="2481"/>
                      </a:lnTo>
                      <a:lnTo>
                        <a:pt x="2046" y="2399"/>
                      </a:lnTo>
                      <a:lnTo>
                        <a:pt x="2185" y="2429"/>
                      </a:lnTo>
                      <a:lnTo>
                        <a:pt x="2232" y="2406"/>
                      </a:lnTo>
                      <a:lnTo>
                        <a:pt x="2307" y="2434"/>
                      </a:lnTo>
                      <a:lnTo>
                        <a:pt x="2325" y="2481"/>
                      </a:lnTo>
                      <a:lnTo>
                        <a:pt x="2499" y="2528"/>
                      </a:lnTo>
                      <a:lnTo>
                        <a:pt x="2569" y="2591"/>
                      </a:lnTo>
                      <a:lnTo>
                        <a:pt x="2540" y="2765"/>
                      </a:lnTo>
                      <a:lnTo>
                        <a:pt x="2586" y="2789"/>
                      </a:lnTo>
                      <a:lnTo>
                        <a:pt x="2604" y="2882"/>
                      </a:lnTo>
                      <a:lnTo>
                        <a:pt x="2633" y="2962"/>
                      </a:lnTo>
                      <a:lnTo>
                        <a:pt x="2628" y="2992"/>
                      </a:lnTo>
                      <a:lnTo>
                        <a:pt x="2708" y="2945"/>
                      </a:lnTo>
                      <a:lnTo>
                        <a:pt x="2743" y="2830"/>
                      </a:lnTo>
                      <a:lnTo>
                        <a:pt x="2696" y="2516"/>
                      </a:lnTo>
                      <a:lnTo>
                        <a:pt x="2731" y="2382"/>
                      </a:lnTo>
                      <a:lnTo>
                        <a:pt x="3069" y="2173"/>
                      </a:lnTo>
                      <a:lnTo>
                        <a:pt x="3121" y="2085"/>
                      </a:lnTo>
                      <a:lnTo>
                        <a:pt x="3197" y="2068"/>
                      </a:lnTo>
                      <a:lnTo>
                        <a:pt x="3121" y="1918"/>
                      </a:lnTo>
                      <a:lnTo>
                        <a:pt x="3127" y="1859"/>
                      </a:lnTo>
                      <a:lnTo>
                        <a:pt x="3150" y="1906"/>
                      </a:lnTo>
                      <a:lnTo>
                        <a:pt x="3179" y="1888"/>
                      </a:lnTo>
                      <a:lnTo>
                        <a:pt x="3197" y="1818"/>
                      </a:lnTo>
                      <a:lnTo>
                        <a:pt x="3307" y="1719"/>
                      </a:lnTo>
                      <a:lnTo>
                        <a:pt x="3331" y="1644"/>
                      </a:lnTo>
                      <a:lnTo>
                        <a:pt x="3505" y="1604"/>
                      </a:lnTo>
                      <a:lnTo>
                        <a:pt x="3586" y="1505"/>
                      </a:lnTo>
                      <a:lnTo>
                        <a:pt x="3540" y="1510"/>
                      </a:lnTo>
                      <a:lnTo>
                        <a:pt x="3533" y="1475"/>
                      </a:lnTo>
                      <a:lnTo>
                        <a:pt x="3690" y="1330"/>
                      </a:lnTo>
                      <a:lnTo>
                        <a:pt x="3732" y="1337"/>
                      </a:lnTo>
                      <a:lnTo>
                        <a:pt x="3767" y="1285"/>
                      </a:lnTo>
                      <a:lnTo>
                        <a:pt x="3714" y="1273"/>
                      </a:lnTo>
                      <a:lnTo>
                        <a:pt x="3662" y="1197"/>
                      </a:lnTo>
                      <a:lnTo>
                        <a:pt x="3708" y="1116"/>
                      </a:lnTo>
                      <a:lnTo>
                        <a:pt x="3627" y="1104"/>
                      </a:lnTo>
                      <a:lnTo>
                        <a:pt x="3488" y="1255"/>
                      </a:lnTo>
                      <a:lnTo>
                        <a:pt x="3307" y="1290"/>
                      </a:lnTo>
                      <a:lnTo>
                        <a:pt x="3174" y="1360"/>
                      </a:lnTo>
                      <a:lnTo>
                        <a:pt x="3156" y="1430"/>
                      </a:lnTo>
                      <a:lnTo>
                        <a:pt x="3086" y="1458"/>
                      </a:lnTo>
                      <a:lnTo>
                        <a:pt x="3017" y="1470"/>
                      </a:lnTo>
                      <a:lnTo>
                        <a:pt x="2912" y="1552"/>
                      </a:lnTo>
                      <a:lnTo>
                        <a:pt x="2818" y="1580"/>
                      </a:lnTo>
                      <a:lnTo>
                        <a:pt x="2738" y="1528"/>
                      </a:lnTo>
                      <a:lnTo>
                        <a:pt x="2731" y="1505"/>
                      </a:lnTo>
                      <a:lnTo>
                        <a:pt x="2749" y="1493"/>
                      </a:lnTo>
                      <a:lnTo>
                        <a:pt x="2778" y="1435"/>
                      </a:lnTo>
                      <a:lnTo>
                        <a:pt x="2731" y="1430"/>
                      </a:lnTo>
                      <a:lnTo>
                        <a:pt x="2714" y="1424"/>
                      </a:lnTo>
                      <a:lnTo>
                        <a:pt x="2714" y="1360"/>
                      </a:lnTo>
                      <a:lnTo>
                        <a:pt x="2645" y="1395"/>
                      </a:lnTo>
                      <a:lnTo>
                        <a:pt x="2621" y="1348"/>
                      </a:lnTo>
                      <a:lnTo>
                        <a:pt x="2703" y="1285"/>
                      </a:lnTo>
                      <a:lnTo>
                        <a:pt x="2673" y="1197"/>
                      </a:lnTo>
                      <a:lnTo>
                        <a:pt x="2638" y="1185"/>
                      </a:lnTo>
                      <a:lnTo>
                        <a:pt x="2610" y="1173"/>
                      </a:lnTo>
                      <a:lnTo>
                        <a:pt x="2523" y="1238"/>
                      </a:lnTo>
                      <a:lnTo>
                        <a:pt x="2482" y="1337"/>
                      </a:lnTo>
                      <a:lnTo>
                        <a:pt x="2488" y="1424"/>
                      </a:lnTo>
                      <a:lnTo>
                        <a:pt x="2453" y="1470"/>
                      </a:lnTo>
                      <a:lnTo>
                        <a:pt x="2389" y="1505"/>
                      </a:lnTo>
                      <a:lnTo>
                        <a:pt x="2314" y="1424"/>
                      </a:lnTo>
                      <a:lnTo>
                        <a:pt x="2366" y="1278"/>
                      </a:lnTo>
                      <a:lnTo>
                        <a:pt x="2429" y="1220"/>
                      </a:lnTo>
                      <a:lnTo>
                        <a:pt x="2394" y="1208"/>
                      </a:lnTo>
                      <a:lnTo>
                        <a:pt x="2406" y="1163"/>
                      </a:lnTo>
                      <a:lnTo>
                        <a:pt x="2528" y="1110"/>
                      </a:lnTo>
                      <a:lnTo>
                        <a:pt x="2656" y="1151"/>
                      </a:lnTo>
                      <a:lnTo>
                        <a:pt x="2569" y="1063"/>
                      </a:lnTo>
                      <a:lnTo>
                        <a:pt x="2499" y="1075"/>
                      </a:lnTo>
                      <a:lnTo>
                        <a:pt x="2441" y="1034"/>
                      </a:lnTo>
                      <a:lnTo>
                        <a:pt x="2476" y="1034"/>
                      </a:lnTo>
                      <a:lnTo>
                        <a:pt x="2436" y="976"/>
                      </a:lnTo>
                      <a:lnTo>
                        <a:pt x="2296" y="1046"/>
                      </a:lnTo>
                      <a:lnTo>
                        <a:pt x="2220" y="1017"/>
                      </a:lnTo>
                      <a:lnTo>
                        <a:pt x="2197" y="1034"/>
                      </a:lnTo>
                      <a:lnTo>
                        <a:pt x="2145" y="1017"/>
                      </a:lnTo>
                      <a:lnTo>
                        <a:pt x="2272" y="936"/>
                      </a:lnTo>
                      <a:lnTo>
                        <a:pt x="2406" y="907"/>
                      </a:lnTo>
                      <a:lnTo>
                        <a:pt x="1616" y="587"/>
                      </a:lnTo>
                      <a:lnTo>
                        <a:pt x="1023" y="302"/>
                      </a:lnTo>
                      <a:lnTo>
                        <a:pt x="570" y="59"/>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82" name=""/>
                <p:cNvSpPr/>
                <p:nvPr/>
              </p:nvSpPr>
              <p:spPr>
                <a:xfrm rot="20717400">
                  <a:off x="4159080" y="1561680"/>
                  <a:ext cx="39600" cy="23040"/>
                </a:xfrm>
                <a:custGeom>
                  <a:avLst/>
                  <a:gdLst/>
                  <a:ahLst/>
                  <a:rect l="l" t="t" r="r" b="b"/>
                  <a:pathLst>
                    <a:path w="325" h="186">
                      <a:moveTo>
                        <a:pt x="262" y="0"/>
                      </a:moveTo>
                      <a:lnTo>
                        <a:pt x="325" y="57"/>
                      </a:lnTo>
                      <a:lnTo>
                        <a:pt x="297" y="75"/>
                      </a:lnTo>
                      <a:lnTo>
                        <a:pt x="320" y="179"/>
                      </a:lnTo>
                      <a:lnTo>
                        <a:pt x="256" y="186"/>
                      </a:lnTo>
                      <a:lnTo>
                        <a:pt x="163" y="151"/>
                      </a:lnTo>
                      <a:lnTo>
                        <a:pt x="88" y="162"/>
                      </a:lnTo>
                      <a:lnTo>
                        <a:pt x="0" y="116"/>
                      </a:lnTo>
                      <a:lnTo>
                        <a:pt x="88" y="64"/>
                      </a:lnTo>
                      <a:lnTo>
                        <a:pt x="175" y="75"/>
                      </a:lnTo>
                      <a:lnTo>
                        <a:pt x="186" y="57"/>
                      </a:lnTo>
                      <a:lnTo>
                        <a:pt x="128" y="0"/>
                      </a:lnTo>
                      <a:lnTo>
                        <a:pt x="227" y="12"/>
                      </a:lnTo>
                      <a:lnTo>
                        <a:pt x="262" y="0"/>
                      </a:lnTo>
                      <a:close/>
                    </a:path>
                  </a:pathLst>
                </a:custGeom>
                <a:solidFill>
                  <a:srgbClr val="ffffff"/>
                </a:solidFill>
                <a:ln w="9360">
                  <a:solidFill>
                    <a:srgbClr val="000000"/>
                  </a:solidFill>
                  <a:round/>
                </a:ln>
              </p:spPr>
              <p:style>
                <a:lnRef idx="0"/>
                <a:fillRef idx="0"/>
                <a:effectRef idx="0"/>
                <a:fontRef idx="minor"/>
              </p:style>
              <p:txBody>
                <a:bodyPr lIns="90000" rIns="90000" tIns="-23760" bIns="-23760" anchor="t">
                  <a:noAutofit/>
                </a:bodyPr>
                <a:p>
                  <a:endParaRPr b="0" lang="en-US" sz="2400" spc="-1" strike="noStrike">
                    <a:solidFill>
                      <a:srgbClr val="000000"/>
                    </a:solidFill>
                    <a:latin typeface="Times New Roman"/>
                  </a:endParaRPr>
                </a:p>
              </p:txBody>
            </p:sp>
            <p:sp>
              <p:nvSpPr>
                <p:cNvPr id="8683" name=""/>
                <p:cNvSpPr/>
                <p:nvPr/>
              </p:nvSpPr>
              <p:spPr>
                <a:xfrm rot="20717400">
                  <a:off x="4190400" y="1551240"/>
                  <a:ext cx="36360" cy="25560"/>
                </a:xfrm>
                <a:custGeom>
                  <a:avLst/>
                  <a:gdLst/>
                  <a:ahLst/>
                  <a:rect l="l" t="t" r="r" b="b"/>
                  <a:pathLst>
                    <a:path w="307" h="197">
                      <a:moveTo>
                        <a:pt x="0" y="6"/>
                      </a:moveTo>
                      <a:lnTo>
                        <a:pt x="58" y="0"/>
                      </a:lnTo>
                      <a:lnTo>
                        <a:pt x="174" y="18"/>
                      </a:lnTo>
                      <a:lnTo>
                        <a:pt x="192" y="81"/>
                      </a:lnTo>
                      <a:lnTo>
                        <a:pt x="273" y="93"/>
                      </a:lnTo>
                      <a:lnTo>
                        <a:pt x="307" y="168"/>
                      </a:lnTo>
                      <a:lnTo>
                        <a:pt x="279" y="175"/>
                      </a:lnTo>
                      <a:lnTo>
                        <a:pt x="192" y="145"/>
                      </a:lnTo>
                      <a:lnTo>
                        <a:pt x="128" y="197"/>
                      </a:lnTo>
                      <a:lnTo>
                        <a:pt x="93" y="180"/>
                      </a:lnTo>
                      <a:lnTo>
                        <a:pt x="58" y="180"/>
                      </a:lnTo>
                      <a:lnTo>
                        <a:pt x="35" y="81"/>
                      </a:lnTo>
                      <a:lnTo>
                        <a:pt x="63" y="63"/>
                      </a:lnTo>
                      <a:lnTo>
                        <a:pt x="0" y="6"/>
                      </a:lnTo>
                      <a:close/>
                    </a:path>
                  </a:pathLst>
                </a:custGeom>
                <a:solidFill>
                  <a:srgbClr val="ffffff"/>
                </a:solidFill>
                <a:ln w="9360">
                  <a:solidFill>
                    <a:srgbClr val="000000"/>
                  </a:solidFill>
                  <a:round/>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8684" name=""/>
                <p:cNvSpPr/>
                <p:nvPr/>
              </p:nvSpPr>
              <p:spPr>
                <a:xfrm rot="20717400">
                  <a:off x="3778200" y="1383840"/>
                  <a:ext cx="237960" cy="289080"/>
                </a:xfrm>
                <a:custGeom>
                  <a:avLst/>
                  <a:gdLst/>
                  <a:ahLst/>
                  <a:rect l="l" t="t" r="r" b="b"/>
                  <a:pathLst>
                    <a:path w="1976" h="2259">
                      <a:moveTo>
                        <a:pt x="47" y="0"/>
                      </a:moveTo>
                      <a:lnTo>
                        <a:pt x="47" y="40"/>
                      </a:lnTo>
                      <a:lnTo>
                        <a:pt x="18" y="122"/>
                      </a:lnTo>
                      <a:lnTo>
                        <a:pt x="105" y="453"/>
                      </a:lnTo>
                      <a:lnTo>
                        <a:pt x="65" y="499"/>
                      </a:lnTo>
                      <a:lnTo>
                        <a:pt x="0" y="453"/>
                      </a:lnTo>
                      <a:lnTo>
                        <a:pt x="47" y="633"/>
                      </a:lnTo>
                      <a:lnTo>
                        <a:pt x="82" y="645"/>
                      </a:lnTo>
                      <a:lnTo>
                        <a:pt x="128" y="720"/>
                      </a:lnTo>
                      <a:lnTo>
                        <a:pt x="76" y="847"/>
                      </a:lnTo>
                      <a:lnTo>
                        <a:pt x="198" y="1063"/>
                      </a:lnTo>
                      <a:lnTo>
                        <a:pt x="222" y="959"/>
                      </a:lnTo>
                      <a:lnTo>
                        <a:pt x="180" y="900"/>
                      </a:lnTo>
                      <a:lnTo>
                        <a:pt x="187" y="802"/>
                      </a:lnTo>
                      <a:lnTo>
                        <a:pt x="140" y="580"/>
                      </a:lnTo>
                      <a:lnTo>
                        <a:pt x="180" y="488"/>
                      </a:lnTo>
                      <a:lnTo>
                        <a:pt x="117" y="359"/>
                      </a:lnTo>
                      <a:lnTo>
                        <a:pt x="152" y="214"/>
                      </a:lnTo>
                      <a:lnTo>
                        <a:pt x="187" y="232"/>
                      </a:lnTo>
                      <a:lnTo>
                        <a:pt x="250" y="307"/>
                      </a:lnTo>
                      <a:lnTo>
                        <a:pt x="285" y="603"/>
                      </a:lnTo>
                      <a:lnTo>
                        <a:pt x="326" y="627"/>
                      </a:lnTo>
                      <a:lnTo>
                        <a:pt x="302" y="703"/>
                      </a:lnTo>
                      <a:lnTo>
                        <a:pt x="332" y="795"/>
                      </a:lnTo>
                      <a:lnTo>
                        <a:pt x="372" y="807"/>
                      </a:lnTo>
                      <a:lnTo>
                        <a:pt x="332" y="859"/>
                      </a:lnTo>
                      <a:lnTo>
                        <a:pt x="407" y="935"/>
                      </a:lnTo>
                      <a:lnTo>
                        <a:pt x="506" y="1290"/>
                      </a:lnTo>
                      <a:lnTo>
                        <a:pt x="396" y="1423"/>
                      </a:lnTo>
                      <a:lnTo>
                        <a:pt x="524" y="1667"/>
                      </a:lnTo>
                      <a:lnTo>
                        <a:pt x="634" y="1731"/>
                      </a:lnTo>
                      <a:lnTo>
                        <a:pt x="762" y="1853"/>
                      </a:lnTo>
                      <a:lnTo>
                        <a:pt x="1070" y="2050"/>
                      </a:lnTo>
                      <a:lnTo>
                        <a:pt x="1244" y="2073"/>
                      </a:lnTo>
                      <a:lnTo>
                        <a:pt x="1343" y="2143"/>
                      </a:lnTo>
                      <a:lnTo>
                        <a:pt x="1378" y="2259"/>
                      </a:lnTo>
                      <a:lnTo>
                        <a:pt x="1406" y="2213"/>
                      </a:lnTo>
                      <a:lnTo>
                        <a:pt x="1605" y="2167"/>
                      </a:lnTo>
                      <a:lnTo>
                        <a:pt x="1558" y="2091"/>
                      </a:lnTo>
                      <a:lnTo>
                        <a:pt x="1616" y="2033"/>
                      </a:lnTo>
                      <a:lnTo>
                        <a:pt x="1709" y="2068"/>
                      </a:lnTo>
                      <a:lnTo>
                        <a:pt x="1779" y="2062"/>
                      </a:lnTo>
                      <a:lnTo>
                        <a:pt x="1837" y="2085"/>
                      </a:lnTo>
                      <a:lnTo>
                        <a:pt x="1866" y="2033"/>
                      </a:lnTo>
                      <a:lnTo>
                        <a:pt x="1912" y="1998"/>
                      </a:lnTo>
                      <a:lnTo>
                        <a:pt x="1912" y="1923"/>
                      </a:lnTo>
                      <a:lnTo>
                        <a:pt x="1976" y="1864"/>
                      </a:lnTo>
                      <a:lnTo>
                        <a:pt x="1971" y="1783"/>
                      </a:lnTo>
                      <a:lnTo>
                        <a:pt x="1895" y="1754"/>
                      </a:lnTo>
                      <a:lnTo>
                        <a:pt x="1720" y="1783"/>
                      </a:lnTo>
                      <a:lnTo>
                        <a:pt x="1663" y="1905"/>
                      </a:lnTo>
                      <a:lnTo>
                        <a:pt x="1598" y="1958"/>
                      </a:lnTo>
                      <a:lnTo>
                        <a:pt x="1465" y="1911"/>
                      </a:lnTo>
                      <a:lnTo>
                        <a:pt x="1372" y="1916"/>
                      </a:lnTo>
                      <a:lnTo>
                        <a:pt x="1181" y="1812"/>
                      </a:lnTo>
                      <a:lnTo>
                        <a:pt x="1128" y="1748"/>
                      </a:lnTo>
                      <a:lnTo>
                        <a:pt x="1169" y="1602"/>
                      </a:lnTo>
                      <a:lnTo>
                        <a:pt x="1099" y="1498"/>
                      </a:lnTo>
                      <a:lnTo>
                        <a:pt x="1139" y="1365"/>
                      </a:lnTo>
                      <a:lnTo>
                        <a:pt x="1215" y="1307"/>
                      </a:lnTo>
                      <a:lnTo>
                        <a:pt x="1244" y="1225"/>
                      </a:lnTo>
                      <a:lnTo>
                        <a:pt x="1128" y="1103"/>
                      </a:lnTo>
                      <a:lnTo>
                        <a:pt x="1029" y="795"/>
                      </a:lnTo>
                      <a:lnTo>
                        <a:pt x="884" y="802"/>
                      </a:lnTo>
                      <a:lnTo>
                        <a:pt x="825" y="725"/>
                      </a:lnTo>
                      <a:lnTo>
                        <a:pt x="815" y="586"/>
                      </a:lnTo>
                      <a:lnTo>
                        <a:pt x="750" y="476"/>
                      </a:lnTo>
                      <a:lnTo>
                        <a:pt x="628" y="436"/>
                      </a:lnTo>
                      <a:lnTo>
                        <a:pt x="616" y="470"/>
                      </a:lnTo>
                      <a:lnTo>
                        <a:pt x="367" y="366"/>
                      </a:lnTo>
                      <a:lnTo>
                        <a:pt x="239" y="127"/>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685" name=""/>
                <p:cNvSpPr/>
                <p:nvPr/>
              </p:nvSpPr>
              <p:spPr>
                <a:xfrm rot="20717400">
                  <a:off x="4008600" y="1613520"/>
                  <a:ext cx="15120" cy="21960"/>
                </a:xfrm>
                <a:custGeom>
                  <a:avLst/>
                  <a:gdLst/>
                  <a:ahLst/>
                  <a:rect l="l" t="t" r="r" b="b"/>
                  <a:pathLst>
                    <a:path w="128" h="175">
                      <a:moveTo>
                        <a:pt x="128" y="23"/>
                      </a:moveTo>
                      <a:lnTo>
                        <a:pt x="99" y="116"/>
                      </a:lnTo>
                      <a:lnTo>
                        <a:pt x="58" y="175"/>
                      </a:lnTo>
                      <a:lnTo>
                        <a:pt x="0" y="151"/>
                      </a:lnTo>
                      <a:lnTo>
                        <a:pt x="35" y="87"/>
                      </a:lnTo>
                      <a:lnTo>
                        <a:pt x="41" y="0"/>
                      </a:lnTo>
                      <a:lnTo>
                        <a:pt x="76" y="0"/>
                      </a:lnTo>
                      <a:lnTo>
                        <a:pt x="128" y="23"/>
                      </a:lnTo>
                      <a:close/>
                    </a:path>
                  </a:pathLst>
                </a:custGeom>
                <a:solidFill>
                  <a:srgbClr val="ffffff"/>
                </a:solidFill>
                <a:ln w="9360">
                  <a:solidFill>
                    <a:srgbClr val="000000"/>
                  </a:solidFill>
                  <a:round/>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8686" name=""/>
                <p:cNvSpPr/>
                <p:nvPr/>
              </p:nvSpPr>
              <p:spPr>
                <a:xfrm rot="20717400">
                  <a:off x="3970800" y="1616040"/>
                  <a:ext cx="47880" cy="45000"/>
                </a:xfrm>
                <a:custGeom>
                  <a:avLst/>
                  <a:gdLst/>
                  <a:ahLst/>
                  <a:rect l="l" t="t" r="r" b="b"/>
                  <a:pathLst>
                    <a:path w="395" h="348">
                      <a:moveTo>
                        <a:pt x="383" y="204"/>
                      </a:moveTo>
                      <a:lnTo>
                        <a:pt x="395" y="221"/>
                      </a:lnTo>
                      <a:lnTo>
                        <a:pt x="319" y="249"/>
                      </a:lnTo>
                      <a:lnTo>
                        <a:pt x="291" y="302"/>
                      </a:lnTo>
                      <a:lnTo>
                        <a:pt x="226" y="348"/>
                      </a:lnTo>
                      <a:lnTo>
                        <a:pt x="92" y="319"/>
                      </a:lnTo>
                      <a:lnTo>
                        <a:pt x="0" y="226"/>
                      </a:lnTo>
                      <a:lnTo>
                        <a:pt x="22" y="180"/>
                      </a:lnTo>
                      <a:lnTo>
                        <a:pt x="221" y="127"/>
                      </a:lnTo>
                      <a:lnTo>
                        <a:pt x="174" y="58"/>
                      </a:lnTo>
                      <a:lnTo>
                        <a:pt x="226" y="0"/>
                      </a:lnTo>
                      <a:lnTo>
                        <a:pt x="325" y="35"/>
                      </a:lnTo>
                      <a:lnTo>
                        <a:pt x="366" y="29"/>
                      </a:lnTo>
                      <a:lnTo>
                        <a:pt x="360" y="122"/>
                      </a:lnTo>
                      <a:lnTo>
                        <a:pt x="325" y="174"/>
                      </a:lnTo>
                      <a:lnTo>
                        <a:pt x="383" y="204"/>
                      </a:lnTo>
                      <a:close/>
                    </a:path>
                  </a:pathLst>
                </a:custGeom>
                <a:solidFill>
                  <a:srgbClr val="ffffff"/>
                </a:solidFill>
                <a:ln w="9360">
                  <a:solidFill>
                    <a:srgbClr val="000000"/>
                  </a:solidFill>
                  <a:round/>
                </a:ln>
              </p:spPr>
              <p:style>
                <a:lnRef idx="0"/>
                <a:fillRef idx="0"/>
                <a:effectRef idx="0"/>
                <a:fontRef idx="minor"/>
              </p:style>
              <p:txBody>
                <a:bodyPr lIns="90000" rIns="90000" tIns="-1800" bIns="-1800" anchor="t">
                  <a:noAutofit/>
                </a:bodyPr>
                <a:p>
                  <a:endParaRPr b="0" lang="en-US" sz="2400" spc="-1" strike="noStrike">
                    <a:solidFill>
                      <a:srgbClr val="000000"/>
                    </a:solidFill>
                    <a:latin typeface="Times New Roman"/>
                  </a:endParaRPr>
                </a:p>
              </p:txBody>
            </p:sp>
            <p:sp>
              <p:nvSpPr>
                <p:cNvPr id="8687" name=""/>
                <p:cNvSpPr/>
                <p:nvPr/>
              </p:nvSpPr>
              <p:spPr>
                <a:xfrm rot="20717400">
                  <a:off x="4009320" y="1631880"/>
                  <a:ext cx="54720" cy="31680"/>
                </a:xfrm>
                <a:custGeom>
                  <a:avLst/>
                  <a:gdLst/>
                  <a:ahLst/>
                  <a:rect l="l" t="t" r="r" b="b"/>
                  <a:pathLst>
                    <a:path w="458" h="249">
                      <a:moveTo>
                        <a:pt x="104" y="0"/>
                      </a:moveTo>
                      <a:lnTo>
                        <a:pt x="28" y="23"/>
                      </a:lnTo>
                      <a:lnTo>
                        <a:pt x="0" y="87"/>
                      </a:lnTo>
                      <a:lnTo>
                        <a:pt x="122" y="127"/>
                      </a:lnTo>
                      <a:lnTo>
                        <a:pt x="122" y="232"/>
                      </a:lnTo>
                      <a:lnTo>
                        <a:pt x="133" y="249"/>
                      </a:lnTo>
                      <a:lnTo>
                        <a:pt x="249" y="220"/>
                      </a:lnTo>
                      <a:lnTo>
                        <a:pt x="290" y="227"/>
                      </a:lnTo>
                      <a:lnTo>
                        <a:pt x="458" y="115"/>
                      </a:lnTo>
                      <a:lnTo>
                        <a:pt x="441" y="93"/>
                      </a:lnTo>
                      <a:lnTo>
                        <a:pt x="127" y="46"/>
                      </a:lnTo>
                      <a:lnTo>
                        <a:pt x="104" y="0"/>
                      </a:lnTo>
                      <a:close/>
                    </a:path>
                  </a:pathLst>
                </a:custGeom>
                <a:solidFill>
                  <a:srgbClr val="ffffff"/>
                </a:solidFill>
                <a:ln w="9360">
                  <a:solidFill>
                    <a:srgbClr val="00000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8688" name=""/>
                <p:cNvSpPr/>
                <p:nvPr/>
              </p:nvSpPr>
              <p:spPr>
                <a:xfrm rot="20717400">
                  <a:off x="4003560" y="1649520"/>
                  <a:ext cx="21960" cy="19800"/>
                </a:xfrm>
                <a:custGeom>
                  <a:avLst/>
                  <a:gdLst/>
                  <a:ahLst/>
                  <a:rect l="l" t="t" r="r" b="b"/>
                  <a:pathLst>
                    <a:path w="187" h="151">
                      <a:moveTo>
                        <a:pt x="65" y="0"/>
                      </a:moveTo>
                      <a:lnTo>
                        <a:pt x="187" y="46"/>
                      </a:lnTo>
                      <a:lnTo>
                        <a:pt x="187" y="151"/>
                      </a:lnTo>
                      <a:lnTo>
                        <a:pt x="75" y="111"/>
                      </a:lnTo>
                      <a:lnTo>
                        <a:pt x="0" y="46"/>
                      </a:lnTo>
                      <a:lnTo>
                        <a:pt x="65" y="0"/>
                      </a:lnTo>
                      <a:close/>
                    </a:path>
                  </a:pathLst>
                </a:custGeom>
                <a:solidFill>
                  <a:srgbClr val="ffffff"/>
                </a:solidFill>
                <a:ln w="9360">
                  <a:solidFill>
                    <a:srgbClr val="000000"/>
                  </a:solidFill>
                  <a:round/>
                </a:ln>
              </p:spPr>
              <p:style>
                <a:lnRef idx="0"/>
                <a:fillRef idx="0"/>
                <a:effectRef idx="0"/>
                <a:fontRef idx="minor"/>
              </p:style>
              <p:txBody>
                <a:bodyPr lIns="90000" rIns="90000" tIns="-27000" bIns="-27000" anchor="t">
                  <a:noAutofit/>
                </a:bodyPr>
                <a:p>
                  <a:endParaRPr b="0" lang="en-US" sz="2400" spc="-1" strike="noStrike">
                    <a:solidFill>
                      <a:srgbClr val="000000"/>
                    </a:solidFill>
                    <a:latin typeface="Times New Roman"/>
                  </a:endParaRPr>
                </a:p>
              </p:txBody>
            </p:sp>
            <p:sp>
              <p:nvSpPr>
                <p:cNvPr id="8689" name=""/>
                <p:cNvSpPr/>
                <p:nvPr/>
              </p:nvSpPr>
              <p:spPr>
                <a:xfrm rot="20717400">
                  <a:off x="4029840" y="1641960"/>
                  <a:ext cx="51120" cy="47520"/>
                </a:xfrm>
                <a:custGeom>
                  <a:avLst/>
                  <a:gdLst/>
                  <a:ahLst/>
                  <a:rect l="l" t="t" r="r" b="b"/>
                  <a:pathLst>
                    <a:path w="425" h="377">
                      <a:moveTo>
                        <a:pt x="116" y="349"/>
                      </a:moveTo>
                      <a:lnTo>
                        <a:pt x="203" y="377"/>
                      </a:lnTo>
                      <a:lnTo>
                        <a:pt x="226" y="342"/>
                      </a:lnTo>
                      <a:lnTo>
                        <a:pt x="268" y="354"/>
                      </a:lnTo>
                      <a:lnTo>
                        <a:pt x="279" y="279"/>
                      </a:lnTo>
                      <a:lnTo>
                        <a:pt x="425" y="110"/>
                      </a:lnTo>
                      <a:lnTo>
                        <a:pt x="425" y="58"/>
                      </a:lnTo>
                      <a:lnTo>
                        <a:pt x="325" y="0"/>
                      </a:lnTo>
                      <a:lnTo>
                        <a:pt x="157" y="105"/>
                      </a:lnTo>
                      <a:lnTo>
                        <a:pt x="111" y="98"/>
                      </a:lnTo>
                      <a:lnTo>
                        <a:pt x="0" y="127"/>
                      </a:lnTo>
                      <a:lnTo>
                        <a:pt x="87" y="284"/>
                      </a:lnTo>
                      <a:lnTo>
                        <a:pt x="116" y="319"/>
                      </a:lnTo>
                      <a:lnTo>
                        <a:pt x="116" y="349"/>
                      </a:lnTo>
                      <a:close/>
                    </a:path>
                  </a:pathLst>
                </a:custGeom>
                <a:solidFill>
                  <a:srgbClr val="ffffff"/>
                </a:solidFill>
                <a:ln w="9360">
                  <a:solidFill>
                    <a:srgbClr val="000000"/>
                  </a:solidFill>
                  <a:round/>
                </a:ln>
              </p:spPr>
              <p:style>
                <a:lnRef idx="0"/>
                <a:fillRef idx="0"/>
                <a:effectRef idx="0"/>
                <a:fontRef idx="minor"/>
              </p:style>
              <p:txBody>
                <a:bodyPr lIns="90000" rIns="90000" tIns="720" bIns="720" anchor="t">
                  <a:noAutofit/>
                </a:bodyPr>
                <a:p>
                  <a:endParaRPr b="0" lang="en-US" sz="2400" spc="-1" strike="noStrike">
                    <a:solidFill>
                      <a:srgbClr val="000000"/>
                    </a:solidFill>
                    <a:latin typeface="Times New Roman"/>
                  </a:endParaRPr>
                </a:p>
              </p:txBody>
            </p:sp>
            <p:sp>
              <p:nvSpPr>
                <p:cNvPr id="8690" name=""/>
                <p:cNvSpPr/>
                <p:nvPr/>
              </p:nvSpPr>
              <p:spPr>
                <a:xfrm rot="20717400">
                  <a:off x="4050720" y="1684080"/>
                  <a:ext cx="27720" cy="34200"/>
                </a:xfrm>
                <a:custGeom>
                  <a:avLst/>
                  <a:gdLst/>
                  <a:ahLst/>
                  <a:rect l="l" t="t" r="r" b="b"/>
                  <a:pathLst>
                    <a:path w="226" h="274">
                      <a:moveTo>
                        <a:pt x="5" y="12"/>
                      </a:moveTo>
                      <a:lnTo>
                        <a:pt x="92" y="35"/>
                      </a:lnTo>
                      <a:lnTo>
                        <a:pt x="115" y="0"/>
                      </a:lnTo>
                      <a:lnTo>
                        <a:pt x="157" y="12"/>
                      </a:lnTo>
                      <a:lnTo>
                        <a:pt x="139" y="122"/>
                      </a:lnTo>
                      <a:lnTo>
                        <a:pt x="220" y="180"/>
                      </a:lnTo>
                      <a:lnTo>
                        <a:pt x="226" y="209"/>
                      </a:lnTo>
                      <a:lnTo>
                        <a:pt x="214" y="274"/>
                      </a:lnTo>
                      <a:lnTo>
                        <a:pt x="197" y="262"/>
                      </a:lnTo>
                      <a:lnTo>
                        <a:pt x="0" y="52"/>
                      </a:lnTo>
                      <a:lnTo>
                        <a:pt x="5" y="12"/>
                      </a:lnTo>
                      <a:close/>
                    </a:path>
                  </a:pathLst>
                </a:custGeom>
                <a:solidFill>
                  <a:srgbClr val="ffffff"/>
                </a:solidFill>
                <a:ln w="9360">
                  <a:solidFill>
                    <a:srgbClr val="000000"/>
                  </a:solidFill>
                  <a:round/>
                </a:ln>
              </p:spPr>
              <p:style>
                <a:lnRef idx="0"/>
                <a:fillRef idx="0"/>
                <a:effectRef idx="0"/>
                <a:fontRef idx="minor"/>
              </p:style>
              <p:txBody>
                <a:bodyPr lIns="90000" rIns="90000" tIns="-12600" bIns="-12600" anchor="t">
                  <a:noAutofit/>
                </a:bodyPr>
                <a:p>
                  <a:endParaRPr b="0" lang="en-US" sz="2400" spc="-1" strike="noStrike">
                    <a:solidFill>
                      <a:srgbClr val="000000"/>
                    </a:solidFill>
                    <a:latin typeface="Times New Roman"/>
                  </a:endParaRPr>
                </a:p>
              </p:txBody>
            </p:sp>
            <p:sp>
              <p:nvSpPr>
                <p:cNvPr id="8691" name=""/>
                <p:cNvSpPr/>
                <p:nvPr/>
              </p:nvSpPr>
              <p:spPr>
                <a:xfrm rot="20717400">
                  <a:off x="4079880" y="1693440"/>
                  <a:ext cx="60480" cy="35640"/>
                </a:xfrm>
                <a:custGeom>
                  <a:avLst/>
                  <a:gdLst/>
                  <a:ahLst/>
                  <a:rect l="l" t="t" r="r" b="b"/>
                  <a:pathLst>
                    <a:path w="506" h="285">
                      <a:moveTo>
                        <a:pt x="12" y="0"/>
                      </a:moveTo>
                      <a:lnTo>
                        <a:pt x="111" y="64"/>
                      </a:lnTo>
                      <a:lnTo>
                        <a:pt x="326" y="6"/>
                      </a:lnTo>
                      <a:lnTo>
                        <a:pt x="477" y="104"/>
                      </a:lnTo>
                      <a:lnTo>
                        <a:pt x="506" y="250"/>
                      </a:lnTo>
                      <a:lnTo>
                        <a:pt x="448" y="285"/>
                      </a:lnTo>
                      <a:lnTo>
                        <a:pt x="355" y="198"/>
                      </a:lnTo>
                      <a:lnTo>
                        <a:pt x="390" y="169"/>
                      </a:lnTo>
                      <a:lnTo>
                        <a:pt x="396" y="151"/>
                      </a:lnTo>
                      <a:lnTo>
                        <a:pt x="314" y="87"/>
                      </a:lnTo>
                      <a:lnTo>
                        <a:pt x="268" y="104"/>
                      </a:lnTo>
                      <a:lnTo>
                        <a:pt x="180" y="111"/>
                      </a:lnTo>
                      <a:lnTo>
                        <a:pt x="262" y="181"/>
                      </a:lnTo>
                      <a:lnTo>
                        <a:pt x="204" y="198"/>
                      </a:lnTo>
                      <a:lnTo>
                        <a:pt x="0" y="94"/>
                      </a:lnTo>
                      <a:lnTo>
                        <a:pt x="18" y="29"/>
                      </a:lnTo>
                      <a:lnTo>
                        <a:pt x="12" y="0"/>
                      </a:lnTo>
                      <a:close/>
                    </a:path>
                  </a:pathLst>
                </a:custGeom>
                <a:solidFill>
                  <a:srgbClr val="ffffff"/>
                </a:solidFill>
                <a:ln w="9360">
                  <a:solidFill>
                    <a:srgbClr val="000000"/>
                  </a:solidFill>
                  <a:round/>
                </a:ln>
              </p:spPr>
              <p:style>
                <a:lnRef idx="0"/>
                <a:fillRef idx="0"/>
                <a:effectRef idx="0"/>
                <a:fontRef idx="minor"/>
              </p:style>
              <p:txBody>
                <a:bodyPr lIns="90000" rIns="90000" tIns="-11160" bIns="-11160" anchor="t">
                  <a:noAutofit/>
                </a:bodyPr>
                <a:p>
                  <a:endParaRPr b="0" lang="en-US" sz="2400" spc="-1" strike="noStrike">
                    <a:solidFill>
                      <a:srgbClr val="000000"/>
                    </a:solidFill>
                    <a:latin typeface="Times New Roman"/>
                  </a:endParaRPr>
                </a:p>
              </p:txBody>
            </p:sp>
            <p:sp>
              <p:nvSpPr>
                <p:cNvPr id="8692" name=""/>
                <p:cNvSpPr/>
                <p:nvPr/>
              </p:nvSpPr>
              <p:spPr>
                <a:xfrm rot="20717400">
                  <a:off x="3938760" y="923040"/>
                  <a:ext cx="50040" cy="33840"/>
                </a:xfrm>
                <a:custGeom>
                  <a:avLst/>
                  <a:gdLst/>
                  <a:ahLst/>
                  <a:rect l="l" t="t" r="r" b="b"/>
                  <a:pathLst>
                    <a:path w="412" h="268">
                      <a:moveTo>
                        <a:pt x="365" y="0"/>
                      </a:moveTo>
                      <a:lnTo>
                        <a:pt x="302" y="12"/>
                      </a:lnTo>
                      <a:lnTo>
                        <a:pt x="290" y="87"/>
                      </a:lnTo>
                      <a:lnTo>
                        <a:pt x="261" y="104"/>
                      </a:lnTo>
                      <a:lnTo>
                        <a:pt x="220" y="87"/>
                      </a:lnTo>
                      <a:lnTo>
                        <a:pt x="185" y="81"/>
                      </a:lnTo>
                      <a:lnTo>
                        <a:pt x="157" y="81"/>
                      </a:lnTo>
                      <a:lnTo>
                        <a:pt x="150" y="6"/>
                      </a:lnTo>
                      <a:lnTo>
                        <a:pt x="110" y="0"/>
                      </a:lnTo>
                      <a:lnTo>
                        <a:pt x="46" y="17"/>
                      </a:lnTo>
                      <a:lnTo>
                        <a:pt x="70" y="69"/>
                      </a:lnTo>
                      <a:lnTo>
                        <a:pt x="58" y="87"/>
                      </a:lnTo>
                      <a:lnTo>
                        <a:pt x="5" y="104"/>
                      </a:lnTo>
                      <a:lnTo>
                        <a:pt x="5" y="139"/>
                      </a:lnTo>
                      <a:lnTo>
                        <a:pt x="58" y="163"/>
                      </a:lnTo>
                      <a:lnTo>
                        <a:pt x="70" y="191"/>
                      </a:lnTo>
                      <a:lnTo>
                        <a:pt x="0" y="221"/>
                      </a:lnTo>
                      <a:lnTo>
                        <a:pt x="23" y="268"/>
                      </a:lnTo>
                      <a:lnTo>
                        <a:pt x="139" y="268"/>
                      </a:lnTo>
                      <a:lnTo>
                        <a:pt x="192" y="226"/>
                      </a:lnTo>
                      <a:lnTo>
                        <a:pt x="261" y="250"/>
                      </a:lnTo>
                      <a:lnTo>
                        <a:pt x="302" y="250"/>
                      </a:lnTo>
                      <a:lnTo>
                        <a:pt x="337" y="203"/>
                      </a:lnTo>
                      <a:lnTo>
                        <a:pt x="319" y="151"/>
                      </a:lnTo>
                      <a:lnTo>
                        <a:pt x="372" y="104"/>
                      </a:lnTo>
                      <a:lnTo>
                        <a:pt x="412" y="17"/>
                      </a:lnTo>
                      <a:lnTo>
                        <a:pt x="372" y="0"/>
                      </a:lnTo>
                      <a:lnTo>
                        <a:pt x="365" y="0"/>
                      </a:lnTo>
                      <a:close/>
                    </a:path>
                  </a:pathLst>
                </a:custGeom>
                <a:solidFill>
                  <a:srgbClr val="ffffff"/>
                </a:solidFill>
                <a:ln w="9360">
                  <a:solidFill>
                    <a:srgbClr val="000000"/>
                  </a:solidFill>
                  <a:round/>
                </a:ln>
              </p:spPr>
              <p:style>
                <a:lnRef idx="0"/>
                <a:fillRef idx="0"/>
                <a:effectRef idx="0"/>
                <a:fontRef idx="minor"/>
              </p:style>
              <p:txBody>
                <a:bodyPr lIns="90000" rIns="90000" tIns="-12960" bIns="-12960" anchor="t">
                  <a:noAutofit/>
                </a:bodyPr>
                <a:p>
                  <a:endParaRPr b="0" lang="en-US" sz="2400" spc="-1" strike="noStrike">
                    <a:solidFill>
                      <a:srgbClr val="000000"/>
                    </a:solidFill>
                    <a:latin typeface="Times New Roman"/>
                  </a:endParaRPr>
                </a:p>
              </p:txBody>
            </p:sp>
          </p:grpSp>
          <p:grpSp>
            <p:nvGrpSpPr>
              <p:cNvPr id="8693" name=""/>
              <p:cNvGrpSpPr/>
              <p:nvPr/>
            </p:nvGrpSpPr>
            <p:grpSpPr>
              <a:xfrm>
                <a:off x="2243160" y="838080"/>
                <a:ext cx="1398240" cy="1407240"/>
                <a:chOff x="2243160" y="838080"/>
                <a:chExt cx="1398240" cy="1407240"/>
              </a:xfrm>
            </p:grpSpPr>
            <p:sp>
              <p:nvSpPr>
                <p:cNvPr id="8694" name=""/>
                <p:cNvSpPr/>
                <p:nvPr/>
              </p:nvSpPr>
              <p:spPr>
                <a:xfrm>
                  <a:off x="2474280" y="900000"/>
                  <a:ext cx="45000" cy="68400"/>
                </a:xfrm>
                <a:custGeom>
                  <a:avLst/>
                  <a:gdLst/>
                  <a:ahLst/>
                  <a:rect l="l" t="t" r="r" b="b"/>
                  <a:pathLst>
                    <a:path w="377" h="540">
                      <a:moveTo>
                        <a:pt x="192" y="110"/>
                      </a:moveTo>
                      <a:lnTo>
                        <a:pt x="157" y="99"/>
                      </a:lnTo>
                      <a:lnTo>
                        <a:pt x="150" y="40"/>
                      </a:lnTo>
                      <a:lnTo>
                        <a:pt x="139" y="12"/>
                      </a:lnTo>
                      <a:lnTo>
                        <a:pt x="110" y="0"/>
                      </a:lnTo>
                      <a:lnTo>
                        <a:pt x="80" y="17"/>
                      </a:lnTo>
                      <a:lnTo>
                        <a:pt x="63" y="46"/>
                      </a:lnTo>
                      <a:lnTo>
                        <a:pt x="0" y="12"/>
                      </a:lnTo>
                      <a:lnTo>
                        <a:pt x="0" y="40"/>
                      </a:lnTo>
                      <a:lnTo>
                        <a:pt x="28" y="127"/>
                      </a:lnTo>
                      <a:lnTo>
                        <a:pt x="46" y="156"/>
                      </a:lnTo>
                      <a:lnTo>
                        <a:pt x="52" y="209"/>
                      </a:lnTo>
                      <a:lnTo>
                        <a:pt x="104" y="249"/>
                      </a:lnTo>
                      <a:lnTo>
                        <a:pt x="139" y="267"/>
                      </a:lnTo>
                      <a:lnTo>
                        <a:pt x="185" y="244"/>
                      </a:lnTo>
                      <a:lnTo>
                        <a:pt x="185" y="209"/>
                      </a:lnTo>
                      <a:lnTo>
                        <a:pt x="227" y="226"/>
                      </a:lnTo>
                      <a:lnTo>
                        <a:pt x="237" y="279"/>
                      </a:lnTo>
                      <a:lnTo>
                        <a:pt x="203" y="296"/>
                      </a:lnTo>
                      <a:lnTo>
                        <a:pt x="168" y="296"/>
                      </a:lnTo>
                      <a:lnTo>
                        <a:pt x="168" y="325"/>
                      </a:lnTo>
                      <a:lnTo>
                        <a:pt x="203" y="331"/>
                      </a:lnTo>
                      <a:lnTo>
                        <a:pt x="237" y="343"/>
                      </a:lnTo>
                      <a:lnTo>
                        <a:pt x="215" y="389"/>
                      </a:lnTo>
                      <a:lnTo>
                        <a:pt x="168" y="401"/>
                      </a:lnTo>
                      <a:lnTo>
                        <a:pt x="203" y="465"/>
                      </a:lnTo>
                      <a:lnTo>
                        <a:pt x="261" y="493"/>
                      </a:lnTo>
                      <a:lnTo>
                        <a:pt x="279" y="540"/>
                      </a:lnTo>
                      <a:lnTo>
                        <a:pt x="296" y="465"/>
                      </a:lnTo>
                      <a:lnTo>
                        <a:pt x="302" y="395"/>
                      </a:lnTo>
                      <a:lnTo>
                        <a:pt x="314" y="325"/>
                      </a:lnTo>
                      <a:lnTo>
                        <a:pt x="349" y="256"/>
                      </a:lnTo>
                      <a:lnTo>
                        <a:pt x="354" y="186"/>
                      </a:lnTo>
                      <a:lnTo>
                        <a:pt x="377" y="156"/>
                      </a:lnTo>
                      <a:lnTo>
                        <a:pt x="349" y="151"/>
                      </a:lnTo>
                      <a:lnTo>
                        <a:pt x="296" y="110"/>
                      </a:lnTo>
                      <a:lnTo>
                        <a:pt x="255" y="52"/>
                      </a:lnTo>
                      <a:lnTo>
                        <a:pt x="232" y="81"/>
                      </a:lnTo>
                      <a:lnTo>
                        <a:pt x="180" y="99"/>
                      </a:lnTo>
                      <a:lnTo>
                        <a:pt x="192" y="110"/>
                      </a:lnTo>
                      <a:close/>
                    </a:path>
                  </a:pathLst>
                </a:custGeom>
                <a:solidFill>
                  <a:srgbClr val="ffffff"/>
                </a:solidFill>
                <a:ln w="9360">
                  <a:solidFill>
                    <a:srgbClr val="000000"/>
                  </a:solidFill>
                  <a:round/>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8695" name=""/>
                <p:cNvSpPr/>
                <p:nvPr/>
              </p:nvSpPr>
              <p:spPr>
                <a:xfrm>
                  <a:off x="2521800" y="896400"/>
                  <a:ext cx="23040" cy="26280"/>
                </a:xfrm>
                <a:custGeom>
                  <a:avLst/>
                  <a:gdLst/>
                  <a:ahLst/>
                  <a:rect l="l" t="t" r="r" b="b"/>
                  <a:pathLst>
                    <a:path w="192" h="204">
                      <a:moveTo>
                        <a:pt x="23" y="35"/>
                      </a:moveTo>
                      <a:lnTo>
                        <a:pt x="0" y="76"/>
                      </a:lnTo>
                      <a:lnTo>
                        <a:pt x="0" y="134"/>
                      </a:lnTo>
                      <a:lnTo>
                        <a:pt x="12" y="175"/>
                      </a:lnTo>
                      <a:lnTo>
                        <a:pt x="40" y="204"/>
                      </a:lnTo>
                      <a:lnTo>
                        <a:pt x="75" y="198"/>
                      </a:lnTo>
                      <a:lnTo>
                        <a:pt x="93" y="169"/>
                      </a:lnTo>
                      <a:lnTo>
                        <a:pt x="134" y="134"/>
                      </a:lnTo>
                      <a:lnTo>
                        <a:pt x="169" y="129"/>
                      </a:lnTo>
                      <a:lnTo>
                        <a:pt x="192" y="76"/>
                      </a:lnTo>
                      <a:lnTo>
                        <a:pt x="192" y="30"/>
                      </a:lnTo>
                      <a:lnTo>
                        <a:pt x="122" y="0"/>
                      </a:lnTo>
                      <a:lnTo>
                        <a:pt x="40" y="47"/>
                      </a:lnTo>
                      <a:lnTo>
                        <a:pt x="23" y="59"/>
                      </a:lnTo>
                      <a:lnTo>
                        <a:pt x="23" y="35"/>
                      </a:lnTo>
                      <a:close/>
                    </a:path>
                  </a:pathLst>
                </a:custGeom>
                <a:solidFill>
                  <a:srgbClr val="ffffff"/>
                </a:solidFill>
                <a:ln w="9360">
                  <a:solidFill>
                    <a:srgbClr val="000000"/>
                  </a:solidFill>
                  <a:round/>
                </a:ln>
              </p:spPr>
              <p:style>
                <a:lnRef idx="0"/>
                <a:fillRef idx="0"/>
                <a:effectRef idx="0"/>
                <a:fontRef idx="minor"/>
              </p:style>
              <p:txBody>
                <a:bodyPr lIns="90000" rIns="90000" tIns="-20520" bIns="-20520" anchor="t">
                  <a:noAutofit/>
                </a:bodyPr>
                <a:p>
                  <a:endParaRPr b="0" lang="en-US" sz="2400" spc="-1" strike="noStrike">
                    <a:solidFill>
                      <a:srgbClr val="000000"/>
                    </a:solidFill>
                    <a:latin typeface="Times New Roman"/>
                  </a:endParaRPr>
                </a:p>
              </p:txBody>
            </p:sp>
            <p:sp>
              <p:nvSpPr>
                <p:cNvPr id="8696" name=""/>
                <p:cNvSpPr/>
                <p:nvPr/>
              </p:nvSpPr>
              <p:spPr>
                <a:xfrm>
                  <a:off x="2521800" y="936000"/>
                  <a:ext cx="15480" cy="25200"/>
                </a:xfrm>
                <a:custGeom>
                  <a:avLst/>
                  <a:gdLst/>
                  <a:ahLst/>
                  <a:rect l="l" t="t" r="r" b="b"/>
                  <a:pathLst>
                    <a:path w="127" h="203">
                      <a:moveTo>
                        <a:pt x="75" y="64"/>
                      </a:moveTo>
                      <a:lnTo>
                        <a:pt x="40" y="34"/>
                      </a:lnTo>
                      <a:lnTo>
                        <a:pt x="0" y="0"/>
                      </a:lnTo>
                      <a:lnTo>
                        <a:pt x="0" y="110"/>
                      </a:lnTo>
                      <a:lnTo>
                        <a:pt x="47" y="139"/>
                      </a:lnTo>
                      <a:lnTo>
                        <a:pt x="75" y="186"/>
                      </a:lnTo>
                      <a:lnTo>
                        <a:pt x="105" y="203"/>
                      </a:lnTo>
                      <a:lnTo>
                        <a:pt x="122" y="151"/>
                      </a:lnTo>
                      <a:lnTo>
                        <a:pt x="127" y="99"/>
                      </a:lnTo>
                      <a:lnTo>
                        <a:pt x="93" y="75"/>
                      </a:lnTo>
                      <a:lnTo>
                        <a:pt x="58" y="81"/>
                      </a:lnTo>
                      <a:lnTo>
                        <a:pt x="29" y="52"/>
                      </a:lnTo>
                      <a:lnTo>
                        <a:pt x="0" y="34"/>
                      </a:lnTo>
                      <a:lnTo>
                        <a:pt x="75" y="64"/>
                      </a:lnTo>
                      <a:close/>
                    </a:path>
                  </a:pathLst>
                </a:custGeom>
                <a:solidFill>
                  <a:srgbClr val="ffffff"/>
                </a:solidFill>
                <a:ln w="9360">
                  <a:solidFill>
                    <a:srgbClr val="000000"/>
                  </a:solidFill>
                  <a:round/>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8697" name=""/>
                <p:cNvSpPr/>
                <p:nvPr/>
              </p:nvSpPr>
              <p:spPr>
                <a:xfrm>
                  <a:off x="3069720" y="1734120"/>
                  <a:ext cx="75240" cy="83520"/>
                </a:xfrm>
                <a:custGeom>
                  <a:avLst/>
                  <a:gdLst/>
                  <a:ahLst/>
                  <a:rect l="l" t="t" r="r" b="b"/>
                  <a:pathLst>
                    <a:path w="627" h="663">
                      <a:moveTo>
                        <a:pt x="273" y="134"/>
                      </a:moveTo>
                      <a:lnTo>
                        <a:pt x="250" y="112"/>
                      </a:lnTo>
                      <a:lnTo>
                        <a:pt x="198" y="70"/>
                      </a:lnTo>
                      <a:lnTo>
                        <a:pt x="157" y="24"/>
                      </a:lnTo>
                      <a:lnTo>
                        <a:pt x="116" y="0"/>
                      </a:lnTo>
                      <a:lnTo>
                        <a:pt x="63" y="47"/>
                      </a:lnTo>
                      <a:lnTo>
                        <a:pt x="29" y="12"/>
                      </a:lnTo>
                      <a:lnTo>
                        <a:pt x="0" y="0"/>
                      </a:lnTo>
                      <a:lnTo>
                        <a:pt x="29" y="59"/>
                      </a:lnTo>
                      <a:lnTo>
                        <a:pt x="98" y="129"/>
                      </a:lnTo>
                      <a:lnTo>
                        <a:pt x="145" y="169"/>
                      </a:lnTo>
                      <a:lnTo>
                        <a:pt x="210" y="274"/>
                      </a:lnTo>
                      <a:lnTo>
                        <a:pt x="238" y="309"/>
                      </a:lnTo>
                      <a:lnTo>
                        <a:pt x="243" y="356"/>
                      </a:lnTo>
                      <a:lnTo>
                        <a:pt x="238" y="448"/>
                      </a:lnTo>
                      <a:lnTo>
                        <a:pt x="296" y="483"/>
                      </a:lnTo>
                      <a:lnTo>
                        <a:pt x="354" y="535"/>
                      </a:lnTo>
                      <a:lnTo>
                        <a:pt x="418" y="600"/>
                      </a:lnTo>
                      <a:lnTo>
                        <a:pt x="465" y="635"/>
                      </a:lnTo>
                      <a:lnTo>
                        <a:pt x="511" y="663"/>
                      </a:lnTo>
                      <a:lnTo>
                        <a:pt x="587" y="663"/>
                      </a:lnTo>
                      <a:lnTo>
                        <a:pt x="627" y="611"/>
                      </a:lnTo>
                      <a:lnTo>
                        <a:pt x="627" y="565"/>
                      </a:lnTo>
                      <a:lnTo>
                        <a:pt x="592" y="518"/>
                      </a:lnTo>
                      <a:lnTo>
                        <a:pt x="552" y="471"/>
                      </a:lnTo>
                      <a:lnTo>
                        <a:pt x="529" y="425"/>
                      </a:lnTo>
                      <a:lnTo>
                        <a:pt x="494" y="379"/>
                      </a:lnTo>
                      <a:lnTo>
                        <a:pt x="424" y="321"/>
                      </a:lnTo>
                      <a:lnTo>
                        <a:pt x="395" y="297"/>
                      </a:lnTo>
                      <a:lnTo>
                        <a:pt x="360" y="256"/>
                      </a:lnTo>
                      <a:lnTo>
                        <a:pt x="308" y="222"/>
                      </a:lnTo>
                      <a:lnTo>
                        <a:pt x="290" y="192"/>
                      </a:lnTo>
                      <a:lnTo>
                        <a:pt x="273" y="140"/>
                      </a:lnTo>
                      <a:lnTo>
                        <a:pt x="273" y="134"/>
                      </a:lnTo>
                      <a:close/>
                    </a:path>
                  </a:pathLst>
                </a:custGeom>
                <a:solidFill>
                  <a:srgbClr val="ffffff"/>
                </a:solidFill>
                <a:ln w="9360">
                  <a:solidFill>
                    <a:srgbClr val="000000"/>
                  </a:solidFill>
                  <a:round/>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698" name=""/>
                <p:cNvSpPr/>
                <p:nvPr/>
              </p:nvSpPr>
              <p:spPr>
                <a:xfrm>
                  <a:off x="3141000" y="1821240"/>
                  <a:ext cx="59760" cy="14040"/>
                </a:xfrm>
                <a:custGeom>
                  <a:avLst/>
                  <a:gdLst/>
                  <a:ahLst/>
                  <a:rect l="l" t="t" r="r" b="b"/>
                  <a:pathLst>
                    <a:path w="500" h="117">
                      <a:moveTo>
                        <a:pt x="122" y="59"/>
                      </a:moveTo>
                      <a:lnTo>
                        <a:pt x="59" y="99"/>
                      </a:lnTo>
                      <a:lnTo>
                        <a:pt x="18" y="82"/>
                      </a:lnTo>
                      <a:lnTo>
                        <a:pt x="0" y="53"/>
                      </a:lnTo>
                      <a:lnTo>
                        <a:pt x="18" y="18"/>
                      </a:lnTo>
                      <a:lnTo>
                        <a:pt x="70" y="18"/>
                      </a:lnTo>
                      <a:lnTo>
                        <a:pt x="134" y="24"/>
                      </a:lnTo>
                      <a:lnTo>
                        <a:pt x="181" y="42"/>
                      </a:lnTo>
                      <a:lnTo>
                        <a:pt x="192" y="12"/>
                      </a:lnTo>
                      <a:lnTo>
                        <a:pt x="286" y="0"/>
                      </a:lnTo>
                      <a:lnTo>
                        <a:pt x="349" y="0"/>
                      </a:lnTo>
                      <a:lnTo>
                        <a:pt x="396" y="24"/>
                      </a:lnTo>
                      <a:lnTo>
                        <a:pt x="431" y="42"/>
                      </a:lnTo>
                      <a:lnTo>
                        <a:pt x="478" y="77"/>
                      </a:lnTo>
                      <a:lnTo>
                        <a:pt x="500" y="82"/>
                      </a:lnTo>
                      <a:lnTo>
                        <a:pt x="500" y="99"/>
                      </a:lnTo>
                      <a:lnTo>
                        <a:pt x="384" y="111"/>
                      </a:lnTo>
                      <a:lnTo>
                        <a:pt x="314" y="117"/>
                      </a:lnTo>
                      <a:lnTo>
                        <a:pt x="268" y="99"/>
                      </a:lnTo>
                      <a:lnTo>
                        <a:pt x="204" y="82"/>
                      </a:lnTo>
                      <a:lnTo>
                        <a:pt x="164" y="53"/>
                      </a:lnTo>
                      <a:lnTo>
                        <a:pt x="129" y="47"/>
                      </a:lnTo>
                      <a:lnTo>
                        <a:pt x="117" y="47"/>
                      </a:lnTo>
                      <a:lnTo>
                        <a:pt x="122" y="59"/>
                      </a:lnTo>
                      <a:close/>
                    </a:path>
                  </a:pathLst>
                </a:custGeom>
                <a:solidFill>
                  <a:srgbClr val="ffffff"/>
                </a:solidFill>
                <a:ln w="9360">
                  <a:solidFill>
                    <a:srgbClr val="000000"/>
                  </a:solidFill>
                  <a:round/>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8699" name=""/>
                <p:cNvSpPr/>
                <p:nvPr/>
              </p:nvSpPr>
              <p:spPr>
                <a:xfrm>
                  <a:off x="3231720" y="1824120"/>
                  <a:ext cx="18360" cy="3960"/>
                </a:xfrm>
                <a:custGeom>
                  <a:avLst/>
                  <a:gdLst/>
                  <a:ahLst/>
                  <a:rect l="l" t="t" r="r" b="b"/>
                  <a:pathLst>
                    <a:path w="157" h="35">
                      <a:moveTo>
                        <a:pt x="35" y="29"/>
                      </a:moveTo>
                      <a:lnTo>
                        <a:pt x="0" y="0"/>
                      </a:lnTo>
                      <a:lnTo>
                        <a:pt x="52" y="0"/>
                      </a:lnTo>
                      <a:lnTo>
                        <a:pt x="99" y="0"/>
                      </a:lnTo>
                      <a:lnTo>
                        <a:pt x="140" y="0"/>
                      </a:lnTo>
                      <a:lnTo>
                        <a:pt x="157" y="35"/>
                      </a:lnTo>
                      <a:lnTo>
                        <a:pt x="99" y="29"/>
                      </a:lnTo>
                      <a:lnTo>
                        <a:pt x="35" y="23"/>
                      </a:lnTo>
                      <a:lnTo>
                        <a:pt x="35" y="29"/>
                      </a:lnTo>
                      <a:close/>
                    </a:path>
                  </a:pathLst>
                </a:custGeom>
                <a:solidFill>
                  <a:srgbClr val="ffffff"/>
                </a:solidFill>
                <a:ln w="9360">
                  <a:solidFill>
                    <a:srgbClr val="000000"/>
                  </a:solidFill>
                  <a:round/>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700" name=""/>
                <p:cNvSpPr/>
                <p:nvPr/>
              </p:nvSpPr>
              <p:spPr>
                <a:xfrm>
                  <a:off x="3227760" y="1835280"/>
                  <a:ext cx="11520" cy="5040"/>
                </a:xfrm>
                <a:custGeom>
                  <a:avLst/>
                  <a:gdLst/>
                  <a:ahLst/>
                  <a:rect l="l" t="t" r="r" b="b"/>
                  <a:pathLst>
                    <a:path w="98" h="41">
                      <a:moveTo>
                        <a:pt x="0" y="6"/>
                      </a:moveTo>
                      <a:lnTo>
                        <a:pt x="35" y="0"/>
                      </a:lnTo>
                      <a:lnTo>
                        <a:pt x="87" y="0"/>
                      </a:lnTo>
                      <a:lnTo>
                        <a:pt x="98" y="41"/>
                      </a:lnTo>
                      <a:lnTo>
                        <a:pt x="69" y="29"/>
                      </a:lnTo>
                      <a:lnTo>
                        <a:pt x="35" y="11"/>
                      </a:lnTo>
                      <a:lnTo>
                        <a:pt x="5" y="11"/>
                      </a:lnTo>
                      <a:lnTo>
                        <a:pt x="0" y="6"/>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701" name=""/>
                <p:cNvSpPr/>
                <p:nvPr/>
              </p:nvSpPr>
              <p:spPr>
                <a:xfrm>
                  <a:off x="3259800" y="1811880"/>
                  <a:ext cx="20880" cy="20160"/>
                </a:xfrm>
                <a:custGeom>
                  <a:avLst/>
                  <a:gdLst/>
                  <a:ahLst/>
                  <a:rect l="l" t="t" r="r" b="b"/>
                  <a:pathLst>
                    <a:path w="174" h="156">
                      <a:moveTo>
                        <a:pt x="0" y="156"/>
                      </a:moveTo>
                      <a:lnTo>
                        <a:pt x="35" y="116"/>
                      </a:lnTo>
                      <a:lnTo>
                        <a:pt x="92" y="69"/>
                      </a:lnTo>
                      <a:lnTo>
                        <a:pt x="122" y="46"/>
                      </a:lnTo>
                      <a:lnTo>
                        <a:pt x="174" y="0"/>
                      </a:lnTo>
                      <a:lnTo>
                        <a:pt x="157" y="58"/>
                      </a:lnTo>
                      <a:lnTo>
                        <a:pt x="104" y="87"/>
                      </a:lnTo>
                      <a:lnTo>
                        <a:pt x="52" y="134"/>
                      </a:lnTo>
                      <a:lnTo>
                        <a:pt x="17" y="151"/>
                      </a:lnTo>
                      <a:lnTo>
                        <a:pt x="0" y="156"/>
                      </a:lnTo>
                      <a:close/>
                    </a:path>
                  </a:pathLst>
                </a:custGeom>
                <a:solidFill>
                  <a:srgbClr val="ffffff"/>
                </a:solidFill>
                <a:ln w="9360">
                  <a:solidFill>
                    <a:srgbClr val="000000"/>
                  </a:solidFill>
                  <a:round/>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8702" name=""/>
                <p:cNvSpPr/>
                <p:nvPr/>
              </p:nvSpPr>
              <p:spPr>
                <a:xfrm>
                  <a:off x="3168000" y="1730160"/>
                  <a:ext cx="63360" cy="71280"/>
                </a:xfrm>
                <a:custGeom>
                  <a:avLst/>
                  <a:gdLst/>
                  <a:ahLst/>
                  <a:rect l="l" t="t" r="r" b="b"/>
                  <a:pathLst>
                    <a:path w="523" h="558">
                      <a:moveTo>
                        <a:pt x="279" y="534"/>
                      </a:moveTo>
                      <a:lnTo>
                        <a:pt x="192" y="529"/>
                      </a:lnTo>
                      <a:lnTo>
                        <a:pt x="134" y="558"/>
                      </a:lnTo>
                      <a:lnTo>
                        <a:pt x="94" y="558"/>
                      </a:lnTo>
                      <a:lnTo>
                        <a:pt x="52" y="534"/>
                      </a:lnTo>
                      <a:lnTo>
                        <a:pt x="41" y="506"/>
                      </a:lnTo>
                      <a:lnTo>
                        <a:pt x="52" y="464"/>
                      </a:lnTo>
                      <a:lnTo>
                        <a:pt x="41" y="453"/>
                      </a:lnTo>
                      <a:lnTo>
                        <a:pt x="0" y="429"/>
                      </a:lnTo>
                      <a:lnTo>
                        <a:pt x="0" y="384"/>
                      </a:lnTo>
                      <a:lnTo>
                        <a:pt x="17" y="337"/>
                      </a:lnTo>
                      <a:lnTo>
                        <a:pt x="17" y="279"/>
                      </a:lnTo>
                      <a:lnTo>
                        <a:pt x="47" y="220"/>
                      </a:lnTo>
                      <a:lnTo>
                        <a:pt x="94" y="244"/>
                      </a:lnTo>
                      <a:lnTo>
                        <a:pt x="116" y="262"/>
                      </a:lnTo>
                      <a:lnTo>
                        <a:pt x="163" y="255"/>
                      </a:lnTo>
                      <a:lnTo>
                        <a:pt x="239" y="197"/>
                      </a:lnTo>
                      <a:lnTo>
                        <a:pt x="273" y="180"/>
                      </a:lnTo>
                      <a:lnTo>
                        <a:pt x="303" y="140"/>
                      </a:lnTo>
                      <a:lnTo>
                        <a:pt x="338" y="75"/>
                      </a:lnTo>
                      <a:lnTo>
                        <a:pt x="373" y="23"/>
                      </a:lnTo>
                      <a:lnTo>
                        <a:pt x="407" y="6"/>
                      </a:lnTo>
                      <a:lnTo>
                        <a:pt x="442" y="0"/>
                      </a:lnTo>
                      <a:lnTo>
                        <a:pt x="460" y="0"/>
                      </a:lnTo>
                      <a:lnTo>
                        <a:pt x="465" y="63"/>
                      </a:lnTo>
                      <a:lnTo>
                        <a:pt x="495" y="98"/>
                      </a:lnTo>
                      <a:lnTo>
                        <a:pt x="523" y="140"/>
                      </a:lnTo>
                      <a:lnTo>
                        <a:pt x="523" y="185"/>
                      </a:lnTo>
                      <a:lnTo>
                        <a:pt x="460" y="232"/>
                      </a:lnTo>
                      <a:lnTo>
                        <a:pt x="453" y="307"/>
                      </a:lnTo>
                      <a:lnTo>
                        <a:pt x="413" y="349"/>
                      </a:lnTo>
                      <a:lnTo>
                        <a:pt x="390" y="372"/>
                      </a:lnTo>
                      <a:lnTo>
                        <a:pt x="378" y="441"/>
                      </a:lnTo>
                      <a:lnTo>
                        <a:pt x="378" y="476"/>
                      </a:lnTo>
                      <a:lnTo>
                        <a:pt x="349" y="534"/>
                      </a:lnTo>
                      <a:lnTo>
                        <a:pt x="273" y="534"/>
                      </a:lnTo>
                      <a:lnTo>
                        <a:pt x="279" y="534"/>
                      </a:lnTo>
                      <a:close/>
                    </a:path>
                  </a:pathLst>
                </a:custGeom>
                <a:solidFill>
                  <a:srgbClr val="ffffff"/>
                </a:solidFill>
                <a:ln w="9360">
                  <a:solidFill>
                    <a:srgbClr val="000000"/>
                  </a:solidFill>
                  <a:round/>
                </a:ln>
              </p:spPr>
              <p:style>
                <a:lnRef idx="0"/>
                <a:fillRef idx="0"/>
                <a:effectRef idx="0"/>
                <a:fontRef idx="minor"/>
              </p:style>
              <p:txBody>
                <a:bodyPr lIns="90000" rIns="90000" tIns="24480" bIns="24480" anchor="t">
                  <a:noAutofit/>
                </a:bodyPr>
                <a:p>
                  <a:endParaRPr b="0" lang="en-US" sz="2400" spc="-1" strike="noStrike">
                    <a:solidFill>
                      <a:srgbClr val="000000"/>
                    </a:solidFill>
                    <a:latin typeface="Times New Roman"/>
                  </a:endParaRPr>
                </a:p>
              </p:txBody>
            </p:sp>
            <p:sp>
              <p:nvSpPr>
                <p:cNvPr id="8703" name=""/>
                <p:cNvSpPr/>
                <p:nvPr/>
              </p:nvSpPr>
              <p:spPr>
                <a:xfrm>
                  <a:off x="3232800" y="1670040"/>
                  <a:ext cx="9360" cy="13320"/>
                </a:xfrm>
                <a:custGeom>
                  <a:avLst/>
                  <a:gdLst/>
                  <a:ahLst/>
                  <a:rect l="l" t="t" r="r" b="b"/>
                  <a:pathLst>
                    <a:path w="75" h="110">
                      <a:moveTo>
                        <a:pt x="0" y="110"/>
                      </a:moveTo>
                      <a:lnTo>
                        <a:pt x="29" y="58"/>
                      </a:lnTo>
                      <a:lnTo>
                        <a:pt x="75" y="0"/>
                      </a:lnTo>
                      <a:lnTo>
                        <a:pt x="58" y="58"/>
                      </a:lnTo>
                      <a:lnTo>
                        <a:pt x="23" y="93"/>
                      </a:lnTo>
                      <a:lnTo>
                        <a:pt x="17" y="105"/>
                      </a:lnTo>
                      <a:lnTo>
                        <a:pt x="0" y="110"/>
                      </a:lnTo>
                      <a:close/>
                    </a:path>
                  </a:pathLst>
                </a:custGeom>
                <a:solidFill>
                  <a:srgbClr val="ffffff"/>
                </a:solidFill>
                <a:ln w="9360">
                  <a:solidFill>
                    <a:srgbClr val="000000"/>
                  </a:solidFill>
                  <a:round/>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8704" name=""/>
                <p:cNvSpPr/>
                <p:nvPr/>
              </p:nvSpPr>
              <p:spPr>
                <a:xfrm>
                  <a:off x="3234600" y="1742400"/>
                  <a:ext cx="40320" cy="67320"/>
                </a:xfrm>
                <a:custGeom>
                  <a:avLst/>
                  <a:gdLst/>
                  <a:ahLst/>
                  <a:rect l="l" t="t" r="r" b="b"/>
                  <a:pathLst>
                    <a:path w="337" h="523">
                      <a:moveTo>
                        <a:pt x="152" y="343"/>
                      </a:moveTo>
                      <a:lnTo>
                        <a:pt x="123" y="338"/>
                      </a:lnTo>
                      <a:lnTo>
                        <a:pt x="82" y="384"/>
                      </a:lnTo>
                      <a:lnTo>
                        <a:pt x="70" y="460"/>
                      </a:lnTo>
                      <a:lnTo>
                        <a:pt x="70" y="518"/>
                      </a:lnTo>
                      <a:lnTo>
                        <a:pt x="30" y="523"/>
                      </a:lnTo>
                      <a:lnTo>
                        <a:pt x="0" y="448"/>
                      </a:lnTo>
                      <a:lnTo>
                        <a:pt x="12" y="366"/>
                      </a:lnTo>
                      <a:lnTo>
                        <a:pt x="12" y="303"/>
                      </a:lnTo>
                      <a:lnTo>
                        <a:pt x="23" y="227"/>
                      </a:lnTo>
                      <a:lnTo>
                        <a:pt x="53" y="146"/>
                      </a:lnTo>
                      <a:lnTo>
                        <a:pt x="100" y="76"/>
                      </a:lnTo>
                      <a:lnTo>
                        <a:pt x="140" y="52"/>
                      </a:lnTo>
                      <a:lnTo>
                        <a:pt x="204" y="52"/>
                      </a:lnTo>
                      <a:lnTo>
                        <a:pt x="302" y="24"/>
                      </a:lnTo>
                      <a:lnTo>
                        <a:pt x="337" y="0"/>
                      </a:lnTo>
                      <a:lnTo>
                        <a:pt x="262" y="111"/>
                      </a:lnTo>
                      <a:lnTo>
                        <a:pt x="192" y="134"/>
                      </a:lnTo>
                      <a:lnTo>
                        <a:pt x="157" y="164"/>
                      </a:lnTo>
                      <a:lnTo>
                        <a:pt x="245" y="181"/>
                      </a:lnTo>
                      <a:lnTo>
                        <a:pt x="279" y="152"/>
                      </a:lnTo>
                      <a:lnTo>
                        <a:pt x="233" y="239"/>
                      </a:lnTo>
                      <a:lnTo>
                        <a:pt x="222" y="274"/>
                      </a:lnTo>
                      <a:lnTo>
                        <a:pt x="227" y="321"/>
                      </a:lnTo>
                      <a:lnTo>
                        <a:pt x="175" y="355"/>
                      </a:lnTo>
                      <a:lnTo>
                        <a:pt x="157" y="355"/>
                      </a:lnTo>
                      <a:lnTo>
                        <a:pt x="152" y="343"/>
                      </a:lnTo>
                      <a:close/>
                    </a:path>
                  </a:pathLst>
                </a:custGeom>
                <a:solidFill>
                  <a:srgbClr val="ffffff"/>
                </a:solidFill>
                <a:ln w="9360">
                  <a:solidFill>
                    <a:srgbClr val="000000"/>
                  </a:solidFill>
                  <a:round/>
                </a:ln>
              </p:spPr>
              <p:style>
                <a:lnRef idx="0"/>
                <a:fillRef idx="0"/>
                <a:effectRef idx="0"/>
                <a:fontRef idx="minor"/>
              </p:style>
              <p:txBody>
                <a:bodyPr lIns="90000" rIns="90000" tIns="20520" bIns="20520" anchor="t">
                  <a:noAutofit/>
                </a:bodyPr>
                <a:p>
                  <a:endParaRPr b="0" lang="en-US" sz="2400" spc="-1" strike="noStrike">
                    <a:solidFill>
                      <a:srgbClr val="000000"/>
                    </a:solidFill>
                    <a:latin typeface="Times New Roman"/>
                  </a:endParaRPr>
                </a:p>
              </p:txBody>
            </p:sp>
            <p:sp>
              <p:nvSpPr>
                <p:cNvPr id="8705" name=""/>
                <p:cNvSpPr/>
                <p:nvPr/>
              </p:nvSpPr>
              <p:spPr>
                <a:xfrm>
                  <a:off x="3281760" y="1773000"/>
                  <a:ext cx="2520" cy="5040"/>
                </a:xfrm>
                <a:custGeom>
                  <a:avLst/>
                  <a:gdLst/>
                  <a:ahLst/>
                  <a:rect l="l" t="t" r="r" b="b"/>
                  <a:pathLst>
                    <a:path w="22" h="41">
                      <a:moveTo>
                        <a:pt x="22" y="0"/>
                      </a:moveTo>
                      <a:lnTo>
                        <a:pt x="0" y="29"/>
                      </a:lnTo>
                      <a:lnTo>
                        <a:pt x="0" y="41"/>
                      </a:lnTo>
                      <a:lnTo>
                        <a:pt x="22" y="29"/>
                      </a:lnTo>
                      <a:lnTo>
                        <a:pt x="22" y="6"/>
                      </a:lnTo>
                      <a:lnTo>
                        <a:pt x="22" y="0"/>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706" name=""/>
                <p:cNvSpPr/>
                <p:nvPr/>
              </p:nvSpPr>
              <p:spPr>
                <a:xfrm>
                  <a:off x="3301200" y="1766880"/>
                  <a:ext cx="7560" cy="6120"/>
                </a:xfrm>
                <a:custGeom>
                  <a:avLst/>
                  <a:gdLst/>
                  <a:ahLst/>
                  <a:rect l="l" t="t" r="r" b="b"/>
                  <a:pathLst>
                    <a:path w="64" h="47">
                      <a:moveTo>
                        <a:pt x="35" y="24"/>
                      </a:moveTo>
                      <a:lnTo>
                        <a:pt x="24" y="12"/>
                      </a:lnTo>
                      <a:lnTo>
                        <a:pt x="12" y="17"/>
                      </a:lnTo>
                      <a:lnTo>
                        <a:pt x="0" y="41"/>
                      </a:lnTo>
                      <a:lnTo>
                        <a:pt x="35" y="47"/>
                      </a:lnTo>
                      <a:lnTo>
                        <a:pt x="64" y="35"/>
                      </a:lnTo>
                      <a:lnTo>
                        <a:pt x="64" y="12"/>
                      </a:lnTo>
                      <a:lnTo>
                        <a:pt x="52" y="0"/>
                      </a:lnTo>
                      <a:lnTo>
                        <a:pt x="41" y="0"/>
                      </a:lnTo>
                      <a:lnTo>
                        <a:pt x="24" y="0"/>
                      </a:lnTo>
                      <a:lnTo>
                        <a:pt x="35" y="24"/>
                      </a:lnTo>
                      <a:close/>
                    </a:path>
                  </a:pathLst>
                </a:custGeom>
                <a:solidFill>
                  <a:srgbClr val="ffffff"/>
                </a:solidFill>
                <a:ln w="9360">
                  <a:solidFill>
                    <a:srgbClr val="000000"/>
                  </a:solidFill>
                  <a:round/>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8707" name=""/>
                <p:cNvSpPr/>
                <p:nvPr/>
              </p:nvSpPr>
              <p:spPr>
                <a:xfrm>
                  <a:off x="3296160" y="1724040"/>
                  <a:ext cx="5760" cy="21240"/>
                </a:xfrm>
                <a:custGeom>
                  <a:avLst/>
                  <a:gdLst/>
                  <a:ahLst/>
                  <a:rect l="l" t="t" r="r" b="b"/>
                  <a:pathLst>
                    <a:path w="53" h="168">
                      <a:moveTo>
                        <a:pt x="6" y="150"/>
                      </a:moveTo>
                      <a:lnTo>
                        <a:pt x="46" y="127"/>
                      </a:lnTo>
                      <a:lnTo>
                        <a:pt x="53" y="80"/>
                      </a:lnTo>
                      <a:lnTo>
                        <a:pt x="53" y="40"/>
                      </a:lnTo>
                      <a:lnTo>
                        <a:pt x="46" y="0"/>
                      </a:lnTo>
                      <a:lnTo>
                        <a:pt x="35" y="58"/>
                      </a:lnTo>
                      <a:lnTo>
                        <a:pt x="18" y="110"/>
                      </a:lnTo>
                      <a:lnTo>
                        <a:pt x="0" y="139"/>
                      </a:lnTo>
                      <a:lnTo>
                        <a:pt x="0" y="168"/>
                      </a:lnTo>
                      <a:lnTo>
                        <a:pt x="6" y="150"/>
                      </a:lnTo>
                      <a:close/>
                    </a:path>
                  </a:pathLst>
                </a:custGeom>
                <a:solidFill>
                  <a:srgbClr val="ffffff"/>
                </a:solidFill>
                <a:ln w="9360">
                  <a:solidFill>
                    <a:srgbClr val="000000"/>
                  </a:solidFill>
                  <a:round/>
                </a:ln>
              </p:spPr>
              <p:style>
                <a:lnRef idx="0"/>
                <a:fillRef idx="0"/>
                <a:effectRef idx="0"/>
                <a:fontRef idx="minor"/>
              </p:style>
              <p:txBody>
                <a:bodyPr lIns="90000" rIns="90000" tIns="-25560" bIns="-25560" anchor="t">
                  <a:noAutofit/>
                </a:bodyPr>
                <a:p>
                  <a:endParaRPr b="0" lang="en-US" sz="2400" spc="-1" strike="noStrike">
                    <a:solidFill>
                      <a:srgbClr val="000000"/>
                    </a:solidFill>
                    <a:latin typeface="Times New Roman"/>
                  </a:endParaRPr>
                </a:p>
              </p:txBody>
            </p:sp>
            <p:sp>
              <p:nvSpPr>
                <p:cNvPr id="8708" name=""/>
                <p:cNvSpPr/>
                <p:nvPr/>
              </p:nvSpPr>
              <p:spPr>
                <a:xfrm>
                  <a:off x="3254040" y="1676160"/>
                  <a:ext cx="35640" cy="27360"/>
                </a:xfrm>
                <a:custGeom>
                  <a:avLst/>
                  <a:gdLst/>
                  <a:ahLst/>
                  <a:rect l="l" t="t" r="r" b="b"/>
                  <a:pathLst>
                    <a:path w="297" h="215">
                      <a:moveTo>
                        <a:pt x="133" y="157"/>
                      </a:moveTo>
                      <a:lnTo>
                        <a:pt x="100" y="145"/>
                      </a:lnTo>
                      <a:lnTo>
                        <a:pt x="76" y="157"/>
                      </a:lnTo>
                      <a:lnTo>
                        <a:pt x="41" y="186"/>
                      </a:lnTo>
                      <a:lnTo>
                        <a:pt x="0" y="186"/>
                      </a:lnTo>
                      <a:lnTo>
                        <a:pt x="41" y="122"/>
                      </a:lnTo>
                      <a:lnTo>
                        <a:pt x="76" y="81"/>
                      </a:lnTo>
                      <a:lnTo>
                        <a:pt x="116" y="64"/>
                      </a:lnTo>
                      <a:lnTo>
                        <a:pt x="186" y="35"/>
                      </a:lnTo>
                      <a:lnTo>
                        <a:pt x="233" y="0"/>
                      </a:lnTo>
                      <a:lnTo>
                        <a:pt x="290" y="0"/>
                      </a:lnTo>
                      <a:lnTo>
                        <a:pt x="297" y="53"/>
                      </a:lnTo>
                      <a:lnTo>
                        <a:pt x="285" y="98"/>
                      </a:lnTo>
                      <a:lnTo>
                        <a:pt x="255" y="168"/>
                      </a:lnTo>
                      <a:lnTo>
                        <a:pt x="180" y="215"/>
                      </a:lnTo>
                      <a:lnTo>
                        <a:pt x="151" y="186"/>
                      </a:lnTo>
                      <a:lnTo>
                        <a:pt x="133" y="145"/>
                      </a:lnTo>
                      <a:lnTo>
                        <a:pt x="133" y="157"/>
                      </a:lnTo>
                      <a:close/>
                    </a:path>
                  </a:pathLst>
                </a:custGeom>
                <a:solidFill>
                  <a:srgbClr val="ffffff"/>
                </a:solidFill>
                <a:ln w="9360">
                  <a:solidFill>
                    <a:srgbClr val="000000"/>
                  </a:solidFill>
                  <a:round/>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8709" name=""/>
                <p:cNvSpPr/>
                <p:nvPr/>
              </p:nvSpPr>
              <p:spPr>
                <a:xfrm>
                  <a:off x="3238560" y="1606680"/>
                  <a:ext cx="19080" cy="41760"/>
                </a:xfrm>
                <a:custGeom>
                  <a:avLst/>
                  <a:gdLst/>
                  <a:ahLst/>
                  <a:rect l="l" t="t" r="r" b="b"/>
                  <a:pathLst>
                    <a:path w="157" h="326">
                      <a:moveTo>
                        <a:pt x="87" y="268"/>
                      </a:moveTo>
                      <a:lnTo>
                        <a:pt x="87" y="234"/>
                      </a:lnTo>
                      <a:lnTo>
                        <a:pt x="105" y="187"/>
                      </a:lnTo>
                      <a:lnTo>
                        <a:pt x="127" y="157"/>
                      </a:lnTo>
                      <a:lnTo>
                        <a:pt x="127" y="94"/>
                      </a:lnTo>
                      <a:lnTo>
                        <a:pt x="157" y="47"/>
                      </a:lnTo>
                      <a:lnTo>
                        <a:pt x="110" y="7"/>
                      </a:lnTo>
                      <a:lnTo>
                        <a:pt x="58" y="0"/>
                      </a:lnTo>
                      <a:lnTo>
                        <a:pt x="40" y="42"/>
                      </a:lnTo>
                      <a:lnTo>
                        <a:pt x="40" y="94"/>
                      </a:lnTo>
                      <a:lnTo>
                        <a:pt x="28" y="164"/>
                      </a:lnTo>
                      <a:lnTo>
                        <a:pt x="0" y="268"/>
                      </a:lnTo>
                      <a:lnTo>
                        <a:pt x="11" y="314"/>
                      </a:lnTo>
                      <a:lnTo>
                        <a:pt x="40" y="326"/>
                      </a:lnTo>
                      <a:lnTo>
                        <a:pt x="81" y="303"/>
                      </a:lnTo>
                      <a:lnTo>
                        <a:pt x="87" y="268"/>
                      </a:lnTo>
                      <a:close/>
                    </a:path>
                  </a:pathLst>
                </a:custGeom>
                <a:solidFill>
                  <a:srgbClr val="ffffff"/>
                </a:solidFill>
                <a:ln w="9360">
                  <a:solidFill>
                    <a:srgbClr val="000000"/>
                  </a:solidFill>
                  <a:round/>
                </a:ln>
              </p:spPr>
              <p:style>
                <a:lnRef idx="0"/>
                <a:fillRef idx="0"/>
                <a:effectRef idx="0"/>
                <a:fontRef idx="minor"/>
              </p:style>
              <p:txBody>
                <a:bodyPr lIns="90000" rIns="90000" tIns="-5040" bIns="-5040" anchor="t">
                  <a:noAutofit/>
                </a:bodyPr>
                <a:p>
                  <a:endParaRPr b="0" lang="en-US" sz="2400" spc="-1" strike="noStrike">
                    <a:solidFill>
                      <a:srgbClr val="000000"/>
                    </a:solidFill>
                    <a:latin typeface="Times New Roman"/>
                  </a:endParaRPr>
                </a:p>
              </p:txBody>
            </p:sp>
            <p:sp>
              <p:nvSpPr>
                <p:cNvPr id="8710" name=""/>
                <p:cNvSpPr/>
                <p:nvPr/>
              </p:nvSpPr>
              <p:spPr>
                <a:xfrm>
                  <a:off x="3257640" y="1648440"/>
                  <a:ext cx="6480" cy="6840"/>
                </a:xfrm>
                <a:custGeom>
                  <a:avLst/>
                  <a:gdLst/>
                  <a:ahLst/>
                  <a:rect l="l" t="t" r="r" b="b"/>
                  <a:pathLst>
                    <a:path w="53" h="52">
                      <a:moveTo>
                        <a:pt x="53" y="24"/>
                      </a:moveTo>
                      <a:lnTo>
                        <a:pt x="35" y="0"/>
                      </a:lnTo>
                      <a:lnTo>
                        <a:pt x="0" y="0"/>
                      </a:lnTo>
                      <a:lnTo>
                        <a:pt x="0" y="29"/>
                      </a:lnTo>
                      <a:lnTo>
                        <a:pt x="30" y="52"/>
                      </a:lnTo>
                      <a:lnTo>
                        <a:pt x="41" y="41"/>
                      </a:lnTo>
                      <a:lnTo>
                        <a:pt x="53" y="24"/>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711" name=""/>
                <p:cNvSpPr/>
                <p:nvPr/>
              </p:nvSpPr>
              <p:spPr>
                <a:xfrm>
                  <a:off x="3270240" y="1648440"/>
                  <a:ext cx="5760" cy="5040"/>
                </a:xfrm>
                <a:custGeom>
                  <a:avLst/>
                  <a:gdLst/>
                  <a:ahLst/>
                  <a:rect l="l" t="t" r="r" b="b"/>
                  <a:pathLst>
                    <a:path w="53" h="41">
                      <a:moveTo>
                        <a:pt x="53" y="0"/>
                      </a:moveTo>
                      <a:lnTo>
                        <a:pt x="24" y="0"/>
                      </a:lnTo>
                      <a:lnTo>
                        <a:pt x="0" y="41"/>
                      </a:lnTo>
                      <a:lnTo>
                        <a:pt x="18" y="41"/>
                      </a:lnTo>
                      <a:lnTo>
                        <a:pt x="24" y="24"/>
                      </a:lnTo>
                      <a:lnTo>
                        <a:pt x="53" y="0"/>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712" name=""/>
                <p:cNvSpPr/>
                <p:nvPr/>
              </p:nvSpPr>
              <p:spPr>
                <a:xfrm>
                  <a:off x="3446640" y="1853640"/>
                  <a:ext cx="33840" cy="12960"/>
                </a:xfrm>
                <a:custGeom>
                  <a:avLst/>
                  <a:gdLst/>
                  <a:ahLst/>
                  <a:rect l="l" t="t" r="r" b="b"/>
                  <a:pathLst>
                    <a:path w="279" h="99">
                      <a:moveTo>
                        <a:pt x="122" y="17"/>
                      </a:moveTo>
                      <a:lnTo>
                        <a:pt x="88" y="12"/>
                      </a:lnTo>
                      <a:lnTo>
                        <a:pt x="58" y="0"/>
                      </a:lnTo>
                      <a:lnTo>
                        <a:pt x="0" y="17"/>
                      </a:lnTo>
                      <a:lnTo>
                        <a:pt x="23" y="64"/>
                      </a:lnTo>
                      <a:lnTo>
                        <a:pt x="82" y="70"/>
                      </a:lnTo>
                      <a:lnTo>
                        <a:pt x="117" y="76"/>
                      </a:lnTo>
                      <a:lnTo>
                        <a:pt x="169" y="99"/>
                      </a:lnTo>
                      <a:lnTo>
                        <a:pt x="210" y="99"/>
                      </a:lnTo>
                      <a:lnTo>
                        <a:pt x="267" y="70"/>
                      </a:lnTo>
                      <a:lnTo>
                        <a:pt x="279" y="35"/>
                      </a:lnTo>
                      <a:lnTo>
                        <a:pt x="239" y="12"/>
                      </a:lnTo>
                      <a:lnTo>
                        <a:pt x="192" y="12"/>
                      </a:lnTo>
                      <a:lnTo>
                        <a:pt x="145" y="35"/>
                      </a:lnTo>
                      <a:lnTo>
                        <a:pt x="122" y="41"/>
                      </a:lnTo>
                      <a:lnTo>
                        <a:pt x="117" y="29"/>
                      </a:lnTo>
                      <a:lnTo>
                        <a:pt x="122" y="17"/>
                      </a:lnTo>
                      <a:close/>
                    </a:path>
                  </a:pathLst>
                </a:custGeom>
                <a:solidFill>
                  <a:srgbClr val="ffffff"/>
                </a:solidFill>
                <a:ln w="9360">
                  <a:solidFill>
                    <a:srgbClr val="000000"/>
                  </a:solidFill>
                  <a:round/>
                </a:ln>
              </p:spPr>
              <p:style>
                <a:lnRef idx="0"/>
                <a:fillRef idx="0"/>
                <a:effectRef idx="0"/>
                <a:fontRef idx="minor"/>
              </p:style>
              <p:txBody>
                <a:bodyPr lIns="90000" rIns="90000" tIns="-33840" bIns="-33840" anchor="t">
                  <a:noAutofit/>
                </a:bodyPr>
                <a:p>
                  <a:endParaRPr b="0" lang="en-US" sz="2400" spc="-1" strike="noStrike">
                    <a:solidFill>
                      <a:srgbClr val="000000"/>
                    </a:solidFill>
                    <a:latin typeface="Times New Roman"/>
                  </a:endParaRPr>
                </a:p>
              </p:txBody>
            </p:sp>
            <p:sp>
              <p:nvSpPr>
                <p:cNvPr id="8713" name=""/>
                <p:cNvSpPr/>
                <p:nvPr/>
              </p:nvSpPr>
              <p:spPr>
                <a:xfrm>
                  <a:off x="3467160" y="1840680"/>
                  <a:ext cx="12240" cy="18000"/>
                </a:xfrm>
                <a:custGeom>
                  <a:avLst/>
                  <a:gdLst/>
                  <a:ahLst/>
                  <a:rect l="l" t="t" r="r" b="b"/>
                  <a:pathLst>
                    <a:path w="99" h="145">
                      <a:moveTo>
                        <a:pt x="58" y="122"/>
                      </a:moveTo>
                      <a:lnTo>
                        <a:pt x="58" y="104"/>
                      </a:lnTo>
                      <a:lnTo>
                        <a:pt x="35" y="81"/>
                      </a:lnTo>
                      <a:lnTo>
                        <a:pt x="29" y="35"/>
                      </a:lnTo>
                      <a:lnTo>
                        <a:pt x="0" y="0"/>
                      </a:lnTo>
                      <a:lnTo>
                        <a:pt x="58" y="12"/>
                      </a:lnTo>
                      <a:lnTo>
                        <a:pt x="92" y="52"/>
                      </a:lnTo>
                      <a:lnTo>
                        <a:pt x="99" y="92"/>
                      </a:lnTo>
                      <a:lnTo>
                        <a:pt x="99" y="122"/>
                      </a:lnTo>
                      <a:lnTo>
                        <a:pt x="92" y="145"/>
                      </a:lnTo>
                      <a:lnTo>
                        <a:pt x="87" y="145"/>
                      </a:lnTo>
                      <a:lnTo>
                        <a:pt x="58" y="122"/>
                      </a:lnTo>
                      <a:close/>
                    </a:path>
                  </a:pathLst>
                </a:custGeom>
                <a:solidFill>
                  <a:srgbClr val="ffffff"/>
                </a:solidFill>
                <a:ln w="9360">
                  <a:solidFill>
                    <a:srgbClr val="000000"/>
                  </a:solidFill>
                  <a:round/>
                </a:ln>
              </p:spPr>
              <p:style>
                <a:lnRef idx="0"/>
                <a:fillRef idx="0"/>
                <a:effectRef idx="0"/>
                <a:fontRef idx="minor"/>
              </p:style>
              <p:txBody>
                <a:bodyPr lIns="90000" rIns="90000" tIns="-28800" bIns="-28800" anchor="t">
                  <a:noAutofit/>
                </a:bodyPr>
                <a:p>
                  <a:endParaRPr b="0" lang="en-US" sz="2400" spc="-1" strike="noStrike">
                    <a:solidFill>
                      <a:srgbClr val="000000"/>
                    </a:solidFill>
                    <a:latin typeface="Times New Roman"/>
                  </a:endParaRPr>
                </a:p>
              </p:txBody>
            </p:sp>
            <p:sp>
              <p:nvSpPr>
                <p:cNvPr id="8714" name=""/>
                <p:cNvSpPr/>
                <p:nvPr/>
              </p:nvSpPr>
              <p:spPr>
                <a:xfrm>
                  <a:off x="3524760" y="1901520"/>
                  <a:ext cx="3600" cy="3240"/>
                </a:xfrm>
                <a:custGeom>
                  <a:avLst/>
                  <a:gdLst/>
                  <a:ahLst/>
                  <a:rect l="l" t="t" r="r" b="b"/>
                  <a:pathLst>
                    <a:path w="30" h="24">
                      <a:moveTo>
                        <a:pt x="0" y="0"/>
                      </a:moveTo>
                      <a:lnTo>
                        <a:pt x="7" y="24"/>
                      </a:lnTo>
                      <a:lnTo>
                        <a:pt x="30" y="24"/>
                      </a:lnTo>
                      <a:lnTo>
                        <a:pt x="12" y="0"/>
                      </a:lnTo>
                      <a:lnTo>
                        <a:pt x="7" y="0"/>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43560" bIns="-43560" anchor="t">
                  <a:noAutofit/>
                </a:bodyPr>
                <a:p>
                  <a:endParaRPr b="0" lang="en-US" sz="2400" spc="-1" strike="noStrike">
                    <a:solidFill>
                      <a:srgbClr val="000000"/>
                    </a:solidFill>
                    <a:latin typeface="Times New Roman"/>
                  </a:endParaRPr>
                </a:p>
              </p:txBody>
            </p:sp>
            <p:sp>
              <p:nvSpPr>
                <p:cNvPr id="8715" name=""/>
                <p:cNvSpPr/>
                <p:nvPr/>
              </p:nvSpPr>
              <p:spPr>
                <a:xfrm>
                  <a:off x="3541320" y="2010960"/>
                  <a:ext cx="9360" cy="10080"/>
                </a:xfrm>
                <a:custGeom>
                  <a:avLst/>
                  <a:gdLst/>
                  <a:ahLst/>
                  <a:rect l="l" t="t" r="r" b="b"/>
                  <a:pathLst>
                    <a:path w="82" h="75">
                      <a:moveTo>
                        <a:pt x="75" y="58"/>
                      </a:moveTo>
                      <a:lnTo>
                        <a:pt x="75" y="52"/>
                      </a:lnTo>
                      <a:lnTo>
                        <a:pt x="47" y="23"/>
                      </a:lnTo>
                      <a:lnTo>
                        <a:pt x="0" y="0"/>
                      </a:lnTo>
                      <a:lnTo>
                        <a:pt x="35" y="40"/>
                      </a:lnTo>
                      <a:lnTo>
                        <a:pt x="64" y="58"/>
                      </a:lnTo>
                      <a:lnTo>
                        <a:pt x="82" y="75"/>
                      </a:lnTo>
                      <a:lnTo>
                        <a:pt x="75" y="58"/>
                      </a:lnTo>
                      <a:close/>
                    </a:path>
                  </a:pathLst>
                </a:custGeom>
                <a:solidFill>
                  <a:srgbClr val="ffffff"/>
                </a:solidFill>
                <a:ln w="9360">
                  <a:solidFill>
                    <a:srgbClr val="000000"/>
                  </a:solidFill>
                  <a:round/>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716" name=""/>
                <p:cNvSpPr/>
                <p:nvPr/>
              </p:nvSpPr>
              <p:spPr>
                <a:xfrm>
                  <a:off x="3576240" y="1981080"/>
                  <a:ext cx="1080" cy="1800"/>
                </a:xfrm>
                <a:custGeom>
                  <a:avLst/>
                  <a:gdLst/>
                  <a:ahLst/>
                  <a:rect l="l" t="t" r="r" b="b"/>
                  <a:pathLst>
                    <a:path w="0" h="12">
                      <a:moveTo>
                        <a:pt x="0" y="12"/>
                      </a:moveTo>
                      <a:lnTo>
                        <a:pt x="0" y="0"/>
                      </a:lnTo>
                      <a:lnTo>
                        <a:pt x="0" y="12"/>
                      </a:lnTo>
                      <a:close/>
                    </a:path>
                  </a:pathLst>
                </a:custGeom>
                <a:solidFill>
                  <a:srgbClr val="ffffff"/>
                </a:solidFill>
                <a:ln w="9360">
                  <a:solidFill>
                    <a:srgbClr val="000000"/>
                  </a:solidFill>
                  <a:round/>
                </a:ln>
              </p:spPr>
              <p:style>
                <a:lnRef idx="0"/>
                <a:fillRef idx="0"/>
                <a:effectRef idx="0"/>
                <a:fontRef idx="minor"/>
              </p:style>
              <p:txBody>
                <a:bodyPr lIns="90000" rIns="90000" tIns="-45000" bIns="-45000" anchor="t">
                  <a:noAutofit/>
                </a:bodyPr>
                <a:p>
                  <a:endParaRPr b="0" lang="en-US" sz="2400" spc="-1" strike="noStrike">
                    <a:solidFill>
                      <a:srgbClr val="000000"/>
                    </a:solidFill>
                    <a:latin typeface="Times New Roman"/>
                  </a:endParaRPr>
                </a:p>
              </p:txBody>
            </p:sp>
            <p:sp>
              <p:nvSpPr>
                <p:cNvPr id="8717" name=""/>
                <p:cNvSpPr/>
                <p:nvPr/>
              </p:nvSpPr>
              <p:spPr>
                <a:xfrm>
                  <a:off x="3564360" y="1973160"/>
                  <a:ext cx="1080" cy="720"/>
                </a:xfrm>
                <a:custGeom>
                  <a:avLst/>
                  <a:gdLst/>
                  <a:ahLst/>
                  <a:rect l="l" t="t" r="r" b="b"/>
                  <a:pathLst>
                    <a:path w="12" h="7">
                      <a:moveTo>
                        <a:pt x="12" y="0"/>
                      </a:moveTo>
                      <a:lnTo>
                        <a:pt x="0" y="7"/>
                      </a:lnTo>
                      <a:lnTo>
                        <a:pt x="12" y="0"/>
                      </a:lnTo>
                      <a:close/>
                    </a:path>
                  </a:pathLst>
                </a:custGeom>
                <a:solidFill>
                  <a:srgbClr val="ffffff"/>
                </a:solidFill>
                <a:ln w="9360">
                  <a:solidFill>
                    <a:srgbClr val="000000"/>
                  </a:solidFill>
                  <a:round/>
                </a:ln>
              </p:spPr>
              <p:style>
                <a:lnRef idx="0"/>
                <a:fillRef idx="0"/>
                <a:effectRef idx="0"/>
                <a:fontRef idx="minor"/>
              </p:style>
              <p:txBody>
                <a:bodyPr lIns="90000" rIns="90000" tIns="-46080" bIns="-46080" anchor="t">
                  <a:noAutofit/>
                </a:bodyPr>
                <a:p>
                  <a:endParaRPr b="0" lang="en-US" sz="2400" spc="-1" strike="noStrike">
                    <a:solidFill>
                      <a:srgbClr val="000000"/>
                    </a:solidFill>
                    <a:latin typeface="Times New Roman"/>
                  </a:endParaRPr>
                </a:p>
              </p:txBody>
            </p:sp>
            <p:sp>
              <p:nvSpPr>
                <p:cNvPr id="8718" name=""/>
                <p:cNvSpPr/>
                <p:nvPr/>
              </p:nvSpPr>
              <p:spPr>
                <a:xfrm>
                  <a:off x="3629160" y="2007720"/>
                  <a:ext cx="12240" cy="7920"/>
                </a:xfrm>
                <a:custGeom>
                  <a:avLst/>
                  <a:gdLst/>
                  <a:ahLst/>
                  <a:rect l="l" t="t" r="r" b="b"/>
                  <a:pathLst>
                    <a:path w="105" h="69">
                      <a:moveTo>
                        <a:pt x="82" y="64"/>
                      </a:moveTo>
                      <a:lnTo>
                        <a:pt x="99" y="46"/>
                      </a:lnTo>
                      <a:lnTo>
                        <a:pt x="59" y="0"/>
                      </a:lnTo>
                      <a:lnTo>
                        <a:pt x="0" y="0"/>
                      </a:lnTo>
                      <a:lnTo>
                        <a:pt x="7" y="46"/>
                      </a:lnTo>
                      <a:lnTo>
                        <a:pt x="70" y="64"/>
                      </a:lnTo>
                      <a:lnTo>
                        <a:pt x="105" y="69"/>
                      </a:lnTo>
                      <a:lnTo>
                        <a:pt x="105" y="52"/>
                      </a:lnTo>
                      <a:lnTo>
                        <a:pt x="82" y="64"/>
                      </a:lnTo>
                      <a:close/>
                    </a:path>
                  </a:pathLst>
                </a:custGeom>
                <a:solidFill>
                  <a:srgbClr val="ffffff"/>
                </a:solidFill>
                <a:ln w="9360">
                  <a:solidFill>
                    <a:srgbClr val="00000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8719" name=""/>
                <p:cNvSpPr/>
                <p:nvPr/>
              </p:nvSpPr>
              <p:spPr>
                <a:xfrm>
                  <a:off x="3362040" y="2162880"/>
                  <a:ext cx="27720" cy="32400"/>
                </a:xfrm>
                <a:custGeom>
                  <a:avLst/>
                  <a:gdLst/>
                  <a:ahLst/>
                  <a:rect l="l" t="t" r="r" b="b"/>
                  <a:pathLst>
                    <a:path w="226" h="255">
                      <a:moveTo>
                        <a:pt x="198" y="28"/>
                      </a:moveTo>
                      <a:lnTo>
                        <a:pt x="163" y="5"/>
                      </a:lnTo>
                      <a:lnTo>
                        <a:pt x="76" y="0"/>
                      </a:lnTo>
                      <a:lnTo>
                        <a:pt x="0" y="0"/>
                      </a:lnTo>
                      <a:lnTo>
                        <a:pt x="24" y="63"/>
                      </a:lnTo>
                      <a:lnTo>
                        <a:pt x="24" y="104"/>
                      </a:lnTo>
                      <a:lnTo>
                        <a:pt x="47" y="168"/>
                      </a:lnTo>
                      <a:lnTo>
                        <a:pt x="47" y="232"/>
                      </a:lnTo>
                      <a:lnTo>
                        <a:pt x="104" y="255"/>
                      </a:lnTo>
                      <a:lnTo>
                        <a:pt x="139" y="226"/>
                      </a:lnTo>
                      <a:lnTo>
                        <a:pt x="192" y="168"/>
                      </a:lnTo>
                      <a:lnTo>
                        <a:pt x="226" y="122"/>
                      </a:lnTo>
                      <a:lnTo>
                        <a:pt x="226" y="70"/>
                      </a:lnTo>
                      <a:lnTo>
                        <a:pt x="209" y="40"/>
                      </a:lnTo>
                      <a:lnTo>
                        <a:pt x="198" y="40"/>
                      </a:lnTo>
                      <a:lnTo>
                        <a:pt x="198" y="28"/>
                      </a:lnTo>
                      <a:close/>
                    </a:path>
                  </a:pathLst>
                </a:custGeom>
                <a:solidFill>
                  <a:srgbClr val="ffffff"/>
                </a:solidFill>
                <a:ln w="9360">
                  <a:solidFill>
                    <a:srgbClr val="000000"/>
                  </a:solidFill>
                  <a:round/>
                </a:ln>
              </p:spPr>
              <p:style>
                <a:lnRef idx="0"/>
                <a:fillRef idx="0"/>
                <a:effectRef idx="0"/>
                <a:fontRef idx="minor"/>
              </p:style>
              <p:txBody>
                <a:bodyPr lIns="90000" rIns="90000" tIns="-14400" bIns="-14400" anchor="t">
                  <a:noAutofit/>
                </a:bodyPr>
                <a:p>
                  <a:endParaRPr b="0" lang="en-US" sz="2400" spc="-1" strike="noStrike">
                    <a:solidFill>
                      <a:srgbClr val="000000"/>
                    </a:solidFill>
                    <a:latin typeface="Times New Roman"/>
                  </a:endParaRPr>
                </a:p>
              </p:txBody>
            </p:sp>
            <p:sp>
              <p:nvSpPr>
                <p:cNvPr id="8720" name=""/>
                <p:cNvSpPr/>
                <p:nvPr/>
              </p:nvSpPr>
              <p:spPr>
                <a:xfrm>
                  <a:off x="3511440" y="2187360"/>
                  <a:ext cx="70200" cy="57960"/>
                </a:xfrm>
                <a:custGeom>
                  <a:avLst/>
                  <a:gdLst/>
                  <a:ahLst/>
                  <a:rect l="l" t="t" r="r" b="b"/>
                  <a:pathLst>
                    <a:path w="581" h="453">
                      <a:moveTo>
                        <a:pt x="169" y="446"/>
                      </a:moveTo>
                      <a:lnTo>
                        <a:pt x="117" y="446"/>
                      </a:lnTo>
                      <a:lnTo>
                        <a:pt x="93" y="411"/>
                      </a:lnTo>
                      <a:lnTo>
                        <a:pt x="35" y="383"/>
                      </a:lnTo>
                      <a:lnTo>
                        <a:pt x="5" y="377"/>
                      </a:lnTo>
                      <a:lnTo>
                        <a:pt x="0" y="319"/>
                      </a:lnTo>
                      <a:lnTo>
                        <a:pt x="87" y="289"/>
                      </a:lnTo>
                      <a:lnTo>
                        <a:pt x="117" y="249"/>
                      </a:lnTo>
                      <a:lnTo>
                        <a:pt x="180" y="226"/>
                      </a:lnTo>
                      <a:lnTo>
                        <a:pt x="274" y="191"/>
                      </a:lnTo>
                      <a:lnTo>
                        <a:pt x="308" y="150"/>
                      </a:lnTo>
                      <a:lnTo>
                        <a:pt x="366" y="104"/>
                      </a:lnTo>
                      <a:lnTo>
                        <a:pt x="471" y="34"/>
                      </a:lnTo>
                      <a:lnTo>
                        <a:pt x="500" y="0"/>
                      </a:lnTo>
                      <a:lnTo>
                        <a:pt x="541" y="0"/>
                      </a:lnTo>
                      <a:lnTo>
                        <a:pt x="518" y="63"/>
                      </a:lnTo>
                      <a:lnTo>
                        <a:pt x="546" y="87"/>
                      </a:lnTo>
                      <a:lnTo>
                        <a:pt x="581" y="98"/>
                      </a:lnTo>
                      <a:lnTo>
                        <a:pt x="541" y="179"/>
                      </a:lnTo>
                      <a:lnTo>
                        <a:pt x="483" y="202"/>
                      </a:lnTo>
                      <a:lnTo>
                        <a:pt x="448" y="249"/>
                      </a:lnTo>
                      <a:lnTo>
                        <a:pt x="401" y="261"/>
                      </a:lnTo>
                      <a:lnTo>
                        <a:pt x="366" y="255"/>
                      </a:lnTo>
                      <a:lnTo>
                        <a:pt x="337" y="289"/>
                      </a:lnTo>
                      <a:lnTo>
                        <a:pt x="308" y="342"/>
                      </a:lnTo>
                      <a:lnTo>
                        <a:pt x="279" y="389"/>
                      </a:lnTo>
                      <a:lnTo>
                        <a:pt x="244" y="435"/>
                      </a:lnTo>
                      <a:lnTo>
                        <a:pt x="209" y="446"/>
                      </a:lnTo>
                      <a:lnTo>
                        <a:pt x="186" y="453"/>
                      </a:lnTo>
                      <a:lnTo>
                        <a:pt x="169" y="446"/>
                      </a:lnTo>
                      <a:close/>
                    </a:path>
                  </a:pathLst>
                </a:custGeom>
                <a:solidFill>
                  <a:srgbClr val="ffffff"/>
                </a:solidFill>
                <a:ln w="9360">
                  <a:solidFill>
                    <a:srgbClr val="000000"/>
                  </a:solidFill>
                  <a:round/>
                </a:ln>
              </p:spPr>
              <p:style>
                <a:lnRef idx="0"/>
                <a:fillRef idx="0"/>
                <a:effectRef idx="0"/>
                <a:fontRef idx="minor"/>
              </p:style>
              <p:txBody>
                <a:bodyPr lIns="90000" rIns="90000" tIns="11160" bIns="11160" anchor="t">
                  <a:noAutofit/>
                </a:bodyPr>
                <a:p>
                  <a:endParaRPr b="0" lang="en-US" sz="2400" spc="-1" strike="noStrike">
                    <a:solidFill>
                      <a:srgbClr val="000000"/>
                    </a:solidFill>
                    <a:latin typeface="Times New Roman"/>
                  </a:endParaRPr>
                </a:p>
              </p:txBody>
            </p:sp>
            <p:sp>
              <p:nvSpPr>
                <p:cNvPr id="8721" name=""/>
                <p:cNvSpPr/>
                <p:nvPr/>
              </p:nvSpPr>
              <p:spPr>
                <a:xfrm>
                  <a:off x="3584880" y="2136600"/>
                  <a:ext cx="28800" cy="60840"/>
                </a:xfrm>
                <a:custGeom>
                  <a:avLst/>
                  <a:gdLst/>
                  <a:ahLst/>
                  <a:rect l="l" t="t" r="r" b="b"/>
                  <a:pathLst>
                    <a:path w="243" h="481">
                      <a:moveTo>
                        <a:pt x="0" y="476"/>
                      </a:moveTo>
                      <a:lnTo>
                        <a:pt x="0" y="418"/>
                      </a:lnTo>
                      <a:lnTo>
                        <a:pt x="0" y="371"/>
                      </a:lnTo>
                      <a:lnTo>
                        <a:pt x="5" y="331"/>
                      </a:lnTo>
                      <a:lnTo>
                        <a:pt x="63" y="279"/>
                      </a:lnTo>
                      <a:lnTo>
                        <a:pt x="70" y="226"/>
                      </a:lnTo>
                      <a:lnTo>
                        <a:pt x="70" y="162"/>
                      </a:lnTo>
                      <a:lnTo>
                        <a:pt x="70" y="80"/>
                      </a:lnTo>
                      <a:lnTo>
                        <a:pt x="40" y="0"/>
                      </a:lnTo>
                      <a:lnTo>
                        <a:pt x="75" y="87"/>
                      </a:lnTo>
                      <a:lnTo>
                        <a:pt x="115" y="197"/>
                      </a:lnTo>
                      <a:lnTo>
                        <a:pt x="150" y="255"/>
                      </a:lnTo>
                      <a:lnTo>
                        <a:pt x="203" y="272"/>
                      </a:lnTo>
                      <a:lnTo>
                        <a:pt x="232" y="226"/>
                      </a:lnTo>
                      <a:lnTo>
                        <a:pt x="243" y="307"/>
                      </a:lnTo>
                      <a:lnTo>
                        <a:pt x="226" y="331"/>
                      </a:lnTo>
                      <a:lnTo>
                        <a:pt x="168" y="383"/>
                      </a:lnTo>
                      <a:lnTo>
                        <a:pt x="122" y="435"/>
                      </a:lnTo>
                      <a:lnTo>
                        <a:pt x="93" y="470"/>
                      </a:lnTo>
                      <a:lnTo>
                        <a:pt x="40" y="481"/>
                      </a:lnTo>
                      <a:lnTo>
                        <a:pt x="11" y="481"/>
                      </a:lnTo>
                      <a:lnTo>
                        <a:pt x="0" y="476"/>
                      </a:lnTo>
                      <a:close/>
                    </a:path>
                  </a:pathLst>
                </a:custGeom>
                <a:solidFill>
                  <a:srgbClr val="ffffff"/>
                </a:solidFill>
                <a:ln w="9360">
                  <a:solidFill>
                    <a:srgbClr val="000000"/>
                  </a:solidFill>
                  <a:round/>
                </a:ln>
              </p:spPr>
              <p:style>
                <a:lnRef idx="0"/>
                <a:fillRef idx="0"/>
                <a:effectRef idx="0"/>
                <a:fontRef idx="minor"/>
              </p:style>
              <p:txBody>
                <a:bodyPr lIns="90000" rIns="90000" tIns="14040" bIns="14040" anchor="t">
                  <a:noAutofit/>
                </a:bodyPr>
                <a:p>
                  <a:endParaRPr b="0" lang="en-US" sz="2400" spc="-1" strike="noStrike">
                    <a:solidFill>
                      <a:srgbClr val="000000"/>
                    </a:solidFill>
                    <a:latin typeface="Times New Roman"/>
                  </a:endParaRPr>
                </a:p>
              </p:txBody>
            </p:sp>
            <p:sp>
              <p:nvSpPr>
                <p:cNvPr id="8722" name=""/>
                <p:cNvSpPr/>
                <p:nvPr/>
              </p:nvSpPr>
              <p:spPr>
                <a:xfrm>
                  <a:off x="2254680" y="1547280"/>
                  <a:ext cx="73080" cy="54000"/>
                </a:xfrm>
                <a:custGeom>
                  <a:avLst/>
                  <a:gdLst/>
                  <a:ahLst/>
                  <a:rect l="l" t="t" r="r" b="b"/>
                  <a:pathLst>
                    <a:path w="605" h="430">
                      <a:moveTo>
                        <a:pt x="331" y="18"/>
                      </a:moveTo>
                      <a:lnTo>
                        <a:pt x="605" y="0"/>
                      </a:lnTo>
                      <a:lnTo>
                        <a:pt x="582" y="70"/>
                      </a:lnTo>
                      <a:lnTo>
                        <a:pt x="384" y="81"/>
                      </a:lnTo>
                      <a:lnTo>
                        <a:pt x="343" y="255"/>
                      </a:lnTo>
                      <a:lnTo>
                        <a:pt x="256" y="273"/>
                      </a:lnTo>
                      <a:lnTo>
                        <a:pt x="233" y="401"/>
                      </a:lnTo>
                      <a:lnTo>
                        <a:pt x="12" y="430"/>
                      </a:lnTo>
                      <a:lnTo>
                        <a:pt x="0" y="389"/>
                      </a:lnTo>
                      <a:lnTo>
                        <a:pt x="227" y="93"/>
                      </a:lnTo>
                      <a:lnTo>
                        <a:pt x="331" y="18"/>
                      </a:lnTo>
                      <a:close/>
                    </a:path>
                  </a:pathLst>
                </a:custGeom>
                <a:solidFill>
                  <a:srgbClr val="ffffff"/>
                </a:solidFill>
                <a:ln w="9360">
                  <a:solidFill>
                    <a:srgbClr val="00000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8723" name=""/>
                <p:cNvSpPr/>
                <p:nvPr/>
              </p:nvSpPr>
              <p:spPr>
                <a:xfrm>
                  <a:off x="2294280" y="1470960"/>
                  <a:ext cx="97200" cy="78480"/>
                </a:xfrm>
                <a:custGeom>
                  <a:avLst/>
                  <a:gdLst/>
                  <a:ahLst/>
                  <a:rect l="l" t="t" r="r" b="b"/>
                  <a:pathLst>
                    <a:path w="814" h="616">
                      <a:moveTo>
                        <a:pt x="0" y="616"/>
                      </a:moveTo>
                      <a:lnTo>
                        <a:pt x="262" y="418"/>
                      </a:lnTo>
                      <a:lnTo>
                        <a:pt x="274" y="337"/>
                      </a:lnTo>
                      <a:lnTo>
                        <a:pt x="378" y="203"/>
                      </a:lnTo>
                      <a:lnTo>
                        <a:pt x="535" y="105"/>
                      </a:lnTo>
                      <a:lnTo>
                        <a:pt x="587" y="0"/>
                      </a:lnTo>
                      <a:lnTo>
                        <a:pt x="720" y="70"/>
                      </a:lnTo>
                      <a:lnTo>
                        <a:pt x="814" y="58"/>
                      </a:lnTo>
                      <a:lnTo>
                        <a:pt x="802" y="238"/>
                      </a:lnTo>
                      <a:lnTo>
                        <a:pt x="715" y="262"/>
                      </a:lnTo>
                      <a:lnTo>
                        <a:pt x="529" y="429"/>
                      </a:lnTo>
                      <a:lnTo>
                        <a:pt x="354" y="464"/>
                      </a:lnTo>
                      <a:lnTo>
                        <a:pt x="279" y="598"/>
                      </a:lnTo>
                      <a:lnTo>
                        <a:pt x="12" y="616"/>
                      </a:lnTo>
                      <a:lnTo>
                        <a:pt x="0" y="616"/>
                      </a:lnTo>
                      <a:close/>
                    </a:path>
                  </a:pathLst>
                </a:custGeom>
                <a:solidFill>
                  <a:srgbClr val="ffffff"/>
                </a:solidFill>
                <a:ln w="9360">
                  <a:solidFill>
                    <a:srgbClr val="000000"/>
                  </a:solidFill>
                  <a:round/>
                </a:ln>
              </p:spPr>
              <p:style>
                <a:lnRef idx="0"/>
                <a:fillRef idx="0"/>
                <a:effectRef idx="0"/>
                <a:fontRef idx="minor"/>
              </p:style>
              <p:txBody>
                <a:bodyPr lIns="90000" rIns="90000" tIns="31680" bIns="31680" anchor="t">
                  <a:noAutofit/>
                </a:bodyPr>
                <a:p>
                  <a:endParaRPr b="0" lang="en-US" sz="2400" spc="-1" strike="noStrike">
                    <a:solidFill>
                      <a:srgbClr val="000000"/>
                    </a:solidFill>
                    <a:latin typeface="Times New Roman"/>
                  </a:endParaRPr>
                </a:p>
              </p:txBody>
            </p:sp>
            <p:sp>
              <p:nvSpPr>
                <p:cNvPr id="8724" name=""/>
                <p:cNvSpPr/>
                <p:nvPr/>
              </p:nvSpPr>
              <p:spPr>
                <a:xfrm>
                  <a:off x="2251800" y="1547280"/>
                  <a:ext cx="99000" cy="109080"/>
                </a:xfrm>
                <a:custGeom>
                  <a:avLst/>
                  <a:gdLst/>
                  <a:ahLst/>
                  <a:rect l="l" t="t" r="r" b="b"/>
                  <a:pathLst>
                    <a:path w="825" h="860">
                      <a:moveTo>
                        <a:pt x="628" y="0"/>
                      </a:moveTo>
                      <a:lnTo>
                        <a:pt x="825" y="151"/>
                      </a:lnTo>
                      <a:lnTo>
                        <a:pt x="721" y="145"/>
                      </a:lnTo>
                      <a:lnTo>
                        <a:pt x="675" y="708"/>
                      </a:lnTo>
                      <a:lnTo>
                        <a:pt x="745" y="708"/>
                      </a:lnTo>
                      <a:lnTo>
                        <a:pt x="738" y="790"/>
                      </a:lnTo>
                      <a:lnTo>
                        <a:pt x="506" y="790"/>
                      </a:lnTo>
                      <a:lnTo>
                        <a:pt x="476" y="750"/>
                      </a:lnTo>
                      <a:lnTo>
                        <a:pt x="442" y="825"/>
                      </a:lnTo>
                      <a:lnTo>
                        <a:pt x="361" y="825"/>
                      </a:lnTo>
                      <a:lnTo>
                        <a:pt x="344" y="790"/>
                      </a:lnTo>
                      <a:lnTo>
                        <a:pt x="320" y="860"/>
                      </a:lnTo>
                      <a:lnTo>
                        <a:pt x="274" y="860"/>
                      </a:lnTo>
                      <a:lnTo>
                        <a:pt x="128" y="732"/>
                      </a:lnTo>
                      <a:lnTo>
                        <a:pt x="75" y="778"/>
                      </a:lnTo>
                      <a:lnTo>
                        <a:pt x="0" y="773"/>
                      </a:lnTo>
                      <a:lnTo>
                        <a:pt x="40" y="708"/>
                      </a:lnTo>
                      <a:lnTo>
                        <a:pt x="30" y="529"/>
                      </a:lnTo>
                      <a:lnTo>
                        <a:pt x="58" y="482"/>
                      </a:lnTo>
                      <a:lnTo>
                        <a:pt x="35" y="430"/>
                      </a:lnTo>
                      <a:lnTo>
                        <a:pt x="256" y="401"/>
                      </a:lnTo>
                      <a:lnTo>
                        <a:pt x="279" y="273"/>
                      </a:lnTo>
                      <a:lnTo>
                        <a:pt x="366" y="255"/>
                      </a:lnTo>
                      <a:lnTo>
                        <a:pt x="407" y="81"/>
                      </a:lnTo>
                      <a:lnTo>
                        <a:pt x="605" y="70"/>
                      </a:lnTo>
                      <a:lnTo>
                        <a:pt x="628"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25" name=""/>
                <p:cNvSpPr/>
                <p:nvPr/>
              </p:nvSpPr>
              <p:spPr>
                <a:xfrm>
                  <a:off x="2327760" y="1460520"/>
                  <a:ext cx="142560" cy="156960"/>
                </a:xfrm>
                <a:custGeom>
                  <a:avLst/>
                  <a:gdLst/>
                  <a:ahLst/>
                  <a:rect l="l" t="t" r="r" b="b"/>
                  <a:pathLst>
                    <a:path w="1191" h="1226">
                      <a:moveTo>
                        <a:pt x="0" y="674"/>
                      </a:moveTo>
                      <a:lnTo>
                        <a:pt x="610" y="1138"/>
                      </a:lnTo>
                      <a:lnTo>
                        <a:pt x="645" y="1145"/>
                      </a:lnTo>
                      <a:lnTo>
                        <a:pt x="651" y="1203"/>
                      </a:lnTo>
                      <a:lnTo>
                        <a:pt x="698" y="1226"/>
                      </a:lnTo>
                      <a:lnTo>
                        <a:pt x="1191" y="941"/>
                      </a:lnTo>
                      <a:lnTo>
                        <a:pt x="1122" y="889"/>
                      </a:lnTo>
                      <a:lnTo>
                        <a:pt x="1052" y="737"/>
                      </a:lnTo>
                      <a:lnTo>
                        <a:pt x="1099" y="639"/>
                      </a:lnTo>
                      <a:lnTo>
                        <a:pt x="1092" y="471"/>
                      </a:lnTo>
                      <a:lnTo>
                        <a:pt x="1122" y="442"/>
                      </a:lnTo>
                      <a:lnTo>
                        <a:pt x="1005" y="198"/>
                      </a:lnTo>
                      <a:lnTo>
                        <a:pt x="1052" y="151"/>
                      </a:lnTo>
                      <a:lnTo>
                        <a:pt x="1075" y="0"/>
                      </a:lnTo>
                      <a:lnTo>
                        <a:pt x="912" y="17"/>
                      </a:lnTo>
                      <a:lnTo>
                        <a:pt x="796" y="6"/>
                      </a:lnTo>
                      <a:lnTo>
                        <a:pt x="529" y="128"/>
                      </a:lnTo>
                      <a:lnTo>
                        <a:pt x="523" y="314"/>
                      </a:lnTo>
                      <a:lnTo>
                        <a:pt x="436" y="338"/>
                      </a:lnTo>
                      <a:lnTo>
                        <a:pt x="250" y="505"/>
                      </a:lnTo>
                      <a:lnTo>
                        <a:pt x="75" y="540"/>
                      </a:lnTo>
                      <a:lnTo>
                        <a:pt x="0" y="674"/>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26" name=""/>
                <p:cNvSpPr/>
                <p:nvPr/>
              </p:nvSpPr>
              <p:spPr>
                <a:xfrm>
                  <a:off x="2243880" y="1676160"/>
                  <a:ext cx="27000" cy="15120"/>
                </a:xfrm>
                <a:custGeom>
                  <a:avLst/>
                  <a:gdLst/>
                  <a:ahLst/>
                  <a:rect l="l" t="t" r="r" b="b"/>
                  <a:pathLst>
                    <a:path w="221" h="116">
                      <a:moveTo>
                        <a:pt x="216" y="0"/>
                      </a:moveTo>
                      <a:lnTo>
                        <a:pt x="221" y="46"/>
                      </a:lnTo>
                      <a:lnTo>
                        <a:pt x="134" y="53"/>
                      </a:lnTo>
                      <a:lnTo>
                        <a:pt x="111" y="116"/>
                      </a:lnTo>
                      <a:lnTo>
                        <a:pt x="0" y="18"/>
                      </a:lnTo>
                      <a:lnTo>
                        <a:pt x="216" y="0"/>
                      </a:lnTo>
                      <a:close/>
                    </a:path>
                  </a:pathLst>
                </a:custGeom>
                <a:solidFill>
                  <a:srgbClr val="ffffff"/>
                </a:solidFill>
                <a:ln w="9360">
                  <a:solidFill>
                    <a:srgbClr val="000000"/>
                  </a:solidFill>
                  <a:round/>
                </a:ln>
              </p:spPr>
              <p:style>
                <a:lnRef idx="0"/>
                <a:fillRef idx="0"/>
                <a:effectRef idx="0"/>
                <a:fontRef idx="minor"/>
              </p:style>
              <p:txBody>
                <a:bodyPr lIns="90000" rIns="90000" tIns="-31680" bIns="-31680" anchor="t">
                  <a:noAutofit/>
                </a:bodyPr>
                <a:p>
                  <a:endParaRPr b="0" lang="en-US" sz="2400" spc="-1" strike="noStrike">
                    <a:solidFill>
                      <a:srgbClr val="000000"/>
                    </a:solidFill>
                    <a:latin typeface="Times New Roman"/>
                  </a:endParaRPr>
                </a:p>
              </p:txBody>
            </p:sp>
            <p:sp>
              <p:nvSpPr>
                <p:cNvPr id="8727" name=""/>
                <p:cNvSpPr/>
                <p:nvPr/>
              </p:nvSpPr>
              <p:spPr>
                <a:xfrm>
                  <a:off x="2243160" y="1640160"/>
                  <a:ext cx="41040" cy="37800"/>
                </a:xfrm>
                <a:custGeom>
                  <a:avLst/>
                  <a:gdLst/>
                  <a:ahLst/>
                  <a:rect l="l" t="t" r="r" b="b"/>
                  <a:pathLst>
                    <a:path w="344" h="297">
                      <a:moveTo>
                        <a:pt x="0" y="168"/>
                      </a:moveTo>
                      <a:lnTo>
                        <a:pt x="0" y="128"/>
                      </a:lnTo>
                      <a:lnTo>
                        <a:pt x="76" y="23"/>
                      </a:lnTo>
                      <a:lnTo>
                        <a:pt x="134" y="46"/>
                      </a:lnTo>
                      <a:lnTo>
                        <a:pt x="198" y="0"/>
                      </a:lnTo>
                      <a:lnTo>
                        <a:pt x="344" y="128"/>
                      </a:lnTo>
                      <a:lnTo>
                        <a:pt x="320" y="273"/>
                      </a:lnTo>
                      <a:lnTo>
                        <a:pt x="12" y="297"/>
                      </a:lnTo>
                      <a:lnTo>
                        <a:pt x="6" y="255"/>
                      </a:lnTo>
                      <a:lnTo>
                        <a:pt x="250" y="180"/>
                      </a:lnTo>
                      <a:lnTo>
                        <a:pt x="0" y="168"/>
                      </a:lnTo>
                      <a:close/>
                    </a:path>
                  </a:pathLst>
                </a:custGeom>
                <a:solidFill>
                  <a:srgbClr val="ffffff"/>
                </a:solidFill>
                <a:ln w="9360">
                  <a:solidFill>
                    <a:srgbClr val="000000"/>
                  </a:solidFill>
                  <a:round/>
                </a:ln>
              </p:spPr>
              <p:style>
                <a:lnRef idx="0"/>
                <a:fillRef idx="0"/>
                <a:effectRef idx="0"/>
                <a:fontRef idx="minor"/>
              </p:style>
              <p:txBody>
                <a:bodyPr lIns="90000" rIns="90000" tIns="-9000" bIns="-9000" anchor="t">
                  <a:noAutofit/>
                </a:bodyPr>
                <a:p>
                  <a:endParaRPr b="0" lang="en-US" sz="2400" spc="-1" strike="noStrike">
                    <a:solidFill>
                      <a:srgbClr val="000000"/>
                    </a:solidFill>
                    <a:latin typeface="Times New Roman"/>
                  </a:endParaRPr>
                </a:p>
              </p:txBody>
            </p:sp>
            <p:sp>
              <p:nvSpPr>
                <p:cNvPr id="8728" name=""/>
                <p:cNvSpPr/>
                <p:nvPr/>
              </p:nvSpPr>
              <p:spPr>
                <a:xfrm>
                  <a:off x="2243160" y="1661760"/>
                  <a:ext cx="30600" cy="11160"/>
                </a:xfrm>
                <a:custGeom>
                  <a:avLst/>
                  <a:gdLst/>
                  <a:ahLst/>
                  <a:rect l="l" t="t" r="r" b="b"/>
                  <a:pathLst>
                    <a:path w="250" h="87">
                      <a:moveTo>
                        <a:pt x="0" y="0"/>
                      </a:moveTo>
                      <a:lnTo>
                        <a:pt x="250" y="12"/>
                      </a:lnTo>
                      <a:lnTo>
                        <a:pt x="6" y="87"/>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35640" bIns="-35640" anchor="t">
                  <a:noAutofit/>
                </a:bodyPr>
                <a:p>
                  <a:endParaRPr b="0" lang="en-US" sz="2400" spc="-1" strike="noStrike">
                    <a:solidFill>
                      <a:srgbClr val="000000"/>
                    </a:solidFill>
                    <a:latin typeface="Times New Roman"/>
                  </a:endParaRPr>
                </a:p>
              </p:txBody>
            </p:sp>
            <p:sp>
              <p:nvSpPr>
                <p:cNvPr id="8729" name=""/>
                <p:cNvSpPr/>
                <p:nvPr/>
              </p:nvSpPr>
              <p:spPr>
                <a:xfrm>
                  <a:off x="2281320" y="1566000"/>
                  <a:ext cx="131040" cy="126360"/>
                </a:xfrm>
                <a:custGeom>
                  <a:avLst/>
                  <a:gdLst/>
                  <a:ahLst/>
                  <a:rect l="l" t="t" r="r" b="b"/>
                  <a:pathLst>
                    <a:path w="1093" h="994">
                      <a:moveTo>
                        <a:pt x="0" y="860"/>
                      </a:moveTo>
                      <a:lnTo>
                        <a:pt x="6" y="889"/>
                      </a:lnTo>
                      <a:lnTo>
                        <a:pt x="204" y="907"/>
                      </a:lnTo>
                      <a:lnTo>
                        <a:pt x="250" y="971"/>
                      </a:lnTo>
                      <a:lnTo>
                        <a:pt x="279" y="971"/>
                      </a:lnTo>
                      <a:lnTo>
                        <a:pt x="291" y="994"/>
                      </a:lnTo>
                      <a:lnTo>
                        <a:pt x="407" y="988"/>
                      </a:lnTo>
                      <a:lnTo>
                        <a:pt x="524" y="842"/>
                      </a:lnTo>
                      <a:lnTo>
                        <a:pt x="616" y="819"/>
                      </a:lnTo>
                      <a:lnTo>
                        <a:pt x="628" y="773"/>
                      </a:lnTo>
                      <a:lnTo>
                        <a:pt x="849" y="692"/>
                      </a:lnTo>
                      <a:lnTo>
                        <a:pt x="1024" y="616"/>
                      </a:lnTo>
                      <a:lnTo>
                        <a:pt x="1093" y="407"/>
                      </a:lnTo>
                      <a:lnTo>
                        <a:pt x="1035" y="372"/>
                      </a:lnTo>
                      <a:lnTo>
                        <a:pt x="1029" y="326"/>
                      </a:lnTo>
                      <a:lnTo>
                        <a:pt x="576" y="0"/>
                      </a:lnTo>
                      <a:lnTo>
                        <a:pt x="477" y="0"/>
                      </a:lnTo>
                      <a:lnTo>
                        <a:pt x="419" y="563"/>
                      </a:lnTo>
                      <a:lnTo>
                        <a:pt x="501" y="563"/>
                      </a:lnTo>
                      <a:lnTo>
                        <a:pt x="494" y="645"/>
                      </a:lnTo>
                      <a:lnTo>
                        <a:pt x="262" y="645"/>
                      </a:lnTo>
                      <a:lnTo>
                        <a:pt x="232" y="605"/>
                      </a:lnTo>
                      <a:lnTo>
                        <a:pt x="210" y="663"/>
                      </a:lnTo>
                      <a:lnTo>
                        <a:pt x="117" y="680"/>
                      </a:lnTo>
                      <a:lnTo>
                        <a:pt x="100" y="645"/>
                      </a:lnTo>
                      <a:lnTo>
                        <a:pt x="76" y="715"/>
                      </a:lnTo>
                      <a:lnTo>
                        <a:pt x="30" y="715"/>
                      </a:lnTo>
                      <a:lnTo>
                        <a:pt x="0" y="86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30" name=""/>
                <p:cNvSpPr/>
                <p:nvPr/>
              </p:nvSpPr>
              <p:spPr>
                <a:xfrm>
                  <a:off x="2448360" y="1457640"/>
                  <a:ext cx="31680" cy="60120"/>
                </a:xfrm>
                <a:custGeom>
                  <a:avLst/>
                  <a:gdLst/>
                  <a:ahLst/>
                  <a:rect l="l" t="t" r="r" b="b"/>
                  <a:pathLst>
                    <a:path w="262" h="470">
                      <a:moveTo>
                        <a:pt x="70" y="28"/>
                      </a:moveTo>
                      <a:lnTo>
                        <a:pt x="47" y="179"/>
                      </a:lnTo>
                      <a:lnTo>
                        <a:pt x="0" y="226"/>
                      </a:lnTo>
                      <a:lnTo>
                        <a:pt x="117" y="470"/>
                      </a:lnTo>
                      <a:lnTo>
                        <a:pt x="251" y="278"/>
                      </a:lnTo>
                      <a:lnTo>
                        <a:pt x="181" y="226"/>
                      </a:lnTo>
                      <a:lnTo>
                        <a:pt x="262" y="110"/>
                      </a:lnTo>
                      <a:lnTo>
                        <a:pt x="192" y="0"/>
                      </a:lnTo>
                      <a:lnTo>
                        <a:pt x="70" y="28"/>
                      </a:lnTo>
                      <a:close/>
                    </a:path>
                  </a:pathLst>
                </a:custGeom>
                <a:solidFill>
                  <a:srgbClr val="ffffff"/>
                </a:solidFill>
                <a:ln w="9360">
                  <a:solidFill>
                    <a:srgbClr val="00000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8731" name=""/>
                <p:cNvSpPr/>
                <p:nvPr/>
              </p:nvSpPr>
              <p:spPr>
                <a:xfrm>
                  <a:off x="2257560" y="1675080"/>
                  <a:ext cx="60480" cy="42840"/>
                </a:xfrm>
                <a:custGeom>
                  <a:avLst/>
                  <a:gdLst/>
                  <a:ahLst/>
                  <a:rect l="l" t="t" r="r" b="b"/>
                  <a:pathLst>
                    <a:path w="506" h="331">
                      <a:moveTo>
                        <a:pt x="0" y="128"/>
                      </a:moveTo>
                      <a:lnTo>
                        <a:pt x="23" y="59"/>
                      </a:lnTo>
                      <a:lnTo>
                        <a:pt x="110" y="52"/>
                      </a:lnTo>
                      <a:lnTo>
                        <a:pt x="105" y="6"/>
                      </a:lnTo>
                      <a:lnTo>
                        <a:pt x="197" y="0"/>
                      </a:lnTo>
                      <a:lnTo>
                        <a:pt x="203" y="29"/>
                      </a:lnTo>
                      <a:lnTo>
                        <a:pt x="401" y="47"/>
                      </a:lnTo>
                      <a:lnTo>
                        <a:pt x="447" y="111"/>
                      </a:lnTo>
                      <a:lnTo>
                        <a:pt x="476" y="111"/>
                      </a:lnTo>
                      <a:lnTo>
                        <a:pt x="506" y="163"/>
                      </a:lnTo>
                      <a:lnTo>
                        <a:pt x="436" y="169"/>
                      </a:lnTo>
                      <a:lnTo>
                        <a:pt x="476" y="291"/>
                      </a:lnTo>
                      <a:lnTo>
                        <a:pt x="389" y="279"/>
                      </a:lnTo>
                      <a:lnTo>
                        <a:pt x="401" y="303"/>
                      </a:lnTo>
                      <a:lnTo>
                        <a:pt x="366" y="331"/>
                      </a:lnTo>
                      <a:lnTo>
                        <a:pt x="331" y="273"/>
                      </a:lnTo>
                      <a:lnTo>
                        <a:pt x="302" y="279"/>
                      </a:lnTo>
                      <a:lnTo>
                        <a:pt x="227" y="139"/>
                      </a:lnTo>
                      <a:lnTo>
                        <a:pt x="105" y="244"/>
                      </a:lnTo>
                      <a:lnTo>
                        <a:pt x="81" y="204"/>
                      </a:lnTo>
                      <a:lnTo>
                        <a:pt x="0" y="128"/>
                      </a:lnTo>
                      <a:close/>
                    </a:path>
                  </a:pathLst>
                </a:custGeom>
                <a:solidFill>
                  <a:srgbClr val="ffffff"/>
                </a:solidFill>
                <a:ln w="9360">
                  <a:solidFill>
                    <a:srgbClr val="000000"/>
                  </a:solidFill>
                  <a:round/>
                </a:ln>
              </p:spPr>
              <p:style>
                <a:lnRef idx="0"/>
                <a:fillRef idx="0"/>
                <a:effectRef idx="0"/>
                <a:fontRef idx="minor"/>
              </p:style>
              <p:txBody>
                <a:bodyPr lIns="90000" rIns="90000" tIns="-3960" bIns="-3960" anchor="t">
                  <a:noAutofit/>
                </a:bodyPr>
                <a:p>
                  <a:endParaRPr b="0" lang="en-US" sz="2400" spc="-1" strike="noStrike">
                    <a:solidFill>
                      <a:srgbClr val="000000"/>
                    </a:solidFill>
                    <a:latin typeface="Times New Roman"/>
                  </a:endParaRPr>
                </a:p>
              </p:txBody>
            </p:sp>
            <p:sp>
              <p:nvSpPr>
                <p:cNvPr id="8732" name=""/>
                <p:cNvSpPr/>
                <p:nvPr/>
              </p:nvSpPr>
              <p:spPr>
                <a:xfrm>
                  <a:off x="2269800" y="1693440"/>
                  <a:ext cx="24120" cy="32400"/>
                </a:xfrm>
                <a:custGeom>
                  <a:avLst/>
                  <a:gdLst/>
                  <a:ahLst/>
                  <a:rect l="l" t="t" r="r" b="b"/>
                  <a:pathLst>
                    <a:path w="197" h="256">
                      <a:moveTo>
                        <a:pt x="0" y="105"/>
                      </a:moveTo>
                      <a:lnTo>
                        <a:pt x="52" y="215"/>
                      </a:lnTo>
                      <a:lnTo>
                        <a:pt x="104" y="256"/>
                      </a:lnTo>
                      <a:lnTo>
                        <a:pt x="197" y="140"/>
                      </a:lnTo>
                      <a:lnTo>
                        <a:pt x="122" y="0"/>
                      </a:lnTo>
                      <a:lnTo>
                        <a:pt x="0" y="105"/>
                      </a:lnTo>
                      <a:close/>
                    </a:path>
                  </a:pathLst>
                </a:custGeom>
                <a:solidFill>
                  <a:srgbClr val="ffffff"/>
                </a:solidFill>
                <a:ln w="9360">
                  <a:solidFill>
                    <a:srgbClr val="000000"/>
                  </a:solidFill>
                  <a:round/>
                </a:ln>
              </p:spPr>
              <p:style>
                <a:lnRef idx="0"/>
                <a:fillRef idx="0"/>
                <a:effectRef idx="0"/>
                <a:fontRef idx="minor"/>
              </p:style>
              <p:txBody>
                <a:bodyPr lIns="90000" rIns="90000" tIns="-14400" bIns="-14400" anchor="t">
                  <a:noAutofit/>
                </a:bodyPr>
                <a:p>
                  <a:endParaRPr b="0" lang="en-US" sz="2400" spc="-1" strike="noStrike">
                    <a:solidFill>
                      <a:srgbClr val="000000"/>
                    </a:solidFill>
                    <a:latin typeface="Times New Roman"/>
                  </a:endParaRPr>
                </a:p>
              </p:txBody>
            </p:sp>
            <p:sp>
              <p:nvSpPr>
                <p:cNvPr id="8733" name=""/>
                <p:cNvSpPr/>
                <p:nvPr/>
              </p:nvSpPr>
              <p:spPr>
                <a:xfrm>
                  <a:off x="2282400" y="1710720"/>
                  <a:ext cx="31680" cy="34560"/>
                </a:xfrm>
                <a:custGeom>
                  <a:avLst/>
                  <a:gdLst/>
                  <a:ahLst/>
                  <a:rect l="l" t="t" r="r" b="b"/>
                  <a:pathLst>
                    <a:path w="262" h="273">
                      <a:moveTo>
                        <a:pt x="0" y="122"/>
                      </a:moveTo>
                      <a:lnTo>
                        <a:pt x="255" y="273"/>
                      </a:lnTo>
                      <a:lnTo>
                        <a:pt x="262" y="185"/>
                      </a:lnTo>
                      <a:lnTo>
                        <a:pt x="215" y="133"/>
                      </a:lnTo>
                      <a:lnTo>
                        <a:pt x="244" y="93"/>
                      </a:lnTo>
                      <a:lnTo>
                        <a:pt x="192" y="35"/>
                      </a:lnTo>
                      <a:lnTo>
                        <a:pt x="157" y="58"/>
                      </a:lnTo>
                      <a:lnTo>
                        <a:pt x="122" y="0"/>
                      </a:lnTo>
                      <a:lnTo>
                        <a:pt x="93" y="6"/>
                      </a:lnTo>
                      <a:lnTo>
                        <a:pt x="0" y="122"/>
                      </a:lnTo>
                      <a:close/>
                    </a:path>
                  </a:pathLst>
                </a:custGeom>
                <a:solidFill>
                  <a:srgbClr val="ffffff"/>
                </a:solidFill>
                <a:ln w="9360">
                  <a:solidFill>
                    <a:srgbClr val="000000"/>
                  </a:solidFill>
                  <a:round/>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8734" name=""/>
                <p:cNvSpPr/>
                <p:nvPr/>
              </p:nvSpPr>
              <p:spPr>
                <a:xfrm>
                  <a:off x="2304720" y="1691280"/>
                  <a:ext cx="54000" cy="54000"/>
                </a:xfrm>
                <a:custGeom>
                  <a:avLst/>
                  <a:gdLst/>
                  <a:ahLst/>
                  <a:rect l="l" t="t" r="r" b="b"/>
                  <a:pathLst>
                    <a:path w="454" h="418">
                      <a:moveTo>
                        <a:pt x="75" y="418"/>
                      </a:moveTo>
                      <a:lnTo>
                        <a:pt x="267" y="377"/>
                      </a:lnTo>
                      <a:lnTo>
                        <a:pt x="454" y="407"/>
                      </a:lnTo>
                      <a:lnTo>
                        <a:pt x="378" y="226"/>
                      </a:lnTo>
                      <a:lnTo>
                        <a:pt x="436" y="151"/>
                      </a:lnTo>
                      <a:lnTo>
                        <a:pt x="431" y="110"/>
                      </a:lnTo>
                      <a:lnTo>
                        <a:pt x="384" y="58"/>
                      </a:lnTo>
                      <a:lnTo>
                        <a:pt x="274" y="64"/>
                      </a:lnTo>
                      <a:lnTo>
                        <a:pt x="215" y="0"/>
                      </a:lnTo>
                      <a:lnTo>
                        <a:pt x="99" y="6"/>
                      </a:lnTo>
                      <a:lnTo>
                        <a:pt x="117" y="35"/>
                      </a:lnTo>
                      <a:lnTo>
                        <a:pt x="47" y="41"/>
                      </a:lnTo>
                      <a:lnTo>
                        <a:pt x="82" y="157"/>
                      </a:lnTo>
                      <a:lnTo>
                        <a:pt x="0" y="145"/>
                      </a:lnTo>
                      <a:lnTo>
                        <a:pt x="6" y="180"/>
                      </a:lnTo>
                      <a:lnTo>
                        <a:pt x="64" y="238"/>
                      </a:lnTo>
                      <a:lnTo>
                        <a:pt x="35" y="278"/>
                      </a:lnTo>
                      <a:lnTo>
                        <a:pt x="82" y="330"/>
                      </a:lnTo>
                      <a:lnTo>
                        <a:pt x="75" y="389"/>
                      </a:lnTo>
                      <a:lnTo>
                        <a:pt x="75" y="418"/>
                      </a:lnTo>
                      <a:close/>
                    </a:path>
                  </a:pathLst>
                </a:custGeom>
                <a:solidFill>
                  <a:srgbClr val="ffffff"/>
                </a:solidFill>
                <a:ln w="9360">
                  <a:solidFill>
                    <a:srgbClr val="00000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8735" name=""/>
                <p:cNvSpPr/>
                <p:nvPr/>
              </p:nvSpPr>
              <p:spPr>
                <a:xfrm>
                  <a:off x="2329920" y="1653840"/>
                  <a:ext cx="68400" cy="55800"/>
                </a:xfrm>
                <a:custGeom>
                  <a:avLst/>
                  <a:gdLst/>
                  <a:ahLst/>
                  <a:rect l="l" t="t" r="r" b="b"/>
                  <a:pathLst>
                    <a:path w="565" h="436">
                      <a:moveTo>
                        <a:pt x="442" y="0"/>
                      </a:moveTo>
                      <a:lnTo>
                        <a:pt x="565" y="185"/>
                      </a:lnTo>
                      <a:lnTo>
                        <a:pt x="530" y="244"/>
                      </a:lnTo>
                      <a:lnTo>
                        <a:pt x="291" y="272"/>
                      </a:lnTo>
                      <a:lnTo>
                        <a:pt x="221" y="255"/>
                      </a:lnTo>
                      <a:lnTo>
                        <a:pt x="221" y="436"/>
                      </a:lnTo>
                      <a:lnTo>
                        <a:pt x="198" y="389"/>
                      </a:lnTo>
                      <a:lnTo>
                        <a:pt x="169" y="354"/>
                      </a:lnTo>
                      <a:lnTo>
                        <a:pt x="59" y="360"/>
                      </a:lnTo>
                      <a:lnTo>
                        <a:pt x="0" y="296"/>
                      </a:lnTo>
                      <a:lnTo>
                        <a:pt x="117" y="150"/>
                      </a:lnTo>
                      <a:lnTo>
                        <a:pt x="216" y="127"/>
                      </a:lnTo>
                      <a:lnTo>
                        <a:pt x="221" y="81"/>
                      </a:lnTo>
                      <a:lnTo>
                        <a:pt x="442" y="0"/>
                      </a:lnTo>
                      <a:close/>
                    </a:path>
                  </a:pathLst>
                </a:custGeom>
                <a:solidFill>
                  <a:srgbClr val="ffffff"/>
                </a:solidFill>
                <a:ln w="9360">
                  <a:solidFill>
                    <a:srgbClr val="000000"/>
                  </a:solidFill>
                  <a:round/>
                </a:ln>
              </p:spPr>
              <p:style>
                <a:lnRef idx="0"/>
                <a:fillRef idx="0"/>
                <a:effectRef idx="0"/>
                <a:fontRef idx="minor"/>
              </p:style>
              <p:txBody>
                <a:bodyPr lIns="90000" rIns="90000" tIns="9000" bIns="9000" anchor="t">
                  <a:noAutofit/>
                </a:bodyPr>
                <a:p>
                  <a:endParaRPr b="0" lang="en-US" sz="2400" spc="-1" strike="noStrike">
                    <a:solidFill>
                      <a:srgbClr val="000000"/>
                    </a:solidFill>
                    <a:latin typeface="Times New Roman"/>
                  </a:endParaRPr>
                </a:p>
              </p:txBody>
            </p:sp>
            <p:sp>
              <p:nvSpPr>
                <p:cNvPr id="8736" name=""/>
                <p:cNvSpPr/>
                <p:nvPr/>
              </p:nvSpPr>
              <p:spPr>
                <a:xfrm>
                  <a:off x="2350080" y="1686240"/>
                  <a:ext cx="25920" cy="56880"/>
                </a:xfrm>
                <a:custGeom>
                  <a:avLst/>
                  <a:gdLst/>
                  <a:ahLst/>
                  <a:rect l="l" t="t" r="r" b="b"/>
                  <a:pathLst>
                    <a:path w="221" h="448">
                      <a:moveTo>
                        <a:pt x="198" y="12"/>
                      </a:moveTo>
                      <a:lnTo>
                        <a:pt x="221" y="378"/>
                      </a:lnTo>
                      <a:lnTo>
                        <a:pt x="76" y="448"/>
                      </a:lnTo>
                      <a:lnTo>
                        <a:pt x="0" y="267"/>
                      </a:lnTo>
                      <a:lnTo>
                        <a:pt x="58" y="192"/>
                      </a:lnTo>
                      <a:lnTo>
                        <a:pt x="58" y="0"/>
                      </a:lnTo>
                      <a:lnTo>
                        <a:pt x="128" y="17"/>
                      </a:lnTo>
                      <a:lnTo>
                        <a:pt x="198" y="12"/>
                      </a:lnTo>
                      <a:close/>
                    </a:path>
                  </a:pathLst>
                </a:custGeom>
                <a:solidFill>
                  <a:srgbClr val="ffffff"/>
                </a:solidFill>
                <a:ln w="9360">
                  <a:solidFill>
                    <a:srgbClr val="000000"/>
                  </a:solidFill>
                  <a:round/>
                </a:ln>
              </p:spPr>
              <p:style>
                <a:lnRef idx="0"/>
                <a:fillRef idx="0"/>
                <a:effectRef idx="0"/>
                <a:fontRef idx="minor"/>
              </p:style>
              <p:txBody>
                <a:bodyPr lIns="90000" rIns="90000" tIns="10080" bIns="10080" anchor="t">
                  <a:noAutofit/>
                </a:bodyPr>
                <a:p>
                  <a:endParaRPr b="0" lang="en-US" sz="2400" spc="-1" strike="noStrike">
                    <a:solidFill>
                      <a:srgbClr val="000000"/>
                    </a:solidFill>
                    <a:latin typeface="Times New Roman"/>
                  </a:endParaRPr>
                </a:p>
              </p:txBody>
            </p:sp>
            <p:sp>
              <p:nvSpPr>
                <p:cNvPr id="8737" name=""/>
                <p:cNvSpPr/>
                <p:nvPr/>
              </p:nvSpPr>
              <p:spPr>
                <a:xfrm>
                  <a:off x="2373120" y="1686240"/>
                  <a:ext cx="15480" cy="47880"/>
                </a:xfrm>
                <a:custGeom>
                  <a:avLst/>
                  <a:gdLst/>
                  <a:ahLst/>
                  <a:rect l="l" t="t" r="r" b="b"/>
                  <a:pathLst>
                    <a:path w="127" h="384">
                      <a:moveTo>
                        <a:pt x="0" y="18"/>
                      </a:moveTo>
                      <a:lnTo>
                        <a:pt x="23" y="384"/>
                      </a:lnTo>
                      <a:lnTo>
                        <a:pt x="104" y="349"/>
                      </a:lnTo>
                      <a:lnTo>
                        <a:pt x="92" y="152"/>
                      </a:lnTo>
                      <a:lnTo>
                        <a:pt x="127" y="100"/>
                      </a:lnTo>
                      <a:lnTo>
                        <a:pt x="110" y="0"/>
                      </a:lnTo>
                      <a:lnTo>
                        <a:pt x="0" y="18"/>
                      </a:lnTo>
                      <a:close/>
                    </a:path>
                  </a:pathLst>
                </a:custGeom>
                <a:solidFill>
                  <a:srgbClr val="ffffff"/>
                </a:solidFill>
                <a:ln w="9360">
                  <a:solidFill>
                    <a:srgbClr val="000000"/>
                  </a:solidFill>
                  <a:round/>
                </a:ln>
              </p:spPr>
              <p:style>
                <a:lnRef idx="0"/>
                <a:fillRef idx="0"/>
                <a:effectRef idx="0"/>
                <a:fontRef idx="minor"/>
              </p:style>
              <p:txBody>
                <a:bodyPr lIns="90000" rIns="90000" tIns="1080" bIns="1080" anchor="t">
                  <a:noAutofit/>
                </a:bodyPr>
                <a:p>
                  <a:endParaRPr b="0" lang="en-US" sz="2400" spc="-1" strike="noStrike">
                    <a:solidFill>
                      <a:srgbClr val="000000"/>
                    </a:solidFill>
                    <a:latin typeface="Times New Roman"/>
                  </a:endParaRPr>
                </a:p>
              </p:txBody>
            </p:sp>
            <p:sp>
              <p:nvSpPr>
                <p:cNvPr id="8738" name=""/>
                <p:cNvSpPr/>
                <p:nvPr/>
              </p:nvSpPr>
              <p:spPr>
                <a:xfrm>
                  <a:off x="2384640" y="1677240"/>
                  <a:ext cx="24840" cy="52920"/>
                </a:xfrm>
                <a:custGeom>
                  <a:avLst/>
                  <a:gdLst/>
                  <a:ahLst/>
                  <a:rect l="l" t="t" r="r" b="b"/>
                  <a:pathLst>
                    <a:path w="210" h="418">
                      <a:moveTo>
                        <a:pt x="18" y="69"/>
                      </a:moveTo>
                      <a:lnTo>
                        <a:pt x="30" y="169"/>
                      </a:lnTo>
                      <a:lnTo>
                        <a:pt x="0" y="221"/>
                      </a:lnTo>
                      <a:lnTo>
                        <a:pt x="12" y="418"/>
                      </a:lnTo>
                      <a:lnTo>
                        <a:pt x="122" y="383"/>
                      </a:lnTo>
                      <a:lnTo>
                        <a:pt x="112" y="204"/>
                      </a:lnTo>
                      <a:lnTo>
                        <a:pt x="187" y="139"/>
                      </a:lnTo>
                      <a:lnTo>
                        <a:pt x="210" y="87"/>
                      </a:lnTo>
                      <a:lnTo>
                        <a:pt x="199" y="0"/>
                      </a:lnTo>
                      <a:lnTo>
                        <a:pt x="112" y="5"/>
                      </a:lnTo>
                      <a:lnTo>
                        <a:pt x="88" y="35"/>
                      </a:lnTo>
                      <a:lnTo>
                        <a:pt x="18" y="69"/>
                      </a:lnTo>
                      <a:close/>
                    </a:path>
                  </a:pathLst>
                </a:custGeom>
                <a:solidFill>
                  <a:srgbClr val="ffffff"/>
                </a:solidFill>
                <a:ln w="9360">
                  <a:solidFill>
                    <a:srgbClr val="000000"/>
                  </a:solidFill>
                  <a:round/>
                </a:ln>
              </p:spPr>
              <p:style>
                <a:lnRef idx="0"/>
                <a:fillRef idx="0"/>
                <a:effectRef idx="0"/>
                <a:fontRef idx="minor"/>
              </p:style>
              <p:txBody>
                <a:bodyPr lIns="90000" rIns="90000" tIns="6120" bIns="6120" anchor="t">
                  <a:noAutofit/>
                </a:bodyPr>
                <a:p>
                  <a:endParaRPr b="0" lang="en-US" sz="2400" spc="-1" strike="noStrike">
                    <a:solidFill>
                      <a:srgbClr val="000000"/>
                    </a:solidFill>
                    <a:latin typeface="Times New Roman"/>
                  </a:endParaRPr>
                </a:p>
              </p:txBody>
            </p:sp>
            <p:sp>
              <p:nvSpPr>
                <p:cNvPr id="8739" name=""/>
                <p:cNvSpPr/>
                <p:nvPr/>
              </p:nvSpPr>
              <p:spPr>
                <a:xfrm>
                  <a:off x="2383920" y="1577160"/>
                  <a:ext cx="122400" cy="101160"/>
                </a:xfrm>
                <a:custGeom>
                  <a:avLst/>
                  <a:gdLst/>
                  <a:ahLst/>
                  <a:rect l="l" t="t" r="r" b="b"/>
                  <a:pathLst>
                    <a:path w="1023" h="790">
                      <a:moveTo>
                        <a:pt x="0" y="605"/>
                      </a:moveTo>
                      <a:lnTo>
                        <a:pt x="123" y="790"/>
                      </a:lnTo>
                      <a:lnTo>
                        <a:pt x="210" y="785"/>
                      </a:lnTo>
                      <a:lnTo>
                        <a:pt x="255" y="668"/>
                      </a:lnTo>
                      <a:lnTo>
                        <a:pt x="378" y="633"/>
                      </a:lnTo>
                      <a:lnTo>
                        <a:pt x="424" y="698"/>
                      </a:lnTo>
                      <a:lnTo>
                        <a:pt x="488" y="698"/>
                      </a:lnTo>
                      <a:lnTo>
                        <a:pt x="552" y="720"/>
                      </a:lnTo>
                      <a:lnTo>
                        <a:pt x="662" y="668"/>
                      </a:lnTo>
                      <a:lnTo>
                        <a:pt x="738" y="710"/>
                      </a:lnTo>
                      <a:lnTo>
                        <a:pt x="854" y="640"/>
                      </a:lnTo>
                      <a:lnTo>
                        <a:pt x="854" y="588"/>
                      </a:lnTo>
                      <a:lnTo>
                        <a:pt x="1023" y="389"/>
                      </a:lnTo>
                      <a:lnTo>
                        <a:pt x="1023" y="239"/>
                      </a:lnTo>
                      <a:lnTo>
                        <a:pt x="983" y="187"/>
                      </a:lnTo>
                      <a:lnTo>
                        <a:pt x="993" y="0"/>
                      </a:lnTo>
                      <a:lnTo>
                        <a:pt x="913" y="65"/>
                      </a:lnTo>
                      <a:lnTo>
                        <a:pt x="726" y="35"/>
                      </a:lnTo>
                      <a:lnTo>
                        <a:pt x="244" y="314"/>
                      </a:lnTo>
                      <a:lnTo>
                        <a:pt x="175" y="529"/>
                      </a:lnTo>
                      <a:lnTo>
                        <a:pt x="0" y="60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40" name=""/>
                <p:cNvSpPr/>
                <p:nvPr/>
              </p:nvSpPr>
              <p:spPr>
                <a:xfrm>
                  <a:off x="2454480" y="1493280"/>
                  <a:ext cx="118440" cy="119160"/>
                </a:xfrm>
                <a:custGeom>
                  <a:avLst/>
                  <a:gdLst/>
                  <a:ahLst/>
                  <a:rect l="l" t="t" r="r" b="b"/>
                  <a:pathLst>
                    <a:path w="982" h="935">
                      <a:moveTo>
                        <a:pt x="204" y="0"/>
                      </a:moveTo>
                      <a:lnTo>
                        <a:pt x="40" y="221"/>
                      </a:lnTo>
                      <a:lnTo>
                        <a:pt x="47" y="389"/>
                      </a:lnTo>
                      <a:lnTo>
                        <a:pt x="0" y="487"/>
                      </a:lnTo>
                      <a:lnTo>
                        <a:pt x="70" y="633"/>
                      </a:lnTo>
                      <a:lnTo>
                        <a:pt x="151" y="691"/>
                      </a:lnTo>
                      <a:lnTo>
                        <a:pt x="331" y="721"/>
                      </a:lnTo>
                      <a:lnTo>
                        <a:pt x="406" y="656"/>
                      </a:lnTo>
                      <a:lnTo>
                        <a:pt x="901" y="935"/>
                      </a:lnTo>
                      <a:lnTo>
                        <a:pt x="895" y="883"/>
                      </a:lnTo>
                      <a:lnTo>
                        <a:pt x="982" y="883"/>
                      </a:lnTo>
                      <a:lnTo>
                        <a:pt x="930" y="233"/>
                      </a:lnTo>
                      <a:lnTo>
                        <a:pt x="971" y="203"/>
                      </a:lnTo>
                      <a:lnTo>
                        <a:pt x="954" y="105"/>
                      </a:lnTo>
                      <a:lnTo>
                        <a:pt x="808" y="18"/>
                      </a:lnTo>
                      <a:lnTo>
                        <a:pt x="697" y="35"/>
                      </a:lnTo>
                      <a:lnTo>
                        <a:pt x="657" y="180"/>
                      </a:lnTo>
                      <a:lnTo>
                        <a:pt x="616" y="198"/>
                      </a:lnTo>
                      <a:lnTo>
                        <a:pt x="448" y="110"/>
                      </a:lnTo>
                      <a:lnTo>
                        <a:pt x="384" y="29"/>
                      </a:lnTo>
                      <a:lnTo>
                        <a:pt x="204"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41" name=""/>
                <p:cNvSpPr/>
                <p:nvPr/>
              </p:nvSpPr>
              <p:spPr>
                <a:xfrm>
                  <a:off x="2398320" y="1657800"/>
                  <a:ext cx="96120" cy="88560"/>
                </a:xfrm>
                <a:custGeom>
                  <a:avLst/>
                  <a:gdLst/>
                  <a:ahLst/>
                  <a:rect l="l" t="t" r="r" b="b"/>
                  <a:pathLst>
                    <a:path w="801" h="698">
                      <a:moveTo>
                        <a:pt x="731" y="7"/>
                      </a:moveTo>
                      <a:lnTo>
                        <a:pt x="801" y="146"/>
                      </a:lnTo>
                      <a:lnTo>
                        <a:pt x="708" y="251"/>
                      </a:lnTo>
                      <a:lnTo>
                        <a:pt x="725" y="291"/>
                      </a:lnTo>
                      <a:lnTo>
                        <a:pt x="633" y="349"/>
                      </a:lnTo>
                      <a:lnTo>
                        <a:pt x="626" y="471"/>
                      </a:lnTo>
                      <a:lnTo>
                        <a:pt x="574" y="511"/>
                      </a:lnTo>
                      <a:lnTo>
                        <a:pt x="546" y="471"/>
                      </a:lnTo>
                      <a:lnTo>
                        <a:pt x="476" y="476"/>
                      </a:lnTo>
                      <a:lnTo>
                        <a:pt x="382" y="633"/>
                      </a:lnTo>
                      <a:lnTo>
                        <a:pt x="301" y="698"/>
                      </a:lnTo>
                      <a:lnTo>
                        <a:pt x="208" y="680"/>
                      </a:lnTo>
                      <a:lnTo>
                        <a:pt x="127" y="558"/>
                      </a:lnTo>
                      <a:lnTo>
                        <a:pt x="10" y="535"/>
                      </a:lnTo>
                      <a:lnTo>
                        <a:pt x="0" y="356"/>
                      </a:lnTo>
                      <a:lnTo>
                        <a:pt x="75" y="297"/>
                      </a:lnTo>
                      <a:lnTo>
                        <a:pt x="98" y="239"/>
                      </a:lnTo>
                      <a:lnTo>
                        <a:pt x="92" y="192"/>
                      </a:lnTo>
                      <a:lnTo>
                        <a:pt x="87" y="157"/>
                      </a:lnTo>
                      <a:lnTo>
                        <a:pt x="132" y="35"/>
                      </a:lnTo>
                      <a:lnTo>
                        <a:pt x="255" y="0"/>
                      </a:lnTo>
                      <a:lnTo>
                        <a:pt x="301" y="65"/>
                      </a:lnTo>
                      <a:lnTo>
                        <a:pt x="371" y="65"/>
                      </a:lnTo>
                      <a:lnTo>
                        <a:pt x="429" y="87"/>
                      </a:lnTo>
                      <a:lnTo>
                        <a:pt x="539" y="35"/>
                      </a:lnTo>
                      <a:lnTo>
                        <a:pt x="615" y="77"/>
                      </a:lnTo>
                      <a:lnTo>
                        <a:pt x="731" y="7"/>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742" name=""/>
                <p:cNvSpPr/>
                <p:nvPr/>
              </p:nvSpPr>
              <p:spPr>
                <a:xfrm>
                  <a:off x="2486160" y="1577160"/>
                  <a:ext cx="79920" cy="145800"/>
                </a:xfrm>
                <a:custGeom>
                  <a:avLst/>
                  <a:gdLst/>
                  <a:ahLst/>
                  <a:rect l="l" t="t" r="r" b="b"/>
                  <a:pathLst>
                    <a:path w="657" h="1144">
                      <a:moveTo>
                        <a:pt x="0" y="640"/>
                      </a:moveTo>
                      <a:lnTo>
                        <a:pt x="105" y="732"/>
                      </a:lnTo>
                      <a:lnTo>
                        <a:pt x="122" y="919"/>
                      </a:lnTo>
                      <a:lnTo>
                        <a:pt x="41" y="919"/>
                      </a:lnTo>
                      <a:lnTo>
                        <a:pt x="129" y="1058"/>
                      </a:lnTo>
                      <a:lnTo>
                        <a:pt x="82" y="1144"/>
                      </a:lnTo>
                      <a:lnTo>
                        <a:pt x="320" y="1058"/>
                      </a:lnTo>
                      <a:lnTo>
                        <a:pt x="413" y="994"/>
                      </a:lnTo>
                      <a:lnTo>
                        <a:pt x="495" y="982"/>
                      </a:lnTo>
                      <a:lnTo>
                        <a:pt x="587" y="866"/>
                      </a:lnTo>
                      <a:lnTo>
                        <a:pt x="628" y="866"/>
                      </a:lnTo>
                      <a:lnTo>
                        <a:pt x="547" y="703"/>
                      </a:lnTo>
                      <a:lnTo>
                        <a:pt x="593" y="529"/>
                      </a:lnTo>
                      <a:lnTo>
                        <a:pt x="657" y="511"/>
                      </a:lnTo>
                      <a:lnTo>
                        <a:pt x="634" y="279"/>
                      </a:lnTo>
                      <a:lnTo>
                        <a:pt x="139" y="0"/>
                      </a:lnTo>
                      <a:lnTo>
                        <a:pt x="129" y="187"/>
                      </a:lnTo>
                      <a:lnTo>
                        <a:pt x="169" y="239"/>
                      </a:lnTo>
                      <a:lnTo>
                        <a:pt x="169" y="389"/>
                      </a:lnTo>
                      <a:lnTo>
                        <a:pt x="0" y="588"/>
                      </a:lnTo>
                      <a:lnTo>
                        <a:pt x="0" y="628"/>
                      </a:lnTo>
                      <a:lnTo>
                        <a:pt x="0" y="64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43" name=""/>
                <p:cNvSpPr/>
                <p:nvPr/>
              </p:nvSpPr>
              <p:spPr>
                <a:xfrm>
                  <a:off x="2566080" y="1504440"/>
                  <a:ext cx="87480" cy="83520"/>
                </a:xfrm>
                <a:custGeom>
                  <a:avLst/>
                  <a:gdLst/>
                  <a:ahLst/>
                  <a:rect l="l" t="t" r="r" b="b"/>
                  <a:pathLst>
                    <a:path w="727" h="655">
                      <a:moveTo>
                        <a:pt x="24" y="10"/>
                      </a:moveTo>
                      <a:lnTo>
                        <a:pt x="256" y="80"/>
                      </a:lnTo>
                      <a:lnTo>
                        <a:pt x="366" y="0"/>
                      </a:lnTo>
                      <a:lnTo>
                        <a:pt x="546" y="45"/>
                      </a:lnTo>
                      <a:lnTo>
                        <a:pt x="598" y="115"/>
                      </a:lnTo>
                      <a:lnTo>
                        <a:pt x="605" y="150"/>
                      </a:lnTo>
                      <a:lnTo>
                        <a:pt x="581" y="261"/>
                      </a:lnTo>
                      <a:lnTo>
                        <a:pt x="488" y="162"/>
                      </a:lnTo>
                      <a:lnTo>
                        <a:pt x="430" y="127"/>
                      </a:lnTo>
                      <a:lnTo>
                        <a:pt x="465" y="232"/>
                      </a:lnTo>
                      <a:lnTo>
                        <a:pt x="727" y="609"/>
                      </a:lnTo>
                      <a:lnTo>
                        <a:pt x="41" y="655"/>
                      </a:lnTo>
                      <a:lnTo>
                        <a:pt x="0" y="145"/>
                      </a:lnTo>
                      <a:lnTo>
                        <a:pt x="41" y="115"/>
                      </a:lnTo>
                      <a:lnTo>
                        <a:pt x="24" y="10"/>
                      </a:lnTo>
                      <a:close/>
                    </a:path>
                  </a:pathLst>
                </a:custGeom>
                <a:solidFill>
                  <a:srgbClr val="ffffff"/>
                </a:solidFill>
                <a:ln w="9360">
                  <a:solidFill>
                    <a:srgbClr val="000000"/>
                  </a:solidFill>
                  <a:round/>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744" name=""/>
                <p:cNvSpPr/>
                <p:nvPr/>
              </p:nvSpPr>
              <p:spPr>
                <a:xfrm>
                  <a:off x="2444760" y="1658880"/>
                  <a:ext cx="59400" cy="102960"/>
                </a:xfrm>
                <a:custGeom>
                  <a:avLst/>
                  <a:gdLst/>
                  <a:ahLst/>
                  <a:rect l="l" t="t" r="r" b="b"/>
                  <a:pathLst>
                    <a:path w="495" h="807">
                      <a:moveTo>
                        <a:pt x="0" y="626"/>
                      </a:moveTo>
                      <a:lnTo>
                        <a:pt x="87" y="679"/>
                      </a:lnTo>
                      <a:lnTo>
                        <a:pt x="82" y="807"/>
                      </a:lnTo>
                      <a:lnTo>
                        <a:pt x="495" y="807"/>
                      </a:lnTo>
                      <a:lnTo>
                        <a:pt x="488" y="720"/>
                      </a:lnTo>
                      <a:lnTo>
                        <a:pt x="408" y="574"/>
                      </a:lnTo>
                      <a:lnTo>
                        <a:pt x="483" y="412"/>
                      </a:lnTo>
                      <a:lnTo>
                        <a:pt x="390" y="279"/>
                      </a:lnTo>
                      <a:lnTo>
                        <a:pt x="471" y="279"/>
                      </a:lnTo>
                      <a:lnTo>
                        <a:pt x="454" y="92"/>
                      </a:lnTo>
                      <a:lnTo>
                        <a:pt x="349" y="0"/>
                      </a:lnTo>
                      <a:lnTo>
                        <a:pt x="419" y="139"/>
                      </a:lnTo>
                      <a:lnTo>
                        <a:pt x="314" y="244"/>
                      </a:lnTo>
                      <a:lnTo>
                        <a:pt x="343" y="284"/>
                      </a:lnTo>
                      <a:lnTo>
                        <a:pt x="251" y="337"/>
                      </a:lnTo>
                      <a:lnTo>
                        <a:pt x="244" y="447"/>
                      </a:lnTo>
                      <a:lnTo>
                        <a:pt x="192" y="504"/>
                      </a:lnTo>
                      <a:lnTo>
                        <a:pt x="164" y="464"/>
                      </a:lnTo>
                      <a:lnTo>
                        <a:pt x="94" y="469"/>
                      </a:lnTo>
                      <a:lnTo>
                        <a:pt x="0" y="626"/>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45" name=""/>
                <p:cNvSpPr/>
                <p:nvPr/>
              </p:nvSpPr>
              <p:spPr>
                <a:xfrm>
                  <a:off x="2552400" y="1582200"/>
                  <a:ext cx="123480" cy="163080"/>
                </a:xfrm>
                <a:custGeom>
                  <a:avLst/>
                  <a:gdLst/>
                  <a:ahLst/>
                  <a:rect l="l" t="t" r="r" b="b"/>
                  <a:pathLst>
                    <a:path w="1028" h="1284">
                      <a:moveTo>
                        <a:pt x="848" y="0"/>
                      </a:moveTo>
                      <a:lnTo>
                        <a:pt x="157" y="46"/>
                      </a:lnTo>
                      <a:lnTo>
                        <a:pt x="168" y="186"/>
                      </a:lnTo>
                      <a:lnTo>
                        <a:pt x="75" y="180"/>
                      </a:lnTo>
                      <a:lnTo>
                        <a:pt x="110" y="470"/>
                      </a:lnTo>
                      <a:lnTo>
                        <a:pt x="46" y="488"/>
                      </a:lnTo>
                      <a:lnTo>
                        <a:pt x="0" y="662"/>
                      </a:lnTo>
                      <a:lnTo>
                        <a:pt x="116" y="918"/>
                      </a:lnTo>
                      <a:lnTo>
                        <a:pt x="220" y="1000"/>
                      </a:lnTo>
                      <a:lnTo>
                        <a:pt x="232" y="1035"/>
                      </a:lnTo>
                      <a:lnTo>
                        <a:pt x="307" y="1075"/>
                      </a:lnTo>
                      <a:lnTo>
                        <a:pt x="354" y="1185"/>
                      </a:lnTo>
                      <a:lnTo>
                        <a:pt x="412" y="1220"/>
                      </a:lnTo>
                      <a:lnTo>
                        <a:pt x="470" y="1220"/>
                      </a:lnTo>
                      <a:lnTo>
                        <a:pt x="499" y="1243"/>
                      </a:lnTo>
                      <a:lnTo>
                        <a:pt x="522" y="1214"/>
                      </a:lnTo>
                      <a:lnTo>
                        <a:pt x="587" y="1284"/>
                      </a:lnTo>
                      <a:lnTo>
                        <a:pt x="726" y="1272"/>
                      </a:lnTo>
                      <a:lnTo>
                        <a:pt x="848" y="1202"/>
                      </a:lnTo>
                      <a:lnTo>
                        <a:pt x="930" y="1197"/>
                      </a:lnTo>
                      <a:lnTo>
                        <a:pt x="912" y="1127"/>
                      </a:lnTo>
                      <a:lnTo>
                        <a:pt x="825" y="1092"/>
                      </a:lnTo>
                      <a:lnTo>
                        <a:pt x="819" y="982"/>
                      </a:lnTo>
                      <a:lnTo>
                        <a:pt x="743" y="988"/>
                      </a:lnTo>
                      <a:lnTo>
                        <a:pt x="743" y="948"/>
                      </a:lnTo>
                      <a:lnTo>
                        <a:pt x="825" y="883"/>
                      </a:lnTo>
                      <a:lnTo>
                        <a:pt x="831" y="773"/>
                      </a:lnTo>
                      <a:lnTo>
                        <a:pt x="941" y="610"/>
                      </a:lnTo>
                      <a:lnTo>
                        <a:pt x="923" y="488"/>
                      </a:lnTo>
                      <a:lnTo>
                        <a:pt x="941" y="390"/>
                      </a:lnTo>
                      <a:lnTo>
                        <a:pt x="1028" y="296"/>
                      </a:lnTo>
                      <a:lnTo>
                        <a:pt x="935" y="244"/>
                      </a:lnTo>
                      <a:lnTo>
                        <a:pt x="923" y="122"/>
                      </a:lnTo>
                      <a:lnTo>
                        <a:pt x="848"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46" name=""/>
                <p:cNvSpPr/>
                <p:nvPr/>
              </p:nvSpPr>
              <p:spPr>
                <a:xfrm>
                  <a:off x="2493720" y="1686240"/>
                  <a:ext cx="101160" cy="65880"/>
                </a:xfrm>
                <a:custGeom>
                  <a:avLst/>
                  <a:gdLst/>
                  <a:ahLst/>
                  <a:rect l="l" t="t" r="r" b="b"/>
                  <a:pathLst>
                    <a:path w="842" h="517">
                      <a:moveTo>
                        <a:pt x="35" y="279"/>
                      </a:moveTo>
                      <a:lnTo>
                        <a:pt x="0" y="354"/>
                      </a:lnTo>
                      <a:lnTo>
                        <a:pt x="75" y="500"/>
                      </a:lnTo>
                      <a:lnTo>
                        <a:pt x="145" y="459"/>
                      </a:lnTo>
                      <a:lnTo>
                        <a:pt x="267" y="517"/>
                      </a:lnTo>
                      <a:lnTo>
                        <a:pt x="290" y="418"/>
                      </a:lnTo>
                      <a:lnTo>
                        <a:pt x="359" y="383"/>
                      </a:lnTo>
                      <a:lnTo>
                        <a:pt x="516" y="430"/>
                      </a:lnTo>
                      <a:lnTo>
                        <a:pt x="621" y="366"/>
                      </a:lnTo>
                      <a:lnTo>
                        <a:pt x="691" y="371"/>
                      </a:lnTo>
                      <a:lnTo>
                        <a:pt x="749" y="343"/>
                      </a:lnTo>
                      <a:lnTo>
                        <a:pt x="842" y="361"/>
                      </a:lnTo>
                      <a:lnTo>
                        <a:pt x="795" y="256"/>
                      </a:lnTo>
                      <a:lnTo>
                        <a:pt x="720" y="216"/>
                      </a:lnTo>
                      <a:lnTo>
                        <a:pt x="715" y="181"/>
                      </a:lnTo>
                      <a:lnTo>
                        <a:pt x="621" y="111"/>
                      </a:lnTo>
                      <a:lnTo>
                        <a:pt x="563" y="0"/>
                      </a:lnTo>
                      <a:lnTo>
                        <a:pt x="528" y="6"/>
                      </a:lnTo>
                      <a:lnTo>
                        <a:pt x="436" y="122"/>
                      </a:lnTo>
                      <a:lnTo>
                        <a:pt x="354" y="134"/>
                      </a:lnTo>
                      <a:lnTo>
                        <a:pt x="267" y="192"/>
                      </a:lnTo>
                      <a:lnTo>
                        <a:pt x="35" y="279"/>
                      </a:lnTo>
                      <a:close/>
                    </a:path>
                  </a:pathLst>
                </a:custGeom>
                <a:solidFill>
                  <a:srgbClr val="ffffff"/>
                </a:solidFill>
                <a:ln w="9360">
                  <a:solidFill>
                    <a:srgbClr val="000000"/>
                  </a:solidFill>
                  <a:round/>
                </a:ln>
              </p:spPr>
              <p:style>
                <a:lnRef idx="0"/>
                <a:fillRef idx="0"/>
                <a:effectRef idx="0"/>
                <a:fontRef idx="minor"/>
              </p:style>
              <p:txBody>
                <a:bodyPr lIns="90000" rIns="90000" tIns="19080" bIns="19080" anchor="t">
                  <a:noAutofit/>
                </a:bodyPr>
                <a:p>
                  <a:endParaRPr b="0" lang="en-US" sz="2400" spc="-1" strike="noStrike">
                    <a:solidFill>
                      <a:srgbClr val="000000"/>
                    </a:solidFill>
                    <a:latin typeface="Times New Roman"/>
                  </a:endParaRPr>
                </a:p>
              </p:txBody>
            </p:sp>
            <p:sp>
              <p:nvSpPr>
                <p:cNvPr id="8747" name=""/>
                <p:cNvSpPr/>
                <p:nvPr/>
              </p:nvSpPr>
              <p:spPr>
                <a:xfrm>
                  <a:off x="2642400" y="1620000"/>
                  <a:ext cx="112320" cy="125640"/>
                </a:xfrm>
                <a:custGeom>
                  <a:avLst/>
                  <a:gdLst/>
                  <a:ahLst/>
                  <a:rect l="l" t="t" r="r" b="b"/>
                  <a:pathLst>
                    <a:path w="942" h="988">
                      <a:moveTo>
                        <a:pt x="280" y="0"/>
                      </a:moveTo>
                      <a:lnTo>
                        <a:pt x="361" y="186"/>
                      </a:lnTo>
                      <a:lnTo>
                        <a:pt x="581" y="343"/>
                      </a:lnTo>
                      <a:lnTo>
                        <a:pt x="518" y="407"/>
                      </a:lnTo>
                      <a:lnTo>
                        <a:pt x="506" y="477"/>
                      </a:lnTo>
                      <a:lnTo>
                        <a:pt x="634" y="453"/>
                      </a:lnTo>
                      <a:lnTo>
                        <a:pt x="593" y="500"/>
                      </a:lnTo>
                      <a:lnTo>
                        <a:pt x="658" y="593"/>
                      </a:lnTo>
                      <a:lnTo>
                        <a:pt x="756" y="640"/>
                      </a:lnTo>
                      <a:lnTo>
                        <a:pt x="942" y="640"/>
                      </a:lnTo>
                      <a:lnTo>
                        <a:pt x="797" y="831"/>
                      </a:lnTo>
                      <a:lnTo>
                        <a:pt x="529" y="953"/>
                      </a:lnTo>
                      <a:lnTo>
                        <a:pt x="454" y="924"/>
                      </a:lnTo>
                      <a:lnTo>
                        <a:pt x="402" y="988"/>
                      </a:lnTo>
                      <a:lnTo>
                        <a:pt x="332" y="982"/>
                      </a:lnTo>
                      <a:lnTo>
                        <a:pt x="239" y="894"/>
                      </a:lnTo>
                      <a:lnTo>
                        <a:pt x="187" y="894"/>
                      </a:lnTo>
                      <a:lnTo>
                        <a:pt x="169" y="831"/>
                      </a:lnTo>
                      <a:lnTo>
                        <a:pt x="82" y="796"/>
                      </a:lnTo>
                      <a:lnTo>
                        <a:pt x="76" y="686"/>
                      </a:lnTo>
                      <a:lnTo>
                        <a:pt x="0" y="692"/>
                      </a:lnTo>
                      <a:lnTo>
                        <a:pt x="0" y="652"/>
                      </a:lnTo>
                      <a:lnTo>
                        <a:pt x="82" y="587"/>
                      </a:lnTo>
                      <a:lnTo>
                        <a:pt x="88" y="477"/>
                      </a:lnTo>
                      <a:lnTo>
                        <a:pt x="198" y="314"/>
                      </a:lnTo>
                      <a:lnTo>
                        <a:pt x="180" y="186"/>
                      </a:lnTo>
                      <a:lnTo>
                        <a:pt x="198" y="94"/>
                      </a:lnTo>
                      <a:lnTo>
                        <a:pt x="28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48" name=""/>
                <p:cNvSpPr/>
                <p:nvPr/>
              </p:nvSpPr>
              <p:spPr>
                <a:xfrm>
                  <a:off x="2703960" y="1663920"/>
                  <a:ext cx="14400" cy="17280"/>
                </a:xfrm>
                <a:custGeom>
                  <a:avLst/>
                  <a:gdLst/>
                  <a:ahLst/>
                  <a:rect l="l" t="t" r="r" b="b"/>
                  <a:pathLst>
                    <a:path w="122" h="134">
                      <a:moveTo>
                        <a:pt x="64" y="0"/>
                      </a:moveTo>
                      <a:lnTo>
                        <a:pt x="6" y="64"/>
                      </a:lnTo>
                      <a:lnTo>
                        <a:pt x="0" y="134"/>
                      </a:lnTo>
                      <a:lnTo>
                        <a:pt x="122" y="110"/>
                      </a:lnTo>
                      <a:lnTo>
                        <a:pt x="64" y="0"/>
                      </a:lnTo>
                      <a:close/>
                    </a:path>
                  </a:pathLst>
                </a:custGeom>
                <a:solidFill>
                  <a:srgbClr val="ffffff"/>
                </a:solidFill>
                <a:ln w="9360">
                  <a:solidFill>
                    <a:srgbClr val="000000"/>
                  </a:solidFill>
                  <a:round/>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8749" name=""/>
                <p:cNvSpPr/>
                <p:nvPr/>
              </p:nvSpPr>
              <p:spPr>
                <a:xfrm>
                  <a:off x="2701080" y="1667880"/>
                  <a:ext cx="78840" cy="118440"/>
                </a:xfrm>
                <a:custGeom>
                  <a:avLst/>
                  <a:gdLst/>
                  <a:ahLst/>
                  <a:rect l="l" t="t" r="r" b="b"/>
                  <a:pathLst>
                    <a:path w="651" h="929">
                      <a:moveTo>
                        <a:pt x="140" y="75"/>
                      </a:moveTo>
                      <a:lnTo>
                        <a:pt x="157" y="117"/>
                      </a:lnTo>
                      <a:lnTo>
                        <a:pt x="297" y="105"/>
                      </a:lnTo>
                      <a:lnTo>
                        <a:pt x="436" y="87"/>
                      </a:lnTo>
                      <a:lnTo>
                        <a:pt x="535" y="58"/>
                      </a:lnTo>
                      <a:lnTo>
                        <a:pt x="611" y="0"/>
                      </a:lnTo>
                      <a:lnTo>
                        <a:pt x="651" y="82"/>
                      </a:lnTo>
                      <a:lnTo>
                        <a:pt x="448" y="540"/>
                      </a:lnTo>
                      <a:lnTo>
                        <a:pt x="35" y="929"/>
                      </a:lnTo>
                      <a:lnTo>
                        <a:pt x="0" y="848"/>
                      </a:lnTo>
                      <a:lnTo>
                        <a:pt x="30" y="575"/>
                      </a:lnTo>
                      <a:lnTo>
                        <a:pt x="303" y="453"/>
                      </a:lnTo>
                      <a:lnTo>
                        <a:pt x="448" y="262"/>
                      </a:lnTo>
                      <a:lnTo>
                        <a:pt x="262" y="262"/>
                      </a:lnTo>
                      <a:lnTo>
                        <a:pt x="164" y="215"/>
                      </a:lnTo>
                      <a:lnTo>
                        <a:pt x="99" y="122"/>
                      </a:lnTo>
                      <a:lnTo>
                        <a:pt x="140" y="7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50" name=""/>
                <p:cNvSpPr/>
                <p:nvPr/>
              </p:nvSpPr>
              <p:spPr>
                <a:xfrm>
                  <a:off x="2452320" y="1760760"/>
                  <a:ext cx="14400" cy="10080"/>
                </a:xfrm>
                <a:custGeom>
                  <a:avLst/>
                  <a:gdLst/>
                  <a:ahLst/>
                  <a:rect l="l" t="t" r="r" b="b"/>
                  <a:pathLst>
                    <a:path w="122" h="81">
                      <a:moveTo>
                        <a:pt x="18" y="0"/>
                      </a:moveTo>
                      <a:lnTo>
                        <a:pt x="122" y="6"/>
                      </a:lnTo>
                      <a:lnTo>
                        <a:pt x="111" y="81"/>
                      </a:lnTo>
                      <a:lnTo>
                        <a:pt x="0" y="76"/>
                      </a:lnTo>
                      <a:lnTo>
                        <a:pt x="18" y="0"/>
                      </a:lnTo>
                      <a:close/>
                    </a:path>
                  </a:pathLst>
                </a:custGeom>
                <a:solidFill>
                  <a:srgbClr val="ffffff"/>
                </a:solidFill>
                <a:ln w="9360">
                  <a:solidFill>
                    <a:srgbClr val="000000"/>
                  </a:solidFill>
                  <a:round/>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751" name=""/>
                <p:cNvSpPr/>
                <p:nvPr/>
              </p:nvSpPr>
              <p:spPr>
                <a:xfrm>
                  <a:off x="2447640" y="1761840"/>
                  <a:ext cx="45000" cy="60120"/>
                </a:xfrm>
                <a:custGeom>
                  <a:avLst/>
                  <a:gdLst/>
                  <a:ahLst/>
                  <a:rect l="l" t="t" r="r" b="b"/>
                  <a:pathLst>
                    <a:path w="371" h="476">
                      <a:moveTo>
                        <a:pt x="156" y="0"/>
                      </a:moveTo>
                      <a:lnTo>
                        <a:pt x="308" y="0"/>
                      </a:lnTo>
                      <a:lnTo>
                        <a:pt x="313" y="52"/>
                      </a:lnTo>
                      <a:lnTo>
                        <a:pt x="354" y="46"/>
                      </a:lnTo>
                      <a:lnTo>
                        <a:pt x="371" y="307"/>
                      </a:lnTo>
                      <a:lnTo>
                        <a:pt x="191" y="319"/>
                      </a:lnTo>
                      <a:lnTo>
                        <a:pt x="203" y="476"/>
                      </a:lnTo>
                      <a:lnTo>
                        <a:pt x="151" y="389"/>
                      </a:lnTo>
                      <a:lnTo>
                        <a:pt x="46" y="290"/>
                      </a:lnTo>
                      <a:lnTo>
                        <a:pt x="0" y="203"/>
                      </a:lnTo>
                      <a:lnTo>
                        <a:pt x="34" y="70"/>
                      </a:lnTo>
                      <a:lnTo>
                        <a:pt x="145" y="75"/>
                      </a:lnTo>
                      <a:lnTo>
                        <a:pt x="156" y="0"/>
                      </a:lnTo>
                      <a:close/>
                    </a:path>
                  </a:pathLst>
                </a:custGeom>
                <a:solidFill>
                  <a:srgbClr val="ffffff"/>
                </a:solidFill>
                <a:ln w="9360">
                  <a:solidFill>
                    <a:srgbClr val="00000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8752" name=""/>
                <p:cNvSpPr/>
                <p:nvPr/>
              </p:nvSpPr>
              <p:spPr>
                <a:xfrm>
                  <a:off x="2470680" y="1745640"/>
                  <a:ext cx="54720" cy="75240"/>
                </a:xfrm>
                <a:custGeom>
                  <a:avLst/>
                  <a:gdLst/>
                  <a:ahLst/>
                  <a:rect l="l" t="t" r="r" b="b"/>
                  <a:pathLst>
                    <a:path w="454" h="599">
                      <a:moveTo>
                        <a:pt x="0" y="447"/>
                      </a:moveTo>
                      <a:lnTo>
                        <a:pt x="12" y="599"/>
                      </a:lnTo>
                      <a:lnTo>
                        <a:pt x="82" y="592"/>
                      </a:lnTo>
                      <a:lnTo>
                        <a:pt x="122" y="552"/>
                      </a:lnTo>
                      <a:lnTo>
                        <a:pt x="204" y="557"/>
                      </a:lnTo>
                      <a:lnTo>
                        <a:pt x="285" y="512"/>
                      </a:lnTo>
                      <a:lnTo>
                        <a:pt x="291" y="395"/>
                      </a:lnTo>
                      <a:lnTo>
                        <a:pt x="413" y="279"/>
                      </a:lnTo>
                      <a:lnTo>
                        <a:pt x="454" y="58"/>
                      </a:lnTo>
                      <a:lnTo>
                        <a:pt x="332" y="0"/>
                      </a:lnTo>
                      <a:lnTo>
                        <a:pt x="267" y="41"/>
                      </a:lnTo>
                      <a:lnTo>
                        <a:pt x="274" y="128"/>
                      </a:lnTo>
                      <a:lnTo>
                        <a:pt x="117" y="128"/>
                      </a:lnTo>
                      <a:lnTo>
                        <a:pt x="122" y="180"/>
                      </a:lnTo>
                      <a:lnTo>
                        <a:pt x="169" y="186"/>
                      </a:lnTo>
                      <a:lnTo>
                        <a:pt x="180" y="435"/>
                      </a:lnTo>
                      <a:lnTo>
                        <a:pt x="0" y="447"/>
                      </a:lnTo>
                      <a:close/>
                    </a:path>
                  </a:pathLst>
                </a:custGeom>
                <a:solidFill>
                  <a:srgbClr val="ffffff"/>
                </a:solidFill>
                <a:ln w="9360">
                  <a:solidFill>
                    <a:srgbClr val="000000"/>
                  </a:solidFill>
                  <a:round/>
                </a:ln>
              </p:spPr>
              <p:style>
                <a:lnRef idx="0"/>
                <a:fillRef idx="0"/>
                <a:effectRef idx="0"/>
                <a:fontRef idx="minor"/>
              </p:style>
              <p:txBody>
                <a:bodyPr lIns="90000" rIns="90000" tIns="28440" bIns="28440" anchor="t">
                  <a:noAutofit/>
                </a:bodyPr>
                <a:p>
                  <a:endParaRPr b="0" lang="en-US" sz="2400" spc="-1" strike="noStrike">
                    <a:solidFill>
                      <a:srgbClr val="000000"/>
                    </a:solidFill>
                    <a:latin typeface="Times New Roman"/>
                  </a:endParaRPr>
                </a:p>
              </p:txBody>
            </p:sp>
            <p:sp>
              <p:nvSpPr>
                <p:cNvPr id="8753" name=""/>
                <p:cNvSpPr/>
                <p:nvPr/>
              </p:nvSpPr>
              <p:spPr>
                <a:xfrm>
                  <a:off x="2471760" y="1820160"/>
                  <a:ext cx="9360" cy="10080"/>
                </a:xfrm>
                <a:custGeom>
                  <a:avLst/>
                  <a:gdLst/>
                  <a:ahLst/>
                  <a:rect l="l" t="t" r="r" b="b"/>
                  <a:pathLst>
                    <a:path w="76" h="82">
                      <a:moveTo>
                        <a:pt x="76" y="0"/>
                      </a:moveTo>
                      <a:lnTo>
                        <a:pt x="0" y="5"/>
                      </a:lnTo>
                      <a:lnTo>
                        <a:pt x="41" y="82"/>
                      </a:lnTo>
                      <a:lnTo>
                        <a:pt x="76" y="0"/>
                      </a:lnTo>
                      <a:close/>
                    </a:path>
                  </a:pathLst>
                </a:custGeom>
                <a:solidFill>
                  <a:srgbClr val="ffffff"/>
                </a:solidFill>
                <a:ln w="9360">
                  <a:solidFill>
                    <a:srgbClr val="000000"/>
                  </a:solidFill>
                  <a:round/>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754" name=""/>
                <p:cNvSpPr/>
                <p:nvPr/>
              </p:nvSpPr>
              <p:spPr>
                <a:xfrm>
                  <a:off x="2476440" y="1730160"/>
                  <a:ext cx="150480" cy="161280"/>
                </a:xfrm>
                <a:custGeom>
                  <a:avLst/>
                  <a:gdLst/>
                  <a:ahLst/>
                  <a:rect l="l" t="t" r="r" b="b"/>
                  <a:pathLst>
                    <a:path w="1244" h="1266">
                      <a:moveTo>
                        <a:pt x="0" y="785"/>
                      </a:moveTo>
                      <a:lnTo>
                        <a:pt x="35" y="703"/>
                      </a:lnTo>
                      <a:lnTo>
                        <a:pt x="75" y="668"/>
                      </a:lnTo>
                      <a:lnTo>
                        <a:pt x="116" y="663"/>
                      </a:lnTo>
                      <a:lnTo>
                        <a:pt x="168" y="673"/>
                      </a:lnTo>
                      <a:lnTo>
                        <a:pt x="238" y="628"/>
                      </a:lnTo>
                      <a:lnTo>
                        <a:pt x="244" y="511"/>
                      </a:lnTo>
                      <a:lnTo>
                        <a:pt x="366" y="395"/>
                      </a:lnTo>
                      <a:lnTo>
                        <a:pt x="430" y="75"/>
                      </a:lnTo>
                      <a:lnTo>
                        <a:pt x="499" y="40"/>
                      </a:lnTo>
                      <a:lnTo>
                        <a:pt x="656" y="87"/>
                      </a:lnTo>
                      <a:lnTo>
                        <a:pt x="773" y="18"/>
                      </a:lnTo>
                      <a:lnTo>
                        <a:pt x="831" y="28"/>
                      </a:lnTo>
                      <a:lnTo>
                        <a:pt x="889" y="0"/>
                      </a:lnTo>
                      <a:lnTo>
                        <a:pt x="976" y="23"/>
                      </a:lnTo>
                      <a:lnTo>
                        <a:pt x="1040" y="58"/>
                      </a:lnTo>
                      <a:lnTo>
                        <a:pt x="1098" y="58"/>
                      </a:lnTo>
                      <a:lnTo>
                        <a:pt x="1127" y="81"/>
                      </a:lnTo>
                      <a:lnTo>
                        <a:pt x="1150" y="52"/>
                      </a:lnTo>
                      <a:lnTo>
                        <a:pt x="1215" y="128"/>
                      </a:lnTo>
                      <a:lnTo>
                        <a:pt x="1220" y="185"/>
                      </a:lnTo>
                      <a:lnTo>
                        <a:pt x="1244" y="227"/>
                      </a:lnTo>
                      <a:lnTo>
                        <a:pt x="1168" y="296"/>
                      </a:lnTo>
                      <a:lnTo>
                        <a:pt x="1139" y="453"/>
                      </a:lnTo>
                      <a:lnTo>
                        <a:pt x="1115" y="511"/>
                      </a:lnTo>
                      <a:lnTo>
                        <a:pt x="1115" y="761"/>
                      </a:lnTo>
                      <a:lnTo>
                        <a:pt x="1197" y="842"/>
                      </a:lnTo>
                      <a:lnTo>
                        <a:pt x="1197" y="883"/>
                      </a:lnTo>
                      <a:lnTo>
                        <a:pt x="1070" y="900"/>
                      </a:lnTo>
                      <a:lnTo>
                        <a:pt x="1035" y="1022"/>
                      </a:lnTo>
                      <a:lnTo>
                        <a:pt x="1092" y="1029"/>
                      </a:lnTo>
                      <a:lnTo>
                        <a:pt x="1058" y="1144"/>
                      </a:lnTo>
                      <a:lnTo>
                        <a:pt x="1133" y="1179"/>
                      </a:lnTo>
                      <a:lnTo>
                        <a:pt x="1162" y="1156"/>
                      </a:lnTo>
                      <a:lnTo>
                        <a:pt x="1168" y="1266"/>
                      </a:lnTo>
                      <a:lnTo>
                        <a:pt x="1110" y="1266"/>
                      </a:lnTo>
                      <a:lnTo>
                        <a:pt x="965" y="1156"/>
                      </a:lnTo>
                      <a:lnTo>
                        <a:pt x="965" y="1179"/>
                      </a:lnTo>
                      <a:lnTo>
                        <a:pt x="923" y="1179"/>
                      </a:lnTo>
                      <a:lnTo>
                        <a:pt x="837" y="1116"/>
                      </a:lnTo>
                      <a:lnTo>
                        <a:pt x="785" y="1121"/>
                      </a:lnTo>
                      <a:lnTo>
                        <a:pt x="779" y="1092"/>
                      </a:lnTo>
                      <a:lnTo>
                        <a:pt x="651" y="1104"/>
                      </a:lnTo>
                      <a:lnTo>
                        <a:pt x="599" y="854"/>
                      </a:lnTo>
                      <a:lnTo>
                        <a:pt x="564" y="854"/>
                      </a:lnTo>
                      <a:lnTo>
                        <a:pt x="552" y="813"/>
                      </a:lnTo>
                      <a:lnTo>
                        <a:pt x="494" y="819"/>
                      </a:lnTo>
                      <a:lnTo>
                        <a:pt x="489" y="889"/>
                      </a:lnTo>
                      <a:lnTo>
                        <a:pt x="343" y="900"/>
                      </a:lnTo>
                      <a:lnTo>
                        <a:pt x="337" y="872"/>
                      </a:lnTo>
                      <a:lnTo>
                        <a:pt x="314" y="872"/>
                      </a:lnTo>
                      <a:lnTo>
                        <a:pt x="273" y="750"/>
                      </a:lnTo>
                      <a:lnTo>
                        <a:pt x="0" y="78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55" name=""/>
                <p:cNvSpPr/>
                <p:nvPr/>
              </p:nvSpPr>
              <p:spPr>
                <a:xfrm>
                  <a:off x="2614320" y="1737360"/>
                  <a:ext cx="41040" cy="48960"/>
                </a:xfrm>
                <a:custGeom>
                  <a:avLst/>
                  <a:gdLst/>
                  <a:ahLst/>
                  <a:rect l="l" t="t" r="r" b="b"/>
                  <a:pathLst>
                    <a:path w="343" h="383">
                      <a:moveTo>
                        <a:pt x="291" y="0"/>
                      </a:moveTo>
                      <a:lnTo>
                        <a:pt x="343" y="169"/>
                      </a:lnTo>
                      <a:lnTo>
                        <a:pt x="291" y="244"/>
                      </a:lnTo>
                      <a:lnTo>
                        <a:pt x="267" y="261"/>
                      </a:lnTo>
                      <a:lnTo>
                        <a:pt x="256" y="343"/>
                      </a:lnTo>
                      <a:lnTo>
                        <a:pt x="0" y="383"/>
                      </a:lnTo>
                      <a:lnTo>
                        <a:pt x="23" y="238"/>
                      </a:lnTo>
                      <a:lnTo>
                        <a:pt x="99" y="169"/>
                      </a:lnTo>
                      <a:lnTo>
                        <a:pt x="75" y="127"/>
                      </a:lnTo>
                      <a:lnTo>
                        <a:pt x="70" y="64"/>
                      </a:lnTo>
                      <a:lnTo>
                        <a:pt x="214" y="52"/>
                      </a:lnTo>
                      <a:lnTo>
                        <a:pt x="291" y="0"/>
                      </a:lnTo>
                      <a:close/>
                    </a:path>
                  </a:pathLst>
                </a:custGeom>
                <a:solidFill>
                  <a:srgbClr val="ffffff"/>
                </a:solidFill>
                <a:ln w="9360">
                  <a:solidFill>
                    <a:srgbClr val="000000"/>
                  </a:solidFill>
                  <a:round/>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8756" name=""/>
                <p:cNvSpPr/>
                <p:nvPr/>
              </p:nvSpPr>
              <p:spPr>
                <a:xfrm>
                  <a:off x="2645280" y="1734120"/>
                  <a:ext cx="61560" cy="80280"/>
                </a:xfrm>
                <a:custGeom>
                  <a:avLst/>
                  <a:gdLst/>
                  <a:ahLst/>
                  <a:rect l="l" t="t" r="r" b="b"/>
                  <a:pathLst>
                    <a:path w="506" h="635">
                      <a:moveTo>
                        <a:pt x="0" y="373"/>
                      </a:moveTo>
                      <a:lnTo>
                        <a:pt x="145" y="436"/>
                      </a:lnTo>
                      <a:lnTo>
                        <a:pt x="232" y="530"/>
                      </a:lnTo>
                      <a:lnTo>
                        <a:pt x="296" y="553"/>
                      </a:lnTo>
                      <a:lnTo>
                        <a:pt x="337" y="623"/>
                      </a:lnTo>
                      <a:lnTo>
                        <a:pt x="384" y="635"/>
                      </a:lnTo>
                      <a:lnTo>
                        <a:pt x="506" y="413"/>
                      </a:lnTo>
                      <a:lnTo>
                        <a:pt x="459" y="314"/>
                      </a:lnTo>
                      <a:lnTo>
                        <a:pt x="499" y="59"/>
                      </a:lnTo>
                      <a:lnTo>
                        <a:pt x="424" y="30"/>
                      </a:lnTo>
                      <a:lnTo>
                        <a:pt x="372" y="94"/>
                      </a:lnTo>
                      <a:lnTo>
                        <a:pt x="302" y="88"/>
                      </a:lnTo>
                      <a:lnTo>
                        <a:pt x="215" y="0"/>
                      </a:lnTo>
                      <a:lnTo>
                        <a:pt x="70" y="12"/>
                      </a:lnTo>
                      <a:lnTo>
                        <a:pt x="40" y="30"/>
                      </a:lnTo>
                      <a:lnTo>
                        <a:pt x="87" y="199"/>
                      </a:lnTo>
                      <a:lnTo>
                        <a:pt x="35" y="268"/>
                      </a:lnTo>
                      <a:lnTo>
                        <a:pt x="11" y="286"/>
                      </a:lnTo>
                      <a:lnTo>
                        <a:pt x="0" y="373"/>
                      </a:lnTo>
                      <a:close/>
                    </a:path>
                  </a:pathLst>
                </a:custGeom>
                <a:solidFill>
                  <a:srgbClr val="ffffff"/>
                </a:solidFill>
                <a:ln w="9360">
                  <a:solidFill>
                    <a:srgbClr val="000000"/>
                  </a:solidFill>
                  <a:round/>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8757" name=""/>
                <p:cNvSpPr/>
                <p:nvPr/>
              </p:nvSpPr>
              <p:spPr>
                <a:xfrm>
                  <a:off x="2611440" y="1781280"/>
                  <a:ext cx="87840" cy="94680"/>
                </a:xfrm>
                <a:custGeom>
                  <a:avLst/>
                  <a:gdLst/>
                  <a:ahLst/>
                  <a:rect l="l" t="t" r="r" b="b"/>
                  <a:pathLst>
                    <a:path w="727" h="743">
                      <a:moveTo>
                        <a:pt x="122" y="23"/>
                      </a:moveTo>
                      <a:lnTo>
                        <a:pt x="94" y="116"/>
                      </a:lnTo>
                      <a:lnTo>
                        <a:pt x="129" y="168"/>
                      </a:lnTo>
                      <a:lnTo>
                        <a:pt x="0" y="319"/>
                      </a:lnTo>
                      <a:lnTo>
                        <a:pt x="0" y="360"/>
                      </a:lnTo>
                      <a:lnTo>
                        <a:pt x="82" y="441"/>
                      </a:lnTo>
                      <a:lnTo>
                        <a:pt x="82" y="482"/>
                      </a:lnTo>
                      <a:lnTo>
                        <a:pt x="256" y="569"/>
                      </a:lnTo>
                      <a:lnTo>
                        <a:pt x="321" y="743"/>
                      </a:lnTo>
                      <a:lnTo>
                        <a:pt x="367" y="715"/>
                      </a:lnTo>
                      <a:lnTo>
                        <a:pt x="518" y="732"/>
                      </a:lnTo>
                      <a:lnTo>
                        <a:pt x="547" y="685"/>
                      </a:lnTo>
                      <a:lnTo>
                        <a:pt x="727" y="673"/>
                      </a:lnTo>
                      <a:lnTo>
                        <a:pt x="692" y="593"/>
                      </a:lnTo>
                      <a:lnTo>
                        <a:pt x="692" y="394"/>
                      </a:lnTo>
                      <a:lnTo>
                        <a:pt x="663" y="366"/>
                      </a:lnTo>
                      <a:lnTo>
                        <a:pt x="670" y="255"/>
                      </a:lnTo>
                      <a:lnTo>
                        <a:pt x="623" y="250"/>
                      </a:lnTo>
                      <a:lnTo>
                        <a:pt x="582" y="180"/>
                      </a:lnTo>
                      <a:lnTo>
                        <a:pt x="518" y="157"/>
                      </a:lnTo>
                      <a:lnTo>
                        <a:pt x="431" y="63"/>
                      </a:lnTo>
                      <a:lnTo>
                        <a:pt x="286" y="0"/>
                      </a:lnTo>
                      <a:lnTo>
                        <a:pt x="122" y="23"/>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58" name=""/>
                <p:cNvSpPr/>
                <p:nvPr/>
              </p:nvSpPr>
              <p:spPr>
                <a:xfrm>
                  <a:off x="2611440" y="1798560"/>
                  <a:ext cx="15480" cy="23040"/>
                </a:xfrm>
                <a:custGeom>
                  <a:avLst/>
                  <a:gdLst/>
                  <a:ahLst/>
                  <a:rect l="l" t="t" r="r" b="b"/>
                  <a:pathLst>
                    <a:path w="129" h="186">
                      <a:moveTo>
                        <a:pt x="0" y="186"/>
                      </a:moveTo>
                      <a:lnTo>
                        <a:pt x="129" y="35"/>
                      </a:lnTo>
                      <a:lnTo>
                        <a:pt x="117" y="17"/>
                      </a:lnTo>
                      <a:lnTo>
                        <a:pt x="65" y="0"/>
                      </a:lnTo>
                      <a:lnTo>
                        <a:pt x="0" y="35"/>
                      </a:lnTo>
                      <a:lnTo>
                        <a:pt x="0" y="186"/>
                      </a:lnTo>
                      <a:close/>
                    </a:path>
                  </a:pathLst>
                </a:custGeom>
                <a:solidFill>
                  <a:srgbClr val="ffffff"/>
                </a:solidFill>
                <a:ln w="9360">
                  <a:solidFill>
                    <a:srgbClr val="000000"/>
                  </a:solidFill>
                  <a:round/>
                </a:ln>
              </p:spPr>
              <p:style>
                <a:lnRef idx="0"/>
                <a:fillRef idx="0"/>
                <a:effectRef idx="0"/>
                <a:fontRef idx="minor"/>
              </p:style>
              <p:txBody>
                <a:bodyPr lIns="90000" rIns="90000" tIns="-23760" bIns="-23760" anchor="t">
                  <a:noAutofit/>
                </a:bodyPr>
                <a:p>
                  <a:endParaRPr b="0" lang="en-US" sz="2400" spc="-1" strike="noStrike">
                    <a:solidFill>
                      <a:srgbClr val="000000"/>
                    </a:solidFill>
                    <a:latin typeface="Times New Roman"/>
                  </a:endParaRPr>
                </a:p>
              </p:txBody>
            </p:sp>
            <p:sp>
              <p:nvSpPr>
                <p:cNvPr id="8759" name=""/>
                <p:cNvSpPr/>
                <p:nvPr/>
              </p:nvSpPr>
              <p:spPr>
                <a:xfrm>
                  <a:off x="2611440" y="1784160"/>
                  <a:ext cx="14400" cy="18360"/>
                </a:xfrm>
                <a:custGeom>
                  <a:avLst/>
                  <a:gdLst/>
                  <a:ahLst/>
                  <a:rect l="l" t="t" r="r" b="b"/>
                  <a:pathLst>
                    <a:path w="122" h="145">
                      <a:moveTo>
                        <a:pt x="0" y="87"/>
                      </a:moveTo>
                      <a:lnTo>
                        <a:pt x="0" y="145"/>
                      </a:lnTo>
                      <a:lnTo>
                        <a:pt x="65" y="110"/>
                      </a:lnTo>
                      <a:lnTo>
                        <a:pt x="117" y="127"/>
                      </a:lnTo>
                      <a:lnTo>
                        <a:pt x="94" y="87"/>
                      </a:lnTo>
                      <a:lnTo>
                        <a:pt x="122" y="0"/>
                      </a:lnTo>
                      <a:lnTo>
                        <a:pt x="24" y="17"/>
                      </a:lnTo>
                      <a:lnTo>
                        <a:pt x="0" y="87"/>
                      </a:lnTo>
                      <a:close/>
                    </a:path>
                  </a:pathLst>
                </a:custGeom>
                <a:solidFill>
                  <a:srgbClr val="ffffff"/>
                </a:solidFill>
                <a:ln w="9360">
                  <a:solidFill>
                    <a:srgbClr val="000000"/>
                  </a:solidFill>
                  <a:round/>
                </a:ln>
              </p:spPr>
              <p:style>
                <a:lnRef idx="0"/>
                <a:fillRef idx="0"/>
                <a:effectRef idx="0"/>
                <a:fontRef idx="minor"/>
              </p:style>
              <p:txBody>
                <a:bodyPr lIns="90000" rIns="90000" tIns="-28440" bIns="-28440" anchor="t">
                  <a:noAutofit/>
                </a:bodyPr>
                <a:p>
                  <a:endParaRPr b="0" lang="en-US" sz="2400" spc="-1" strike="noStrike">
                    <a:solidFill>
                      <a:srgbClr val="000000"/>
                    </a:solidFill>
                    <a:latin typeface="Times New Roman"/>
                  </a:endParaRPr>
                </a:p>
              </p:txBody>
            </p:sp>
            <p:sp>
              <p:nvSpPr>
                <p:cNvPr id="8760" name=""/>
                <p:cNvSpPr/>
                <p:nvPr/>
              </p:nvSpPr>
              <p:spPr>
                <a:xfrm>
                  <a:off x="2474280" y="1826280"/>
                  <a:ext cx="96120" cy="109080"/>
                </a:xfrm>
                <a:custGeom>
                  <a:avLst/>
                  <a:gdLst/>
                  <a:ahLst/>
                  <a:rect l="l" t="t" r="r" b="b"/>
                  <a:pathLst>
                    <a:path w="802" h="859">
                      <a:moveTo>
                        <a:pt x="17" y="35"/>
                      </a:moveTo>
                      <a:lnTo>
                        <a:pt x="92" y="157"/>
                      </a:lnTo>
                      <a:lnTo>
                        <a:pt x="52" y="244"/>
                      </a:lnTo>
                      <a:lnTo>
                        <a:pt x="75" y="331"/>
                      </a:lnTo>
                      <a:lnTo>
                        <a:pt x="122" y="354"/>
                      </a:lnTo>
                      <a:lnTo>
                        <a:pt x="110" y="453"/>
                      </a:lnTo>
                      <a:lnTo>
                        <a:pt x="17" y="568"/>
                      </a:lnTo>
                      <a:lnTo>
                        <a:pt x="0" y="696"/>
                      </a:lnTo>
                      <a:lnTo>
                        <a:pt x="0" y="835"/>
                      </a:lnTo>
                      <a:lnTo>
                        <a:pt x="92" y="772"/>
                      </a:lnTo>
                      <a:lnTo>
                        <a:pt x="157" y="824"/>
                      </a:lnTo>
                      <a:lnTo>
                        <a:pt x="429" y="778"/>
                      </a:lnTo>
                      <a:lnTo>
                        <a:pt x="598" y="859"/>
                      </a:lnTo>
                      <a:lnTo>
                        <a:pt x="732" y="824"/>
                      </a:lnTo>
                      <a:lnTo>
                        <a:pt x="656" y="760"/>
                      </a:lnTo>
                      <a:lnTo>
                        <a:pt x="656" y="505"/>
                      </a:lnTo>
                      <a:lnTo>
                        <a:pt x="767" y="493"/>
                      </a:lnTo>
                      <a:lnTo>
                        <a:pt x="755" y="418"/>
                      </a:lnTo>
                      <a:lnTo>
                        <a:pt x="802" y="418"/>
                      </a:lnTo>
                      <a:lnTo>
                        <a:pt x="796" y="342"/>
                      </a:lnTo>
                      <a:lnTo>
                        <a:pt x="668" y="354"/>
                      </a:lnTo>
                      <a:lnTo>
                        <a:pt x="616" y="104"/>
                      </a:lnTo>
                      <a:lnTo>
                        <a:pt x="581" y="104"/>
                      </a:lnTo>
                      <a:lnTo>
                        <a:pt x="569" y="63"/>
                      </a:lnTo>
                      <a:lnTo>
                        <a:pt x="511" y="69"/>
                      </a:lnTo>
                      <a:lnTo>
                        <a:pt x="506" y="139"/>
                      </a:lnTo>
                      <a:lnTo>
                        <a:pt x="360" y="150"/>
                      </a:lnTo>
                      <a:lnTo>
                        <a:pt x="354" y="122"/>
                      </a:lnTo>
                      <a:lnTo>
                        <a:pt x="331" y="122"/>
                      </a:lnTo>
                      <a:lnTo>
                        <a:pt x="290" y="0"/>
                      </a:lnTo>
                      <a:lnTo>
                        <a:pt x="17" y="3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61" name=""/>
                <p:cNvSpPr/>
                <p:nvPr/>
              </p:nvSpPr>
              <p:spPr>
                <a:xfrm>
                  <a:off x="2553480" y="1842480"/>
                  <a:ext cx="94320" cy="89640"/>
                </a:xfrm>
                <a:custGeom>
                  <a:avLst/>
                  <a:gdLst/>
                  <a:ahLst/>
                  <a:rect l="l" t="t" r="r" b="b"/>
                  <a:pathLst>
                    <a:path w="779" h="702">
                      <a:moveTo>
                        <a:pt x="779" y="203"/>
                      </a:moveTo>
                      <a:lnTo>
                        <a:pt x="720" y="296"/>
                      </a:lnTo>
                      <a:lnTo>
                        <a:pt x="680" y="325"/>
                      </a:lnTo>
                      <a:lnTo>
                        <a:pt x="686" y="413"/>
                      </a:lnTo>
                      <a:lnTo>
                        <a:pt x="523" y="482"/>
                      </a:lnTo>
                      <a:lnTo>
                        <a:pt x="553" y="535"/>
                      </a:lnTo>
                      <a:lnTo>
                        <a:pt x="483" y="540"/>
                      </a:lnTo>
                      <a:lnTo>
                        <a:pt x="337" y="702"/>
                      </a:lnTo>
                      <a:lnTo>
                        <a:pt x="221" y="697"/>
                      </a:lnTo>
                      <a:lnTo>
                        <a:pt x="157" y="662"/>
                      </a:lnTo>
                      <a:lnTo>
                        <a:pt x="76" y="691"/>
                      </a:lnTo>
                      <a:lnTo>
                        <a:pt x="0" y="627"/>
                      </a:lnTo>
                      <a:lnTo>
                        <a:pt x="0" y="372"/>
                      </a:lnTo>
                      <a:lnTo>
                        <a:pt x="105" y="355"/>
                      </a:lnTo>
                      <a:lnTo>
                        <a:pt x="99" y="285"/>
                      </a:lnTo>
                      <a:lnTo>
                        <a:pt x="146" y="285"/>
                      </a:lnTo>
                      <a:lnTo>
                        <a:pt x="146" y="238"/>
                      </a:lnTo>
                      <a:lnTo>
                        <a:pt x="204" y="233"/>
                      </a:lnTo>
                      <a:lnTo>
                        <a:pt x="284" y="303"/>
                      </a:lnTo>
                      <a:lnTo>
                        <a:pt x="326" y="296"/>
                      </a:lnTo>
                      <a:lnTo>
                        <a:pt x="326" y="273"/>
                      </a:lnTo>
                      <a:lnTo>
                        <a:pt x="476" y="383"/>
                      </a:lnTo>
                      <a:lnTo>
                        <a:pt x="529" y="383"/>
                      </a:lnTo>
                      <a:lnTo>
                        <a:pt x="523" y="273"/>
                      </a:lnTo>
                      <a:lnTo>
                        <a:pt x="494" y="296"/>
                      </a:lnTo>
                      <a:lnTo>
                        <a:pt x="419" y="261"/>
                      </a:lnTo>
                      <a:lnTo>
                        <a:pt x="453" y="146"/>
                      </a:lnTo>
                      <a:lnTo>
                        <a:pt x="396" y="139"/>
                      </a:lnTo>
                      <a:lnTo>
                        <a:pt x="431" y="17"/>
                      </a:lnTo>
                      <a:lnTo>
                        <a:pt x="558" y="0"/>
                      </a:lnTo>
                      <a:lnTo>
                        <a:pt x="732" y="87"/>
                      </a:lnTo>
                      <a:lnTo>
                        <a:pt x="779" y="203"/>
                      </a:lnTo>
                      <a:close/>
                    </a:path>
                  </a:pathLst>
                </a:custGeom>
                <a:solidFill>
                  <a:srgbClr val="ffffff"/>
                </a:solidFill>
                <a:ln w="9360">
                  <a:solidFill>
                    <a:srgbClr val="000000"/>
                  </a:solidFill>
                  <a:round/>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762" name=""/>
                <p:cNvSpPr/>
                <p:nvPr/>
              </p:nvSpPr>
              <p:spPr>
                <a:xfrm>
                  <a:off x="2635560" y="1868040"/>
                  <a:ext cx="22680" cy="59040"/>
                </a:xfrm>
                <a:custGeom>
                  <a:avLst/>
                  <a:gdLst/>
                  <a:ahLst/>
                  <a:rect l="l" t="t" r="r" b="b"/>
                  <a:pathLst>
                    <a:path w="192" h="459">
                      <a:moveTo>
                        <a:pt x="6" y="215"/>
                      </a:moveTo>
                      <a:lnTo>
                        <a:pt x="105" y="249"/>
                      </a:lnTo>
                      <a:lnTo>
                        <a:pt x="145" y="459"/>
                      </a:lnTo>
                      <a:lnTo>
                        <a:pt x="187" y="371"/>
                      </a:lnTo>
                      <a:lnTo>
                        <a:pt x="192" y="225"/>
                      </a:lnTo>
                      <a:lnTo>
                        <a:pt x="99" y="0"/>
                      </a:lnTo>
                      <a:lnTo>
                        <a:pt x="40" y="93"/>
                      </a:lnTo>
                      <a:lnTo>
                        <a:pt x="0" y="127"/>
                      </a:lnTo>
                      <a:lnTo>
                        <a:pt x="6" y="215"/>
                      </a:lnTo>
                      <a:close/>
                    </a:path>
                  </a:pathLst>
                </a:custGeom>
                <a:solidFill>
                  <a:srgbClr val="ffffff"/>
                </a:solidFill>
                <a:ln w="9360">
                  <a:solidFill>
                    <a:srgbClr val="000000"/>
                  </a:solidFill>
                  <a:round/>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8763" name=""/>
                <p:cNvSpPr/>
                <p:nvPr/>
              </p:nvSpPr>
              <p:spPr>
                <a:xfrm>
                  <a:off x="2474280" y="1924200"/>
                  <a:ext cx="73080" cy="110160"/>
                </a:xfrm>
                <a:custGeom>
                  <a:avLst/>
                  <a:gdLst/>
                  <a:ahLst/>
                  <a:rect l="l" t="t" r="r" b="b"/>
                  <a:pathLst>
                    <a:path w="610" h="860">
                      <a:moveTo>
                        <a:pt x="610" y="87"/>
                      </a:moveTo>
                      <a:lnTo>
                        <a:pt x="598" y="314"/>
                      </a:lnTo>
                      <a:lnTo>
                        <a:pt x="516" y="366"/>
                      </a:lnTo>
                      <a:lnTo>
                        <a:pt x="516" y="796"/>
                      </a:lnTo>
                      <a:lnTo>
                        <a:pt x="464" y="860"/>
                      </a:lnTo>
                      <a:lnTo>
                        <a:pt x="389" y="837"/>
                      </a:lnTo>
                      <a:lnTo>
                        <a:pt x="383" y="755"/>
                      </a:lnTo>
                      <a:lnTo>
                        <a:pt x="337" y="825"/>
                      </a:lnTo>
                      <a:lnTo>
                        <a:pt x="237" y="703"/>
                      </a:lnTo>
                      <a:lnTo>
                        <a:pt x="174" y="349"/>
                      </a:lnTo>
                      <a:lnTo>
                        <a:pt x="110" y="290"/>
                      </a:lnTo>
                      <a:lnTo>
                        <a:pt x="0" y="63"/>
                      </a:lnTo>
                      <a:lnTo>
                        <a:pt x="92" y="0"/>
                      </a:lnTo>
                      <a:lnTo>
                        <a:pt x="157" y="52"/>
                      </a:lnTo>
                      <a:lnTo>
                        <a:pt x="429" y="6"/>
                      </a:lnTo>
                      <a:lnTo>
                        <a:pt x="610" y="8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64" name=""/>
                <p:cNvSpPr/>
                <p:nvPr/>
              </p:nvSpPr>
              <p:spPr>
                <a:xfrm>
                  <a:off x="2617200" y="1865880"/>
                  <a:ext cx="81720" cy="145800"/>
                </a:xfrm>
                <a:custGeom>
                  <a:avLst/>
                  <a:gdLst/>
                  <a:ahLst/>
                  <a:rect l="l" t="t" r="r" b="b"/>
                  <a:pathLst>
                    <a:path w="680" h="1144">
                      <a:moveTo>
                        <a:pt x="30" y="355"/>
                      </a:moveTo>
                      <a:lnTo>
                        <a:pt x="175" y="453"/>
                      </a:lnTo>
                      <a:lnTo>
                        <a:pt x="187" y="564"/>
                      </a:lnTo>
                      <a:lnTo>
                        <a:pt x="128" y="569"/>
                      </a:lnTo>
                      <a:lnTo>
                        <a:pt x="163" y="662"/>
                      </a:lnTo>
                      <a:lnTo>
                        <a:pt x="47" y="831"/>
                      </a:lnTo>
                      <a:lnTo>
                        <a:pt x="82" y="1132"/>
                      </a:lnTo>
                      <a:lnTo>
                        <a:pt x="145" y="1144"/>
                      </a:lnTo>
                      <a:lnTo>
                        <a:pt x="175" y="1028"/>
                      </a:lnTo>
                      <a:lnTo>
                        <a:pt x="320" y="923"/>
                      </a:lnTo>
                      <a:lnTo>
                        <a:pt x="309" y="709"/>
                      </a:lnTo>
                      <a:lnTo>
                        <a:pt x="267" y="686"/>
                      </a:lnTo>
                      <a:lnTo>
                        <a:pt x="291" y="627"/>
                      </a:lnTo>
                      <a:lnTo>
                        <a:pt x="378" y="569"/>
                      </a:lnTo>
                      <a:lnTo>
                        <a:pt x="407" y="517"/>
                      </a:lnTo>
                      <a:lnTo>
                        <a:pt x="640" y="343"/>
                      </a:lnTo>
                      <a:lnTo>
                        <a:pt x="680" y="0"/>
                      </a:lnTo>
                      <a:lnTo>
                        <a:pt x="500" y="23"/>
                      </a:lnTo>
                      <a:lnTo>
                        <a:pt x="471" y="70"/>
                      </a:lnTo>
                      <a:lnTo>
                        <a:pt x="332" y="53"/>
                      </a:lnTo>
                      <a:lnTo>
                        <a:pt x="274" y="81"/>
                      </a:lnTo>
                      <a:lnTo>
                        <a:pt x="344" y="233"/>
                      </a:lnTo>
                      <a:lnTo>
                        <a:pt x="344" y="400"/>
                      </a:lnTo>
                      <a:lnTo>
                        <a:pt x="302" y="477"/>
                      </a:lnTo>
                      <a:lnTo>
                        <a:pt x="262" y="267"/>
                      </a:lnTo>
                      <a:lnTo>
                        <a:pt x="163" y="233"/>
                      </a:lnTo>
                      <a:lnTo>
                        <a:pt x="0" y="302"/>
                      </a:lnTo>
                      <a:lnTo>
                        <a:pt x="30" y="355"/>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65" name=""/>
                <p:cNvSpPr/>
                <p:nvPr/>
              </p:nvSpPr>
              <p:spPr>
                <a:xfrm>
                  <a:off x="2580480" y="1910880"/>
                  <a:ext cx="58680" cy="61200"/>
                </a:xfrm>
                <a:custGeom>
                  <a:avLst/>
                  <a:gdLst/>
                  <a:ahLst/>
                  <a:rect l="l" t="t" r="r" b="b"/>
                  <a:pathLst>
                    <a:path w="489" h="476">
                      <a:moveTo>
                        <a:pt x="0" y="162"/>
                      </a:moveTo>
                      <a:lnTo>
                        <a:pt x="63" y="336"/>
                      </a:lnTo>
                      <a:lnTo>
                        <a:pt x="116" y="336"/>
                      </a:lnTo>
                      <a:lnTo>
                        <a:pt x="133" y="389"/>
                      </a:lnTo>
                      <a:lnTo>
                        <a:pt x="349" y="476"/>
                      </a:lnTo>
                      <a:lnTo>
                        <a:pt x="465" y="307"/>
                      </a:lnTo>
                      <a:lnTo>
                        <a:pt x="430" y="214"/>
                      </a:lnTo>
                      <a:lnTo>
                        <a:pt x="489" y="209"/>
                      </a:lnTo>
                      <a:lnTo>
                        <a:pt x="477" y="98"/>
                      </a:lnTo>
                      <a:lnTo>
                        <a:pt x="332" y="0"/>
                      </a:lnTo>
                      <a:lnTo>
                        <a:pt x="262" y="5"/>
                      </a:lnTo>
                      <a:lnTo>
                        <a:pt x="116" y="167"/>
                      </a:lnTo>
                      <a:lnTo>
                        <a:pt x="0" y="162"/>
                      </a:lnTo>
                      <a:close/>
                    </a:path>
                  </a:pathLst>
                </a:custGeom>
                <a:solidFill>
                  <a:srgbClr val="ffffff"/>
                </a:solidFill>
                <a:ln w="9360">
                  <a:solidFill>
                    <a:srgbClr val="000000"/>
                  </a:solidFill>
                  <a:round/>
                </a:ln>
              </p:spPr>
              <p:style>
                <a:lnRef idx="0"/>
                <a:fillRef idx="0"/>
                <a:effectRef idx="0"/>
                <a:fontRef idx="minor"/>
              </p:style>
              <p:txBody>
                <a:bodyPr lIns="90000" rIns="90000" tIns="14400" bIns="14400" anchor="t">
                  <a:noAutofit/>
                </a:bodyPr>
                <a:p>
                  <a:endParaRPr b="0" lang="en-US" sz="2400" spc="-1" strike="noStrike">
                    <a:solidFill>
                      <a:srgbClr val="000000"/>
                    </a:solidFill>
                    <a:latin typeface="Times New Roman"/>
                  </a:endParaRPr>
                </a:p>
              </p:txBody>
            </p:sp>
            <p:sp>
              <p:nvSpPr>
                <p:cNvPr id="8766" name=""/>
                <p:cNvSpPr/>
                <p:nvPr/>
              </p:nvSpPr>
              <p:spPr>
                <a:xfrm>
                  <a:off x="2537280" y="1927440"/>
                  <a:ext cx="71280" cy="86400"/>
                </a:xfrm>
                <a:custGeom>
                  <a:avLst/>
                  <a:gdLst/>
                  <a:ahLst/>
                  <a:rect l="l" t="t" r="r" b="b"/>
                  <a:pathLst>
                    <a:path w="593" h="674">
                      <a:moveTo>
                        <a:pt x="0" y="622"/>
                      </a:moveTo>
                      <a:lnTo>
                        <a:pt x="53" y="674"/>
                      </a:lnTo>
                      <a:lnTo>
                        <a:pt x="135" y="640"/>
                      </a:lnTo>
                      <a:lnTo>
                        <a:pt x="216" y="552"/>
                      </a:lnTo>
                      <a:lnTo>
                        <a:pt x="338" y="581"/>
                      </a:lnTo>
                      <a:lnTo>
                        <a:pt x="379" y="552"/>
                      </a:lnTo>
                      <a:lnTo>
                        <a:pt x="361" y="488"/>
                      </a:lnTo>
                      <a:lnTo>
                        <a:pt x="593" y="296"/>
                      </a:lnTo>
                      <a:lnTo>
                        <a:pt x="501" y="262"/>
                      </a:lnTo>
                      <a:lnTo>
                        <a:pt x="477" y="209"/>
                      </a:lnTo>
                      <a:lnTo>
                        <a:pt x="424" y="209"/>
                      </a:lnTo>
                      <a:lnTo>
                        <a:pt x="361" y="35"/>
                      </a:lnTo>
                      <a:lnTo>
                        <a:pt x="297" y="0"/>
                      </a:lnTo>
                      <a:lnTo>
                        <a:pt x="94" y="64"/>
                      </a:lnTo>
                      <a:lnTo>
                        <a:pt x="82" y="291"/>
                      </a:lnTo>
                      <a:lnTo>
                        <a:pt x="0" y="337"/>
                      </a:lnTo>
                      <a:lnTo>
                        <a:pt x="0" y="622"/>
                      </a:lnTo>
                      <a:close/>
                    </a:path>
                  </a:pathLst>
                </a:custGeom>
                <a:solidFill>
                  <a:srgbClr val="ffffff"/>
                </a:solidFill>
                <a:ln w="9360">
                  <a:solidFill>
                    <a:srgbClr val="000000"/>
                  </a:solidFill>
                  <a:round/>
                </a:ln>
              </p:spPr>
              <p:style>
                <a:lnRef idx="0"/>
                <a:fillRef idx="0"/>
                <a:effectRef idx="0"/>
                <a:fontRef idx="minor"/>
              </p:style>
              <p:txBody>
                <a:bodyPr lIns="90000" rIns="90000" tIns="39600" bIns="39600" anchor="t">
                  <a:noAutofit/>
                </a:bodyPr>
                <a:p>
                  <a:endParaRPr b="0" lang="en-US" sz="2400" spc="-1" strike="noStrike">
                    <a:solidFill>
                      <a:srgbClr val="000000"/>
                    </a:solidFill>
                    <a:latin typeface="Times New Roman"/>
                  </a:endParaRPr>
                </a:p>
              </p:txBody>
            </p:sp>
            <p:sp>
              <p:nvSpPr>
                <p:cNvPr id="8767" name=""/>
                <p:cNvSpPr/>
                <p:nvPr/>
              </p:nvSpPr>
              <p:spPr>
                <a:xfrm>
                  <a:off x="2514960" y="1964880"/>
                  <a:ext cx="118440" cy="124200"/>
                </a:xfrm>
                <a:custGeom>
                  <a:avLst/>
                  <a:gdLst/>
                  <a:ahLst/>
                  <a:rect l="l" t="t" r="r" b="b"/>
                  <a:pathLst>
                    <a:path w="982" h="970">
                      <a:moveTo>
                        <a:pt x="0" y="500"/>
                      </a:moveTo>
                      <a:lnTo>
                        <a:pt x="110" y="710"/>
                      </a:lnTo>
                      <a:lnTo>
                        <a:pt x="87" y="831"/>
                      </a:lnTo>
                      <a:lnTo>
                        <a:pt x="127" y="942"/>
                      </a:lnTo>
                      <a:lnTo>
                        <a:pt x="203" y="970"/>
                      </a:lnTo>
                      <a:lnTo>
                        <a:pt x="296" y="907"/>
                      </a:lnTo>
                      <a:lnTo>
                        <a:pt x="418" y="895"/>
                      </a:lnTo>
                      <a:lnTo>
                        <a:pt x="593" y="814"/>
                      </a:lnTo>
                      <a:lnTo>
                        <a:pt x="755" y="721"/>
                      </a:lnTo>
                      <a:lnTo>
                        <a:pt x="964" y="431"/>
                      </a:lnTo>
                      <a:lnTo>
                        <a:pt x="982" y="366"/>
                      </a:lnTo>
                      <a:lnTo>
                        <a:pt x="924" y="354"/>
                      </a:lnTo>
                      <a:lnTo>
                        <a:pt x="860" y="413"/>
                      </a:lnTo>
                      <a:lnTo>
                        <a:pt x="819" y="407"/>
                      </a:lnTo>
                      <a:lnTo>
                        <a:pt x="842" y="332"/>
                      </a:lnTo>
                      <a:lnTo>
                        <a:pt x="848" y="302"/>
                      </a:lnTo>
                      <a:lnTo>
                        <a:pt x="924" y="302"/>
                      </a:lnTo>
                      <a:lnTo>
                        <a:pt x="889" y="53"/>
                      </a:lnTo>
                      <a:lnTo>
                        <a:pt x="760" y="0"/>
                      </a:lnTo>
                      <a:lnTo>
                        <a:pt x="540" y="175"/>
                      </a:lnTo>
                      <a:lnTo>
                        <a:pt x="558" y="256"/>
                      </a:lnTo>
                      <a:lnTo>
                        <a:pt x="517" y="285"/>
                      </a:lnTo>
                      <a:lnTo>
                        <a:pt x="395" y="256"/>
                      </a:lnTo>
                      <a:lnTo>
                        <a:pt x="326" y="332"/>
                      </a:lnTo>
                      <a:lnTo>
                        <a:pt x="232" y="378"/>
                      </a:lnTo>
                      <a:lnTo>
                        <a:pt x="179" y="326"/>
                      </a:lnTo>
                      <a:lnTo>
                        <a:pt x="179" y="477"/>
                      </a:lnTo>
                      <a:lnTo>
                        <a:pt x="127" y="541"/>
                      </a:lnTo>
                      <a:lnTo>
                        <a:pt x="64" y="518"/>
                      </a:lnTo>
                      <a:lnTo>
                        <a:pt x="46" y="436"/>
                      </a:lnTo>
                      <a:lnTo>
                        <a:pt x="0" y="50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68" name=""/>
                <p:cNvSpPr/>
                <p:nvPr/>
              </p:nvSpPr>
              <p:spPr>
                <a:xfrm>
                  <a:off x="2613240" y="2003760"/>
                  <a:ext cx="13320" cy="14040"/>
                </a:xfrm>
                <a:custGeom>
                  <a:avLst/>
                  <a:gdLst/>
                  <a:ahLst/>
                  <a:rect l="l" t="t" r="r" b="b"/>
                  <a:pathLst>
                    <a:path w="116" h="111">
                      <a:moveTo>
                        <a:pt x="104" y="0"/>
                      </a:moveTo>
                      <a:lnTo>
                        <a:pt x="41" y="0"/>
                      </a:lnTo>
                      <a:lnTo>
                        <a:pt x="0" y="99"/>
                      </a:lnTo>
                      <a:lnTo>
                        <a:pt x="47" y="111"/>
                      </a:lnTo>
                      <a:lnTo>
                        <a:pt x="116" y="52"/>
                      </a:lnTo>
                      <a:lnTo>
                        <a:pt x="104" y="0"/>
                      </a:lnTo>
                      <a:close/>
                    </a:path>
                  </a:pathLst>
                </a:custGeom>
                <a:solidFill>
                  <a:srgbClr val="ffffff"/>
                </a:solidFill>
                <a:ln w="9360">
                  <a:solidFill>
                    <a:srgbClr val="000000"/>
                  </a:solidFill>
                  <a:round/>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8769" name=""/>
                <p:cNvSpPr/>
                <p:nvPr/>
              </p:nvSpPr>
              <p:spPr>
                <a:xfrm>
                  <a:off x="2589120" y="2027160"/>
                  <a:ext cx="15480" cy="18000"/>
                </a:xfrm>
                <a:custGeom>
                  <a:avLst/>
                  <a:gdLst/>
                  <a:ahLst/>
                  <a:rect l="l" t="t" r="r" b="b"/>
                  <a:pathLst>
                    <a:path w="133" h="145">
                      <a:moveTo>
                        <a:pt x="98" y="0"/>
                      </a:moveTo>
                      <a:lnTo>
                        <a:pt x="17" y="23"/>
                      </a:lnTo>
                      <a:lnTo>
                        <a:pt x="0" y="81"/>
                      </a:lnTo>
                      <a:lnTo>
                        <a:pt x="28" y="145"/>
                      </a:lnTo>
                      <a:lnTo>
                        <a:pt x="81" y="145"/>
                      </a:lnTo>
                      <a:lnTo>
                        <a:pt x="133" y="70"/>
                      </a:lnTo>
                      <a:lnTo>
                        <a:pt x="133" y="40"/>
                      </a:lnTo>
                      <a:lnTo>
                        <a:pt x="128" y="17"/>
                      </a:lnTo>
                      <a:lnTo>
                        <a:pt x="98" y="0"/>
                      </a:lnTo>
                      <a:close/>
                    </a:path>
                  </a:pathLst>
                </a:custGeom>
                <a:solidFill>
                  <a:srgbClr val="ffffff"/>
                </a:solidFill>
                <a:ln w="9360">
                  <a:solidFill>
                    <a:srgbClr val="000000"/>
                  </a:solidFill>
                  <a:round/>
                </a:ln>
              </p:spPr>
              <p:style>
                <a:lnRef idx="0"/>
                <a:fillRef idx="0"/>
                <a:effectRef idx="0"/>
                <a:fontRef idx="minor"/>
              </p:style>
              <p:txBody>
                <a:bodyPr lIns="90000" rIns="90000" tIns="-28800" bIns="-28800" anchor="t">
                  <a:noAutofit/>
                </a:bodyPr>
                <a:p>
                  <a:endParaRPr b="0" lang="en-US" sz="2400" spc="-1" strike="noStrike">
                    <a:solidFill>
                      <a:srgbClr val="000000"/>
                    </a:solidFill>
                    <a:latin typeface="Times New Roman"/>
                  </a:endParaRPr>
                </a:p>
              </p:txBody>
            </p:sp>
            <p:sp>
              <p:nvSpPr>
                <p:cNvPr id="8770" name=""/>
                <p:cNvSpPr/>
                <p:nvPr/>
              </p:nvSpPr>
              <p:spPr>
                <a:xfrm>
                  <a:off x="2712600" y="1874160"/>
                  <a:ext cx="62640" cy="120600"/>
                </a:xfrm>
                <a:custGeom>
                  <a:avLst/>
                  <a:gdLst/>
                  <a:ahLst/>
                  <a:rect l="l" t="t" r="r" b="b"/>
                  <a:pathLst>
                    <a:path w="517" h="941">
                      <a:moveTo>
                        <a:pt x="93" y="378"/>
                      </a:moveTo>
                      <a:lnTo>
                        <a:pt x="98" y="528"/>
                      </a:lnTo>
                      <a:lnTo>
                        <a:pt x="0" y="692"/>
                      </a:lnTo>
                      <a:lnTo>
                        <a:pt x="17" y="720"/>
                      </a:lnTo>
                      <a:lnTo>
                        <a:pt x="23" y="901"/>
                      </a:lnTo>
                      <a:lnTo>
                        <a:pt x="105" y="941"/>
                      </a:lnTo>
                      <a:lnTo>
                        <a:pt x="157" y="906"/>
                      </a:lnTo>
                      <a:lnTo>
                        <a:pt x="227" y="918"/>
                      </a:lnTo>
                      <a:lnTo>
                        <a:pt x="290" y="814"/>
                      </a:lnTo>
                      <a:lnTo>
                        <a:pt x="296" y="744"/>
                      </a:lnTo>
                      <a:lnTo>
                        <a:pt x="429" y="435"/>
                      </a:lnTo>
                      <a:lnTo>
                        <a:pt x="429" y="371"/>
                      </a:lnTo>
                      <a:lnTo>
                        <a:pt x="452" y="354"/>
                      </a:lnTo>
                      <a:lnTo>
                        <a:pt x="441" y="214"/>
                      </a:lnTo>
                      <a:lnTo>
                        <a:pt x="476" y="249"/>
                      </a:lnTo>
                      <a:lnTo>
                        <a:pt x="494" y="325"/>
                      </a:lnTo>
                      <a:lnTo>
                        <a:pt x="505" y="308"/>
                      </a:lnTo>
                      <a:lnTo>
                        <a:pt x="517" y="197"/>
                      </a:lnTo>
                      <a:lnTo>
                        <a:pt x="494" y="116"/>
                      </a:lnTo>
                      <a:lnTo>
                        <a:pt x="459" y="47"/>
                      </a:lnTo>
                      <a:lnTo>
                        <a:pt x="429" y="0"/>
                      </a:lnTo>
                      <a:lnTo>
                        <a:pt x="302" y="249"/>
                      </a:lnTo>
                      <a:lnTo>
                        <a:pt x="250" y="244"/>
                      </a:lnTo>
                      <a:lnTo>
                        <a:pt x="238" y="296"/>
                      </a:lnTo>
                      <a:lnTo>
                        <a:pt x="197" y="291"/>
                      </a:lnTo>
                      <a:lnTo>
                        <a:pt x="116" y="348"/>
                      </a:lnTo>
                      <a:lnTo>
                        <a:pt x="93" y="378"/>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71" name=""/>
                <p:cNvSpPr/>
                <p:nvPr/>
              </p:nvSpPr>
              <p:spPr>
                <a:xfrm>
                  <a:off x="2391480" y="1212840"/>
                  <a:ext cx="2520" cy="6840"/>
                </a:xfrm>
                <a:custGeom>
                  <a:avLst/>
                  <a:gdLst/>
                  <a:ahLst/>
                  <a:rect l="l" t="t" r="r" b="b"/>
                  <a:pathLst>
                    <a:path w="24" h="58">
                      <a:moveTo>
                        <a:pt x="12" y="0"/>
                      </a:moveTo>
                      <a:lnTo>
                        <a:pt x="24" y="35"/>
                      </a:lnTo>
                      <a:lnTo>
                        <a:pt x="6" y="58"/>
                      </a:lnTo>
                      <a:lnTo>
                        <a:pt x="6" y="52"/>
                      </a:lnTo>
                      <a:lnTo>
                        <a:pt x="6" y="40"/>
                      </a:lnTo>
                      <a:lnTo>
                        <a:pt x="0" y="12"/>
                      </a:lnTo>
                      <a:lnTo>
                        <a:pt x="12" y="0"/>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772" name=""/>
                <p:cNvSpPr/>
                <p:nvPr/>
              </p:nvSpPr>
              <p:spPr>
                <a:xfrm>
                  <a:off x="2387520" y="1213560"/>
                  <a:ext cx="1800" cy="3960"/>
                </a:xfrm>
                <a:custGeom>
                  <a:avLst/>
                  <a:gdLst/>
                  <a:ahLst/>
                  <a:rect l="l" t="t" r="r" b="b"/>
                  <a:pathLst>
                    <a:path w="18" h="35">
                      <a:moveTo>
                        <a:pt x="6" y="0"/>
                      </a:moveTo>
                      <a:lnTo>
                        <a:pt x="0" y="24"/>
                      </a:lnTo>
                      <a:lnTo>
                        <a:pt x="11" y="35"/>
                      </a:lnTo>
                      <a:lnTo>
                        <a:pt x="18" y="18"/>
                      </a:lnTo>
                      <a:lnTo>
                        <a:pt x="18" y="7"/>
                      </a:lnTo>
                      <a:lnTo>
                        <a:pt x="6" y="0"/>
                      </a:lnTo>
                      <a:close/>
                    </a:path>
                  </a:pathLst>
                </a:custGeom>
                <a:solidFill>
                  <a:srgbClr val="ffffff"/>
                </a:solidFill>
                <a:ln w="9360">
                  <a:solidFill>
                    <a:srgbClr val="000000"/>
                  </a:solidFill>
                  <a:round/>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773" name=""/>
                <p:cNvSpPr/>
                <p:nvPr/>
              </p:nvSpPr>
              <p:spPr>
                <a:xfrm>
                  <a:off x="2388600" y="1204200"/>
                  <a:ext cx="6480" cy="5040"/>
                </a:xfrm>
                <a:custGeom>
                  <a:avLst/>
                  <a:gdLst/>
                  <a:ahLst/>
                  <a:rect l="l" t="t" r="r" b="b"/>
                  <a:pathLst>
                    <a:path w="53" h="47">
                      <a:moveTo>
                        <a:pt x="7" y="18"/>
                      </a:moveTo>
                      <a:lnTo>
                        <a:pt x="0" y="30"/>
                      </a:lnTo>
                      <a:lnTo>
                        <a:pt x="18" y="47"/>
                      </a:lnTo>
                      <a:lnTo>
                        <a:pt x="42" y="41"/>
                      </a:lnTo>
                      <a:lnTo>
                        <a:pt x="53" y="18"/>
                      </a:lnTo>
                      <a:lnTo>
                        <a:pt x="30" y="0"/>
                      </a:lnTo>
                      <a:lnTo>
                        <a:pt x="7" y="0"/>
                      </a:lnTo>
                      <a:lnTo>
                        <a:pt x="7" y="18"/>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774" name=""/>
                <p:cNvSpPr/>
                <p:nvPr/>
              </p:nvSpPr>
              <p:spPr>
                <a:xfrm>
                  <a:off x="2410920" y="1201320"/>
                  <a:ext cx="3600" cy="2880"/>
                </a:xfrm>
                <a:custGeom>
                  <a:avLst/>
                  <a:gdLst/>
                  <a:ahLst/>
                  <a:rect l="l" t="t" r="r" b="b"/>
                  <a:pathLst>
                    <a:path w="28" h="23">
                      <a:moveTo>
                        <a:pt x="11" y="6"/>
                      </a:moveTo>
                      <a:lnTo>
                        <a:pt x="0" y="18"/>
                      </a:lnTo>
                      <a:lnTo>
                        <a:pt x="11" y="23"/>
                      </a:lnTo>
                      <a:lnTo>
                        <a:pt x="28" y="23"/>
                      </a:lnTo>
                      <a:lnTo>
                        <a:pt x="23" y="6"/>
                      </a:lnTo>
                      <a:lnTo>
                        <a:pt x="17" y="0"/>
                      </a:lnTo>
                      <a:lnTo>
                        <a:pt x="11" y="6"/>
                      </a:lnTo>
                      <a:close/>
                    </a:path>
                  </a:pathLst>
                </a:custGeom>
                <a:solidFill>
                  <a:srgbClr val="ffffff"/>
                </a:solidFill>
                <a:ln w="9360">
                  <a:solidFill>
                    <a:srgbClr val="000000"/>
                  </a:solidFill>
                  <a:round/>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775" name=""/>
                <p:cNvSpPr/>
                <p:nvPr/>
              </p:nvSpPr>
              <p:spPr>
                <a:xfrm>
                  <a:off x="2381760" y="1239120"/>
                  <a:ext cx="14400" cy="16200"/>
                </a:xfrm>
                <a:custGeom>
                  <a:avLst/>
                  <a:gdLst/>
                  <a:ahLst/>
                  <a:rect l="l" t="t" r="r" b="b"/>
                  <a:pathLst>
                    <a:path w="123" h="127">
                      <a:moveTo>
                        <a:pt x="53" y="0"/>
                      </a:moveTo>
                      <a:lnTo>
                        <a:pt x="12" y="35"/>
                      </a:lnTo>
                      <a:lnTo>
                        <a:pt x="0" y="80"/>
                      </a:lnTo>
                      <a:lnTo>
                        <a:pt x="12" y="104"/>
                      </a:lnTo>
                      <a:lnTo>
                        <a:pt x="30" y="98"/>
                      </a:lnTo>
                      <a:lnTo>
                        <a:pt x="82" y="127"/>
                      </a:lnTo>
                      <a:lnTo>
                        <a:pt x="88" y="122"/>
                      </a:lnTo>
                      <a:lnTo>
                        <a:pt x="123" y="80"/>
                      </a:lnTo>
                      <a:lnTo>
                        <a:pt x="111" y="23"/>
                      </a:lnTo>
                      <a:lnTo>
                        <a:pt x="70" y="11"/>
                      </a:lnTo>
                      <a:lnTo>
                        <a:pt x="53" y="0"/>
                      </a:lnTo>
                      <a:close/>
                    </a:path>
                  </a:pathLst>
                </a:custGeom>
                <a:solidFill>
                  <a:srgbClr val="ffffff"/>
                </a:solidFill>
                <a:ln w="9360">
                  <a:solidFill>
                    <a:srgbClr val="000000"/>
                  </a:solidFill>
                  <a:round/>
                </a:ln>
              </p:spPr>
              <p:style>
                <a:lnRef idx="0"/>
                <a:fillRef idx="0"/>
                <a:effectRef idx="0"/>
                <a:fontRef idx="minor"/>
              </p:style>
              <p:txBody>
                <a:bodyPr lIns="90000" rIns="90000" tIns="-30600" bIns="-30600" anchor="t">
                  <a:noAutofit/>
                </a:bodyPr>
                <a:p>
                  <a:endParaRPr b="0" lang="en-US" sz="2400" spc="-1" strike="noStrike">
                    <a:solidFill>
                      <a:srgbClr val="000000"/>
                    </a:solidFill>
                    <a:latin typeface="Times New Roman"/>
                  </a:endParaRPr>
                </a:p>
              </p:txBody>
            </p:sp>
            <p:sp>
              <p:nvSpPr>
                <p:cNvPr id="8776" name=""/>
                <p:cNvSpPr/>
                <p:nvPr/>
              </p:nvSpPr>
              <p:spPr>
                <a:xfrm>
                  <a:off x="2364480" y="1237320"/>
                  <a:ext cx="27720" cy="38520"/>
                </a:xfrm>
                <a:custGeom>
                  <a:avLst/>
                  <a:gdLst/>
                  <a:ahLst/>
                  <a:rect l="l" t="t" r="r" b="b"/>
                  <a:pathLst>
                    <a:path w="233" h="308">
                      <a:moveTo>
                        <a:pt x="198" y="18"/>
                      </a:moveTo>
                      <a:lnTo>
                        <a:pt x="192" y="0"/>
                      </a:lnTo>
                      <a:lnTo>
                        <a:pt x="157" y="29"/>
                      </a:lnTo>
                      <a:lnTo>
                        <a:pt x="123" y="35"/>
                      </a:lnTo>
                      <a:lnTo>
                        <a:pt x="88" y="46"/>
                      </a:lnTo>
                      <a:lnTo>
                        <a:pt x="116" y="81"/>
                      </a:lnTo>
                      <a:lnTo>
                        <a:pt x="70" y="70"/>
                      </a:lnTo>
                      <a:lnTo>
                        <a:pt x="53" y="87"/>
                      </a:lnTo>
                      <a:lnTo>
                        <a:pt x="64" y="133"/>
                      </a:lnTo>
                      <a:lnTo>
                        <a:pt x="41" y="140"/>
                      </a:lnTo>
                      <a:lnTo>
                        <a:pt x="41" y="151"/>
                      </a:lnTo>
                      <a:lnTo>
                        <a:pt x="64" y="180"/>
                      </a:lnTo>
                      <a:lnTo>
                        <a:pt x="0" y="244"/>
                      </a:lnTo>
                      <a:lnTo>
                        <a:pt x="46" y="290"/>
                      </a:lnTo>
                      <a:lnTo>
                        <a:pt x="116" y="308"/>
                      </a:lnTo>
                      <a:lnTo>
                        <a:pt x="163" y="255"/>
                      </a:lnTo>
                      <a:lnTo>
                        <a:pt x="198" y="297"/>
                      </a:lnTo>
                      <a:lnTo>
                        <a:pt x="221" y="273"/>
                      </a:lnTo>
                      <a:lnTo>
                        <a:pt x="210" y="209"/>
                      </a:lnTo>
                      <a:lnTo>
                        <a:pt x="227" y="186"/>
                      </a:lnTo>
                      <a:lnTo>
                        <a:pt x="233" y="140"/>
                      </a:lnTo>
                      <a:lnTo>
                        <a:pt x="227" y="145"/>
                      </a:lnTo>
                      <a:lnTo>
                        <a:pt x="175" y="116"/>
                      </a:lnTo>
                      <a:lnTo>
                        <a:pt x="157" y="122"/>
                      </a:lnTo>
                      <a:lnTo>
                        <a:pt x="145" y="98"/>
                      </a:lnTo>
                      <a:lnTo>
                        <a:pt x="157" y="53"/>
                      </a:lnTo>
                      <a:lnTo>
                        <a:pt x="198" y="18"/>
                      </a:lnTo>
                      <a:close/>
                    </a:path>
                  </a:pathLst>
                </a:custGeom>
                <a:solidFill>
                  <a:srgbClr val="ffffff"/>
                </a:solidFill>
                <a:ln w="9360">
                  <a:solidFill>
                    <a:srgbClr val="000000"/>
                  </a:solidFill>
                  <a:round/>
                </a:ln>
              </p:spPr>
              <p:style>
                <a:lnRef idx="0"/>
                <a:fillRef idx="0"/>
                <a:effectRef idx="0"/>
                <a:fontRef idx="minor"/>
              </p:style>
              <p:txBody>
                <a:bodyPr lIns="90000" rIns="90000" tIns="-8280" bIns="-8280" anchor="t">
                  <a:noAutofit/>
                </a:bodyPr>
                <a:p>
                  <a:endParaRPr b="0" lang="en-US" sz="2400" spc="-1" strike="noStrike">
                    <a:solidFill>
                      <a:srgbClr val="000000"/>
                    </a:solidFill>
                    <a:latin typeface="Times New Roman"/>
                  </a:endParaRPr>
                </a:p>
              </p:txBody>
            </p:sp>
            <p:sp>
              <p:nvSpPr>
                <p:cNvPr id="8777" name=""/>
                <p:cNvSpPr/>
                <p:nvPr/>
              </p:nvSpPr>
              <p:spPr>
                <a:xfrm>
                  <a:off x="2396160" y="1260720"/>
                  <a:ext cx="14400" cy="20160"/>
                </a:xfrm>
                <a:custGeom>
                  <a:avLst/>
                  <a:gdLst/>
                  <a:ahLst/>
                  <a:rect l="l" t="t" r="r" b="b"/>
                  <a:pathLst>
                    <a:path w="122" h="163">
                      <a:moveTo>
                        <a:pt x="98" y="6"/>
                      </a:moveTo>
                      <a:lnTo>
                        <a:pt x="122" y="46"/>
                      </a:lnTo>
                      <a:lnTo>
                        <a:pt x="98" y="52"/>
                      </a:lnTo>
                      <a:lnTo>
                        <a:pt x="110" y="76"/>
                      </a:lnTo>
                      <a:lnTo>
                        <a:pt x="93" y="111"/>
                      </a:lnTo>
                      <a:lnTo>
                        <a:pt x="98" y="122"/>
                      </a:lnTo>
                      <a:lnTo>
                        <a:pt x="63" y="163"/>
                      </a:lnTo>
                      <a:lnTo>
                        <a:pt x="0" y="146"/>
                      </a:lnTo>
                      <a:lnTo>
                        <a:pt x="6" y="104"/>
                      </a:lnTo>
                      <a:lnTo>
                        <a:pt x="35" y="99"/>
                      </a:lnTo>
                      <a:lnTo>
                        <a:pt x="40" y="34"/>
                      </a:lnTo>
                      <a:lnTo>
                        <a:pt x="35" y="6"/>
                      </a:lnTo>
                      <a:lnTo>
                        <a:pt x="46" y="0"/>
                      </a:lnTo>
                      <a:lnTo>
                        <a:pt x="70" y="12"/>
                      </a:lnTo>
                      <a:lnTo>
                        <a:pt x="98" y="6"/>
                      </a:lnTo>
                      <a:close/>
                    </a:path>
                  </a:pathLst>
                </a:custGeom>
                <a:solidFill>
                  <a:srgbClr val="ffffff"/>
                </a:solidFill>
                <a:ln w="9360">
                  <a:solidFill>
                    <a:srgbClr val="000000"/>
                  </a:solidFill>
                  <a:round/>
                </a:ln>
              </p:spPr>
              <p:style>
                <a:lnRef idx="0"/>
                <a:fillRef idx="0"/>
                <a:effectRef idx="0"/>
                <a:fontRef idx="minor"/>
              </p:style>
              <p:txBody>
                <a:bodyPr lIns="90000" rIns="90000" tIns="-26640" bIns="-26640" anchor="t">
                  <a:noAutofit/>
                </a:bodyPr>
                <a:p>
                  <a:endParaRPr b="0" lang="en-US" sz="2400" spc="-1" strike="noStrike">
                    <a:solidFill>
                      <a:srgbClr val="000000"/>
                    </a:solidFill>
                    <a:latin typeface="Times New Roman"/>
                  </a:endParaRPr>
                </a:p>
              </p:txBody>
            </p:sp>
            <p:sp>
              <p:nvSpPr>
                <p:cNvPr id="8778" name=""/>
                <p:cNvSpPr/>
                <p:nvPr/>
              </p:nvSpPr>
              <p:spPr>
                <a:xfrm>
                  <a:off x="2391480" y="1240200"/>
                  <a:ext cx="43200" cy="52920"/>
                </a:xfrm>
                <a:custGeom>
                  <a:avLst/>
                  <a:gdLst/>
                  <a:ahLst/>
                  <a:rect l="l" t="t" r="r" b="b"/>
                  <a:pathLst>
                    <a:path w="360" h="413">
                      <a:moveTo>
                        <a:pt x="128" y="116"/>
                      </a:moveTo>
                      <a:lnTo>
                        <a:pt x="157" y="104"/>
                      </a:lnTo>
                      <a:lnTo>
                        <a:pt x="163" y="69"/>
                      </a:lnTo>
                      <a:lnTo>
                        <a:pt x="203" y="29"/>
                      </a:lnTo>
                      <a:lnTo>
                        <a:pt x="208" y="6"/>
                      </a:lnTo>
                      <a:lnTo>
                        <a:pt x="215" y="0"/>
                      </a:lnTo>
                      <a:lnTo>
                        <a:pt x="226" y="24"/>
                      </a:lnTo>
                      <a:lnTo>
                        <a:pt x="215" y="69"/>
                      </a:lnTo>
                      <a:lnTo>
                        <a:pt x="243" y="69"/>
                      </a:lnTo>
                      <a:lnTo>
                        <a:pt x="267" y="93"/>
                      </a:lnTo>
                      <a:lnTo>
                        <a:pt x="261" y="139"/>
                      </a:lnTo>
                      <a:lnTo>
                        <a:pt x="278" y="191"/>
                      </a:lnTo>
                      <a:lnTo>
                        <a:pt x="313" y="198"/>
                      </a:lnTo>
                      <a:lnTo>
                        <a:pt x="360" y="256"/>
                      </a:lnTo>
                      <a:lnTo>
                        <a:pt x="348" y="296"/>
                      </a:lnTo>
                      <a:lnTo>
                        <a:pt x="296" y="325"/>
                      </a:lnTo>
                      <a:lnTo>
                        <a:pt x="337" y="366"/>
                      </a:lnTo>
                      <a:lnTo>
                        <a:pt x="313" y="383"/>
                      </a:lnTo>
                      <a:lnTo>
                        <a:pt x="267" y="390"/>
                      </a:lnTo>
                      <a:lnTo>
                        <a:pt x="250" y="383"/>
                      </a:lnTo>
                      <a:lnTo>
                        <a:pt x="232" y="395"/>
                      </a:lnTo>
                      <a:lnTo>
                        <a:pt x="163" y="401"/>
                      </a:lnTo>
                      <a:lnTo>
                        <a:pt x="133" y="383"/>
                      </a:lnTo>
                      <a:lnTo>
                        <a:pt x="58" y="413"/>
                      </a:lnTo>
                      <a:lnTo>
                        <a:pt x="6" y="395"/>
                      </a:lnTo>
                      <a:lnTo>
                        <a:pt x="0" y="383"/>
                      </a:lnTo>
                      <a:lnTo>
                        <a:pt x="29" y="378"/>
                      </a:lnTo>
                      <a:lnTo>
                        <a:pt x="53" y="337"/>
                      </a:lnTo>
                      <a:lnTo>
                        <a:pt x="98" y="320"/>
                      </a:lnTo>
                      <a:lnTo>
                        <a:pt x="128" y="279"/>
                      </a:lnTo>
                      <a:lnTo>
                        <a:pt x="128" y="268"/>
                      </a:lnTo>
                      <a:lnTo>
                        <a:pt x="145" y="233"/>
                      </a:lnTo>
                      <a:lnTo>
                        <a:pt x="140" y="203"/>
                      </a:lnTo>
                      <a:lnTo>
                        <a:pt x="157" y="198"/>
                      </a:lnTo>
                      <a:lnTo>
                        <a:pt x="133" y="163"/>
                      </a:lnTo>
                      <a:lnTo>
                        <a:pt x="128" y="116"/>
                      </a:lnTo>
                      <a:close/>
                    </a:path>
                  </a:pathLst>
                </a:custGeom>
                <a:solidFill>
                  <a:srgbClr val="ffffff"/>
                </a:solidFill>
                <a:ln w="9360">
                  <a:solidFill>
                    <a:srgbClr val="000000"/>
                  </a:solidFill>
                  <a:round/>
                </a:ln>
              </p:spPr>
              <p:style>
                <a:lnRef idx="0"/>
                <a:fillRef idx="0"/>
                <a:effectRef idx="0"/>
                <a:fontRef idx="minor"/>
              </p:style>
              <p:txBody>
                <a:bodyPr lIns="90000" rIns="90000" tIns="6120" bIns="6120" anchor="t">
                  <a:noAutofit/>
                </a:bodyPr>
                <a:p>
                  <a:endParaRPr b="0" lang="en-US" sz="2400" spc="-1" strike="noStrike">
                    <a:solidFill>
                      <a:srgbClr val="000000"/>
                    </a:solidFill>
                    <a:latin typeface="Times New Roman"/>
                  </a:endParaRPr>
                </a:p>
              </p:txBody>
            </p:sp>
            <p:sp>
              <p:nvSpPr>
                <p:cNvPr id="8779" name=""/>
                <p:cNvSpPr/>
                <p:nvPr/>
              </p:nvSpPr>
              <p:spPr>
                <a:xfrm>
                  <a:off x="2394360" y="1204200"/>
                  <a:ext cx="23040" cy="51120"/>
                </a:xfrm>
                <a:custGeom>
                  <a:avLst/>
                  <a:gdLst/>
                  <a:ahLst/>
                  <a:rect l="l" t="t" r="r" b="b"/>
                  <a:pathLst>
                    <a:path w="197" h="401">
                      <a:moveTo>
                        <a:pt x="115" y="401"/>
                      </a:moveTo>
                      <a:lnTo>
                        <a:pt x="98" y="354"/>
                      </a:lnTo>
                      <a:lnTo>
                        <a:pt x="104" y="314"/>
                      </a:lnTo>
                      <a:lnTo>
                        <a:pt x="69" y="337"/>
                      </a:lnTo>
                      <a:lnTo>
                        <a:pt x="40" y="309"/>
                      </a:lnTo>
                      <a:lnTo>
                        <a:pt x="35" y="250"/>
                      </a:lnTo>
                      <a:lnTo>
                        <a:pt x="17" y="204"/>
                      </a:lnTo>
                      <a:lnTo>
                        <a:pt x="0" y="209"/>
                      </a:lnTo>
                      <a:lnTo>
                        <a:pt x="0" y="175"/>
                      </a:lnTo>
                      <a:lnTo>
                        <a:pt x="23" y="140"/>
                      </a:lnTo>
                      <a:lnTo>
                        <a:pt x="17" y="122"/>
                      </a:lnTo>
                      <a:lnTo>
                        <a:pt x="23" y="75"/>
                      </a:lnTo>
                      <a:lnTo>
                        <a:pt x="40" y="65"/>
                      </a:lnTo>
                      <a:lnTo>
                        <a:pt x="28" y="47"/>
                      </a:lnTo>
                      <a:lnTo>
                        <a:pt x="40" y="6"/>
                      </a:lnTo>
                      <a:lnTo>
                        <a:pt x="45" y="0"/>
                      </a:lnTo>
                      <a:lnTo>
                        <a:pt x="127" y="18"/>
                      </a:lnTo>
                      <a:lnTo>
                        <a:pt x="127" y="41"/>
                      </a:lnTo>
                      <a:lnTo>
                        <a:pt x="98" y="47"/>
                      </a:lnTo>
                      <a:lnTo>
                        <a:pt x="87" y="87"/>
                      </a:lnTo>
                      <a:lnTo>
                        <a:pt x="110" y="82"/>
                      </a:lnTo>
                      <a:lnTo>
                        <a:pt x="115" y="99"/>
                      </a:lnTo>
                      <a:lnTo>
                        <a:pt x="145" y="99"/>
                      </a:lnTo>
                      <a:lnTo>
                        <a:pt x="173" y="128"/>
                      </a:lnTo>
                      <a:lnTo>
                        <a:pt x="127" y="232"/>
                      </a:lnTo>
                      <a:lnTo>
                        <a:pt x="179" y="244"/>
                      </a:lnTo>
                      <a:lnTo>
                        <a:pt x="197" y="285"/>
                      </a:lnTo>
                      <a:lnTo>
                        <a:pt x="190" y="291"/>
                      </a:lnTo>
                      <a:lnTo>
                        <a:pt x="185" y="314"/>
                      </a:lnTo>
                      <a:lnTo>
                        <a:pt x="145" y="354"/>
                      </a:lnTo>
                      <a:lnTo>
                        <a:pt x="139" y="389"/>
                      </a:lnTo>
                      <a:lnTo>
                        <a:pt x="115" y="401"/>
                      </a:lnTo>
                      <a:close/>
                    </a:path>
                  </a:pathLst>
                </a:custGeom>
                <a:solidFill>
                  <a:srgbClr val="ffffff"/>
                </a:solidFill>
                <a:ln w="9360">
                  <a:solidFill>
                    <a:srgbClr val="000000"/>
                  </a:solidFill>
                  <a:round/>
                </a:ln>
              </p:spPr>
              <p:style>
                <a:lnRef idx="0"/>
                <a:fillRef idx="0"/>
                <a:effectRef idx="0"/>
                <a:fontRef idx="minor"/>
              </p:style>
              <p:txBody>
                <a:bodyPr lIns="90000" rIns="90000" tIns="4320" bIns="4320" anchor="t">
                  <a:noAutofit/>
                </a:bodyPr>
                <a:p>
                  <a:endParaRPr b="0" lang="en-US" sz="2400" spc="-1" strike="noStrike">
                    <a:solidFill>
                      <a:srgbClr val="000000"/>
                    </a:solidFill>
                    <a:latin typeface="Times New Roman"/>
                  </a:endParaRPr>
                </a:p>
              </p:txBody>
            </p:sp>
            <p:sp>
              <p:nvSpPr>
                <p:cNvPr id="8780" name=""/>
                <p:cNvSpPr/>
                <p:nvPr/>
              </p:nvSpPr>
              <p:spPr>
                <a:xfrm>
                  <a:off x="2904840" y="1263600"/>
                  <a:ext cx="389520" cy="335880"/>
                </a:xfrm>
                <a:custGeom>
                  <a:avLst/>
                  <a:gdLst/>
                  <a:ahLst/>
                  <a:rect l="l" t="t" r="r" b="b"/>
                  <a:pathLst>
                    <a:path w="3231" h="2637">
                      <a:moveTo>
                        <a:pt x="81" y="1458"/>
                      </a:moveTo>
                      <a:lnTo>
                        <a:pt x="133" y="1580"/>
                      </a:lnTo>
                      <a:lnTo>
                        <a:pt x="256" y="1598"/>
                      </a:lnTo>
                      <a:lnTo>
                        <a:pt x="337" y="1545"/>
                      </a:lnTo>
                      <a:lnTo>
                        <a:pt x="337" y="1638"/>
                      </a:lnTo>
                      <a:lnTo>
                        <a:pt x="273" y="1767"/>
                      </a:lnTo>
                      <a:lnTo>
                        <a:pt x="261" y="1807"/>
                      </a:lnTo>
                      <a:lnTo>
                        <a:pt x="302" y="1911"/>
                      </a:lnTo>
                      <a:lnTo>
                        <a:pt x="343" y="1946"/>
                      </a:lnTo>
                      <a:lnTo>
                        <a:pt x="400" y="1958"/>
                      </a:lnTo>
                      <a:lnTo>
                        <a:pt x="540" y="2011"/>
                      </a:lnTo>
                      <a:lnTo>
                        <a:pt x="651" y="2103"/>
                      </a:lnTo>
                      <a:lnTo>
                        <a:pt x="767" y="2080"/>
                      </a:lnTo>
                      <a:lnTo>
                        <a:pt x="791" y="2150"/>
                      </a:lnTo>
                      <a:lnTo>
                        <a:pt x="901" y="2150"/>
                      </a:lnTo>
                      <a:lnTo>
                        <a:pt x="1017" y="2150"/>
                      </a:lnTo>
                      <a:lnTo>
                        <a:pt x="1133" y="2126"/>
                      </a:lnTo>
                      <a:lnTo>
                        <a:pt x="1220" y="2056"/>
                      </a:lnTo>
                      <a:lnTo>
                        <a:pt x="1307" y="2056"/>
                      </a:lnTo>
                      <a:lnTo>
                        <a:pt x="1307" y="2103"/>
                      </a:lnTo>
                      <a:lnTo>
                        <a:pt x="1471" y="2150"/>
                      </a:lnTo>
                      <a:lnTo>
                        <a:pt x="1517" y="2260"/>
                      </a:lnTo>
                      <a:lnTo>
                        <a:pt x="1517" y="2341"/>
                      </a:lnTo>
                      <a:lnTo>
                        <a:pt x="1581" y="2405"/>
                      </a:lnTo>
                      <a:lnTo>
                        <a:pt x="1668" y="2422"/>
                      </a:lnTo>
                      <a:lnTo>
                        <a:pt x="1691" y="2527"/>
                      </a:lnTo>
                      <a:lnTo>
                        <a:pt x="1743" y="2544"/>
                      </a:lnTo>
                      <a:lnTo>
                        <a:pt x="1865" y="2475"/>
                      </a:lnTo>
                      <a:lnTo>
                        <a:pt x="1935" y="2480"/>
                      </a:lnTo>
                      <a:lnTo>
                        <a:pt x="1941" y="2527"/>
                      </a:lnTo>
                      <a:lnTo>
                        <a:pt x="1988" y="2567"/>
                      </a:lnTo>
                      <a:lnTo>
                        <a:pt x="2075" y="2550"/>
                      </a:lnTo>
                      <a:lnTo>
                        <a:pt x="2104" y="2637"/>
                      </a:lnTo>
                      <a:lnTo>
                        <a:pt x="2167" y="2637"/>
                      </a:lnTo>
                      <a:lnTo>
                        <a:pt x="2167" y="2567"/>
                      </a:lnTo>
                      <a:lnTo>
                        <a:pt x="2279" y="2550"/>
                      </a:lnTo>
                      <a:lnTo>
                        <a:pt x="2324" y="2480"/>
                      </a:lnTo>
                      <a:lnTo>
                        <a:pt x="2394" y="2504"/>
                      </a:lnTo>
                      <a:lnTo>
                        <a:pt x="2505" y="2434"/>
                      </a:lnTo>
                      <a:lnTo>
                        <a:pt x="2638" y="2283"/>
                      </a:lnTo>
                      <a:lnTo>
                        <a:pt x="2638" y="2236"/>
                      </a:lnTo>
                      <a:lnTo>
                        <a:pt x="2685" y="2213"/>
                      </a:lnTo>
                      <a:lnTo>
                        <a:pt x="2715" y="2126"/>
                      </a:lnTo>
                      <a:lnTo>
                        <a:pt x="2755" y="2011"/>
                      </a:lnTo>
                      <a:lnTo>
                        <a:pt x="2755" y="1987"/>
                      </a:lnTo>
                      <a:lnTo>
                        <a:pt x="2685" y="2011"/>
                      </a:lnTo>
                      <a:lnTo>
                        <a:pt x="2638" y="1946"/>
                      </a:lnTo>
                      <a:lnTo>
                        <a:pt x="2668" y="1899"/>
                      </a:lnTo>
                      <a:lnTo>
                        <a:pt x="2621" y="1830"/>
                      </a:lnTo>
                      <a:lnTo>
                        <a:pt x="2715" y="1830"/>
                      </a:lnTo>
                      <a:lnTo>
                        <a:pt x="2685" y="1767"/>
                      </a:lnTo>
                      <a:lnTo>
                        <a:pt x="2621" y="1650"/>
                      </a:lnTo>
                      <a:lnTo>
                        <a:pt x="2551" y="1603"/>
                      </a:lnTo>
                      <a:lnTo>
                        <a:pt x="2551" y="1563"/>
                      </a:lnTo>
                      <a:lnTo>
                        <a:pt x="2668" y="1446"/>
                      </a:lnTo>
                      <a:lnTo>
                        <a:pt x="2598" y="1401"/>
                      </a:lnTo>
                      <a:lnTo>
                        <a:pt x="2575" y="1383"/>
                      </a:lnTo>
                      <a:lnTo>
                        <a:pt x="2528" y="1446"/>
                      </a:lnTo>
                      <a:lnTo>
                        <a:pt x="2464" y="1401"/>
                      </a:lnTo>
                      <a:lnTo>
                        <a:pt x="2418" y="1359"/>
                      </a:lnTo>
                      <a:lnTo>
                        <a:pt x="2418" y="1289"/>
                      </a:lnTo>
                      <a:lnTo>
                        <a:pt x="2528" y="1226"/>
                      </a:lnTo>
                      <a:lnTo>
                        <a:pt x="2598" y="1132"/>
                      </a:lnTo>
                      <a:lnTo>
                        <a:pt x="2621" y="1156"/>
                      </a:lnTo>
                      <a:lnTo>
                        <a:pt x="2621" y="1226"/>
                      </a:lnTo>
                      <a:lnTo>
                        <a:pt x="2621" y="1266"/>
                      </a:lnTo>
                      <a:lnTo>
                        <a:pt x="2715" y="1226"/>
                      </a:lnTo>
                      <a:lnTo>
                        <a:pt x="2778" y="1202"/>
                      </a:lnTo>
                      <a:lnTo>
                        <a:pt x="2848" y="1110"/>
                      </a:lnTo>
                      <a:lnTo>
                        <a:pt x="2889" y="1063"/>
                      </a:lnTo>
                      <a:lnTo>
                        <a:pt x="2959" y="1017"/>
                      </a:lnTo>
                      <a:lnTo>
                        <a:pt x="2982" y="953"/>
                      </a:lnTo>
                      <a:lnTo>
                        <a:pt x="3045" y="883"/>
                      </a:lnTo>
                      <a:lnTo>
                        <a:pt x="3045" y="836"/>
                      </a:lnTo>
                      <a:lnTo>
                        <a:pt x="3069" y="796"/>
                      </a:lnTo>
                      <a:lnTo>
                        <a:pt x="3092" y="703"/>
                      </a:lnTo>
                      <a:lnTo>
                        <a:pt x="3161" y="726"/>
                      </a:lnTo>
                      <a:lnTo>
                        <a:pt x="3231" y="546"/>
                      </a:lnTo>
                      <a:lnTo>
                        <a:pt x="3184" y="436"/>
                      </a:lnTo>
                      <a:lnTo>
                        <a:pt x="3080" y="494"/>
                      </a:lnTo>
                      <a:lnTo>
                        <a:pt x="2959" y="454"/>
                      </a:lnTo>
                      <a:lnTo>
                        <a:pt x="2959" y="407"/>
                      </a:lnTo>
                      <a:lnTo>
                        <a:pt x="2889" y="360"/>
                      </a:lnTo>
                      <a:lnTo>
                        <a:pt x="2778" y="360"/>
                      </a:lnTo>
                      <a:lnTo>
                        <a:pt x="2638" y="203"/>
                      </a:lnTo>
                      <a:lnTo>
                        <a:pt x="2621" y="70"/>
                      </a:lnTo>
                      <a:lnTo>
                        <a:pt x="2528" y="0"/>
                      </a:lnTo>
                      <a:lnTo>
                        <a:pt x="2279" y="93"/>
                      </a:lnTo>
                      <a:lnTo>
                        <a:pt x="2348" y="116"/>
                      </a:lnTo>
                      <a:lnTo>
                        <a:pt x="2324" y="163"/>
                      </a:lnTo>
                      <a:lnTo>
                        <a:pt x="2324" y="320"/>
                      </a:lnTo>
                      <a:lnTo>
                        <a:pt x="2214" y="389"/>
                      </a:lnTo>
                      <a:lnTo>
                        <a:pt x="2167" y="436"/>
                      </a:lnTo>
                      <a:lnTo>
                        <a:pt x="2167" y="546"/>
                      </a:lnTo>
                      <a:lnTo>
                        <a:pt x="2279" y="546"/>
                      </a:lnTo>
                      <a:lnTo>
                        <a:pt x="2324" y="523"/>
                      </a:lnTo>
                      <a:lnTo>
                        <a:pt x="2371" y="593"/>
                      </a:lnTo>
                      <a:lnTo>
                        <a:pt x="2371" y="639"/>
                      </a:lnTo>
                      <a:lnTo>
                        <a:pt x="2371" y="680"/>
                      </a:lnTo>
                      <a:lnTo>
                        <a:pt x="2301" y="680"/>
                      </a:lnTo>
                      <a:lnTo>
                        <a:pt x="2167" y="813"/>
                      </a:lnTo>
                      <a:lnTo>
                        <a:pt x="2010" y="860"/>
                      </a:lnTo>
                      <a:lnTo>
                        <a:pt x="2010" y="953"/>
                      </a:lnTo>
                      <a:lnTo>
                        <a:pt x="1900" y="1045"/>
                      </a:lnTo>
                      <a:lnTo>
                        <a:pt x="1674" y="1110"/>
                      </a:lnTo>
                      <a:lnTo>
                        <a:pt x="1627" y="1132"/>
                      </a:lnTo>
                      <a:lnTo>
                        <a:pt x="1424" y="1063"/>
                      </a:lnTo>
                      <a:lnTo>
                        <a:pt x="1377" y="1045"/>
                      </a:lnTo>
                      <a:lnTo>
                        <a:pt x="1220" y="1045"/>
                      </a:lnTo>
                      <a:lnTo>
                        <a:pt x="1063" y="906"/>
                      </a:lnTo>
                      <a:lnTo>
                        <a:pt x="948" y="906"/>
                      </a:lnTo>
                      <a:lnTo>
                        <a:pt x="836" y="860"/>
                      </a:lnTo>
                      <a:lnTo>
                        <a:pt x="836" y="726"/>
                      </a:lnTo>
                      <a:lnTo>
                        <a:pt x="791" y="656"/>
                      </a:lnTo>
                      <a:lnTo>
                        <a:pt x="680" y="639"/>
                      </a:lnTo>
                      <a:lnTo>
                        <a:pt x="634" y="593"/>
                      </a:lnTo>
                      <a:lnTo>
                        <a:pt x="587" y="680"/>
                      </a:lnTo>
                      <a:lnTo>
                        <a:pt x="447" y="726"/>
                      </a:lnTo>
                      <a:lnTo>
                        <a:pt x="383" y="813"/>
                      </a:lnTo>
                      <a:lnTo>
                        <a:pt x="430" y="883"/>
                      </a:lnTo>
                      <a:lnTo>
                        <a:pt x="290" y="906"/>
                      </a:lnTo>
                      <a:lnTo>
                        <a:pt x="360" y="1000"/>
                      </a:lnTo>
                      <a:lnTo>
                        <a:pt x="360" y="1063"/>
                      </a:lnTo>
                      <a:lnTo>
                        <a:pt x="273" y="1156"/>
                      </a:lnTo>
                      <a:lnTo>
                        <a:pt x="203" y="1226"/>
                      </a:lnTo>
                      <a:lnTo>
                        <a:pt x="116" y="1226"/>
                      </a:lnTo>
                      <a:lnTo>
                        <a:pt x="0" y="1313"/>
                      </a:lnTo>
                      <a:lnTo>
                        <a:pt x="81" y="1458"/>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81" name=""/>
                <p:cNvSpPr/>
                <p:nvPr/>
              </p:nvSpPr>
              <p:spPr>
                <a:xfrm>
                  <a:off x="2980800" y="1301400"/>
                  <a:ext cx="210240" cy="106200"/>
                </a:xfrm>
                <a:custGeom>
                  <a:avLst/>
                  <a:gdLst/>
                  <a:ahLst/>
                  <a:rect l="l" t="t" r="r" b="b"/>
                  <a:pathLst>
                    <a:path w="1744" h="835">
                      <a:moveTo>
                        <a:pt x="0" y="267"/>
                      </a:moveTo>
                      <a:lnTo>
                        <a:pt x="99" y="202"/>
                      </a:lnTo>
                      <a:lnTo>
                        <a:pt x="268" y="98"/>
                      </a:lnTo>
                      <a:lnTo>
                        <a:pt x="326" y="92"/>
                      </a:lnTo>
                      <a:lnTo>
                        <a:pt x="454" y="174"/>
                      </a:lnTo>
                      <a:lnTo>
                        <a:pt x="530" y="157"/>
                      </a:lnTo>
                      <a:lnTo>
                        <a:pt x="617" y="0"/>
                      </a:lnTo>
                      <a:lnTo>
                        <a:pt x="710" y="0"/>
                      </a:lnTo>
                      <a:lnTo>
                        <a:pt x="797" y="139"/>
                      </a:lnTo>
                      <a:lnTo>
                        <a:pt x="867" y="139"/>
                      </a:lnTo>
                      <a:lnTo>
                        <a:pt x="994" y="75"/>
                      </a:lnTo>
                      <a:lnTo>
                        <a:pt x="1111" y="157"/>
                      </a:lnTo>
                      <a:lnTo>
                        <a:pt x="1338" y="139"/>
                      </a:lnTo>
                      <a:lnTo>
                        <a:pt x="1407" y="46"/>
                      </a:lnTo>
                      <a:lnTo>
                        <a:pt x="1488" y="87"/>
                      </a:lnTo>
                      <a:lnTo>
                        <a:pt x="1582" y="92"/>
                      </a:lnTo>
                      <a:lnTo>
                        <a:pt x="1540" y="127"/>
                      </a:lnTo>
                      <a:lnTo>
                        <a:pt x="1540" y="249"/>
                      </a:lnTo>
                      <a:lnTo>
                        <a:pt x="1652" y="244"/>
                      </a:lnTo>
                      <a:lnTo>
                        <a:pt x="1704" y="232"/>
                      </a:lnTo>
                      <a:lnTo>
                        <a:pt x="1744" y="302"/>
                      </a:lnTo>
                      <a:lnTo>
                        <a:pt x="1744" y="383"/>
                      </a:lnTo>
                      <a:lnTo>
                        <a:pt x="1674" y="383"/>
                      </a:lnTo>
                      <a:lnTo>
                        <a:pt x="1535" y="528"/>
                      </a:lnTo>
                      <a:lnTo>
                        <a:pt x="1383" y="557"/>
                      </a:lnTo>
                      <a:lnTo>
                        <a:pt x="1383" y="650"/>
                      </a:lnTo>
                      <a:lnTo>
                        <a:pt x="1268" y="743"/>
                      </a:lnTo>
                      <a:lnTo>
                        <a:pt x="1000" y="835"/>
                      </a:lnTo>
                      <a:lnTo>
                        <a:pt x="785" y="766"/>
                      </a:lnTo>
                      <a:lnTo>
                        <a:pt x="750" y="748"/>
                      </a:lnTo>
                      <a:lnTo>
                        <a:pt x="593" y="748"/>
                      </a:lnTo>
                      <a:lnTo>
                        <a:pt x="436" y="609"/>
                      </a:lnTo>
                      <a:lnTo>
                        <a:pt x="303" y="609"/>
                      </a:lnTo>
                      <a:lnTo>
                        <a:pt x="209" y="563"/>
                      </a:lnTo>
                      <a:lnTo>
                        <a:pt x="209" y="429"/>
                      </a:lnTo>
                      <a:lnTo>
                        <a:pt x="140" y="359"/>
                      </a:lnTo>
                      <a:lnTo>
                        <a:pt x="59" y="342"/>
                      </a:lnTo>
                      <a:lnTo>
                        <a:pt x="0" y="307"/>
                      </a:lnTo>
                      <a:lnTo>
                        <a:pt x="0" y="26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82" name=""/>
                <p:cNvSpPr/>
                <p:nvPr/>
              </p:nvSpPr>
              <p:spPr>
                <a:xfrm>
                  <a:off x="3242160" y="1364760"/>
                  <a:ext cx="40680" cy="72360"/>
                </a:xfrm>
                <a:custGeom>
                  <a:avLst/>
                  <a:gdLst/>
                  <a:ahLst/>
                  <a:rect l="l" t="t" r="r" b="b"/>
                  <a:pathLst>
                    <a:path w="337" h="563">
                      <a:moveTo>
                        <a:pt x="267" y="0"/>
                      </a:moveTo>
                      <a:lnTo>
                        <a:pt x="337" y="64"/>
                      </a:lnTo>
                      <a:lnTo>
                        <a:pt x="290" y="134"/>
                      </a:lnTo>
                      <a:lnTo>
                        <a:pt x="267" y="221"/>
                      </a:lnTo>
                      <a:lnTo>
                        <a:pt x="267" y="291"/>
                      </a:lnTo>
                      <a:lnTo>
                        <a:pt x="180" y="383"/>
                      </a:lnTo>
                      <a:lnTo>
                        <a:pt x="157" y="448"/>
                      </a:lnTo>
                      <a:lnTo>
                        <a:pt x="225" y="517"/>
                      </a:lnTo>
                      <a:lnTo>
                        <a:pt x="203" y="540"/>
                      </a:lnTo>
                      <a:lnTo>
                        <a:pt x="133" y="563"/>
                      </a:lnTo>
                      <a:lnTo>
                        <a:pt x="70" y="563"/>
                      </a:lnTo>
                      <a:lnTo>
                        <a:pt x="70" y="470"/>
                      </a:lnTo>
                      <a:lnTo>
                        <a:pt x="46" y="430"/>
                      </a:lnTo>
                      <a:lnTo>
                        <a:pt x="0" y="383"/>
                      </a:lnTo>
                      <a:lnTo>
                        <a:pt x="80" y="273"/>
                      </a:lnTo>
                      <a:lnTo>
                        <a:pt x="133" y="249"/>
                      </a:lnTo>
                      <a:lnTo>
                        <a:pt x="180" y="157"/>
                      </a:lnTo>
                      <a:lnTo>
                        <a:pt x="243" y="87"/>
                      </a:lnTo>
                      <a:lnTo>
                        <a:pt x="243" y="17"/>
                      </a:lnTo>
                      <a:lnTo>
                        <a:pt x="267" y="0"/>
                      </a:lnTo>
                      <a:close/>
                    </a:path>
                  </a:pathLst>
                </a:custGeom>
                <a:solidFill>
                  <a:srgbClr val="ffffff"/>
                </a:solidFill>
                <a:ln w="9360">
                  <a:solidFill>
                    <a:srgbClr val="000000"/>
                  </a:solidFill>
                  <a:round/>
                </a:ln>
              </p:spPr>
              <p:style>
                <a:lnRef idx="0"/>
                <a:fillRef idx="0"/>
                <a:effectRef idx="0"/>
                <a:fontRef idx="minor"/>
              </p:style>
              <p:txBody>
                <a:bodyPr lIns="90000" rIns="90000" tIns="25560" bIns="25560" anchor="t">
                  <a:noAutofit/>
                </a:bodyPr>
                <a:p>
                  <a:endParaRPr b="0" lang="en-US" sz="2400" spc="-1" strike="noStrike">
                    <a:solidFill>
                      <a:srgbClr val="000000"/>
                    </a:solidFill>
                    <a:latin typeface="Times New Roman"/>
                  </a:endParaRPr>
                </a:p>
              </p:txBody>
            </p:sp>
            <p:sp>
              <p:nvSpPr>
                <p:cNvPr id="8783" name=""/>
                <p:cNvSpPr/>
                <p:nvPr/>
              </p:nvSpPr>
              <p:spPr>
                <a:xfrm>
                  <a:off x="3255840" y="1431000"/>
                  <a:ext cx="23760" cy="33480"/>
                </a:xfrm>
                <a:custGeom>
                  <a:avLst/>
                  <a:gdLst/>
                  <a:ahLst/>
                  <a:rect l="l" t="t" r="r" b="b"/>
                  <a:pathLst>
                    <a:path w="203" h="267">
                      <a:moveTo>
                        <a:pt x="0" y="46"/>
                      </a:moveTo>
                      <a:lnTo>
                        <a:pt x="47" y="88"/>
                      </a:lnTo>
                      <a:lnTo>
                        <a:pt x="70" y="180"/>
                      </a:lnTo>
                      <a:lnTo>
                        <a:pt x="70" y="267"/>
                      </a:lnTo>
                      <a:lnTo>
                        <a:pt x="115" y="267"/>
                      </a:lnTo>
                      <a:lnTo>
                        <a:pt x="203" y="250"/>
                      </a:lnTo>
                      <a:lnTo>
                        <a:pt x="203" y="180"/>
                      </a:lnTo>
                      <a:lnTo>
                        <a:pt x="157" y="88"/>
                      </a:lnTo>
                      <a:lnTo>
                        <a:pt x="115" y="0"/>
                      </a:lnTo>
                      <a:lnTo>
                        <a:pt x="70" y="23"/>
                      </a:lnTo>
                      <a:lnTo>
                        <a:pt x="0" y="46"/>
                      </a:lnTo>
                      <a:close/>
                    </a:path>
                  </a:pathLst>
                </a:custGeom>
                <a:solidFill>
                  <a:srgbClr val="ffffff"/>
                </a:solidFill>
                <a:ln w="9360">
                  <a:solidFill>
                    <a:srgbClr val="00000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8784" name=""/>
                <p:cNvSpPr/>
                <p:nvPr/>
              </p:nvSpPr>
              <p:spPr>
                <a:xfrm>
                  <a:off x="3318480" y="1238040"/>
                  <a:ext cx="32760" cy="101160"/>
                </a:xfrm>
                <a:custGeom>
                  <a:avLst/>
                  <a:gdLst/>
                  <a:ahLst/>
                  <a:rect l="l" t="t" r="r" b="b"/>
                  <a:pathLst>
                    <a:path w="273" h="791">
                      <a:moveTo>
                        <a:pt x="0" y="0"/>
                      </a:moveTo>
                      <a:lnTo>
                        <a:pt x="46" y="87"/>
                      </a:lnTo>
                      <a:lnTo>
                        <a:pt x="69" y="251"/>
                      </a:lnTo>
                      <a:lnTo>
                        <a:pt x="116" y="587"/>
                      </a:lnTo>
                      <a:lnTo>
                        <a:pt x="139" y="767"/>
                      </a:lnTo>
                      <a:lnTo>
                        <a:pt x="139" y="791"/>
                      </a:lnTo>
                      <a:lnTo>
                        <a:pt x="203" y="744"/>
                      </a:lnTo>
                      <a:lnTo>
                        <a:pt x="250" y="791"/>
                      </a:lnTo>
                      <a:lnTo>
                        <a:pt x="273" y="744"/>
                      </a:lnTo>
                      <a:lnTo>
                        <a:pt x="203" y="697"/>
                      </a:lnTo>
                      <a:lnTo>
                        <a:pt x="163" y="495"/>
                      </a:lnTo>
                      <a:lnTo>
                        <a:pt x="203" y="495"/>
                      </a:lnTo>
                      <a:lnTo>
                        <a:pt x="203" y="425"/>
                      </a:lnTo>
                      <a:lnTo>
                        <a:pt x="116" y="314"/>
                      </a:lnTo>
                      <a:lnTo>
                        <a:pt x="116" y="157"/>
                      </a:lnTo>
                      <a:lnTo>
                        <a:pt x="69" y="24"/>
                      </a:lnTo>
                      <a:lnTo>
                        <a:pt x="23" y="0"/>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85" name=""/>
                <p:cNvSpPr/>
                <p:nvPr/>
              </p:nvSpPr>
              <p:spPr>
                <a:xfrm>
                  <a:off x="3340800" y="1344240"/>
                  <a:ext cx="34560" cy="42480"/>
                </a:xfrm>
                <a:custGeom>
                  <a:avLst/>
                  <a:gdLst/>
                  <a:ahLst/>
                  <a:rect l="l" t="t" r="r" b="b"/>
                  <a:pathLst>
                    <a:path w="291" h="331">
                      <a:moveTo>
                        <a:pt x="0" y="0"/>
                      </a:moveTo>
                      <a:lnTo>
                        <a:pt x="17" y="134"/>
                      </a:lnTo>
                      <a:lnTo>
                        <a:pt x="0" y="314"/>
                      </a:lnTo>
                      <a:lnTo>
                        <a:pt x="87" y="291"/>
                      </a:lnTo>
                      <a:lnTo>
                        <a:pt x="151" y="331"/>
                      </a:lnTo>
                      <a:lnTo>
                        <a:pt x="180" y="314"/>
                      </a:lnTo>
                      <a:lnTo>
                        <a:pt x="180" y="267"/>
                      </a:lnTo>
                      <a:lnTo>
                        <a:pt x="291" y="174"/>
                      </a:lnTo>
                      <a:lnTo>
                        <a:pt x="244" y="134"/>
                      </a:lnTo>
                      <a:lnTo>
                        <a:pt x="151" y="111"/>
                      </a:lnTo>
                      <a:lnTo>
                        <a:pt x="40" y="17"/>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4320" bIns="-4320" anchor="t">
                  <a:noAutofit/>
                </a:bodyPr>
                <a:p>
                  <a:endParaRPr b="0" lang="en-US" sz="2400" spc="-1" strike="noStrike">
                    <a:solidFill>
                      <a:srgbClr val="000000"/>
                    </a:solidFill>
                    <a:latin typeface="Times New Roman"/>
                  </a:endParaRPr>
                </a:p>
              </p:txBody>
            </p:sp>
            <p:sp>
              <p:nvSpPr>
                <p:cNvPr id="8786" name=""/>
                <p:cNvSpPr/>
                <p:nvPr/>
              </p:nvSpPr>
              <p:spPr>
                <a:xfrm>
                  <a:off x="3294360" y="1393200"/>
                  <a:ext cx="62640" cy="80640"/>
                </a:xfrm>
                <a:custGeom>
                  <a:avLst/>
                  <a:gdLst/>
                  <a:ahLst/>
                  <a:rect l="l" t="t" r="r" b="b"/>
                  <a:pathLst>
                    <a:path w="518" h="633">
                      <a:moveTo>
                        <a:pt x="384" y="0"/>
                      </a:moveTo>
                      <a:lnTo>
                        <a:pt x="361" y="209"/>
                      </a:lnTo>
                      <a:lnTo>
                        <a:pt x="361" y="296"/>
                      </a:lnTo>
                      <a:lnTo>
                        <a:pt x="198" y="429"/>
                      </a:lnTo>
                      <a:lnTo>
                        <a:pt x="198" y="476"/>
                      </a:lnTo>
                      <a:lnTo>
                        <a:pt x="47" y="523"/>
                      </a:lnTo>
                      <a:lnTo>
                        <a:pt x="0" y="586"/>
                      </a:lnTo>
                      <a:lnTo>
                        <a:pt x="65" y="610"/>
                      </a:lnTo>
                      <a:lnTo>
                        <a:pt x="110" y="586"/>
                      </a:lnTo>
                      <a:lnTo>
                        <a:pt x="157" y="586"/>
                      </a:lnTo>
                      <a:lnTo>
                        <a:pt x="221" y="563"/>
                      </a:lnTo>
                      <a:lnTo>
                        <a:pt x="244" y="633"/>
                      </a:lnTo>
                      <a:lnTo>
                        <a:pt x="314" y="610"/>
                      </a:lnTo>
                      <a:lnTo>
                        <a:pt x="314" y="546"/>
                      </a:lnTo>
                      <a:lnTo>
                        <a:pt x="337" y="546"/>
                      </a:lnTo>
                      <a:lnTo>
                        <a:pt x="361" y="523"/>
                      </a:lnTo>
                      <a:lnTo>
                        <a:pt x="448" y="523"/>
                      </a:lnTo>
                      <a:lnTo>
                        <a:pt x="448" y="476"/>
                      </a:lnTo>
                      <a:lnTo>
                        <a:pt x="518" y="499"/>
                      </a:lnTo>
                      <a:lnTo>
                        <a:pt x="494" y="366"/>
                      </a:lnTo>
                      <a:lnTo>
                        <a:pt x="471" y="296"/>
                      </a:lnTo>
                      <a:lnTo>
                        <a:pt x="494" y="227"/>
                      </a:lnTo>
                      <a:lnTo>
                        <a:pt x="494" y="185"/>
                      </a:lnTo>
                      <a:lnTo>
                        <a:pt x="518" y="115"/>
                      </a:lnTo>
                      <a:lnTo>
                        <a:pt x="471" y="28"/>
                      </a:lnTo>
                      <a:lnTo>
                        <a:pt x="448" y="28"/>
                      </a:lnTo>
                      <a:lnTo>
                        <a:pt x="384" y="0"/>
                      </a:lnTo>
                      <a:close/>
                    </a:path>
                  </a:pathLst>
                </a:custGeom>
                <a:solidFill>
                  <a:srgbClr val="ffffff"/>
                </a:solidFill>
                <a:ln w="9360">
                  <a:solidFill>
                    <a:srgbClr val="000000"/>
                  </a:solidFill>
                  <a:round/>
                </a:ln>
              </p:spPr>
              <p:style>
                <a:lnRef idx="0"/>
                <a:fillRef idx="0"/>
                <a:effectRef idx="0"/>
                <a:fontRef idx="minor"/>
              </p:style>
              <p:txBody>
                <a:bodyPr lIns="90000" rIns="90000" tIns="33840" bIns="33840" anchor="t">
                  <a:noAutofit/>
                </a:bodyPr>
                <a:p>
                  <a:endParaRPr b="0" lang="en-US" sz="2400" spc="-1" strike="noStrike">
                    <a:solidFill>
                      <a:srgbClr val="000000"/>
                    </a:solidFill>
                    <a:latin typeface="Times New Roman"/>
                  </a:endParaRPr>
                </a:p>
              </p:txBody>
            </p:sp>
            <p:sp>
              <p:nvSpPr>
                <p:cNvPr id="8787" name=""/>
                <p:cNvSpPr/>
                <p:nvPr/>
              </p:nvSpPr>
              <p:spPr>
                <a:xfrm>
                  <a:off x="3308040" y="1474200"/>
                  <a:ext cx="10440" cy="9000"/>
                </a:xfrm>
                <a:custGeom>
                  <a:avLst/>
                  <a:gdLst/>
                  <a:ahLst/>
                  <a:rect l="l" t="t" r="r" b="b"/>
                  <a:pathLst>
                    <a:path w="88" h="70">
                      <a:moveTo>
                        <a:pt x="47" y="0"/>
                      </a:moveTo>
                      <a:lnTo>
                        <a:pt x="0" y="23"/>
                      </a:lnTo>
                      <a:lnTo>
                        <a:pt x="0" y="70"/>
                      </a:lnTo>
                      <a:lnTo>
                        <a:pt x="88" y="70"/>
                      </a:lnTo>
                      <a:lnTo>
                        <a:pt x="88" y="23"/>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8788" name=""/>
                <p:cNvSpPr/>
                <p:nvPr/>
              </p:nvSpPr>
              <p:spPr>
                <a:xfrm>
                  <a:off x="3291480" y="1477080"/>
                  <a:ext cx="10440" cy="25200"/>
                </a:xfrm>
                <a:custGeom>
                  <a:avLst/>
                  <a:gdLst/>
                  <a:ahLst/>
                  <a:rect l="l" t="t" r="r" b="b"/>
                  <a:pathLst>
                    <a:path w="88" h="204">
                      <a:moveTo>
                        <a:pt x="88" y="47"/>
                      </a:moveTo>
                      <a:lnTo>
                        <a:pt x="41" y="0"/>
                      </a:lnTo>
                      <a:lnTo>
                        <a:pt x="0" y="47"/>
                      </a:lnTo>
                      <a:lnTo>
                        <a:pt x="0" y="157"/>
                      </a:lnTo>
                      <a:lnTo>
                        <a:pt x="41" y="204"/>
                      </a:lnTo>
                      <a:lnTo>
                        <a:pt x="70" y="157"/>
                      </a:lnTo>
                      <a:lnTo>
                        <a:pt x="70" y="94"/>
                      </a:lnTo>
                      <a:lnTo>
                        <a:pt x="88" y="47"/>
                      </a:lnTo>
                      <a:close/>
                    </a:path>
                  </a:pathLst>
                </a:custGeom>
                <a:solidFill>
                  <a:srgbClr val="ffffff"/>
                </a:solidFill>
                <a:ln w="9360">
                  <a:solidFill>
                    <a:srgbClr val="000000"/>
                  </a:solidFill>
                  <a:round/>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8789" name=""/>
                <p:cNvSpPr/>
                <p:nvPr/>
              </p:nvSpPr>
              <p:spPr>
                <a:xfrm>
                  <a:off x="3234600" y="1545480"/>
                  <a:ext cx="7560" cy="22320"/>
                </a:xfrm>
                <a:custGeom>
                  <a:avLst/>
                  <a:gdLst/>
                  <a:ahLst/>
                  <a:rect l="l" t="t" r="r" b="b"/>
                  <a:pathLst>
                    <a:path w="70" h="175">
                      <a:moveTo>
                        <a:pt x="23" y="0"/>
                      </a:moveTo>
                      <a:lnTo>
                        <a:pt x="0" y="47"/>
                      </a:lnTo>
                      <a:lnTo>
                        <a:pt x="0" y="87"/>
                      </a:lnTo>
                      <a:lnTo>
                        <a:pt x="23" y="152"/>
                      </a:lnTo>
                      <a:lnTo>
                        <a:pt x="23" y="175"/>
                      </a:lnTo>
                      <a:lnTo>
                        <a:pt x="70" y="134"/>
                      </a:lnTo>
                      <a:lnTo>
                        <a:pt x="70" y="87"/>
                      </a:lnTo>
                      <a:lnTo>
                        <a:pt x="23" y="0"/>
                      </a:lnTo>
                      <a:close/>
                    </a:path>
                  </a:pathLst>
                </a:custGeom>
                <a:solidFill>
                  <a:srgbClr val="ffffff"/>
                </a:solidFill>
                <a:ln w="9360">
                  <a:solidFill>
                    <a:srgbClr val="000000"/>
                  </a:solidFill>
                  <a:round/>
                </a:ln>
              </p:spPr>
              <p:style>
                <a:lnRef idx="0"/>
                <a:fillRef idx="0"/>
                <a:effectRef idx="0"/>
                <a:fontRef idx="minor"/>
              </p:style>
              <p:txBody>
                <a:bodyPr lIns="90000" rIns="90000" tIns="-24480" bIns="-24480" anchor="t">
                  <a:noAutofit/>
                </a:bodyPr>
                <a:p>
                  <a:endParaRPr b="0" lang="en-US" sz="2400" spc="-1" strike="noStrike">
                    <a:solidFill>
                      <a:srgbClr val="000000"/>
                    </a:solidFill>
                    <a:latin typeface="Times New Roman"/>
                  </a:endParaRPr>
                </a:p>
              </p:txBody>
            </p:sp>
            <p:sp>
              <p:nvSpPr>
                <p:cNvPr id="8790" name=""/>
                <p:cNvSpPr/>
                <p:nvPr/>
              </p:nvSpPr>
              <p:spPr>
                <a:xfrm>
                  <a:off x="3152520" y="1605600"/>
                  <a:ext cx="16200" cy="12240"/>
                </a:xfrm>
                <a:custGeom>
                  <a:avLst/>
                  <a:gdLst/>
                  <a:ahLst/>
                  <a:rect l="l" t="t" r="r" b="b"/>
                  <a:pathLst>
                    <a:path w="134" h="93">
                      <a:moveTo>
                        <a:pt x="110" y="0"/>
                      </a:moveTo>
                      <a:lnTo>
                        <a:pt x="47" y="0"/>
                      </a:lnTo>
                      <a:lnTo>
                        <a:pt x="0" y="47"/>
                      </a:lnTo>
                      <a:lnTo>
                        <a:pt x="47" y="93"/>
                      </a:lnTo>
                      <a:lnTo>
                        <a:pt x="134" y="47"/>
                      </a:lnTo>
                      <a:lnTo>
                        <a:pt x="110" y="0"/>
                      </a:lnTo>
                      <a:close/>
                    </a:path>
                  </a:pathLst>
                </a:custGeom>
                <a:solidFill>
                  <a:srgbClr val="ffffff"/>
                </a:solidFill>
                <a:ln w="9360">
                  <a:solidFill>
                    <a:srgbClr val="000000"/>
                  </a:solidFill>
                  <a:round/>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8791" name=""/>
                <p:cNvSpPr/>
                <p:nvPr/>
              </p:nvSpPr>
              <p:spPr>
                <a:xfrm>
                  <a:off x="3112200" y="1580040"/>
                  <a:ext cx="51120" cy="114120"/>
                </a:xfrm>
                <a:custGeom>
                  <a:avLst/>
                  <a:gdLst/>
                  <a:ahLst/>
                  <a:rect l="l" t="t" r="r" b="b"/>
                  <a:pathLst>
                    <a:path w="424" h="901">
                      <a:moveTo>
                        <a:pt x="0" y="47"/>
                      </a:moveTo>
                      <a:lnTo>
                        <a:pt x="18" y="111"/>
                      </a:lnTo>
                      <a:lnTo>
                        <a:pt x="88" y="111"/>
                      </a:lnTo>
                      <a:lnTo>
                        <a:pt x="133" y="181"/>
                      </a:lnTo>
                      <a:lnTo>
                        <a:pt x="111" y="251"/>
                      </a:lnTo>
                      <a:lnTo>
                        <a:pt x="221" y="384"/>
                      </a:lnTo>
                      <a:lnTo>
                        <a:pt x="314" y="518"/>
                      </a:lnTo>
                      <a:lnTo>
                        <a:pt x="268" y="587"/>
                      </a:lnTo>
                      <a:lnTo>
                        <a:pt x="314" y="704"/>
                      </a:lnTo>
                      <a:lnTo>
                        <a:pt x="221" y="744"/>
                      </a:lnTo>
                      <a:lnTo>
                        <a:pt x="221" y="791"/>
                      </a:lnTo>
                      <a:lnTo>
                        <a:pt x="157" y="814"/>
                      </a:lnTo>
                      <a:lnTo>
                        <a:pt x="157" y="861"/>
                      </a:lnTo>
                      <a:lnTo>
                        <a:pt x="180" y="901"/>
                      </a:lnTo>
                      <a:lnTo>
                        <a:pt x="221" y="878"/>
                      </a:lnTo>
                      <a:lnTo>
                        <a:pt x="355" y="767"/>
                      </a:lnTo>
                      <a:lnTo>
                        <a:pt x="402" y="721"/>
                      </a:lnTo>
                      <a:lnTo>
                        <a:pt x="424" y="634"/>
                      </a:lnTo>
                      <a:lnTo>
                        <a:pt x="402" y="518"/>
                      </a:lnTo>
                      <a:lnTo>
                        <a:pt x="355" y="453"/>
                      </a:lnTo>
                      <a:lnTo>
                        <a:pt x="355" y="408"/>
                      </a:lnTo>
                      <a:lnTo>
                        <a:pt x="290" y="408"/>
                      </a:lnTo>
                      <a:lnTo>
                        <a:pt x="245" y="338"/>
                      </a:lnTo>
                      <a:lnTo>
                        <a:pt x="198" y="251"/>
                      </a:lnTo>
                      <a:lnTo>
                        <a:pt x="198" y="181"/>
                      </a:lnTo>
                      <a:lnTo>
                        <a:pt x="268" y="111"/>
                      </a:lnTo>
                      <a:lnTo>
                        <a:pt x="290" y="87"/>
                      </a:lnTo>
                      <a:lnTo>
                        <a:pt x="268" y="87"/>
                      </a:lnTo>
                      <a:lnTo>
                        <a:pt x="221" y="47"/>
                      </a:lnTo>
                      <a:lnTo>
                        <a:pt x="221" y="0"/>
                      </a:lnTo>
                      <a:lnTo>
                        <a:pt x="198" y="0"/>
                      </a:lnTo>
                      <a:lnTo>
                        <a:pt x="133" y="0"/>
                      </a:lnTo>
                      <a:lnTo>
                        <a:pt x="18" y="70"/>
                      </a:lnTo>
                      <a:lnTo>
                        <a:pt x="0" y="4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92" name=""/>
                <p:cNvSpPr/>
                <p:nvPr/>
              </p:nvSpPr>
              <p:spPr>
                <a:xfrm>
                  <a:off x="3095640" y="1586160"/>
                  <a:ext cx="54000" cy="102960"/>
                </a:xfrm>
                <a:custGeom>
                  <a:avLst/>
                  <a:gdLst/>
                  <a:ahLst/>
                  <a:rect l="l" t="t" r="r" b="b"/>
                  <a:pathLst>
                    <a:path w="453" h="814">
                      <a:moveTo>
                        <a:pt x="110" y="0"/>
                      </a:moveTo>
                      <a:lnTo>
                        <a:pt x="52" y="52"/>
                      </a:lnTo>
                      <a:lnTo>
                        <a:pt x="0" y="134"/>
                      </a:lnTo>
                      <a:lnTo>
                        <a:pt x="70" y="180"/>
                      </a:lnTo>
                      <a:lnTo>
                        <a:pt x="70" y="291"/>
                      </a:lnTo>
                      <a:lnTo>
                        <a:pt x="110" y="314"/>
                      </a:lnTo>
                      <a:lnTo>
                        <a:pt x="180" y="267"/>
                      </a:lnTo>
                      <a:lnTo>
                        <a:pt x="227" y="267"/>
                      </a:lnTo>
                      <a:lnTo>
                        <a:pt x="337" y="406"/>
                      </a:lnTo>
                      <a:lnTo>
                        <a:pt x="337" y="453"/>
                      </a:lnTo>
                      <a:lnTo>
                        <a:pt x="360" y="494"/>
                      </a:lnTo>
                      <a:lnTo>
                        <a:pt x="360" y="563"/>
                      </a:lnTo>
                      <a:lnTo>
                        <a:pt x="337" y="587"/>
                      </a:lnTo>
                      <a:lnTo>
                        <a:pt x="272" y="563"/>
                      </a:lnTo>
                      <a:lnTo>
                        <a:pt x="227" y="518"/>
                      </a:lnTo>
                      <a:lnTo>
                        <a:pt x="174" y="570"/>
                      </a:lnTo>
                      <a:lnTo>
                        <a:pt x="157" y="610"/>
                      </a:lnTo>
                      <a:lnTo>
                        <a:pt x="180" y="697"/>
                      </a:lnTo>
                      <a:lnTo>
                        <a:pt x="227" y="744"/>
                      </a:lnTo>
                      <a:lnTo>
                        <a:pt x="296" y="814"/>
                      </a:lnTo>
                      <a:lnTo>
                        <a:pt x="319" y="790"/>
                      </a:lnTo>
                      <a:lnTo>
                        <a:pt x="360" y="744"/>
                      </a:lnTo>
                      <a:lnTo>
                        <a:pt x="360" y="697"/>
                      </a:lnTo>
                      <a:lnTo>
                        <a:pt x="407" y="674"/>
                      </a:lnTo>
                      <a:lnTo>
                        <a:pt x="447" y="650"/>
                      </a:lnTo>
                      <a:lnTo>
                        <a:pt x="453" y="610"/>
                      </a:lnTo>
                      <a:lnTo>
                        <a:pt x="407" y="563"/>
                      </a:lnTo>
                      <a:lnTo>
                        <a:pt x="436" y="494"/>
                      </a:lnTo>
                      <a:lnTo>
                        <a:pt x="447" y="471"/>
                      </a:lnTo>
                      <a:lnTo>
                        <a:pt x="424" y="424"/>
                      </a:lnTo>
                      <a:lnTo>
                        <a:pt x="319" y="267"/>
                      </a:lnTo>
                      <a:lnTo>
                        <a:pt x="250" y="204"/>
                      </a:lnTo>
                      <a:lnTo>
                        <a:pt x="272" y="134"/>
                      </a:lnTo>
                      <a:lnTo>
                        <a:pt x="250" y="87"/>
                      </a:lnTo>
                      <a:lnTo>
                        <a:pt x="227" y="64"/>
                      </a:lnTo>
                      <a:lnTo>
                        <a:pt x="157" y="64"/>
                      </a:lnTo>
                      <a:lnTo>
                        <a:pt x="157" y="23"/>
                      </a:lnTo>
                      <a:lnTo>
                        <a:pt x="110"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93" name=""/>
                <p:cNvSpPr/>
                <p:nvPr/>
              </p:nvSpPr>
              <p:spPr>
                <a:xfrm>
                  <a:off x="3080520" y="1602360"/>
                  <a:ext cx="58680" cy="109080"/>
                </a:xfrm>
                <a:custGeom>
                  <a:avLst/>
                  <a:gdLst/>
                  <a:ahLst/>
                  <a:rect l="l" t="t" r="r" b="b"/>
                  <a:pathLst>
                    <a:path w="482" h="854">
                      <a:moveTo>
                        <a:pt x="122" y="0"/>
                      </a:moveTo>
                      <a:lnTo>
                        <a:pt x="99" y="28"/>
                      </a:lnTo>
                      <a:lnTo>
                        <a:pt x="58" y="75"/>
                      </a:lnTo>
                      <a:lnTo>
                        <a:pt x="0" y="140"/>
                      </a:lnTo>
                      <a:lnTo>
                        <a:pt x="75" y="272"/>
                      </a:lnTo>
                      <a:lnTo>
                        <a:pt x="75" y="360"/>
                      </a:lnTo>
                      <a:lnTo>
                        <a:pt x="75" y="406"/>
                      </a:lnTo>
                      <a:lnTo>
                        <a:pt x="99" y="476"/>
                      </a:lnTo>
                      <a:lnTo>
                        <a:pt x="75" y="656"/>
                      </a:lnTo>
                      <a:lnTo>
                        <a:pt x="75" y="720"/>
                      </a:lnTo>
                      <a:lnTo>
                        <a:pt x="145" y="767"/>
                      </a:lnTo>
                      <a:lnTo>
                        <a:pt x="168" y="848"/>
                      </a:lnTo>
                      <a:lnTo>
                        <a:pt x="232" y="854"/>
                      </a:lnTo>
                      <a:lnTo>
                        <a:pt x="192" y="743"/>
                      </a:lnTo>
                      <a:lnTo>
                        <a:pt x="145" y="697"/>
                      </a:lnTo>
                      <a:lnTo>
                        <a:pt x="168" y="540"/>
                      </a:lnTo>
                      <a:lnTo>
                        <a:pt x="168" y="453"/>
                      </a:lnTo>
                      <a:lnTo>
                        <a:pt x="232" y="476"/>
                      </a:lnTo>
                      <a:lnTo>
                        <a:pt x="279" y="476"/>
                      </a:lnTo>
                      <a:lnTo>
                        <a:pt x="302" y="429"/>
                      </a:lnTo>
                      <a:lnTo>
                        <a:pt x="349" y="384"/>
                      </a:lnTo>
                      <a:lnTo>
                        <a:pt x="394" y="429"/>
                      </a:lnTo>
                      <a:lnTo>
                        <a:pt x="476" y="453"/>
                      </a:lnTo>
                      <a:lnTo>
                        <a:pt x="482" y="406"/>
                      </a:lnTo>
                      <a:lnTo>
                        <a:pt x="482" y="337"/>
                      </a:lnTo>
                      <a:lnTo>
                        <a:pt x="459" y="272"/>
                      </a:lnTo>
                      <a:lnTo>
                        <a:pt x="394" y="180"/>
                      </a:lnTo>
                      <a:lnTo>
                        <a:pt x="349" y="133"/>
                      </a:lnTo>
                      <a:lnTo>
                        <a:pt x="296" y="140"/>
                      </a:lnTo>
                      <a:lnTo>
                        <a:pt x="232" y="180"/>
                      </a:lnTo>
                      <a:lnTo>
                        <a:pt x="192" y="133"/>
                      </a:lnTo>
                      <a:lnTo>
                        <a:pt x="185" y="58"/>
                      </a:lnTo>
                      <a:lnTo>
                        <a:pt x="168" y="23"/>
                      </a:lnTo>
                      <a:lnTo>
                        <a:pt x="122"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94" name=""/>
                <p:cNvSpPr/>
                <p:nvPr/>
              </p:nvSpPr>
              <p:spPr>
                <a:xfrm>
                  <a:off x="3044520" y="1534320"/>
                  <a:ext cx="64440" cy="137520"/>
                </a:xfrm>
                <a:custGeom>
                  <a:avLst/>
                  <a:gdLst/>
                  <a:ahLst/>
                  <a:rect l="l" t="t" r="r" b="b"/>
                  <a:pathLst>
                    <a:path w="534" h="1075">
                      <a:moveTo>
                        <a:pt x="244" y="0"/>
                      </a:moveTo>
                      <a:lnTo>
                        <a:pt x="203" y="47"/>
                      </a:lnTo>
                      <a:lnTo>
                        <a:pt x="133" y="110"/>
                      </a:lnTo>
                      <a:lnTo>
                        <a:pt x="93" y="204"/>
                      </a:lnTo>
                      <a:lnTo>
                        <a:pt x="93" y="308"/>
                      </a:lnTo>
                      <a:lnTo>
                        <a:pt x="35" y="308"/>
                      </a:lnTo>
                      <a:lnTo>
                        <a:pt x="23" y="354"/>
                      </a:lnTo>
                      <a:lnTo>
                        <a:pt x="17" y="459"/>
                      </a:lnTo>
                      <a:lnTo>
                        <a:pt x="0" y="511"/>
                      </a:lnTo>
                      <a:lnTo>
                        <a:pt x="63" y="558"/>
                      </a:lnTo>
                      <a:lnTo>
                        <a:pt x="110" y="715"/>
                      </a:lnTo>
                      <a:lnTo>
                        <a:pt x="150" y="785"/>
                      </a:lnTo>
                      <a:lnTo>
                        <a:pt x="180" y="807"/>
                      </a:lnTo>
                      <a:lnTo>
                        <a:pt x="220" y="807"/>
                      </a:lnTo>
                      <a:lnTo>
                        <a:pt x="244" y="715"/>
                      </a:lnTo>
                      <a:lnTo>
                        <a:pt x="290" y="762"/>
                      </a:lnTo>
                      <a:lnTo>
                        <a:pt x="290" y="825"/>
                      </a:lnTo>
                      <a:lnTo>
                        <a:pt x="337" y="895"/>
                      </a:lnTo>
                      <a:lnTo>
                        <a:pt x="354" y="919"/>
                      </a:lnTo>
                      <a:lnTo>
                        <a:pt x="354" y="1011"/>
                      </a:lnTo>
                      <a:lnTo>
                        <a:pt x="401" y="1075"/>
                      </a:lnTo>
                      <a:lnTo>
                        <a:pt x="401" y="988"/>
                      </a:lnTo>
                      <a:lnTo>
                        <a:pt x="377" y="941"/>
                      </a:lnTo>
                      <a:lnTo>
                        <a:pt x="377" y="825"/>
                      </a:lnTo>
                      <a:lnTo>
                        <a:pt x="337" y="738"/>
                      </a:lnTo>
                      <a:lnTo>
                        <a:pt x="302" y="663"/>
                      </a:lnTo>
                      <a:lnTo>
                        <a:pt x="349" y="610"/>
                      </a:lnTo>
                      <a:lnTo>
                        <a:pt x="384" y="575"/>
                      </a:lnTo>
                      <a:lnTo>
                        <a:pt x="424" y="535"/>
                      </a:lnTo>
                      <a:lnTo>
                        <a:pt x="470" y="465"/>
                      </a:lnTo>
                      <a:lnTo>
                        <a:pt x="534" y="406"/>
                      </a:lnTo>
                      <a:lnTo>
                        <a:pt x="505" y="291"/>
                      </a:lnTo>
                      <a:lnTo>
                        <a:pt x="424" y="284"/>
                      </a:lnTo>
                      <a:lnTo>
                        <a:pt x="354" y="221"/>
                      </a:lnTo>
                      <a:lnTo>
                        <a:pt x="354" y="134"/>
                      </a:lnTo>
                      <a:lnTo>
                        <a:pt x="314" y="30"/>
                      </a:lnTo>
                      <a:lnTo>
                        <a:pt x="290" y="24"/>
                      </a:lnTo>
                      <a:lnTo>
                        <a:pt x="244"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95" name=""/>
                <p:cNvSpPr/>
                <p:nvPr/>
              </p:nvSpPr>
              <p:spPr>
                <a:xfrm>
                  <a:off x="3011760" y="1553760"/>
                  <a:ext cx="34560" cy="46440"/>
                </a:xfrm>
                <a:custGeom>
                  <a:avLst/>
                  <a:gdLst/>
                  <a:ahLst/>
                  <a:rect l="l" t="t" r="r" b="b"/>
                  <a:pathLst>
                    <a:path w="291" h="366">
                      <a:moveTo>
                        <a:pt x="274" y="366"/>
                      </a:moveTo>
                      <a:lnTo>
                        <a:pt x="245" y="289"/>
                      </a:lnTo>
                      <a:lnTo>
                        <a:pt x="175" y="202"/>
                      </a:lnTo>
                      <a:lnTo>
                        <a:pt x="134" y="156"/>
                      </a:lnTo>
                      <a:lnTo>
                        <a:pt x="88" y="92"/>
                      </a:lnTo>
                      <a:lnTo>
                        <a:pt x="65" y="110"/>
                      </a:lnTo>
                      <a:lnTo>
                        <a:pt x="65" y="179"/>
                      </a:lnTo>
                      <a:lnTo>
                        <a:pt x="18" y="249"/>
                      </a:lnTo>
                      <a:lnTo>
                        <a:pt x="18" y="179"/>
                      </a:lnTo>
                      <a:lnTo>
                        <a:pt x="18" y="69"/>
                      </a:lnTo>
                      <a:lnTo>
                        <a:pt x="0" y="45"/>
                      </a:lnTo>
                      <a:lnTo>
                        <a:pt x="0" y="5"/>
                      </a:lnTo>
                      <a:lnTo>
                        <a:pt x="30" y="0"/>
                      </a:lnTo>
                      <a:lnTo>
                        <a:pt x="140" y="22"/>
                      </a:lnTo>
                      <a:lnTo>
                        <a:pt x="152" y="63"/>
                      </a:lnTo>
                      <a:lnTo>
                        <a:pt x="204" y="57"/>
                      </a:lnTo>
                      <a:lnTo>
                        <a:pt x="227" y="98"/>
                      </a:lnTo>
                      <a:lnTo>
                        <a:pt x="233" y="162"/>
                      </a:lnTo>
                      <a:lnTo>
                        <a:pt x="279" y="226"/>
                      </a:lnTo>
                      <a:lnTo>
                        <a:pt x="291" y="249"/>
                      </a:lnTo>
                      <a:lnTo>
                        <a:pt x="285" y="313"/>
                      </a:lnTo>
                      <a:lnTo>
                        <a:pt x="274" y="366"/>
                      </a:lnTo>
                      <a:close/>
                    </a:path>
                  </a:pathLst>
                </a:custGeom>
                <a:solidFill>
                  <a:srgbClr val="ffffff"/>
                </a:solidFill>
                <a:ln w="9360">
                  <a:solidFill>
                    <a:srgbClr val="000000"/>
                  </a:solidFill>
                  <a:round/>
                </a:ln>
              </p:spPr>
              <p:style>
                <a:lnRef idx="0"/>
                <a:fillRef idx="0"/>
                <a:effectRef idx="0"/>
                <a:fontRef idx="minor"/>
              </p:style>
              <p:txBody>
                <a:bodyPr lIns="90000" rIns="90000" tIns="-360" bIns="-360" anchor="t">
                  <a:noAutofit/>
                </a:bodyPr>
                <a:p>
                  <a:endParaRPr b="0" lang="en-US" sz="2400" spc="-1" strike="noStrike">
                    <a:solidFill>
                      <a:srgbClr val="000000"/>
                    </a:solidFill>
                    <a:latin typeface="Times New Roman"/>
                  </a:endParaRPr>
                </a:p>
              </p:txBody>
            </p:sp>
            <p:sp>
              <p:nvSpPr>
                <p:cNvPr id="8796" name=""/>
                <p:cNvSpPr/>
                <p:nvPr/>
              </p:nvSpPr>
              <p:spPr>
                <a:xfrm>
                  <a:off x="3008880" y="1526040"/>
                  <a:ext cx="63360" cy="68040"/>
                </a:xfrm>
                <a:custGeom>
                  <a:avLst/>
                  <a:gdLst/>
                  <a:ahLst/>
                  <a:rect l="l" t="t" r="r" b="b"/>
                  <a:pathLst>
                    <a:path w="535" h="535">
                      <a:moveTo>
                        <a:pt x="314" y="535"/>
                      </a:moveTo>
                      <a:lnTo>
                        <a:pt x="314" y="471"/>
                      </a:lnTo>
                      <a:lnTo>
                        <a:pt x="250" y="378"/>
                      </a:lnTo>
                      <a:lnTo>
                        <a:pt x="250" y="332"/>
                      </a:lnTo>
                      <a:lnTo>
                        <a:pt x="250" y="309"/>
                      </a:lnTo>
                      <a:lnTo>
                        <a:pt x="238" y="285"/>
                      </a:lnTo>
                      <a:lnTo>
                        <a:pt x="175" y="291"/>
                      </a:lnTo>
                      <a:lnTo>
                        <a:pt x="163" y="250"/>
                      </a:lnTo>
                      <a:lnTo>
                        <a:pt x="41" y="222"/>
                      </a:lnTo>
                      <a:lnTo>
                        <a:pt x="6" y="222"/>
                      </a:lnTo>
                      <a:lnTo>
                        <a:pt x="0" y="198"/>
                      </a:lnTo>
                      <a:lnTo>
                        <a:pt x="35" y="94"/>
                      </a:lnTo>
                      <a:lnTo>
                        <a:pt x="70" y="94"/>
                      </a:lnTo>
                      <a:lnTo>
                        <a:pt x="70" y="157"/>
                      </a:lnTo>
                      <a:lnTo>
                        <a:pt x="111" y="204"/>
                      </a:lnTo>
                      <a:lnTo>
                        <a:pt x="227" y="180"/>
                      </a:lnTo>
                      <a:lnTo>
                        <a:pt x="227" y="77"/>
                      </a:lnTo>
                      <a:lnTo>
                        <a:pt x="273" y="65"/>
                      </a:lnTo>
                      <a:lnTo>
                        <a:pt x="325" y="30"/>
                      </a:lnTo>
                      <a:lnTo>
                        <a:pt x="367" y="0"/>
                      </a:lnTo>
                      <a:lnTo>
                        <a:pt x="424" y="0"/>
                      </a:lnTo>
                      <a:lnTo>
                        <a:pt x="442" y="0"/>
                      </a:lnTo>
                      <a:lnTo>
                        <a:pt x="459" y="42"/>
                      </a:lnTo>
                      <a:lnTo>
                        <a:pt x="535" y="70"/>
                      </a:lnTo>
                      <a:lnTo>
                        <a:pt x="506" y="105"/>
                      </a:lnTo>
                      <a:lnTo>
                        <a:pt x="424" y="192"/>
                      </a:lnTo>
                      <a:lnTo>
                        <a:pt x="395" y="250"/>
                      </a:lnTo>
                      <a:lnTo>
                        <a:pt x="384" y="332"/>
                      </a:lnTo>
                      <a:lnTo>
                        <a:pt x="384" y="378"/>
                      </a:lnTo>
                      <a:lnTo>
                        <a:pt x="337" y="378"/>
                      </a:lnTo>
                      <a:lnTo>
                        <a:pt x="314" y="448"/>
                      </a:lnTo>
                      <a:lnTo>
                        <a:pt x="314" y="535"/>
                      </a:lnTo>
                      <a:close/>
                    </a:path>
                  </a:pathLst>
                </a:custGeom>
                <a:solidFill>
                  <a:srgbClr val="ffffff"/>
                </a:solidFill>
                <a:ln w="9360">
                  <a:solidFill>
                    <a:srgbClr val="000000"/>
                  </a:solidFill>
                  <a:round/>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8797" name=""/>
                <p:cNvSpPr/>
                <p:nvPr/>
              </p:nvSpPr>
              <p:spPr>
                <a:xfrm>
                  <a:off x="3016440" y="1535040"/>
                  <a:ext cx="20160" cy="16200"/>
                </a:xfrm>
                <a:custGeom>
                  <a:avLst/>
                  <a:gdLst/>
                  <a:ahLst/>
                  <a:rect l="l" t="t" r="r" b="b"/>
                  <a:pathLst>
                    <a:path w="168" h="127">
                      <a:moveTo>
                        <a:pt x="0" y="17"/>
                      </a:moveTo>
                      <a:lnTo>
                        <a:pt x="0" y="75"/>
                      </a:lnTo>
                      <a:lnTo>
                        <a:pt x="18" y="103"/>
                      </a:lnTo>
                      <a:lnTo>
                        <a:pt x="46" y="127"/>
                      </a:lnTo>
                      <a:lnTo>
                        <a:pt x="116" y="110"/>
                      </a:lnTo>
                      <a:lnTo>
                        <a:pt x="168" y="98"/>
                      </a:lnTo>
                      <a:lnTo>
                        <a:pt x="163" y="33"/>
                      </a:lnTo>
                      <a:lnTo>
                        <a:pt x="168" y="0"/>
                      </a:lnTo>
                      <a:lnTo>
                        <a:pt x="98" y="17"/>
                      </a:lnTo>
                      <a:lnTo>
                        <a:pt x="29" y="17"/>
                      </a:lnTo>
                      <a:lnTo>
                        <a:pt x="0" y="17"/>
                      </a:lnTo>
                      <a:close/>
                    </a:path>
                  </a:pathLst>
                </a:custGeom>
                <a:solidFill>
                  <a:srgbClr val="ffffff"/>
                </a:solidFill>
                <a:ln w="9360">
                  <a:solidFill>
                    <a:srgbClr val="000000"/>
                  </a:solidFill>
                  <a:round/>
                </a:ln>
              </p:spPr>
              <p:style>
                <a:lnRef idx="0"/>
                <a:fillRef idx="0"/>
                <a:effectRef idx="0"/>
                <a:fontRef idx="minor"/>
              </p:style>
              <p:txBody>
                <a:bodyPr lIns="90000" rIns="90000" tIns="-30600" bIns="-30600" anchor="t">
                  <a:noAutofit/>
                </a:bodyPr>
                <a:p>
                  <a:endParaRPr b="0" lang="en-US" sz="2400" spc="-1" strike="noStrike">
                    <a:solidFill>
                      <a:srgbClr val="000000"/>
                    </a:solidFill>
                    <a:latin typeface="Times New Roman"/>
                  </a:endParaRPr>
                </a:p>
              </p:txBody>
            </p:sp>
            <p:sp>
              <p:nvSpPr>
                <p:cNvPr id="8798" name=""/>
                <p:cNvSpPr/>
                <p:nvPr/>
              </p:nvSpPr>
              <p:spPr>
                <a:xfrm>
                  <a:off x="2872800" y="1453320"/>
                  <a:ext cx="140760" cy="235800"/>
                </a:xfrm>
                <a:custGeom>
                  <a:avLst/>
                  <a:gdLst/>
                  <a:ahLst/>
                  <a:rect l="l" t="t" r="r" b="b"/>
                  <a:pathLst>
                    <a:path w="1169" h="1848">
                      <a:moveTo>
                        <a:pt x="356" y="0"/>
                      </a:moveTo>
                      <a:lnTo>
                        <a:pt x="222" y="47"/>
                      </a:lnTo>
                      <a:lnTo>
                        <a:pt x="199" y="70"/>
                      </a:lnTo>
                      <a:lnTo>
                        <a:pt x="199" y="110"/>
                      </a:lnTo>
                      <a:lnTo>
                        <a:pt x="268" y="180"/>
                      </a:lnTo>
                      <a:lnTo>
                        <a:pt x="222" y="250"/>
                      </a:lnTo>
                      <a:lnTo>
                        <a:pt x="244" y="314"/>
                      </a:lnTo>
                      <a:lnTo>
                        <a:pt x="384" y="337"/>
                      </a:lnTo>
                      <a:lnTo>
                        <a:pt x="384" y="361"/>
                      </a:lnTo>
                      <a:lnTo>
                        <a:pt x="338" y="406"/>
                      </a:lnTo>
                      <a:lnTo>
                        <a:pt x="268" y="587"/>
                      </a:lnTo>
                      <a:lnTo>
                        <a:pt x="222" y="657"/>
                      </a:lnTo>
                      <a:lnTo>
                        <a:pt x="88" y="697"/>
                      </a:lnTo>
                      <a:lnTo>
                        <a:pt x="112" y="767"/>
                      </a:lnTo>
                      <a:lnTo>
                        <a:pt x="175" y="854"/>
                      </a:lnTo>
                      <a:lnTo>
                        <a:pt x="112" y="895"/>
                      </a:lnTo>
                      <a:lnTo>
                        <a:pt x="65" y="872"/>
                      </a:lnTo>
                      <a:lnTo>
                        <a:pt x="0" y="854"/>
                      </a:lnTo>
                      <a:lnTo>
                        <a:pt x="0" y="895"/>
                      </a:lnTo>
                      <a:lnTo>
                        <a:pt x="24" y="941"/>
                      </a:lnTo>
                      <a:lnTo>
                        <a:pt x="134" y="941"/>
                      </a:lnTo>
                      <a:lnTo>
                        <a:pt x="134" y="964"/>
                      </a:lnTo>
                      <a:lnTo>
                        <a:pt x="65" y="987"/>
                      </a:lnTo>
                      <a:lnTo>
                        <a:pt x="134" y="1074"/>
                      </a:lnTo>
                      <a:lnTo>
                        <a:pt x="199" y="1074"/>
                      </a:lnTo>
                      <a:lnTo>
                        <a:pt x="244" y="964"/>
                      </a:lnTo>
                      <a:lnTo>
                        <a:pt x="268" y="1034"/>
                      </a:lnTo>
                      <a:lnTo>
                        <a:pt x="291" y="1261"/>
                      </a:lnTo>
                      <a:lnTo>
                        <a:pt x="401" y="1552"/>
                      </a:lnTo>
                      <a:lnTo>
                        <a:pt x="471" y="1708"/>
                      </a:lnTo>
                      <a:lnTo>
                        <a:pt x="541" y="1824"/>
                      </a:lnTo>
                      <a:lnTo>
                        <a:pt x="558" y="1848"/>
                      </a:lnTo>
                      <a:lnTo>
                        <a:pt x="675" y="1778"/>
                      </a:lnTo>
                      <a:lnTo>
                        <a:pt x="785" y="1552"/>
                      </a:lnTo>
                      <a:lnTo>
                        <a:pt x="832" y="1325"/>
                      </a:lnTo>
                      <a:lnTo>
                        <a:pt x="902" y="1284"/>
                      </a:lnTo>
                      <a:lnTo>
                        <a:pt x="1082" y="1168"/>
                      </a:lnTo>
                      <a:lnTo>
                        <a:pt x="1151" y="1057"/>
                      </a:lnTo>
                      <a:lnTo>
                        <a:pt x="1169" y="1034"/>
                      </a:lnTo>
                      <a:lnTo>
                        <a:pt x="1169" y="854"/>
                      </a:lnTo>
                      <a:lnTo>
                        <a:pt x="1151" y="807"/>
                      </a:lnTo>
                      <a:lnTo>
                        <a:pt x="1128" y="767"/>
                      </a:lnTo>
                      <a:lnTo>
                        <a:pt x="1128" y="743"/>
                      </a:lnTo>
                      <a:lnTo>
                        <a:pt x="994" y="743"/>
                      </a:lnTo>
                      <a:lnTo>
                        <a:pt x="948" y="720"/>
                      </a:lnTo>
                      <a:lnTo>
                        <a:pt x="878" y="680"/>
                      </a:lnTo>
                      <a:lnTo>
                        <a:pt x="785" y="680"/>
                      </a:lnTo>
                      <a:lnTo>
                        <a:pt x="675" y="563"/>
                      </a:lnTo>
                      <a:lnTo>
                        <a:pt x="675" y="541"/>
                      </a:lnTo>
                      <a:lnTo>
                        <a:pt x="675" y="471"/>
                      </a:lnTo>
                      <a:lnTo>
                        <a:pt x="605" y="453"/>
                      </a:lnTo>
                      <a:lnTo>
                        <a:pt x="558" y="406"/>
                      </a:lnTo>
                      <a:lnTo>
                        <a:pt x="541" y="314"/>
                      </a:lnTo>
                      <a:lnTo>
                        <a:pt x="541" y="274"/>
                      </a:lnTo>
                      <a:lnTo>
                        <a:pt x="581" y="180"/>
                      </a:lnTo>
                      <a:lnTo>
                        <a:pt x="605" y="134"/>
                      </a:lnTo>
                      <a:lnTo>
                        <a:pt x="605" y="47"/>
                      </a:lnTo>
                      <a:lnTo>
                        <a:pt x="541" y="99"/>
                      </a:lnTo>
                      <a:lnTo>
                        <a:pt x="506" y="105"/>
                      </a:lnTo>
                      <a:lnTo>
                        <a:pt x="401" y="93"/>
                      </a:lnTo>
                      <a:lnTo>
                        <a:pt x="373" y="23"/>
                      </a:lnTo>
                      <a:lnTo>
                        <a:pt x="356"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799" name=""/>
                <p:cNvSpPr/>
                <p:nvPr/>
              </p:nvSpPr>
              <p:spPr>
                <a:xfrm>
                  <a:off x="2953800" y="1513800"/>
                  <a:ext cx="58680" cy="34560"/>
                </a:xfrm>
                <a:custGeom>
                  <a:avLst/>
                  <a:gdLst/>
                  <a:ahLst/>
                  <a:rect l="l" t="t" r="r" b="b"/>
                  <a:pathLst>
                    <a:path w="488" h="272">
                      <a:moveTo>
                        <a:pt x="0" y="0"/>
                      </a:moveTo>
                      <a:lnTo>
                        <a:pt x="0" y="47"/>
                      </a:lnTo>
                      <a:lnTo>
                        <a:pt x="0" y="92"/>
                      </a:lnTo>
                      <a:lnTo>
                        <a:pt x="93" y="186"/>
                      </a:lnTo>
                      <a:lnTo>
                        <a:pt x="116" y="209"/>
                      </a:lnTo>
                      <a:lnTo>
                        <a:pt x="203" y="209"/>
                      </a:lnTo>
                      <a:lnTo>
                        <a:pt x="273" y="249"/>
                      </a:lnTo>
                      <a:lnTo>
                        <a:pt x="314" y="272"/>
                      </a:lnTo>
                      <a:lnTo>
                        <a:pt x="337" y="272"/>
                      </a:lnTo>
                      <a:lnTo>
                        <a:pt x="429" y="272"/>
                      </a:lnTo>
                      <a:lnTo>
                        <a:pt x="459" y="272"/>
                      </a:lnTo>
                      <a:lnTo>
                        <a:pt x="488" y="226"/>
                      </a:lnTo>
                      <a:lnTo>
                        <a:pt x="488" y="186"/>
                      </a:lnTo>
                      <a:lnTo>
                        <a:pt x="407" y="186"/>
                      </a:lnTo>
                      <a:lnTo>
                        <a:pt x="384" y="162"/>
                      </a:lnTo>
                      <a:lnTo>
                        <a:pt x="360" y="122"/>
                      </a:lnTo>
                      <a:lnTo>
                        <a:pt x="319" y="122"/>
                      </a:lnTo>
                      <a:lnTo>
                        <a:pt x="279" y="134"/>
                      </a:lnTo>
                      <a:lnTo>
                        <a:pt x="192" y="92"/>
                      </a:lnTo>
                      <a:lnTo>
                        <a:pt x="128" y="47"/>
                      </a:lnTo>
                      <a:lnTo>
                        <a:pt x="63" y="23"/>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8800" name=""/>
                <p:cNvSpPr/>
                <p:nvPr/>
              </p:nvSpPr>
              <p:spPr>
                <a:xfrm>
                  <a:off x="2956680" y="1689480"/>
                  <a:ext cx="16200" cy="22320"/>
                </a:xfrm>
                <a:custGeom>
                  <a:avLst/>
                  <a:gdLst/>
                  <a:ahLst/>
                  <a:rect l="l" t="t" r="r" b="b"/>
                  <a:pathLst>
                    <a:path w="134" h="174">
                      <a:moveTo>
                        <a:pt x="64" y="0"/>
                      </a:moveTo>
                      <a:lnTo>
                        <a:pt x="47" y="40"/>
                      </a:lnTo>
                      <a:lnTo>
                        <a:pt x="0" y="87"/>
                      </a:lnTo>
                      <a:lnTo>
                        <a:pt x="0" y="133"/>
                      </a:lnTo>
                      <a:lnTo>
                        <a:pt x="47" y="157"/>
                      </a:lnTo>
                      <a:lnTo>
                        <a:pt x="110" y="174"/>
                      </a:lnTo>
                      <a:lnTo>
                        <a:pt x="134" y="133"/>
                      </a:lnTo>
                      <a:lnTo>
                        <a:pt x="110" y="87"/>
                      </a:lnTo>
                      <a:lnTo>
                        <a:pt x="110" y="63"/>
                      </a:lnTo>
                      <a:lnTo>
                        <a:pt x="64" y="0"/>
                      </a:lnTo>
                      <a:close/>
                    </a:path>
                  </a:pathLst>
                </a:custGeom>
                <a:solidFill>
                  <a:srgbClr val="ffffff"/>
                </a:solidFill>
                <a:ln w="9360">
                  <a:solidFill>
                    <a:srgbClr val="000000"/>
                  </a:solidFill>
                  <a:round/>
                </a:ln>
              </p:spPr>
              <p:style>
                <a:lnRef idx="0"/>
                <a:fillRef idx="0"/>
                <a:effectRef idx="0"/>
                <a:fontRef idx="minor"/>
              </p:style>
              <p:txBody>
                <a:bodyPr lIns="90000" rIns="90000" tIns="-24480" bIns="-24480" anchor="t">
                  <a:noAutofit/>
                </a:bodyPr>
                <a:p>
                  <a:endParaRPr b="0" lang="en-US" sz="2400" spc="-1" strike="noStrike">
                    <a:solidFill>
                      <a:srgbClr val="000000"/>
                    </a:solidFill>
                    <a:latin typeface="Times New Roman"/>
                  </a:endParaRPr>
                </a:p>
              </p:txBody>
            </p:sp>
            <p:sp>
              <p:nvSpPr>
                <p:cNvPr id="8801" name=""/>
                <p:cNvSpPr/>
                <p:nvPr/>
              </p:nvSpPr>
              <p:spPr>
                <a:xfrm>
                  <a:off x="2822760" y="1462680"/>
                  <a:ext cx="96120" cy="104760"/>
                </a:xfrm>
                <a:custGeom>
                  <a:avLst/>
                  <a:gdLst/>
                  <a:ahLst/>
                  <a:rect l="l" t="t" r="r" b="b"/>
                  <a:pathLst>
                    <a:path w="796" h="825">
                      <a:moveTo>
                        <a:pt x="611" y="0"/>
                      </a:moveTo>
                      <a:lnTo>
                        <a:pt x="546" y="17"/>
                      </a:lnTo>
                      <a:lnTo>
                        <a:pt x="524" y="17"/>
                      </a:lnTo>
                      <a:lnTo>
                        <a:pt x="517" y="92"/>
                      </a:lnTo>
                      <a:lnTo>
                        <a:pt x="500" y="157"/>
                      </a:lnTo>
                      <a:lnTo>
                        <a:pt x="477" y="157"/>
                      </a:lnTo>
                      <a:lnTo>
                        <a:pt x="436" y="267"/>
                      </a:lnTo>
                      <a:lnTo>
                        <a:pt x="389" y="296"/>
                      </a:lnTo>
                      <a:lnTo>
                        <a:pt x="360" y="354"/>
                      </a:lnTo>
                      <a:lnTo>
                        <a:pt x="250" y="360"/>
                      </a:lnTo>
                      <a:lnTo>
                        <a:pt x="250" y="448"/>
                      </a:lnTo>
                      <a:lnTo>
                        <a:pt x="163" y="471"/>
                      </a:lnTo>
                      <a:lnTo>
                        <a:pt x="93" y="448"/>
                      </a:lnTo>
                      <a:lnTo>
                        <a:pt x="0" y="424"/>
                      </a:lnTo>
                      <a:lnTo>
                        <a:pt x="0" y="493"/>
                      </a:lnTo>
                      <a:lnTo>
                        <a:pt x="93" y="563"/>
                      </a:lnTo>
                      <a:lnTo>
                        <a:pt x="93" y="627"/>
                      </a:lnTo>
                      <a:lnTo>
                        <a:pt x="46" y="627"/>
                      </a:lnTo>
                      <a:lnTo>
                        <a:pt x="23" y="720"/>
                      </a:lnTo>
                      <a:lnTo>
                        <a:pt x="116" y="720"/>
                      </a:lnTo>
                      <a:lnTo>
                        <a:pt x="297" y="720"/>
                      </a:lnTo>
                      <a:lnTo>
                        <a:pt x="343" y="760"/>
                      </a:lnTo>
                      <a:lnTo>
                        <a:pt x="412" y="825"/>
                      </a:lnTo>
                      <a:lnTo>
                        <a:pt x="412" y="784"/>
                      </a:lnTo>
                      <a:lnTo>
                        <a:pt x="454" y="802"/>
                      </a:lnTo>
                      <a:lnTo>
                        <a:pt x="517" y="825"/>
                      </a:lnTo>
                      <a:lnTo>
                        <a:pt x="587" y="784"/>
                      </a:lnTo>
                      <a:lnTo>
                        <a:pt x="500" y="627"/>
                      </a:lnTo>
                      <a:lnTo>
                        <a:pt x="564" y="610"/>
                      </a:lnTo>
                      <a:lnTo>
                        <a:pt x="634" y="587"/>
                      </a:lnTo>
                      <a:lnTo>
                        <a:pt x="750" y="401"/>
                      </a:lnTo>
                      <a:lnTo>
                        <a:pt x="750" y="360"/>
                      </a:lnTo>
                      <a:lnTo>
                        <a:pt x="796" y="267"/>
                      </a:lnTo>
                      <a:lnTo>
                        <a:pt x="703" y="244"/>
                      </a:lnTo>
                      <a:lnTo>
                        <a:pt x="663" y="244"/>
                      </a:lnTo>
                      <a:lnTo>
                        <a:pt x="634" y="169"/>
                      </a:lnTo>
                      <a:lnTo>
                        <a:pt x="680" y="110"/>
                      </a:lnTo>
                      <a:lnTo>
                        <a:pt x="622" y="52"/>
                      </a:lnTo>
                      <a:lnTo>
                        <a:pt x="611" y="17"/>
                      </a:lnTo>
                      <a:lnTo>
                        <a:pt x="611"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02" name=""/>
                <p:cNvSpPr/>
                <p:nvPr/>
              </p:nvSpPr>
              <p:spPr>
                <a:xfrm>
                  <a:off x="2812320" y="1445400"/>
                  <a:ext cx="102960" cy="77400"/>
                </a:xfrm>
                <a:custGeom>
                  <a:avLst/>
                  <a:gdLst/>
                  <a:ahLst/>
                  <a:rect l="l" t="t" r="r" b="b"/>
                  <a:pathLst>
                    <a:path w="855" h="611">
                      <a:moveTo>
                        <a:pt x="63" y="169"/>
                      </a:moveTo>
                      <a:lnTo>
                        <a:pt x="18" y="274"/>
                      </a:lnTo>
                      <a:lnTo>
                        <a:pt x="46" y="344"/>
                      </a:lnTo>
                      <a:lnTo>
                        <a:pt x="0" y="431"/>
                      </a:lnTo>
                      <a:lnTo>
                        <a:pt x="46" y="476"/>
                      </a:lnTo>
                      <a:lnTo>
                        <a:pt x="110" y="476"/>
                      </a:lnTo>
                      <a:lnTo>
                        <a:pt x="110" y="541"/>
                      </a:lnTo>
                      <a:lnTo>
                        <a:pt x="87" y="564"/>
                      </a:lnTo>
                      <a:lnTo>
                        <a:pt x="250" y="611"/>
                      </a:lnTo>
                      <a:lnTo>
                        <a:pt x="337" y="588"/>
                      </a:lnTo>
                      <a:lnTo>
                        <a:pt x="337" y="500"/>
                      </a:lnTo>
                      <a:lnTo>
                        <a:pt x="454" y="500"/>
                      </a:lnTo>
                      <a:lnTo>
                        <a:pt x="476" y="431"/>
                      </a:lnTo>
                      <a:lnTo>
                        <a:pt x="523" y="407"/>
                      </a:lnTo>
                      <a:lnTo>
                        <a:pt x="564" y="297"/>
                      </a:lnTo>
                      <a:lnTo>
                        <a:pt x="587" y="297"/>
                      </a:lnTo>
                      <a:lnTo>
                        <a:pt x="611" y="227"/>
                      </a:lnTo>
                      <a:lnTo>
                        <a:pt x="611" y="157"/>
                      </a:lnTo>
                      <a:lnTo>
                        <a:pt x="633" y="157"/>
                      </a:lnTo>
                      <a:lnTo>
                        <a:pt x="698" y="140"/>
                      </a:lnTo>
                      <a:lnTo>
                        <a:pt x="721" y="117"/>
                      </a:lnTo>
                      <a:lnTo>
                        <a:pt x="855" y="70"/>
                      </a:lnTo>
                      <a:lnTo>
                        <a:pt x="825" y="0"/>
                      </a:lnTo>
                      <a:lnTo>
                        <a:pt x="715" y="30"/>
                      </a:lnTo>
                      <a:lnTo>
                        <a:pt x="651" y="41"/>
                      </a:lnTo>
                      <a:lnTo>
                        <a:pt x="611" y="6"/>
                      </a:lnTo>
                      <a:lnTo>
                        <a:pt x="499" y="47"/>
                      </a:lnTo>
                      <a:lnTo>
                        <a:pt x="389" y="30"/>
                      </a:lnTo>
                      <a:lnTo>
                        <a:pt x="279" y="105"/>
                      </a:lnTo>
                      <a:lnTo>
                        <a:pt x="227" y="145"/>
                      </a:lnTo>
                      <a:lnTo>
                        <a:pt x="140" y="204"/>
                      </a:lnTo>
                      <a:lnTo>
                        <a:pt x="93" y="180"/>
                      </a:lnTo>
                      <a:lnTo>
                        <a:pt x="63" y="169"/>
                      </a:lnTo>
                      <a:close/>
                    </a:path>
                  </a:pathLst>
                </a:custGeom>
                <a:solidFill>
                  <a:srgbClr val="ffffff"/>
                </a:solidFill>
                <a:ln w="9360">
                  <a:solidFill>
                    <a:srgbClr val="000000"/>
                  </a:solidFill>
                  <a:round/>
                </a:ln>
              </p:spPr>
              <p:style>
                <a:lnRef idx="0"/>
                <a:fillRef idx="0"/>
                <a:effectRef idx="0"/>
                <a:fontRef idx="minor"/>
              </p:style>
              <p:txBody>
                <a:bodyPr lIns="90000" rIns="90000" tIns="30600" bIns="30600" anchor="t">
                  <a:noAutofit/>
                </a:bodyPr>
                <a:p>
                  <a:endParaRPr b="0" lang="en-US" sz="2400" spc="-1" strike="noStrike">
                    <a:solidFill>
                      <a:srgbClr val="000000"/>
                    </a:solidFill>
                    <a:latin typeface="Times New Roman"/>
                  </a:endParaRPr>
                </a:p>
              </p:txBody>
            </p:sp>
            <p:sp>
              <p:nvSpPr>
                <p:cNvPr id="8803" name=""/>
                <p:cNvSpPr/>
                <p:nvPr/>
              </p:nvSpPr>
              <p:spPr>
                <a:xfrm>
                  <a:off x="2701080" y="1429200"/>
                  <a:ext cx="133200" cy="125280"/>
                </a:xfrm>
                <a:custGeom>
                  <a:avLst/>
                  <a:gdLst/>
                  <a:ahLst/>
                  <a:rect l="l" t="t" r="r" b="b"/>
                  <a:pathLst>
                    <a:path w="1104" h="982">
                      <a:moveTo>
                        <a:pt x="17" y="0"/>
                      </a:moveTo>
                      <a:lnTo>
                        <a:pt x="0" y="100"/>
                      </a:lnTo>
                      <a:lnTo>
                        <a:pt x="0" y="145"/>
                      </a:lnTo>
                      <a:lnTo>
                        <a:pt x="70" y="262"/>
                      </a:lnTo>
                      <a:lnTo>
                        <a:pt x="157" y="279"/>
                      </a:lnTo>
                      <a:lnTo>
                        <a:pt x="110" y="372"/>
                      </a:lnTo>
                      <a:lnTo>
                        <a:pt x="134" y="442"/>
                      </a:lnTo>
                      <a:lnTo>
                        <a:pt x="227" y="466"/>
                      </a:lnTo>
                      <a:lnTo>
                        <a:pt x="249" y="576"/>
                      </a:lnTo>
                      <a:lnTo>
                        <a:pt x="314" y="663"/>
                      </a:lnTo>
                      <a:lnTo>
                        <a:pt x="383" y="686"/>
                      </a:lnTo>
                      <a:lnTo>
                        <a:pt x="430" y="779"/>
                      </a:lnTo>
                      <a:lnTo>
                        <a:pt x="471" y="802"/>
                      </a:lnTo>
                      <a:lnTo>
                        <a:pt x="586" y="872"/>
                      </a:lnTo>
                      <a:lnTo>
                        <a:pt x="651" y="889"/>
                      </a:lnTo>
                      <a:lnTo>
                        <a:pt x="767" y="872"/>
                      </a:lnTo>
                      <a:lnTo>
                        <a:pt x="790" y="935"/>
                      </a:lnTo>
                      <a:lnTo>
                        <a:pt x="947" y="959"/>
                      </a:lnTo>
                      <a:lnTo>
                        <a:pt x="1052" y="982"/>
                      </a:lnTo>
                      <a:lnTo>
                        <a:pt x="1057" y="907"/>
                      </a:lnTo>
                      <a:lnTo>
                        <a:pt x="1104" y="883"/>
                      </a:lnTo>
                      <a:lnTo>
                        <a:pt x="1104" y="825"/>
                      </a:lnTo>
                      <a:lnTo>
                        <a:pt x="1011" y="755"/>
                      </a:lnTo>
                      <a:lnTo>
                        <a:pt x="1011" y="686"/>
                      </a:lnTo>
                      <a:lnTo>
                        <a:pt x="1034" y="663"/>
                      </a:lnTo>
                      <a:lnTo>
                        <a:pt x="1034" y="598"/>
                      </a:lnTo>
                      <a:lnTo>
                        <a:pt x="970" y="598"/>
                      </a:lnTo>
                      <a:lnTo>
                        <a:pt x="924" y="553"/>
                      </a:lnTo>
                      <a:lnTo>
                        <a:pt x="970" y="471"/>
                      </a:lnTo>
                      <a:lnTo>
                        <a:pt x="947" y="396"/>
                      </a:lnTo>
                      <a:lnTo>
                        <a:pt x="987" y="279"/>
                      </a:lnTo>
                      <a:lnTo>
                        <a:pt x="970" y="215"/>
                      </a:lnTo>
                      <a:lnTo>
                        <a:pt x="900" y="145"/>
                      </a:lnTo>
                      <a:lnTo>
                        <a:pt x="767" y="128"/>
                      </a:lnTo>
                      <a:lnTo>
                        <a:pt x="685" y="122"/>
                      </a:lnTo>
                      <a:lnTo>
                        <a:pt x="639" y="128"/>
                      </a:lnTo>
                      <a:lnTo>
                        <a:pt x="586" y="145"/>
                      </a:lnTo>
                      <a:lnTo>
                        <a:pt x="581" y="192"/>
                      </a:lnTo>
                      <a:lnTo>
                        <a:pt x="453" y="215"/>
                      </a:lnTo>
                      <a:lnTo>
                        <a:pt x="361" y="169"/>
                      </a:lnTo>
                      <a:lnTo>
                        <a:pt x="267" y="58"/>
                      </a:lnTo>
                      <a:lnTo>
                        <a:pt x="244" y="35"/>
                      </a:lnTo>
                      <a:lnTo>
                        <a:pt x="122" y="82"/>
                      </a:lnTo>
                      <a:lnTo>
                        <a:pt x="64" y="0"/>
                      </a:lnTo>
                      <a:lnTo>
                        <a:pt x="40" y="0"/>
                      </a:lnTo>
                      <a:lnTo>
                        <a:pt x="17"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04" name=""/>
                <p:cNvSpPr/>
                <p:nvPr/>
              </p:nvSpPr>
              <p:spPr>
                <a:xfrm>
                  <a:off x="2753280" y="1540080"/>
                  <a:ext cx="4680" cy="8280"/>
                </a:xfrm>
                <a:custGeom>
                  <a:avLst/>
                  <a:gdLst/>
                  <a:ahLst/>
                  <a:rect l="l" t="t" r="r" b="b"/>
                  <a:pathLst>
                    <a:path w="41" h="63">
                      <a:moveTo>
                        <a:pt x="41" y="40"/>
                      </a:moveTo>
                      <a:lnTo>
                        <a:pt x="23" y="0"/>
                      </a:lnTo>
                      <a:lnTo>
                        <a:pt x="0" y="0"/>
                      </a:lnTo>
                      <a:lnTo>
                        <a:pt x="0" y="40"/>
                      </a:lnTo>
                      <a:lnTo>
                        <a:pt x="41" y="63"/>
                      </a:lnTo>
                      <a:lnTo>
                        <a:pt x="41" y="40"/>
                      </a:lnTo>
                      <a:close/>
                    </a:path>
                  </a:pathLst>
                </a:custGeom>
                <a:solidFill>
                  <a:srgbClr val="ffffff"/>
                </a:solidFill>
                <a:ln w="9360">
                  <a:solidFill>
                    <a:srgbClr val="000000"/>
                  </a:solidFill>
                  <a:round/>
                </a:ln>
              </p:spPr>
              <p:style>
                <a:lnRef idx="0"/>
                <a:fillRef idx="0"/>
                <a:effectRef idx="0"/>
                <a:fontRef idx="minor"/>
              </p:style>
              <p:txBody>
                <a:bodyPr lIns="90000" rIns="90000" tIns="-38520" bIns="-38520" anchor="t">
                  <a:noAutofit/>
                </a:bodyPr>
                <a:p>
                  <a:endParaRPr b="0" lang="en-US" sz="2400" spc="-1" strike="noStrike">
                    <a:solidFill>
                      <a:srgbClr val="000000"/>
                    </a:solidFill>
                    <a:latin typeface="Times New Roman"/>
                  </a:endParaRPr>
                </a:p>
              </p:txBody>
            </p:sp>
            <p:sp>
              <p:nvSpPr>
                <p:cNvPr id="8805" name=""/>
                <p:cNvSpPr/>
                <p:nvPr/>
              </p:nvSpPr>
              <p:spPr>
                <a:xfrm>
                  <a:off x="2637360" y="1499400"/>
                  <a:ext cx="144720" cy="129600"/>
                </a:xfrm>
                <a:custGeom>
                  <a:avLst/>
                  <a:gdLst/>
                  <a:ahLst/>
                  <a:rect l="l" t="t" r="r" b="b"/>
                  <a:pathLst>
                    <a:path w="1196" h="1010">
                      <a:moveTo>
                        <a:pt x="0" y="157"/>
                      </a:moveTo>
                      <a:lnTo>
                        <a:pt x="0" y="226"/>
                      </a:lnTo>
                      <a:lnTo>
                        <a:pt x="46" y="272"/>
                      </a:lnTo>
                      <a:lnTo>
                        <a:pt x="162" y="406"/>
                      </a:lnTo>
                      <a:lnTo>
                        <a:pt x="186" y="446"/>
                      </a:lnTo>
                      <a:lnTo>
                        <a:pt x="226" y="626"/>
                      </a:lnTo>
                      <a:lnTo>
                        <a:pt x="366" y="807"/>
                      </a:lnTo>
                      <a:lnTo>
                        <a:pt x="453" y="1010"/>
                      </a:lnTo>
                      <a:lnTo>
                        <a:pt x="500" y="975"/>
                      </a:lnTo>
                      <a:lnTo>
                        <a:pt x="500" y="923"/>
                      </a:lnTo>
                      <a:lnTo>
                        <a:pt x="587" y="917"/>
                      </a:lnTo>
                      <a:lnTo>
                        <a:pt x="639" y="940"/>
                      </a:lnTo>
                      <a:lnTo>
                        <a:pt x="668" y="957"/>
                      </a:lnTo>
                      <a:lnTo>
                        <a:pt x="727" y="987"/>
                      </a:lnTo>
                      <a:lnTo>
                        <a:pt x="744" y="987"/>
                      </a:lnTo>
                      <a:lnTo>
                        <a:pt x="790" y="877"/>
                      </a:lnTo>
                      <a:lnTo>
                        <a:pt x="1133" y="783"/>
                      </a:lnTo>
                      <a:lnTo>
                        <a:pt x="1174" y="783"/>
                      </a:lnTo>
                      <a:lnTo>
                        <a:pt x="1196" y="673"/>
                      </a:lnTo>
                      <a:lnTo>
                        <a:pt x="1174" y="603"/>
                      </a:lnTo>
                      <a:lnTo>
                        <a:pt x="953" y="580"/>
                      </a:lnTo>
                      <a:lnTo>
                        <a:pt x="884" y="446"/>
                      </a:lnTo>
                      <a:lnTo>
                        <a:pt x="906" y="296"/>
                      </a:lnTo>
                      <a:lnTo>
                        <a:pt x="837" y="226"/>
                      </a:lnTo>
                      <a:lnTo>
                        <a:pt x="772" y="226"/>
                      </a:lnTo>
                      <a:lnTo>
                        <a:pt x="680" y="180"/>
                      </a:lnTo>
                      <a:lnTo>
                        <a:pt x="570" y="226"/>
                      </a:lnTo>
                      <a:lnTo>
                        <a:pt x="500" y="133"/>
                      </a:lnTo>
                      <a:lnTo>
                        <a:pt x="500" y="110"/>
                      </a:lnTo>
                      <a:lnTo>
                        <a:pt x="383" y="0"/>
                      </a:lnTo>
                      <a:lnTo>
                        <a:pt x="343" y="0"/>
                      </a:lnTo>
                      <a:lnTo>
                        <a:pt x="162" y="23"/>
                      </a:lnTo>
                      <a:lnTo>
                        <a:pt x="162" y="69"/>
                      </a:lnTo>
                      <a:lnTo>
                        <a:pt x="249" y="92"/>
                      </a:lnTo>
                      <a:lnTo>
                        <a:pt x="226" y="157"/>
                      </a:lnTo>
                      <a:lnTo>
                        <a:pt x="157" y="157"/>
                      </a:lnTo>
                      <a:lnTo>
                        <a:pt x="116" y="180"/>
                      </a:lnTo>
                      <a:lnTo>
                        <a:pt x="46" y="168"/>
                      </a:lnTo>
                      <a:lnTo>
                        <a:pt x="0" y="15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06" name=""/>
                <p:cNvSpPr/>
                <p:nvPr/>
              </p:nvSpPr>
              <p:spPr>
                <a:xfrm>
                  <a:off x="2692440" y="1617840"/>
                  <a:ext cx="34560" cy="30600"/>
                </a:xfrm>
                <a:custGeom>
                  <a:avLst/>
                  <a:gdLst/>
                  <a:ahLst/>
                  <a:rect l="l" t="t" r="r" b="b"/>
                  <a:pathLst>
                    <a:path w="291" h="244">
                      <a:moveTo>
                        <a:pt x="0" y="87"/>
                      </a:moveTo>
                      <a:lnTo>
                        <a:pt x="47" y="203"/>
                      </a:lnTo>
                      <a:lnTo>
                        <a:pt x="122" y="244"/>
                      </a:lnTo>
                      <a:lnTo>
                        <a:pt x="162" y="191"/>
                      </a:lnTo>
                      <a:lnTo>
                        <a:pt x="209" y="168"/>
                      </a:lnTo>
                      <a:lnTo>
                        <a:pt x="227" y="128"/>
                      </a:lnTo>
                      <a:lnTo>
                        <a:pt x="291" y="69"/>
                      </a:lnTo>
                      <a:lnTo>
                        <a:pt x="197" y="17"/>
                      </a:lnTo>
                      <a:lnTo>
                        <a:pt x="140" y="0"/>
                      </a:lnTo>
                      <a:lnTo>
                        <a:pt x="47" y="0"/>
                      </a:lnTo>
                      <a:lnTo>
                        <a:pt x="47" y="52"/>
                      </a:lnTo>
                      <a:lnTo>
                        <a:pt x="0" y="87"/>
                      </a:lnTo>
                      <a:close/>
                    </a:path>
                  </a:pathLst>
                </a:custGeom>
                <a:solidFill>
                  <a:srgbClr val="ffffff"/>
                </a:solidFill>
                <a:ln w="9360">
                  <a:solidFill>
                    <a:srgbClr val="000000"/>
                  </a:solidFill>
                  <a:round/>
                </a:ln>
              </p:spPr>
              <p:style>
                <a:lnRef idx="0"/>
                <a:fillRef idx="0"/>
                <a:effectRef idx="0"/>
                <a:fontRef idx="minor"/>
              </p:style>
              <p:txBody>
                <a:bodyPr lIns="90000" rIns="90000" tIns="-16200" bIns="-16200" anchor="t">
                  <a:noAutofit/>
                </a:bodyPr>
                <a:p>
                  <a:endParaRPr b="0" lang="en-US" sz="2400" spc="-1" strike="noStrike">
                    <a:solidFill>
                      <a:srgbClr val="000000"/>
                    </a:solidFill>
                    <a:latin typeface="Times New Roman"/>
                  </a:endParaRPr>
                </a:p>
              </p:txBody>
            </p:sp>
            <p:sp>
              <p:nvSpPr>
                <p:cNvPr id="8807" name=""/>
                <p:cNvSpPr/>
                <p:nvPr/>
              </p:nvSpPr>
              <p:spPr>
                <a:xfrm>
                  <a:off x="2707920" y="1602360"/>
                  <a:ext cx="59760" cy="45720"/>
                </a:xfrm>
                <a:custGeom>
                  <a:avLst/>
                  <a:gdLst/>
                  <a:ahLst/>
                  <a:rect l="l" t="t" r="r" b="b"/>
                  <a:pathLst>
                    <a:path w="493" h="360">
                      <a:moveTo>
                        <a:pt x="0" y="360"/>
                      </a:moveTo>
                      <a:lnTo>
                        <a:pt x="99" y="337"/>
                      </a:lnTo>
                      <a:lnTo>
                        <a:pt x="191" y="290"/>
                      </a:lnTo>
                      <a:lnTo>
                        <a:pt x="256" y="272"/>
                      </a:lnTo>
                      <a:lnTo>
                        <a:pt x="413" y="227"/>
                      </a:lnTo>
                      <a:lnTo>
                        <a:pt x="493" y="168"/>
                      </a:lnTo>
                      <a:lnTo>
                        <a:pt x="476" y="122"/>
                      </a:lnTo>
                      <a:lnTo>
                        <a:pt x="476" y="87"/>
                      </a:lnTo>
                      <a:lnTo>
                        <a:pt x="458" y="0"/>
                      </a:lnTo>
                      <a:lnTo>
                        <a:pt x="256" y="46"/>
                      </a:lnTo>
                      <a:lnTo>
                        <a:pt x="209" y="70"/>
                      </a:lnTo>
                      <a:lnTo>
                        <a:pt x="169" y="180"/>
                      </a:lnTo>
                      <a:lnTo>
                        <a:pt x="146" y="203"/>
                      </a:lnTo>
                      <a:lnTo>
                        <a:pt x="99" y="250"/>
                      </a:lnTo>
                      <a:lnTo>
                        <a:pt x="87" y="284"/>
                      </a:lnTo>
                      <a:lnTo>
                        <a:pt x="34" y="314"/>
                      </a:lnTo>
                      <a:lnTo>
                        <a:pt x="0" y="360"/>
                      </a:lnTo>
                      <a:close/>
                    </a:path>
                  </a:pathLst>
                </a:custGeom>
                <a:solidFill>
                  <a:srgbClr val="ffffff"/>
                </a:solidFill>
                <a:ln w="9360">
                  <a:solidFill>
                    <a:srgbClr val="000000"/>
                  </a:solidFill>
                  <a:round/>
                </a:ln>
              </p:spPr>
              <p:style>
                <a:lnRef idx="0"/>
                <a:fillRef idx="0"/>
                <a:effectRef idx="0"/>
                <a:fontRef idx="minor"/>
              </p:style>
              <p:txBody>
                <a:bodyPr lIns="90000" rIns="90000" tIns="-1080" bIns="-1080" anchor="t">
                  <a:noAutofit/>
                </a:bodyPr>
                <a:p>
                  <a:endParaRPr b="0" lang="en-US" sz="2400" spc="-1" strike="noStrike">
                    <a:solidFill>
                      <a:srgbClr val="000000"/>
                    </a:solidFill>
                    <a:latin typeface="Times New Roman"/>
                  </a:endParaRPr>
                </a:p>
              </p:txBody>
            </p:sp>
            <p:sp>
              <p:nvSpPr>
                <p:cNvPr id="8808" name=""/>
                <p:cNvSpPr/>
                <p:nvPr/>
              </p:nvSpPr>
              <p:spPr>
                <a:xfrm>
                  <a:off x="2759760" y="1556640"/>
                  <a:ext cx="48960" cy="67320"/>
                </a:xfrm>
                <a:custGeom>
                  <a:avLst/>
                  <a:gdLst/>
                  <a:ahLst/>
                  <a:rect l="l" t="t" r="r" b="b"/>
                  <a:pathLst>
                    <a:path w="406" h="529">
                      <a:moveTo>
                        <a:pt x="0" y="361"/>
                      </a:moveTo>
                      <a:lnTo>
                        <a:pt x="139" y="314"/>
                      </a:lnTo>
                      <a:lnTo>
                        <a:pt x="174" y="267"/>
                      </a:lnTo>
                      <a:lnTo>
                        <a:pt x="162" y="163"/>
                      </a:lnTo>
                      <a:lnTo>
                        <a:pt x="197" y="93"/>
                      </a:lnTo>
                      <a:lnTo>
                        <a:pt x="214" y="41"/>
                      </a:lnTo>
                      <a:lnTo>
                        <a:pt x="209" y="0"/>
                      </a:lnTo>
                      <a:lnTo>
                        <a:pt x="256" y="65"/>
                      </a:lnTo>
                      <a:lnTo>
                        <a:pt x="325" y="122"/>
                      </a:lnTo>
                      <a:lnTo>
                        <a:pt x="383" y="134"/>
                      </a:lnTo>
                      <a:lnTo>
                        <a:pt x="389" y="175"/>
                      </a:lnTo>
                      <a:lnTo>
                        <a:pt x="406" y="204"/>
                      </a:lnTo>
                      <a:lnTo>
                        <a:pt x="406" y="250"/>
                      </a:lnTo>
                      <a:lnTo>
                        <a:pt x="336" y="291"/>
                      </a:lnTo>
                      <a:lnTo>
                        <a:pt x="296" y="384"/>
                      </a:lnTo>
                      <a:lnTo>
                        <a:pt x="226" y="431"/>
                      </a:lnTo>
                      <a:lnTo>
                        <a:pt x="116" y="494"/>
                      </a:lnTo>
                      <a:lnTo>
                        <a:pt x="57" y="529"/>
                      </a:lnTo>
                      <a:lnTo>
                        <a:pt x="40" y="483"/>
                      </a:lnTo>
                      <a:lnTo>
                        <a:pt x="34" y="448"/>
                      </a:lnTo>
                      <a:lnTo>
                        <a:pt x="0" y="361"/>
                      </a:lnTo>
                      <a:close/>
                    </a:path>
                  </a:pathLst>
                </a:custGeom>
                <a:solidFill>
                  <a:srgbClr val="ffffff"/>
                </a:solidFill>
                <a:ln w="9360">
                  <a:solidFill>
                    <a:srgbClr val="000000"/>
                  </a:solidFill>
                  <a:round/>
                </a:ln>
              </p:spPr>
              <p:style>
                <a:lnRef idx="0"/>
                <a:fillRef idx="0"/>
                <a:effectRef idx="0"/>
                <a:fontRef idx="minor"/>
              </p:style>
              <p:txBody>
                <a:bodyPr lIns="90000" rIns="90000" tIns="20520" bIns="20520" anchor="t">
                  <a:noAutofit/>
                </a:bodyPr>
                <a:p>
                  <a:endParaRPr b="0" lang="en-US" sz="2400" spc="-1" strike="noStrike">
                    <a:solidFill>
                      <a:srgbClr val="000000"/>
                    </a:solidFill>
                    <a:latin typeface="Times New Roman"/>
                  </a:endParaRPr>
                </a:p>
              </p:txBody>
            </p:sp>
            <p:sp>
              <p:nvSpPr>
                <p:cNvPr id="8809" name=""/>
                <p:cNvSpPr/>
                <p:nvPr/>
              </p:nvSpPr>
              <p:spPr>
                <a:xfrm>
                  <a:off x="2744640" y="1540080"/>
                  <a:ext cx="42120" cy="36720"/>
                </a:xfrm>
                <a:custGeom>
                  <a:avLst/>
                  <a:gdLst/>
                  <a:ahLst/>
                  <a:rect l="l" t="t" r="r" b="b"/>
                  <a:pathLst>
                    <a:path w="354" h="284">
                      <a:moveTo>
                        <a:pt x="22" y="0"/>
                      </a:moveTo>
                      <a:lnTo>
                        <a:pt x="0" y="105"/>
                      </a:lnTo>
                      <a:lnTo>
                        <a:pt x="0" y="122"/>
                      </a:lnTo>
                      <a:lnTo>
                        <a:pt x="52" y="232"/>
                      </a:lnTo>
                      <a:lnTo>
                        <a:pt x="69" y="261"/>
                      </a:lnTo>
                      <a:lnTo>
                        <a:pt x="249" y="284"/>
                      </a:lnTo>
                      <a:lnTo>
                        <a:pt x="290" y="284"/>
                      </a:lnTo>
                      <a:lnTo>
                        <a:pt x="354" y="168"/>
                      </a:lnTo>
                      <a:lnTo>
                        <a:pt x="336" y="110"/>
                      </a:lnTo>
                      <a:lnTo>
                        <a:pt x="312" y="110"/>
                      </a:lnTo>
                      <a:lnTo>
                        <a:pt x="249" y="150"/>
                      </a:lnTo>
                      <a:lnTo>
                        <a:pt x="249" y="174"/>
                      </a:lnTo>
                      <a:lnTo>
                        <a:pt x="121" y="157"/>
                      </a:lnTo>
                      <a:lnTo>
                        <a:pt x="110" y="127"/>
                      </a:lnTo>
                      <a:lnTo>
                        <a:pt x="110" y="110"/>
                      </a:lnTo>
                      <a:lnTo>
                        <a:pt x="69" y="127"/>
                      </a:lnTo>
                      <a:lnTo>
                        <a:pt x="22" y="17"/>
                      </a:lnTo>
                      <a:lnTo>
                        <a:pt x="22" y="0"/>
                      </a:lnTo>
                      <a:close/>
                    </a:path>
                  </a:pathLst>
                </a:custGeom>
                <a:solidFill>
                  <a:srgbClr val="ffffff"/>
                </a:solidFill>
                <a:ln w="9360">
                  <a:solidFill>
                    <a:srgbClr val="000000"/>
                  </a:solidFill>
                  <a:round/>
                </a:ln>
              </p:spPr>
              <p:style>
                <a:lnRef idx="0"/>
                <a:fillRef idx="0"/>
                <a:effectRef idx="0"/>
                <a:fontRef idx="minor"/>
              </p:style>
              <p:txBody>
                <a:bodyPr lIns="90000" rIns="90000" tIns="-10080" bIns="-10080" anchor="t">
                  <a:noAutofit/>
                </a:bodyPr>
                <a:p>
                  <a:endParaRPr b="0" lang="en-US" sz="2400" spc="-1" strike="noStrike">
                    <a:solidFill>
                      <a:srgbClr val="000000"/>
                    </a:solidFill>
                    <a:latin typeface="Times New Roman"/>
                  </a:endParaRPr>
                </a:p>
              </p:txBody>
            </p:sp>
            <p:sp>
              <p:nvSpPr>
                <p:cNvPr id="8810" name=""/>
                <p:cNvSpPr/>
                <p:nvPr/>
              </p:nvSpPr>
              <p:spPr>
                <a:xfrm>
                  <a:off x="2722320" y="1517040"/>
                  <a:ext cx="14400" cy="12240"/>
                </a:xfrm>
                <a:custGeom>
                  <a:avLst/>
                  <a:gdLst/>
                  <a:ahLst/>
                  <a:rect l="l" t="t" r="r" b="b"/>
                  <a:pathLst>
                    <a:path w="122" h="93">
                      <a:moveTo>
                        <a:pt x="122" y="93"/>
                      </a:moveTo>
                      <a:lnTo>
                        <a:pt x="93" y="0"/>
                      </a:lnTo>
                      <a:lnTo>
                        <a:pt x="35" y="6"/>
                      </a:lnTo>
                      <a:lnTo>
                        <a:pt x="0" y="52"/>
                      </a:lnTo>
                      <a:lnTo>
                        <a:pt x="75" y="93"/>
                      </a:lnTo>
                      <a:lnTo>
                        <a:pt x="122" y="93"/>
                      </a:lnTo>
                      <a:close/>
                    </a:path>
                  </a:pathLst>
                </a:custGeom>
                <a:solidFill>
                  <a:srgbClr val="ffffff"/>
                </a:solidFill>
                <a:ln w="9360">
                  <a:solidFill>
                    <a:srgbClr val="000000"/>
                  </a:solidFill>
                  <a:round/>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8811" name=""/>
                <p:cNvSpPr/>
                <p:nvPr/>
              </p:nvSpPr>
              <p:spPr>
                <a:xfrm>
                  <a:off x="2668320" y="1450440"/>
                  <a:ext cx="68400" cy="78480"/>
                </a:xfrm>
                <a:custGeom>
                  <a:avLst/>
                  <a:gdLst/>
                  <a:ahLst/>
                  <a:rect l="l" t="t" r="r" b="b"/>
                  <a:pathLst>
                    <a:path w="570" h="610">
                      <a:moveTo>
                        <a:pt x="541" y="517"/>
                      </a:moveTo>
                      <a:lnTo>
                        <a:pt x="570" y="476"/>
                      </a:lnTo>
                      <a:lnTo>
                        <a:pt x="523" y="384"/>
                      </a:lnTo>
                      <a:lnTo>
                        <a:pt x="501" y="297"/>
                      </a:lnTo>
                      <a:lnTo>
                        <a:pt x="408" y="273"/>
                      </a:lnTo>
                      <a:lnTo>
                        <a:pt x="390" y="209"/>
                      </a:lnTo>
                      <a:lnTo>
                        <a:pt x="431" y="110"/>
                      </a:lnTo>
                      <a:lnTo>
                        <a:pt x="361" y="93"/>
                      </a:lnTo>
                      <a:lnTo>
                        <a:pt x="326" y="70"/>
                      </a:lnTo>
                      <a:lnTo>
                        <a:pt x="291" y="0"/>
                      </a:lnTo>
                      <a:lnTo>
                        <a:pt x="233" y="0"/>
                      </a:lnTo>
                      <a:lnTo>
                        <a:pt x="129" y="41"/>
                      </a:lnTo>
                      <a:lnTo>
                        <a:pt x="140" y="87"/>
                      </a:lnTo>
                      <a:lnTo>
                        <a:pt x="105" y="185"/>
                      </a:lnTo>
                      <a:lnTo>
                        <a:pt x="24" y="250"/>
                      </a:lnTo>
                      <a:lnTo>
                        <a:pt x="0" y="314"/>
                      </a:lnTo>
                      <a:lnTo>
                        <a:pt x="30" y="389"/>
                      </a:lnTo>
                      <a:lnTo>
                        <a:pt x="134" y="384"/>
                      </a:lnTo>
                      <a:lnTo>
                        <a:pt x="251" y="494"/>
                      </a:lnTo>
                      <a:lnTo>
                        <a:pt x="251" y="523"/>
                      </a:lnTo>
                      <a:lnTo>
                        <a:pt x="321" y="610"/>
                      </a:lnTo>
                      <a:lnTo>
                        <a:pt x="425" y="564"/>
                      </a:lnTo>
                      <a:lnTo>
                        <a:pt x="454" y="564"/>
                      </a:lnTo>
                      <a:lnTo>
                        <a:pt x="478" y="523"/>
                      </a:lnTo>
                      <a:lnTo>
                        <a:pt x="523" y="517"/>
                      </a:lnTo>
                      <a:lnTo>
                        <a:pt x="541" y="517"/>
                      </a:lnTo>
                      <a:close/>
                    </a:path>
                  </a:pathLst>
                </a:custGeom>
                <a:solidFill>
                  <a:srgbClr val="ffffff"/>
                </a:solidFill>
                <a:ln w="9360">
                  <a:solidFill>
                    <a:srgbClr val="000000"/>
                  </a:solidFill>
                  <a:round/>
                </a:ln>
              </p:spPr>
              <p:style>
                <a:lnRef idx="0"/>
                <a:fillRef idx="0"/>
                <a:effectRef idx="0"/>
                <a:fontRef idx="minor"/>
              </p:style>
              <p:txBody>
                <a:bodyPr lIns="90000" rIns="90000" tIns="31680" bIns="31680" anchor="t">
                  <a:noAutofit/>
                </a:bodyPr>
                <a:p>
                  <a:endParaRPr b="0" lang="en-US" sz="2400" spc="-1" strike="noStrike">
                    <a:solidFill>
                      <a:srgbClr val="000000"/>
                    </a:solidFill>
                    <a:latin typeface="Times New Roman"/>
                  </a:endParaRPr>
                </a:p>
              </p:txBody>
            </p:sp>
            <p:sp>
              <p:nvSpPr>
                <p:cNvPr id="8812" name=""/>
                <p:cNvSpPr/>
                <p:nvPr/>
              </p:nvSpPr>
              <p:spPr>
                <a:xfrm>
                  <a:off x="2635560" y="1490400"/>
                  <a:ext cx="36360" cy="32400"/>
                </a:xfrm>
                <a:custGeom>
                  <a:avLst/>
                  <a:gdLst/>
                  <a:ahLst/>
                  <a:rect l="l" t="t" r="r" b="b"/>
                  <a:pathLst>
                    <a:path w="302" h="257">
                      <a:moveTo>
                        <a:pt x="267" y="12"/>
                      </a:moveTo>
                      <a:lnTo>
                        <a:pt x="215" y="12"/>
                      </a:lnTo>
                      <a:lnTo>
                        <a:pt x="187" y="30"/>
                      </a:lnTo>
                      <a:lnTo>
                        <a:pt x="117" y="30"/>
                      </a:lnTo>
                      <a:lnTo>
                        <a:pt x="35" y="0"/>
                      </a:lnTo>
                      <a:lnTo>
                        <a:pt x="23" y="59"/>
                      </a:lnTo>
                      <a:lnTo>
                        <a:pt x="47" y="140"/>
                      </a:lnTo>
                      <a:lnTo>
                        <a:pt x="18" y="169"/>
                      </a:lnTo>
                      <a:lnTo>
                        <a:pt x="0" y="187"/>
                      </a:lnTo>
                      <a:lnTo>
                        <a:pt x="18" y="234"/>
                      </a:lnTo>
                      <a:lnTo>
                        <a:pt x="75" y="251"/>
                      </a:lnTo>
                      <a:lnTo>
                        <a:pt x="134" y="257"/>
                      </a:lnTo>
                      <a:lnTo>
                        <a:pt x="175" y="234"/>
                      </a:lnTo>
                      <a:lnTo>
                        <a:pt x="244" y="234"/>
                      </a:lnTo>
                      <a:lnTo>
                        <a:pt x="267" y="169"/>
                      </a:lnTo>
                      <a:lnTo>
                        <a:pt x="180" y="146"/>
                      </a:lnTo>
                      <a:lnTo>
                        <a:pt x="180" y="100"/>
                      </a:lnTo>
                      <a:lnTo>
                        <a:pt x="250" y="88"/>
                      </a:lnTo>
                      <a:lnTo>
                        <a:pt x="302" y="82"/>
                      </a:lnTo>
                      <a:lnTo>
                        <a:pt x="267" y="12"/>
                      </a:lnTo>
                      <a:close/>
                    </a:path>
                  </a:pathLst>
                </a:custGeom>
                <a:solidFill>
                  <a:srgbClr val="ffffff"/>
                </a:solidFill>
                <a:ln w="9360">
                  <a:solidFill>
                    <a:srgbClr val="000000"/>
                  </a:solidFill>
                  <a:round/>
                </a:ln>
              </p:spPr>
              <p:style>
                <a:lnRef idx="0"/>
                <a:fillRef idx="0"/>
                <a:effectRef idx="0"/>
                <a:fontRef idx="minor"/>
              </p:style>
              <p:txBody>
                <a:bodyPr lIns="90000" rIns="90000" tIns="-14400" bIns="-14400" anchor="t">
                  <a:noAutofit/>
                </a:bodyPr>
                <a:p>
                  <a:endParaRPr b="0" lang="en-US" sz="2400" spc="-1" strike="noStrike">
                    <a:solidFill>
                      <a:srgbClr val="000000"/>
                    </a:solidFill>
                    <a:latin typeface="Times New Roman"/>
                  </a:endParaRPr>
                </a:p>
              </p:txBody>
            </p:sp>
            <p:sp>
              <p:nvSpPr>
                <p:cNvPr id="8813" name=""/>
                <p:cNvSpPr/>
                <p:nvPr/>
              </p:nvSpPr>
              <p:spPr>
                <a:xfrm>
                  <a:off x="2631600" y="1487160"/>
                  <a:ext cx="10440" cy="26280"/>
                </a:xfrm>
                <a:custGeom>
                  <a:avLst/>
                  <a:gdLst/>
                  <a:ahLst/>
                  <a:rect l="l" t="t" r="r" b="b"/>
                  <a:pathLst>
                    <a:path w="87" h="209">
                      <a:moveTo>
                        <a:pt x="87" y="29"/>
                      </a:moveTo>
                      <a:lnTo>
                        <a:pt x="47" y="0"/>
                      </a:lnTo>
                      <a:lnTo>
                        <a:pt x="17" y="104"/>
                      </a:lnTo>
                      <a:lnTo>
                        <a:pt x="24" y="144"/>
                      </a:lnTo>
                      <a:lnTo>
                        <a:pt x="0" y="174"/>
                      </a:lnTo>
                      <a:lnTo>
                        <a:pt x="29" y="209"/>
                      </a:lnTo>
                      <a:lnTo>
                        <a:pt x="76" y="168"/>
                      </a:lnTo>
                      <a:lnTo>
                        <a:pt x="76" y="144"/>
                      </a:lnTo>
                      <a:lnTo>
                        <a:pt x="59" y="81"/>
                      </a:lnTo>
                      <a:lnTo>
                        <a:pt x="69" y="40"/>
                      </a:lnTo>
                      <a:lnTo>
                        <a:pt x="87" y="29"/>
                      </a:lnTo>
                      <a:close/>
                    </a:path>
                  </a:pathLst>
                </a:custGeom>
                <a:solidFill>
                  <a:srgbClr val="ffffff"/>
                </a:solidFill>
                <a:ln w="9360">
                  <a:solidFill>
                    <a:srgbClr val="000000"/>
                  </a:solidFill>
                  <a:round/>
                </a:ln>
              </p:spPr>
              <p:style>
                <a:lnRef idx="0"/>
                <a:fillRef idx="0"/>
                <a:effectRef idx="0"/>
                <a:fontRef idx="minor"/>
              </p:style>
              <p:txBody>
                <a:bodyPr lIns="90000" rIns="90000" tIns="-20520" bIns="-20520" anchor="t">
                  <a:noAutofit/>
                </a:bodyPr>
                <a:p>
                  <a:endParaRPr b="0" lang="en-US" sz="2400" spc="-1" strike="noStrike">
                    <a:solidFill>
                      <a:srgbClr val="000000"/>
                    </a:solidFill>
                    <a:latin typeface="Times New Roman"/>
                  </a:endParaRPr>
                </a:p>
              </p:txBody>
            </p:sp>
            <p:sp>
              <p:nvSpPr>
                <p:cNvPr id="8814" name=""/>
                <p:cNvSpPr/>
                <p:nvPr/>
              </p:nvSpPr>
              <p:spPr>
                <a:xfrm>
                  <a:off x="2637360" y="1474200"/>
                  <a:ext cx="11520" cy="17280"/>
                </a:xfrm>
                <a:custGeom>
                  <a:avLst/>
                  <a:gdLst/>
                  <a:ahLst/>
                  <a:rect l="l" t="t" r="r" b="b"/>
                  <a:pathLst>
                    <a:path w="92" h="139">
                      <a:moveTo>
                        <a:pt x="0" y="117"/>
                      </a:moveTo>
                      <a:lnTo>
                        <a:pt x="29" y="70"/>
                      </a:lnTo>
                      <a:lnTo>
                        <a:pt x="46" y="0"/>
                      </a:lnTo>
                      <a:lnTo>
                        <a:pt x="92" y="23"/>
                      </a:lnTo>
                      <a:lnTo>
                        <a:pt x="69" y="70"/>
                      </a:lnTo>
                      <a:lnTo>
                        <a:pt x="46" y="139"/>
                      </a:lnTo>
                      <a:lnTo>
                        <a:pt x="0" y="117"/>
                      </a:lnTo>
                      <a:close/>
                    </a:path>
                  </a:pathLst>
                </a:custGeom>
                <a:solidFill>
                  <a:srgbClr val="ffffff"/>
                </a:solidFill>
                <a:ln w="9360">
                  <a:solidFill>
                    <a:srgbClr val="000000"/>
                  </a:solidFill>
                  <a:round/>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8815" name=""/>
                <p:cNvSpPr/>
                <p:nvPr/>
              </p:nvSpPr>
              <p:spPr>
                <a:xfrm>
                  <a:off x="2641320" y="1453320"/>
                  <a:ext cx="42120" cy="39600"/>
                </a:xfrm>
                <a:custGeom>
                  <a:avLst/>
                  <a:gdLst/>
                  <a:ahLst/>
                  <a:rect l="l" t="t" r="r" b="b"/>
                  <a:pathLst>
                    <a:path w="354" h="314">
                      <a:moveTo>
                        <a:pt x="0" y="291"/>
                      </a:moveTo>
                      <a:lnTo>
                        <a:pt x="63" y="314"/>
                      </a:lnTo>
                      <a:lnTo>
                        <a:pt x="133" y="314"/>
                      </a:lnTo>
                      <a:lnTo>
                        <a:pt x="168" y="302"/>
                      </a:lnTo>
                      <a:lnTo>
                        <a:pt x="220" y="296"/>
                      </a:lnTo>
                      <a:lnTo>
                        <a:pt x="244" y="227"/>
                      </a:lnTo>
                      <a:lnTo>
                        <a:pt x="337" y="157"/>
                      </a:lnTo>
                      <a:lnTo>
                        <a:pt x="354" y="70"/>
                      </a:lnTo>
                      <a:lnTo>
                        <a:pt x="354" y="23"/>
                      </a:lnTo>
                      <a:lnTo>
                        <a:pt x="337" y="18"/>
                      </a:lnTo>
                      <a:lnTo>
                        <a:pt x="290" y="6"/>
                      </a:lnTo>
                      <a:lnTo>
                        <a:pt x="255" y="23"/>
                      </a:lnTo>
                      <a:lnTo>
                        <a:pt x="203" y="18"/>
                      </a:lnTo>
                      <a:lnTo>
                        <a:pt x="174" y="0"/>
                      </a:lnTo>
                      <a:lnTo>
                        <a:pt x="133" y="6"/>
                      </a:lnTo>
                      <a:lnTo>
                        <a:pt x="81" y="23"/>
                      </a:lnTo>
                      <a:lnTo>
                        <a:pt x="40" y="70"/>
                      </a:lnTo>
                      <a:lnTo>
                        <a:pt x="17" y="157"/>
                      </a:lnTo>
                      <a:lnTo>
                        <a:pt x="46" y="169"/>
                      </a:lnTo>
                      <a:lnTo>
                        <a:pt x="63" y="186"/>
                      </a:lnTo>
                      <a:lnTo>
                        <a:pt x="40" y="221"/>
                      </a:lnTo>
                      <a:lnTo>
                        <a:pt x="0" y="291"/>
                      </a:lnTo>
                      <a:close/>
                    </a:path>
                  </a:pathLst>
                </a:custGeom>
                <a:solidFill>
                  <a:srgbClr val="ffffff"/>
                </a:solidFill>
                <a:ln w="9360">
                  <a:solidFill>
                    <a:srgbClr val="00000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8816" name=""/>
                <p:cNvSpPr/>
                <p:nvPr/>
              </p:nvSpPr>
              <p:spPr>
                <a:xfrm>
                  <a:off x="2578680" y="1404720"/>
                  <a:ext cx="125280" cy="57960"/>
                </a:xfrm>
                <a:custGeom>
                  <a:avLst/>
                  <a:gdLst/>
                  <a:ahLst/>
                  <a:rect l="l" t="t" r="r" b="b"/>
                  <a:pathLst>
                    <a:path w="1035" h="453">
                      <a:moveTo>
                        <a:pt x="24" y="116"/>
                      </a:moveTo>
                      <a:lnTo>
                        <a:pt x="24" y="179"/>
                      </a:lnTo>
                      <a:lnTo>
                        <a:pt x="0" y="273"/>
                      </a:lnTo>
                      <a:lnTo>
                        <a:pt x="47" y="291"/>
                      </a:lnTo>
                      <a:lnTo>
                        <a:pt x="93" y="336"/>
                      </a:lnTo>
                      <a:lnTo>
                        <a:pt x="128" y="383"/>
                      </a:lnTo>
                      <a:lnTo>
                        <a:pt x="198" y="406"/>
                      </a:lnTo>
                      <a:lnTo>
                        <a:pt x="314" y="383"/>
                      </a:lnTo>
                      <a:lnTo>
                        <a:pt x="355" y="430"/>
                      </a:lnTo>
                      <a:lnTo>
                        <a:pt x="378" y="430"/>
                      </a:lnTo>
                      <a:lnTo>
                        <a:pt x="471" y="406"/>
                      </a:lnTo>
                      <a:lnTo>
                        <a:pt x="518" y="406"/>
                      </a:lnTo>
                      <a:lnTo>
                        <a:pt x="535" y="406"/>
                      </a:lnTo>
                      <a:lnTo>
                        <a:pt x="558" y="453"/>
                      </a:lnTo>
                      <a:lnTo>
                        <a:pt x="605" y="406"/>
                      </a:lnTo>
                      <a:lnTo>
                        <a:pt x="675" y="383"/>
                      </a:lnTo>
                      <a:lnTo>
                        <a:pt x="698" y="383"/>
                      </a:lnTo>
                      <a:lnTo>
                        <a:pt x="715" y="406"/>
                      </a:lnTo>
                      <a:lnTo>
                        <a:pt x="762" y="406"/>
                      </a:lnTo>
                      <a:lnTo>
                        <a:pt x="808" y="383"/>
                      </a:lnTo>
                      <a:lnTo>
                        <a:pt x="855" y="406"/>
                      </a:lnTo>
                      <a:lnTo>
                        <a:pt x="895" y="383"/>
                      </a:lnTo>
                      <a:lnTo>
                        <a:pt x="965" y="360"/>
                      </a:lnTo>
                      <a:lnTo>
                        <a:pt x="1012" y="360"/>
                      </a:lnTo>
                      <a:lnTo>
                        <a:pt x="1012" y="291"/>
                      </a:lnTo>
                      <a:lnTo>
                        <a:pt x="1035" y="203"/>
                      </a:lnTo>
                      <a:lnTo>
                        <a:pt x="1012" y="156"/>
                      </a:lnTo>
                      <a:lnTo>
                        <a:pt x="965" y="46"/>
                      </a:lnTo>
                      <a:lnTo>
                        <a:pt x="919" y="22"/>
                      </a:lnTo>
                      <a:lnTo>
                        <a:pt x="855" y="22"/>
                      </a:lnTo>
                      <a:lnTo>
                        <a:pt x="762" y="46"/>
                      </a:lnTo>
                      <a:lnTo>
                        <a:pt x="715" y="92"/>
                      </a:lnTo>
                      <a:lnTo>
                        <a:pt x="651" y="69"/>
                      </a:lnTo>
                      <a:lnTo>
                        <a:pt x="448" y="0"/>
                      </a:lnTo>
                      <a:lnTo>
                        <a:pt x="332" y="0"/>
                      </a:lnTo>
                      <a:lnTo>
                        <a:pt x="222" y="46"/>
                      </a:lnTo>
                      <a:lnTo>
                        <a:pt x="128" y="69"/>
                      </a:lnTo>
                      <a:lnTo>
                        <a:pt x="117" y="87"/>
                      </a:lnTo>
                      <a:lnTo>
                        <a:pt x="122" y="116"/>
                      </a:lnTo>
                      <a:lnTo>
                        <a:pt x="58" y="104"/>
                      </a:lnTo>
                      <a:lnTo>
                        <a:pt x="24" y="116"/>
                      </a:lnTo>
                      <a:close/>
                    </a:path>
                  </a:pathLst>
                </a:custGeom>
                <a:solidFill>
                  <a:srgbClr val="ffffff"/>
                </a:solidFill>
                <a:ln w="9360">
                  <a:solidFill>
                    <a:srgbClr val="000000"/>
                  </a:solidFill>
                  <a:round/>
                </a:ln>
              </p:spPr>
              <p:style>
                <a:lnRef idx="0"/>
                <a:fillRef idx="0"/>
                <a:effectRef idx="0"/>
                <a:fontRef idx="minor"/>
              </p:style>
              <p:txBody>
                <a:bodyPr lIns="90000" rIns="90000" tIns="11160" bIns="11160" anchor="t">
                  <a:noAutofit/>
                </a:bodyPr>
                <a:p>
                  <a:endParaRPr b="0" lang="en-US" sz="2400" spc="-1" strike="noStrike">
                    <a:solidFill>
                      <a:srgbClr val="000000"/>
                    </a:solidFill>
                    <a:latin typeface="Times New Roman"/>
                  </a:endParaRPr>
                </a:p>
              </p:txBody>
            </p:sp>
            <p:sp>
              <p:nvSpPr>
                <p:cNvPr id="8817" name=""/>
                <p:cNvSpPr/>
                <p:nvPr/>
              </p:nvSpPr>
              <p:spPr>
                <a:xfrm>
                  <a:off x="2619360" y="1467720"/>
                  <a:ext cx="10440" cy="9000"/>
                </a:xfrm>
                <a:custGeom>
                  <a:avLst/>
                  <a:gdLst/>
                  <a:ahLst/>
                  <a:rect l="l" t="t" r="r" b="b"/>
                  <a:pathLst>
                    <a:path w="92" h="70">
                      <a:moveTo>
                        <a:pt x="92" y="0"/>
                      </a:moveTo>
                      <a:lnTo>
                        <a:pt x="46" y="0"/>
                      </a:lnTo>
                      <a:lnTo>
                        <a:pt x="0" y="24"/>
                      </a:lnTo>
                      <a:lnTo>
                        <a:pt x="0" y="70"/>
                      </a:lnTo>
                      <a:lnTo>
                        <a:pt x="23" y="70"/>
                      </a:lnTo>
                      <a:lnTo>
                        <a:pt x="46" y="47"/>
                      </a:lnTo>
                      <a:lnTo>
                        <a:pt x="69" y="47"/>
                      </a:lnTo>
                      <a:lnTo>
                        <a:pt x="92" y="24"/>
                      </a:lnTo>
                      <a:lnTo>
                        <a:pt x="92" y="0"/>
                      </a:lnTo>
                      <a:close/>
                    </a:path>
                  </a:pathLst>
                </a:custGeom>
                <a:solidFill>
                  <a:srgbClr val="ffffff"/>
                </a:solidFill>
                <a:ln w="9360">
                  <a:solidFill>
                    <a:srgbClr val="000000"/>
                  </a:solidFill>
                  <a:round/>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8818" name=""/>
                <p:cNvSpPr/>
                <p:nvPr/>
              </p:nvSpPr>
              <p:spPr>
                <a:xfrm>
                  <a:off x="2548800" y="1304640"/>
                  <a:ext cx="111600" cy="70200"/>
                </a:xfrm>
                <a:custGeom>
                  <a:avLst/>
                  <a:gdLst/>
                  <a:ahLst/>
                  <a:rect l="l" t="t" r="r" b="b"/>
                  <a:pathLst>
                    <a:path w="924" h="558">
                      <a:moveTo>
                        <a:pt x="877" y="360"/>
                      </a:moveTo>
                      <a:lnTo>
                        <a:pt x="830" y="383"/>
                      </a:lnTo>
                      <a:lnTo>
                        <a:pt x="784" y="430"/>
                      </a:lnTo>
                      <a:lnTo>
                        <a:pt x="697" y="453"/>
                      </a:lnTo>
                      <a:lnTo>
                        <a:pt x="650" y="453"/>
                      </a:lnTo>
                      <a:lnTo>
                        <a:pt x="650" y="493"/>
                      </a:lnTo>
                      <a:lnTo>
                        <a:pt x="697" y="516"/>
                      </a:lnTo>
                      <a:lnTo>
                        <a:pt x="650" y="540"/>
                      </a:lnTo>
                      <a:lnTo>
                        <a:pt x="627" y="540"/>
                      </a:lnTo>
                      <a:lnTo>
                        <a:pt x="581" y="476"/>
                      </a:lnTo>
                      <a:lnTo>
                        <a:pt x="563" y="453"/>
                      </a:lnTo>
                      <a:lnTo>
                        <a:pt x="516" y="453"/>
                      </a:lnTo>
                      <a:lnTo>
                        <a:pt x="471" y="453"/>
                      </a:lnTo>
                      <a:lnTo>
                        <a:pt x="447" y="516"/>
                      </a:lnTo>
                      <a:lnTo>
                        <a:pt x="401" y="540"/>
                      </a:lnTo>
                      <a:lnTo>
                        <a:pt x="377" y="540"/>
                      </a:lnTo>
                      <a:lnTo>
                        <a:pt x="359" y="558"/>
                      </a:lnTo>
                      <a:lnTo>
                        <a:pt x="359" y="441"/>
                      </a:lnTo>
                      <a:lnTo>
                        <a:pt x="412" y="395"/>
                      </a:lnTo>
                      <a:lnTo>
                        <a:pt x="447" y="383"/>
                      </a:lnTo>
                      <a:lnTo>
                        <a:pt x="424" y="336"/>
                      </a:lnTo>
                      <a:lnTo>
                        <a:pt x="377" y="273"/>
                      </a:lnTo>
                      <a:lnTo>
                        <a:pt x="342" y="273"/>
                      </a:lnTo>
                      <a:lnTo>
                        <a:pt x="273" y="296"/>
                      </a:lnTo>
                      <a:lnTo>
                        <a:pt x="249" y="343"/>
                      </a:lnTo>
                      <a:lnTo>
                        <a:pt x="162" y="336"/>
                      </a:lnTo>
                      <a:lnTo>
                        <a:pt x="57" y="343"/>
                      </a:lnTo>
                      <a:lnTo>
                        <a:pt x="17" y="308"/>
                      </a:lnTo>
                      <a:lnTo>
                        <a:pt x="0" y="249"/>
                      </a:lnTo>
                      <a:lnTo>
                        <a:pt x="92" y="116"/>
                      </a:lnTo>
                      <a:lnTo>
                        <a:pt x="69" y="69"/>
                      </a:lnTo>
                      <a:lnTo>
                        <a:pt x="116" y="40"/>
                      </a:lnTo>
                      <a:lnTo>
                        <a:pt x="162" y="40"/>
                      </a:lnTo>
                      <a:lnTo>
                        <a:pt x="180" y="40"/>
                      </a:lnTo>
                      <a:lnTo>
                        <a:pt x="249" y="87"/>
                      </a:lnTo>
                      <a:lnTo>
                        <a:pt x="359" y="40"/>
                      </a:lnTo>
                      <a:lnTo>
                        <a:pt x="377" y="69"/>
                      </a:lnTo>
                      <a:lnTo>
                        <a:pt x="401" y="40"/>
                      </a:lnTo>
                      <a:lnTo>
                        <a:pt x="447" y="23"/>
                      </a:lnTo>
                      <a:lnTo>
                        <a:pt x="493" y="23"/>
                      </a:lnTo>
                      <a:lnTo>
                        <a:pt x="581" y="0"/>
                      </a:lnTo>
                      <a:lnTo>
                        <a:pt x="697" y="0"/>
                      </a:lnTo>
                      <a:lnTo>
                        <a:pt x="738" y="69"/>
                      </a:lnTo>
                      <a:lnTo>
                        <a:pt x="784" y="116"/>
                      </a:lnTo>
                      <a:lnTo>
                        <a:pt x="854" y="116"/>
                      </a:lnTo>
                      <a:lnTo>
                        <a:pt x="900" y="226"/>
                      </a:lnTo>
                      <a:lnTo>
                        <a:pt x="900" y="249"/>
                      </a:lnTo>
                      <a:lnTo>
                        <a:pt x="924" y="319"/>
                      </a:lnTo>
                      <a:lnTo>
                        <a:pt x="854" y="336"/>
                      </a:lnTo>
                      <a:lnTo>
                        <a:pt x="877" y="360"/>
                      </a:lnTo>
                      <a:close/>
                    </a:path>
                  </a:pathLst>
                </a:custGeom>
                <a:solidFill>
                  <a:srgbClr val="ffffff"/>
                </a:solidFill>
                <a:ln w="9360">
                  <a:solidFill>
                    <a:srgbClr val="000000"/>
                  </a:solidFill>
                  <a:round/>
                </a:ln>
              </p:spPr>
              <p:style>
                <a:lnRef idx="0"/>
                <a:fillRef idx="0"/>
                <a:effectRef idx="0"/>
                <a:fontRef idx="minor"/>
              </p:style>
              <p:txBody>
                <a:bodyPr lIns="90000" rIns="90000" tIns="23400" bIns="23400" anchor="t">
                  <a:noAutofit/>
                </a:bodyPr>
                <a:p>
                  <a:endParaRPr b="0" lang="en-US" sz="2400" spc="-1" strike="noStrike">
                    <a:solidFill>
                      <a:srgbClr val="000000"/>
                    </a:solidFill>
                    <a:latin typeface="Times New Roman"/>
                  </a:endParaRPr>
                </a:p>
              </p:txBody>
            </p:sp>
            <p:sp>
              <p:nvSpPr>
                <p:cNvPr id="8819" name=""/>
                <p:cNvSpPr/>
                <p:nvPr/>
              </p:nvSpPr>
              <p:spPr>
                <a:xfrm>
                  <a:off x="2582640" y="1339200"/>
                  <a:ext cx="20880" cy="21240"/>
                </a:xfrm>
                <a:custGeom>
                  <a:avLst/>
                  <a:gdLst/>
                  <a:ahLst/>
                  <a:rect l="l" t="t" r="r" b="b"/>
                  <a:pathLst>
                    <a:path w="174" h="168">
                      <a:moveTo>
                        <a:pt x="0" y="18"/>
                      </a:moveTo>
                      <a:lnTo>
                        <a:pt x="75" y="133"/>
                      </a:lnTo>
                      <a:lnTo>
                        <a:pt x="80" y="168"/>
                      </a:lnTo>
                      <a:lnTo>
                        <a:pt x="133" y="122"/>
                      </a:lnTo>
                      <a:lnTo>
                        <a:pt x="174" y="110"/>
                      </a:lnTo>
                      <a:lnTo>
                        <a:pt x="127" y="35"/>
                      </a:lnTo>
                      <a:lnTo>
                        <a:pt x="98" y="0"/>
                      </a:lnTo>
                      <a:lnTo>
                        <a:pt x="63" y="0"/>
                      </a:lnTo>
                      <a:lnTo>
                        <a:pt x="23" y="11"/>
                      </a:lnTo>
                      <a:lnTo>
                        <a:pt x="0" y="18"/>
                      </a:lnTo>
                      <a:close/>
                    </a:path>
                  </a:pathLst>
                </a:custGeom>
                <a:solidFill>
                  <a:srgbClr val="ffffff"/>
                </a:solidFill>
                <a:ln w="9360">
                  <a:solidFill>
                    <a:srgbClr val="000000"/>
                  </a:solidFill>
                  <a:round/>
                </a:ln>
              </p:spPr>
              <p:style>
                <a:lnRef idx="0"/>
                <a:fillRef idx="0"/>
                <a:effectRef idx="0"/>
                <a:fontRef idx="minor"/>
              </p:style>
              <p:txBody>
                <a:bodyPr lIns="90000" rIns="90000" tIns="-25560" bIns="-25560" anchor="t">
                  <a:noAutofit/>
                </a:bodyPr>
                <a:p>
                  <a:endParaRPr b="0" lang="en-US" sz="2400" spc="-1" strike="noStrike">
                    <a:solidFill>
                      <a:srgbClr val="000000"/>
                    </a:solidFill>
                    <a:latin typeface="Times New Roman"/>
                  </a:endParaRPr>
                </a:p>
              </p:txBody>
            </p:sp>
            <p:sp>
              <p:nvSpPr>
                <p:cNvPr id="8820" name=""/>
                <p:cNvSpPr/>
                <p:nvPr/>
              </p:nvSpPr>
              <p:spPr>
                <a:xfrm>
                  <a:off x="2554560" y="1261440"/>
                  <a:ext cx="66240" cy="52920"/>
                </a:xfrm>
                <a:custGeom>
                  <a:avLst/>
                  <a:gdLst/>
                  <a:ahLst/>
                  <a:rect l="l" t="t" r="r" b="b"/>
                  <a:pathLst>
                    <a:path w="551" h="424">
                      <a:moveTo>
                        <a:pt x="40" y="401"/>
                      </a:moveTo>
                      <a:lnTo>
                        <a:pt x="0" y="337"/>
                      </a:lnTo>
                      <a:lnTo>
                        <a:pt x="22" y="290"/>
                      </a:lnTo>
                      <a:lnTo>
                        <a:pt x="22" y="232"/>
                      </a:lnTo>
                      <a:lnTo>
                        <a:pt x="87" y="209"/>
                      </a:lnTo>
                      <a:lnTo>
                        <a:pt x="133" y="157"/>
                      </a:lnTo>
                      <a:lnTo>
                        <a:pt x="162" y="87"/>
                      </a:lnTo>
                      <a:lnTo>
                        <a:pt x="272" y="0"/>
                      </a:lnTo>
                      <a:lnTo>
                        <a:pt x="371" y="46"/>
                      </a:lnTo>
                      <a:lnTo>
                        <a:pt x="458" y="58"/>
                      </a:lnTo>
                      <a:lnTo>
                        <a:pt x="476" y="105"/>
                      </a:lnTo>
                      <a:lnTo>
                        <a:pt x="528" y="140"/>
                      </a:lnTo>
                      <a:lnTo>
                        <a:pt x="551" y="197"/>
                      </a:lnTo>
                      <a:lnTo>
                        <a:pt x="516" y="284"/>
                      </a:lnTo>
                      <a:lnTo>
                        <a:pt x="528" y="342"/>
                      </a:lnTo>
                      <a:lnTo>
                        <a:pt x="464" y="366"/>
                      </a:lnTo>
                      <a:lnTo>
                        <a:pt x="400" y="360"/>
                      </a:lnTo>
                      <a:lnTo>
                        <a:pt x="330" y="406"/>
                      </a:lnTo>
                      <a:lnTo>
                        <a:pt x="312" y="377"/>
                      </a:lnTo>
                      <a:lnTo>
                        <a:pt x="272" y="394"/>
                      </a:lnTo>
                      <a:lnTo>
                        <a:pt x="202" y="424"/>
                      </a:lnTo>
                      <a:lnTo>
                        <a:pt x="133" y="377"/>
                      </a:lnTo>
                      <a:lnTo>
                        <a:pt x="69" y="377"/>
                      </a:lnTo>
                      <a:lnTo>
                        <a:pt x="40" y="401"/>
                      </a:lnTo>
                      <a:close/>
                    </a:path>
                  </a:pathLst>
                </a:custGeom>
                <a:solidFill>
                  <a:srgbClr val="ffffff"/>
                </a:solidFill>
                <a:ln w="9360">
                  <a:solidFill>
                    <a:srgbClr val="000000"/>
                  </a:solidFill>
                  <a:round/>
                </a:ln>
              </p:spPr>
              <p:style>
                <a:lnRef idx="0"/>
                <a:fillRef idx="0"/>
                <a:effectRef idx="0"/>
                <a:fontRef idx="minor"/>
              </p:style>
              <p:txBody>
                <a:bodyPr lIns="90000" rIns="90000" tIns="6120" bIns="6120" anchor="t">
                  <a:noAutofit/>
                </a:bodyPr>
                <a:p>
                  <a:endParaRPr b="0" lang="en-US" sz="2400" spc="-1" strike="noStrike">
                    <a:solidFill>
                      <a:srgbClr val="000000"/>
                    </a:solidFill>
                    <a:latin typeface="Times New Roman"/>
                  </a:endParaRPr>
                </a:p>
              </p:txBody>
            </p:sp>
            <p:sp>
              <p:nvSpPr>
                <p:cNvPr id="8821" name=""/>
                <p:cNvSpPr/>
                <p:nvPr/>
              </p:nvSpPr>
              <p:spPr>
                <a:xfrm>
                  <a:off x="2538000" y="1341000"/>
                  <a:ext cx="54000" cy="45720"/>
                </a:xfrm>
                <a:custGeom>
                  <a:avLst/>
                  <a:gdLst/>
                  <a:ahLst/>
                  <a:rect l="l" t="t" r="r" b="b"/>
                  <a:pathLst>
                    <a:path w="447" h="359">
                      <a:moveTo>
                        <a:pt x="111" y="28"/>
                      </a:moveTo>
                      <a:lnTo>
                        <a:pt x="65" y="115"/>
                      </a:lnTo>
                      <a:lnTo>
                        <a:pt x="0" y="185"/>
                      </a:lnTo>
                      <a:lnTo>
                        <a:pt x="0" y="225"/>
                      </a:lnTo>
                      <a:lnTo>
                        <a:pt x="41" y="272"/>
                      </a:lnTo>
                      <a:lnTo>
                        <a:pt x="111" y="295"/>
                      </a:lnTo>
                      <a:lnTo>
                        <a:pt x="135" y="312"/>
                      </a:lnTo>
                      <a:lnTo>
                        <a:pt x="227" y="359"/>
                      </a:lnTo>
                      <a:lnTo>
                        <a:pt x="314" y="295"/>
                      </a:lnTo>
                      <a:lnTo>
                        <a:pt x="361" y="336"/>
                      </a:lnTo>
                      <a:lnTo>
                        <a:pt x="430" y="312"/>
                      </a:lnTo>
                      <a:lnTo>
                        <a:pt x="436" y="295"/>
                      </a:lnTo>
                      <a:lnTo>
                        <a:pt x="442" y="272"/>
                      </a:lnTo>
                      <a:lnTo>
                        <a:pt x="447" y="202"/>
                      </a:lnTo>
                      <a:lnTo>
                        <a:pt x="447" y="115"/>
                      </a:lnTo>
                      <a:lnTo>
                        <a:pt x="407" y="45"/>
                      </a:lnTo>
                      <a:lnTo>
                        <a:pt x="361" y="0"/>
                      </a:lnTo>
                      <a:lnTo>
                        <a:pt x="337" y="45"/>
                      </a:lnTo>
                      <a:lnTo>
                        <a:pt x="157" y="45"/>
                      </a:lnTo>
                      <a:lnTo>
                        <a:pt x="111" y="28"/>
                      </a:lnTo>
                      <a:close/>
                    </a:path>
                  </a:pathLst>
                </a:custGeom>
                <a:solidFill>
                  <a:srgbClr val="ffffff"/>
                </a:solidFill>
                <a:ln w="9360">
                  <a:solidFill>
                    <a:srgbClr val="000000"/>
                  </a:solidFill>
                  <a:round/>
                </a:ln>
              </p:spPr>
              <p:style>
                <a:lnRef idx="0"/>
                <a:fillRef idx="0"/>
                <a:effectRef idx="0"/>
                <a:fontRef idx="minor"/>
              </p:style>
              <p:txBody>
                <a:bodyPr lIns="90000" rIns="90000" tIns="-1080" bIns="-1080" anchor="t">
                  <a:noAutofit/>
                </a:bodyPr>
                <a:p>
                  <a:endParaRPr b="0" lang="en-US" sz="2400" spc="-1" strike="noStrike">
                    <a:solidFill>
                      <a:srgbClr val="000000"/>
                    </a:solidFill>
                    <a:latin typeface="Times New Roman"/>
                  </a:endParaRPr>
                </a:p>
              </p:txBody>
            </p:sp>
            <p:sp>
              <p:nvSpPr>
                <p:cNvPr id="8822" name=""/>
                <p:cNvSpPr/>
                <p:nvPr/>
              </p:nvSpPr>
              <p:spPr>
                <a:xfrm>
                  <a:off x="2486160" y="1314720"/>
                  <a:ext cx="64440" cy="32400"/>
                </a:xfrm>
                <a:custGeom>
                  <a:avLst/>
                  <a:gdLst/>
                  <a:ahLst/>
                  <a:rect l="l" t="t" r="r" b="b"/>
                  <a:pathLst>
                    <a:path w="535" h="249">
                      <a:moveTo>
                        <a:pt x="518" y="174"/>
                      </a:moveTo>
                      <a:lnTo>
                        <a:pt x="453" y="139"/>
                      </a:lnTo>
                      <a:lnTo>
                        <a:pt x="384" y="139"/>
                      </a:lnTo>
                      <a:lnTo>
                        <a:pt x="343" y="139"/>
                      </a:lnTo>
                      <a:lnTo>
                        <a:pt x="273" y="70"/>
                      </a:lnTo>
                      <a:lnTo>
                        <a:pt x="117" y="0"/>
                      </a:lnTo>
                      <a:lnTo>
                        <a:pt x="0" y="92"/>
                      </a:lnTo>
                      <a:lnTo>
                        <a:pt x="47" y="139"/>
                      </a:lnTo>
                      <a:lnTo>
                        <a:pt x="47" y="186"/>
                      </a:lnTo>
                      <a:lnTo>
                        <a:pt x="117" y="186"/>
                      </a:lnTo>
                      <a:lnTo>
                        <a:pt x="157" y="162"/>
                      </a:lnTo>
                      <a:lnTo>
                        <a:pt x="181" y="186"/>
                      </a:lnTo>
                      <a:lnTo>
                        <a:pt x="227" y="186"/>
                      </a:lnTo>
                      <a:lnTo>
                        <a:pt x="251" y="249"/>
                      </a:lnTo>
                      <a:lnTo>
                        <a:pt x="366" y="249"/>
                      </a:lnTo>
                      <a:lnTo>
                        <a:pt x="408" y="232"/>
                      </a:lnTo>
                      <a:lnTo>
                        <a:pt x="477" y="232"/>
                      </a:lnTo>
                      <a:lnTo>
                        <a:pt x="535" y="221"/>
                      </a:lnTo>
                      <a:lnTo>
                        <a:pt x="518" y="174"/>
                      </a:lnTo>
                      <a:close/>
                    </a:path>
                  </a:pathLst>
                </a:custGeom>
                <a:solidFill>
                  <a:srgbClr val="ffffff"/>
                </a:solidFill>
                <a:ln w="9360">
                  <a:solidFill>
                    <a:srgbClr val="000000"/>
                  </a:solidFill>
                  <a:round/>
                </a:ln>
              </p:spPr>
              <p:style>
                <a:lnRef idx="0"/>
                <a:fillRef idx="0"/>
                <a:effectRef idx="0"/>
                <a:fontRef idx="minor"/>
              </p:style>
              <p:txBody>
                <a:bodyPr lIns="90000" rIns="90000" tIns="-14400" bIns="-14400" anchor="t">
                  <a:noAutofit/>
                </a:bodyPr>
                <a:p>
                  <a:endParaRPr b="0" lang="en-US" sz="2400" spc="-1" strike="noStrike">
                    <a:solidFill>
                      <a:srgbClr val="000000"/>
                    </a:solidFill>
                    <a:latin typeface="Times New Roman"/>
                  </a:endParaRPr>
                </a:p>
              </p:txBody>
            </p:sp>
            <p:sp>
              <p:nvSpPr>
                <p:cNvPr id="8823" name=""/>
                <p:cNvSpPr/>
                <p:nvPr/>
              </p:nvSpPr>
              <p:spPr>
                <a:xfrm>
                  <a:off x="2494800" y="1278000"/>
                  <a:ext cx="65520" cy="59040"/>
                </a:xfrm>
                <a:custGeom>
                  <a:avLst/>
                  <a:gdLst/>
                  <a:ahLst/>
                  <a:rect l="l" t="t" r="r" b="b"/>
                  <a:pathLst>
                    <a:path w="540" h="465">
                      <a:moveTo>
                        <a:pt x="47" y="296"/>
                      </a:moveTo>
                      <a:lnTo>
                        <a:pt x="47" y="244"/>
                      </a:lnTo>
                      <a:lnTo>
                        <a:pt x="47" y="204"/>
                      </a:lnTo>
                      <a:lnTo>
                        <a:pt x="0" y="181"/>
                      </a:lnTo>
                      <a:lnTo>
                        <a:pt x="17" y="111"/>
                      </a:lnTo>
                      <a:lnTo>
                        <a:pt x="17" y="70"/>
                      </a:lnTo>
                      <a:lnTo>
                        <a:pt x="157" y="0"/>
                      </a:lnTo>
                      <a:lnTo>
                        <a:pt x="273" y="0"/>
                      </a:lnTo>
                      <a:lnTo>
                        <a:pt x="296" y="0"/>
                      </a:lnTo>
                      <a:lnTo>
                        <a:pt x="407" y="47"/>
                      </a:lnTo>
                      <a:lnTo>
                        <a:pt x="448" y="70"/>
                      </a:lnTo>
                      <a:lnTo>
                        <a:pt x="517" y="87"/>
                      </a:lnTo>
                      <a:lnTo>
                        <a:pt x="517" y="157"/>
                      </a:lnTo>
                      <a:lnTo>
                        <a:pt x="495" y="204"/>
                      </a:lnTo>
                      <a:lnTo>
                        <a:pt x="517" y="244"/>
                      </a:lnTo>
                      <a:lnTo>
                        <a:pt x="540" y="291"/>
                      </a:lnTo>
                      <a:lnTo>
                        <a:pt x="523" y="355"/>
                      </a:lnTo>
                      <a:lnTo>
                        <a:pt x="465" y="430"/>
                      </a:lnTo>
                      <a:lnTo>
                        <a:pt x="448" y="465"/>
                      </a:lnTo>
                      <a:lnTo>
                        <a:pt x="366" y="430"/>
                      </a:lnTo>
                      <a:lnTo>
                        <a:pt x="268" y="430"/>
                      </a:lnTo>
                      <a:lnTo>
                        <a:pt x="198" y="355"/>
                      </a:lnTo>
                      <a:lnTo>
                        <a:pt x="139" y="326"/>
                      </a:lnTo>
                      <a:lnTo>
                        <a:pt x="47" y="296"/>
                      </a:lnTo>
                      <a:close/>
                    </a:path>
                  </a:pathLst>
                </a:custGeom>
                <a:solidFill>
                  <a:srgbClr val="ffffff"/>
                </a:solidFill>
                <a:ln w="9360">
                  <a:solidFill>
                    <a:srgbClr val="000000"/>
                  </a:solidFill>
                  <a:round/>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8824" name=""/>
                <p:cNvSpPr/>
                <p:nvPr/>
              </p:nvSpPr>
              <p:spPr>
                <a:xfrm>
                  <a:off x="2530440" y="1259640"/>
                  <a:ext cx="43200" cy="30240"/>
                </a:xfrm>
                <a:custGeom>
                  <a:avLst/>
                  <a:gdLst/>
                  <a:ahLst/>
                  <a:rect l="l" t="t" r="r" b="b"/>
                  <a:pathLst>
                    <a:path w="361" h="239">
                      <a:moveTo>
                        <a:pt x="0" y="145"/>
                      </a:moveTo>
                      <a:lnTo>
                        <a:pt x="42" y="117"/>
                      </a:lnTo>
                      <a:lnTo>
                        <a:pt x="42" y="87"/>
                      </a:lnTo>
                      <a:lnTo>
                        <a:pt x="52" y="29"/>
                      </a:lnTo>
                      <a:lnTo>
                        <a:pt x="87" y="18"/>
                      </a:lnTo>
                      <a:lnTo>
                        <a:pt x="111" y="0"/>
                      </a:lnTo>
                      <a:lnTo>
                        <a:pt x="129" y="29"/>
                      </a:lnTo>
                      <a:lnTo>
                        <a:pt x="152" y="58"/>
                      </a:lnTo>
                      <a:lnTo>
                        <a:pt x="221" y="75"/>
                      </a:lnTo>
                      <a:lnTo>
                        <a:pt x="286" y="58"/>
                      </a:lnTo>
                      <a:lnTo>
                        <a:pt x="314" y="75"/>
                      </a:lnTo>
                      <a:lnTo>
                        <a:pt x="361" y="105"/>
                      </a:lnTo>
                      <a:lnTo>
                        <a:pt x="332" y="169"/>
                      </a:lnTo>
                      <a:lnTo>
                        <a:pt x="279" y="221"/>
                      </a:lnTo>
                      <a:lnTo>
                        <a:pt x="221" y="239"/>
                      </a:lnTo>
                      <a:lnTo>
                        <a:pt x="152" y="215"/>
                      </a:lnTo>
                      <a:lnTo>
                        <a:pt x="42" y="169"/>
                      </a:lnTo>
                      <a:lnTo>
                        <a:pt x="0" y="145"/>
                      </a:lnTo>
                      <a:close/>
                    </a:path>
                  </a:pathLst>
                </a:custGeom>
                <a:solidFill>
                  <a:srgbClr val="ffffff"/>
                </a:solidFill>
                <a:ln w="9360">
                  <a:solidFill>
                    <a:srgbClr val="000000"/>
                  </a:solidFill>
                  <a:round/>
                </a:ln>
              </p:spPr>
              <p:style>
                <a:lnRef idx="0"/>
                <a:fillRef idx="0"/>
                <a:effectRef idx="0"/>
                <a:fontRef idx="minor"/>
              </p:style>
              <p:txBody>
                <a:bodyPr lIns="90000" rIns="90000" tIns="-16560" bIns="-16560" anchor="t">
                  <a:noAutofit/>
                </a:bodyPr>
                <a:p>
                  <a:endParaRPr b="0" lang="en-US" sz="2400" spc="-1" strike="noStrike">
                    <a:solidFill>
                      <a:srgbClr val="000000"/>
                    </a:solidFill>
                    <a:latin typeface="Times New Roman"/>
                  </a:endParaRPr>
                </a:p>
              </p:txBody>
            </p:sp>
            <p:sp>
              <p:nvSpPr>
                <p:cNvPr id="8825" name=""/>
                <p:cNvSpPr/>
                <p:nvPr/>
              </p:nvSpPr>
              <p:spPr>
                <a:xfrm>
                  <a:off x="2538000" y="1241280"/>
                  <a:ext cx="48960" cy="30600"/>
                </a:xfrm>
                <a:custGeom>
                  <a:avLst/>
                  <a:gdLst/>
                  <a:ahLst/>
                  <a:rect l="l" t="t" r="r" b="b"/>
                  <a:pathLst>
                    <a:path w="407" h="244">
                      <a:moveTo>
                        <a:pt x="0" y="174"/>
                      </a:moveTo>
                      <a:lnTo>
                        <a:pt x="0" y="110"/>
                      </a:lnTo>
                      <a:lnTo>
                        <a:pt x="47" y="63"/>
                      </a:lnTo>
                      <a:lnTo>
                        <a:pt x="135" y="87"/>
                      </a:lnTo>
                      <a:lnTo>
                        <a:pt x="157" y="87"/>
                      </a:lnTo>
                      <a:lnTo>
                        <a:pt x="135" y="0"/>
                      </a:lnTo>
                      <a:lnTo>
                        <a:pt x="204" y="63"/>
                      </a:lnTo>
                      <a:lnTo>
                        <a:pt x="250" y="63"/>
                      </a:lnTo>
                      <a:lnTo>
                        <a:pt x="297" y="70"/>
                      </a:lnTo>
                      <a:lnTo>
                        <a:pt x="407" y="151"/>
                      </a:lnTo>
                      <a:lnTo>
                        <a:pt x="378" y="180"/>
                      </a:lnTo>
                      <a:lnTo>
                        <a:pt x="297" y="244"/>
                      </a:lnTo>
                      <a:lnTo>
                        <a:pt x="222" y="203"/>
                      </a:lnTo>
                      <a:lnTo>
                        <a:pt x="145" y="220"/>
                      </a:lnTo>
                      <a:lnTo>
                        <a:pt x="88" y="203"/>
                      </a:lnTo>
                      <a:lnTo>
                        <a:pt x="65" y="174"/>
                      </a:lnTo>
                      <a:lnTo>
                        <a:pt x="47" y="133"/>
                      </a:lnTo>
                      <a:lnTo>
                        <a:pt x="23" y="163"/>
                      </a:lnTo>
                      <a:lnTo>
                        <a:pt x="0" y="174"/>
                      </a:lnTo>
                      <a:close/>
                    </a:path>
                  </a:pathLst>
                </a:custGeom>
                <a:solidFill>
                  <a:srgbClr val="ffffff"/>
                </a:solidFill>
                <a:ln w="9360">
                  <a:solidFill>
                    <a:srgbClr val="000000"/>
                  </a:solidFill>
                  <a:round/>
                </a:ln>
              </p:spPr>
              <p:style>
                <a:lnRef idx="0"/>
                <a:fillRef idx="0"/>
                <a:effectRef idx="0"/>
                <a:fontRef idx="minor"/>
              </p:style>
              <p:txBody>
                <a:bodyPr lIns="90000" rIns="90000" tIns="-16200" bIns="-16200" anchor="t">
                  <a:noAutofit/>
                </a:bodyPr>
                <a:p>
                  <a:endParaRPr b="0" lang="en-US" sz="2400" spc="-1" strike="noStrike">
                    <a:solidFill>
                      <a:srgbClr val="000000"/>
                    </a:solidFill>
                    <a:latin typeface="Times New Roman"/>
                  </a:endParaRPr>
                </a:p>
              </p:txBody>
            </p:sp>
            <p:sp>
              <p:nvSpPr>
                <p:cNvPr id="8826" name=""/>
                <p:cNvSpPr/>
                <p:nvPr/>
              </p:nvSpPr>
              <p:spPr>
                <a:xfrm>
                  <a:off x="2554560" y="1222920"/>
                  <a:ext cx="35640" cy="35640"/>
                </a:xfrm>
                <a:custGeom>
                  <a:avLst/>
                  <a:gdLst/>
                  <a:ahLst/>
                  <a:rect l="l" t="t" r="r" b="b"/>
                  <a:pathLst>
                    <a:path w="295" h="272">
                      <a:moveTo>
                        <a:pt x="0" y="139"/>
                      </a:moveTo>
                      <a:lnTo>
                        <a:pt x="0" y="69"/>
                      </a:lnTo>
                      <a:lnTo>
                        <a:pt x="45" y="45"/>
                      </a:lnTo>
                      <a:lnTo>
                        <a:pt x="133" y="23"/>
                      </a:lnTo>
                      <a:lnTo>
                        <a:pt x="162" y="0"/>
                      </a:lnTo>
                      <a:lnTo>
                        <a:pt x="202" y="0"/>
                      </a:lnTo>
                      <a:lnTo>
                        <a:pt x="295" y="23"/>
                      </a:lnTo>
                      <a:lnTo>
                        <a:pt x="249" y="45"/>
                      </a:lnTo>
                      <a:lnTo>
                        <a:pt x="272" y="115"/>
                      </a:lnTo>
                      <a:lnTo>
                        <a:pt x="295" y="157"/>
                      </a:lnTo>
                      <a:lnTo>
                        <a:pt x="272" y="220"/>
                      </a:lnTo>
                      <a:lnTo>
                        <a:pt x="249" y="272"/>
                      </a:lnTo>
                      <a:lnTo>
                        <a:pt x="162" y="202"/>
                      </a:lnTo>
                      <a:lnTo>
                        <a:pt x="69" y="202"/>
                      </a:lnTo>
                      <a:lnTo>
                        <a:pt x="22" y="157"/>
                      </a:lnTo>
                      <a:lnTo>
                        <a:pt x="0" y="139"/>
                      </a:lnTo>
                      <a:close/>
                    </a:path>
                  </a:pathLst>
                </a:custGeom>
                <a:solidFill>
                  <a:srgbClr val="ffffff"/>
                </a:solidFill>
                <a:ln w="9360">
                  <a:solidFill>
                    <a:srgbClr val="000000"/>
                  </a:solidFill>
                  <a:round/>
                </a:ln>
              </p:spPr>
              <p:style>
                <a:lnRef idx="0"/>
                <a:fillRef idx="0"/>
                <a:effectRef idx="0"/>
                <a:fontRef idx="minor"/>
              </p:style>
              <p:txBody>
                <a:bodyPr lIns="90000" rIns="90000" tIns="-11160" bIns="-11160" anchor="t">
                  <a:noAutofit/>
                </a:bodyPr>
                <a:p>
                  <a:endParaRPr b="0" lang="en-US" sz="2400" spc="-1" strike="noStrike">
                    <a:solidFill>
                      <a:srgbClr val="000000"/>
                    </a:solidFill>
                    <a:latin typeface="Times New Roman"/>
                  </a:endParaRPr>
                </a:p>
              </p:txBody>
            </p:sp>
            <p:sp>
              <p:nvSpPr>
                <p:cNvPr id="8827" name=""/>
                <p:cNvSpPr/>
                <p:nvPr/>
              </p:nvSpPr>
              <p:spPr>
                <a:xfrm>
                  <a:off x="2524680" y="1092240"/>
                  <a:ext cx="77760" cy="122400"/>
                </a:xfrm>
                <a:custGeom>
                  <a:avLst/>
                  <a:gdLst/>
                  <a:ahLst/>
                  <a:rect l="l" t="t" r="r" b="b"/>
                  <a:pathLst>
                    <a:path w="651" h="959">
                      <a:moveTo>
                        <a:pt x="546" y="942"/>
                      </a:moveTo>
                      <a:lnTo>
                        <a:pt x="523" y="942"/>
                      </a:lnTo>
                      <a:lnTo>
                        <a:pt x="477" y="918"/>
                      </a:lnTo>
                      <a:lnTo>
                        <a:pt x="477" y="872"/>
                      </a:lnTo>
                      <a:lnTo>
                        <a:pt x="453" y="872"/>
                      </a:lnTo>
                      <a:lnTo>
                        <a:pt x="430" y="918"/>
                      </a:lnTo>
                      <a:lnTo>
                        <a:pt x="273" y="959"/>
                      </a:lnTo>
                      <a:lnTo>
                        <a:pt x="181" y="942"/>
                      </a:lnTo>
                      <a:lnTo>
                        <a:pt x="116" y="942"/>
                      </a:lnTo>
                      <a:lnTo>
                        <a:pt x="116" y="895"/>
                      </a:lnTo>
                      <a:lnTo>
                        <a:pt x="139" y="848"/>
                      </a:lnTo>
                      <a:lnTo>
                        <a:pt x="94" y="802"/>
                      </a:lnTo>
                      <a:lnTo>
                        <a:pt x="94" y="738"/>
                      </a:lnTo>
                      <a:lnTo>
                        <a:pt x="116" y="692"/>
                      </a:lnTo>
                      <a:lnTo>
                        <a:pt x="163" y="692"/>
                      </a:lnTo>
                      <a:lnTo>
                        <a:pt x="163" y="645"/>
                      </a:lnTo>
                      <a:lnTo>
                        <a:pt x="273" y="558"/>
                      </a:lnTo>
                      <a:lnTo>
                        <a:pt x="296" y="511"/>
                      </a:lnTo>
                      <a:lnTo>
                        <a:pt x="273" y="465"/>
                      </a:lnTo>
                      <a:lnTo>
                        <a:pt x="227" y="424"/>
                      </a:lnTo>
                      <a:lnTo>
                        <a:pt x="181" y="424"/>
                      </a:lnTo>
                      <a:lnTo>
                        <a:pt x="181" y="331"/>
                      </a:lnTo>
                      <a:lnTo>
                        <a:pt x="139" y="215"/>
                      </a:lnTo>
                      <a:lnTo>
                        <a:pt x="0" y="75"/>
                      </a:lnTo>
                      <a:lnTo>
                        <a:pt x="41" y="64"/>
                      </a:lnTo>
                      <a:lnTo>
                        <a:pt x="163" y="117"/>
                      </a:lnTo>
                      <a:lnTo>
                        <a:pt x="227" y="99"/>
                      </a:lnTo>
                      <a:lnTo>
                        <a:pt x="320" y="18"/>
                      </a:lnTo>
                      <a:lnTo>
                        <a:pt x="401" y="0"/>
                      </a:lnTo>
                      <a:lnTo>
                        <a:pt x="390" y="41"/>
                      </a:lnTo>
                      <a:lnTo>
                        <a:pt x="430" y="128"/>
                      </a:lnTo>
                      <a:lnTo>
                        <a:pt x="430" y="221"/>
                      </a:lnTo>
                      <a:lnTo>
                        <a:pt x="453" y="267"/>
                      </a:lnTo>
                      <a:lnTo>
                        <a:pt x="500" y="331"/>
                      </a:lnTo>
                      <a:lnTo>
                        <a:pt x="500" y="424"/>
                      </a:lnTo>
                      <a:lnTo>
                        <a:pt x="546" y="488"/>
                      </a:lnTo>
                      <a:lnTo>
                        <a:pt x="546" y="581"/>
                      </a:lnTo>
                      <a:lnTo>
                        <a:pt x="605" y="692"/>
                      </a:lnTo>
                      <a:lnTo>
                        <a:pt x="651" y="761"/>
                      </a:lnTo>
                      <a:lnTo>
                        <a:pt x="605" y="872"/>
                      </a:lnTo>
                      <a:lnTo>
                        <a:pt x="523" y="895"/>
                      </a:lnTo>
                      <a:lnTo>
                        <a:pt x="546" y="942"/>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28" name=""/>
                <p:cNvSpPr/>
                <p:nvPr/>
              </p:nvSpPr>
              <p:spPr>
                <a:xfrm>
                  <a:off x="2478240" y="1111680"/>
                  <a:ext cx="69120" cy="154800"/>
                </a:xfrm>
                <a:custGeom>
                  <a:avLst/>
                  <a:gdLst/>
                  <a:ahLst/>
                  <a:rect l="l" t="t" r="r" b="b"/>
                  <a:pathLst>
                    <a:path w="576" h="1219">
                      <a:moveTo>
                        <a:pt x="576" y="272"/>
                      </a:moveTo>
                      <a:lnTo>
                        <a:pt x="500" y="336"/>
                      </a:lnTo>
                      <a:lnTo>
                        <a:pt x="478" y="446"/>
                      </a:lnTo>
                      <a:lnTo>
                        <a:pt x="454" y="516"/>
                      </a:lnTo>
                      <a:lnTo>
                        <a:pt x="390" y="586"/>
                      </a:lnTo>
                      <a:lnTo>
                        <a:pt x="321" y="609"/>
                      </a:lnTo>
                      <a:lnTo>
                        <a:pt x="274" y="720"/>
                      </a:lnTo>
                      <a:lnTo>
                        <a:pt x="274" y="766"/>
                      </a:lnTo>
                      <a:lnTo>
                        <a:pt x="343" y="853"/>
                      </a:lnTo>
                      <a:lnTo>
                        <a:pt x="343" y="877"/>
                      </a:lnTo>
                      <a:lnTo>
                        <a:pt x="297" y="900"/>
                      </a:lnTo>
                      <a:lnTo>
                        <a:pt x="274" y="877"/>
                      </a:lnTo>
                      <a:lnTo>
                        <a:pt x="251" y="900"/>
                      </a:lnTo>
                      <a:lnTo>
                        <a:pt x="274" y="922"/>
                      </a:lnTo>
                      <a:lnTo>
                        <a:pt x="274" y="969"/>
                      </a:lnTo>
                      <a:lnTo>
                        <a:pt x="274" y="992"/>
                      </a:lnTo>
                      <a:lnTo>
                        <a:pt x="274" y="1079"/>
                      </a:lnTo>
                      <a:lnTo>
                        <a:pt x="227" y="1126"/>
                      </a:lnTo>
                      <a:lnTo>
                        <a:pt x="157" y="1149"/>
                      </a:lnTo>
                      <a:lnTo>
                        <a:pt x="140" y="1219"/>
                      </a:lnTo>
                      <a:lnTo>
                        <a:pt x="94" y="1219"/>
                      </a:lnTo>
                      <a:lnTo>
                        <a:pt x="70" y="1149"/>
                      </a:lnTo>
                      <a:lnTo>
                        <a:pt x="47" y="1079"/>
                      </a:lnTo>
                      <a:lnTo>
                        <a:pt x="7" y="1044"/>
                      </a:lnTo>
                      <a:lnTo>
                        <a:pt x="0" y="969"/>
                      </a:lnTo>
                      <a:lnTo>
                        <a:pt x="0" y="900"/>
                      </a:lnTo>
                      <a:lnTo>
                        <a:pt x="0" y="877"/>
                      </a:lnTo>
                      <a:lnTo>
                        <a:pt x="47" y="807"/>
                      </a:lnTo>
                      <a:lnTo>
                        <a:pt x="70" y="673"/>
                      </a:lnTo>
                      <a:lnTo>
                        <a:pt x="47" y="540"/>
                      </a:lnTo>
                      <a:lnTo>
                        <a:pt x="70" y="476"/>
                      </a:lnTo>
                      <a:lnTo>
                        <a:pt x="175" y="366"/>
                      </a:lnTo>
                      <a:lnTo>
                        <a:pt x="187" y="296"/>
                      </a:lnTo>
                      <a:lnTo>
                        <a:pt x="274" y="139"/>
                      </a:lnTo>
                      <a:lnTo>
                        <a:pt x="303" y="57"/>
                      </a:lnTo>
                      <a:lnTo>
                        <a:pt x="378" y="35"/>
                      </a:lnTo>
                      <a:lnTo>
                        <a:pt x="413" y="0"/>
                      </a:lnTo>
                      <a:lnTo>
                        <a:pt x="483" y="0"/>
                      </a:lnTo>
                      <a:lnTo>
                        <a:pt x="518" y="57"/>
                      </a:lnTo>
                      <a:lnTo>
                        <a:pt x="565" y="157"/>
                      </a:lnTo>
                      <a:lnTo>
                        <a:pt x="565" y="202"/>
                      </a:lnTo>
                      <a:lnTo>
                        <a:pt x="576" y="272"/>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29" name=""/>
                <p:cNvSpPr/>
                <p:nvPr/>
              </p:nvSpPr>
              <p:spPr>
                <a:xfrm>
                  <a:off x="2442600" y="1079640"/>
                  <a:ext cx="138600" cy="161280"/>
                </a:xfrm>
                <a:custGeom>
                  <a:avLst/>
                  <a:gdLst/>
                  <a:ahLst/>
                  <a:rect l="l" t="t" r="r" b="b"/>
                  <a:pathLst>
                    <a:path w="1151" h="1267">
                      <a:moveTo>
                        <a:pt x="1127" y="0"/>
                      </a:moveTo>
                      <a:lnTo>
                        <a:pt x="1012" y="0"/>
                      </a:lnTo>
                      <a:lnTo>
                        <a:pt x="970" y="47"/>
                      </a:lnTo>
                      <a:lnTo>
                        <a:pt x="947" y="0"/>
                      </a:lnTo>
                      <a:lnTo>
                        <a:pt x="878" y="0"/>
                      </a:lnTo>
                      <a:lnTo>
                        <a:pt x="878" y="24"/>
                      </a:lnTo>
                      <a:lnTo>
                        <a:pt x="837" y="24"/>
                      </a:lnTo>
                      <a:lnTo>
                        <a:pt x="768" y="47"/>
                      </a:lnTo>
                      <a:lnTo>
                        <a:pt x="761" y="117"/>
                      </a:lnTo>
                      <a:lnTo>
                        <a:pt x="680" y="117"/>
                      </a:lnTo>
                      <a:lnTo>
                        <a:pt x="611" y="140"/>
                      </a:lnTo>
                      <a:lnTo>
                        <a:pt x="517" y="251"/>
                      </a:lnTo>
                      <a:lnTo>
                        <a:pt x="564" y="274"/>
                      </a:lnTo>
                      <a:lnTo>
                        <a:pt x="494" y="296"/>
                      </a:lnTo>
                      <a:lnTo>
                        <a:pt x="494" y="338"/>
                      </a:lnTo>
                      <a:lnTo>
                        <a:pt x="477" y="366"/>
                      </a:lnTo>
                      <a:lnTo>
                        <a:pt x="430" y="338"/>
                      </a:lnTo>
                      <a:lnTo>
                        <a:pt x="384" y="430"/>
                      </a:lnTo>
                      <a:lnTo>
                        <a:pt x="384" y="477"/>
                      </a:lnTo>
                      <a:lnTo>
                        <a:pt x="290" y="610"/>
                      </a:lnTo>
                      <a:lnTo>
                        <a:pt x="203" y="727"/>
                      </a:lnTo>
                      <a:lnTo>
                        <a:pt x="203" y="744"/>
                      </a:lnTo>
                      <a:lnTo>
                        <a:pt x="267" y="744"/>
                      </a:lnTo>
                      <a:lnTo>
                        <a:pt x="244" y="767"/>
                      </a:lnTo>
                      <a:lnTo>
                        <a:pt x="180" y="767"/>
                      </a:lnTo>
                      <a:lnTo>
                        <a:pt x="157" y="814"/>
                      </a:lnTo>
                      <a:lnTo>
                        <a:pt x="46" y="884"/>
                      </a:lnTo>
                      <a:lnTo>
                        <a:pt x="0" y="924"/>
                      </a:lnTo>
                      <a:lnTo>
                        <a:pt x="0" y="994"/>
                      </a:lnTo>
                      <a:lnTo>
                        <a:pt x="63" y="971"/>
                      </a:lnTo>
                      <a:lnTo>
                        <a:pt x="93" y="971"/>
                      </a:lnTo>
                      <a:lnTo>
                        <a:pt x="63" y="1017"/>
                      </a:lnTo>
                      <a:lnTo>
                        <a:pt x="23" y="1017"/>
                      </a:lnTo>
                      <a:lnTo>
                        <a:pt x="23" y="1058"/>
                      </a:lnTo>
                      <a:lnTo>
                        <a:pt x="6" y="1104"/>
                      </a:lnTo>
                      <a:lnTo>
                        <a:pt x="23" y="1128"/>
                      </a:lnTo>
                      <a:lnTo>
                        <a:pt x="6" y="1145"/>
                      </a:lnTo>
                      <a:lnTo>
                        <a:pt x="23" y="1197"/>
                      </a:lnTo>
                      <a:lnTo>
                        <a:pt x="0" y="1220"/>
                      </a:lnTo>
                      <a:lnTo>
                        <a:pt x="46" y="1267"/>
                      </a:lnTo>
                      <a:lnTo>
                        <a:pt x="157" y="1243"/>
                      </a:lnTo>
                      <a:lnTo>
                        <a:pt x="227" y="1197"/>
                      </a:lnTo>
                      <a:lnTo>
                        <a:pt x="290" y="1151"/>
                      </a:lnTo>
                      <a:lnTo>
                        <a:pt x="337" y="1058"/>
                      </a:lnTo>
                      <a:lnTo>
                        <a:pt x="360" y="924"/>
                      </a:lnTo>
                      <a:lnTo>
                        <a:pt x="360" y="884"/>
                      </a:lnTo>
                      <a:lnTo>
                        <a:pt x="337" y="791"/>
                      </a:lnTo>
                      <a:lnTo>
                        <a:pt x="384" y="697"/>
                      </a:lnTo>
                      <a:lnTo>
                        <a:pt x="430" y="657"/>
                      </a:lnTo>
                      <a:lnTo>
                        <a:pt x="477" y="610"/>
                      </a:lnTo>
                      <a:lnTo>
                        <a:pt x="477" y="564"/>
                      </a:lnTo>
                      <a:lnTo>
                        <a:pt x="517" y="477"/>
                      </a:lnTo>
                      <a:lnTo>
                        <a:pt x="587" y="320"/>
                      </a:lnTo>
                      <a:lnTo>
                        <a:pt x="656" y="296"/>
                      </a:lnTo>
                      <a:lnTo>
                        <a:pt x="778" y="256"/>
                      </a:lnTo>
                      <a:lnTo>
                        <a:pt x="680" y="163"/>
                      </a:lnTo>
                      <a:lnTo>
                        <a:pt x="715" y="157"/>
                      </a:lnTo>
                      <a:lnTo>
                        <a:pt x="831" y="221"/>
                      </a:lnTo>
                      <a:lnTo>
                        <a:pt x="883" y="216"/>
                      </a:lnTo>
                      <a:lnTo>
                        <a:pt x="965" y="140"/>
                      </a:lnTo>
                      <a:lnTo>
                        <a:pt x="994" y="117"/>
                      </a:lnTo>
                      <a:lnTo>
                        <a:pt x="1087" y="94"/>
                      </a:lnTo>
                      <a:lnTo>
                        <a:pt x="1087" y="70"/>
                      </a:lnTo>
                      <a:lnTo>
                        <a:pt x="1151" y="47"/>
                      </a:lnTo>
                      <a:lnTo>
                        <a:pt x="1127"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30" name=""/>
                <p:cNvSpPr/>
                <p:nvPr/>
              </p:nvSpPr>
              <p:spPr>
                <a:xfrm>
                  <a:off x="2513880" y="1241280"/>
                  <a:ext cx="7560" cy="11160"/>
                </a:xfrm>
                <a:custGeom>
                  <a:avLst/>
                  <a:gdLst/>
                  <a:ahLst/>
                  <a:rect l="l" t="t" r="r" b="b"/>
                  <a:pathLst>
                    <a:path w="69" h="87">
                      <a:moveTo>
                        <a:pt x="46" y="0"/>
                      </a:moveTo>
                      <a:lnTo>
                        <a:pt x="0" y="18"/>
                      </a:lnTo>
                      <a:lnTo>
                        <a:pt x="24" y="87"/>
                      </a:lnTo>
                      <a:lnTo>
                        <a:pt x="46" y="63"/>
                      </a:lnTo>
                      <a:lnTo>
                        <a:pt x="69" y="40"/>
                      </a:lnTo>
                      <a:lnTo>
                        <a:pt x="46" y="0"/>
                      </a:lnTo>
                      <a:close/>
                    </a:path>
                  </a:pathLst>
                </a:custGeom>
                <a:solidFill>
                  <a:srgbClr val="ffffff"/>
                </a:solidFill>
                <a:ln w="9360">
                  <a:solidFill>
                    <a:srgbClr val="000000"/>
                  </a:solidFill>
                  <a:round/>
                </a:ln>
              </p:spPr>
              <p:style>
                <a:lnRef idx="0"/>
                <a:fillRef idx="0"/>
                <a:effectRef idx="0"/>
                <a:fontRef idx="minor"/>
              </p:style>
              <p:txBody>
                <a:bodyPr lIns="90000" rIns="90000" tIns="-35640" bIns="-35640" anchor="t">
                  <a:noAutofit/>
                </a:bodyPr>
                <a:p>
                  <a:endParaRPr b="0" lang="en-US" sz="2400" spc="-1" strike="noStrike">
                    <a:solidFill>
                      <a:srgbClr val="000000"/>
                    </a:solidFill>
                    <a:latin typeface="Times New Roman"/>
                  </a:endParaRPr>
                </a:p>
              </p:txBody>
            </p:sp>
            <p:sp>
              <p:nvSpPr>
                <p:cNvPr id="8831" name=""/>
                <p:cNvSpPr/>
                <p:nvPr/>
              </p:nvSpPr>
              <p:spPr>
                <a:xfrm>
                  <a:off x="2475360" y="1269720"/>
                  <a:ext cx="8280" cy="7920"/>
                </a:xfrm>
                <a:custGeom>
                  <a:avLst/>
                  <a:gdLst/>
                  <a:ahLst/>
                  <a:rect l="l" t="t" r="r" b="b"/>
                  <a:pathLst>
                    <a:path w="70" h="63">
                      <a:moveTo>
                        <a:pt x="47" y="0"/>
                      </a:moveTo>
                      <a:lnTo>
                        <a:pt x="0" y="40"/>
                      </a:lnTo>
                      <a:lnTo>
                        <a:pt x="23" y="63"/>
                      </a:lnTo>
                      <a:lnTo>
                        <a:pt x="70" y="40"/>
                      </a:lnTo>
                      <a:lnTo>
                        <a:pt x="47" y="0"/>
                      </a:lnTo>
                      <a:close/>
                    </a:path>
                  </a:pathLst>
                </a:custGeom>
                <a:solidFill>
                  <a:srgbClr val="ffffff"/>
                </a:solidFill>
                <a:ln w="9360">
                  <a:solidFill>
                    <a:srgbClr val="00000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8832" name=""/>
                <p:cNvSpPr/>
                <p:nvPr/>
              </p:nvSpPr>
              <p:spPr>
                <a:xfrm>
                  <a:off x="2549520" y="1379160"/>
                  <a:ext cx="40320" cy="27360"/>
                </a:xfrm>
                <a:custGeom>
                  <a:avLst/>
                  <a:gdLst/>
                  <a:ahLst/>
                  <a:rect l="l" t="t" r="r" b="b"/>
                  <a:pathLst>
                    <a:path w="337" h="216">
                      <a:moveTo>
                        <a:pt x="337" y="24"/>
                      </a:moveTo>
                      <a:lnTo>
                        <a:pt x="314" y="64"/>
                      </a:lnTo>
                      <a:lnTo>
                        <a:pt x="268" y="111"/>
                      </a:lnTo>
                      <a:lnTo>
                        <a:pt x="314" y="157"/>
                      </a:lnTo>
                      <a:lnTo>
                        <a:pt x="268" y="204"/>
                      </a:lnTo>
                      <a:lnTo>
                        <a:pt x="221" y="204"/>
                      </a:lnTo>
                      <a:lnTo>
                        <a:pt x="111" y="204"/>
                      </a:lnTo>
                      <a:lnTo>
                        <a:pt x="42" y="216"/>
                      </a:lnTo>
                      <a:lnTo>
                        <a:pt x="18" y="181"/>
                      </a:lnTo>
                      <a:lnTo>
                        <a:pt x="35" y="157"/>
                      </a:lnTo>
                      <a:lnTo>
                        <a:pt x="0" y="99"/>
                      </a:lnTo>
                      <a:lnTo>
                        <a:pt x="18" y="87"/>
                      </a:lnTo>
                      <a:lnTo>
                        <a:pt x="24" y="35"/>
                      </a:lnTo>
                      <a:lnTo>
                        <a:pt x="42" y="24"/>
                      </a:lnTo>
                      <a:lnTo>
                        <a:pt x="129" y="64"/>
                      </a:lnTo>
                      <a:lnTo>
                        <a:pt x="221" y="0"/>
                      </a:lnTo>
                      <a:lnTo>
                        <a:pt x="268" y="47"/>
                      </a:lnTo>
                      <a:lnTo>
                        <a:pt x="337" y="24"/>
                      </a:lnTo>
                      <a:close/>
                    </a:path>
                  </a:pathLst>
                </a:custGeom>
                <a:solidFill>
                  <a:srgbClr val="ffffff"/>
                </a:solidFill>
                <a:ln w="9360">
                  <a:solidFill>
                    <a:srgbClr val="000000"/>
                  </a:solidFill>
                  <a:round/>
                </a:ln>
              </p:spPr>
              <p:style>
                <a:lnRef idx="0"/>
                <a:fillRef idx="0"/>
                <a:effectRef idx="0"/>
                <a:fontRef idx="minor"/>
              </p:style>
              <p:txBody>
                <a:bodyPr lIns="90000" rIns="90000" tIns="-19440" bIns="-19440" anchor="t">
                  <a:noAutofit/>
                </a:bodyPr>
                <a:p>
                  <a:endParaRPr b="0" lang="en-US" sz="2400" spc="-1" strike="noStrike">
                    <a:solidFill>
                      <a:srgbClr val="000000"/>
                    </a:solidFill>
                    <a:latin typeface="Times New Roman"/>
                  </a:endParaRPr>
                </a:p>
              </p:txBody>
            </p:sp>
            <p:sp>
              <p:nvSpPr>
                <p:cNvPr id="8833" name=""/>
                <p:cNvSpPr/>
                <p:nvPr/>
              </p:nvSpPr>
              <p:spPr>
                <a:xfrm>
                  <a:off x="2573640" y="1400400"/>
                  <a:ext cx="17280" cy="18360"/>
                </a:xfrm>
                <a:custGeom>
                  <a:avLst/>
                  <a:gdLst/>
                  <a:ahLst/>
                  <a:rect l="l" t="t" r="r" b="b"/>
                  <a:pathLst>
                    <a:path w="139" h="145">
                      <a:moveTo>
                        <a:pt x="110" y="0"/>
                      </a:moveTo>
                      <a:lnTo>
                        <a:pt x="35" y="64"/>
                      </a:lnTo>
                      <a:lnTo>
                        <a:pt x="0" y="104"/>
                      </a:lnTo>
                      <a:lnTo>
                        <a:pt x="52" y="145"/>
                      </a:lnTo>
                      <a:lnTo>
                        <a:pt x="93" y="104"/>
                      </a:lnTo>
                      <a:lnTo>
                        <a:pt x="139" y="64"/>
                      </a:lnTo>
                      <a:lnTo>
                        <a:pt x="127" y="5"/>
                      </a:lnTo>
                      <a:lnTo>
                        <a:pt x="110" y="0"/>
                      </a:lnTo>
                      <a:close/>
                    </a:path>
                  </a:pathLst>
                </a:custGeom>
                <a:solidFill>
                  <a:srgbClr val="ffffff"/>
                </a:solidFill>
                <a:ln w="9360">
                  <a:solidFill>
                    <a:srgbClr val="000000"/>
                  </a:solidFill>
                  <a:round/>
                </a:ln>
              </p:spPr>
              <p:style>
                <a:lnRef idx="0"/>
                <a:fillRef idx="0"/>
                <a:effectRef idx="0"/>
                <a:fontRef idx="minor"/>
              </p:style>
              <p:txBody>
                <a:bodyPr lIns="90000" rIns="90000" tIns="-28440" bIns="-28440" anchor="t">
                  <a:noAutofit/>
                </a:bodyPr>
                <a:p>
                  <a:endParaRPr b="0" lang="en-US" sz="2400" spc="-1" strike="noStrike">
                    <a:solidFill>
                      <a:srgbClr val="000000"/>
                    </a:solidFill>
                    <a:latin typeface="Times New Roman"/>
                  </a:endParaRPr>
                </a:p>
              </p:txBody>
            </p:sp>
            <p:sp>
              <p:nvSpPr>
                <p:cNvPr id="8834" name=""/>
                <p:cNvSpPr/>
                <p:nvPr/>
              </p:nvSpPr>
              <p:spPr>
                <a:xfrm>
                  <a:off x="2540880" y="1404720"/>
                  <a:ext cx="37440" cy="45720"/>
                </a:xfrm>
                <a:custGeom>
                  <a:avLst/>
                  <a:gdLst/>
                  <a:ahLst/>
                  <a:rect l="l" t="t" r="r" b="b"/>
                  <a:pathLst>
                    <a:path w="314" h="360">
                      <a:moveTo>
                        <a:pt x="274" y="69"/>
                      </a:moveTo>
                      <a:lnTo>
                        <a:pt x="245" y="69"/>
                      </a:lnTo>
                      <a:lnTo>
                        <a:pt x="199" y="92"/>
                      </a:lnTo>
                      <a:lnTo>
                        <a:pt x="157" y="69"/>
                      </a:lnTo>
                      <a:lnTo>
                        <a:pt x="157" y="116"/>
                      </a:lnTo>
                      <a:lnTo>
                        <a:pt x="112" y="92"/>
                      </a:lnTo>
                      <a:lnTo>
                        <a:pt x="77" y="87"/>
                      </a:lnTo>
                      <a:lnTo>
                        <a:pt x="157" y="156"/>
                      </a:lnTo>
                      <a:lnTo>
                        <a:pt x="88" y="134"/>
                      </a:lnTo>
                      <a:lnTo>
                        <a:pt x="88" y="179"/>
                      </a:lnTo>
                      <a:lnTo>
                        <a:pt x="134" y="226"/>
                      </a:lnTo>
                      <a:lnTo>
                        <a:pt x="157" y="273"/>
                      </a:lnTo>
                      <a:lnTo>
                        <a:pt x="122" y="256"/>
                      </a:lnTo>
                      <a:lnTo>
                        <a:pt x="181" y="319"/>
                      </a:lnTo>
                      <a:lnTo>
                        <a:pt x="134" y="291"/>
                      </a:lnTo>
                      <a:lnTo>
                        <a:pt x="100" y="279"/>
                      </a:lnTo>
                      <a:lnTo>
                        <a:pt x="152" y="331"/>
                      </a:lnTo>
                      <a:lnTo>
                        <a:pt x="157" y="360"/>
                      </a:lnTo>
                      <a:lnTo>
                        <a:pt x="88" y="354"/>
                      </a:lnTo>
                      <a:lnTo>
                        <a:pt x="42" y="336"/>
                      </a:lnTo>
                      <a:lnTo>
                        <a:pt x="24" y="249"/>
                      </a:lnTo>
                      <a:lnTo>
                        <a:pt x="12" y="209"/>
                      </a:lnTo>
                      <a:lnTo>
                        <a:pt x="100" y="267"/>
                      </a:lnTo>
                      <a:lnTo>
                        <a:pt x="42" y="191"/>
                      </a:lnTo>
                      <a:lnTo>
                        <a:pt x="12" y="156"/>
                      </a:lnTo>
                      <a:lnTo>
                        <a:pt x="0" y="87"/>
                      </a:lnTo>
                      <a:lnTo>
                        <a:pt x="42" y="69"/>
                      </a:lnTo>
                      <a:lnTo>
                        <a:pt x="88" y="22"/>
                      </a:lnTo>
                      <a:lnTo>
                        <a:pt x="157" y="0"/>
                      </a:lnTo>
                      <a:lnTo>
                        <a:pt x="274" y="0"/>
                      </a:lnTo>
                      <a:lnTo>
                        <a:pt x="314" y="0"/>
                      </a:lnTo>
                      <a:lnTo>
                        <a:pt x="314" y="22"/>
                      </a:lnTo>
                      <a:lnTo>
                        <a:pt x="274" y="69"/>
                      </a:lnTo>
                      <a:close/>
                    </a:path>
                  </a:pathLst>
                </a:custGeom>
                <a:solidFill>
                  <a:srgbClr val="ffffff"/>
                </a:solidFill>
                <a:ln w="9360">
                  <a:solidFill>
                    <a:srgbClr val="000000"/>
                  </a:solidFill>
                  <a:round/>
                </a:ln>
              </p:spPr>
              <p:style>
                <a:lnRef idx="0"/>
                <a:fillRef idx="0"/>
                <a:effectRef idx="0"/>
                <a:fontRef idx="minor"/>
              </p:style>
              <p:txBody>
                <a:bodyPr lIns="90000" rIns="90000" tIns="-1080" bIns="-1080" anchor="t">
                  <a:noAutofit/>
                </a:bodyPr>
                <a:p>
                  <a:endParaRPr b="0" lang="en-US" sz="2400" spc="-1" strike="noStrike">
                    <a:solidFill>
                      <a:srgbClr val="000000"/>
                    </a:solidFill>
                    <a:latin typeface="Times New Roman"/>
                  </a:endParaRPr>
                </a:p>
              </p:txBody>
            </p:sp>
            <p:sp>
              <p:nvSpPr>
                <p:cNvPr id="8835" name=""/>
                <p:cNvSpPr/>
                <p:nvPr/>
              </p:nvSpPr>
              <p:spPr>
                <a:xfrm>
                  <a:off x="2563200" y="1434240"/>
                  <a:ext cx="10440" cy="12960"/>
                </a:xfrm>
                <a:custGeom>
                  <a:avLst/>
                  <a:gdLst/>
                  <a:ahLst/>
                  <a:rect l="l" t="t" r="r" b="b"/>
                  <a:pathLst>
                    <a:path w="93" h="110">
                      <a:moveTo>
                        <a:pt x="0" y="0"/>
                      </a:moveTo>
                      <a:lnTo>
                        <a:pt x="46" y="47"/>
                      </a:lnTo>
                      <a:lnTo>
                        <a:pt x="93" y="110"/>
                      </a:lnTo>
                      <a:lnTo>
                        <a:pt x="64" y="65"/>
                      </a:lnTo>
                      <a:lnTo>
                        <a:pt x="18" y="23"/>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33840" bIns="-33840" anchor="t">
                  <a:noAutofit/>
                </a:bodyPr>
                <a:p>
                  <a:endParaRPr b="0" lang="en-US" sz="2400" spc="-1" strike="noStrike">
                    <a:solidFill>
                      <a:srgbClr val="000000"/>
                    </a:solidFill>
                    <a:latin typeface="Times New Roman"/>
                  </a:endParaRPr>
                </a:p>
              </p:txBody>
            </p:sp>
            <p:sp>
              <p:nvSpPr>
                <p:cNvPr id="8836" name=""/>
                <p:cNvSpPr/>
                <p:nvPr/>
              </p:nvSpPr>
              <p:spPr>
                <a:xfrm>
                  <a:off x="2557440" y="1464840"/>
                  <a:ext cx="16200" cy="5760"/>
                </a:xfrm>
                <a:custGeom>
                  <a:avLst/>
                  <a:gdLst/>
                  <a:ahLst/>
                  <a:rect l="l" t="t" r="r" b="b"/>
                  <a:pathLst>
                    <a:path w="140" h="47">
                      <a:moveTo>
                        <a:pt x="0" y="23"/>
                      </a:moveTo>
                      <a:lnTo>
                        <a:pt x="23" y="47"/>
                      </a:lnTo>
                      <a:lnTo>
                        <a:pt x="65" y="47"/>
                      </a:lnTo>
                      <a:lnTo>
                        <a:pt x="140" y="23"/>
                      </a:lnTo>
                      <a:lnTo>
                        <a:pt x="93" y="23"/>
                      </a:lnTo>
                      <a:lnTo>
                        <a:pt x="0" y="0"/>
                      </a:lnTo>
                      <a:lnTo>
                        <a:pt x="0" y="23"/>
                      </a:lnTo>
                      <a:close/>
                    </a:path>
                  </a:pathLst>
                </a:custGeom>
                <a:solidFill>
                  <a:srgbClr val="ffffff"/>
                </a:solidFill>
                <a:ln w="9360">
                  <a:solidFill>
                    <a:srgbClr val="000000"/>
                  </a:solidFill>
                  <a:round/>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837" name=""/>
                <p:cNvSpPr/>
                <p:nvPr/>
              </p:nvSpPr>
              <p:spPr>
                <a:xfrm>
                  <a:off x="2584440" y="1459800"/>
                  <a:ext cx="5400" cy="2880"/>
                </a:xfrm>
                <a:prstGeom prst="rect">
                  <a:avLst/>
                </a:prstGeom>
                <a:solidFill>
                  <a:srgbClr val="ffffff"/>
                </a:solidFill>
                <a:ln w="9360">
                  <a:solidFill>
                    <a:srgbClr val="000000"/>
                  </a:solidFill>
                  <a:miter/>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838" name=""/>
                <p:cNvSpPr/>
                <p:nvPr/>
              </p:nvSpPr>
              <p:spPr>
                <a:xfrm>
                  <a:off x="2484000" y="1358640"/>
                  <a:ext cx="70200" cy="51840"/>
                </a:xfrm>
                <a:custGeom>
                  <a:avLst/>
                  <a:gdLst/>
                  <a:ahLst/>
                  <a:rect l="l" t="t" r="r" b="b"/>
                  <a:pathLst>
                    <a:path w="588" h="406">
                      <a:moveTo>
                        <a:pt x="23" y="23"/>
                      </a:moveTo>
                      <a:lnTo>
                        <a:pt x="0" y="63"/>
                      </a:lnTo>
                      <a:lnTo>
                        <a:pt x="47" y="86"/>
                      </a:lnTo>
                      <a:lnTo>
                        <a:pt x="180" y="110"/>
                      </a:lnTo>
                      <a:lnTo>
                        <a:pt x="180" y="133"/>
                      </a:lnTo>
                      <a:lnTo>
                        <a:pt x="157" y="133"/>
                      </a:lnTo>
                      <a:lnTo>
                        <a:pt x="204" y="203"/>
                      </a:lnTo>
                      <a:lnTo>
                        <a:pt x="274" y="250"/>
                      </a:lnTo>
                      <a:lnTo>
                        <a:pt x="366" y="267"/>
                      </a:lnTo>
                      <a:lnTo>
                        <a:pt x="389" y="313"/>
                      </a:lnTo>
                      <a:lnTo>
                        <a:pt x="431" y="313"/>
                      </a:lnTo>
                      <a:lnTo>
                        <a:pt x="476" y="337"/>
                      </a:lnTo>
                      <a:lnTo>
                        <a:pt x="518" y="382"/>
                      </a:lnTo>
                      <a:lnTo>
                        <a:pt x="541" y="406"/>
                      </a:lnTo>
                      <a:lnTo>
                        <a:pt x="588" y="382"/>
                      </a:lnTo>
                      <a:lnTo>
                        <a:pt x="564" y="337"/>
                      </a:lnTo>
                      <a:lnTo>
                        <a:pt x="588" y="313"/>
                      </a:lnTo>
                      <a:lnTo>
                        <a:pt x="541" y="250"/>
                      </a:lnTo>
                      <a:lnTo>
                        <a:pt x="570" y="243"/>
                      </a:lnTo>
                      <a:lnTo>
                        <a:pt x="570" y="203"/>
                      </a:lnTo>
                      <a:lnTo>
                        <a:pt x="581" y="173"/>
                      </a:lnTo>
                      <a:lnTo>
                        <a:pt x="570" y="156"/>
                      </a:lnTo>
                      <a:lnTo>
                        <a:pt x="500" y="133"/>
                      </a:lnTo>
                      <a:lnTo>
                        <a:pt x="453" y="86"/>
                      </a:lnTo>
                      <a:lnTo>
                        <a:pt x="453" y="63"/>
                      </a:lnTo>
                      <a:lnTo>
                        <a:pt x="366" y="86"/>
                      </a:lnTo>
                      <a:lnTo>
                        <a:pt x="319" y="110"/>
                      </a:lnTo>
                      <a:lnTo>
                        <a:pt x="274" y="46"/>
                      </a:lnTo>
                      <a:lnTo>
                        <a:pt x="180" y="0"/>
                      </a:lnTo>
                      <a:lnTo>
                        <a:pt x="140" y="23"/>
                      </a:lnTo>
                      <a:lnTo>
                        <a:pt x="110" y="23"/>
                      </a:lnTo>
                      <a:lnTo>
                        <a:pt x="70" y="23"/>
                      </a:lnTo>
                      <a:lnTo>
                        <a:pt x="23" y="23"/>
                      </a:lnTo>
                      <a:close/>
                    </a:path>
                  </a:pathLst>
                </a:custGeom>
                <a:solidFill>
                  <a:srgbClr val="ffffff"/>
                </a:solidFill>
                <a:ln w="9360">
                  <a:solidFill>
                    <a:srgbClr val="000000"/>
                  </a:solidFill>
                  <a:round/>
                </a:ln>
              </p:spPr>
              <p:style>
                <a:lnRef idx="0"/>
                <a:fillRef idx="0"/>
                <a:effectRef idx="0"/>
                <a:fontRef idx="minor"/>
              </p:style>
              <p:txBody>
                <a:bodyPr lIns="90000" rIns="90000" tIns="5040" bIns="5040" anchor="t">
                  <a:noAutofit/>
                </a:bodyPr>
                <a:p>
                  <a:endParaRPr b="0" lang="en-US" sz="2400" spc="-1" strike="noStrike">
                    <a:solidFill>
                      <a:srgbClr val="000000"/>
                    </a:solidFill>
                    <a:latin typeface="Times New Roman"/>
                  </a:endParaRPr>
                </a:p>
              </p:txBody>
            </p:sp>
            <p:sp>
              <p:nvSpPr>
                <p:cNvPr id="8839" name=""/>
                <p:cNvSpPr/>
                <p:nvPr/>
              </p:nvSpPr>
              <p:spPr>
                <a:xfrm>
                  <a:off x="2466720" y="1335960"/>
                  <a:ext cx="51120" cy="25560"/>
                </a:xfrm>
                <a:custGeom>
                  <a:avLst/>
                  <a:gdLst/>
                  <a:ahLst/>
                  <a:rect l="l" t="t" r="r" b="b"/>
                  <a:pathLst>
                    <a:path w="425" h="204">
                      <a:moveTo>
                        <a:pt x="0" y="134"/>
                      </a:moveTo>
                      <a:lnTo>
                        <a:pt x="6" y="157"/>
                      </a:lnTo>
                      <a:lnTo>
                        <a:pt x="70" y="181"/>
                      </a:lnTo>
                      <a:lnTo>
                        <a:pt x="100" y="134"/>
                      </a:lnTo>
                      <a:lnTo>
                        <a:pt x="187" y="152"/>
                      </a:lnTo>
                      <a:lnTo>
                        <a:pt x="187" y="181"/>
                      </a:lnTo>
                      <a:lnTo>
                        <a:pt x="163" y="204"/>
                      </a:lnTo>
                      <a:lnTo>
                        <a:pt x="285" y="198"/>
                      </a:lnTo>
                      <a:lnTo>
                        <a:pt x="320" y="181"/>
                      </a:lnTo>
                      <a:lnTo>
                        <a:pt x="344" y="181"/>
                      </a:lnTo>
                      <a:lnTo>
                        <a:pt x="367" y="134"/>
                      </a:lnTo>
                      <a:lnTo>
                        <a:pt x="425" y="94"/>
                      </a:lnTo>
                      <a:lnTo>
                        <a:pt x="407" y="47"/>
                      </a:lnTo>
                      <a:lnTo>
                        <a:pt x="390" y="24"/>
                      </a:lnTo>
                      <a:lnTo>
                        <a:pt x="372" y="24"/>
                      </a:lnTo>
                      <a:lnTo>
                        <a:pt x="320" y="0"/>
                      </a:lnTo>
                      <a:lnTo>
                        <a:pt x="280" y="12"/>
                      </a:lnTo>
                      <a:lnTo>
                        <a:pt x="210" y="24"/>
                      </a:lnTo>
                      <a:lnTo>
                        <a:pt x="163" y="42"/>
                      </a:lnTo>
                      <a:lnTo>
                        <a:pt x="163" y="87"/>
                      </a:lnTo>
                      <a:lnTo>
                        <a:pt x="140" y="87"/>
                      </a:lnTo>
                      <a:lnTo>
                        <a:pt x="53" y="87"/>
                      </a:lnTo>
                      <a:lnTo>
                        <a:pt x="12" y="99"/>
                      </a:lnTo>
                      <a:lnTo>
                        <a:pt x="0" y="134"/>
                      </a:lnTo>
                      <a:close/>
                    </a:path>
                  </a:pathLst>
                </a:custGeom>
                <a:solidFill>
                  <a:srgbClr val="ffffff"/>
                </a:solidFill>
                <a:ln w="9360">
                  <a:solidFill>
                    <a:srgbClr val="000000"/>
                  </a:solidFill>
                  <a:round/>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8840" name=""/>
                <p:cNvSpPr/>
                <p:nvPr/>
              </p:nvSpPr>
              <p:spPr>
                <a:xfrm>
                  <a:off x="2506320" y="1344240"/>
                  <a:ext cx="45000" cy="28440"/>
                </a:xfrm>
                <a:custGeom>
                  <a:avLst/>
                  <a:gdLst/>
                  <a:ahLst/>
                  <a:rect l="l" t="t" r="r" b="b"/>
                  <a:pathLst>
                    <a:path w="372" h="227">
                      <a:moveTo>
                        <a:pt x="104" y="23"/>
                      </a:moveTo>
                      <a:lnTo>
                        <a:pt x="35" y="70"/>
                      </a:lnTo>
                      <a:lnTo>
                        <a:pt x="0" y="123"/>
                      </a:lnTo>
                      <a:lnTo>
                        <a:pt x="70" y="157"/>
                      </a:lnTo>
                      <a:lnTo>
                        <a:pt x="104" y="203"/>
                      </a:lnTo>
                      <a:lnTo>
                        <a:pt x="116" y="227"/>
                      </a:lnTo>
                      <a:lnTo>
                        <a:pt x="174" y="203"/>
                      </a:lnTo>
                      <a:lnTo>
                        <a:pt x="204" y="198"/>
                      </a:lnTo>
                      <a:lnTo>
                        <a:pt x="239" y="180"/>
                      </a:lnTo>
                      <a:lnTo>
                        <a:pt x="261" y="163"/>
                      </a:lnTo>
                      <a:lnTo>
                        <a:pt x="308" y="117"/>
                      </a:lnTo>
                      <a:lnTo>
                        <a:pt x="349" y="65"/>
                      </a:lnTo>
                      <a:lnTo>
                        <a:pt x="372" y="0"/>
                      </a:lnTo>
                      <a:lnTo>
                        <a:pt x="261" y="6"/>
                      </a:lnTo>
                      <a:lnTo>
                        <a:pt x="197" y="23"/>
                      </a:lnTo>
                      <a:lnTo>
                        <a:pt x="104" y="23"/>
                      </a:lnTo>
                      <a:close/>
                    </a:path>
                  </a:pathLst>
                </a:custGeom>
                <a:solidFill>
                  <a:srgbClr val="ffffff"/>
                </a:solidFill>
                <a:ln w="9360">
                  <a:solidFill>
                    <a:srgbClr val="00000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8841" name=""/>
                <p:cNvSpPr/>
                <p:nvPr/>
              </p:nvSpPr>
              <p:spPr>
                <a:xfrm>
                  <a:off x="2462040" y="1348200"/>
                  <a:ext cx="6480" cy="5040"/>
                </a:xfrm>
                <a:custGeom>
                  <a:avLst/>
                  <a:gdLst/>
                  <a:ahLst/>
                  <a:rect l="l" t="t" r="r" b="b"/>
                  <a:pathLst>
                    <a:path w="52" h="41">
                      <a:moveTo>
                        <a:pt x="52" y="0"/>
                      </a:moveTo>
                      <a:lnTo>
                        <a:pt x="0" y="0"/>
                      </a:lnTo>
                      <a:lnTo>
                        <a:pt x="6" y="35"/>
                      </a:lnTo>
                      <a:lnTo>
                        <a:pt x="35" y="41"/>
                      </a:lnTo>
                      <a:lnTo>
                        <a:pt x="52" y="0"/>
                      </a:lnTo>
                      <a:close/>
                    </a:path>
                  </a:pathLst>
                </a:custGeom>
                <a:solidFill>
                  <a:srgbClr val="ffffff"/>
                </a:solidFill>
                <a:ln w="9360">
                  <a:solidFill>
                    <a:srgbClr val="000000"/>
                  </a:solidFill>
                  <a:round/>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842" name=""/>
                <p:cNvSpPr/>
                <p:nvPr/>
              </p:nvSpPr>
              <p:spPr>
                <a:xfrm>
                  <a:off x="2439720" y="1346400"/>
                  <a:ext cx="23040" cy="20520"/>
                </a:xfrm>
                <a:custGeom>
                  <a:avLst/>
                  <a:gdLst/>
                  <a:ahLst/>
                  <a:rect l="l" t="t" r="r" b="b"/>
                  <a:pathLst>
                    <a:path w="192" h="162">
                      <a:moveTo>
                        <a:pt x="181" y="23"/>
                      </a:moveTo>
                      <a:lnTo>
                        <a:pt x="99" y="0"/>
                      </a:lnTo>
                      <a:lnTo>
                        <a:pt x="47" y="29"/>
                      </a:lnTo>
                      <a:lnTo>
                        <a:pt x="0" y="75"/>
                      </a:lnTo>
                      <a:lnTo>
                        <a:pt x="24" y="145"/>
                      </a:lnTo>
                      <a:lnTo>
                        <a:pt x="70" y="162"/>
                      </a:lnTo>
                      <a:lnTo>
                        <a:pt x="117" y="145"/>
                      </a:lnTo>
                      <a:lnTo>
                        <a:pt x="122" y="99"/>
                      </a:lnTo>
                      <a:lnTo>
                        <a:pt x="140" y="99"/>
                      </a:lnTo>
                      <a:lnTo>
                        <a:pt x="164" y="87"/>
                      </a:lnTo>
                      <a:lnTo>
                        <a:pt x="181" y="75"/>
                      </a:lnTo>
                      <a:lnTo>
                        <a:pt x="192" y="52"/>
                      </a:lnTo>
                      <a:lnTo>
                        <a:pt x="181" y="23"/>
                      </a:lnTo>
                      <a:close/>
                    </a:path>
                  </a:pathLst>
                </a:custGeom>
                <a:solidFill>
                  <a:srgbClr val="ffffff"/>
                </a:solidFill>
                <a:ln w="9360">
                  <a:solidFill>
                    <a:srgbClr val="000000"/>
                  </a:solidFill>
                  <a:round/>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8843" name=""/>
                <p:cNvSpPr/>
                <p:nvPr/>
              </p:nvSpPr>
              <p:spPr>
                <a:xfrm>
                  <a:off x="2437920" y="1353600"/>
                  <a:ext cx="81720" cy="83520"/>
                </a:xfrm>
                <a:custGeom>
                  <a:avLst/>
                  <a:gdLst/>
                  <a:ahLst/>
                  <a:rect l="l" t="t" r="r" b="b"/>
                  <a:pathLst>
                    <a:path w="680" h="656">
                      <a:moveTo>
                        <a:pt x="53" y="93"/>
                      </a:moveTo>
                      <a:lnTo>
                        <a:pt x="41" y="128"/>
                      </a:lnTo>
                      <a:lnTo>
                        <a:pt x="18" y="140"/>
                      </a:lnTo>
                      <a:lnTo>
                        <a:pt x="6" y="175"/>
                      </a:lnTo>
                      <a:lnTo>
                        <a:pt x="0" y="203"/>
                      </a:lnTo>
                      <a:lnTo>
                        <a:pt x="0" y="255"/>
                      </a:lnTo>
                      <a:lnTo>
                        <a:pt x="30" y="238"/>
                      </a:lnTo>
                      <a:lnTo>
                        <a:pt x="65" y="220"/>
                      </a:lnTo>
                      <a:lnTo>
                        <a:pt x="122" y="203"/>
                      </a:lnTo>
                      <a:lnTo>
                        <a:pt x="180" y="180"/>
                      </a:lnTo>
                      <a:lnTo>
                        <a:pt x="274" y="203"/>
                      </a:lnTo>
                      <a:lnTo>
                        <a:pt x="297" y="250"/>
                      </a:lnTo>
                      <a:lnTo>
                        <a:pt x="297" y="290"/>
                      </a:lnTo>
                      <a:lnTo>
                        <a:pt x="431" y="429"/>
                      </a:lnTo>
                      <a:lnTo>
                        <a:pt x="494" y="441"/>
                      </a:lnTo>
                      <a:lnTo>
                        <a:pt x="564" y="499"/>
                      </a:lnTo>
                      <a:lnTo>
                        <a:pt x="588" y="563"/>
                      </a:lnTo>
                      <a:lnTo>
                        <a:pt x="558" y="610"/>
                      </a:lnTo>
                      <a:lnTo>
                        <a:pt x="564" y="656"/>
                      </a:lnTo>
                      <a:lnTo>
                        <a:pt x="628" y="575"/>
                      </a:lnTo>
                      <a:lnTo>
                        <a:pt x="605" y="511"/>
                      </a:lnTo>
                      <a:lnTo>
                        <a:pt x="611" y="453"/>
                      </a:lnTo>
                      <a:lnTo>
                        <a:pt x="651" y="499"/>
                      </a:lnTo>
                      <a:lnTo>
                        <a:pt x="680" y="523"/>
                      </a:lnTo>
                      <a:lnTo>
                        <a:pt x="680" y="476"/>
                      </a:lnTo>
                      <a:lnTo>
                        <a:pt x="611" y="407"/>
                      </a:lnTo>
                      <a:lnTo>
                        <a:pt x="588" y="407"/>
                      </a:lnTo>
                      <a:lnTo>
                        <a:pt x="564" y="360"/>
                      </a:lnTo>
                      <a:lnTo>
                        <a:pt x="524" y="342"/>
                      </a:lnTo>
                      <a:lnTo>
                        <a:pt x="477" y="314"/>
                      </a:lnTo>
                      <a:lnTo>
                        <a:pt x="424" y="279"/>
                      </a:lnTo>
                      <a:lnTo>
                        <a:pt x="384" y="227"/>
                      </a:lnTo>
                      <a:lnTo>
                        <a:pt x="361" y="180"/>
                      </a:lnTo>
                      <a:lnTo>
                        <a:pt x="361" y="157"/>
                      </a:lnTo>
                      <a:lnTo>
                        <a:pt x="361" y="110"/>
                      </a:lnTo>
                      <a:lnTo>
                        <a:pt x="384" y="110"/>
                      </a:lnTo>
                      <a:lnTo>
                        <a:pt x="407" y="70"/>
                      </a:lnTo>
                      <a:lnTo>
                        <a:pt x="431" y="47"/>
                      </a:lnTo>
                      <a:lnTo>
                        <a:pt x="431" y="23"/>
                      </a:lnTo>
                      <a:lnTo>
                        <a:pt x="337" y="0"/>
                      </a:lnTo>
                      <a:lnTo>
                        <a:pt x="314" y="47"/>
                      </a:lnTo>
                      <a:lnTo>
                        <a:pt x="250" y="23"/>
                      </a:lnTo>
                      <a:lnTo>
                        <a:pt x="227" y="0"/>
                      </a:lnTo>
                      <a:lnTo>
                        <a:pt x="180" y="41"/>
                      </a:lnTo>
                      <a:lnTo>
                        <a:pt x="140" y="47"/>
                      </a:lnTo>
                      <a:lnTo>
                        <a:pt x="134" y="87"/>
                      </a:lnTo>
                      <a:lnTo>
                        <a:pt x="100" y="110"/>
                      </a:lnTo>
                      <a:lnTo>
                        <a:pt x="70" y="110"/>
                      </a:lnTo>
                      <a:lnTo>
                        <a:pt x="53" y="93"/>
                      </a:lnTo>
                      <a:close/>
                    </a:path>
                  </a:pathLst>
                </a:custGeom>
                <a:solidFill>
                  <a:srgbClr val="ffffff"/>
                </a:solidFill>
                <a:ln w="9360">
                  <a:solidFill>
                    <a:srgbClr val="000000"/>
                  </a:solidFill>
                  <a:round/>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844" name=""/>
                <p:cNvSpPr/>
                <p:nvPr/>
              </p:nvSpPr>
              <p:spPr>
                <a:xfrm>
                  <a:off x="2481120" y="1434240"/>
                  <a:ext cx="19080" cy="12960"/>
                </a:xfrm>
                <a:custGeom>
                  <a:avLst/>
                  <a:gdLst/>
                  <a:ahLst/>
                  <a:rect l="l" t="t" r="r" b="b"/>
                  <a:pathLst>
                    <a:path w="163" h="105">
                      <a:moveTo>
                        <a:pt x="163" y="23"/>
                      </a:moveTo>
                      <a:lnTo>
                        <a:pt x="133" y="47"/>
                      </a:lnTo>
                      <a:lnTo>
                        <a:pt x="145" y="105"/>
                      </a:lnTo>
                      <a:lnTo>
                        <a:pt x="70" y="93"/>
                      </a:lnTo>
                      <a:lnTo>
                        <a:pt x="0" y="93"/>
                      </a:lnTo>
                      <a:lnTo>
                        <a:pt x="0" y="65"/>
                      </a:lnTo>
                      <a:lnTo>
                        <a:pt x="23" y="23"/>
                      </a:lnTo>
                      <a:lnTo>
                        <a:pt x="70" y="23"/>
                      </a:lnTo>
                      <a:lnTo>
                        <a:pt x="116" y="0"/>
                      </a:lnTo>
                      <a:lnTo>
                        <a:pt x="133" y="0"/>
                      </a:lnTo>
                      <a:lnTo>
                        <a:pt x="163" y="23"/>
                      </a:lnTo>
                      <a:close/>
                    </a:path>
                  </a:pathLst>
                </a:custGeom>
                <a:solidFill>
                  <a:srgbClr val="ffffff"/>
                </a:solidFill>
                <a:ln w="9360">
                  <a:solidFill>
                    <a:srgbClr val="000000"/>
                  </a:solidFill>
                  <a:round/>
                </a:ln>
              </p:spPr>
              <p:style>
                <a:lnRef idx="0"/>
                <a:fillRef idx="0"/>
                <a:effectRef idx="0"/>
                <a:fontRef idx="minor"/>
              </p:style>
              <p:txBody>
                <a:bodyPr lIns="90000" rIns="90000" tIns="-33840" bIns="-33840" anchor="t">
                  <a:noAutofit/>
                </a:bodyPr>
                <a:p>
                  <a:endParaRPr b="0" lang="en-US" sz="2400" spc="-1" strike="noStrike">
                    <a:solidFill>
                      <a:srgbClr val="000000"/>
                    </a:solidFill>
                    <a:latin typeface="Times New Roman"/>
                  </a:endParaRPr>
                </a:p>
              </p:txBody>
            </p:sp>
            <p:sp>
              <p:nvSpPr>
                <p:cNvPr id="8845" name=""/>
                <p:cNvSpPr/>
                <p:nvPr/>
              </p:nvSpPr>
              <p:spPr>
                <a:xfrm>
                  <a:off x="2372400" y="1314720"/>
                  <a:ext cx="78840" cy="86760"/>
                </a:xfrm>
                <a:custGeom>
                  <a:avLst/>
                  <a:gdLst/>
                  <a:ahLst/>
                  <a:rect l="l" t="t" r="r" b="b"/>
                  <a:pathLst>
                    <a:path w="657" h="680">
                      <a:moveTo>
                        <a:pt x="540" y="546"/>
                      </a:moveTo>
                      <a:lnTo>
                        <a:pt x="471" y="546"/>
                      </a:lnTo>
                      <a:lnTo>
                        <a:pt x="471" y="593"/>
                      </a:lnTo>
                      <a:lnTo>
                        <a:pt x="430" y="593"/>
                      </a:lnTo>
                      <a:lnTo>
                        <a:pt x="406" y="610"/>
                      </a:lnTo>
                      <a:lnTo>
                        <a:pt x="383" y="680"/>
                      </a:lnTo>
                      <a:lnTo>
                        <a:pt x="273" y="593"/>
                      </a:lnTo>
                      <a:lnTo>
                        <a:pt x="250" y="563"/>
                      </a:lnTo>
                      <a:lnTo>
                        <a:pt x="116" y="546"/>
                      </a:lnTo>
                      <a:lnTo>
                        <a:pt x="69" y="499"/>
                      </a:lnTo>
                      <a:lnTo>
                        <a:pt x="116" y="453"/>
                      </a:lnTo>
                      <a:lnTo>
                        <a:pt x="134" y="319"/>
                      </a:lnTo>
                      <a:lnTo>
                        <a:pt x="116" y="273"/>
                      </a:lnTo>
                      <a:lnTo>
                        <a:pt x="69" y="232"/>
                      </a:lnTo>
                      <a:lnTo>
                        <a:pt x="0" y="186"/>
                      </a:lnTo>
                      <a:lnTo>
                        <a:pt x="0" y="162"/>
                      </a:lnTo>
                      <a:lnTo>
                        <a:pt x="47" y="139"/>
                      </a:lnTo>
                      <a:lnTo>
                        <a:pt x="93" y="116"/>
                      </a:lnTo>
                      <a:lnTo>
                        <a:pt x="204" y="70"/>
                      </a:lnTo>
                      <a:lnTo>
                        <a:pt x="273" y="70"/>
                      </a:lnTo>
                      <a:lnTo>
                        <a:pt x="360" y="0"/>
                      </a:lnTo>
                      <a:lnTo>
                        <a:pt x="424" y="47"/>
                      </a:lnTo>
                      <a:lnTo>
                        <a:pt x="540" y="116"/>
                      </a:lnTo>
                      <a:lnTo>
                        <a:pt x="581" y="139"/>
                      </a:lnTo>
                      <a:lnTo>
                        <a:pt x="616" y="134"/>
                      </a:lnTo>
                      <a:lnTo>
                        <a:pt x="650" y="162"/>
                      </a:lnTo>
                      <a:lnTo>
                        <a:pt x="650" y="197"/>
                      </a:lnTo>
                      <a:lnTo>
                        <a:pt x="657" y="244"/>
                      </a:lnTo>
                      <a:lnTo>
                        <a:pt x="587" y="296"/>
                      </a:lnTo>
                      <a:lnTo>
                        <a:pt x="563" y="319"/>
                      </a:lnTo>
                      <a:lnTo>
                        <a:pt x="587" y="406"/>
                      </a:lnTo>
                      <a:lnTo>
                        <a:pt x="587" y="429"/>
                      </a:lnTo>
                      <a:lnTo>
                        <a:pt x="563" y="429"/>
                      </a:lnTo>
                      <a:lnTo>
                        <a:pt x="540" y="499"/>
                      </a:lnTo>
                      <a:lnTo>
                        <a:pt x="540" y="546"/>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846" name=""/>
                <p:cNvSpPr/>
                <p:nvPr/>
              </p:nvSpPr>
              <p:spPr>
                <a:xfrm>
                  <a:off x="2339280" y="1374840"/>
                  <a:ext cx="78840" cy="85320"/>
                </a:xfrm>
                <a:custGeom>
                  <a:avLst/>
                  <a:gdLst/>
                  <a:ahLst/>
                  <a:rect l="l" t="t" r="r" b="b"/>
                  <a:pathLst>
                    <a:path w="656" h="673">
                      <a:moveTo>
                        <a:pt x="342" y="28"/>
                      </a:moveTo>
                      <a:lnTo>
                        <a:pt x="297" y="28"/>
                      </a:lnTo>
                      <a:lnTo>
                        <a:pt x="250" y="17"/>
                      </a:lnTo>
                      <a:lnTo>
                        <a:pt x="185" y="0"/>
                      </a:lnTo>
                      <a:lnTo>
                        <a:pt x="116" y="5"/>
                      </a:lnTo>
                      <a:lnTo>
                        <a:pt x="70" y="5"/>
                      </a:lnTo>
                      <a:lnTo>
                        <a:pt x="0" y="52"/>
                      </a:lnTo>
                      <a:lnTo>
                        <a:pt x="0" y="122"/>
                      </a:lnTo>
                      <a:lnTo>
                        <a:pt x="58" y="144"/>
                      </a:lnTo>
                      <a:lnTo>
                        <a:pt x="122" y="144"/>
                      </a:lnTo>
                      <a:lnTo>
                        <a:pt x="157" y="185"/>
                      </a:lnTo>
                      <a:lnTo>
                        <a:pt x="116" y="261"/>
                      </a:lnTo>
                      <a:lnTo>
                        <a:pt x="116" y="348"/>
                      </a:lnTo>
                      <a:lnTo>
                        <a:pt x="75" y="458"/>
                      </a:lnTo>
                      <a:lnTo>
                        <a:pt x="116" y="505"/>
                      </a:lnTo>
                      <a:lnTo>
                        <a:pt x="116" y="551"/>
                      </a:lnTo>
                      <a:lnTo>
                        <a:pt x="157" y="673"/>
                      </a:lnTo>
                      <a:lnTo>
                        <a:pt x="238" y="627"/>
                      </a:lnTo>
                      <a:lnTo>
                        <a:pt x="337" y="633"/>
                      </a:lnTo>
                      <a:lnTo>
                        <a:pt x="407" y="598"/>
                      </a:lnTo>
                      <a:lnTo>
                        <a:pt x="447" y="568"/>
                      </a:lnTo>
                      <a:lnTo>
                        <a:pt x="482" y="458"/>
                      </a:lnTo>
                      <a:lnTo>
                        <a:pt x="564" y="301"/>
                      </a:lnTo>
                      <a:lnTo>
                        <a:pt x="656" y="209"/>
                      </a:lnTo>
                      <a:lnTo>
                        <a:pt x="517" y="98"/>
                      </a:lnTo>
                      <a:lnTo>
                        <a:pt x="465" y="87"/>
                      </a:lnTo>
                      <a:lnTo>
                        <a:pt x="377" y="57"/>
                      </a:lnTo>
                      <a:lnTo>
                        <a:pt x="342" y="28"/>
                      </a:lnTo>
                      <a:close/>
                    </a:path>
                  </a:pathLst>
                </a:custGeom>
                <a:solidFill>
                  <a:srgbClr val="ffffff"/>
                </a:solidFill>
                <a:ln w="9360">
                  <a:solidFill>
                    <a:srgbClr val="000000"/>
                  </a:solidFill>
                  <a:round/>
                </a:ln>
              </p:spPr>
              <p:style>
                <a:lnRef idx="0"/>
                <a:fillRef idx="0"/>
                <a:effectRef idx="0"/>
                <a:fontRef idx="minor"/>
              </p:style>
              <p:txBody>
                <a:bodyPr lIns="90000" rIns="90000" tIns="38520" bIns="38520" anchor="t">
                  <a:noAutofit/>
                </a:bodyPr>
                <a:p>
                  <a:endParaRPr b="0" lang="en-US" sz="2400" spc="-1" strike="noStrike">
                    <a:solidFill>
                      <a:srgbClr val="000000"/>
                    </a:solidFill>
                    <a:latin typeface="Times New Roman"/>
                  </a:endParaRPr>
                </a:p>
              </p:txBody>
            </p:sp>
            <p:sp>
              <p:nvSpPr>
                <p:cNvPr id="8847" name=""/>
                <p:cNvSpPr/>
                <p:nvPr/>
              </p:nvSpPr>
              <p:spPr>
                <a:xfrm>
                  <a:off x="2334600" y="1391040"/>
                  <a:ext cx="23760" cy="56160"/>
                </a:xfrm>
                <a:custGeom>
                  <a:avLst/>
                  <a:gdLst/>
                  <a:ahLst/>
                  <a:rect l="l" t="t" r="r" b="b"/>
                  <a:pathLst>
                    <a:path w="198" h="441">
                      <a:moveTo>
                        <a:pt x="41" y="0"/>
                      </a:moveTo>
                      <a:lnTo>
                        <a:pt x="59" y="110"/>
                      </a:lnTo>
                      <a:lnTo>
                        <a:pt x="24" y="202"/>
                      </a:lnTo>
                      <a:lnTo>
                        <a:pt x="0" y="266"/>
                      </a:lnTo>
                      <a:lnTo>
                        <a:pt x="24" y="336"/>
                      </a:lnTo>
                      <a:lnTo>
                        <a:pt x="0" y="429"/>
                      </a:lnTo>
                      <a:lnTo>
                        <a:pt x="104" y="441"/>
                      </a:lnTo>
                      <a:lnTo>
                        <a:pt x="157" y="429"/>
                      </a:lnTo>
                      <a:lnTo>
                        <a:pt x="157" y="383"/>
                      </a:lnTo>
                      <a:lnTo>
                        <a:pt x="116" y="342"/>
                      </a:lnTo>
                      <a:lnTo>
                        <a:pt x="157" y="220"/>
                      </a:lnTo>
                      <a:lnTo>
                        <a:pt x="157" y="156"/>
                      </a:lnTo>
                      <a:lnTo>
                        <a:pt x="181" y="110"/>
                      </a:lnTo>
                      <a:lnTo>
                        <a:pt x="198" y="63"/>
                      </a:lnTo>
                      <a:lnTo>
                        <a:pt x="157" y="17"/>
                      </a:lnTo>
                      <a:lnTo>
                        <a:pt x="111" y="17"/>
                      </a:lnTo>
                      <a:lnTo>
                        <a:pt x="41" y="0"/>
                      </a:lnTo>
                      <a:close/>
                    </a:path>
                  </a:pathLst>
                </a:custGeom>
                <a:solidFill>
                  <a:srgbClr val="ffffff"/>
                </a:solidFill>
                <a:ln w="9360">
                  <a:solidFill>
                    <a:srgbClr val="000000"/>
                  </a:solidFill>
                  <a:round/>
                </a:ln>
              </p:spPr>
              <p:style>
                <a:lnRef idx="0"/>
                <a:fillRef idx="0"/>
                <a:effectRef idx="0"/>
                <a:fontRef idx="minor"/>
              </p:style>
              <p:txBody>
                <a:bodyPr lIns="90000" rIns="90000" tIns="9360" bIns="9360" anchor="t">
                  <a:noAutofit/>
                </a:bodyPr>
                <a:p>
                  <a:endParaRPr b="0" lang="en-US" sz="2400" spc="-1" strike="noStrike">
                    <a:solidFill>
                      <a:srgbClr val="000000"/>
                    </a:solidFill>
                    <a:latin typeface="Times New Roman"/>
                  </a:endParaRPr>
                </a:p>
              </p:txBody>
            </p:sp>
            <p:sp>
              <p:nvSpPr>
                <p:cNvPr id="8848" name=""/>
                <p:cNvSpPr/>
                <p:nvPr/>
              </p:nvSpPr>
              <p:spPr>
                <a:xfrm>
                  <a:off x="2406960" y="1416960"/>
                  <a:ext cx="5400" cy="7920"/>
                </a:xfrm>
                <a:custGeom>
                  <a:avLst/>
                  <a:gdLst/>
                  <a:ahLst/>
                  <a:rect l="l" t="t" r="r" b="b"/>
                  <a:pathLst>
                    <a:path w="46" h="64">
                      <a:moveTo>
                        <a:pt x="46" y="0"/>
                      </a:moveTo>
                      <a:lnTo>
                        <a:pt x="0" y="42"/>
                      </a:lnTo>
                      <a:lnTo>
                        <a:pt x="46" y="64"/>
                      </a:lnTo>
                      <a:lnTo>
                        <a:pt x="46" y="24"/>
                      </a:lnTo>
                      <a:lnTo>
                        <a:pt x="46" y="0"/>
                      </a:lnTo>
                      <a:close/>
                    </a:path>
                  </a:pathLst>
                </a:custGeom>
                <a:solidFill>
                  <a:srgbClr val="ffffff"/>
                </a:solidFill>
                <a:ln w="9360">
                  <a:solidFill>
                    <a:srgbClr val="00000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8849" name=""/>
                <p:cNvSpPr/>
                <p:nvPr/>
              </p:nvSpPr>
              <p:spPr>
                <a:xfrm>
                  <a:off x="2450520" y="1393200"/>
                  <a:ext cx="11520" cy="11160"/>
                </a:xfrm>
                <a:custGeom>
                  <a:avLst/>
                  <a:gdLst/>
                  <a:ahLst/>
                  <a:rect l="l" t="t" r="r" b="b"/>
                  <a:pathLst>
                    <a:path w="94" h="93">
                      <a:moveTo>
                        <a:pt x="70" y="0"/>
                      </a:moveTo>
                      <a:lnTo>
                        <a:pt x="0" y="46"/>
                      </a:lnTo>
                      <a:lnTo>
                        <a:pt x="47" y="70"/>
                      </a:lnTo>
                      <a:lnTo>
                        <a:pt x="47" y="93"/>
                      </a:lnTo>
                      <a:lnTo>
                        <a:pt x="94" y="93"/>
                      </a:lnTo>
                      <a:lnTo>
                        <a:pt x="94" y="28"/>
                      </a:lnTo>
                      <a:lnTo>
                        <a:pt x="94" y="0"/>
                      </a:lnTo>
                      <a:lnTo>
                        <a:pt x="70" y="0"/>
                      </a:lnTo>
                      <a:close/>
                    </a:path>
                  </a:pathLst>
                </a:custGeom>
                <a:solidFill>
                  <a:srgbClr val="ffffff"/>
                </a:solidFill>
                <a:ln w="9360">
                  <a:solidFill>
                    <a:srgbClr val="000000"/>
                  </a:solidFill>
                  <a:round/>
                </a:ln>
              </p:spPr>
              <p:style>
                <a:lnRef idx="0"/>
                <a:fillRef idx="0"/>
                <a:effectRef idx="0"/>
                <a:fontRef idx="minor"/>
              </p:style>
              <p:txBody>
                <a:bodyPr lIns="90000" rIns="90000" tIns="-35640" bIns="-35640" anchor="t">
                  <a:noAutofit/>
                </a:bodyPr>
                <a:p>
                  <a:endParaRPr b="0" lang="en-US" sz="2400" spc="-1" strike="noStrike">
                    <a:solidFill>
                      <a:srgbClr val="000000"/>
                    </a:solidFill>
                    <a:latin typeface="Times New Roman"/>
                  </a:endParaRPr>
                </a:p>
              </p:txBody>
            </p:sp>
            <p:sp>
              <p:nvSpPr>
                <p:cNvPr id="8850" name=""/>
                <p:cNvSpPr/>
                <p:nvPr/>
              </p:nvSpPr>
              <p:spPr>
                <a:xfrm>
                  <a:off x="2445480" y="1407600"/>
                  <a:ext cx="16200" cy="23040"/>
                </a:xfrm>
                <a:custGeom>
                  <a:avLst/>
                  <a:gdLst/>
                  <a:ahLst/>
                  <a:rect l="l" t="t" r="r" b="b"/>
                  <a:pathLst>
                    <a:path w="134" h="181">
                      <a:moveTo>
                        <a:pt x="93" y="35"/>
                      </a:moveTo>
                      <a:lnTo>
                        <a:pt x="47" y="35"/>
                      </a:lnTo>
                      <a:lnTo>
                        <a:pt x="0" y="112"/>
                      </a:lnTo>
                      <a:lnTo>
                        <a:pt x="0" y="157"/>
                      </a:lnTo>
                      <a:lnTo>
                        <a:pt x="23" y="157"/>
                      </a:lnTo>
                      <a:lnTo>
                        <a:pt x="82" y="181"/>
                      </a:lnTo>
                      <a:lnTo>
                        <a:pt x="110" y="112"/>
                      </a:lnTo>
                      <a:lnTo>
                        <a:pt x="87" y="112"/>
                      </a:lnTo>
                      <a:lnTo>
                        <a:pt x="134" y="24"/>
                      </a:lnTo>
                      <a:lnTo>
                        <a:pt x="134" y="0"/>
                      </a:lnTo>
                      <a:lnTo>
                        <a:pt x="93" y="35"/>
                      </a:lnTo>
                      <a:close/>
                    </a:path>
                  </a:pathLst>
                </a:custGeom>
                <a:solidFill>
                  <a:srgbClr val="ffffff"/>
                </a:solidFill>
                <a:ln w="9360">
                  <a:solidFill>
                    <a:srgbClr val="000000"/>
                  </a:solidFill>
                  <a:round/>
                </a:ln>
              </p:spPr>
              <p:style>
                <a:lnRef idx="0"/>
                <a:fillRef idx="0"/>
                <a:effectRef idx="0"/>
                <a:fontRef idx="minor"/>
              </p:style>
              <p:txBody>
                <a:bodyPr lIns="90000" rIns="90000" tIns="-23760" bIns="-23760" anchor="t">
                  <a:noAutofit/>
                </a:bodyPr>
                <a:p>
                  <a:endParaRPr b="0" lang="en-US" sz="2400" spc="-1" strike="noStrike">
                    <a:solidFill>
                      <a:srgbClr val="000000"/>
                    </a:solidFill>
                    <a:latin typeface="Times New Roman"/>
                  </a:endParaRPr>
                </a:p>
              </p:txBody>
            </p:sp>
            <p:sp>
              <p:nvSpPr>
                <p:cNvPr id="8851" name=""/>
                <p:cNvSpPr/>
                <p:nvPr/>
              </p:nvSpPr>
              <p:spPr>
                <a:xfrm>
                  <a:off x="2437920" y="1324800"/>
                  <a:ext cx="7560" cy="7920"/>
                </a:xfrm>
                <a:custGeom>
                  <a:avLst/>
                  <a:gdLst/>
                  <a:ahLst/>
                  <a:rect l="l" t="t" r="r" b="b"/>
                  <a:pathLst>
                    <a:path w="70" h="64">
                      <a:moveTo>
                        <a:pt x="53" y="0"/>
                      </a:moveTo>
                      <a:lnTo>
                        <a:pt x="23" y="17"/>
                      </a:lnTo>
                      <a:lnTo>
                        <a:pt x="0" y="35"/>
                      </a:lnTo>
                      <a:lnTo>
                        <a:pt x="47" y="64"/>
                      </a:lnTo>
                      <a:lnTo>
                        <a:pt x="70" y="59"/>
                      </a:lnTo>
                      <a:lnTo>
                        <a:pt x="70" y="17"/>
                      </a:lnTo>
                      <a:lnTo>
                        <a:pt x="53" y="0"/>
                      </a:lnTo>
                      <a:close/>
                    </a:path>
                  </a:pathLst>
                </a:custGeom>
                <a:solidFill>
                  <a:srgbClr val="ffffff"/>
                </a:solidFill>
                <a:ln w="9360">
                  <a:solidFill>
                    <a:srgbClr val="00000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8852" name=""/>
                <p:cNvSpPr/>
                <p:nvPr/>
              </p:nvSpPr>
              <p:spPr>
                <a:xfrm>
                  <a:off x="2442600" y="1280880"/>
                  <a:ext cx="57600" cy="68400"/>
                </a:xfrm>
                <a:custGeom>
                  <a:avLst/>
                  <a:gdLst/>
                  <a:ahLst/>
                  <a:rect l="l" t="t" r="r" b="b"/>
                  <a:pathLst>
                    <a:path w="477" h="534">
                      <a:moveTo>
                        <a:pt x="0" y="267"/>
                      </a:moveTo>
                      <a:lnTo>
                        <a:pt x="0" y="314"/>
                      </a:lnTo>
                      <a:lnTo>
                        <a:pt x="23" y="359"/>
                      </a:lnTo>
                      <a:lnTo>
                        <a:pt x="23" y="383"/>
                      </a:lnTo>
                      <a:lnTo>
                        <a:pt x="63" y="429"/>
                      </a:lnTo>
                      <a:lnTo>
                        <a:pt x="63" y="499"/>
                      </a:lnTo>
                      <a:lnTo>
                        <a:pt x="87" y="516"/>
                      </a:lnTo>
                      <a:lnTo>
                        <a:pt x="140" y="534"/>
                      </a:lnTo>
                      <a:lnTo>
                        <a:pt x="197" y="528"/>
                      </a:lnTo>
                      <a:lnTo>
                        <a:pt x="250" y="516"/>
                      </a:lnTo>
                      <a:lnTo>
                        <a:pt x="297" y="516"/>
                      </a:lnTo>
                      <a:lnTo>
                        <a:pt x="360" y="516"/>
                      </a:lnTo>
                      <a:lnTo>
                        <a:pt x="372" y="476"/>
                      </a:lnTo>
                      <a:lnTo>
                        <a:pt x="407" y="459"/>
                      </a:lnTo>
                      <a:lnTo>
                        <a:pt x="407" y="406"/>
                      </a:lnTo>
                      <a:lnTo>
                        <a:pt x="360" y="359"/>
                      </a:lnTo>
                      <a:lnTo>
                        <a:pt x="384" y="337"/>
                      </a:lnTo>
                      <a:lnTo>
                        <a:pt x="454" y="279"/>
                      </a:lnTo>
                      <a:lnTo>
                        <a:pt x="477" y="261"/>
                      </a:lnTo>
                      <a:lnTo>
                        <a:pt x="477" y="180"/>
                      </a:lnTo>
                      <a:lnTo>
                        <a:pt x="430" y="157"/>
                      </a:lnTo>
                      <a:lnTo>
                        <a:pt x="447" y="87"/>
                      </a:lnTo>
                      <a:lnTo>
                        <a:pt x="447" y="46"/>
                      </a:lnTo>
                      <a:lnTo>
                        <a:pt x="360" y="23"/>
                      </a:lnTo>
                      <a:lnTo>
                        <a:pt x="267" y="23"/>
                      </a:lnTo>
                      <a:lnTo>
                        <a:pt x="209" y="0"/>
                      </a:lnTo>
                      <a:lnTo>
                        <a:pt x="157" y="0"/>
                      </a:lnTo>
                      <a:lnTo>
                        <a:pt x="157" y="46"/>
                      </a:lnTo>
                      <a:lnTo>
                        <a:pt x="110" y="63"/>
                      </a:lnTo>
                      <a:lnTo>
                        <a:pt x="63" y="87"/>
                      </a:lnTo>
                      <a:lnTo>
                        <a:pt x="93" y="133"/>
                      </a:lnTo>
                      <a:lnTo>
                        <a:pt x="46" y="180"/>
                      </a:lnTo>
                      <a:lnTo>
                        <a:pt x="63" y="220"/>
                      </a:lnTo>
                      <a:lnTo>
                        <a:pt x="63" y="249"/>
                      </a:lnTo>
                      <a:lnTo>
                        <a:pt x="46" y="249"/>
                      </a:lnTo>
                      <a:lnTo>
                        <a:pt x="0" y="267"/>
                      </a:lnTo>
                      <a:close/>
                    </a:path>
                  </a:pathLst>
                </a:custGeom>
                <a:solidFill>
                  <a:srgbClr val="ffffff"/>
                </a:solidFill>
                <a:ln w="9360">
                  <a:solidFill>
                    <a:srgbClr val="000000"/>
                  </a:solidFill>
                  <a:round/>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8853" name=""/>
                <p:cNvSpPr/>
                <p:nvPr/>
              </p:nvSpPr>
              <p:spPr>
                <a:xfrm>
                  <a:off x="2415600" y="1309680"/>
                  <a:ext cx="27720" cy="19080"/>
                </a:xfrm>
                <a:custGeom>
                  <a:avLst/>
                  <a:gdLst/>
                  <a:ahLst/>
                  <a:rect l="l" t="t" r="r" b="b"/>
                  <a:pathLst>
                    <a:path w="233" h="157">
                      <a:moveTo>
                        <a:pt x="140" y="0"/>
                      </a:moveTo>
                      <a:lnTo>
                        <a:pt x="227" y="76"/>
                      </a:lnTo>
                      <a:lnTo>
                        <a:pt x="227" y="94"/>
                      </a:lnTo>
                      <a:lnTo>
                        <a:pt x="233" y="117"/>
                      </a:lnTo>
                      <a:lnTo>
                        <a:pt x="203" y="139"/>
                      </a:lnTo>
                      <a:lnTo>
                        <a:pt x="168" y="157"/>
                      </a:lnTo>
                      <a:lnTo>
                        <a:pt x="23" y="76"/>
                      </a:lnTo>
                      <a:lnTo>
                        <a:pt x="0" y="47"/>
                      </a:lnTo>
                      <a:lnTo>
                        <a:pt x="46" y="29"/>
                      </a:lnTo>
                      <a:lnTo>
                        <a:pt x="70" y="29"/>
                      </a:lnTo>
                      <a:lnTo>
                        <a:pt x="93" y="0"/>
                      </a:lnTo>
                      <a:lnTo>
                        <a:pt x="140" y="0"/>
                      </a:lnTo>
                      <a:close/>
                    </a:path>
                  </a:pathLst>
                </a:custGeom>
                <a:solidFill>
                  <a:srgbClr val="ffffff"/>
                </a:solidFill>
                <a:ln w="9360">
                  <a:solidFill>
                    <a:srgbClr val="000000"/>
                  </a:solidFill>
                  <a:round/>
                </a:ln>
              </p:spPr>
              <p:style>
                <a:lnRef idx="0"/>
                <a:fillRef idx="0"/>
                <a:effectRef idx="0"/>
                <a:fontRef idx="minor"/>
              </p:style>
              <p:txBody>
                <a:bodyPr lIns="90000" rIns="90000" tIns="-27720" bIns="-27720" anchor="t">
                  <a:noAutofit/>
                </a:bodyPr>
                <a:p>
                  <a:endParaRPr b="0" lang="en-US" sz="2400" spc="-1" strike="noStrike">
                    <a:solidFill>
                      <a:srgbClr val="000000"/>
                    </a:solidFill>
                    <a:latin typeface="Times New Roman"/>
                  </a:endParaRPr>
                </a:p>
              </p:txBody>
            </p:sp>
            <p:sp>
              <p:nvSpPr>
                <p:cNvPr id="8854" name=""/>
                <p:cNvSpPr/>
                <p:nvPr/>
              </p:nvSpPr>
              <p:spPr>
                <a:xfrm>
                  <a:off x="2429280" y="1290240"/>
                  <a:ext cx="24840" cy="28440"/>
                </a:xfrm>
                <a:custGeom>
                  <a:avLst/>
                  <a:gdLst/>
                  <a:ahLst/>
                  <a:rect l="l" t="t" r="r" b="b"/>
                  <a:pathLst>
                    <a:path w="209" h="226">
                      <a:moveTo>
                        <a:pt x="0" y="150"/>
                      </a:moveTo>
                      <a:lnTo>
                        <a:pt x="46" y="179"/>
                      </a:lnTo>
                      <a:lnTo>
                        <a:pt x="116" y="226"/>
                      </a:lnTo>
                      <a:lnTo>
                        <a:pt x="122" y="197"/>
                      </a:lnTo>
                      <a:lnTo>
                        <a:pt x="157" y="185"/>
                      </a:lnTo>
                      <a:lnTo>
                        <a:pt x="179" y="179"/>
                      </a:lnTo>
                      <a:lnTo>
                        <a:pt x="186" y="150"/>
                      </a:lnTo>
                      <a:lnTo>
                        <a:pt x="162" y="110"/>
                      </a:lnTo>
                      <a:lnTo>
                        <a:pt x="209" y="63"/>
                      </a:lnTo>
                      <a:lnTo>
                        <a:pt x="209" y="40"/>
                      </a:lnTo>
                      <a:lnTo>
                        <a:pt x="191" y="23"/>
                      </a:lnTo>
                      <a:lnTo>
                        <a:pt x="209" y="0"/>
                      </a:lnTo>
                      <a:lnTo>
                        <a:pt x="92" y="40"/>
                      </a:lnTo>
                      <a:lnTo>
                        <a:pt x="92" y="87"/>
                      </a:lnTo>
                      <a:lnTo>
                        <a:pt x="46" y="110"/>
                      </a:lnTo>
                      <a:lnTo>
                        <a:pt x="5" y="115"/>
                      </a:lnTo>
                      <a:lnTo>
                        <a:pt x="0" y="150"/>
                      </a:lnTo>
                      <a:close/>
                    </a:path>
                  </a:pathLst>
                </a:custGeom>
                <a:solidFill>
                  <a:srgbClr val="ffffff"/>
                </a:solidFill>
                <a:ln w="9360">
                  <a:solidFill>
                    <a:srgbClr val="00000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8855" name=""/>
                <p:cNvSpPr/>
                <p:nvPr/>
              </p:nvSpPr>
              <p:spPr>
                <a:xfrm>
                  <a:off x="2462040" y="1246320"/>
                  <a:ext cx="13320" cy="35640"/>
                </a:xfrm>
                <a:custGeom>
                  <a:avLst/>
                  <a:gdLst/>
                  <a:ahLst/>
                  <a:rect l="l" t="t" r="r" b="b"/>
                  <a:pathLst>
                    <a:path w="110" h="279">
                      <a:moveTo>
                        <a:pt x="0" y="274"/>
                      </a:moveTo>
                      <a:lnTo>
                        <a:pt x="0" y="204"/>
                      </a:lnTo>
                      <a:lnTo>
                        <a:pt x="23" y="117"/>
                      </a:lnTo>
                      <a:lnTo>
                        <a:pt x="0" y="70"/>
                      </a:lnTo>
                      <a:lnTo>
                        <a:pt x="46" y="0"/>
                      </a:lnTo>
                      <a:lnTo>
                        <a:pt x="93" y="70"/>
                      </a:lnTo>
                      <a:lnTo>
                        <a:pt x="110" y="117"/>
                      </a:lnTo>
                      <a:lnTo>
                        <a:pt x="70" y="187"/>
                      </a:lnTo>
                      <a:lnTo>
                        <a:pt x="70" y="250"/>
                      </a:lnTo>
                      <a:lnTo>
                        <a:pt x="93" y="279"/>
                      </a:lnTo>
                      <a:lnTo>
                        <a:pt x="40" y="274"/>
                      </a:lnTo>
                      <a:lnTo>
                        <a:pt x="0" y="274"/>
                      </a:lnTo>
                      <a:close/>
                    </a:path>
                  </a:pathLst>
                </a:custGeom>
                <a:solidFill>
                  <a:srgbClr val="ffffff"/>
                </a:solidFill>
                <a:ln w="9360">
                  <a:solidFill>
                    <a:srgbClr val="000000"/>
                  </a:solidFill>
                  <a:round/>
                </a:ln>
              </p:spPr>
              <p:style>
                <a:lnRef idx="0"/>
                <a:fillRef idx="0"/>
                <a:effectRef idx="0"/>
                <a:fontRef idx="minor"/>
              </p:style>
              <p:txBody>
                <a:bodyPr lIns="90000" rIns="90000" tIns="-11160" bIns="-11160" anchor="t">
                  <a:noAutofit/>
                </a:bodyPr>
                <a:p>
                  <a:endParaRPr b="0" lang="en-US" sz="2400" spc="-1" strike="noStrike">
                    <a:solidFill>
                      <a:srgbClr val="000000"/>
                    </a:solidFill>
                    <a:latin typeface="Times New Roman"/>
                  </a:endParaRPr>
                </a:p>
              </p:txBody>
            </p:sp>
            <p:sp>
              <p:nvSpPr>
                <p:cNvPr id="8856" name=""/>
                <p:cNvSpPr/>
                <p:nvPr/>
              </p:nvSpPr>
              <p:spPr>
                <a:xfrm>
                  <a:off x="2583720" y="950040"/>
                  <a:ext cx="938160" cy="520560"/>
                </a:xfrm>
                <a:custGeom>
                  <a:avLst/>
                  <a:gdLst/>
                  <a:ahLst/>
                  <a:rect l="l" t="t" r="r" b="b"/>
                  <a:pathLst>
                    <a:path w="7782" h="4078">
                      <a:moveTo>
                        <a:pt x="146" y="1887"/>
                      </a:moveTo>
                      <a:lnTo>
                        <a:pt x="116" y="1981"/>
                      </a:lnTo>
                      <a:lnTo>
                        <a:pt x="29" y="2004"/>
                      </a:lnTo>
                      <a:lnTo>
                        <a:pt x="46" y="2044"/>
                      </a:lnTo>
                      <a:lnTo>
                        <a:pt x="87" y="2114"/>
                      </a:lnTo>
                      <a:lnTo>
                        <a:pt x="58" y="2138"/>
                      </a:lnTo>
                      <a:lnTo>
                        <a:pt x="41" y="2155"/>
                      </a:lnTo>
                      <a:lnTo>
                        <a:pt x="0" y="2183"/>
                      </a:lnTo>
                      <a:lnTo>
                        <a:pt x="46" y="2288"/>
                      </a:lnTo>
                      <a:lnTo>
                        <a:pt x="0" y="2410"/>
                      </a:lnTo>
                      <a:lnTo>
                        <a:pt x="34" y="2434"/>
                      </a:lnTo>
                      <a:lnTo>
                        <a:pt x="146" y="2486"/>
                      </a:lnTo>
                      <a:lnTo>
                        <a:pt x="215" y="2497"/>
                      </a:lnTo>
                      <a:lnTo>
                        <a:pt x="238" y="2544"/>
                      </a:lnTo>
                      <a:lnTo>
                        <a:pt x="285" y="2562"/>
                      </a:lnTo>
                      <a:lnTo>
                        <a:pt x="308" y="2631"/>
                      </a:lnTo>
                      <a:lnTo>
                        <a:pt x="273" y="2724"/>
                      </a:lnTo>
                      <a:lnTo>
                        <a:pt x="285" y="2771"/>
                      </a:lnTo>
                      <a:lnTo>
                        <a:pt x="407" y="2776"/>
                      </a:lnTo>
                      <a:lnTo>
                        <a:pt x="448" y="2840"/>
                      </a:lnTo>
                      <a:lnTo>
                        <a:pt x="494" y="2881"/>
                      </a:lnTo>
                      <a:lnTo>
                        <a:pt x="558" y="2881"/>
                      </a:lnTo>
                      <a:lnTo>
                        <a:pt x="605" y="2974"/>
                      </a:lnTo>
                      <a:lnTo>
                        <a:pt x="610" y="3027"/>
                      </a:lnTo>
                      <a:lnTo>
                        <a:pt x="622" y="3090"/>
                      </a:lnTo>
                      <a:lnTo>
                        <a:pt x="570" y="3107"/>
                      </a:lnTo>
                      <a:lnTo>
                        <a:pt x="587" y="3125"/>
                      </a:lnTo>
                      <a:lnTo>
                        <a:pt x="547" y="3149"/>
                      </a:lnTo>
                      <a:lnTo>
                        <a:pt x="622" y="3177"/>
                      </a:lnTo>
                      <a:lnTo>
                        <a:pt x="622" y="3224"/>
                      </a:lnTo>
                      <a:lnTo>
                        <a:pt x="605" y="3311"/>
                      </a:lnTo>
                      <a:lnTo>
                        <a:pt x="622" y="3381"/>
                      </a:lnTo>
                      <a:lnTo>
                        <a:pt x="692" y="3427"/>
                      </a:lnTo>
                      <a:lnTo>
                        <a:pt x="784" y="3473"/>
                      </a:lnTo>
                      <a:lnTo>
                        <a:pt x="831" y="3561"/>
                      </a:lnTo>
                      <a:lnTo>
                        <a:pt x="831" y="3583"/>
                      </a:lnTo>
                      <a:lnTo>
                        <a:pt x="918" y="3607"/>
                      </a:lnTo>
                      <a:lnTo>
                        <a:pt x="976" y="3729"/>
                      </a:lnTo>
                      <a:lnTo>
                        <a:pt x="1006" y="3752"/>
                      </a:lnTo>
                      <a:lnTo>
                        <a:pt x="1035" y="3752"/>
                      </a:lnTo>
                      <a:lnTo>
                        <a:pt x="1087" y="3845"/>
                      </a:lnTo>
                      <a:lnTo>
                        <a:pt x="1220" y="3787"/>
                      </a:lnTo>
                      <a:lnTo>
                        <a:pt x="1244" y="3810"/>
                      </a:lnTo>
                      <a:lnTo>
                        <a:pt x="1308" y="3700"/>
                      </a:lnTo>
                      <a:lnTo>
                        <a:pt x="1238" y="3653"/>
                      </a:lnTo>
                      <a:lnTo>
                        <a:pt x="1105" y="3404"/>
                      </a:lnTo>
                      <a:lnTo>
                        <a:pt x="1105" y="3381"/>
                      </a:lnTo>
                      <a:lnTo>
                        <a:pt x="1145" y="3247"/>
                      </a:lnTo>
                      <a:lnTo>
                        <a:pt x="1215" y="3247"/>
                      </a:lnTo>
                      <a:lnTo>
                        <a:pt x="1285" y="3247"/>
                      </a:lnTo>
                      <a:lnTo>
                        <a:pt x="1395" y="3177"/>
                      </a:lnTo>
                      <a:lnTo>
                        <a:pt x="1465" y="3247"/>
                      </a:lnTo>
                      <a:lnTo>
                        <a:pt x="1442" y="3311"/>
                      </a:lnTo>
                      <a:lnTo>
                        <a:pt x="1372" y="3311"/>
                      </a:lnTo>
                      <a:lnTo>
                        <a:pt x="1349" y="3381"/>
                      </a:lnTo>
                      <a:lnTo>
                        <a:pt x="1349" y="3473"/>
                      </a:lnTo>
                      <a:lnTo>
                        <a:pt x="1581" y="3630"/>
                      </a:lnTo>
                      <a:lnTo>
                        <a:pt x="1557" y="3677"/>
                      </a:lnTo>
                      <a:lnTo>
                        <a:pt x="1487" y="3677"/>
                      </a:lnTo>
                      <a:lnTo>
                        <a:pt x="1557" y="3787"/>
                      </a:lnTo>
                      <a:lnTo>
                        <a:pt x="1552" y="3904"/>
                      </a:lnTo>
                      <a:lnTo>
                        <a:pt x="1616" y="3874"/>
                      </a:lnTo>
                      <a:lnTo>
                        <a:pt x="1761" y="3880"/>
                      </a:lnTo>
                      <a:lnTo>
                        <a:pt x="1871" y="3904"/>
                      </a:lnTo>
                      <a:lnTo>
                        <a:pt x="1935" y="3962"/>
                      </a:lnTo>
                      <a:lnTo>
                        <a:pt x="1970" y="4043"/>
                      </a:lnTo>
                      <a:lnTo>
                        <a:pt x="2028" y="4078"/>
                      </a:lnTo>
                      <a:lnTo>
                        <a:pt x="2115" y="4031"/>
                      </a:lnTo>
                      <a:lnTo>
                        <a:pt x="2174" y="3974"/>
                      </a:lnTo>
                      <a:lnTo>
                        <a:pt x="2284" y="3904"/>
                      </a:lnTo>
                      <a:lnTo>
                        <a:pt x="2394" y="3927"/>
                      </a:lnTo>
                      <a:lnTo>
                        <a:pt x="2499" y="3880"/>
                      </a:lnTo>
                      <a:lnTo>
                        <a:pt x="2540" y="3921"/>
                      </a:lnTo>
                      <a:lnTo>
                        <a:pt x="2720" y="3880"/>
                      </a:lnTo>
                      <a:lnTo>
                        <a:pt x="2668" y="3764"/>
                      </a:lnTo>
                      <a:lnTo>
                        <a:pt x="2790" y="3677"/>
                      </a:lnTo>
                      <a:lnTo>
                        <a:pt x="2865" y="3677"/>
                      </a:lnTo>
                      <a:lnTo>
                        <a:pt x="3017" y="3508"/>
                      </a:lnTo>
                      <a:lnTo>
                        <a:pt x="2987" y="3357"/>
                      </a:lnTo>
                      <a:lnTo>
                        <a:pt x="3086" y="3329"/>
                      </a:lnTo>
                      <a:lnTo>
                        <a:pt x="3057" y="3264"/>
                      </a:lnTo>
                      <a:lnTo>
                        <a:pt x="3115" y="3184"/>
                      </a:lnTo>
                      <a:lnTo>
                        <a:pt x="3266" y="3114"/>
                      </a:lnTo>
                      <a:lnTo>
                        <a:pt x="3289" y="3015"/>
                      </a:lnTo>
                      <a:lnTo>
                        <a:pt x="3366" y="2968"/>
                      </a:lnTo>
                      <a:lnTo>
                        <a:pt x="3545" y="2852"/>
                      </a:lnTo>
                      <a:lnTo>
                        <a:pt x="3610" y="2846"/>
                      </a:lnTo>
                      <a:lnTo>
                        <a:pt x="3732" y="2922"/>
                      </a:lnTo>
                      <a:lnTo>
                        <a:pt x="3824" y="2893"/>
                      </a:lnTo>
                      <a:lnTo>
                        <a:pt x="3912" y="2748"/>
                      </a:lnTo>
                      <a:lnTo>
                        <a:pt x="3987" y="2741"/>
                      </a:lnTo>
                      <a:lnTo>
                        <a:pt x="4034" y="2806"/>
                      </a:lnTo>
                      <a:lnTo>
                        <a:pt x="4091" y="2881"/>
                      </a:lnTo>
                      <a:lnTo>
                        <a:pt x="4156" y="2875"/>
                      </a:lnTo>
                      <a:lnTo>
                        <a:pt x="4278" y="2823"/>
                      </a:lnTo>
                      <a:lnTo>
                        <a:pt x="4393" y="2905"/>
                      </a:lnTo>
                      <a:lnTo>
                        <a:pt x="4620" y="2881"/>
                      </a:lnTo>
                      <a:lnTo>
                        <a:pt x="4690" y="2794"/>
                      </a:lnTo>
                      <a:lnTo>
                        <a:pt x="4784" y="2840"/>
                      </a:lnTo>
                      <a:lnTo>
                        <a:pt x="4871" y="2840"/>
                      </a:lnTo>
                      <a:lnTo>
                        <a:pt x="4986" y="2765"/>
                      </a:lnTo>
                      <a:lnTo>
                        <a:pt x="4986" y="2631"/>
                      </a:lnTo>
                      <a:lnTo>
                        <a:pt x="5010" y="2562"/>
                      </a:lnTo>
                      <a:lnTo>
                        <a:pt x="4951" y="2544"/>
                      </a:lnTo>
                      <a:lnTo>
                        <a:pt x="5045" y="2497"/>
                      </a:lnTo>
                      <a:lnTo>
                        <a:pt x="5190" y="2457"/>
                      </a:lnTo>
                      <a:lnTo>
                        <a:pt x="5283" y="2515"/>
                      </a:lnTo>
                      <a:lnTo>
                        <a:pt x="5307" y="2654"/>
                      </a:lnTo>
                      <a:lnTo>
                        <a:pt x="5440" y="2811"/>
                      </a:lnTo>
                      <a:lnTo>
                        <a:pt x="5568" y="2818"/>
                      </a:lnTo>
                      <a:lnTo>
                        <a:pt x="5603" y="2846"/>
                      </a:lnTo>
                      <a:lnTo>
                        <a:pt x="5621" y="2905"/>
                      </a:lnTo>
                      <a:lnTo>
                        <a:pt x="5736" y="2945"/>
                      </a:lnTo>
                      <a:lnTo>
                        <a:pt x="5853" y="2881"/>
                      </a:lnTo>
                      <a:lnTo>
                        <a:pt x="5888" y="2985"/>
                      </a:lnTo>
                      <a:lnTo>
                        <a:pt x="5823" y="3172"/>
                      </a:lnTo>
                      <a:lnTo>
                        <a:pt x="5754" y="3154"/>
                      </a:lnTo>
                      <a:lnTo>
                        <a:pt x="5731" y="3247"/>
                      </a:lnTo>
                      <a:lnTo>
                        <a:pt x="5829" y="3334"/>
                      </a:lnTo>
                      <a:lnTo>
                        <a:pt x="5853" y="3404"/>
                      </a:lnTo>
                      <a:lnTo>
                        <a:pt x="5916" y="3357"/>
                      </a:lnTo>
                      <a:lnTo>
                        <a:pt x="6097" y="3107"/>
                      </a:lnTo>
                      <a:lnTo>
                        <a:pt x="6143" y="2474"/>
                      </a:lnTo>
                      <a:lnTo>
                        <a:pt x="6080" y="2451"/>
                      </a:lnTo>
                      <a:lnTo>
                        <a:pt x="6080" y="2312"/>
                      </a:lnTo>
                      <a:lnTo>
                        <a:pt x="5986" y="2271"/>
                      </a:lnTo>
                      <a:lnTo>
                        <a:pt x="5829" y="2340"/>
                      </a:lnTo>
                      <a:lnTo>
                        <a:pt x="5806" y="2225"/>
                      </a:lnTo>
                      <a:lnTo>
                        <a:pt x="5713" y="2201"/>
                      </a:lnTo>
                      <a:lnTo>
                        <a:pt x="5829" y="1929"/>
                      </a:lnTo>
                      <a:lnTo>
                        <a:pt x="5829" y="1749"/>
                      </a:lnTo>
                      <a:lnTo>
                        <a:pt x="5893" y="1679"/>
                      </a:lnTo>
                      <a:lnTo>
                        <a:pt x="6097" y="1632"/>
                      </a:lnTo>
                      <a:lnTo>
                        <a:pt x="6190" y="1562"/>
                      </a:lnTo>
                      <a:lnTo>
                        <a:pt x="6329" y="1545"/>
                      </a:lnTo>
                      <a:lnTo>
                        <a:pt x="6306" y="1632"/>
                      </a:lnTo>
                      <a:lnTo>
                        <a:pt x="6416" y="1592"/>
                      </a:lnTo>
                      <a:lnTo>
                        <a:pt x="6486" y="1516"/>
                      </a:lnTo>
                      <a:lnTo>
                        <a:pt x="6439" y="1475"/>
                      </a:lnTo>
                      <a:lnTo>
                        <a:pt x="6486" y="1249"/>
                      </a:lnTo>
                      <a:lnTo>
                        <a:pt x="6579" y="1202"/>
                      </a:lnTo>
                      <a:lnTo>
                        <a:pt x="6620" y="1266"/>
                      </a:lnTo>
                      <a:lnTo>
                        <a:pt x="6643" y="1266"/>
                      </a:lnTo>
                      <a:lnTo>
                        <a:pt x="6713" y="1062"/>
                      </a:lnTo>
                      <a:lnTo>
                        <a:pt x="6736" y="1062"/>
                      </a:lnTo>
                      <a:lnTo>
                        <a:pt x="6783" y="1226"/>
                      </a:lnTo>
                      <a:lnTo>
                        <a:pt x="6806" y="1266"/>
                      </a:lnTo>
                      <a:lnTo>
                        <a:pt x="6760" y="1383"/>
                      </a:lnTo>
                      <a:lnTo>
                        <a:pt x="6713" y="1609"/>
                      </a:lnTo>
                      <a:lnTo>
                        <a:pt x="6666" y="1725"/>
                      </a:lnTo>
                      <a:lnTo>
                        <a:pt x="6666" y="1929"/>
                      </a:lnTo>
                      <a:lnTo>
                        <a:pt x="6783" y="2248"/>
                      </a:lnTo>
                      <a:lnTo>
                        <a:pt x="6870" y="2312"/>
                      </a:lnTo>
                      <a:lnTo>
                        <a:pt x="6940" y="2474"/>
                      </a:lnTo>
                      <a:lnTo>
                        <a:pt x="7009" y="2312"/>
                      </a:lnTo>
                      <a:lnTo>
                        <a:pt x="7009" y="2201"/>
                      </a:lnTo>
                      <a:lnTo>
                        <a:pt x="7056" y="2178"/>
                      </a:lnTo>
                      <a:lnTo>
                        <a:pt x="7032" y="2091"/>
                      </a:lnTo>
                      <a:lnTo>
                        <a:pt x="7056" y="2021"/>
                      </a:lnTo>
                      <a:lnTo>
                        <a:pt x="6986" y="1887"/>
                      </a:lnTo>
                      <a:lnTo>
                        <a:pt x="7009" y="1795"/>
                      </a:lnTo>
                      <a:lnTo>
                        <a:pt x="6986" y="1632"/>
                      </a:lnTo>
                      <a:lnTo>
                        <a:pt x="6917" y="1679"/>
                      </a:lnTo>
                      <a:lnTo>
                        <a:pt x="6893" y="1428"/>
                      </a:lnTo>
                      <a:lnTo>
                        <a:pt x="6893" y="1383"/>
                      </a:lnTo>
                      <a:lnTo>
                        <a:pt x="7009" y="1289"/>
                      </a:lnTo>
                      <a:lnTo>
                        <a:pt x="7125" y="1249"/>
                      </a:lnTo>
                      <a:lnTo>
                        <a:pt x="7212" y="1359"/>
                      </a:lnTo>
                      <a:lnTo>
                        <a:pt x="7282" y="952"/>
                      </a:lnTo>
                      <a:lnTo>
                        <a:pt x="7439" y="860"/>
                      </a:lnTo>
                      <a:lnTo>
                        <a:pt x="7346" y="790"/>
                      </a:lnTo>
                      <a:lnTo>
                        <a:pt x="7376" y="726"/>
                      </a:lnTo>
                      <a:lnTo>
                        <a:pt x="7259" y="726"/>
                      </a:lnTo>
                      <a:lnTo>
                        <a:pt x="7189" y="656"/>
                      </a:lnTo>
                      <a:lnTo>
                        <a:pt x="7079" y="563"/>
                      </a:lnTo>
                      <a:lnTo>
                        <a:pt x="7142" y="546"/>
                      </a:lnTo>
                      <a:lnTo>
                        <a:pt x="7189" y="563"/>
                      </a:lnTo>
                      <a:lnTo>
                        <a:pt x="7299" y="499"/>
                      </a:lnTo>
                      <a:lnTo>
                        <a:pt x="7236" y="452"/>
                      </a:lnTo>
                      <a:lnTo>
                        <a:pt x="7212" y="337"/>
                      </a:lnTo>
                      <a:lnTo>
                        <a:pt x="7282" y="384"/>
                      </a:lnTo>
                      <a:lnTo>
                        <a:pt x="7463" y="406"/>
                      </a:lnTo>
                      <a:lnTo>
                        <a:pt x="7533" y="476"/>
                      </a:lnTo>
                      <a:lnTo>
                        <a:pt x="7690" y="452"/>
                      </a:lnTo>
                      <a:lnTo>
                        <a:pt x="7782" y="360"/>
                      </a:lnTo>
                      <a:lnTo>
                        <a:pt x="7596" y="337"/>
                      </a:lnTo>
                      <a:lnTo>
                        <a:pt x="7666" y="203"/>
                      </a:lnTo>
                      <a:lnTo>
                        <a:pt x="7533" y="116"/>
                      </a:lnTo>
                      <a:lnTo>
                        <a:pt x="7393" y="180"/>
                      </a:lnTo>
                      <a:lnTo>
                        <a:pt x="7259" y="70"/>
                      </a:lnTo>
                      <a:lnTo>
                        <a:pt x="7166" y="23"/>
                      </a:lnTo>
                      <a:lnTo>
                        <a:pt x="7125" y="46"/>
                      </a:lnTo>
                      <a:lnTo>
                        <a:pt x="7056" y="0"/>
                      </a:lnTo>
                      <a:lnTo>
                        <a:pt x="1308" y="2724"/>
                      </a:lnTo>
                      <a:lnTo>
                        <a:pt x="146" y="188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57" name=""/>
                <p:cNvSpPr/>
                <p:nvPr/>
              </p:nvSpPr>
              <p:spPr>
                <a:xfrm>
                  <a:off x="2570760" y="898200"/>
                  <a:ext cx="863280" cy="398880"/>
                </a:xfrm>
                <a:custGeom>
                  <a:avLst/>
                  <a:gdLst/>
                  <a:ahLst/>
                  <a:rect l="l" t="t" r="r" b="b"/>
                  <a:pathLst>
                    <a:path w="7160" h="3125">
                      <a:moveTo>
                        <a:pt x="7160" y="407"/>
                      </a:moveTo>
                      <a:lnTo>
                        <a:pt x="7021" y="383"/>
                      </a:lnTo>
                      <a:lnTo>
                        <a:pt x="6770" y="291"/>
                      </a:lnTo>
                      <a:lnTo>
                        <a:pt x="6590" y="291"/>
                      </a:lnTo>
                      <a:lnTo>
                        <a:pt x="6451" y="360"/>
                      </a:lnTo>
                      <a:lnTo>
                        <a:pt x="6451" y="383"/>
                      </a:lnTo>
                      <a:lnTo>
                        <a:pt x="6567" y="453"/>
                      </a:lnTo>
                      <a:lnTo>
                        <a:pt x="6567" y="523"/>
                      </a:lnTo>
                      <a:lnTo>
                        <a:pt x="6520" y="523"/>
                      </a:lnTo>
                      <a:lnTo>
                        <a:pt x="6410" y="430"/>
                      </a:lnTo>
                      <a:lnTo>
                        <a:pt x="6184" y="477"/>
                      </a:lnTo>
                      <a:lnTo>
                        <a:pt x="6137" y="587"/>
                      </a:lnTo>
                      <a:lnTo>
                        <a:pt x="6044" y="540"/>
                      </a:lnTo>
                      <a:lnTo>
                        <a:pt x="5957" y="540"/>
                      </a:lnTo>
                      <a:lnTo>
                        <a:pt x="5863" y="383"/>
                      </a:lnTo>
                      <a:lnTo>
                        <a:pt x="5638" y="383"/>
                      </a:lnTo>
                      <a:lnTo>
                        <a:pt x="5573" y="477"/>
                      </a:lnTo>
                      <a:lnTo>
                        <a:pt x="5457" y="407"/>
                      </a:lnTo>
                      <a:lnTo>
                        <a:pt x="5341" y="430"/>
                      </a:lnTo>
                      <a:lnTo>
                        <a:pt x="5364" y="313"/>
                      </a:lnTo>
                      <a:lnTo>
                        <a:pt x="5271" y="313"/>
                      </a:lnTo>
                      <a:lnTo>
                        <a:pt x="5114" y="477"/>
                      </a:lnTo>
                      <a:lnTo>
                        <a:pt x="5090" y="360"/>
                      </a:lnTo>
                      <a:lnTo>
                        <a:pt x="4957" y="360"/>
                      </a:lnTo>
                      <a:lnTo>
                        <a:pt x="4864" y="407"/>
                      </a:lnTo>
                      <a:lnTo>
                        <a:pt x="4957" y="540"/>
                      </a:lnTo>
                      <a:lnTo>
                        <a:pt x="4910" y="540"/>
                      </a:lnTo>
                      <a:lnTo>
                        <a:pt x="4910" y="587"/>
                      </a:lnTo>
                      <a:lnTo>
                        <a:pt x="4818" y="587"/>
                      </a:lnTo>
                      <a:lnTo>
                        <a:pt x="4754" y="564"/>
                      </a:lnTo>
                      <a:lnTo>
                        <a:pt x="4637" y="657"/>
                      </a:lnTo>
                      <a:lnTo>
                        <a:pt x="4661" y="744"/>
                      </a:lnTo>
                      <a:lnTo>
                        <a:pt x="4544" y="679"/>
                      </a:lnTo>
                      <a:lnTo>
                        <a:pt x="4497" y="610"/>
                      </a:lnTo>
                      <a:lnTo>
                        <a:pt x="4434" y="610"/>
                      </a:lnTo>
                      <a:lnTo>
                        <a:pt x="4434" y="564"/>
                      </a:lnTo>
                      <a:lnTo>
                        <a:pt x="4318" y="430"/>
                      </a:lnTo>
                      <a:lnTo>
                        <a:pt x="4161" y="430"/>
                      </a:lnTo>
                      <a:lnTo>
                        <a:pt x="4115" y="453"/>
                      </a:lnTo>
                      <a:lnTo>
                        <a:pt x="4138" y="523"/>
                      </a:lnTo>
                      <a:lnTo>
                        <a:pt x="3934" y="564"/>
                      </a:lnTo>
                      <a:lnTo>
                        <a:pt x="3911" y="540"/>
                      </a:lnTo>
                      <a:lnTo>
                        <a:pt x="3888" y="523"/>
                      </a:lnTo>
                      <a:lnTo>
                        <a:pt x="3731" y="564"/>
                      </a:lnTo>
                      <a:lnTo>
                        <a:pt x="3522" y="540"/>
                      </a:lnTo>
                      <a:lnTo>
                        <a:pt x="3522" y="610"/>
                      </a:lnTo>
                      <a:lnTo>
                        <a:pt x="3458" y="657"/>
                      </a:lnTo>
                      <a:lnTo>
                        <a:pt x="3388" y="744"/>
                      </a:lnTo>
                      <a:lnTo>
                        <a:pt x="3365" y="721"/>
                      </a:lnTo>
                      <a:lnTo>
                        <a:pt x="3435" y="540"/>
                      </a:lnTo>
                      <a:lnTo>
                        <a:pt x="3475" y="477"/>
                      </a:lnTo>
                      <a:lnTo>
                        <a:pt x="3475" y="407"/>
                      </a:lnTo>
                      <a:lnTo>
                        <a:pt x="3498" y="313"/>
                      </a:lnTo>
                      <a:lnTo>
                        <a:pt x="3458" y="226"/>
                      </a:lnTo>
                      <a:lnTo>
                        <a:pt x="3458" y="157"/>
                      </a:lnTo>
                      <a:lnTo>
                        <a:pt x="3301" y="111"/>
                      </a:lnTo>
                      <a:lnTo>
                        <a:pt x="3184" y="87"/>
                      </a:lnTo>
                      <a:lnTo>
                        <a:pt x="3138" y="111"/>
                      </a:lnTo>
                      <a:lnTo>
                        <a:pt x="3138" y="180"/>
                      </a:lnTo>
                      <a:lnTo>
                        <a:pt x="3091" y="180"/>
                      </a:lnTo>
                      <a:lnTo>
                        <a:pt x="3044" y="111"/>
                      </a:lnTo>
                      <a:lnTo>
                        <a:pt x="2957" y="64"/>
                      </a:lnTo>
                      <a:lnTo>
                        <a:pt x="2911" y="0"/>
                      </a:lnTo>
                      <a:lnTo>
                        <a:pt x="2865" y="17"/>
                      </a:lnTo>
                      <a:lnTo>
                        <a:pt x="2819" y="111"/>
                      </a:lnTo>
                      <a:lnTo>
                        <a:pt x="2819" y="157"/>
                      </a:lnTo>
                      <a:lnTo>
                        <a:pt x="2911" y="203"/>
                      </a:lnTo>
                      <a:lnTo>
                        <a:pt x="2889" y="226"/>
                      </a:lnTo>
                      <a:lnTo>
                        <a:pt x="2929" y="268"/>
                      </a:lnTo>
                      <a:lnTo>
                        <a:pt x="2889" y="268"/>
                      </a:lnTo>
                      <a:lnTo>
                        <a:pt x="2819" y="360"/>
                      </a:lnTo>
                      <a:lnTo>
                        <a:pt x="2679" y="383"/>
                      </a:lnTo>
                      <a:lnTo>
                        <a:pt x="2638" y="360"/>
                      </a:lnTo>
                      <a:lnTo>
                        <a:pt x="2568" y="383"/>
                      </a:lnTo>
                      <a:lnTo>
                        <a:pt x="2592" y="430"/>
                      </a:lnTo>
                      <a:lnTo>
                        <a:pt x="2453" y="540"/>
                      </a:lnTo>
                      <a:lnTo>
                        <a:pt x="2435" y="679"/>
                      </a:lnTo>
                      <a:lnTo>
                        <a:pt x="2498" y="791"/>
                      </a:lnTo>
                      <a:lnTo>
                        <a:pt x="2435" y="767"/>
                      </a:lnTo>
                      <a:lnTo>
                        <a:pt x="2296" y="836"/>
                      </a:lnTo>
                      <a:lnTo>
                        <a:pt x="2249" y="859"/>
                      </a:lnTo>
                      <a:lnTo>
                        <a:pt x="2272" y="999"/>
                      </a:lnTo>
                      <a:lnTo>
                        <a:pt x="2411" y="1016"/>
                      </a:lnTo>
                      <a:lnTo>
                        <a:pt x="2453" y="1086"/>
                      </a:lnTo>
                      <a:lnTo>
                        <a:pt x="2545" y="1220"/>
                      </a:lnTo>
                      <a:lnTo>
                        <a:pt x="2592" y="1359"/>
                      </a:lnTo>
                      <a:lnTo>
                        <a:pt x="2475" y="1267"/>
                      </a:lnTo>
                      <a:lnTo>
                        <a:pt x="2411" y="1086"/>
                      </a:lnTo>
                      <a:lnTo>
                        <a:pt x="2249" y="1016"/>
                      </a:lnTo>
                      <a:lnTo>
                        <a:pt x="2202" y="1016"/>
                      </a:lnTo>
                      <a:lnTo>
                        <a:pt x="2184" y="1063"/>
                      </a:lnTo>
                      <a:lnTo>
                        <a:pt x="2092" y="1133"/>
                      </a:lnTo>
                      <a:lnTo>
                        <a:pt x="2115" y="1156"/>
                      </a:lnTo>
                      <a:lnTo>
                        <a:pt x="2202" y="1156"/>
                      </a:lnTo>
                      <a:lnTo>
                        <a:pt x="2226" y="1220"/>
                      </a:lnTo>
                      <a:lnTo>
                        <a:pt x="2115" y="1197"/>
                      </a:lnTo>
                      <a:lnTo>
                        <a:pt x="1999" y="1110"/>
                      </a:lnTo>
                      <a:lnTo>
                        <a:pt x="1999" y="1197"/>
                      </a:lnTo>
                      <a:lnTo>
                        <a:pt x="2092" y="1359"/>
                      </a:lnTo>
                      <a:lnTo>
                        <a:pt x="2092" y="1406"/>
                      </a:lnTo>
                      <a:lnTo>
                        <a:pt x="2162" y="1446"/>
                      </a:lnTo>
                      <a:lnTo>
                        <a:pt x="2272" y="1446"/>
                      </a:lnTo>
                      <a:lnTo>
                        <a:pt x="2365" y="1586"/>
                      </a:lnTo>
                      <a:lnTo>
                        <a:pt x="2411" y="1609"/>
                      </a:lnTo>
                      <a:lnTo>
                        <a:pt x="2249" y="1493"/>
                      </a:lnTo>
                      <a:lnTo>
                        <a:pt x="2202" y="1493"/>
                      </a:lnTo>
                      <a:lnTo>
                        <a:pt x="2139" y="1563"/>
                      </a:lnTo>
                      <a:lnTo>
                        <a:pt x="2184" y="1673"/>
                      </a:lnTo>
                      <a:lnTo>
                        <a:pt x="2139" y="1813"/>
                      </a:lnTo>
                      <a:lnTo>
                        <a:pt x="2045" y="1835"/>
                      </a:lnTo>
                      <a:lnTo>
                        <a:pt x="1935" y="1813"/>
                      </a:lnTo>
                      <a:lnTo>
                        <a:pt x="2022" y="1766"/>
                      </a:lnTo>
                      <a:lnTo>
                        <a:pt x="2069" y="1609"/>
                      </a:lnTo>
                      <a:lnTo>
                        <a:pt x="2069" y="1493"/>
                      </a:lnTo>
                      <a:lnTo>
                        <a:pt x="1912" y="1220"/>
                      </a:lnTo>
                      <a:lnTo>
                        <a:pt x="1842" y="1040"/>
                      </a:lnTo>
                      <a:lnTo>
                        <a:pt x="1772" y="1016"/>
                      </a:lnTo>
                      <a:lnTo>
                        <a:pt x="1726" y="1243"/>
                      </a:lnTo>
                      <a:lnTo>
                        <a:pt x="1748" y="1406"/>
                      </a:lnTo>
                      <a:lnTo>
                        <a:pt x="1842" y="1516"/>
                      </a:lnTo>
                      <a:lnTo>
                        <a:pt x="1842" y="1539"/>
                      </a:lnTo>
                      <a:lnTo>
                        <a:pt x="1748" y="1493"/>
                      </a:lnTo>
                      <a:lnTo>
                        <a:pt x="1661" y="1429"/>
                      </a:lnTo>
                      <a:lnTo>
                        <a:pt x="1476" y="1446"/>
                      </a:lnTo>
                      <a:lnTo>
                        <a:pt x="1499" y="1539"/>
                      </a:lnTo>
                      <a:lnTo>
                        <a:pt x="1499" y="1609"/>
                      </a:lnTo>
                      <a:lnTo>
                        <a:pt x="1453" y="1609"/>
                      </a:lnTo>
                      <a:lnTo>
                        <a:pt x="1436" y="1539"/>
                      </a:lnTo>
                      <a:lnTo>
                        <a:pt x="1249" y="1656"/>
                      </a:lnTo>
                      <a:lnTo>
                        <a:pt x="1209" y="1633"/>
                      </a:lnTo>
                      <a:lnTo>
                        <a:pt x="1185" y="1586"/>
                      </a:lnTo>
                      <a:lnTo>
                        <a:pt x="1022" y="1673"/>
                      </a:lnTo>
                      <a:lnTo>
                        <a:pt x="1000" y="1743"/>
                      </a:lnTo>
                      <a:lnTo>
                        <a:pt x="935" y="1743"/>
                      </a:lnTo>
                      <a:lnTo>
                        <a:pt x="866" y="1813"/>
                      </a:lnTo>
                      <a:lnTo>
                        <a:pt x="843" y="1766"/>
                      </a:lnTo>
                      <a:lnTo>
                        <a:pt x="843" y="1656"/>
                      </a:lnTo>
                      <a:lnTo>
                        <a:pt x="773" y="1673"/>
                      </a:lnTo>
                      <a:lnTo>
                        <a:pt x="749" y="1743"/>
                      </a:lnTo>
                      <a:lnTo>
                        <a:pt x="773" y="1859"/>
                      </a:lnTo>
                      <a:lnTo>
                        <a:pt x="726" y="1905"/>
                      </a:lnTo>
                      <a:lnTo>
                        <a:pt x="662" y="1923"/>
                      </a:lnTo>
                      <a:lnTo>
                        <a:pt x="592" y="2016"/>
                      </a:lnTo>
                      <a:lnTo>
                        <a:pt x="616" y="2062"/>
                      </a:lnTo>
                      <a:lnTo>
                        <a:pt x="592" y="2109"/>
                      </a:lnTo>
                      <a:lnTo>
                        <a:pt x="482" y="2039"/>
                      </a:lnTo>
                      <a:lnTo>
                        <a:pt x="459" y="2109"/>
                      </a:lnTo>
                      <a:lnTo>
                        <a:pt x="459" y="2156"/>
                      </a:lnTo>
                      <a:lnTo>
                        <a:pt x="342" y="2062"/>
                      </a:lnTo>
                      <a:lnTo>
                        <a:pt x="365" y="1952"/>
                      </a:lnTo>
                      <a:lnTo>
                        <a:pt x="273" y="1882"/>
                      </a:lnTo>
                      <a:lnTo>
                        <a:pt x="232" y="1835"/>
                      </a:lnTo>
                      <a:lnTo>
                        <a:pt x="365" y="1882"/>
                      </a:lnTo>
                      <a:lnTo>
                        <a:pt x="459" y="1905"/>
                      </a:lnTo>
                      <a:lnTo>
                        <a:pt x="546" y="1882"/>
                      </a:lnTo>
                      <a:lnTo>
                        <a:pt x="616" y="1813"/>
                      </a:lnTo>
                      <a:lnTo>
                        <a:pt x="459" y="1633"/>
                      </a:lnTo>
                      <a:lnTo>
                        <a:pt x="365" y="1586"/>
                      </a:lnTo>
                      <a:lnTo>
                        <a:pt x="232" y="1586"/>
                      </a:lnTo>
                      <a:lnTo>
                        <a:pt x="162" y="1539"/>
                      </a:lnTo>
                      <a:lnTo>
                        <a:pt x="98" y="1469"/>
                      </a:lnTo>
                      <a:lnTo>
                        <a:pt x="75" y="1469"/>
                      </a:lnTo>
                      <a:lnTo>
                        <a:pt x="23" y="1481"/>
                      </a:lnTo>
                      <a:lnTo>
                        <a:pt x="0" y="1551"/>
                      </a:lnTo>
                      <a:lnTo>
                        <a:pt x="40" y="1644"/>
                      </a:lnTo>
                      <a:lnTo>
                        <a:pt x="46" y="1743"/>
                      </a:lnTo>
                      <a:lnTo>
                        <a:pt x="104" y="1847"/>
                      </a:lnTo>
                      <a:lnTo>
                        <a:pt x="110" y="1923"/>
                      </a:lnTo>
                      <a:lnTo>
                        <a:pt x="150" y="1999"/>
                      </a:lnTo>
                      <a:lnTo>
                        <a:pt x="150" y="2086"/>
                      </a:lnTo>
                      <a:lnTo>
                        <a:pt x="255" y="2266"/>
                      </a:lnTo>
                      <a:lnTo>
                        <a:pt x="255" y="2301"/>
                      </a:lnTo>
                      <a:lnTo>
                        <a:pt x="1418" y="3125"/>
                      </a:lnTo>
                      <a:lnTo>
                        <a:pt x="7160" y="407"/>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58" name=""/>
                <p:cNvSpPr/>
                <p:nvPr/>
              </p:nvSpPr>
              <p:spPr>
                <a:xfrm>
                  <a:off x="2686680" y="1033920"/>
                  <a:ext cx="41400" cy="45720"/>
                </a:xfrm>
                <a:custGeom>
                  <a:avLst/>
                  <a:gdLst/>
                  <a:ahLst/>
                  <a:rect l="l" t="t" r="r" b="b"/>
                  <a:pathLst>
                    <a:path w="344" h="359">
                      <a:moveTo>
                        <a:pt x="164" y="0"/>
                      </a:moveTo>
                      <a:lnTo>
                        <a:pt x="164" y="92"/>
                      </a:lnTo>
                      <a:lnTo>
                        <a:pt x="187" y="209"/>
                      </a:lnTo>
                      <a:lnTo>
                        <a:pt x="297" y="313"/>
                      </a:lnTo>
                      <a:lnTo>
                        <a:pt x="344" y="359"/>
                      </a:lnTo>
                      <a:lnTo>
                        <a:pt x="204" y="336"/>
                      </a:lnTo>
                      <a:lnTo>
                        <a:pt x="140" y="249"/>
                      </a:lnTo>
                      <a:lnTo>
                        <a:pt x="47" y="226"/>
                      </a:lnTo>
                      <a:lnTo>
                        <a:pt x="24" y="226"/>
                      </a:lnTo>
                      <a:lnTo>
                        <a:pt x="0" y="156"/>
                      </a:lnTo>
                      <a:lnTo>
                        <a:pt x="24" y="156"/>
                      </a:lnTo>
                      <a:lnTo>
                        <a:pt x="24" y="115"/>
                      </a:lnTo>
                      <a:lnTo>
                        <a:pt x="70" y="69"/>
                      </a:lnTo>
                      <a:lnTo>
                        <a:pt x="47" y="0"/>
                      </a:lnTo>
                      <a:lnTo>
                        <a:pt x="117" y="0"/>
                      </a:lnTo>
                      <a:lnTo>
                        <a:pt x="164" y="0"/>
                      </a:lnTo>
                      <a:close/>
                    </a:path>
                  </a:pathLst>
                </a:custGeom>
                <a:solidFill>
                  <a:srgbClr val="ffffff"/>
                </a:solidFill>
                <a:ln w="9360">
                  <a:solidFill>
                    <a:srgbClr val="000000"/>
                  </a:solidFill>
                  <a:round/>
                </a:ln>
              </p:spPr>
              <p:style>
                <a:lnRef idx="0"/>
                <a:fillRef idx="0"/>
                <a:effectRef idx="0"/>
                <a:fontRef idx="minor"/>
              </p:style>
              <p:txBody>
                <a:bodyPr lIns="90000" rIns="90000" tIns="-1080" bIns="-1080" anchor="t">
                  <a:noAutofit/>
                </a:bodyPr>
                <a:p>
                  <a:endParaRPr b="0" lang="en-US" sz="2400" spc="-1" strike="noStrike">
                    <a:solidFill>
                      <a:srgbClr val="000000"/>
                    </a:solidFill>
                    <a:latin typeface="Times New Roman"/>
                  </a:endParaRPr>
                </a:p>
              </p:txBody>
            </p:sp>
            <p:sp>
              <p:nvSpPr>
                <p:cNvPr id="8859" name=""/>
                <p:cNvSpPr/>
                <p:nvPr/>
              </p:nvSpPr>
              <p:spPr>
                <a:xfrm>
                  <a:off x="2730960" y="1076760"/>
                  <a:ext cx="7560" cy="6120"/>
                </a:xfrm>
                <a:custGeom>
                  <a:avLst/>
                  <a:gdLst/>
                  <a:ahLst/>
                  <a:rect l="l" t="t" r="r" b="b"/>
                  <a:pathLst>
                    <a:path w="65" h="47">
                      <a:moveTo>
                        <a:pt x="0" y="0"/>
                      </a:moveTo>
                      <a:lnTo>
                        <a:pt x="18" y="47"/>
                      </a:lnTo>
                      <a:lnTo>
                        <a:pt x="47" y="47"/>
                      </a:lnTo>
                      <a:lnTo>
                        <a:pt x="65" y="23"/>
                      </a:lnTo>
                      <a:lnTo>
                        <a:pt x="65" y="0"/>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8860" name=""/>
                <p:cNvSpPr/>
                <p:nvPr/>
              </p:nvSpPr>
              <p:spPr>
                <a:xfrm>
                  <a:off x="2695320" y="955440"/>
                  <a:ext cx="57960" cy="72360"/>
                </a:xfrm>
                <a:custGeom>
                  <a:avLst/>
                  <a:gdLst/>
                  <a:ahLst/>
                  <a:rect l="l" t="t" r="r" b="b"/>
                  <a:pathLst>
                    <a:path w="477" h="564">
                      <a:moveTo>
                        <a:pt x="94" y="564"/>
                      </a:moveTo>
                      <a:lnTo>
                        <a:pt x="157" y="424"/>
                      </a:lnTo>
                      <a:lnTo>
                        <a:pt x="204" y="407"/>
                      </a:lnTo>
                      <a:lnTo>
                        <a:pt x="227" y="361"/>
                      </a:lnTo>
                      <a:lnTo>
                        <a:pt x="274" y="297"/>
                      </a:lnTo>
                      <a:lnTo>
                        <a:pt x="430" y="180"/>
                      </a:lnTo>
                      <a:lnTo>
                        <a:pt x="477" y="93"/>
                      </a:lnTo>
                      <a:lnTo>
                        <a:pt x="453" y="23"/>
                      </a:lnTo>
                      <a:lnTo>
                        <a:pt x="430" y="0"/>
                      </a:lnTo>
                      <a:lnTo>
                        <a:pt x="384" y="23"/>
                      </a:lnTo>
                      <a:lnTo>
                        <a:pt x="343" y="23"/>
                      </a:lnTo>
                      <a:lnTo>
                        <a:pt x="251" y="117"/>
                      </a:lnTo>
                      <a:lnTo>
                        <a:pt x="251" y="140"/>
                      </a:lnTo>
                      <a:lnTo>
                        <a:pt x="157" y="180"/>
                      </a:lnTo>
                      <a:lnTo>
                        <a:pt x="134" y="250"/>
                      </a:lnTo>
                      <a:lnTo>
                        <a:pt x="134" y="320"/>
                      </a:lnTo>
                      <a:lnTo>
                        <a:pt x="94" y="344"/>
                      </a:lnTo>
                      <a:lnTo>
                        <a:pt x="24" y="344"/>
                      </a:lnTo>
                      <a:lnTo>
                        <a:pt x="0" y="361"/>
                      </a:lnTo>
                      <a:lnTo>
                        <a:pt x="47" y="384"/>
                      </a:lnTo>
                      <a:lnTo>
                        <a:pt x="24" y="454"/>
                      </a:lnTo>
                      <a:lnTo>
                        <a:pt x="70" y="499"/>
                      </a:lnTo>
                      <a:lnTo>
                        <a:pt x="24" y="541"/>
                      </a:lnTo>
                      <a:lnTo>
                        <a:pt x="47" y="564"/>
                      </a:lnTo>
                      <a:lnTo>
                        <a:pt x="94" y="564"/>
                      </a:lnTo>
                      <a:close/>
                    </a:path>
                  </a:pathLst>
                </a:custGeom>
                <a:solidFill>
                  <a:srgbClr val="ffffff"/>
                </a:solidFill>
                <a:ln w="9360">
                  <a:solidFill>
                    <a:srgbClr val="000000"/>
                  </a:solidFill>
                  <a:round/>
                </a:ln>
              </p:spPr>
              <p:style>
                <a:lnRef idx="0"/>
                <a:fillRef idx="0"/>
                <a:effectRef idx="0"/>
                <a:fontRef idx="minor"/>
              </p:style>
              <p:txBody>
                <a:bodyPr lIns="90000" rIns="90000" tIns="25560" bIns="25560" anchor="t">
                  <a:noAutofit/>
                </a:bodyPr>
                <a:p>
                  <a:endParaRPr b="0" lang="en-US" sz="2400" spc="-1" strike="noStrike">
                    <a:solidFill>
                      <a:srgbClr val="000000"/>
                    </a:solidFill>
                    <a:latin typeface="Times New Roman"/>
                  </a:endParaRPr>
                </a:p>
              </p:txBody>
            </p:sp>
            <p:sp>
              <p:nvSpPr>
                <p:cNvPr id="8861" name=""/>
                <p:cNvSpPr/>
                <p:nvPr/>
              </p:nvSpPr>
              <p:spPr>
                <a:xfrm>
                  <a:off x="2817720" y="838080"/>
                  <a:ext cx="21960" cy="28440"/>
                </a:xfrm>
                <a:custGeom>
                  <a:avLst/>
                  <a:gdLst/>
                  <a:ahLst/>
                  <a:rect l="l" t="t" r="r" b="b"/>
                  <a:pathLst>
                    <a:path w="181" h="226">
                      <a:moveTo>
                        <a:pt x="0" y="92"/>
                      </a:moveTo>
                      <a:lnTo>
                        <a:pt x="17" y="116"/>
                      </a:lnTo>
                      <a:lnTo>
                        <a:pt x="17" y="156"/>
                      </a:lnTo>
                      <a:lnTo>
                        <a:pt x="111" y="179"/>
                      </a:lnTo>
                      <a:lnTo>
                        <a:pt x="134" y="226"/>
                      </a:lnTo>
                      <a:lnTo>
                        <a:pt x="157" y="226"/>
                      </a:lnTo>
                      <a:lnTo>
                        <a:pt x="157" y="203"/>
                      </a:lnTo>
                      <a:lnTo>
                        <a:pt x="157" y="134"/>
                      </a:lnTo>
                      <a:lnTo>
                        <a:pt x="181" y="116"/>
                      </a:lnTo>
                      <a:lnTo>
                        <a:pt x="181" y="69"/>
                      </a:lnTo>
                      <a:lnTo>
                        <a:pt x="111" y="0"/>
                      </a:lnTo>
                      <a:lnTo>
                        <a:pt x="64" y="22"/>
                      </a:lnTo>
                      <a:lnTo>
                        <a:pt x="41" y="0"/>
                      </a:lnTo>
                      <a:lnTo>
                        <a:pt x="17" y="69"/>
                      </a:lnTo>
                      <a:lnTo>
                        <a:pt x="0" y="92"/>
                      </a:lnTo>
                      <a:close/>
                    </a:path>
                  </a:pathLst>
                </a:custGeom>
                <a:solidFill>
                  <a:srgbClr val="ffffff"/>
                </a:solidFill>
                <a:ln w="9360">
                  <a:solidFill>
                    <a:srgbClr val="00000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8862" name=""/>
                <p:cNvSpPr/>
                <p:nvPr/>
              </p:nvSpPr>
              <p:spPr>
                <a:xfrm>
                  <a:off x="2841840" y="860400"/>
                  <a:ext cx="30600" cy="32400"/>
                </a:xfrm>
                <a:custGeom>
                  <a:avLst/>
                  <a:gdLst/>
                  <a:ahLst/>
                  <a:rect l="l" t="t" r="r" b="b"/>
                  <a:pathLst>
                    <a:path w="249" h="251">
                      <a:moveTo>
                        <a:pt x="0" y="24"/>
                      </a:moveTo>
                      <a:lnTo>
                        <a:pt x="0" y="94"/>
                      </a:lnTo>
                      <a:lnTo>
                        <a:pt x="23" y="157"/>
                      </a:lnTo>
                      <a:lnTo>
                        <a:pt x="134" y="181"/>
                      </a:lnTo>
                      <a:lnTo>
                        <a:pt x="226" y="251"/>
                      </a:lnTo>
                      <a:lnTo>
                        <a:pt x="249" y="204"/>
                      </a:lnTo>
                      <a:lnTo>
                        <a:pt x="180" y="134"/>
                      </a:lnTo>
                      <a:lnTo>
                        <a:pt x="204" y="47"/>
                      </a:lnTo>
                      <a:lnTo>
                        <a:pt x="180" y="0"/>
                      </a:lnTo>
                      <a:lnTo>
                        <a:pt x="87" y="0"/>
                      </a:lnTo>
                      <a:lnTo>
                        <a:pt x="69" y="0"/>
                      </a:lnTo>
                      <a:lnTo>
                        <a:pt x="0" y="24"/>
                      </a:lnTo>
                      <a:close/>
                    </a:path>
                  </a:pathLst>
                </a:custGeom>
                <a:solidFill>
                  <a:srgbClr val="ffffff"/>
                </a:solidFill>
                <a:ln w="9360">
                  <a:solidFill>
                    <a:srgbClr val="000000"/>
                  </a:solidFill>
                  <a:round/>
                </a:ln>
              </p:spPr>
              <p:style>
                <a:lnRef idx="0"/>
                <a:fillRef idx="0"/>
                <a:effectRef idx="0"/>
                <a:fontRef idx="minor"/>
              </p:style>
              <p:txBody>
                <a:bodyPr lIns="90000" rIns="90000" tIns="-14400" bIns="-14400" anchor="t">
                  <a:noAutofit/>
                </a:bodyPr>
                <a:p>
                  <a:endParaRPr b="0" lang="en-US" sz="2400" spc="-1" strike="noStrike">
                    <a:solidFill>
                      <a:srgbClr val="000000"/>
                    </a:solidFill>
                    <a:latin typeface="Times New Roman"/>
                  </a:endParaRPr>
                </a:p>
              </p:txBody>
            </p:sp>
            <p:sp>
              <p:nvSpPr>
                <p:cNvPr id="8863" name=""/>
                <p:cNvSpPr/>
                <p:nvPr/>
              </p:nvSpPr>
              <p:spPr>
                <a:xfrm>
                  <a:off x="2880720" y="869760"/>
                  <a:ext cx="26640" cy="31680"/>
                </a:xfrm>
                <a:custGeom>
                  <a:avLst/>
                  <a:gdLst/>
                  <a:ahLst/>
                  <a:rect l="l" t="t" r="r" b="b"/>
                  <a:pathLst>
                    <a:path w="226" h="251">
                      <a:moveTo>
                        <a:pt x="0" y="24"/>
                      </a:moveTo>
                      <a:lnTo>
                        <a:pt x="0" y="87"/>
                      </a:lnTo>
                      <a:lnTo>
                        <a:pt x="47" y="111"/>
                      </a:lnTo>
                      <a:lnTo>
                        <a:pt x="47" y="181"/>
                      </a:lnTo>
                      <a:lnTo>
                        <a:pt x="47" y="251"/>
                      </a:lnTo>
                      <a:lnTo>
                        <a:pt x="134" y="221"/>
                      </a:lnTo>
                      <a:lnTo>
                        <a:pt x="203" y="204"/>
                      </a:lnTo>
                      <a:lnTo>
                        <a:pt x="226" y="157"/>
                      </a:lnTo>
                      <a:lnTo>
                        <a:pt x="226" y="111"/>
                      </a:lnTo>
                      <a:lnTo>
                        <a:pt x="157" y="64"/>
                      </a:lnTo>
                      <a:lnTo>
                        <a:pt x="134" y="24"/>
                      </a:lnTo>
                      <a:lnTo>
                        <a:pt x="87" y="0"/>
                      </a:lnTo>
                      <a:lnTo>
                        <a:pt x="47" y="47"/>
                      </a:lnTo>
                      <a:lnTo>
                        <a:pt x="47" y="24"/>
                      </a:lnTo>
                      <a:lnTo>
                        <a:pt x="0" y="24"/>
                      </a:lnTo>
                      <a:close/>
                    </a:path>
                  </a:pathLst>
                </a:custGeom>
                <a:solidFill>
                  <a:srgbClr val="ffffff"/>
                </a:solidFill>
                <a:ln w="9360">
                  <a:solidFill>
                    <a:srgbClr val="00000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8864" name=""/>
                <p:cNvSpPr/>
                <p:nvPr/>
              </p:nvSpPr>
              <p:spPr>
                <a:xfrm>
                  <a:off x="2819880" y="869760"/>
                  <a:ext cx="14400" cy="7920"/>
                </a:xfrm>
                <a:custGeom>
                  <a:avLst/>
                  <a:gdLst/>
                  <a:ahLst/>
                  <a:rect l="l" t="t" r="r" b="b"/>
                  <a:pathLst>
                    <a:path w="117" h="64">
                      <a:moveTo>
                        <a:pt x="94" y="0"/>
                      </a:moveTo>
                      <a:lnTo>
                        <a:pt x="0" y="24"/>
                      </a:lnTo>
                      <a:lnTo>
                        <a:pt x="94" y="64"/>
                      </a:lnTo>
                      <a:lnTo>
                        <a:pt x="117" y="47"/>
                      </a:lnTo>
                      <a:lnTo>
                        <a:pt x="94" y="0"/>
                      </a:lnTo>
                      <a:close/>
                    </a:path>
                  </a:pathLst>
                </a:custGeom>
                <a:solidFill>
                  <a:srgbClr val="ffffff"/>
                </a:solidFill>
                <a:ln w="9360">
                  <a:solidFill>
                    <a:srgbClr val="00000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8865" name=""/>
                <p:cNvSpPr/>
                <p:nvPr/>
              </p:nvSpPr>
              <p:spPr>
                <a:xfrm>
                  <a:off x="3098520" y="877680"/>
                  <a:ext cx="37440" cy="34560"/>
                </a:xfrm>
                <a:custGeom>
                  <a:avLst/>
                  <a:gdLst/>
                  <a:ahLst/>
                  <a:rect l="l" t="t" r="r" b="b"/>
                  <a:pathLst>
                    <a:path w="314" h="274">
                      <a:moveTo>
                        <a:pt x="23" y="0"/>
                      </a:moveTo>
                      <a:lnTo>
                        <a:pt x="0" y="93"/>
                      </a:lnTo>
                      <a:lnTo>
                        <a:pt x="47" y="157"/>
                      </a:lnTo>
                      <a:lnTo>
                        <a:pt x="23" y="227"/>
                      </a:lnTo>
                      <a:lnTo>
                        <a:pt x="87" y="274"/>
                      </a:lnTo>
                      <a:lnTo>
                        <a:pt x="134" y="274"/>
                      </a:lnTo>
                      <a:lnTo>
                        <a:pt x="157" y="204"/>
                      </a:lnTo>
                      <a:lnTo>
                        <a:pt x="227" y="227"/>
                      </a:lnTo>
                      <a:lnTo>
                        <a:pt x="273" y="157"/>
                      </a:lnTo>
                      <a:lnTo>
                        <a:pt x="204" y="117"/>
                      </a:lnTo>
                      <a:lnTo>
                        <a:pt x="204" y="70"/>
                      </a:lnTo>
                      <a:lnTo>
                        <a:pt x="296" y="140"/>
                      </a:lnTo>
                      <a:lnTo>
                        <a:pt x="314" y="117"/>
                      </a:lnTo>
                      <a:lnTo>
                        <a:pt x="314" y="70"/>
                      </a:lnTo>
                      <a:lnTo>
                        <a:pt x="227" y="0"/>
                      </a:lnTo>
                      <a:lnTo>
                        <a:pt x="180" y="0"/>
                      </a:lnTo>
                      <a:lnTo>
                        <a:pt x="134" y="23"/>
                      </a:lnTo>
                      <a:lnTo>
                        <a:pt x="116" y="70"/>
                      </a:lnTo>
                      <a:lnTo>
                        <a:pt x="70" y="23"/>
                      </a:lnTo>
                      <a:lnTo>
                        <a:pt x="23" y="0"/>
                      </a:lnTo>
                      <a:close/>
                    </a:path>
                  </a:pathLst>
                </a:custGeom>
                <a:solidFill>
                  <a:srgbClr val="ffffff"/>
                </a:solidFill>
                <a:ln w="9360">
                  <a:solidFill>
                    <a:srgbClr val="000000"/>
                  </a:solidFill>
                  <a:round/>
                </a:ln>
              </p:spPr>
              <p:style>
                <a:lnRef idx="0"/>
                <a:fillRef idx="0"/>
                <a:effectRef idx="0"/>
                <a:fontRef idx="minor"/>
              </p:style>
              <p:txBody>
                <a:bodyPr lIns="90000" rIns="90000" tIns="-12240" bIns="-12240" anchor="t">
                  <a:noAutofit/>
                </a:bodyPr>
                <a:p>
                  <a:endParaRPr b="0" lang="en-US" sz="2400" spc="-1" strike="noStrike">
                    <a:solidFill>
                      <a:srgbClr val="000000"/>
                    </a:solidFill>
                    <a:latin typeface="Times New Roman"/>
                  </a:endParaRPr>
                </a:p>
              </p:txBody>
            </p:sp>
            <p:sp>
              <p:nvSpPr>
                <p:cNvPr id="8866" name=""/>
                <p:cNvSpPr/>
                <p:nvPr/>
              </p:nvSpPr>
              <p:spPr>
                <a:xfrm>
                  <a:off x="2601720" y="950040"/>
                  <a:ext cx="832320" cy="383760"/>
                </a:xfrm>
                <a:custGeom>
                  <a:avLst/>
                  <a:gdLst/>
                  <a:ahLst/>
                  <a:rect l="l" t="t" r="r" b="b"/>
                  <a:pathLst>
                    <a:path w="6905" h="3009">
                      <a:moveTo>
                        <a:pt x="18" y="1870"/>
                      </a:moveTo>
                      <a:lnTo>
                        <a:pt x="0" y="1922"/>
                      </a:lnTo>
                      <a:lnTo>
                        <a:pt x="1000" y="3009"/>
                      </a:lnTo>
                      <a:lnTo>
                        <a:pt x="6858" y="209"/>
                      </a:lnTo>
                      <a:lnTo>
                        <a:pt x="6905" y="11"/>
                      </a:lnTo>
                      <a:lnTo>
                        <a:pt x="6864" y="6"/>
                      </a:lnTo>
                      <a:lnTo>
                        <a:pt x="6567" y="0"/>
                      </a:lnTo>
                      <a:lnTo>
                        <a:pt x="6365" y="185"/>
                      </a:lnTo>
                      <a:lnTo>
                        <a:pt x="1139" y="2230"/>
                      </a:lnTo>
                      <a:lnTo>
                        <a:pt x="186" y="1887"/>
                      </a:lnTo>
                      <a:lnTo>
                        <a:pt x="18" y="1870"/>
                      </a:lnTo>
                      <a:close/>
                    </a:path>
                  </a:pathLst>
                </a:custGeom>
                <a:solidFill>
                  <a:srgbClr val="ffffff"/>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67" name=""/>
                <p:cNvSpPr/>
                <p:nvPr/>
              </p:nvSpPr>
              <p:spPr>
                <a:xfrm>
                  <a:off x="2530440" y="1398240"/>
                  <a:ext cx="18360" cy="17280"/>
                </a:xfrm>
                <a:custGeom>
                  <a:avLst/>
                  <a:gdLst/>
                  <a:ahLst/>
                  <a:rect l="l" t="t" r="r" b="b"/>
                  <a:pathLst>
                    <a:path w="152" h="128">
                      <a:moveTo>
                        <a:pt x="0" y="12"/>
                      </a:moveTo>
                      <a:lnTo>
                        <a:pt x="35" y="0"/>
                      </a:lnTo>
                      <a:lnTo>
                        <a:pt x="87" y="17"/>
                      </a:lnTo>
                      <a:lnTo>
                        <a:pt x="152" y="93"/>
                      </a:lnTo>
                      <a:lnTo>
                        <a:pt x="111" y="122"/>
                      </a:lnTo>
                      <a:lnTo>
                        <a:pt x="82" y="128"/>
                      </a:lnTo>
                      <a:lnTo>
                        <a:pt x="18" y="111"/>
                      </a:lnTo>
                      <a:lnTo>
                        <a:pt x="18" y="59"/>
                      </a:lnTo>
                      <a:lnTo>
                        <a:pt x="0" y="12"/>
                      </a:lnTo>
                      <a:close/>
                    </a:path>
                  </a:pathLst>
                </a:custGeom>
                <a:solidFill>
                  <a:srgbClr val="ffffff"/>
                </a:solidFill>
                <a:ln w="9360">
                  <a:solidFill>
                    <a:srgbClr val="000000"/>
                  </a:solidFill>
                  <a:round/>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8868" name=""/>
                <p:cNvSpPr/>
                <p:nvPr/>
              </p:nvSpPr>
              <p:spPr>
                <a:xfrm>
                  <a:off x="3100680" y="1710720"/>
                  <a:ext cx="27720" cy="44640"/>
                </a:xfrm>
                <a:custGeom>
                  <a:avLst/>
                  <a:gdLst/>
                  <a:ahLst/>
                  <a:rect l="l" t="t" r="r" b="b"/>
                  <a:pathLst>
                    <a:path w="232" h="354">
                      <a:moveTo>
                        <a:pt x="0" y="0"/>
                      </a:moveTo>
                      <a:lnTo>
                        <a:pt x="23" y="110"/>
                      </a:lnTo>
                      <a:lnTo>
                        <a:pt x="70" y="244"/>
                      </a:lnTo>
                      <a:lnTo>
                        <a:pt x="232" y="354"/>
                      </a:lnTo>
                      <a:lnTo>
                        <a:pt x="232" y="255"/>
                      </a:lnTo>
                      <a:lnTo>
                        <a:pt x="187" y="220"/>
                      </a:lnTo>
                      <a:lnTo>
                        <a:pt x="187" y="87"/>
                      </a:lnTo>
                      <a:lnTo>
                        <a:pt x="145" y="12"/>
                      </a:lnTo>
                      <a:lnTo>
                        <a:pt x="70" y="12"/>
                      </a:lnTo>
                      <a:lnTo>
                        <a:pt x="12" y="6"/>
                      </a:lnTo>
                      <a:lnTo>
                        <a:pt x="0" y="0"/>
                      </a:lnTo>
                      <a:close/>
                    </a:path>
                  </a:pathLst>
                </a:custGeom>
                <a:solidFill>
                  <a:srgbClr val="ffffff"/>
                </a:solidFill>
                <a:ln w="9360">
                  <a:solidFill>
                    <a:srgbClr val="000000"/>
                  </a:solidFill>
                  <a:round/>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8869" name=""/>
                <p:cNvSpPr/>
                <p:nvPr/>
              </p:nvSpPr>
              <p:spPr>
                <a:xfrm>
                  <a:off x="3174840" y="1711800"/>
                  <a:ext cx="54000" cy="51840"/>
                </a:xfrm>
                <a:custGeom>
                  <a:avLst/>
                  <a:gdLst/>
                  <a:ahLst/>
                  <a:rect l="l" t="t" r="r" b="b"/>
                  <a:pathLst>
                    <a:path w="448" h="407">
                      <a:moveTo>
                        <a:pt x="0" y="365"/>
                      </a:moveTo>
                      <a:lnTo>
                        <a:pt x="24" y="389"/>
                      </a:lnTo>
                      <a:lnTo>
                        <a:pt x="64" y="407"/>
                      </a:lnTo>
                      <a:lnTo>
                        <a:pt x="111" y="407"/>
                      </a:lnTo>
                      <a:lnTo>
                        <a:pt x="140" y="377"/>
                      </a:lnTo>
                      <a:lnTo>
                        <a:pt x="181" y="348"/>
                      </a:lnTo>
                      <a:lnTo>
                        <a:pt x="221" y="325"/>
                      </a:lnTo>
                      <a:lnTo>
                        <a:pt x="251" y="278"/>
                      </a:lnTo>
                      <a:lnTo>
                        <a:pt x="279" y="220"/>
                      </a:lnTo>
                      <a:lnTo>
                        <a:pt x="291" y="197"/>
                      </a:lnTo>
                      <a:lnTo>
                        <a:pt x="332" y="163"/>
                      </a:lnTo>
                      <a:lnTo>
                        <a:pt x="384" y="139"/>
                      </a:lnTo>
                      <a:lnTo>
                        <a:pt x="425" y="139"/>
                      </a:lnTo>
                      <a:lnTo>
                        <a:pt x="448" y="121"/>
                      </a:lnTo>
                      <a:lnTo>
                        <a:pt x="448" y="98"/>
                      </a:lnTo>
                      <a:lnTo>
                        <a:pt x="408" y="23"/>
                      </a:lnTo>
                      <a:lnTo>
                        <a:pt x="378" y="0"/>
                      </a:lnTo>
                      <a:lnTo>
                        <a:pt x="349" y="0"/>
                      </a:lnTo>
                      <a:lnTo>
                        <a:pt x="303" y="51"/>
                      </a:lnTo>
                      <a:lnTo>
                        <a:pt x="297" y="121"/>
                      </a:lnTo>
                      <a:lnTo>
                        <a:pt x="268" y="151"/>
                      </a:lnTo>
                      <a:lnTo>
                        <a:pt x="274" y="185"/>
                      </a:lnTo>
                      <a:lnTo>
                        <a:pt x="268" y="220"/>
                      </a:lnTo>
                      <a:lnTo>
                        <a:pt x="239" y="220"/>
                      </a:lnTo>
                      <a:lnTo>
                        <a:pt x="216" y="191"/>
                      </a:lnTo>
                      <a:lnTo>
                        <a:pt x="157" y="255"/>
                      </a:lnTo>
                      <a:lnTo>
                        <a:pt x="87" y="307"/>
                      </a:lnTo>
                      <a:lnTo>
                        <a:pt x="70" y="348"/>
                      </a:lnTo>
                      <a:lnTo>
                        <a:pt x="35" y="360"/>
                      </a:lnTo>
                      <a:lnTo>
                        <a:pt x="12" y="360"/>
                      </a:lnTo>
                      <a:lnTo>
                        <a:pt x="0" y="365"/>
                      </a:lnTo>
                      <a:close/>
                    </a:path>
                  </a:pathLst>
                </a:custGeom>
                <a:solidFill>
                  <a:srgbClr val="ffffff"/>
                </a:solidFill>
                <a:ln w="9360">
                  <a:solidFill>
                    <a:srgbClr val="000000"/>
                  </a:solidFill>
                  <a:round/>
                </a:ln>
              </p:spPr>
              <p:style>
                <a:lnRef idx="0"/>
                <a:fillRef idx="0"/>
                <a:effectRef idx="0"/>
                <a:fontRef idx="minor"/>
              </p:style>
              <p:txBody>
                <a:bodyPr lIns="90000" rIns="90000" tIns="5040" bIns="5040" anchor="t">
                  <a:noAutofit/>
                </a:bodyPr>
                <a:p>
                  <a:endParaRPr b="0" lang="en-US" sz="2400" spc="-1" strike="noStrike">
                    <a:solidFill>
                      <a:srgbClr val="000000"/>
                    </a:solidFill>
                    <a:latin typeface="Times New Roman"/>
                  </a:endParaRPr>
                </a:p>
              </p:txBody>
            </p:sp>
            <p:sp>
              <p:nvSpPr>
                <p:cNvPr id="8870" name=""/>
                <p:cNvSpPr/>
                <p:nvPr/>
              </p:nvSpPr>
              <p:spPr>
                <a:xfrm>
                  <a:off x="3200760" y="1730160"/>
                  <a:ext cx="6480" cy="10080"/>
                </a:xfrm>
                <a:custGeom>
                  <a:avLst/>
                  <a:gdLst/>
                  <a:ahLst/>
                  <a:rect l="l" t="t" r="r" b="b"/>
                  <a:pathLst>
                    <a:path w="53" h="75">
                      <a:moveTo>
                        <a:pt x="0" y="40"/>
                      </a:moveTo>
                      <a:lnTo>
                        <a:pt x="12" y="75"/>
                      </a:lnTo>
                      <a:lnTo>
                        <a:pt x="41" y="75"/>
                      </a:lnTo>
                      <a:lnTo>
                        <a:pt x="53" y="40"/>
                      </a:lnTo>
                      <a:lnTo>
                        <a:pt x="41" y="0"/>
                      </a:lnTo>
                      <a:lnTo>
                        <a:pt x="6" y="40"/>
                      </a:lnTo>
                      <a:lnTo>
                        <a:pt x="0" y="40"/>
                      </a:lnTo>
                      <a:close/>
                    </a:path>
                  </a:pathLst>
                </a:custGeom>
                <a:solidFill>
                  <a:srgbClr val="ffffff"/>
                </a:solidFill>
                <a:ln w="9360">
                  <a:solidFill>
                    <a:srgbClr val="000000"/>
                  </a:solidFill>
                  <a:round/>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871" name=""/>
                <p:cNvSpPr/>
                <p:nvPr/>
              </p:nvSpPr>
              <p:spPr>
                <a:xfrm>
                  <a:off x="3327120" y="1794600"/>
                  <a:ext cx="74160" cy="81360"/>
                </a:xfrm>
                <a:custGeom>
                  <a:avLst/>
                  <a:gdLst/>
                  <a:ahLst/>
                  <a:rect l="l" t="t" r="r" b="b"/>
                  <a:pathLst>
                    <a:path w="616" h="645">
                      <a:moveTo>
                        <a:pt x="616" y="233"/>
                      </a:moveTo>
                      <a:lnTo>
                        <a:pt x="523" y="157"/>
                      </a:lnTo>
                      <a:lnTo>
                        <a:pt x="459" y="122"/>
                      </a:lnTo>
                      <a:lnTo>
                        <a:pt x="406" y="134"/>
                      </a:lnTo>
                      <a:lnTo>
                        <a:pt x="337" y="181"/>
                      </a:lnTo>
                      <a:lnTo>
                        <a:pt x="279" y="186"/>
                      </a:lnTo>
                      <a:lnTo>
                        <a:pt x="215" y="174"/>
                      </a:lnTo>
                      <a:lnTo>
                        <a:pt x="197" y="52"/>
                      </a:lnTo>
                      <a:lnTo>
                        <a:pt x="139" y="0"/>
                      </a:lnTo>
                      <a:lnTo>
                        <a:pt x="80" y="0"/>
                      </a:lnTo>
                      <a:lnTo>
                        <a:pt x="5" y="24"/>
                      </a:lnTo>
                      <a:lnTo>
                        <a:pt x="0" y="52"/>
                      </a:lnTo>
                      <a:lnTo>
                        <a:pt x="58" y="59"/>
                      </a:lnTo>
                      <a:lnTo>
                        <a:pt x="63" y="99"/>
                      </a:lnTo>
                      <a:lnTo>
                        <a:pt x="98" y="129"/>
                      </a:lnTo>
                      <a:lnTo>
                        <a:pt x="133" y="146"/>
                      </a:lnTo>
                      <a:lnTo>
                        <a:pt x="162" y="146"/>
                      </a:lnTo>
                      <a:lnTo>
                        <a:pt x="115" y="174"/>
                      </a:lnTo>
                      <a:lnTo>
                        <a:pt x="98" y="204"/>
                      </a:lnTo>
                      <a:lnTo>
                        <a:pt x="115" y="239"/>
                      </a:lnTo>
                      <a:lnTo>
                        <a:pt x="192" y="239"/>
                      </a:lnTo>
                      <a:lnTo>
                        <a:pt x="227" y="233"/>
                      </a:lnTo>
                      <a:lnTo>
                        <a:pt x="314" y="279"/>
                      </a:lnTo>
                      <a:lnTo>
                        <a:pt x="401" y="373"/>
                      </a:lnTo>
                      <a:lnTo>
                        <a:pt x="418" y="401"/>
                      </a:lnTo>
                      <a:lnTo>
                        <a:pt x="412" y="436"/>
                      </a:lnTo>
                      <a:lnTo>
                        <a:pt x="441" y="453"/>
                      </a:lnTo>
                      <a:lnTo>
                        <a:pt x="360" y="483"/>
                      </a:lnTo>
                      <a:lnTo>
                        <a:pt x="366" y="500"/>
                      </a:lnTo>
                      <a:lnTo>
                        <a:pt x="418" y="523"/>
                      </a:lnTo>
                      <a:lnTo>
                        <a:pt x="394" y="564"/>
                      </a:lnTo>
                      <a:lnTo>
                        <a:pt x="394" y="610"/>
                      </a:lnTo>
                      <a:lnTo>
                        <a:pt x="464" y="593"/>
                      </a:lnTo>
                      <a:lnTo>
                        <a:pt x="488" y="634"/>
                      </a:lnTo>
                      <a:lnTo>
                        <a:pt x="511" y="645"/>
                      </a:lnTo>
                      <a:lnTo>
                        <a:pt x="616" y="233"/>
                      </a:lnTo>
                      <a:close/>
                    </a:path>
                  </a:pathLst>
                </a:custGeom>
                <a:solidFill>
                  <a:srgbClr val="ffffff"/>
                </a:solidFill>
                <a:ln w="9360">
                  <a:solidFill>
                    <a:srgbClr val="000000"/>
                  </a:solidFill>
                  <a:round/>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8872" name=""/>
                <p:cNvSpPr/>
                <p:nvPr/>
              </p:nvSpPr>
              <p:spPr>
                <a:xfrm>
                  <a:off x="3362040" y="1861920"/>
                  <a:ext cx="8640" cy="10080"/>
                </a:xfrm>
                <a:custGeom>
                  <a:avLst/>
                  <a:gdLst/>
                  <a:ahLst/>
                  <a:rect l="l" t="t" r="r" b="b"/>
                  <a:pathLst>
                    <a:path w="70" h="75">
                      <a:moveTo>
                        <a:pt x="41" y="0"/>
                      </a:moveTo>
                      <a:lnTo>
                        <a:pt x="6" y="0"/>
                      </a:lnTo>
                      <a:lnTo>
                        <a:pt x="0" y="29"/>
                      </a:lnTo>
                      <a:lnTo>
                        <a:pt x="24" y="64"/>
                      </a:lnTo>
                      <a:lnTo>
                        <a:pt x="29" y="75"/>
                      </a:lnTo>
                      <a:lnTo>
                        <a:pt x="70" y="23"/>
                      </a:lnTo>
                      <a:lnTo>
                        <a:pt x="59" y="6"/>
                      </a:lnTo>
                      <a:lnTo>
                        <a:pt x="41" y="0"/>
                      </a:lnTo>
                      <a:close/>
                    </a:path>
                  </a:pathLst>
                </a:custGeom>
                <a:solidFill>
                  <a:srgbClr val="ffffff"/>
                </a:solidFill>
                <a:ln w="9360">
                  <a:solidFill>
                    <a:srgbClr val="000000"/>
                  </a:solidFill>
                  <a:round/>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873" name=""/>
                <p:cNvSpPr/>
                <p:nvPr/>
              </p:nvSpPr>
              <p:spPr>
                <a:xfrm>
                  <a:off x="3387960" y="1821960"/>
                  <a:ext cx="71280" cy="86760"/>
                </a:xfrm>
                <a:custGeom>
                  <a:avLst/>
                  <a:gdLst/>
                  <a:ahLst/>
                  <a:rect l="l" t="t" r="r" b="b"/>
                  <a:pathLst>
                    <a:path w="591" h="680">
                      <a:moveTo>
                        <a:pt x="115" y="0"/>
                      </a:moveTo>
                      <a:lnTo>
                        <a:pt x="0" y="424"/>
                      </a:lnTo>
                      <a:lnTo>
                        <a:pt x="57" y="471"/>
                      </a:lnTo>
                      <a:lnTo>
                        <a:pt x="98" y="459"/>
                      </a:lnTo>
                      <a:lnTo>
                        <a:pt x="104" y="483"/>
                      </a:lnTo>
                      <a:lnTo>
                        <a:pt x="167" y="483"/>
                      </a:lnTo>
                      <a:lnTo>
                        <a:pt x="174" y="471"/>
                      </a:lnTo>
                      <a:lnTo>
                        <a:pt x="157" y="419"/>
                      </a:lnTo>
                      <a:lnTo>
                        <a:pt x="92" y="396"/>
                      </a:lnTo>
                      <a:lnTo>
                        <a:pt x="174" y="396"/>
                      </a:lnTo>
                      <a:lnTo>
                        <a:pt x="209" y="389"/>
                      </a:lnTo>
                      <a:lnTo>
                        <a:pt x="307" y="431"/>
                      </a:lnTo>
                      <a:lnTo>
                        <a:pt x="366" y="483"/>
                      </a:lnTo>
                      <a:lnTo>
                        <a:pt x="401" y="518"/>
                      </a:lnTo>
                      <a:lnTo>
                        <a:pt x="401" y="546"/>
                      </a:lnTo>
                      <a:lnTo>
                        <a:pt x="434" y="569"/>
                      </a:lnTo>
                      <a:lnTo>
                        <a:pt x="446" y="628"/>
                      </a:lnTo>
                      <a:lnTo>
                        <a:pt x="528" y="680"/>
                      </a:lnTo>
                      <a:lnTo>
                        <a:pt x="591" y="680"/>
                      </a:lnTo>
                      <a:lnTo>
                        <a:pt x="563" y="645"/>
                      </a:lnTo>
                      <a:lnTo>
                        <a:pt x="586" y="628"/>
                      </a:lnTo>
                      <a:lnTo>
                        <a:pt x="551" y="593"/>
                      </a:lnTo>
                      <a:lnTo>
                        <a:pt x="441" y="471"/>
                      </a:lnTo>
                      <a:lnTo>
                        <a:pt x="406" y="389"/>
                      </a:lnTo>
                      <a:lnTo>
                        <a:pt x="424" y="361"/>
                      </a:lnTo>
                      <a:lnTo>
                        <a:pt x="441" y="326"/>
                      </a:lnTo>
                      <a:lnTo>
                        <a:pt x="434" y="302"/>
                      </a:lnTo>
                      <a:lnTo>
                        <a:pt x="377" y="256"/>
                      </a:lnTo>
                      <a:lnTo>
                        <a:pt x="354" y="239"/>
                      </a:lnTo>
                      <a:lnTo>
                        <a:pt x="354" y="192"/>
                      </a:lnTo>
                      <a:lnTo>
                        <a:pt x="279" y="105"/>
                      </a:lnTo>
                      <a:lnTo>
                        <a:pt x="197" y="53"/>
                      </a:lnTo>
                      <a:lnTo>
                        <a:pt x="150" y="23"/>
                      </a:lnTo>
                      <a:lnTo>
                        <a:pt x="115" y="0"/>
                      </a:lnTo>
                      <a:close/>
                    </a:path>
                  </a:pathLst>
                </a:custGeom>
                <a:solidFill>
                  <a:srgbClr val="ffffff"/>
                </a:solidFill>
                <a:ln w="9360">
                  <a:solidFill>
                    <a:srgbClr val="000000"/>
                  </a:solidFill>
                  <a:round/>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874" name=""/>
                <p:cNvSpPr/>
                <p:nvPr/>
              </p:nvSpPr>
              <p:spPr>
                <a:xfrm>
                  <a:off x="3168000" y="1878120"/>
                  <a:ext cx="281520" cy="264960"/>
                </a:xfrm>
                <a:custGeom>
                  <a:avLst/>
                  <a:gdLst/>
                  <a:ahLst/>
                  <a:rect l="l" t="t" r="r" b="b"/>
                  <a:pathLst>
                    <a:path w="2343" h="2074">
                      <a:moveTo>
                        <a:pt x="1337" y="0"/>
                      </a:moveTo>
                      <a:lnTo>
                        <a:pt x="1314" y="81"/>
                      </a:lnTo>
                      <a:lnTo>
                        <a:pt x="1250" y="58"/>
                      </a:lnTo>
                      <a:lnTo>
                        <a:pt x="1145" y="110"/>
                      </a:lnTo>
                      <a:lnTo>
                        <a:pt x="1145" y="191"/>
                      </a:lnTo>
                      <a:lnTo>
                        <a:pt x="1105" y="191"/>
                      </a:lnTo>
                      <a:lnTo>
                        <a:pt x="1029" y="168"/>
                      </a:lnTo>
                      <a:lnTo>
                        <a:pt x="994" y="168"/>
                      </a:lnTo>
                      <a:lnTo>
                        <a:pt x="948" y="127"/>
                      </a:lnTo>
                      <a:lnTo>
                        <a:pt x="843" y="168"/>
                      </a:lnTo>
                      <a:lnTo>
                        <a:pt x="785" y="249"/>
                      </a:lnTo>
                      <a:lnTo>
                        <a:pt x="663" y="261"/>
                      </a:lnTo>
                      <a:lnTo>
                        <a:pt x="628" y="290"/>
                      </a:lnTo>
                      <a:lnTo>
                        <a:pt x="623" y="354"/>
                      </a:lnTo>
                      <a:lnTo>
                        <a:pt x="536" y="447"/>
                      </a:lnTo>
                      <a:lnTo>
                        <a:pt x="494" y="447"/>
                      </a:lnTo>
                      <a:lnTo>
                        <a:pt x="466" y="493"/>
                      </a:lnTo>
                      <a:lnTo>
                        <a:pt x="257" y="493"/>
                      </a:lnTo>
                      <a:lnTo>
                        <a:pt x="134" y="465"/>
                      </a:lnTo>
                      <a:lnTo>
                        <a:pt x="88" y="505"/>
                      </a:lnTo>
                      <a:lnTo>
                        <a:pt x="70" y="667"/>
                      </a:lnTo>
                      <a:lnTo>
                        <a:pt x="93" y="831"/>
                      </a:lnTo>
                      <a:lnTo>
                        <a:pt x="6" y="789"/>
                      </a:lnTo>
                      <a:lnTo>
                        <a:pt x="6" y="901"/>
                      </a:lnTo>
                      <a:lnTo>
                        <a:pt x="53" y="1202"/>
                      </a:lnTo>
                      <a:lnTo>
                        <a:pt x="53" y="1278"/>
                      </a:lnTo>
                      <a:lnTo>
                        <a:pt x="0" y="1382"/>
                      </a:lnTo>
                      <a:lnTo>
                        <a:pt x="47" y="1424"/>
                      </a:lnTo>
                      <a:lnTo>
                        <a:pt x="76" y="1429"/>
                      </a:lnTo>
                      <a:lnTo>
                        <a:pt x="110" y="1476"/>
                      </a:lnTo>
                      <a:lnTo>
                        <a:pt x="180" y="1476"/>
                      </a:lnTo>
                      <a:lnTo>
                        <a:pt x="291" y="1417"/>
                      </a:lnTo>
                      <a:lnTo>
                        <a:pt x="367" y="1424"/>
                      </a:lnTo>
                      <a:lnTo>
                        <a:pt x="459" y="1452"/>
                      </a:lnTo>
                      <a:lnTo>
                        <a:pt x="518" y="1446"/>
                      </a:lnTo>
                      <a:lnTo>
                        <a:pt x="576" y="1365"/>
                      </a:lnTo>
                      <a:lnTo>
                        <a:pt x="663" y="1365"/>
                      </a:lnTo>
                      <a:lnTo>
                        <a:pt x="773" y="1336"/>
                      </a:lnTo>
                      <a:lnTo>
                        <a:pt x="965" y="1342"/>
                      </a:lnTo>
                      <a:lnTo>
                        <a:pt x="1087" y="1429"/>
                      </a:lnTo>
                      <a:lnTo>
                        <a:pt x="1162" y="1534"/>
                      </a:lnTo>
                      <a:lnTo>
                        <a:pt x="1180" y="1568"/>
                      </a:lnTo>
                      <a:lnTo>
                        <a:pt x="1209" y="1579"/>
                      </a:lnTo>
                      <a:lnTo>
                        <a:pt x="1314" y="1544"/>
                      </a:lnTo>
                      <a:lnTo>
                        <a:pt x="1424" y="1464"/>
                      </a:lnTo>
                      <a:lnTo>
                        <a:pt x="1354" y="1556"/>
                      </a:lnTo>
                      <a:lnTo>
                        <a:pt x="1314" y="1632"/>
                      </a:lnTo>
                      <a:lnTo>
                        <a:pt x="1250" y="1666"/>
                      </a:lnTo>
                      <a:lnTo>
                        <a:pt x="1354" y="1638"/>
                      </a:lnTo>
                      <a:lnTo>
                        <a:pt x="1441" y="1591"/>
                      </a:lnTo>
                      <a:lnTo>
                        <a:pt x="1378" y="1696"/>
                      </a:lnTo>
                      <a:lnTo>
                        <a:pt x="1319" y="1731"/>
                      </a:lnTo>
                      <a:lnTo>
                        <a:pt x="1413" y="1708"/>
                      </a:lnTo>
                      <a:lnTo>
                        <a:pt x="1436" y="1701"/>
                      </a:lnTo>
                      <a:lnTo>
                        <a:pt x="1418" y="1766"/>
                      </a:lnTo>
                      <a:lnTo>
                        <a:pt x="1384" y="1835"/>
                      </a:lnTo>
                      <a:lnTo>
                        <a:pt x="1406" y="1900"/>
                      </a:lnTo>
                      <a:lnTo>
                        <a:pt x="1518" y="1987"/>
                      </a:lnTo>
                      <a:lnTo>
                        <a:pt x="1546" y="2004"/>
                      </a:lnTo>
                      <a:lnTo>
                        <a:pt x="1640" y="2010"/>
                      </a:lnTo>
                      <a:lnTo>
                        <a:pt x="1720" y="1987"/>
                      </a:lnTo>
                      <a:lnTo>
                        <a:pt x="1698" y="2045"/>
                      </a:lnTo>
                      <a:lnTo>
                        <a:pt x="1738" y="2074"/>
                      </a:lnTo>
                      <a:lnTo>
                        <a:pt x="1866" y="2045"/>
                      </a:lnTo>
                      <a:lnTo>
                        <a:pt x="1930" y="2039"/>
                      </a:lnTo>
                      <a:lnTo>
                        <a:pt x="2006" y="2010"/>
                      </a:lnTo>
                      <a:lnTo>
                        <a:pt x="2081" y="1905"/>
                      </a:lnTo>
                      <a:lnTo>
                        <a:pt x="2145" y="1778"/>
                      </a:lnTo>
                      <a:lnTo>
                        <a:pt x="2198" y="1719"/>
                      </a:lnTo>
                      <a:lnTo>
                        <a:pt x="2256" y="1568"/>
                      </a:lnTo>
                      <a:lnTo>
                        <a:pt x="2343" y="1429"/>
                      </a:lnTo>
                      <a:lnTo>
                        <a:pt x="2343" y="1243"/>
                      </a:lnTo>
                      <a:lnTo>
                        <a:pt x="2313" y="1033"/>
                      </a:lnTo>
                      <a:lnTo>
                        <a:pt x="2256" y="848"/>
                      </a:lnTo>
                      <a:lnTo>
                        <a:pt x="2191" y="755"/>
                      </a:lnTo>
                      <a:lnTo>
                        <a:pt x="2134" y="691"/>
                      </a:lnTo>
                      <a:lnTo>
                        <a:pt x="2069" y="615"/>
                      </a:lnTo>
                      <a:lnTo>
                        <a:pt x="2052" y="587"/>
                      </a:lnTo>
                      <a:lnTo>
                        <a:pt x="2041" y="458"/>
                      </a:lnTo>
                      <a:lnTo>
                        <a:pt x="2029" y="383"/>
                      </a:lnTo>
                      <a:lnTo>
                        <a:pt x="1977" y="343"/>
                      </a:lnTo>
                      <a:lnTo>
                        <a:pt x="1959" y="232"/>
                      </a:lnTo>
                      <a:lnTo>
                        <a:pt x="1930" y="139"/>
                      </a:lnTo>
                      <a:lnTo>
                        <a:pt x="1895" y="179"/>
                      </a:lnTo>
                      <a:lnTo>
                        <a:pt x="1872" y="266"/>
                      </a:lnTo>
                      <a:lnTo>
                        <a:pt x="1832" y="430"/>
                      </a:lnTo>
                      <a:lnTo>
                        <a:pt x="1785" y="458"/>
                      </a:lnTo>
                      <a:lnTo>
                        <a:pt x="1744" y="458"/>
                      </a:lnTo>
                      <a:lnTo>
                        <a:pt x="1651" y="383"/>
                      </a:lnTo>
                      <a:lnTo>
                        <a:pt x="1581" y="343"/>
                      </a:lnTo>
                      <a:lnTo>
                        <a:pt x="1541" y="301"/>
                      </a:lnTo>
                      <a:lnTo>
                        <a:pt x="1523" y="249"/>
                      </a:lnTo>
                      <a:lnTo>
                        <a:pt x="1570" y="179"/>
                      </a:lnTo>
                      <a:lnTo>
                        <a:pt x="1581" y="122"/>
                      </a:lnTo>
                      <a:lnTo>
                        <a:pt x="1593" y="99"/>
                      </a:lnTo>
                      <a:lnTo>
                        <a:pt x="1546" y="110"/>
                      </a:lnTo>
                      <a:lnTo>
                        <a:pt x="1424" y="41"/>
                      </a:lnTo>
                      <a:lnTo>
                        <a:pt x="1378" y="0"/>
                      </a:lnTo>
                      <a:lnTo>
                        <a:pt x="1337" y="0"/>
                      </a:lnTo>
                      <a:close/>
                    </a:path>
                  </a:pathLst>
                </a:custGeom>
                <a:solidFill>
                  <a:srgbClr val="ffffff"/>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grpSp>
      <p:grpSp>
        <p:nvGrpSpPr>
          <p:cNvPr id="8875" name=""/>
          <p:cNvGrpSpPr/>
          <p:nvPr/>
        </p:nvGrpSpPr>
        <p:grpSpPr>
          <a:xfrm>
            <a:off x="1374840" y="2576520"/>
            <a:ext cx="953640" cy="1481040"/>
            <a:chOff x="1374840" y="2576520"/>
            <a:chExt cx="953640" cy="1481040"/>
          </a:xfrm>
        </p:grpSpPr>
        <p:sp>
          <p:nvSpPr>
            <p:cNvPr id="8876" name=""/>
            <p:cNvSpPr/>
            <p:nvPr/>
          </p:nvSpPr>
          <p:spPr>
            <a:xfrm>
              <a:off x="1374840" y="3121200"/>
              <a:ext cx="423360" cy="353880"/>
            </a:xfrm>
            <a:custGeom>
              <a:avLst/>
              <a:gdLst/>
              <a:ahLst/>
              <a:rect l="l" t="t" r="r" b="b"/>
              <a:pathLst>
                <a:path w="940" h="699">
                  <a:moveTo>
                    <a:pt x="326" y="696"/>
                  </a:moveTo>
                  <a:lnTo>
                    <a:pt x="334" y="698"/>
                  </a:lnTo>
                  <a:lnTo>
                    <a:pt x="375" y="681"/>
                  </a:lnTo>
                  <a:lnTo>
                    <a:pt x="423" y="652"/>
                  </a:lnTo>
                  <a:lnTo>
                    <a:pt x="458" y="611"/>
                  </a:lnTo>
                  <a:lnTo>
                    <a:pt x="514" y="588"/>
                  </a:lnTo>
                  <a:lnTo>
                    <a:pt x="572" y="591"/>
                  </a:lnTo>
                  <a:lnTo>
                    <a:pt x="625" y="628"/>
                  </a:lnTo>
                  <a:lnTo>
                    <a:pt x="674" y="636"/>
                  </a:lnTo>
                  <a:lnTo>
                    <a:pt x="712" y="613"/>
                  </a:lnTo>
                  <a:lnTo>
                    <a:pt x="760" y="603"/>
                  </a:lnTo>
                  <a:lnTo>
                    <a:pt x="799" y="628"/>
                  </a:lnTo>
                  <a:lnTo>
                    <a:pt x="799" y="659"/>
                  </a:lnTo>
                  <a:lnTo>
                    <a:pt x="821" y="672"/>
                  </a:lnTo>
                  <a:lnTo>
                    <a:pt x="855" y="669"/>
                  </a:lnTo>
                  <a:lnTo>
                    <a:pt x="868" y="636"/>
                  </a:lnTo>
                  <a:lnTo>
                    <a:pt x="891" y="620"/>
                  </a:lnTo>
                  <a:lnTo>
                    <a:pt x="939" y="620"/>
                  </a:lnTo>
                  <a:lnTo>
                    <a:pt x="915" y="565"/>
                  </a:lnTo>
                  <a:lnTo>
                    <a:pt x="897" y="540"/>
                  </a:lnTo>
                  <a:lnTo>
                    <a:pt x="857" y="517"/>
                  </a:lnTo>
                  <a:lnTo>
                    <a:pt x="835" y="538"/>
                  </a:lnTo>
                  <a:lnTo>
                    <a:pt x="804" y="544"/>
                  </a:lnTo>
                  <a:lnTo>
                    <a:pt x="760" y="536"/>
                  </a:lnTo>
                  <a:lnTo>
                    <a:pt x="737" y="505"/>
                  </a:lnTo>
                  <a:lnTo>
                    <a:pt x="746" y="466"/>
                  </a:lnTo>
                  <a:lnTo>
                    <a:pt x="753" y="411"/>
                  </a:lnTo>
                  <a:lnTo>
                    <a:pt x="795" y="378"/>
                  </a:lnTo>
                  <a:lnTo>
                    <a:pt x="762" y="347"/>
                  </a:lnTo>
                  <a:lnTo>
                    <a:pt x="770" y="326"/>
                  </a:lnTo>
                  <a:lnTo>
                    <a:pt x="762" y="303"/>
                  </a:lnTo>
                  <a:lnTo>
                    <a:pt x="728" y="270"/>
                  </a:lnTo>
                  <a:lnTo>
                    <a:pt x="723" y="229"/>
                  </a:lnTo>
                  <a:lnTo>
                    <a:pt x="737" y="199"/>
                  </a:lnTo>
                  <a:lnTo>
                    <a:pt x="770" y="188"/>
                  </a:lnTo>
                  <a:lnTo>
                    <a:pt x="790" y="183"/>
                  </a:lnTo>
                  <a:lnTo>
                    <a:pt x="794" y="159"/>
                  </a:lnTo>
                  <a:lnTo>
                    <a:pt x="767" y="147"/>
                  </a:lnTo>
                  <a:lnTo>
                    <a:pt x="728" y="119"/>
                  </a:lnTo>
                  <a:lnTo>
                    <a:pt x="708" y="70"/>
                  </a:lnTo>
                  <a:lnTo>
                    <a:pt x="684" y="56"/>
                  </a:lnTo>
                  <a:lnTo>
                    <a:pt x="636" y="45"/>
                  </a:lnTo>
                  <a:lnTo>
                    <a:pt x="563" y="58"/>
                  </a:lnTo>
                  <a:lnTo>
                    <a:pt x="525" y="68"/>
                  </a:lnTo>
                  <a:lnTo>
                    <a:pt x="505" y="89"/>
                  </a:lnTo>
                  <a:lnTo>
                    <a:pt x="489" y="97"/>
                  </a:lnTo>
                  <a:lnTo>
                    <a:pt x="460" y="90"/>
                  </a:lnTo>
                  <a:lnTo>
                    <a:pt x="449" y="100"/>
                  </a:lnTo>
                  <a:lnTo>
                    <a:pt x="442" y="113"/>
                  </a:lnTo>
                  <a:lnTo>
                    <a:pt x="447" y="124"/>
                  </a:lnTo>
                  <a:lnTo>
                    <a:pt x="448" y="135"/>
                  </a:lnTo>
                  <a:lnTo>
                    <a:pt x="437" y="141"/>
                  </a:lnTo>
                  <a:lnTo>
                    <a:pt x="437" y="168"/>
                  </a:lnTo>
                  <a:lnTo>
                    <a:pt x="432" y="164"/>
                  </a:lnTo>
                  <a:lnTo>
                    <a:pt x="427" y="137"/>
                  </a:lnTo>
                  <a:lnTo>
                    <a:pt x="419" y="119"/>
                  </a:lnTo>
                  <a:lnTo>
                    <a:pt x="412" y="74"/>
                  </a:lnTo>
                  <a:lnTo>
                    <a:pt x="408" y="74"/>
                  </a:lnTo>
                  <a:lnTo>
                    <a:pt x="402" y="69"/>
                  </a:lnTo>
                  <a:lnTo>
                    <a:pt x="402" y="57"/>
                  </a:lnTo>
                  <a:lnTo>
                    <a:pt x="397" y="37"/>
                  </a:lnTo>
                  <a:lnTo>
                    <a:pt x="376" y="45"/>
                  </a:lnTo>
                  <a:lnTo>
                    <a:pt x="360" y="56"/>
                  </a:lnTo>
                  <a:lnTo>
                    <a:pt x="355" y="48"/>
                  </a:lnTo>
                  <a:lnTo>
                    <a:pt x="351" y="34"/>
                  </a:lnTo>
                  <a:lnTo>
                    <a:pt x="335" y="24"/>
                  </a:lnTo>
                  <a:lnTo>
                    <a:pt x="321" y="56"/>
                  </a:lnTo>
                  <a:lnTo>
                    <a:pt x="302" y="62"/>
                  </a:lnTo>
                  <a:lnTo>
                    <a:pt x="297" y="48"/>
                  </a:lnTo>
                  <a:lnTo>
                    <a:pt x="302" y="34"/>
                  </a:lnTo>
                  <a:lnTo>
                    <a:pt x="283" y="22"/>
                  </a:lnTo>
                  <a:lnTo>
                    <a:pt x="269" y="20"/>
                  </a:lnTo>
                  <a:lnTo>
                    <a:pt x="264" y="9"/>
                  </a:lnTo>
                  <a:lnTo>
                    <a:pt x="249" y="0"/>
                  </a:lnTo>
                  <a:lnTo>
                    <a:pt x="233" y="10"/>
                  </a:lnTo>
                  <a:lnTo>
                    <a:pt x="205" y="14"/>
                  </a:lnTo>
                  <a:lnTo>
                    <a:pt x="171" y="17"/>
                  </a:lnTo>
                  <a:lnTo>
                    <a:pt x="156" y="36"/>
                  </a:lnTo>
                  <a:lnTo>
                    <a:pt x="138" y="44"/>
                  </a:lnTo>
                  <a:lnTo>
                    <a:pt x="146" y="50"/>
                  </a:lnTo>
                  <a:lnTo>
                    <a:pt x="168" y="58"/>
                  </a:lnTo>
                  <a:lnTo>
                    <a:pt x="184" y="78"/>
                  </a:lnTo>
                  <a:lnTo>
                    <a:pt x="184" y="89"/>
                  </a:lnTo>
                  <a:lnTo>
                    <a:pt x="176" y="96"/>
                  </a:lnTo>
                  <a:lnTo>
                    <a:pt x="168" y="90"/>
                  </a:lnTo>
                  <a:lnTo>
                    <a:pt x="146" y="98"/>
                  </a:lnTo>
                  <a:lnTo>
                    <a:pt x="144" y="106"/>
                  </a:lnTo>
                  <a:lnTo>
                    <a:pt x="151" y="110"/>
                  </a:lnTo>
                  <a:lnTo>
                    <a:pt x="146" y="123"/>
                  </a:lnTo>
                  <a:lnTo>
                    <a:pt x="134" y="131"/>
                  </a:lnTo>
                  <a:lnTo>
                    <a:pt x="127" y="123"/>
                  </a:lnTo>
                  <a:lnTo>
                    <a:pt x="123" y="110"/>
                  </a:lnTo>
                  <a:lnTo>
                    <a:pt x="118" y="119"/>
                  </a:lnTo>
                  <a:lnTo>
                    <a:pt x="122" y="137"/>
                  </a:lnTo>
                  <a:lnTo>
                    <a:pt x="102" y="153"/>
                  </a:lnTo>
                  <a:lnTo>
                    <a:pt x="88" y="155"/>
                  </a:lnTo>
                  <a:lnTo>
                    <a:pt x="93" y="137"/>
                  </a:lnTo>
                  <a:lnTo>
                    <a:pt x="97" y="123"/>
                  </a:lnTo>
                  <a:lnTo>
                    <a:pt x="113" y="84"/>
                  </a:lnTo>
                  <a:lnTo>
                    <a:pt x="109" y="58"/>
                  </a:lnTo>
                  <a:lnTo>
                    <a:pt x="107" y="48"/>
                  </a:lnTo>
                  <a:lnTo>
                    <a:pt x="97" y="45"/>
                  </a:lnTo>
                  <a:lnTo>
                    <a:pt x="88" y="96"/>
                  </a:lnTo>
                  <a:lnTo>
                    <a:pt x="81" y="106"/>
                  </a:lnTo>
                  <a:lnTo>
                    <a:pt x="68" y="110"/>
                  </a:lnTo>
                  <a:lnTo>
                    <a:pt x="60" y="100"/>
                  </a:lnTo>
                  <a:lnTo>
                    <a:pt x="60" y="89"/>
                  </a:lnTo>
                  <a:lnTo>
                    <a:pt x="51" y="90"/>
                  </a:lnTo>
                  <a:lnTo>
                    <a:pt x="37" y="93"/>
                  </a:lnTo>
                  <a:lnTo>
                    <a:pt x="31" y="98"/>
                  </a:lnTo>
                  <a:lnTo>
                    <a:pt x="40" y="109"/>
                  </a:lnTo>
                  <a:lnTo>
                    <a:pt x="60" y="124"/>
                  </a:lnTo>
                  <a:lnTo>
                    <a:pt x="45" y="137"/>
                  </a:lnTo>
                  <a:lnTo>
                    <a:pt x="45" y="156"/>
                  </a:lnTo>
                  <a:lnTo>
                    <a:pt x="31" y="157"/>
                  </a:lnTo>
                  <a:lnTo>
                    <a:pt x="8" y="153"/>
                  </a:lnTo>
                  <a:lnTo>
                    <a:pt x="0" y="167"/>
                  </a:lnTo>
                  <a:lnTo>
                    <a:pt x="31" y="183"/>
                  </a:lnTo>
                  <a:lnTo>
                    <a:pt x="47" y="203"/>
                  </a:lnTo>
                  <a:lnTo>
                    <a:pt x="50" y="212"/>
                  </a:lnTo>
                  <a:lnTo>
                    <a:pt x="45" y="216"/>
                  </a:lnTo>
                  <a:lnTo>
                    <a:pt x="31" y="212"/>
                  </a:lnTo>
                  <a:lnTo>
                    <a:pt x="20" y="212"/>
                  </a:lnTo>
                  <a:lnTo>
                    <a:pt x="13" y="231"/>
                  </a:lnTo>
                  <a:lnTo>
                    <a:pt x="15" y="236"/>
                  </a:lnTo>
                  <a:lnTo>
                    <a:pt x="32" y="242"/>
                  </a:lnTo>
                  <a:lnTo>
                    <a:pt x="47" y="234"/>
                  </a:lnTo>
                  <a:lnTo>
                    <a:pt x="65" y="219"/>
                  </a:lnTo>
                  <a:lnTo>
                    <a:pt x="78" y="224"/>
                  </a:lnTo>
                  <a:lnTo>
                    <a:pt x="86" y="244"/>
                  </a:lnTo>
                  <a:lnTo>
                    <a:pt x="99" y="255"/>
                  </a:lnTo>
                  <a:lnTo>
                    <a:pt x="98" y="270"/>
                  </a:lnTo>
                  <a:lnTo>
                    <a:pt x="88" y="296"/>
                  </a:lnTo>
                  <a:lnTo>
                    <a:pt x="93" y="296"/>
                  </a:lnTo>
                  <a:lnTo>
                    <a:pt x="103" y="292"/>
                  </a:lnTo>
                  <a:lnTo>
                    <a:pt x="118" y="280"/>
                  </a:lnTo>
                  <a:lnTo>
                    <a:pt x="128" y="266"/>
                  </a:lnTo>
                  <a:lnTo>
                    <a:pt x="153" y="264"/>
                  </a:lnTo>
                  <a:lnTo>
                    <a:pt x="168" y="247"/>
                  </a:lnTo>
                  <a:lnTo>
                    <a:pt x="200" y="248"/>
                  </a:lnTo>
                  <a:lnTo>
                    <a:pt x="230" y="267"/>
                  </a:lnTo>
                  <a:lnTo>
                    <a:pt x="220" y="283"/>
                  </a:lnTo>
                  <a:lnTo>
                    <a:pt x="200" y="310"/>
                  </a:lnTo>
                  <a:lnTo>
                    <a:pt x="200" y="332"/>
                  </a:lnTo>
                  <a:lnTo>
                    <a:pt x="215" y="381"/>
                  </a:lnTo>
                  <a:lnTo>
                    <a:pt x="215" y="391"/>
                  </a:lnTo>
                  <a:lnTo>
                    <a:pt x="230" y="402"/>
                  </a:lnTo>
                  <a:lnTo>
                    <a:pt x="233" y="389"/>
                  </a:lnTo>
                  <a:lnTo>
                    <a:pt x="236" y="381"/>
                  </a:lnTo>
                  <a:lnTo>
                    <a:pt x="249" y="378"/>
                  </a:lnTo>
                  <a:lnTo>
                    <a:pt x="264" y="379"/>
                  </a:lnTo>
                  <a:lnTo>
                    <a:pt x="269" y="391"/>
                  </a:lnTo>
                  <a:lnTo>
                    <a:pt x="264" y="402"/>
                  </a:lnTo>
                  <a:lnTo>
                    <a:pt x="236" y="409"/>
                  </a:lnTo>
                  <a:lnTo>
                    <a:pt x="226" y="417"/>
                  </a:lnTo>
                  <a:lnTo>
                    <a:pt x="231" y="431"/>
                  </a:lnTo>
                  <a:lnTo>
                    <a:pt x="215" y="433"/>
                  </a:lnTo>
                  <a:lnTo>
                    <a:pt x="238" y="450"/>
                  </a:lnTo>
                  <a:lnTo>
                    <a:pt x="257" y="442"/>
                  </a:lnTo>
                  <a:lnTo>
                    <a:pt x="264" y="437"/>
                  </a:lnTo>
                  <a:lnTo>
                    <a:pt x="264" y="451"/>
                  </a:lnTo>
                  <a:lnTo>
                    <a:pt x="273" y="468"/>
                  </a:lnTo>
                  <a:lnTo>
                    <a:pt x="268" y="468"/>
                  </a:lnTo>
                  <a:lnTo>
                    <a:pt x="258" y="462"/>
                  </a:lnTo>
                  <a:lnTo>
                    <a:pt x="245" y="465"/>
                  </a:lnTo>
                  <a:lnTo>
                    <a:pt x="225" y="488"/>
                  </a:lnTo>
                  <a:lnTo>
                    <a:pt x="230" y="493"/>
                  </a:lnTo>
                  <a:lnTo>
                    <a:pt x="248" y="488"/>
                  </a:lnTo>
                  <a:lnTo>
                    <a:pt x="269" y="490"/>
                  </a:lnTo>
                  <a:lnTo>
                    <a:pt x="273" y="505"/>
                  </a:lnTo>
                  <a:lnTo>
                    <a:pt x="248" y="516"/>
                  </a:lnTo>
                  <a:lnTo>
                    <a:pt x="240" y="552"/>
                  </a:lnTo>
                  <a:lnTo>
                    <a:pt x="252" y="565"/>
                  </a:lnTo>
                  <a:lnTo>
                    <a:pt x="282" y="574"/>
                  </a:lnTo>
                  <a:lnTo>
                    <a:pt x="284" y="584"/>
                  </a:lnTo>
                  <a:lnTo>
                    <a:pt x="277" y="588"/>
                  </a:lnTo>
                  <a:lnTo>
                    <a:pt x="269" y="580"/>
                  </a:lnTo>
                  <a:lnTo>
                    <a:pt x="259" y="580"/>
                  </a:lnTo>
                  <a:lnTo>
                    <a:pt x="257" y="589"/>
                  </a:lnTo>
                  <a:lnTo>
                    <a:pt x="264" y="597"/>
                  </a:lnTo>
                  <a:lnTo>
                    <a:pt x="264" y="601"/>
                  </a:lnTo>
                  <a:lnTo>
                    <a:pt x="258" y="603"/>
                  </a:lnTo>
                  <a:lnTo>
                    <a:pt x="235" y="589"/>
                  </a:lnTo>
                  <a:lnTo>
                    <a:pt x="225" y="601"/>
                  </a:lnTo>
                  <a:lnTo>
                    <a:pt x="223" y="613"/>
                  </a:lnTo>
                  <a:lnTo>
                    <a:pt x="240" y="611"/>
                  </a:lnTo>
                  <a:lnTo>
                    <a:pt x="264" y="615"/>
                  </a:lnTo>
                  <a:lnTo>
                    <a:pt x="287" y="629"/>
                  </a:lnTo>
                  <a:lnTo>
                    <a:pt x="302" y="635"/>
                  </a:lnTo>
                  <a:lnTo>
                    <a:pt x="306" y="668"/>
                  </a:lnTo>
                  <a:lnTo>
                    <a:pt x="310" y="669"/>
                  </a:lnTo>
                  <a:lnTo>
                    <a:pt x="323" y="673"/>
                  </a:lnTo>
                  <a:lnTo>
                    <a:pt x="326" y="696"/>
                  </a:lnTo>
                </a:path>
              </a:pathLst>
            </a:custGeom>
            <a:solidFill>
              <a:srgbClr val="cbcbcb"/>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77" name=""/>
            <p:cNvSpPr/>
            <p:nvPr/>
          </p:nvSpPr>
          <p:spPr>
            <a:xfrm>
              <a:off x="1852560" y="3016440"/>
              <a:ext cx="475920" cy="585360"/>
            </a:xfrm>
            <a:custGeom>
              <a:avLst/>
              <a:gdLst/>
              <a:ahLst/>
              <a:rect l="l" t="t" r="r" b="b"/>
              <a:pathLst>
                <a:path w="1057" h="1156">
                  <a:moveTo>
                    <a:pt x="994" y="1092"/>
                  </a:moveTo>
                  <a:lnTo>
                    <a:pt x="994" y="1051"/>
                  </a:lnTo>
                  <a:lnTo>
                    <a:pt x="1024" y="992"/>
                  </a:lnTo>
                  <a:lnTo>
                    <a:pt x="1035" y="933"/>
                  </a:lnTo>
                  <a:lnTo>
                    <a:pt x="1054" y="893"/>
                  </a:lnTo>
                  <a:lnTo>
                    <a:pt x="1056" y="876"/>
                  </a:lnTo>
                  <a:lnTo>
                    <a:pt x="1056" y="848"/>
                  </a:lnTo>
                  <a:lnTo>
                    <a:pt x="1039" y="820"/>
                  </a:lnTo>
                  <a:lnTo>
                    <a:pt x="1028" y="824"/>
                  </a:lnTo>
                  <a:lnTo>
                    <a:pt x="1013" y="845"/>
                  </a:lnTo>
                  <a:lnTo>
                    <a:pt x="974" y="878"/>
                  </a:lnTo>
                  <a:lnTo>
                    <a:pt x="947" y="870"/>
                  </a:lnTo>
                  <a:lnTo>
                    <a:pt x="936" y="849"/>
                  </a:lnTo>
                  <a:lnTo>
                    <a:pt x="937" y="834"/>
                  </a:lnTo>
                  <a:lnTo>
                    <a:pt x="961" y="828"/>
                  </a:lnTo>
                  <a:lnTo>
                    <a:pt x="961" y="814"/>
                  </a:lnTo>
                  <a:lnTo>
                    <a:pt x="951" y="795"/>
                  </a:lnTo>
                  <a:lnTo>
                    <a:pt x="938" y="747"/>
                  </a:lnTo>
                  <a:lnTo>
                    <a:pt x="942" y="720"/>
                  </a:lnTo>
                  <a:lnTo>
                    <a:pt x="929" y="704"/>
                  </a:lnTo>
                  <a:lnTo>
                    <a:pt x="931" y="672"/>
                  </a:lnTo>
                  <a:lnTo>
                    <a:pt x="947" y="617"/>
                  </a:lnTo>
                  <a:lnTo>
                    <a:pt x="958" y="590"/>
                  </a:lnTo>
                  <a:lnTo>
                    <a:pt x="958" y="549"/>
                  </a:lnTo>
                  <a:lnTo>
                    <a:pt x="969" y="531"/>
                  </a:lnTo>
                  <a:lnTo>
                    <a:pt x="958" y="509"/>
                  </a:lnTo>
                  <a:lnTo>
                    <a:pt x="947" y="494"/>
                  </a:lnTo>
                  <a:lnTo>
                    <a:pt x="942" y="474"/>
                  </a:lnTo>
                  <a:lnTo>
                    <a:pt x="953" y="438"/>
                  </a:lnTo>
                  <a:lnTo>
                    <a:pt x="976" y="408"/>
                  </a:lnTo>
                  <a:lnTo>
                    <a:pt x="966" y="345"/>
                  </a:lnTo>
                  <a:lnTo>
                    <a:pt x="936" y="270"/>
                  </a:lnTo>
                  <a:lnTo>
                    <a:pt x="931" y="207"/>
                  </a:lnTo>
                  <a:lnTo>
                    <a:pt x="936" y="184"/>
                  </a:lnTo>
                  <a:lnTo>
                    <a:pt x="941" y="163"/>
                  </a:lnTo>
                  <a:lnTo>
                    <a:pt x="911" y="124"/>
                  </a:lnTo>
                  <a:lnTo>
                    <a:pt x="897" y="89"/>
                  </a:lnTo>
                  <a:lnTo>
                    <a:pt x="892" y="52"/>
                  </a:lnTo>
                  <a:lnTo>
                    <a:pt x="874" y="0"/>
                  </a:lnTo>
                  <a:lnTo>
                    <a:pt x="790" y="73"/>
                  </a:lnTo>
                  <a:lnTo>
                    <a:pt x="764" y="125"/>
                  </a:lnTo>
                  <a:lnTo>
                    <a:pt x="740" y="136"/>
                  </a:lnTo>
                  <a:lnTo>
                    <a:pt x="724" y="121"/>
                  </a:lnTo>
                  <a:lnTo>
                    <a:pt x="679" y="136"/>
                  </a:lnTo>
                  <a:lnTo>
                    <a:pt x="616" y="148"/>
                  </a:lnTo>
                  <a:lnTo>
                    <a:pt x="583" y="136"/>
                  </a:lnTo>
                  <a:lnTo>
                    <a:pt x="558" y="148"/>
                  </a:lnTo>
                  <a:lnTo>
                    <a:pt x="538" y="174"/>
                  </a:lnTo>
                  <a:lnTo>
                    <a:pt x="506" y="176"/>
                  </a:lnTo>
                  <a:lnTo>
                    <a:pt x="444" y="162"/>
                  </a:lnTo>
                  <a:lnTo>
                    <a:pt x="362" y="239"/>
                  </a:lnTo>
                  <a:lnTo>
                    <a:pt x="347" y="293"/>
                  </a:lnTo>
                  <a:lnTo>
                    <a:pt x="341" y="314"/>
                  </a:lnTo>
                  <a:lnTo>
                    <a:pt x="286" y="321"/>
                  </a:lnTo>
                  <a:lnTo>
                    <a:pt x="268" y="310"/>
                  </a:lnTo>
                  <a:lnTo>
                    <a:pt x="231" y="293"/>
                  </a:lnTo>
                  <a:lnTo>
                    <a:pt x="215" y="310"/>
                  </a:lnTo>
                  <a:lnTo>
                    <a:pt x="185" y="321"/>
                  </a:lnTo>
                  <a:lnTo>
                    <a:pt x="141" y="310"/>
                  </a:lnTo>
                  <a:lnTo>
                    <a:pt x="117" y="332"/>
                  </a:lnTo>
                  <a:lnTo>
                    <a:pt x="104" y="376"/>
                  </a:lnTo>
                  <a:lnTo>
                    <a:pt x="55" y="399"/>
                  </a:lnTo>
                  <a:lnTo>
                    <a:pt x="6" y="462"/>
                  </a:lnTo>
                  <a:lnTo>
                    <a:pt x="0" y="495"/>
                  </a:lnTo>
                  <a:lnTo>
                    <a:pt x="18" y="510"/>
                  </a:lnTo>
                  <a:lnTo>
                    <a:pt x="18" y="576"/>
                  </a:lnTo>
                  <a:lnTo>
                    <a:pt x="32" y="619"/>
                  </a:lnTo>
                  <a:lnTo>
                    <a:pt x="10" y="641"/>
                  </a:lnTo>
                  <a:lnTo>
                    <a:pt x="10" y="677"/>
                  </a:lnTo>
                  <a:lnTo>
                    <a:pt x="30" y="696"/>
                  </a:lnTo>
                  <a:lnTo>
                    <a:pt x="61" y="712"/>
                  </a:lnTo>
                  <a:lnTo>
                    <a:pt x="94" y="720"/>
                  </a:lnTo>
                  <a:lnTo>
                    <a:pt x="99" y="743"/>
                  </a:lnTo>
                  <a:lnTo>
                    <a:pt x="83" y="781"/>
                  </a:lnTo>
                  <a:lnTo>
                    <a:pt x="83" y="836"/>
                  </a:lnTo>
                  <a:lnTo>
                    <a:pt x="30" y="872"/>
                  </a:lnTo>
                  <a:lnTo>
                    <a:pt x="32" y="905"/>
                  </a:lnTo>
                  <a:lnTo>
                    <a:pt x="16" y="947"/>
                  </a:lnTo>
                  <a:lnTo>
                    <a:pt x="57" y="970"/>
                  </a:lnTo>
                  <a:lnTo>
                    <a:pt x="117" y="983"/>
                  </a:lnTo>
                  <a:lnTo>
                    <a:pt x="170" y="1002"/>
                  </a:lnTo>
                  <a:lnTo>
                    <a:pt x="221" y="1035"/>
                  </a:lnTo>
                  <a:lnTo>
                    <a:pt x="226" y="1069"/>
                  </a:lnTo>
                  <a:lnTo>
                    <a:pt x="215" y="1094"/>
                  </a:lnTo>
                  <a:lnTo>
                    <a:pt x="215" y="1121"/>
                  </a:lnTo>
                  <a:lnTo>
                    <a:pt x="270" y="1121"/>
                  </a:lnTo>
                  <a:lnTo>
                    <a:pt x="337" y="1141"/>
                  </a:lnTo>
                  <a:lnTo>
                    <a:pt x="373" y="1138"/>
                  </a:lnTo>
                  <a:lnTo>
                    <a:pt x="415" y="1128"/>
                  </a:lnTo>
                  <a:lnTo>
                    <a:pt x="485" y="1155"/>
                  </a:lnTo>
                  <a:lnTo>
                    <a:pt x="669" y="1141"/>
                  </a:lnTo>
                  <a:lnTo>
                    <a:pt x="739" y="1105"/>
                  </a:lnTo>
                  <a:lnTo>
                    <a:pt x="781" y="1066"/>
                  </a:lnTo>
                  <a:lnTo>
                    <a:pt x="826" y="1058"/>
                  </a:lnTo>
                  <a:lnTo>
                    <a:pt x="875" y="1082"/>
                  </a:lnTo>
                  <a:lnTo>
                    <a:pt x="941" y="1079"/>
                  </a:lnTo>
                  <a:lnTo>
                    <a:pt x="994" y="1092"/>
                  </a:lnTo>
                </a:path>
              </a:pathLst>
            </a:custGeom>
            <a:solidFill>
              <a:srgbClr val="cbcbcb"/>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78" name=""/>
            <p:cNvSpPr/>
            <p:nvPr/>
          </p:nvSpPr>
          <p:spPr>
            <a:xfrm>
              <a:off x="1458720" y="2713680"/>
              <a:ext cx="377280" cy="443880"/>
            </a:xfrm>
            <a:custGeom>
              <a:avLst/>
              <a:gdLst/>
              <a:ahLst/>
              <a:rect l="l" t="t" r="r" b="b"/>
              <a:pathLst>
                <a:path w="838" h="877">
                  <a:moveTo>
                    <a:pt x="133" y="556"/>
                  </a:moveTo>
                  <a:lnTo>
                    <a:pt x="159" y="544"/>
                  </a:lnTo>
                  <a:lnTo>
                    <a:pt x="181" y="517"/>
                  </a:lnTo>
                  <a:lnTo>
                    <a:pt x="181" y="498"/>
                  </a:lnTo>
                  <a:lnTo>
                    <a:pt x="171" y="469"/>
                  </a:lnTo>
                  <a:lnTo>
                    <a:pt x="138" y="460"/>
                  </a:lnTo>
                  <a:lnTo>
                    <a:pt x="108" y="461"/>
                  </a:lnTo>
                  <a:lnTo>
                    <a:pt x="98" y="437"/>
                  </a:lnTo>
                  <a:lnTo>
                    <a:pt x="73" y="415"/>
                  </a:lnTo>
                  <a:lnTo>
                    <a:pt x="76" y="320"/>
                  </a:lnTo>
                  <a:lnTo>
                    <a:pt x="101" y="312"/>
                  </a:lnTo>
                  <a:lnTo>
                    <a:pt x="134" y="320"/>
                  </a:lnTo>
                  <a:lnTo>
                    <a:pt x="143" y="346"/>
                  </a:lnTo>
                  <a:lnTo>
                    <a:pt x="143" y="369"/>
                  </a:lnTo>
                  <a:lnTo>
                    <a:pt x="159" y="390"/>
                  </a:lnTo>
                  <a:lnTo>
                    <a:pt x="193" y="399"/>
                  </a:lnTo>
                  <a:lnTo>
                    <a:pt x="193" y="386"/>
                  </a:lnTo>
                  <a:lnTo>
                    <a:pt x="168" y="369"/>
                  </a:lnTo>
                  <a:lnTo>
                    <a:pt x="157" y="354"/>
                  </a:lnTo>
                  <a:lnTo>
                    <a:pt x="157" y="312"/>
                  </a:lnTo>
                  <a:lnTo>
                    <a:pt x="147" y="300"/>
                  </a:lnTo>
                  <a:lnTo>
                    <a:pt x="152" y="268"/>
                  </a:lnTo>
                  <a:lnTo>
                    <a:pt x="138" y="266"/>
                  </a:lnTo>
                  <a:lnTo>
                    <a:pt x="132" y="287"/>
                  </a:lnTo>
                  <a:lnTo>
                    <a:pt x="113" y="303"/>
                  </a:lnTo>
                  <a:lnTo>
                    <a:pt x="90" y="303"/>
                  </a:lnTo>
                  <a:lnTo>
                    <a:pt x="73" y="298"/>
                  </a:lnTo>
                  <a:lnTo>
                    <a:pt x="37" y="276"/>
                  </a:lnTo>
                  <a:lnTo>
                    <a:pt x="3" y="260"/>
                  </a:lnTo>
                  <a:lnTo>
                    <a:pt x="0" y="255"/>
                  </a:lnTo>
                  <a:lnTo>
                    <a:pt x="56" y="226"/>
                  </a:lnTo>
                  <a:lnTo>
                    <a:pt x="159" y="200"/>
                  </a:lnTo>
                  <a:lnTo>
                    <a:pt x="247" y="161"/>
                  </a:lnTo>
                  <a:lnTo>
                    <a:pt x="298" y="96"/>
                  </a:lnTo>
                  <a:lnTo>
                    <a:pt x="312" y="0"/>
                  </a:lnTo>
                  <a:lnTo>
                    <a:pt x="352" y="10"/>
                  </a:lnTo>
                  <a:lnTo>
                    <a:pt x="391" y="54"/>
                  </a:lnTo>
                  <a:lnTo>
                    <a:pt x="420" y="73"/>
                  </a:lnTo>
                  <a:lnTo>
                    <a:pt x="460" y="62"/>
                  </a:lnTo>
                  <a:lnTo>
                    <a:pt x="475" y="36"/>
                  </a:lnTo>
                  <a:lnTo>
                    <a:pt x="508" y="40"/>
                  </a:lnTo>
                  <a:lnTo>
                    <a:pt x="522" y="65"/>
                  </a:lnTo>
                  <a:lnTo>
                    <a:pt x="548" y="76"/>
                  </a:lnTo>
                  <a:lnTo>
                    <a:pt x="584" y="85"/>
                  </a:lnTo>
                  <a:lnTo>
                    <a:pt x="620" y="131"/>
                  </a:lnTo>
                  <a:lnTo>
                    <a:pt x="670" y="155"/>
                  </a:lnTo>
                  <a:lnTo>
                    <a:pt x="707" y="169"/>
                  </a:lnTo>
                  <a:lnTo>
                    <a:pt x="718" y="199"/>
                  </a:lnTo>
                  <a:lnTo>
                    <a:pt x="689" y="235"/>
                  </a:lnTo>
                  <a:lnTo>
                    <a:pt x="670" y="274"/>
                  </a:lnTo>
                  <a:lnTo>
                    <a:pt x="668" y="296"/>
                  </a:lnTo>
                  <a:lnTo>
                    <a:pt x="670" y="355"/>
                  </a:lnTo>
                  <a:lnTo>
                    <a:pt x="697" y="387"/>
                  </a:lnTo>
                  <a:lnTo>
                    <a:pt x="758" y="405"/>
                  </a:lnTo>
                  <a:lnTo>
                    <a:pt x="826" y="423"/>
                  </a:lnTo>
                  <a:lnTo>
                    <a:pt x="837" y="444"/>
                  </a:lnTo>
                  <a:lnTo>
                    <a:pt x="833" y="461"/>
                  </a:lnTo>
                  <a:lnTo>
                    <a:pt x="816" y="484"/>
                  </a:lnTo>
                  <a:lnTo>
                    <a:pt x="816" y="509"/>
                  </a:lnTo>
                  <a:lnTo>
                    <a:pt x="833" y="544"/>
                  </a:lnTo>
                  <a:lnTo>
                    <a:pt x="805" y="580"/>
                  </a:lnTo>
                  <a:lnTo>
                    <a:pt x="805" y="616"/>
                  </a:lnTo>
                  <a:lnTo>
                    <a:pt x="805" y="668"/>
                  </a:lnTo>
                  <a:lnTo>
                    <a:pt x="785" y="683"/>
                  </a:lnTo>
                  <a:lnTo>
                    <a:pt x="780" y="711"/>
                  </a:lnTo>
                  <a:lnTo>
                    <a:pt x="735" y="719"/>
                  </a:lnTo>
                  <a:lnTo>
                    <a:pt x="728" y="762"/>
                  </a:lnTo>
                  <a:lnTo>
                    <a:pt x="693" y="797"/>
                  </a:lnTo>
                  <a:lnTo>
                    <a:pt x="665" y="782"/>
                  </a:lnTo>
                  <a:lnTo>
                    <a:pt x="631" y="769"/>
                  </a:lnTo>
                  <a:lnTo>
                    <a:pt x="586" y="825"/>
                  </a:lnTo>
                  <a:lnTo>
                    <a:pt x="522" y="876"/>
                  </a:lnTo>
                  <a:lnTo>
                    <a:pt x="497" y="861"/>
                  </a:lnTo>
                  <a:lnTo>
                    <a:pt x="450" y="850"/>
                  </a:lnTo>
                  <a:lnTo>
                    <a:pt x="376" y="863"/>
                  </a:lnTo>
                  <a:lnTo>
                    <a:pt x="338" y="873"/>
                  </a:lnTo>
                  <a:lnTo>
                    <a:pt x="356" y="846"/>
                  </a:lnTo>
                  <a:lnTo>
                    <a:pt x="347" y="834"/>
                  </a:lnTo>
                  <a:lnTo>
                    <a:pt x="327" y="837"/>
                  </a:lnTo>
                  <a:lnTo>
                    <a:pt x="319" y="851"/>
                  </a:lnTo>
                  <a:lnTo>
                    <a:pt x="319" y="863"/>
                  </a:lnTo>
                  <a:lnTo>
                    <a:pt x="309" y="876"/>
                  </a:lnTo>
                  <a:lnTo>
                    <a:pt x="270" y="871"/>
                  </a:lnTo>
                  <a:lnTo>
                    <a:pt x="250" y="851"/>
                  </a:lnTo>
                  <a:lnTo>
                    <a:pt x="258" y="834"/>
                  </a:lnTo>
                  <a:lnTo>
                    <a:pt x="273" y="818"/>
                  </a:lnTo>
                  <a:lnTo>
                    <a:pt x="286" y="815"/>
                  </a:lnTo>
                  <a:lnTo>
                    <a:pt x="294" y="801"/>
                  </a:lnTo>
                  <a:lnTo>
                    <a:pt x="286" y="793"/>
                  </a:lnTo>
                  <a:lnTo>
                    <a:pt x="270" y="774"/>
                  </a:lnTo>
                  <a:lnTo>
                    <a:pt x="261" y="767"/>
                  </a:lnTo>
                  <a:lnTo>
                    <a:pt x="246" y="779"/>
                  </a:lnTo>
                  <a:lnTo>
                    <a:pt x="246" y="793"/>
                  </a:lnTo>
                  <a:lnTo>
                    <a:pt x="232" y="803"/>
                  </a:lnTo>
                  <a:lnTo>
                    <a:pt x="219" y="811"/>
                  </a:lnTo>
                  <a:lnTo>
                    <a:pt x="200" y="811"/>
                  </a:lnTo>
                  <a:lnTo>
                    <a:pt x="183" y="793"/>
                  </a:lnTo>
                  <a:lnTo>
                    <a:pt x="186" y="775"/>
                  </a:lnTo>
                  <a:lnTo>
                    <a:pt x="205" y="760"/>
                  </a:lnTo>
                  <a:lnTo>
                    <a:pt x="211" y="735"/>
                  </a:lnTo>
                  <a:lnTo>
                    <a:pt x="240" y="724"/>
                  </a:lnTo>
                  <a:lnTo>
                    <a:pt x="265" y="716"/>
                  </a:lnTo>
                  <a:lnTo>
                    <a:pt x="255" y="707"/>
                  </a:lnTo>
                  <a:lnTo>
                    <a:pt x="230" y="714"/>
                  </a:lnTo>
                  <a:lnTo>
                    <a:pt x="211" y="714"/>
                  </a:lnTo>
                  <a:lnTo>
                    <a:pt x="200" y="704"/>
                  </a:lnTo>
                  <a:lnTo>
                    <a:pt x="174" y="719"/>
                  </a:lnTo>
                  <a:lnTo>
                    <a:pt x="171" y="735"/>
                  </a:lnTo>
                  <a:lnTo>
                    <a:pt x="147" y="747"/>
                  </a:lnTo>
                  <a:lnTo>
                    <a:pt x="134" y="730"/>
                  </a:lnTo>
                  <a:lnTo>
                    <a:pt x="127" y="719"/>
                  </a:lnTo>
                  <a:lnTo>
                    <a:pt x="143" y="698"/>
                  </a:lnTo>
                  <a:lnTo>
                    <a:pt x="148" y="675"/>
                  </a:lnTo>
                  <a:lnTo>
                    <a:pt x="143" y="658"/>
                  </a:lnTo>
                  <a:lnTo>
                    <a:pt x="159" y="645"/>
                  </a:lnTo>
                  <a:lnTo>
                    <a:pt x="193" y="658"/>
                  </a:lnTo>
                  <a:lnTo>
                    <a:pt x="221" y="649"/>
                  </a:lnTo>
                  <a:lnTo>
                    <a:pt x="255" y="651"/>
                  </a:lnTo>
                  <a:lnTo>
                    <a:pt x="255" y="632"/>
                  </a:lnTo>
                  <a:lnTo>
                    <a:pt x="221" y="625"/>
                  </a:lnTo>
                  <a:lnTo>
                    <a:pt x="183" y="620"/>
                  </a:lnTo>
                  <a:lnTo>
                    <a:pt x="152" y="580"/>
                  </a:lnTo>
                  <a:lnTo>
                    <a:pt x="133" y="556"/>
                  </a:lnTo>
                </a:path>
              </a:pathLst>
            </a:custGeom>
            <a:solidFill>
              <a:srgbClr val="cbcbcb"/>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79" name=""/>
            <p:cNvSpPr/>
            <p:nvPr/>
          </p:nvSpPr>
          <p:spPr>
            <a:xfrm>
              <a:off x="1413000" y="3651120"/>
              <a:ext cx="440280" cy="406440"/>
            </a:xfrm>
            <a:custGeom>
              <a:avLst/>
              <a:gdLst/>
              <a:ahLst/>
              <a:rect l="l" t="t" r="r" b="b"/>
              <a:pathLst>
                <a:path w="977" h="803">
                  <a:moveTo>
                    <a:pt x="592" y="606"/>
                  </a:moveTo>
                  <a:lnTo>
                    <a:pt x="592" y="618"/>
                  </a:lnTo>
                  <a:lnTo>
                    <a:pt x="601" y="637"/>
                  </a:lnTo>
                  <a:lnTo>
                    <a:pt x="612" y="652"/>
                  </a:lnTo>
                  <a:lnTo>
                    <a:pt x="631" y="661"/>
                  </a:lnTo>
                  <a:lnTo>
                    <a:pt x="633" y="681"/>
                  </a:lnTo>
                  <a:lnTo>
                    <a:pt x="651" y="688"/>
                  </a:lnTo>
                  <a:lnTo>
                    <a:pt x="674" y="708"/>
                  </a:lnTo>
                  <a:lnTo>
                    <a:pt x="682" y="701"/>
                  </a:lnTo>
                  <a:lnTo>
                    <a:pt x="677" y="681"/>
                  </a:lnTo>
                  <a:lnTo>
                    <a:pt x="682" y="676"/>
                  </a:lnTo>
                  <a:lnTo>
                    <a:pt x="698" y="681"/>
                  </a:lnTo>
                  <a:lnTo>
                    <a:pt x="712" y="653"/>
                  </a:lnTo>
                  <a:lnTo>
                    <a:pt x="717" y="642"/>
                  </a:lnTo>
                  <a:lnTo>
                    <a:pt x="723" y="630"/>
                  </a:lnTo>
                  <a:lnTo>
                    <a:pt x="692" y="626"/>
                  </a:lnTo>
                  <a:lnTo>
                    <a:pt x="677" y="616"/>
                  </a:lnTo>
                  <a:lnTo>
                    <a:pt x="679" y="604"/>
                  </a:lnTo>
                  <a:lnTo>
                    <a:pt x="698" y="596"/>
                  </a:lnTo>
                  <a:lnTo>
                    <a:pt x="718" y="600"/>
                  </a:lnTo>
                  <a:lnTo>
                    <a:pt x="736" y="604"/>
                  </a:lnTo>
                  <a:lnTo>
                    <a:pt x="761" y="608"/>
                  </a:lnTo>
                  <a:lnTo>
                    <a:pt x="771" y="602"/>
                  </a:lnTo>
                  <a:lnTo>
                    <a:pt x="770" y="588"/>
                  </a:lnTo>
                  <a:lnTo>
                    <a:pt x="751" y="584"/>
                  </a:lnTo>
                  <a:lnTo>
                    <a:pt x="743" y="580"/>
                  </a:lnTo>
                  <a:lnTo>
                    <a:pt x="745" y="576"/>
                  </a:lnTo>
                  <a:lnTo>
                    <a:pt x="759" y="574"/>
                  </a:lnTo>
                  <a:lnTo>
                    <a:pt x="760" y="568"/>
                  </a:lnTo>
                  <a:lnTo>
                    <a:pt x="730" y="548"/>
                  </a:lnTo>
                  <a:lnTo>
                    <a:pt x="720" y="538"/>
                  </a:lnTo>
                  <a:lnTo>
                    <a:pt x="709" y="526"/>
                  </a:lnTo>
                  <a:lnTo>
                    <a:pt x="693" y="525"/>
                  </a:lnTo>
                  <a:lnTo>
                    <a:pt x="692" y="507"/>
                  </a:lnTo>
                  <a:lnTo>
                    <a:pt x="693" y="498"/>
                  </a:lnTo>
                  <a:lnTo>
                    <a:pt x="704" y="493"/>
                  </a:lnTo>
                  <a:lnTo>
                    <a:pt x="698" y="489"/>
                  </a:lnTo>
                  <a:lnTo>
                    <a:pt x="692" y="489"/>
                  </a:lnTo>
                  <a:lnTo>
                    <a:pt x="679" y="485"/>
                  </a:lnTo>
                  <a:lnTo>
                    <a:pt x="682" y="475"/>
                  </a:lnTo>
                  <a:lnTo>
                    <a:pt x="693" y="470"/>
                  </a:lnTo>
                  <a:lnTo>
                    <a:pt x="712" y="465"/>
                  </a:lnTo>
                  <a:lnTo>
                    <a:pt x="735" y="453"/>
                  </a:lnTo>
                  <a:lnTo>
                    <a:pt x="756" y="442"/>
                  </a:lnTo>
                  <a:lnTo>
                    <a:pt x="776" y="442"/>
                  </a:lnTo>
                  <a:lnTo>
                    <a:pt x="791" y="461"/>
                  </a:lnTo>
                  <a:lnTo>
                    <a:pt x="801" y="463"/>
                  </a:lnTo>
                  <a:lnTo>
                    <a:pt x="813" y="481"/>
                  </a:lnTo>
                  <a:lnTo>
                    <a:pt x="830" y="485"/>
                  </a:lnTo>
                  <a:lnTo>
                    <a:pt x="842" y="489"/>
                  </a:lnTo>
                  <a:lnTo>
                    <a:pt x="843" y="495"/>
                  </a:lnTo>
                  <a:lnTo>
                    <a:pt x="836" y="502"/>
                  </a:lnTo>
                  <a:lnTo>
                    <a:pt x="817" y="503"/>
                  </a:lnTo>
                  <a:lnTo>
                    <a:pt x="805" y="506"/>
                  </a:lnTo>
                  <a:lnTo>
                    <a:pt x="805" y="514"/>
                  </a:lnTo>
                  <a:lnTo>
                    <a:pt x="810" y="518"/>
                  </a:lnTo>
                  <a:lnTo>
                    <a:pt x="823" y="518"/>
                  </a:lnTo>
                  <a:lnTo>
                    <a:pt x="823" y="525"/>
                  </a:lnTo>
                  <a:lnTo>
                    <a:pt x="807" y="534"/>
                  </a:lnTo>
                  <a:lnTo>
                    <a:pt x="801" y="548"/>
                  </a:lnTo>
                  <a:lnTo>
                    <a:pt x="812" y="562"/>
                  </a:lnTo>
                  <a:lnTo>
                    <a:pt x="818" y="570"/>
                  </a:lnTo>
                  <a:lnTo>
                    <a:pt x="842" y="566"/>
                  </a:lnTo>
                  <a:lnTo>
                    <a:pt x="848" y="574"/>
                  </a:lnTo>
                  <a:lnTo>
                    <a:pt x="857" y="577"/>
                  </a:lnTo>
                  <a:lnTo>
                    <a:pt x="894" y="577"/>
                  </a:lnTo>
                  <a:lnTo>
                    <a:pt x="907" y="588"/>
                  </a:lnTo>
                  <a:lnTo>
                    <a:pt x="924" y="600"/>
                  </a:lnTo>
                  <a:lnTo>
                    <a:pt x="955" y="609"/>
                  </a:lnTo>
                  <a:lnTo>
                    <a:pt x="970" y="609"/>
                  </a:lnTo>
                  <a:lnTo>
                    <a:pt x="976" y="602"/>
                  </a:lnTo>
                  <a:lnTo>
                    <a:pt x="960" y="578"/>
                  </a:lnTo>
                  <a:lnTo>
                    <a:pt x="962" y="566"/>
                  </a:lnTo>
                  <a:lnTo>
                    <a:pt x="950" y="554"/>
                  </a:lnTo>
                  <a:lnTo>
                    <a:pt x="934" y="529"/>
                  </a:lnTo>
                  <a:lnTo>
                    <a:pt x="934" y="503"/>
                  </a:lnTo>
                  <a:lnTo>
                    <a:pt x="938" y="465"/>
                  </a:lnTo>
                  <a:lnTo>
                    <a:pt x="934" y="443"/>
                  </a:lnTo>
                  <a:lnTo>
                    <a:pt x="945" y="429"/>
                  </a:lnTo>
                  <a:lnTo>
                    <a:pt x="934" y="419"/>
                  </a:lnTo>
                  <a:lnTo>
                    <a:pt x="923" y="411"/>
                  </a:lnTo>
                  <a:lnTo>
                    <a:pt x="899" y="422"/>
                  </a:lnTo>
                  <a:lnTo>
                    <a:pt x="887" y="435"/>
                  </a:lnTo>
                  <a:lnTo>
                    <a:pt x="875" y="433"/>
                  </a:lnTo>
                  <a:lnTo>
                    <a:pt x="867" y="435"/>
                  </a:lnTo>
                  <a:lnTo>
                    <a:pt x="857" y="433"/>
                  </a:lnTo>
                  <a:lnTo>
                    <a:pt x="853" y="422"/>
                  </a:lnTo>
                  <a:lnTo>
                    <a:pt x="830" y="409"/>
                  </a:lnTo>
                  <a:lnTo>
                    <a:pt x="812" y="386"/>
                  </a:lnTo>
                  <a:lnTo>
                    <a:pt x="817" y="367"/>
                  </a:lnTo>
                  <a:lnTo>
                    <a:pt x="830" y="364"/>
                  </a:lnTo>
                  <a:lnTo>
                    <a:pt x="837" y="380"/>
                  </a:lnTo>
                  <a:lnTo>
                    <a:pt x="861" y="384"/>
                  </a:lnTo>
                  <a:lnTo>
                    <a:pt x="875" y="384"/>
                  </a:lnTo>
                  <a:lnTo>
                    <a:pt x="882" y="380"/>
                  </a:lnTo>
                  <a:lnTo>
                    <a:pt x="894" y="374"/>
                  </a:lnTo>
                  <a:lnTo>
                    <a:pt x="904" y="362"/>
                  </a:lnTo>
                  <a:lnTo>
                    <a:pt x="910" y="344"/>
                  </a:lnTo>
                  <a:lnTo>
                    <a:pt x="930" y="334"/>
                  </a:lnTo>
                  <a:lnTo>
                    <a:pt x="944" y="340"/>
                  </a:lnTo>
                  <a:lnTo>
                    <a:pt x="960" y="334"/>
                  </a:lnTo>
                  <a:lnTo>
                    <a:pt x="960" y="311"/>
                  </a:lnTo>
                  <a:lnTo>
                    <a:pt x="888" y="237"/>
                  </a:lnTo>
                  <a:lnTo>
                    <a:pt x="856" y="184"/>
                  </a:lnTo>
                  <a:lnTo>
                    <a:pt x="823" y="116"/>
                  </a:lnTo>
                  <a:lnTo>
                    <a:pt x="764" y="82"/>
                  </a:lnTo>
                  <a:lnTo>
                    <a:pt x="730" y="86"/>
                  </a:lnTo>
                  <a:lnTo>
                    <a:pt x="698" y="105"/>
                  </a:lnTo>
                  <a:lnTo>
                    <a:pt x="660" y="108"/>
                  </a:lnTo>
                  <a:lnTo>
                    <a:pt x="626" y="106"/>
                  </a:lnTo>
                  <a:lnTo>
                    <a:pt x="583" y="89"/>
                  </a:lnTo>
                  <a:lnTo>
                    <a:pt x="518" y="108"/>
                  </a:lnTo>
                  <a:lnTo>
                    <a:pt x="499" y="85"/>
                  </a:lnTo>
                  <a:lnTo>
                    <a:pt x="498" y="41"/>
                  </a:lnTo>
                  <a:lnTo>
                    <a:pt x="474" y="20"/>
                  </a:lnTo>
                  <a:lnTo>
                    <a:pt x="451" y="37"/>
                  </a:lnTo>
                  <a:lnTo>
                    <a:pt x="432" y="44"/>
                  </a:lnTo>
                  <a:lnTo>
                    <a:pt x="402" y="14"/>
                  </a:lnTo>
                  <a:lnTo>
                    <a:pt x="363" y="0"/>
                  </a:lnTo>
                  <a:lnTo>
                    <a:pt x="335" y="0"/>
                  </a:lnTo>
                  <a:lnTo>
                    <a:pt x="283" y="77"/>
                  </a:lnTo>
                  <a:lnTo>
                    <a:pt x="225" y="122"/>
                  </a:lnTo>
                  <a:lnTo>
                    <a:pt x="176" y="116"/>
                  </a:lnTo>
                  <a:lnTo>
                    <a:pt x="148" y="97"/>
                  </a:lnTo>
                  <a:lnTo>
                    <a:pt x="145" y="66"/>
                  </a:lnTo>
                  <a:lnTo>
                    <a:pt x="137" y="38"/>
                  </a:lnTo>
                  <a:lnTo>
                    <a:pt x="108" y="21"/>
                  </a:lnTo>
                  <a:lnTo>
                    <a:pt x="103" y="44"/>
                  </a:lnTo>
                  <a:lnTo>
                    <a:pt x="88" y="53"/>
                  </a:lnTo>
                  <a:lnTo>
                    <a:pt x="88" y="65"/>
                  </a:lnTo>
                  <a:lnTo>
                    <a:pt x="97" y="74"/>
                  </a:lnTo>
                  <a:lnTo>
                    <a:pt x="109" y="66"/>
                  </a:lnTo>
                  <a:lnTo>
                    <a:pt x="128" y="64"/>
                  </a:lnTo>
                  <a:lnTo>
                    <a:pt x="137" y="72"/>
                  </a:lnTo>
                  <a:lnTo>
                    <a:pt x="122" y="82"/>
                  </a:lnTo>
                  <a:lnTo>
                    <a:pt x="112" y="89"/>
                  </a:lnTo>
                  <a:lnTo>
                    <a:pt x="122" y="100"/>
                  </a:lnTo>
                  <a:lnTo>
                    <a:pt x="134" y="106"/>
                  </a:lnTo>
                  <a:lnTo>
                    <a:pt x="133" y="112"/>
                  </a:lnTo>
                  <a:lnTo>
                    <a:pt x="122" y="118"/>
                  </a:lnTo>
                  <a:lnTo>
                    <a:pt x="107" y="110"/>
                  </a:lnTo>
                  <a:lnTo>
                    <a:pt x="88" y="89"/>
                  </a:lnTo>
                  <a:lnTo>
                    <a:pt x="73" y="100"/>
                  </a:lnTo>
                  <a:lnTo>
                    <a:pt x="63" y="120"/>
                  </a:lnTo>
                  <a:lnTo>
                    <a:pt x="73" y="140"/>
                  </a:lnTo>
                  <a:lnTo>
                    <a:pt x="71" y="149"/>
                  </a:lnTo>
                  <a:lnTo>
                    <a:pt x="45" y="152"/>
                  </a:lnTo>
                  <a:lnTo>
                    <a:pt x="45" y="176"/>
                  </a:lnTo>
                  <a:lnTo>
                    <a:pt x="60" y="185"/>
                  </a:lnTo>
                  <a:lnTo>
                    <a:pt x="73" y="189"/>
                  </a:lnTo>
                  <a:lnTo>
                    <a:pt x="60" y="196"/>
                  </a:lnTo>
                  <a:lnTo>
                    <a:pt x="60" y="205"/>
                  </a:lnTo>
                  <a:lnTo>
                    <a:pt x="70" y="220"/>
                  </a:lnTo>
                  <a:lnTo>
                    <a:pt x="73" y="235"/>
                  </a:lnTo>
                  <a:lnTo>
                    <a:pt x="88" y="235"/>
                  </a:lnTo>
                  <a:lnTo>
                    <a:pt x="85" y="245"/>
                  </a:lnTo>
                  <a:lnTo>
                    <a:pt x="85" y="253"/>
                  </a:lnTo>
                  <a:lnTo>
                    <a:pt x="113" y="260"/>
                  </a:lnTo>
                  <a:lnTo>
                    <a:pt x="113" y="265"/>
                  </a:lnTo>
                  <a:lnTo>
                    <a:pt x="103" y="275"/>
                  </a:lnTo>
                  <a:lnTo>
                    <a:pt x="113" y="283"/>
                  </a:lnTo>
                  <a:lnTo>
                    <a:pt x="98" y="299"/>
                  </a:lnTo>
                  <a:lnTo>
                    <a:pt x="102" y="306"/>
                  </a:lnTo>
                  <a:lnTo>
                    <a:pt x="97" y="312"/>
                  </a:lnTo>
                  <a:lnTo>
                    <a:pt x="85" y="307"/>
                  </a:lnTo>
                  <a:lnTo>
                    <a:pt x="81" y="294"/>
                  </a:lnTo>
                  <a:lnTo>
                    <a:pt x="70" y="279"/>
                  </a:lnTo>
                  <a:lnTo>
                    <a:pt x="65" y="284"/>
                  </a:lnTo>
                  <a:lnTo>
                    <a:pt x="52" y="287"/>
                  </a:lnTo>
                  <a:lnTo>
                    <a:pt x="47" y="268"/>
                  </a:lnTo>
                  <a:lnTo>
                    <a:pt x="41" y="251"/>
                  </a:lnTo>
                  <a:lnTo>
                    <a:pt x="45" y="229"/>
                  </a:lnTo>
                  <a:lnTo>
                    <a:pt x="37" y="221"/>
                  </a:lnTo>
                  <a:lnTo>
                    <a:pt x="31" y="261"/>
                  </a:lnTo>
                  <a:lnTo>
                    <a:pt x="46" y="299"/>
                  </a:lnTo>
                  <a:lnTo>
                    <a:pt x="63" y="308"/>
                  </a:lnTo>
                  <a:lnTo>
                    <a:pt x="56" y="322"/>
                  </a:lnTo>
                  <a:lnTo>
                    <a:pt x="31" y="334"/>
                  </a:lnTo>
                  <a:lnTo>
                    <a:pt x="20" y="350"/>
                  </a:lnTo>
                  <a:lnTo>
                    <a:pt x="31" y="375"/>
                  </a:lnTo>
                  <a:lnTo>
                    <a:pt x="52" y="380"/>
                  </a:lnTo>
                  <a:lnTo>
                    <a:pt x="63" y="360"/>
                  </a:lnTo>
                  <a:lnTo>
                    <a:pt x="65" y="344"/>
                  </a:lnTo>
                  <a:lnTo>
                    <a:pt x="88" y="338"/>
                  </a:lnTo>
                  <a:lnTo>
                    <a:pt x="103" y="347"/>
                  </a:lnTo>
                  <a:lnTo>
                    <a:pt x="73" y="374"/>
                  </a:lnTo>
                  <a:lnTo>
                    <a:pt x="78" y="392"/>
                  </a:lnTo>
                  <a:lnTo>
                    <a:pt x="97" y="403"/>
                  </a:lnTo>
                  <a:lnTo>
                    <a:pt x="87" y="411"/>
                  </a:lnTo>
                  <a:lnTo>
                    <a:pt x="85" y="434"/>
                  </a:lnTo>
                  <a:lnTo>
                    <a:pt x="73" y="443"/>
                  </a:lnTo>
                  <a:lnTo>
                    <a:pt x="66" y="466"/>
                  </a:lnTo>
                  <a:lnTo>
                    <a:pt x="63" y="507"/>
                  </a:lnTo>
                  <a:lnTo>
                    <a:pt x="63" y="521"/>
                  </a:lnTo>
                  <a:lnTo>
                    <a:pt x="81" y="534"/>
                  </a:lnTo>
                  <a:lnTo>
                    <a:pt x="113" y="534"/>
                  </a:lnTo>
                  <a:lnTo>
                    <a:pt x="162" y="541"/>
                  </a:lnTo>
                  <a:lnTo>
                    <a:pt x="179" y="534"/>
                  </a:lnTo>
                  <a:lnTo>
                    <a:pt x="189" y="554"/>
                  </a:lnTo>
                  <a:lnTo>
                    <a:pt x="195" y="566"/>
                  </a:lnTo>
                  <a:lnTo>
                    <a:pt x="224" y="580"/>
                  </a:lnTo>
                  <a:lnTo>
                    <a:pt x="215" y="584"/>
                  </a:lnTo>
                  <a:lnTo>
                    <a:pt x="175" y="566"/>
                  </a:lnTo>
                  <a:lnTo>
                    <a:pt x="160" y="565"/>
                  </a:lnTo>
                  <a:lnTo>
                    <a:pt x="160" y="574"/>
                  </a:lnTo>
                  <a:lnTo>
                    <a:pt x="152" y="577"/>
                  </a:lnTo>
                  <a:lnTo>
                    <a:pt x="132" y="566"/>
                  </a:lnTo>
                  <a:lnTo>
                    <a:pt x="114" y="554"/>
                  </a:lnTo>
                  <a:lnTo>
                    <a:pt x="97" y="558"/>
                  </a:lnTo>
                  <a:lnTo>
                    <a:pt x="95" y="569"/>
                  </a:lnTo>
                  <a:lnTo>
                    <a:pt x="114" y="581"/>
                  </a:lnTo>
                  <a:lnTo>
                    <a:pt x="127" y="590"/>
                  </a:lnTo>
                  <a:lnTo>
                    <a:pt x="123" y="597"/>
                  </a:lnTo>
                  <a:lnTo>
                    <a:pt x="118" y="601"/>
                  </a:lnTo>
                  <a:lnTo>
                    <a:pt x="98" y="602"/>
                  </a:lnTo>
                  <a:lnTo>
                    <a:pt x="81" y="606"/>
                  </a:lnTo>
                  <a:lnTo>
                    <a:pt x="60" y="580"/>
                  </a:lnTo>
                  <a:lnTo>
                    <a:pt x="47" y="554"/>
                  </a:lnTo>
                  <a:lnTo>
                    <a:pt x="41" y="534"/>
                  </a:lnTo>
                  <a:lnTo>
                    <a:pt x="41" y="507"/>
                  </a:lnTo>
                  <a:lnTo>
                    <a:pt x="26" y="489"/>
                  </a:lnTo>
                  <a:lnTo>
                    <a:pt x="8" y="514"/>
                  </a:lnTo>
                  <a:lnTo>
                    <a:pt x="3" y="534"/>
                  </a:lnTo>
                  <a:lnTo>
                    <a:pt x="0" y="562"/>
                  </a:lnTo>
                  <a:lnTo>
                    <a:pt x="23" y="577"/>
                  </a:lnTo>
                  <a:lnTo>
                    <a:pt x="23" y="584"/>
                  </a:lnTo>
                  <a:lnTo>
                    <a:pt x="15" y="592"/>
                  </a:lnTo>
                  <a:lnTo>
                    <a:pt x="26" y="614"/>
                  </a:lnTo>
                  <a:lnTo>
                    <a:pt x="41" y="621"/>
                  </a:lnTo>
                  <a:lnTo>
                    <a:pt x="51" y="618"/>
                  </a:lnTo>
                  <a:lnTo>
                    <a:pt x="58" y="621"/>
                  </a:lnTo>
                  <a:lnTo>
                    <a:pt x="58" y="629"/>
                  </a:lnTo>
                  <a:lnTo>
                    <a:pt x="65" y="630"/>
                  </a:lnTo>
                  <a:lnTo>
                    <a:pt x="75" y="630"/>
                  </a:lnTo>
                  <a:lnTo>
                    <a:pt x="78" y="637"/>
                  </a:lnTo>
                  <a:lnTo>
                    <a:pt x="75" y="644"/>
                  </a:lnTo>
                  <a:lnTo>
                    <a:pt x="88" y="644"/>
                  </a:lnTo>
                  <a:lnTo>
                    <a:pt x="95" y="637"/>
                  </a:lnTo>
                  <a:lnTo>
                    <a:pt x="107" y="632"/>
                  </a:lnTo>
                  <a:lnTo>
                    <a:pt x="112" y="637"/>
                  </a:lnTo>
                  <a:lnTo>
                    <a:pt x="132" y="638"/>
                  </a:lnTo>
                  <a:lnTo>
                    <a:pt x="134" y="625"/>
                  </a:lnTo>
                  <a:lnTo>
                    <a:pt x="148" y="626"/>
                  </a:lnTo>
                  <a:lnTo>
                    <a:pt x="158" y="624"/>
                  </a:lnTo>
                  <a:lnTo>
                    <a:pt x="170" y="620"/>
                  </a:lnTo>
                  <a:lnTo>
                    <a:pt x="170" y="626"/>
                  </a:lnTo>
                  <a:lnTo>
                    <a:pt x="163" y="638"/>
                  </a:lnTo>
                  <a:lnTo>
                    <a:pt x="172" y="646"/>
                  </a:lnTo>
                  <a:lnTo>
                    <a:pt x="168" y="653"/>
                  </a:lnTo>
                  <a:lnTo>
                    <a:pt x="153" y="653"/>
                  </a:lnTo>
                  <a:lnTo>
                    <a:pt x="138" y="657"/>
                  </a:lnTo>
                  <a:lnTo>
                    <a:pt x="124" y="668"/>
                  </a:lnTo>
                  <a:lnTo>
                    <a:pt x="119" y="679"/>
                  </a:lnTo>
                  <a:lnTo>
                    <a:pt x="128" y="681"/>
                  </a:lnTo>
                  <a:lnTo>
                    <a:pt x="137" y="679"/>
                  </a:lnTo>
                  <a:lnTo>
                    <a:pt x="138" y="693"/>
                  </a:lnTo>
                  <a:lnTo>
                    <a:pt x="127" y="701"/>
                  </a:lnTo>
                  <a:lnTo>
                    <a:pt x="128" y="708"/>
                  </a:lnTo>
                  <a:lnTo>
                    <a:pt x="147" y="708"/>
                  </a:lnTo>
                  <a:lnTo>
                    <a:pt x="158" y="713"/>
                  </a:lnTo>
                  <a:lnTo>
                    <a:pt x="172" y="713"/>
                  </a:lnTo>
                  <a:lnTo>
                    <a:pt x="170" y="724"/>
                  </a:lnTo>
                  <a:lnTo>
                    <a:pt x="162" y="725"/>
                  </a:lnTo>
                  <a:lnTo>
                    <a:pt x="137" y="727"/>
                  </a:lnTo>
                  <a:lnTo>
                    <a:pt x="118" y="741"/>
                  </a:lnTo>
                  <a:lnTo>
                    <a:pt x="118" y="756"/>
                  </a:lnTo>
                  <a:lnTo>
                    <a:pt x="132" y="769"/>
                  </a:lnTo>
                  <a:lnTo>
                    <a:pt x="152" y="760"/>
                  </a:lnTo>
                  <a:lnTo>
                    <a:pt x="163" y="780"/>
                  </a:lnTo>
                  <a:lnTo>
                    <a:pt x="163" y="797"/>
                  </a:lnTo>
                  <a:lnTo>
                    <a:pt x="174" y="802"/>
                  </a:lnTo>
                  <a:lnTo>
                    <a:pt x="194" y="792"/>
                  </a:lnTo>
                  <a:lnTo>
                    <a:pt x="221" y="791"/>
                  </a:lnTo>
                  <a:lnTo>
                    <a:pt x="226" y="768"/>
                  </a:lnTo>
                  <a:lnTo>
                    <a:pt x="232" y="755"/>
                  </a:lnTo>
                  <a:lnTo>
                    <a:pt x="248" y="720"/>
                  </a:lnTo>
                  <a:lnTo>
                    <a:pt x="257" y="719"/>
                  </a:lnTo>
                  <a:lnTo>
                    <a:pt x="262" y="727"/>
                  </a:lnTo>
                  <a:lnTo>
                    <a:pt x="272" y="723"/>
                  </a:lnTo>
                  <a:lnTo>
                    <a:pt x="271" y="713"/>
                  </a:lnTo>
                  <a:lnTo>
                    <a:pt x="271" y="703"/>
                  </a:lnTo>
                  <a:lnTo>
                    <a:pt x="283" y="708"/>
                  </a:lnTo>
                  <a:lnTo>
                    <a:pt x="296" y="713"/>
                  </a:lnTo>
                  <a:lnTo>
                    <a:pt x="298" y="705"/>
                  </a:lnTo>
                  <a:lnTo>
                    <a:pt x="293" y="699"/>
                  </a:lnTo>
                  <a:lnTo>
                    <a:pt x="282" y="681"/>
                  </a:lnTo>
                  <a:lnTo>
                    <a:pt x="301" y="689"/>
                  </a:lnTo>
                  <a:lnTo>
                    <a:pt x="311" y="671"/>
                  </a:lnTo>
                  <a:lnTo>
                    <a:pt x="307" y="656"/>
                  </a:lnTo>
                  <a:lnTo>
                    <a:pt x="325" y="657"/>
                  </a:lnTo>
                  <a:lnTo>
                    <a:pt x="325" y="632"/>
                  </a:lnTo>
                  <a:lnTo>
                    <a:pt x="313" y="606"/>
                  </a:lnTo>
                  <a:lnTo>
                    <a:pt x="330" y="577"/>
                  </a:lnTo>
                  <a:lnTo>
                    <a:pt x="335" y="581"/>
                  </a:lnTo>
                  <a:lnTo>
                    <a:pt x="332" y="608"/>
                  </a:lnTo>
                  <a:lnTo>
                    <a:pt x="337" y="625"/>
                  </a:lnTo>
                  <a:lnTo>
                    <a:pt x="337" y="653"/>
                  </a:lnTo>
                  <a:lnTo>
                    <a:pt x="332" y="683"/>
                  </a:lnTo>
                  <a:lnTo>
                    <a:pt x="348" y="704"/>
                  </a:lnTo>
                  <a:lnTo>
                    <a:pt x="363" y="701"/>
                  </a:lnTo>
                  <a:lnTo>
                    <a:pt x="395" y="701"/>
                  </a:lnTo>
                  <a:lnTo>
                    <a:pt x="412" y="704"/>
                  </a:lnTo>
                  <a:lnTo>
                    <a:pt x="427" y="700"/>
                  </a:lnTo>
                  <a:lnTo>
                    <a:pt x="426" y="681"/>
                  </a:lnTo>
                  <a:lnTo>
                    <a:pt x="440" y="687"/>
                  </a:lnTo>
                  <a:lnTo>
                    <a:pt x="446" y="680"/>
                  </a:lnTo>
                  <a:lnTo>
                    <a:pt x="442" y="671"/>
                  </a:lnTo>
                  <a:lnTo>
                    <a:pt x="440" y="658"/>
                  </a:lnTo>
                  <a:lnTo>
                    <a:pt x="447" y="644"/>
                  </a:lnTo>
                  <a:lnTo>
                    <a:pt x="462" y="642"/>
                  </a:lnTo>
                  <a:lnTo>
                    <a:pt x="464" y="632"/>
                  </a:lnTo>
                  <a:lnTo>
                    <a:pt x="452" y="630"/>
                  </a:lnTo>
                  <a:lnTo>
                    <a:pt x="447" y="621"/>
                  </a:lnTo>
                  <a:lnTo>
                    <a:pt x="456" y="609"/>
                  </a:lnTo>
                  <a:lnTo>
                    <a:pt x="464" y="590"/>
                  </a:lnTo>
                  <a:lnTo>
                    <a:pt x="472" y="580"/>
                  </a:lnTo>
                  <a:lnTo>
                    <a:pt x="493" y="577"/>
                  </a:lnTo>
                  <a:lnTo>
                    <a:pt x="506" y="564"/>
                  </a:lnTo>
                  <a:lnTo>
                    <a:pt x="513" y="554"/>
                  </a:lnTo>
                  <a:lnTo>
                    <a:pt x="529" y="538"/>
                  </a:lnTo>
                  <a:lnTo>
                    <a:pt x="535" y="530"/>
                  </a:lnTo>
                  <a:lnTo>
                    <a:pt x="546" y="531"/>
                  </a:lnTo>
                  <a:lnTo>
                    <a:pt x="563" y="534"/>
                  </a:lnTo>
                  <a:lnTo>
                    <a:pt x="580" y="521"/>
                  </a:lnTo>
                  <a:lnTo>
                    <a:pt x="585" y="498"/>
                  </a:lnTo>
                  <a:lnTo>
                    <a:pt x="595" y="479"/>
                  </a:lnTo>
                  <a:lnTo>
                    <a:pt x="611" y="475"/>
                  </a:lnTo>
                  <a:lnTo>
                    <a:pt x="617" y="485"/>
                  </a:lnTo>
                  <a:lnTo>
                    <a:pt x="621" y="498"/>
                  </a:lnTo>
                  <a:lnTo>
                    <a:pt x="645" y="489"/>
                  </a:lnTo>
                  <a:lnTo>
                    <a:pt x="651" y="490"/>
                  </a:lnTo>
                  <a:lnTo>
                    <a:pt x="660" y="495"/>
                  </a:lnTo>
                  <a:lnTo>
                    <a:pt x="662" y="544"/>
                  </a:lnTo>
                  <a:lnTo>
                    <a:pt x="679" y="546"/>
                  </a:lnTo>
                  <a:lnTo>
                    <a:pt x="674" y="554"/>
                  </a:lnTo>
                  <a:lnTo>
                    <a:pt x="664" y="556"/>
                  </a:lnTo>
                  <a:lnTo>
                    <a:pt x="656" y="553"/>
                  </a:lnTo>
                  <a:lnTo>
                    <a:pt x="640" y="557"/>
                  </a:lnTo>
                  <a:lnTo>
                    <a:pt x="630" y="531"/>
                  </a:lnTo>
                  <a:lnTo>
                    <a:pt x="631" y="519"/>
                  </a:lnTo>
                  <a:lnTo>
                    <a:pt x="622" y="515"/>
                  </a:lnTo>
                  <a:lnTo>
                    <a:pt x="612" y="522"/>
                  </a:lnTo>
                  <a:lnTo>
                    <a:pt x="605" y="534"/>
                  </a:lnTo>
                  <a:lnTo>
                    <a:pt x="600" y="557"/>
                  </a:lnTo>
                  <a:lnTo>
                    <a:pt x="605" y="588"/>
                  </a:lnTo>
                  <a:lnTo>
                    <a:pt x="592" y="606"/>
                  </a:lnTo>
                </a:path>
              </a:pathLst>
            </a:custGeom>
            <a:solidFill>
              <a:srgbClr val="cbcbcb"/>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80" name=""/>
            <p:cNvSpPr/>
            <p:nvPr/>
          </p:nvSpPr>
          <p:spPr>
            <a:xfrm>
              <a:off x="1462320" y="3418920"/>
              <a:ext cx="405360" cy="294120"/>
            </a:xfrm>
            <a:custGeom>
              <a:avLst/>
              <a:gdLst/>
              <a:ahLst/>
              <a:rect l="l" t="t" r="r" b="b"/>
              <a:pathLst>
                <a:path w="900" h="581">
                  <a:moveTo>
                    <a:pt x="0" y="478"/>
                  </a:moveTo>
                  <a:lnTo>
                    <a:pt x="27" y="495"/>
                  </a:lnTo>
                  <a:lnTo>
                    <a:pt x="36" y="523"/>
                  </a:lnTo>
                  <a:lnTo>
                    <a:pt x="40" y="554"/>
                  </a:lnTo>
                  <a:lnTo>
                    <a:pt x="68" y="574"/>
                  </a:lnTo>
                  <a:lnTo>
                    <a:pt x="117" y="580"/>
                  </a:lnTo>
                  <a:lnTo>
                    <a:pt x="175" y="534"/>
                  </a:lnTo>
                  <a:lnTo>
                    <a:pt x="226" y="456"/>
                  </a:lnTo>
                  <a:lnTo>
                    <a:pt x="253" y="456"/>
                  </a:lnTo>
                  <a:lnTo>
                    <a:pt x="293" y="471"/>
                  </a:lnTo>
                  <a:lnTo>
                    <a:pt x="324" y="500"/>
                  </a:lnTo>
                  <a:lnTo>
                    <a:pt x="341" y="494"/>
                  </a:lnTo>
                  <a:lnTo>
                    <a:pt x="365" y="476"/>
                  </a:lnTo>
                  <a:lnTo>
                    <a:pt x="388" y="498"/>
                  </a:lnTo>
                  <a:lnTo>
                    <a:pt x="390" y="542"/>
                  </a:lnTo>
                  <a:lnTo>
                    <a:pt x="408" y="565"/>
                  </a:lnTo>
                  <a:lnTo>
                    <a:pt x="474" y="546"/>
                  </a:lnTo>
                  <a:lnTo>
                    <a:pt x="516" y="563"/>
                  </a:lnTo>
                  <a:lnTo>
                    <a:pt x="551" y="565"/>
                  </a:lnTo>
                  <a:lnTo>
                    <a:pt x="588" y="562"/>
                  </a:lnTo>
                  <a:lnTo>
                    <a:pt x="620" y="543"/>
                  </a:lnTo>
                  <a:lnTo>
                    <a:pt x="654" y="539"/>
                  </a:lnTo>
                  <a:lnTo>
                    <a:pt x="713" y="574"/>
                  </a:lnTo>
                  <a:lnTo>
                    <a:pt x="735" y="510"/>
                  </a:lnTo>
                  <a:lnTo>
                    <a:pt x="747" y="466"/>
                  </a:lnTo>
                  <a:lnTo>
                    <a:pt x="733" y="417"/>
                  </a:lnTo>
                  <a:lnTo>
                    <a:pt x="723" y="361"/>
                  </a:lnTo>
                  <a:lnTo>
                    <a:pt x="733" y="275"/>
                  </a:lnTo>
                  <a:lnTo>
                    <a:pt x="771" y="230"/>
                  </a:lnTo>
                  <a:lnTo>
                    <a:pt x="814" y="202"/>
                  </a:lnTo>
                  <a:lnTo>
                    <a:pt x="862" y="172"/>
                  </a:lnTo>
                  <a:lnTo>
                    <a:pt x="882" y="151"/>
                  </a:lnTo>
                  <a:lnTo>
                    <a:pt x="899" y="109"/>
                  </a:lnTo>
                  <a:lnTo>
                    <a:pt x="895" y="76"/>
                  </a:lnTo>
                  <a:lnTo>
                    <a:pt x="853" y="61"/>
                  </a:lnTo>
                  <a:lnTo>
                    <a:pt x="789" y="58"/>
                  </a:lnTo>
                  <a:lnTo>
                    <a:pt x="743" y="32"/>
                  </a:lnTo>
                  <a:lnTo>
                    <a:pt x="696" y="32"/>
                  </a:lnTo>
                  <a:lnTo>
                    <a:pt x="673" y="48"/>
                  </a:lnTo>
                  <a:lnTo>
                    <a:pt x="660" y="81"/>
                  </a:lnTo>
                  <a:lnTo>
                    <a:pt x="626" y="84"/>
                  </a:lnTo>
                  <a:lnTo>
                    <a:pt x="603" y="70"/>
                  </a:lnTo>
                  <a:lnTo>
                    <a:pt x="603" y="40"/>
                  </a:lnTo>
                  <a:lnTo>
                    <a:pt x="564" y="14"/>
                  </a:lnTo>
                  <a:lnTo>
                    <a:pt x="516" y="25"/>
                  </a:lnTo>
                  <a:lnTo>
                    <a:pt x="479" y="48"/>
                  </a:lnTo>
                  <a:lnTo>
                    <a:pt x="429" y="40"/>
                  </a:lnTo>
                  <a:lnTo>
                    <a:pt x="377" y="2"/>
                  </a:lnTo>
                  <a:lnTo>
                    <a:pt x="319" y="0"/>
                  </a:lnTo>
                  <a:lnTo>
                    <a:pt x="263" y="22"/>
                  </a:lnTo>
                  <a:lnTo>
                    <a:pt x="228" y="64"/>
                  </a:lnTo>
                  <a:lnTo>
                    <a:pt x="180" y="93"/>
                  </a:lnTo>
                  <a:lnTo>
                    <a:pt x="138" y="109"/>
                  </a:lnTo>
                  <a:lnTo>
                    <a:pt x="132" y="108"/>
                  </a:lnTo>
                  <a:lnTo>
                    <a:pt x="114" y="131"/>
                  </a:lnTo>
                  <a:lnTo>
                    <a:pt x="104" y="174"/>
                  </a:lnTo>
                  <a:lnTo>
                    <a:pt x="99" y="204"/>
                  </a:lnTo>
                  <a:lnTo>
                    <a:pt x="112" y="216"/>
                  </a:lnTo>
                  <a:lnTo>
                    <a:pt x="153" y="216"/>
                  </a:lnTo>
                  <a:lnTo>
                    <a:pt x="181" y="243"/>
                  </a:lnTo>
                  <a:lnTo>
                    <a:pt x="206" y="255"/>
                  </a:lnTo>
                  <a:lnTo>
                    <a:pt x="206" y="270"/>
                  </a:lnTo>
                  <a:lnTo>
                    <a:pt x="201" y="271"/>
                  </a:lnTo>
                  <a:lnTo>
                    <a:pt x="180" y="255"/>
                  </a:lnTo>
                  <a:lnTo>
                    <a:pt x="163" y="269"/>
                  </a:lnTo>
                  <a:lnTo>
                    <a:pt x="151" y="293"/>
                  </a:lnTo>
                  <a:lnTo>
                    <a:pt x="139" y="294"/>
                  </a:lnTo>
                  <a:lnTo>
                    <a:pt x="129" y="281"/>
                  </a:lnTo>
                  <a:lnTo>
                    <a:pt x="68" y="306"/>
                  </a:lnTo>
                  <a:lnTo>
                    <a:pt x="13" y="349"/>
                  </a:lnTo>
                  <a:lnTo>
                    <a:pt x="6" y="361"/>
                  </a:lnTo>
                  <a:lnTo>
                    <a:pt x="6" y="384"/>
                  </a:lnTo>
                  <a:lnTo>
                    <a:pt x="16" y="391"/>
                  </a:lnTo>
                  <a:lnTo>
                    <a:pt x="63" y="393"/>
                  </a:lnTo>
                  <a:lnTo>
                    <a:pt x="94" y="373"/>
                  </a:lnTo>
                  <a:lnTo>
                    <a:pt x="139" y="372"/>
                  </a:lnTo>
                  <a:lnTo>
                    <a:pt x="148" y="384"/>
                  </a:lnTo>
                  <a:lnTo>
                    <a:pt x="143" y="397"/>
                  </a:lnTo>
                  <a:lnTo>
                    <a:pt x="151" y="415"/>
                  </a:lnTo>
                  <a:lnTo>
                    <a:pt x="150" y="420"/>
                  </a:lnTo>
                  <a:lnTo>
                    <a:pt x="139" y="419"/>
                  </a:lnTo>
                  <a:lnTo>
                    <a:pt x="128" y="408"/>
                  </a:lnTo>
                  <a:lnTo>
                    <a:pt x="114" y="397"/>
                  </a:lnTo>
                  <a:lnTo>
                    <a:pt x="103" y="417"/>
                  </a:lnTo>
                  <a:lnTo>
                    <a:pt x="75" y="409"/>
                  </a:lnTo>
                  <a:lnTo>
                    <a:pt x="45" y="431"/>
                  </a:lnTo>
                  <a:lnTo>
                    <a:pt x="37" y="443"/>
                  </a:lnTo>
                  <a:lnTo>
                    <a:pt x="5" y="451"/>
                  </a:lnTo>
                  <a:lnTo>
                    <a:pt x="0" y="478"/>
                  </a:lnTo>
                </a:path>
              </a:pathLst>
            </a:custGeom>
            <a:solidFill>
              <a:srgbClr val="cbcbcb"/>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81" name=""/>
            <p:cNvSpPr/>
            <p:nvPr/>
          </p:nvSpPr>
          <p:spPr>
            <a:xfrm>
              <a:off x="1783800" y="3497040"/>
              <a:ext cx="517320" cy="424080"/>
            </a:xfrm>
            <a:custGeom>
              <a:avLst/>
              <a:gdLst/>
              <a:ahLst/>
              <a:rect l="l" t="t" r="r" b="b"/>
              <a:pathLst>
                <a:path w="1149" h="838">
                  <a:moveTo>
                    <a:pt x="137" y="639"/>
                  </a:moveTo>
                  <a:lnTo>
                    <a:pt x="151" y="647"/>
                  </a:lnTo>
                  <a:lnTo>
                    <a:pt x="173" y="647"/>
                  </a:lnTo>
                  <a:lnTo>
                    <a:pt x="189" y="636"/>
                  </a:lnTo>
                  <a:lnTo>
                    <a:pt x="212" y="624"/>
                  </a:lnTo>
                  <a:lnTo>
                    <a:pt x="236" y="625"/>
                  </a:lnTo>
                  <a:lnTo>
                    <a:pt x="241" y="647"/>
                  </a:lnTo>
                  <a:lnTo>
                    <a:pt x="241" y="665"/>
                  </a:lnTo>
                  <a:lnTo>
                    <a:pt x="212" y="657"/>
                  </a:lnTo>
                  <a:lnTo>
                    <a:pt x="171" y="675"/>
                  </a:lnTo>
                  <a:lnTo>
                    <a:pt x="144" y="711"/>
                  </a:lnTo>
                  <a:lnTo>
                    <a:pt x="134" y="746"/>
                  </a:lnTo>
                  <a:lnTo>
                    <a:pt x="151" y="779"/>
                  </a:lnTo>
                  <a:lnTo>
                    <a:pt x="176" y="812"/>
                  </a:lnTo>
                  <a:lnTo>
                    <a:pt x="196" y="812"/>
                  </a:lnTo>
                  <a:lnTo>
                    <a:pt x="209" y="800"/>
                  </a:lnTo>
                  <a:lnTo>
                    <a:pt x="218" y="783"/>
                  </a:lnTo>
                  <a:lnTo>
                    <a:pt x="225" y="796"/>
                  </a:lnTo>
                  <a:lnTo>
                    <a:pt x="230" y="823"/>
                  </a:lnTo>
                  <a:lnTo>
                    <a:pt x="241" y="837"/>
                  </a:lnTo>
                  <a:lnTo>
                    <a:pt x="262" y="837"/>
                  </a:lnTo>
                  <a:lnTo>
                    <a:pt x="287" y="837"/>
                  </a:lnTo>
                  <a:lnTo>
                    <a:pt x="287" y="812"/>
                  </a:lnTo>
                  <a:lnTo>
                    <a:pt x="282" y="800"/>
                  </a:lnTo>
                  <a:lnTo>
                    <a:pt x="287" y="786"/>
                  </a:lnTo>
                  <a:lnTo>
                    <a:pt x="294" y="763"/>
                  </a:lnTo>
                  <a:lnTo>
                    <a:pt x="287" y="752"/>
                  </a:lnTo>
                  <a:lnTo>
                    <a:pt x="277" y="735"/>
                  </a:lnTo>
                  <a:lnTo>
                    <a:pt x="277" y="711"/>
                  </a:lnTo>
                  <a:lnTo>
                    <a:pt x="282" y="679"/>
                  </a:lnTo>
                  <a:lnTo>
                    <a:pt x="309" y="681"/>
                  </a:lnTo>
                  <a:lnTo>
                    <a:pt x="356" y="691"/>
                  </a:lnTo>
                  <a:lnTo>
                    <a:pt x="396" y="685"/>
                  </a:lnTo>
                  <a:lnTo>
                    <a:pt x="400" y="665"/>
                  </a:lnTo>
                  <a:lnTo>
                    <a:pt x="418" y="668"/>
                  </a:lnTo>
                  <a:lnTo>
                    <a:pt x="418" y="681"/>
                  </a:lnTo>
                  <a:lnTo>
                    <a:pt x="430" y="704"/>
                  </a:lnTo>
                  <a:lnTo>
                    <a:pt x="446" y="691"/>
                  </a:lnTo>
                  <a:lnTo>
                    <a:pt x="451" y="665"/>
                  </a:lnTo>
                  <a:lnTo>
                    <a:pt x="467" y="661"/>
                  </a:lnTo>
                  <a:lnTo>
                    <a:pt x="462" y="675"/>
                  </a:lnTo>
                  <a:lnTo>
                    <a:pt x="454" y="693"/>
                  </a:lnTo>
                  <a:lnTo>
                    <a:pt x="473" y="708"/>
                  </a:lnTo>
                  <a:lnTo>
                    <a:pt x="487" y="718"/>
                  </a:lnTo>
                  <a:lnTo>
                    <a:pt x="495" y="730"/>
                  </a:lnTo>
                  <a:lnTo>
                    <a:pt x="519" y="746"/>
                  </a:lnTo>
                  <a:lnTo>
                    <a:pt x="529" y="746"/>
                  </a:lnTo>
                  <a:lnTo>
                    <a:pt x="544" y="730"/>
                  </a:lnTo>
                  <a:lnTo>
                    <a:pt x="544" y="715"/>
                  </a:lnTo>
                  <a:lnTo>
                    <a:pt x="544" y="691"/>
                  </a:lnTo>
                  <a:lnTo>
                    <a:pt x="531" y="681"/>
                  </a:lnTo>
                  <a:lnTo>
                    <a:pt x="524" y="668"/>
                  </a:lnTo>
                  <a:lnTo>
                    <a:pt x="524" y="649"/>
                  </a:lnTo>
                  <a:lnTo>
                    <a:pt x="535" y="632"/>
                  </a:lnTo>
                  <a:lnTo>
                    <a:pt x="559" y="628"/>
                  </a:lnTo>
                  <a:lnTo>
                    <a:pt x="560" y="613"/>
                  </a:lnTo>
                  <a:lnTo>
                    <a:pt x="555" y="601"/>
                  </a:lnTo>
                  <a:lnTo>
                    <a:pt x="560" y="588"/>
                  </a:lnTo>
                  <a:lnTo>
                    <a:pt x="559" y="573"/>
                  </a:lnTo>
                  <a:lnTo>
                    <a:pt x="550" y="554"/>
                  </a:lnTo>
                  <a:lnTo>
                    <a:pt x="565" y="554"/>
                  </a:lnTo>
                  <a:lnTo>
                    <a:pt x="572" y="558"/>
                  </a:lnTo>
                  <a:lnTo>
                    <a:pt x="580" y="557"/>
                  </a:lnTo>
                  <a:lnTo>
                    <a:pt x="591" y="546"/>
                  </a:lnTo>
                  <a:lnTo>
                    <a:pt x="602" y="558"/>
                  </a:lnTo>
                  <a:lnTo>
                    <a:pt x="612" y="569"/>
                  </a:lnTo>
                  <a:lnTo>
                    <a:pt x="623" y="577"/>
                  </a:lnTo>
                  <a:lnTo>
                    <a:pt x="648" y="577"/>
                  </a:lnTo>
                  <a:lnTo>
                    <a:pt x="654" y="566"/>
                  </a:lnTo>
                  <a:lnTo>
                    <a:pt x="645" y="557"/>
                  </a:lnTo>
                  <a:lnTo>
                    <a:pt x="612" y="544"/>
                  </a:lnTo>
                  <a:lnTo>
                    <a:pt x="608" y="528"/>
                  </a:lnTo>
                  <a:lnTo>
                    <a:pt x="632" y="521"/>
                  </a:lnTo>
                  <a:lnTo>
                    <a:pt x="654" y="532"/>
                  </a:lnTo>
                  <a:lnTo>
                    <a:pt x="690" y="544"/>
                  </a:lnTo>
                  <a:lnTo>
                    <a:pt x="719" y="558"/>
                  </a:lnTo>
                  <a:lnTo>
                    <a:pt x="732" y="566"/>
                  </a:lnTo>
                  <a:lnTo>
                    <a:pt x="752" y="569"/>
                  </a:lnTo>
                  <a:lnTo>
                    <a:pt x="766" y="558"/>
                  </a:lnTo>
                  <a:lnTo>
                    <a:pt x="783" y="546"/>
                  </a:lnTo>
                  <a:lnTo>
                    <a:pt x="793" y="509"/>
                  </a:lnTo>
                  <a:lnTo>
                    <a:pt x="829" y="469"/>
                  </a:lnTo>
                  <a:lnTo>
                    <a:pt x="832" y="446"/>
                  </a:lnTo>
                  <a:lnTo>
                    <a:pt x="860" y="422"/>
                  </a:lnTo>
                  <a:lnTo>
                    <a:pt x="890" y="405"/>
                  </a:lnTo>
                  <a:lnTo>
                    <a:pt x="909" y="413"/>
                  </a:lnTo>
                  <a:lnTo>
                    <a:pt x="936" y="427"/>
                  </a:lnTo>
                  <a:lnTo>
                    <a:pt x="956" y="450"/>
                  </a:lnTo>
                  <a:lnTo>
                    <a:pt x="994" y="484"/>
                  </a:lnTo>
                  <a:lnTo>
                    <a:pt x="1018" y="466"/>
                  </a:lnTo>
                  <a:lnTo>
                    <a:pt x="1028" y="442"/>
                  </a:lnTo>
                  <a:lnTo>
                    <a:pt x="1020" y="433"/>
                  </a:lnTo>
                  <a:lnTo>
                    <a:pt x="1028" y="398"/>
                  </a:lnTo>
                  <a:lnTo>
                    <a:pt x="1039" y="389"/>
                  </a:lnTo>
                  <a:lnTo>
                    <a:pt x="1062" y="383"/>
                  </a:lnTo>
                  <a:lnTo>
                    <a:pt x="1072" y="361"/>
                  </a:lnTo>
                  <a:lnTo>
                    <a:pt x="1087" y="359"/>
                  </a:lnTo>
                  <a:lnTo>
                    <a:pt x="1084" y="354"/>
                  </a:lnTo>
                  <a:lnTo>
                    <a:pt x="1084" y="344"/>
                  </a:lnTo>
                  <a:lnTo>
                    <a:pt x="1092" y="332"/>
                  </a:lnTo>
                  <a:lnTo>
                    <a:pt x="1097" y="320"/>
                  </a:lnTo>
                  <a:lnTo>
                    <a:pt x="1084" y="307"/>
                  </a:lnTo>
                  <a:lnTo>
                    <a:pt x="1084" y="291"/>
                  </a:lnTo>
                  <a:lnTo>
                    <a:pt x="1102" y="279"/>
                  </a:lnTo>
                  <a:lnTo>
                    <a:pt x="1142" y="275"/>
                  </a:lnTo>
                  <a:lnTo>
                    <a:pt x="1141" y="268"/>
                  </a:lnTo>
                  <a:lnTo>
                    <a:pt x="1137" y="254"/>
                  </a:lnTo>
                  <a:lnTo>
                    <a:pt x="1146" y="247"/>
                  </a:lnTo>
                  <a:lnTo>
                    <a:pt x="1148" y="199"/>
                  </a:lnTo>
                  <a:lnTo>
                    <a:pt x="1148" y="144"/>
                  </a:lnTo>
                  <a:lnTo>
                    <a:pt x="1095" y="132"/>
                  </a:lnTo>
                  <a:lnTo>
                    <a:pt x="1029" y="135"/>
                  </a:lnTo>
                  <a:lnTo>
                    <a:pt x="979" y="110"/>
                  </a:lnTo>
                  <a:lnTo>
                    <a:pt x="935" y="118"/>
                  </a:lnTo>
                  <a:lnTo>
                    <a:pt x="892" y="157"/>
                  </a:lnTo>
                  <a:lnTo>
                    <a:pt x="822" y="193"/>
                  </a:lnTo>
                  <a:lnTo>
                    <a:pt x="637" y="207"/>
                  </a:lnTo>
                  <a:lnTo>
                    <a:pt x="569" y="180"/>
                  </a:lnTo>
                  <a:lnTo>
                    <a:pt x="525" y="189"/>
                  </a:lnTo>
                  <a:lnTo>
                    <a:pt x="490" y="193"/>
                  </a:lnTo>
                  <a:lnTo>
                    <a:pt x="423" y="173"/>
                  </a:lnTo>
                  <a:lnTo>
                    <a:pt x="366" y="173"/>
                  </a:lnTo>
                  <a:lnTo>
                    <a:pt x="366" y="147"/>
                  </a:lnTo>
                  <a:lnTo>
                    <a:pt x="379" y="121"/>
                  </a:lnTo>
                  <a:lnTo>
                    <a:pt x="374" y="88"/>
                  </a:lnTo>
                  <a:lnTo>
                    <a:pt x="322" y="53"/>
                  </a:lnTo>
                  <a:lnTo>
                    <a:pt x="268" y="36"/>
                  </a:lnTo>
                  <a:lnTo>
                    <a:pt x="210" y="22"/>
                  </a:lnTo>
                  <a:lnTo>
                    <a:pt x="168" y="0"/>
                  </a:lnTo>
                  <a:lnTo>
                    <a:pt x="148" y="21"/>
                  </a:lnTo>
                  <a:lnTo>
                    <a:pt x="99" y="50"/>
                  </a:lnTo>
                  <a:lnTo>
                    <a:pt x="57" y="77"/>
                  </a:lnTo>
                  <a:lnTo>
                    <a:pt x="20" y="124"/>
                  </a:lnTo>
                  <a:lnTo>
                    <a:pt x="10" y="209"/>
                  </a:lnTo>
                  <a:lnTo>
                    <a:pt x="20" y="266"/>
                  </a:lnTo>
                  <a:lnTo>
                    <a:pt x="32" y="312"/>
                  </a:lnTo>
                  <a:lnTo>
                    <a:pt x="21" y="358"/>
                  </a:lnTo>
                  <a:lnTo>
                    <a:pt x="0" y="421"/>
                  </a:lnTo>
                  <a:lnTo>
                    <a:pt x="31" y="489"/>
                  </a:lnTo>
                  <a:lnTo>
                    <a:pt x="65" y="542"/>
                  </a:lnTo>
                  <a:lnTo>
                    <a:pt x="137" y="616"/>
                  </a:lnTo>
                  <a:lnTo>
                    <a:pt x="137" y="639"/>
                  </a:lnTo>
                </a:path>
              </a:pathLst>
            </a:custGeom>
            <a:solidFill>
              <a:srgbClr val="cbcbcb"/>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82" name=""/>
            <p:cNvSpPr/>
            <p:nvPr/>
          </p:nvSpPr>
          <p:spPr>
            <a:xfrm>
              <a:off x="1599120" y="2576520"/>
              <a:ext cx="648000" cy="529920"/>
            </a:xfrm>
            <a:custGeom>
              <a:avLst/>
              <a:gdLst/>
              <a:ahLst/>
              <a:rect l="l" t="t" r="r" b="b"/>
              <a:pathLst>
                <a:path w="1439" h="1047">
                  <a:moveTo>
                    <a:pt x="0" y="270"/>
                  </a:moveTo>
                  <a:lnTo>
                    <a:pt x="40" y="280"/>
                  </a:lnTo>
                  <a:lnTo>
                    <a:pt x="80" y="325"/>
                  </a:lnTo>
                  <a:lnTo>
                    <a:pt x="108" y="343"/>
                  </a:lnTo>
                  <a:lnTo>
                    <a:pt x="148" y="333"/>
                  </a:lnTo>
                  <a:lnTo>
                    <a:pt x="163" y="306"/>
                  </a:lnTo>
                  <a:lnTo>
                    <a:pt x="196" y="310"/>
                  </a:lnTo>
                  <a:lnTo>
                    <a:pt x="210" y="335"/>
                  </a:lnTo>
                  <a:lnTo>
                    <a:pt x="236" y="346"/>
                  </a:lnTo>
                  <a:lnTo>
                    <a:pt x="272" y="355"/>
                  </a:lnTo>
                  <a:lnTo>
                    <a:pt x="308" y="401"/>
                  </a:lnTo>
                  <a:lnTo>
                    <a:pt x="359" y="425"/>
                  </a:lnTo>
                  <a:lnTo>
                    <a:pt x="395" y="440"/>
                  </a:lnTo>
                  <a:lnTo>
                    <a:pt x="407" y="469"/>
                  </a:lnTo>
                  <a:lnTo>
                    <a:pt x="378" y="505"/>
                  </a:lnTo>
                  <a:lnTo>
                    <a:pt x="359" y="544"/>
                  </a:lnTo>
                  <a:lnTo>
                    <a:pt x="356" y="567"/>
                  </a:lnTo>
                  <a:lnTo>
                    <a:pt x="359" y="625"/>
                  </a:lnTo>
                  <a:lnTo>
                    <a:pt x="385" y="659"/>
                  </a:lnTo>
                  <a:lnTo>
                    <a:pt x="447" y="675"/>
                  </a:lnTo>
                  <a:lnTo>
                    <a:pt x="515" y="694"/>
                  </a:lnTo>
                  <a:lnTo>
                    <a:pt x="525" y="714"/>
                  </a:lnTo>
                  <a:lnTo>
                    <a:pt x="521" y="733"/>
                  </a:lnTo>
                  <a:lnTo>
                    <a:pt x="505" y="754"/>
                  </a:lnTo>
                  <a:lnTo>
                    <a:pt x="505" y="779"/>
                  </a:lnTo>
                  <a:lnTo>
                    <a:pt x="521" y="814"/>
                  </a:lnTo>
                  <a:lnTo>
                    <a:pt x="494" y="850"/>
                  </a:lnTo>
                  <a:lnTo>
                    <a:pt x="494" y="886"/>
                  </a:lnTo>
                  <a:lnTo>
                    <a:pt x="494" y="938"/>
                  </a:lnTo>
                  <a:lnTo>
                    <a:pt x="496" y="945"/>
                  </a:lnTo>
                  <a:lnTo>
                    <a:pt x="519" y="973"/>
                  </a:lnTo>
                  <a:lnTo>
                    <a:pt x="534" y="981"/>
                  </a:lnTo>
                  <a:lnTo>
                    <a:pt x="562" y="961"/>
                  </a:lnTo>
                  <a:lnTo>
                    <a:pt x="608" y="909"/>
                  </a:lnTo>
                  <a:lnTo>
                    <a:pt x="635" y="906"/>
                  </a:lnTo>
                  <a:lnTo>
                    <a:pt x="649" y="936"/>
                  </a:lnTo>
                  <a:lnTo>
                    <a:pt x="670" y="959"/>
                  </a:lnTo>
                  <a:lnTo>
                    <a:pt x="707" y="949"/>
                  </a:lnTo>
                  <a:lnTo>
                    <a:pt x="732" y="932"/>
                  </a:lnTo>
                  <a:lnTo>
                    <a:pt x="772" y="920"/>
                  </a:lnTo>
                  <a:lnTo>
                    <a:pt x="809" y="938"/>
                  </a:lnTo>
                  <a:lnTo>
                    <a:pt x="834" y="955"/>
                  </a:lnTo>
                  <a:lnTo>
                    <a:pt x="839" y="979"/>
                  </a:lnTo>
                  <a:lnTo>
                    <a:pt x="870" y="981"/>
                  </a:lnTo>
                  <a:lnTo>
                    <a:pt x="936" y="1000"/>
                  </a:lnTo>
                  <a:lnTo>
                    <a:pt x="1006" y="1031"/>
                  </a:lnTo>
                  <a:lnTo>
                    <a:pt x="1068" y="1046"/>
                  </a:lnTo>
                  <a:lnTo>
                    <a:pt x="1101" y="1043"/>
                  </a:lnTo>
                  <a:lnTo>
                    <a:pt x="1121" y="1017"/>
                  </a:lnTo>
                  <a:lnTo>
                    <a:pt x="1145" y="1005"/>
                  </a:lnTo>
                  <a:lnTo>
                    <a:pt x="1179" y="1017"/>
                  </a:lnTo>
                  <a:lnTo>
                    <a:pt x="1242" y="1005"/>
                  </a:lnTo>
                  <a:lnTo>
                    <a:pt x="1288" y="989"/>
                  </a:lnTo>
                  <a:lnTo>
                    <a:pt x="1304" y="1005"/>
                  </a:lnTo>
                  <a:lnTo>
                    <a:pt x="1328" y="995"/>
                  </a:lnTo>
                  <a:lnTo>
                    <a:pt x="1352" y="943"/>
                  </a:lnTo>
                  <a:lnTo>
                    <a:pt x="1438" y="869"/>
                  </a:lnTo>
                  <a:lnTo>
                    <a:pt x="1407" y="848"/>
                  </a:lnTo>
                  <a:lnTo>
                    <a:pt x="1382" y="799"/>
                  </a:lnTo>
                  <a:lnTo>
                    <a:pt x="1315" y="727"/>
                  </a:lnTo>
                  <a:lnTo>
                    <a:pt x="1313" y="708"/>
                  </a:lnTo>
                  <a:lnTo>
                    <a:pt x="1303" y="679"/>
                  </a:lnTo>
                  <a:lnTo>
                    <a:pt x="1276" y="667"/>
                  </a:lnTo>
                  <a:lnTo>
                    <a:pt x="1257" y="625"/>
                  </a:lnTo>
                  <a:lnTo>
                    <a:pt x="1246" y="600"/>
                  </a:lnTo>
                  <a:lnTo>
                    <a:pt x="1175" y="549"/>
                  </a:lnTo>
                  <a:lnTo>
                    <a:pt x="1175" y="537"/>
                  </a:lnTo>
                  <a:lnTo>
                    <a:pt x="1101" y="452"/>
                  </a:lnTo>
                  <a:lnTo>
                    <a:pt x="1082" y="409"/>
                  </a:lnTo>
                  <a:lnTo>
                    <a:pt x="1022" y="349"/>
                  </a:lnTo>
                  <a:lnTo>
                    <a:pt x="980" y="255"/>
                  </a:lnTo>
                  <a:lnTo>
                    <a:pt x="926" y="164"/>
                  </a:lnTo>
                  <a:lnTo>
                    <a:pt x="902" y="133"/>
                  </a:lnTo>
                  <a:lnTo>
                    <a:pt x="880" y="65"/>
                  </a:lnTo>
                  <a:lnTo>
                    <a:pt x="844" y="1"/>
                  </a:lnTo>
                  <a:lnTo>
                    <a:pt x="841" y="0"/>
                  </a:lnTo>
                  <a:lnTo>
                    <a:pt x="761" y="33"/>
                  </a:lnTo>
                  <a:lnTo>
                    <a:pt x="701" y="89"/>
                  </a:lnTo>
                  <a:lnTo>
                    <a:pt x="583" y="175"/>
                  </a:lnTo>
                  <a:lnTo>
                    <a:pt x="480" y="192"/>
                  </a:lnTo>
                  <a:lnTo>
                    <a:pt x="391" y="175"/>
                  </a:lnTo>
                  <a:lnTo>
                    <a:pt x="278" y="152"/>
                  </a:lnTo>
                  <a:lnTo>
                    <a:pt x="163" y="133"/>
                  </a:lnTo>
                  <a:lnTo>
                    <a:pt x="104" y="144"/>
                  </a:lnTo>
                  <a:lnTo>
                    <a:pt x="45" y="160"/>
                  </a:lnTo>
                  <a:lnTo>
                    <a:pt x="6" y="235"/>
                  </a:lnTo>
                  <a:lnTo>
                    <a:pt x="0" y="270"/>
                  </a:lnTo>
                </a:path>
              </a:pathLst>
            </a:custGeom>
            <a:solidFill>
              <a:srgbClr val="cbcbcb"/>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83" name=""/>
            <p:cNvSpPr/>
            <p:nvPr/>
          </p:nvSpPr>
          <p:spPr>
            <a:xfrm>
              <a:off x="1693800" y="3036240"/>
              <a:ext cx="358920" cy="422280"/>
            </a:xfrm>
            <a:custGeom>
              <a:avLst/>
              <a:gdLst/>
              <a:ahLst/>
              <a:rect l="l" t="t" r="r" b="b"/>
              <a:pathLst>
                <a:path w="797" h="834">
                  <a:moveTo>
                    <a:pt x="0" y="239"/>
                  </a:moveTo>
                  <a:lnTo>
                    <a:pt x="20" y="287"/>
                  </a:lnTo>
                  <a:lnTo>
                    <a:pt x="57" y="315"/>
                  </a:lnTo>
                  <a:lnTo>
                    <a:pt x="84" y="327"/>
                  </a:lnTo>
                  <a:lnTo>
                    <a:pt x="81" y="351"/>
                  </a:lnTo>
                  <a:lnTo>
                    <a:pt x="61" y="358"/>
                  </a:lnTo>
                  <a:lnTo>
                    <a:pt x="27" y="369"/>
                  </a:lnTo>
                  <a:lnTo>
                    <a:pt x="15" y="398"/>
                  </a:lnTo>
                  <a:lnTo>
                    <a:pt x="20" y="438"/>
                  </a:lnTo>
                  <a:lnTo>
                    <a:pt x="52" y="471"/>
                  </a:lnTo>
                  <a:lnTo>
                    <a:pt x="61" y="494"/>
                  </a:lnTo>
                  <a:lnTo>
                    <a:pt x="52" y="517"/>
                  </a:lnTo>
                  <a:lnTo>
                    <a:pt x="86" y="546"/>
                  </a:lnTo>
                  <a:lnTo>
                    <a:pt x="125" y="534"/>
                  </a:lnTo>
                  <a:lnTo>
                    <a:pt x="146" y="546"/>
                  </a:lnTo>
                  <a:lnTo>
                    <a:pt x="168" y="560"/>
                  </a:lnTo>
                  <a:lnTo>
                    <a:pt x="177" y="582"/>
                  </a:lnTo>
                  <a:lnTo>
                    <a:pt x="156" y="623"/>
                  </a:lnTo>
                  <a:lnTo>
                    <a:pt x="138" y="645"/>
                  </a:lnTo>
                  <a:lnTo>
                    <a:pt x="148" y="685"/>
                  </a:lnTo>
                  <a:lnTo>
                    <a:pt x="187" y="708"/>
                  </a:lnTo>
                  <a:lnTo>
                    <a:pt x="206" y="734"/>
                  </a:lnTo>
                  <a:lnTo>
                    <a:pt x="229" y="787"/>
                  </a:lnTo>
                  <a:lnTo>
                    <a:pt x="274" y="815"/>
                  </a:lnTo>
                  <a:lnTo>
                    <a:pt x="340" y="818"/>
                  </a:lnTo>
                  <a:lnTo>
                    <a:pt x="381" y="833"/>
                  </a:lnTo>
                  <a:lnTo>
                    <a:pt x="434" y="796"/>
                  </a:lnTo>
                  <a:lnTo>
                    <a:pt x="434" y="742"/>
                  </a:lnTo>
                  <a:lnTo>
                    <a:pt x="450" y="704"/>
                  </a:lnTo>
                  <a:lnTo>
                    <a:pt x="445" y="681"/>
                  </a:lnTo>
                  <a:lnTo>
                    <a:pt x="413" y="673"/>
                  </a:lnTo>
                  <a:lnTo>
                    <a:pt x="381" y="657"/>
                  </a:lnTo>
                  <a:lnTo>
                    <a:pt x="361" y="637"/>
                  </a:lnTo>
                  <a:lnTo>
                    <a:pt x="361" y="601"/>
                  </a:lnTo>
                  <a:lnTo>
                    <a:pt x="384" y="580"/>
                  </a:lnTo>
                  <a:lnTo>
                    <a:pt x="370" y="537"/>
                  </a:lnTo>
                  <a:lnTo>
                    <a:pt x="370" y="471"/>
                  </a:lnTo>
                  <a:lnTo>
                    <a:pt x="351" y="457"/>
                  </a:lnTo>
                  <a:lnTo>
                    <a:pt x="357" y="423"/>
                  </a:lnTo>
                  <a:lnTo>
                    <a:pt x="406" y="361"/>
                  </a:lnTo>
                  <a:lnTo>
                    <a:pt x="455" y="338"/>
                  </a:lnTo>
                  <a:lnTo>
                    <a:pt x="468" y="294"/>
                  </a:lnTo>
                  <a:lnTo>
                    <a:pt x="492" y="272"/>
                  </a:lnTo>
                  <a:lnTo>
                    <a:pt x="536" y="283"/>
                  </a:lnTo>
                  <a:lnTo>
                    <a:pt x="566" y="272"/>
                  </a:lnTo>
                  <a:lnTo>
                    <a:pt x="583" y="254"/>
                  </a:lnTo>
                  <a:lnTo>
                    <a:pt x="619" y="272"/>
                  </a:lnTo>
                  <a:lnTo>
                    <a:pt x="637" y="283"/>
                  </a:lnTo>
                  <a:lnTo>
                    <a:pt x="692" y="276"/>
                  </a:lnTo>
                  <a:lnTo>
                    <a:pt x="699" y="254"/>
                  </a:lnTo>
                  <a:lnTo>
                    <a:pt x="714" y="201"/>
                  </a:lnTo>
                  <a:lnTo>
                    <a:pt x="796" y="124"/>
                  </a:lnTo>
                  <a:lnTo>
                    <a:pt x="724" y="94"/>
                  </a:lnTo>
                  <a:lnTo>
                    <a:pt x="659" y="74"/>
                  </a:lnTo>
                  <a:lnTo>
                    <a:pt x="627" y="72"/>
                  </a:lnTo>
                  <a:lnTo>
                    <a:pt x="622" y="48"/>
                  </a:lnTo>
                  <a:lnTo>
                    <a:pt x="598" y="33"/>
                  </a:lnTo>
                  <a:lnTo>
                    <a:pt x="561" y="13"/>
                  </a:lnTo>
                  <a:lnTo>
                    <a:pt x="521" y="25"/>
                  </a:lnTo>
                  <a:lnTo>
                    <a:pt x="496" y="42"/>
                  </a:lnTo>
                  <a:lnTo>
                    <a:pt x="459" y="52"/>
                  </a:lnTo>
                  <a:lnTo>
                    <a:pt x="438" y="29"/>
                  </a:lnTo>
                  <a:lnTo>
                    <a:pt x="424" y="0"/>
                  </a:lnTo>
                  <a:lnTo>
                    <a:pt x="398" y="2"/>
                  </a:lnTo>
                  <a:lnTo>
                    <a:pt x="351" y="54"/>
                  </a:lnTo>
                  <a:lnTo>
                    <a:pt x="323" y="74"/>
                  </a:lnTo>
                  <a:lnTo>
                    <a:pt x="298" y="61"/>
                  </a:lnTo>
                  <a:lnTo>
                    <a:pt x="283" y="33"/>
                  </a:lnTo>
                  <a:lnTo>
                    <a:pt x="263" y="48"/>
                  </a:lnTo>
                  <a:lnTo>
                    <a:pt x="258" y="74"/>
                  </a:lnTo>
                  <a:lnTo>
                    <a:pt x="212" y="84"/>
                  </a:lnTo>
                  <a:lnTo>
                    <a:pt x="206" y="125"/>
                  </a:lnTo>
                  <a:lnTo>
                    <a:pt x="171" y="160"/>
                  </a:lnTo>
                  <a:lnTo>
                    <a:pt x="143" y="147"/>
                  </a:lnTo>
                  <a:lnTo>
                    <a:pt x="109" y="133"/>
                  </a:lnTo>
                  <a:lnTo>
                    <a:pt x="65" y="188"/>
                  </a:lnTo>
                  <a:lnTo>
                    <a:pt x="0" y="239"/>
                  </a:lnTo>
                </a:path>
              </a:pathLst>
            </a:custGeom>
            <a:solidFill>
              <a:srgbClr val="cbcbcb"/>
            </a:solidFill>
            <a:ln cap="rnd"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nvGrpSpPr>
          <p:cNvPr id="8884" name=""/>
          <p:cNvGrpSpPr/>
          <p:nvPr/>
        </p:nvGrpSpPr>
        <p:grpSpPr>
          <a:xfrm>
            <a:off x="255600" y="2395440"/>
            <a:ext cx="1064880" cy="1824120"/>
            <a:chOff x="255600" y="2395440"/>
            <a:chExt cx="1064880" cy="1824120"/>
          </a:xfrm>
        </p:grpSpPr>
        <p:sp>
          <p:nvSpPr>
            <p:cNvPr id="8885" name=""/>
            <p:cNvSpPr/>
            <p:nvPr/>
          </p:nvSpPr>
          <p:spPr>
            <a:xfrm>
              <a:off x="646920" y="3119760"/>
              <a:ext cx="444600" cy="384480"/>
            </a:xfrm>
            <a:custGeom>
              <a:avLst/>
              <a:gdLst/>
              <a:ahLst/>
              <a:rect l="l" t="t" r="r" b="b"/>
              <a:pathLst>
                <a:path w="2475" h="2377">
                  <a:moveTo>
                    <a:pt x="2475" y="2196"/>
                  </a:moveTo>
                  <a:lnTo>
                    <a:pt x="2464" y="2206"/>
                  </a:lnTo>
                  <a:lnTo>
                    <a:pt x="2453" y="2216"/>
                  </a:lnTo>
                  <a:lnTo>
                    <a:pt x="2443" y="2227"/>
                  </a:lnTo>
                  <a:lnTo>
                    <a:pt x="2433" y="2238"/>
                  </a:lnTo>
                  <a:lnTo>
                    <a:pt x="2422" y="2251"/>
                  </a:lnTo>
                  <a:lnTo>
                    <a:pt x="2413" y="2263"/>
                  </a:lnTo>
                  <a:lnTo>
                    <a:pt x="2404" y="2275"/>
                  </a:lnTo>
                  <a:lnTo>
                    <a:pt x="2396" y="2287"/>
                  </a:lnTo>
                  <a:lnTo>
                    <a:pt x="2388" y="2299"/>
                  </a:lnTo>
                  <a:lnTo>
                    <a:pt x="2380" y="2310"/>
                  </a:lnTo>
                  <a:lnTo>
                    <a:pt x="2374" y="2321"/>
                  </a:lnTo>
                  <a:lnTo>
                    <a:pt x="2368" y="2330"/>
                  </a:lnTo>
                  <a:lnTo>
                    <a:pt x="2363" y="2339"/>
                  </a:lnTo>
                  <a:lnTo>
                    <a:pt x="2358" y="2348"/>
                  </a:lnTo>
                  <a:lnTo>
                    <a:pt x="2354" y="2354"/>
                  </a:lnTo>
                  <a:lnTo>
                    <a:pt x="2351" y="2359"/>
                  </a:lnTo>
                  <a:lnTo>
                    <a:pt x="2344" y="2368"/>
                  </a:lnTo>
                  <a:lnTo>
                    <a:pt x="2335" y="2373"/>
                  </a:lnTo>
                  <a:lnTo>
                    <a:pt x="2323" y="2376"/>
                  </a:lnTo>
                  <a:lnTo>
                    <a:pt x="2312" y="2374"/>
                  </a:lnTo>
                  <a:lnTo>
                    <a:pt x="2301" y="2370"/>
                  </a:lnTo>
                  <a:lnTo>
                    <a:pt x="2291" y="2363"/>
                  </a:lnTo>
                  <a:lnTo>
                    <a:pt x="2283" y="2352"/>
                  </a:lnTo>
                  <a:lnTo>
                    <a:pt x="2275" y="2338"/>
                  </a:lnTo>
                  <a:lnTo>
                    <a:pt x="2269" y="2327"/>
                  </a:lnTo>
                  <a:lnTo>
                    <a:pt x="2262" y="2321"/>
                  </a:lnTo>
                  <a:lnTo>
                    <a:pt x="2253" y="2318"/>
                  </a:lnTo>
                  <a:lnTo>
                    <a:pt x="2242" y="2319"/>
                  </a:lnTo>
                  <a:lnTo>
                    <a:pt x="2229" y="2321"/>
                  </a:lnTo>
                  <a:lnTo>
                    <a:pt x="2216" y="2323"/>
                  </a:lnTo>
                  <a:lnTo>
                    <a:pt x="2201" y="2323"/>
                  </a:lnTo>
                  <a:lnTo>
                    <a:pt x="2184" y="2322"/>
                  </a:lnTo>
                  <a:lnTo>
                    <a:pt x="2168" y="2321"/>
                  </a:lnTo>
                  <a:lnTo>
                    <a:pt x="2157" y="2322"/>
                  </a:lnTo>
                  <a:lnTo>
                    <a:pt x="2149" y="2326"/>
                  </a:lnTo>
                  <a:lnTo>
                    <a:pt x="2143" y="2331"/>
                  </a:lnTo>
                  <a:lnTo>
                    <a:pt x="2136" y="2338"/>
                  </a:lnTo>
                  <a:lnTo>
                    <a:pt x="2128" y="2345"/>
                  </a:lnTo>
                  <a:lnTo>
                    <a:pt x="2119" y="2352"/>
                  </a:lnTo>
                  <a:lnTo>
                    <a:pt x="2106" y="2357"/>
                  </a:lnTo>
                  <a:lnTo>
                    <a:pt x="2091" y="2360"/>
                  </a:lnTo>
                  <a:lnTo>
                    <a:pt x="2074" y="2361"/>
                  </a:lnTo>
                  <a:lnTo>
                    <a:pt x="2060" y="2361"/>
                  </a:lnTo>
                  <a:lnTo>
                    <a:pt x="2045" y="2359"/>
                  </a:lnTo>
                  <a:lnTo>
                    <a:pt x="2029" y="2355"/>
                  </a:lnTo>
                  <a:lnTo>
                    <a:pt x="2014" y="2348"/>
                  </a:lnTo>
                  <a:lnTo>
                    <a:pt x="1998" y="2339"/>
                  </a:lnTo>
                  <a:lnTo>
                    <a:pt x="1981" y="2328"/>
                  </a:lnTo>
                  <a:lnTo>
                    <a:pt x="1966" y="2318"/>
                  </a:lnTo>
                  <a:lnTo>
                    <a:pt x="1953" y="2315"/>
                  </a:lnTo>
                  <a:lnTo>
                    <a:pt x="1943" y="2315"/>
                  </a:lnTo>
                  <a:lnTo>
                    <a:pt x="1935" y="2318"/>
                  </a:lnTo>
                  <a:lnTo>
                    <a:pt x="1927" y="2323"/>
                  </a:lnTo>
                  <a:lnTo>
                    <a:pt x="1923" y="2328"/>
                  </a:lnTo>
                  <a:lnTo>
                    <a:pt x="1921" y="2332"/>
                  </a:lnTo>
                  <a:lnTo>
                    <a:pt x="1920" y="2334"/>
                  </a:lnTo>
                  <a:lnTo>
                    <a:pt x="1920" y="2337"/>
                  </a:lnTo>
                  <a:lnTo>
                    <a:pt x="1921" y="2344"/>
                  </a:lnTo>
                  <a:lnTo>
                    <a:pt x="1921" y="2353"/>
                  </a:lnTo>
                  <a:lnTo>
                    <a:pt x="1920" y="2361"/>
                  </a:lnTo>
                  <a:lnTo>
                    <a:pt x="1915" y="2368"/>
                  </a:lnTo>
                  <a:lnTo>
                    <a:pt x="1907" y="2371"/>
                  </a:lnTo>
                  <a:lnTo>
                    <a:pt x="1895" y="2369"/>
                  </a:lnTo>
                  <a:lnTo>
                    <a:pt x="1875" y="2359"/>
                  </a:lnTo>
                  <a:lnTo>
                    <a:pt x="1857" y="2348"/>
                  </a:lnTo>
                  <a:lnTo>
                    <a:pt x="1844" y="2341"/>
                  </a:lnTo>
                  <a:lnTo>
                    <a:pt x="1836" y="2339"/>
                  </a:lnTo>
                  <a:lnTo>
                    <a:pt x="1829" y="2341"/>
                  </a:lnTo>
                  <a:lnTo>
                    <a:pt x="1825" y="2348"/>
                  </a:lnTo>
                  <a:lnTo>
                    <a:pt x="1821" y="2354"/>
                  </a:lnTo>
                  <a:lnTo>
                    <a:pt x="1818" y="2363"/>
                  </a:lnTo>
                  <a:lnTo>
                    <a:pt x="1812" y="2371"/>
                  </a:lnTo>
                  <a:lnTo>
                    <a:pt x="1804" y="2376"/>
                  </a:lnTo>
                  <a:lnTo>
                    <a:pt x="1794" y="2377"/>
                  </a:lnTo>
                  <a:lnTo>
                    <a:pt x="1782" y="2373"/>
                  </a:lnTo>
                  <a:lnTo>
                    <a:pt x="1769" y="2366"/>
                  </a:lnTo>
                  <a:lnTo>
                    <a:pt x="1753" y="2356"/>
                  </a:lnTo>
                  <a:lnTo>
                    <a:pt x="1736" y="2344"/>
                  </a:lnTo>
                  <a:lnTo>
                    <a:pt x="1715" y="2330"/>
                  </a:lnTo>
                  <a:lnTo>
                    <a:pt x="1692" y="2316"/>
                  </a:lnTo>
                  <a:lnTo>
                    <a:pt x="1669" y="2305"/>
                  </a:lnTo>
                  <a:lnTo>
                    <a:pt x="1654" y="2298"/>
                  </a:lnTo>
                  <a:lnTo>
                    <a:pt x="1642" y="2295"/>
                  </a:lnTo>
                  <a:lnTo>
                    <a:pt x="1632" y="2294"/>
                  </a:lnTo>
                  <a:lnTo>
                    <a:pt x="1625" y="2296"/>
                  </a:lnTo>
                  <a:lnTo>
                    <a:pt x="1617" y="2297"/>
                  </a:lnTo>
                  <a:lnTo>
                    <a:pt x="1609" y="2299"/>
                  </a:lnTo>
                  <a:lnTo>
                    <a:pt x="1598" y="2300"/>
                  </a:lnTo>
                  <a:lnTo>
                    <a:pt x="1588" y="2301"/>
                  </a:lnTo>
                  <a:lnTo>
                    <a:pt x="1579" y="2304"/>
                  </a:lnTo>
                  <a:lnTo>
                    <a:pt x="1573" y="2307"/>
                  </a:lnTo>
                  <a:lnTo>
                    <a:pt x="1569" y="2310"/>
                  </a:lnTo>
                  <a:lnTo>
                    <a:pt x="1564" y="2312"/>
                  </a:lnTo>
                  <a:lnTo>
                    <a:pt x="1560" y="2313"/>
                  </a:lnTo>
                  <a:lnTo>
                    <a:pt x="1553" y="2310"/>
                  </a:lnTo>
                  <a:lnTo>
                    <a:pt x="1545" y="2304"/>
                  </a:lnTo>
                  <a:lnTo>
                    <a:pt x="1536" y="2297"/>
                  </a:lnTo>
                  <a:lnTo>
                    <a:pt x="1525" y="2290"/>
                  </a:lnTo>
                  <a:lnTo>
                    <a:pt x="1516" y="2287"/>
                  </a:lnTo>
                  <a:lnTo>
                    <a:pt x="1506" y="2284"/>
                  </a:lnTo>
                  <a:lnTo>
                    <a:pt x="1497" y="2283"/>
                  </a:lnTo>
                  <a:lnTo>
                    <a:pt x="1487" y="2283"/>
                  </a:lnTo>
                  <a:lnTo>
                    <a:pt x="1478" y="2284"/>
                  </a:lnTo>
                  <a:lnTo>
                    <a:pt x="1469" y="2285"/>
                  </a:lnTo>
                  <a:lnTo>
                    <a:pt x="1460" y="2286"/>
                  </a:lnTo>
                  <a:lnTo>
                    <a:pt x="1452" y="2286"/>
                  </a:lnTo>
                  <a:lnTo>
                    <a:pt x="1443" y="2284"/>
                  </a:lnTo>
                  <a:lnTo>
                    <a:pt x="1436" y="2280"/>
                  </a:lnTo>
                  <a:lnTo>
                    <a:pt x="1428" y="2276"/>
                  </a:lnTo>
                  <a:lnTo>
                    <a:pt x="1424" y="2270"/>
                  </a:lnTo>
                  <a:lnTo>
                    <a:pt x="1421" y="2263"/>
                  </a:lnTo>
                  <a:lnTo>
                    <a:pt x="1422" y="2255"/>
                  </a:lnTo>
                  <a:lnTo>
                    <a:pt x="1422" y="2246"/>
                  </a:lnTo>
                  <a:lnTo>
                    <a:pt x="1420" y="2237"/>
                  </a:lnTo>
                  <a:lnTo>
                    <a:pt x="1417" y="2229"/>
                  </a:lnTo>
                  <a:lnTo>
                    <a:pt x="1412" y="2222"/>
                  </a:lnTo>
                  <a:lnTo>
                    <a:pt x="1407" y="2217"/>
                  </a:lnTo>
                  <a:lnTo>
                    <a:pt x="1401" y="2214"/>
                  </a:lnTo>
                  <a:lnTo>
                    <a:pt x="1396" y="2214"/>
                  </a:lnTo>
                  <a:lnTo>
                    <a:pt x="1392" y="2218"/>
                  </a:lnTo>
                  <a:lnTo>
                    <a:pt x="1385" y="2225"/>
                  </a:lnTo>
                  <a:lnTo>
                    <a:pt x="1379" y="2223"/>
                  </a:lnTo>
                  <a:lnTo>
                    <a:pt x="1373" y="2216"/>
                  </a:lnTo>
                  <a:lnTo>
                    <a:pt x="1365" y="2208"/>
                  </a:lnTo>
                  <a:lnTo>
                    <a:pt x="1360" y="2204"/>
                  </a:lnTo>
                  <a:lnTo>
                    <a:pt x="1354" y="2201"/>
                  </a:lnTo>
                  <a:lnTo>
                    <a:pt x="1348" y="2198"/>
                  </a:lnTo>
                  <a:lnTo>
                    <a:pt x="1342" y="2198"/>
                  </a:lnTo>
                  <a:lnTo>
                    <a:pt x="1335" y="2199"/>
                  </a:lnTo>
                  <a:lnTo>
                    <a:pt x="1327" y="2202"/>
                  </a:lnTo>
                  <a:lnTo>
                    <a:pt x="1319" y="2208"/>
                  </a:lnTo>
                  <a:lnTo>
                    <a:pt x="1310" y="2216"/>
                  </a:lnTo>
                  <a:lnTo>
                    <a:pt x="1301" y="2224"/>
                  </a:lnTo>
                  <a:lnTo>
                    <a:pt x="1292" y="2230"/>
                  </a:lnTo>
                  <a:lnTo>
                    <a:pt x="1282" y="2234"/>
                  </a:lnTo>
                  <a:lnTo>
                    <a:pt x="1274" y="2235"/>
                  </a:lnTo>
                  <a:lnTo>
                    <a:pt x="1265" y="2234"/>
                  </a:lnTo>
                  <a:lnTo>
                    <a:pt x="1256" y="2229"/>
                  </a:lnTo>
                  <a:lnTo>
                    <a:pt x="1247" y="2222"/>
                  </a:lnTo>
                  <a:lnTo>
                    <a:pt x="1237" y="2212"/>
                  </a:lnTo>
                  <a:lnTo>
                    <a:pt x="1225" y="2201"/>
                  </a:lnTo>
                  <a:lnTo>
                    <a:pt x="1213" y="2192"/>
                  </a:lnTo>
                  <a:lnTo>
                    <a:pt x="1200" y="2183"/>
                  </a:lnTo>
                  <a:lnTo>
                    <a:pt x="1187" y="2177"/>
                  </a:lnTo>
                  <a:lnTo>
                    <a:pt x="1174" y="2175"/>
                  </a:lnTo>
                  <a:lnTo>
                    <a:pt x="1164" y="2176"/>
                  </a:lnTo>
                  <a:lnTo>
                    <a:pt x="1156" y="2180"/>
                  </a:lnTo>
                  <a:lnTo>
                    <a:pt x="1151" y="2189"/>
                  </a:lnTo>
                  <a:lnTo>
                    <a:pt x="1147" y="2200"/>
                  </a:lnTo>
                  <a:lnTo>
                    <a:pt x="1140" y="2209"/>
                  </a:lnTo>
                  <a:lnTo>
                    <a:pt x="1131" y="2216"/>
                  </a:lnTo>
                  <a:lnTo>
                    <a:pt x="1122" y="2221"/>
                  </a:lnTo>
                  <a:lnTo>
                    <a:pt x="1112" y="2225"/>
                  </a:lnTo>
                  <a:lnTo>
                    <a:pt x="1102" y="2226"/>
                  </a:lnTo>
                  <a:lnTo>
                    <a:pt x="1093" y="2226"/>
                  </a:lnTo>
                  <a:lnTo>
                    <a:pt x="1083" y="2224"/>
                  </a:lnTo>
                  <a:lnTo>
                    <a:pt x="1075" y="2219"/>
                  </a:lnTo>
                  <a:lnTo>
                    <a:pt x="1067" y="2212"/>
                  </a:lnTo>
                  <a:lnTo>
                    <a:pt x="1059" y="2203"/>
                  </a:lnTo>
                  <a:lnTo>
                    <a:pt x="1049" y="2193"/>
                  </a:lnTo>
                  <a:lnTo>
                    <a:pt x="1037" y="2183"/>
                  </a:lnTo>
                  <a:lnTo>
                    <a:pt x="1022" y="2174"/>
                  </a:lnTo>
                  <a:lnTo>
                    <a:pt x="1003" y="2167"/>
                  </a:lnTo>
                  <a:lnTo>
                    <a:pt x="979" y="2163"/>
                  </a:lnTo>
                  <a:lnTo>
                    <a:pt x="959" y="2157"/>
                  </a:lnTo>
                  <a:lnTo>
                    <a:pt x="947" y="2146"/>
                  </a:lnTo>
                  <a:lnTo>
                    <a:pt x="942" y="2130"/>
                  </a:lnTo>
                  <a:lnTo>
                    <a:pt x="942" y="2112"/>
                  </a:lnTo>
                  <a:lnTo>
                    <a:pt x="944" y="2094"/>
                  </a:lnTo>
                  <a:lnTo>
                    <a:pt x="948" y="2075"/>
                  </a:lnTo>
                  <a:lnTo>
                    <a:pt x="949" y="2058"/>
                  </a:lnTo>
                  <a:lnTo>
                    <a:pt x="947" y="2045"/>
                  </a:lnTo>
                  <a:lnTo>
                    <a:pt x="944" y="2032"/>
                  </a:lnTo>
                  <a:lnTo>
                    <a:pt x="945" y="2017"/>
                  </a:lnTo>
                  <a:lnTo>
                    <a:pt x="948" y="2001"/>
                  </a:lnTo>
                  <a:lnTo>
                    <a:pt x="954" y="1984"/>
                  </a:lnTo>
                  <a:lnTo>
                    <a:pt x="960" y="1968"/>
                  </a:lnTo>
                  <a:lnTo>
                    <a:pt x="967" y="1952"/>
                  </a:lnTo>
                  <a:lnTo>
                    <a:pt x="973" y="1936"/>
                  </a:lnTo>
                  <a:lnTo>
                    <a:pt x="977" y="1924"/>
                  </a:lnTo>
                  <a:lnTo>
                    <a:pt x="978" y="1911"/>
                  </a:lnTo>
                  <a:lnTo>
                    <a:pt x="977" y="1896"/>
                  </a:lnTo>
                  <a:lnTo>
                    <a:pt x="974" y="1878"/>
                  </a:lnTo>
                  <a:lnTo>
                    <a:pt x="970" y="1860"/>
                  </a:lnTo>
                  <a:lnTo>
                    <a:pt x="965" y="1842"/>
                  </a:lnTo>
                  <a:lnTo>
                    <a:pt x="961" y="1825"/>
                  </a:lnTo>
                  <a:lnTo>
                    <a:pt x="959" y="1811"/>
                  </a:lnTo>
                  <a:lnTo>
                    <a:pt x="959" y="1800"/>
                  </a:lnTo>
                  <a:lnTo>
                    <a:pt x="959" y="1791"/>
                  </a:lnTo>
                  <a:lnTo>
                    <a:pt x="956" y="1782"/>
                  </a:lnTo>
                  <a:lnTo>
                    <a:pt x="950" y="1774"/>
                  </a:lnTo>
                  <a:lnTo>
                    <a:pt x="942" y="1768"/>
                  </a:lnTo>
                  <a:lnTo>
                    <a:pt x="930" y="1761"/>
                  </a:lnTo>
                  <a:lnTo>
                    <a:pt x="918" y="1755"/>
                  </a:lnTo>
                  <a:lnTo>
                    <a:pt x="905" y="1748"/>
                  </a:lnTo>
                  <a:lnTo>
                    <a:pt x="892" y="1741"/>
                  </a:lnTo>
                  <a:lnTo>
                    <a:pt x="878" y="1735"/>
                  </a:lnTo>
                  <a:lnTo>
                    <a:pt x="867" y="1735"/>
                  </a:lnTo>
                  <a:lnTo>
                    <a:pt x="856" y="1737"/>
                  </a:lnTo>
                  <a:lnTo>
                    <a:pt x="845" y="1742"/>
                  </a:lnTo>
                  <a:lnTo>
                    <a:pt x="832" y="1748"/>
                  </a:lnTo>
                  <a:lnTo>
                    <a:pt x="818" y="1754"/>
                  </a:lnTo>
                  <a:lnTo>
                    <a:pt x="803" y="1759"/>
                  </a:lnTo>
                  <a:lnTo>
                    <a:pt x="783" y="1763"/>
                  </a:lnTo>
                  <a:lnTo>
                    <a:pt x="765" y="1764"/>
                  </a:lnTo>
                  <a:lnTo>
                    <a:pt x="753" y="1759"/>
                  </a:lnTo>
                  <a:lnTo>
                    <a:pt x="746" y="1751"/>
                  </a:lnTo>
                  <a:lnTo>
                    <a:pt x="743" y="1740"/>
                  </a:lnTo>
                  <a:lnTo>
                    <a:pt x="743" y="1729"/>
                  </a:lnTo>
                  <a:lnTo>
                    <a:pt x="746" y="1719"/>
                  </a:lnTo>
                  <a:lnTo>
                    <a:pt x="750" y="1711"/>
                  </a:lnTo>
                  <a:lnTo>
                    <a:pt x="755" y="1708"/>
                  </a:lnTo>
                  <a:lnTo>
                    <a:pt x="761" y="1705"/>
                  </a:lnTo>
                  <a:lnTo>
                    <a:pt x="768" y="1698"/>
                  </a:lnTo>
                  <a:lnTo>
                    <a:pt x="775" y="1687"/>
                  </a:lnTo>
                  <a:lnTo>
                    <a:pt x="781" y="1674"/>
                  </a:lnTo>
                  <a:lnTo>
                    <a:pt x="785" y="1660"/>
                  </a:lnTo>
                  <a:lnTo>
                    <a:pt x="788" y="1645"/>
                  </a:lnTo>
                  <a:lnTo>
                    <a:pt x="784" y="1630"/>
                  </a:lnTo>
                  <a:lnTo>
                    <a:pt x="777" y="1616"/>
                  </a:lnTo>
                  <a:lnTo>
                    <a:pt x="770" y="1604"/>
                  </a:lnTo>
                  <a:lnTo>
                    <a:pt x="767" y="1594"/>
                  </a:lnTo>
                  <a:lnTo>
                    <a:pt x="767" y="1583"/>
                  </a:lnTo>
                  <a:lnTo>
                    <a:pt x="770" y="1575"/>
                  </a:lnTo>
                  <a:lnTo>
                    <a:pt x="775" y="1568"/>
                  </a:lnTo>
                  <a:lnTo>
                    <a:pt x="782" y="1562"/>
                  </a:lnTo>
                  <a:lnTo>
                    <a:pt x="791" y="1557"/>
                  </a:lnTo>
                  <a:lnTo>
                    <a:pt x="800" y="1553"/>
                  </a:lnTo>
                  <a:lnTo>
                    <a:pt x="807" y="1548"/>
                  </a:lnTo>
                  <a:lnTo>
                    <a:pt x="811" y="1539"/>
                  </a:lnTo>
                  <a:lnTo>
                    <a:pt x="811" y="1525"/>
                  </a:lnTo>
                  <a:lnTo>
                    <a:pt x="810" y="1510"/>
                  </a:lnTo>
                  <a:lnTo>
                    <a:pt x="806" y="1493"/>
                  </a:lnTo>
                  <a:lnTo>
                    <a:pt x="803" y="1474"/>
                  </a:lnTo>
                  <a:lnTo>
                    <a:pt x="800" y="1455"/>
                  </a:lnTo>
                  <a:lnTo>
                    <a:pt x="798" y="1434"/>
                  </a:lnTo>
                  <a:lnTo>
                    <a:pt x="796" y="1415"/>
                  </a:lnTo>
                  <a:lnTo>
                    <a:pt x="792" y="1400"/>
                  </a:lnTo>
                  <a:lnTo>
                    <a:pt x="785" y="1385"/>
                  </a:lnTo>
                  <a:lnTo>
                    <a:pt x="778" y="1374"/>
                  </a:lnTo>
                  <a:lnTo>
                    <a:pt x="769" y="1364"/>
                  </a:lnTo>
                  <a:lnTo>
                    <a:pt x="758" y="1355"/>
                  </a:lnTo>
                  <a:lnTo>
                    <a:pt x="746" y="1346"/>
                  </a:lnTo>
                  <a:lnTo>
                    <a:pt x="732" y="1337"/>
                  </a:lnTo>
                  <a:lnTo>
                    <a:pt x="720" y="1327"/>
                  </a:lnTo>
                  <a:lnTo>
                    <a:pt x="712" y="1319"/>
                  </a:lnTo>
                  <a:lnTo>
                    <a:pt x="707" y="1311"/>
                  </a:lnTo>
                  <a:lnTo>
                    <a:pt x="703" y="1303"/>
                  </a:lnTo>
                  <a:lnTo>
                    <a:pt x="701" y="1295"/>
                  </a:lnTo>
                  <a:lnTo>
                    <a:pt x="698" y="1283"/>
                  </a:lnTo>
                  <a:lnTo>
                    <a:pt x="694" y="1271"/>
                  </a:lnTo>
                  <a:lnTo>
                    <a:pt x="688" y="1255"/>
                  </a:lnTo>
                  <a:lnTo>
                    <a:pt x="680" y="1240"/>
                  </a:lnTo>
                  <a:lnTo>
                    <a:pt x="674" y="1231"/>
                  </a:lnTo>
                  <a:lnTo>
                    <a:pt x="668" y="1227"/>
                  </a:lnTo>
                  <a:lnTo>
                    <a:pt x="662" y="1227"/>
                  </a:lnTo>
                  <a:lnTo>
                    <a:pt x="655" y="1229"/>
                  </a:lnTo>
                  <a:lnTo>
                    <a:pt x="648" y="1233"/>
                  </a:lnTo>
                  <a:lnTo>
                    <a:pt x="640" y="1238"/>
                  </a:lnTo>
                  <a:lnTo>
                    <a:pt x="630" y="1241"/>
                  </a:lnTo>
                  <a:lnTo>
                    <a:pt x="621" y="1241"/>
                  </a:lnTo>
                  <a:lnTo>
                    <a:pt x="613" y="1239"/>
                  </a:lnTo>
                  <a:lnTo>
                    <a:pt x="608" y="1234"/>
                  </a:lnTo>
                  <a:lnTo>
                    <a:pt x="603" y="1228"/>
                  </a:lnTo>
                  <a:lnTo>
                    <a:pt x="598" y="1220"/>
                  </a:lnTo>
                  <a:lnTo>
                    <a:pt x="593" y="1211"/>
                  </a:lnTo>
                  <a:lnTo>
                    <a:pt x="586" y="1201"/>
                  </a:lnTo>
                  <a:lnTo>
                    <a:pt x="579" y="1190"/>
                  </a:lnTo>
                  <a:lnTo>
                    <a:pt x="571" y="1179"/>
                  </a:lnTo>
                  <a:lnTo>
                    <a:pt x="565" y="1173"/>
                  </a:lnTo>
                  <a:lnTo>
                    <a:pt x="559" y="1169"/>
                  </a:lnTo>
                  <a:lnTo>
                    <a:pt x="552" y="1168"/>
                  </a:lnTo>
                  <a:lnTo>
                    <a:pt x="545" y="1168"/>
                  </a:lnTo>
                  <a:lnTo>
                    <a:pt x="536" y="1170"/>
                  </a:lnTo>
                  <a:lnTo>
                    <a:pt x="526" y="1172"/>
                  </a:lnTo>
                  <a:lnTo>
                    <a:pt x="514" y="1175"/>
                  </a:lnTo>
                  <a:lnTo>
                    <a:pt x="503" y="1176"/>
                  </a:lnTo>
                  <a:lnTo>
                    <a:pt x="495" y="1174"/>
                  </a:lnTo>
                  <a:lnTo>
                    <a:pt x="490" y="1170"/>
                  </a:lnTo>
                  <a:lnTo>
                    <a:pt x="488" y="1163"/>
                  </a:lnTo>
                  <a:lnTo>
                    <a:pt x="486" y="1154"/>
                  </a:lnTo>
                  <a:lnTo>
                    <a:pt x="488" y="1145"/>
                  </a:lnTo>
                  <a:lnTo>
                    <a:pt x="489" y="1134"/>
                  </a:lnTo>
                  <a:lnTo>
                    <a:pt x="490" y="1124"/>
                  </a:lnTo>
                  <a:lnTo>
                    <a:pt x="489" y="1116"/>
                  </a:lnTo>
                  <a:lnTo>
                    <a:pt x="485" y="1109"/>
                  </a:lnTo>
                  <a:lnTo>
                    <a:pt x="480" y="1103"/>
                  </a:lnTo>
                  <a:lnTo>
                    <a:pt x="473" y="1098"/>
                  </a:lnTo>
                  <a:lnTo>
                    <a:pt x="463" y="1095"/>
                  </a:lnTo>
                  <a:lnTo>
                    <a:pt x="451" y="1094"/>
                  </a:lnTo>
                  <a:lnTo>
                    <a:pt x="438" y="1093"/>
                  </a:lnTo>
                  <a:lnTo>
                    <a:pt x="422" y="1094"/>
                  </a:lnTo>
                  <a:lnTo>
                    <a:pt x="407" y="1096"/>
                  </a:lnTo>
                  <a:lnTo>
                    <a:pt x="393" y="1099"/>
                  </a:lnTo>
                  <a:lnTo>
                    <a:pt x="380" y="1100"/>
                  </a:lnTo>
                  <a:lnTo>
                    <a:pt x="369" y="1100"/>
                  </a:lnTo>
                  <a:lnTo>
                    <a:pt x="358" y="1098"/>
                  </a:lnTo>
                  <a:lnTo>
                    <a:pt x="348" y="1092"/>
                  </a:lnTo>
                  <a:lnTo>
                    <a:pt x="339" y="1082"/>
                  </a:lnTo>
                  <a:lnTo>
                    <a:pt x="330" y="1069"/>
                  </a:lnTo>
                  <a:lnTo>
                    <a:pt x="321" y="1057"/>
                  </a:lnTo>
                  <a:lnTo>
                    <a:pt x="309" y="1050"/>
                  </a:lnTo>
                  <a:lnTo>
                    <a:pt x="295" y="1047"/>
                  </a:lnTo>
                  <a:lnTo>
                    <a:pt x="279" y="1046"/>
                  </a:lnTo>
                  <a:lnTo>
                    <a:pt x="263" y="1047"/>
                  </a:lnTo>
                  <a:lnTo>
                    <a:pt x="247" y="1047"/>
                  </a:lnTo>
                  <a:lnTo>
                    <a:pt x="229" y="1045"/>
                  </a:lnTo>
                  <a:lnTo>
                    <a:pt x="212" y="1039"/>
                  </a:lnTo>
                  <a:lnTo>
                    <a:pt x="198" y="1028"/>
                  </a:lnTo>
                  <a:lnTo>
                    <a:pt x="190" y="1016"/>
                  </a:lnTo>
                  <a:lnTo>
                    <a:pt x="184" y="1002"/>
                  </a:lnTo>
                  <a:lnTo>
                    <a:pt x="182" y="986"/>
                  </a:lnTo>
                  <a:lnTo>
                    <a:pt x="180" y="969"/>
                  </a:lnTo>
                  <a:lnTo>
                    <a:pt x="180" y="953"/>
                  </a:lnTo>
                  <a:lnTo>
                    <a:pt x="177" y="937"/>
                  </a:lnTo>
                  <a:lnTo>
                    <a:pt x="173" y="922"/>
                  </a:lnTo>
                  <a:lnTo>
                    <a:pt x="165" y="911"/>
                  </a:lnTo>
                  <a:lnTo>
                    <a:pt x="154" y="905"/>
                  </a:lnTo>
                  <a:lnTo>
                    <a:pt x="141" y="902"/>
                  </a:lnTo>
                  <a:lnTo>
                    <a:pt x="125" y="902"/>
                  </a:lnTo>
                  <a:lnTo>
                    <a:pt x="110" y="902"/>
                  </a:lnTo>
                  <a:lnTo>
                    <a:pt x="95" y="903"/>
                  </a:lnTo>
                  <a:lnTo>
                    <a:pt x="80" y="902"/>
                  </a:lnTo>
                  <a:lnTo>
                    <a:pt x="67" y="898"/>
                  </a:lnTo>
                  <a:lnTo>
                    <a:pt x="57" y="891"/>
                  </a:lnTo>
                  <a:lnTo>
                    <a:pt x="51" y="882"/>
                  </a:lnTo>
                  <a:lnTo>
                    <a:pt x="47" y="871"/>
                  </a:lnTo>
                  <a:lnTo>
                    <a:pt x="45" y="860"/>
                  </a:lnTo>
                  <a:lnTo>
                    <a:pt x="43" y="848"/>
                  </a:lnTo>
                  <a:lnTo>
                    <a:pt x="39" y="837"/>
                  </a:lnTo>
                  <a:lnTo>
                    <a:pt x="30" y="825"/>
                  </a:lnTo>
                  <a:lnTo>
                    <a:pt x="18" y="816"/>
                  </a:lnTo>
                  <a:lnTo>
                    <a:pt x="7" y="808"/>
                  </a:lnTo>
                  <a:lnTo>
                    <a:pt x="1" y="799"/>
                  </a:lnTo>
                  <a:lnTo>
                    <a:pt x="0" y="790"/>
                  </a:lnTo>
                  <a:lnTo>
                    <a:pt x="2" y="781"/>
                  </a:lnTo>
                  <a:lnTo>
                    <a:pt x="7" y="773"/>
                  </a:lnTo>
                  <a:lnTo>
                    <a:pt x="14" y="766"/>
                  </a:lnTo>
                  <a:lnTo>
                    <a:pt x="21" y="761"/>
                  </a:lnTo>
                  <a:lnTo>
                    <a:pt x="28" y="757"/>
                  </a:lnTo>
                  <a:lnTo>
                    <a:pt x="33" y="752"/>
                  </a:lnTo>
                  <a:lnTo>
                    <a:pt x="37" y="743"/>
                  </a:lnTo>
                  <a:lnTo>
                    <a:pt x="40" y="732"/>
                  </a:lnTo>
                  <a:lnTo>
                    <a:pt x="40" y="719"/>
                  </a:lnTo>
                  <a:lnTo>
                    <a:pt x="37" y="706"/>
                  </a:lnTo>
                  <a:lnTo>
                    <a:pt x="32" y="692"/>
                  </a:lnTo>
                  <a:lnTo>
                    <a:pt x="24" y="678"/>
                  </a:lnTo>
                  <a:lnTo>
                    <a:pt x="14" y="665"/>
                  </a:lnTo>
                  <a:lnTo>
                    <a:pt x="4" y="654"/>
                  </a:lnTo>
                  <a:lnTo>
                    <a:pt x="0" y="645"/>
                  </a:lnTo>
                  <a:lnTo>
                    <a:pt x="0" y="638"/>
                  </a:lnTo>
                  <a:lnTo>
                    <a:pt x="3" y="631"/>
                  </a:lnTo>
                  <a:lnTo>
                    <a:pt x="8" y="624"/>
                  </a:lnTo>
                  <a:lnTo>
                    <a:pt x="13" y="617"/>
                  </a:lnTo>
                  <a:lnTo>
                    <a:pt x="16" y="608"/>
                  </a:lnTo>
                  <a:lnTo>
                    <a:pt x="18" y="596"/>
                  </a:lnTo>
                  <a:lnTo>
                    <a:pt x="19" y="585"/>
                  </a:lnTo>
                  <a:lnTo>
                    <a:pt x="22" y="576"/>
                  </a:lnTo>
                  <a:lnTo>
                    <a:pt x="26" y="571"/>
                  </a:lnTo>
                  <a:lnTo>
                    <a:pt x="32" y="568"/>
                  </a:lnTo>
                  <a:lnTo>
                    <a:pt x="39" y="567"/>
                  </a:lnTo>
                  <a:lnTo>
                    <a:pt x="47" y="566"/>
                  </a:lnTo>
                  <a:lnTo>
                    <a:pt x="55" y="566"/>
                  </a:lnTo>
                  <a:lnTo>
                    <a:pt x="63" y="565"/>
                  </a:lnTo>
                  <a:lnTo>
                    <a:pt x="71" y="563"/>
                  </a:lnTo>
                  <a:lnTo>
                    <a:pt x="79" y="559"/>
                  </a:lnTo>
                  <a:lnTo>
                    <a:pt x="87" y="553"/>
                  </a:lnTo>
                  <a:lnTo>
                    <a:pt x="95" y="545"/>
                  </a:lnTo>
                  <a:lnTo>
                    <a:pt x="101" y="537"/>
                  </a:lnTo>
                  <a:lnTo>
                    <a:pt x="106" y="527"/>
                  </a:lnTo>
                  <a:lnTo>
                    <a:pt x="110" y="519"/>
                  </a:lnTo>
                  <a:lnTo>
                    <a:pt x="112" y="510"/>
                  </a:lnTo>
                  <a:lnTo>
                    <a:pt x="112" y="502"/>
                  </a:lnTo>
                  <a:lnTo>
                    <a:pt x="112" y="496"/>
                  </a:lnTo>
                  <a:lnTo>
                    <a:pt x="112" y="490"/>
                  </a:lnTo>
                  <a:lnTo>
                    <a:pt x="112" y="484"/>
                  </a:lnTo>
                  <a:lnTo>
                    <a:pt x="113" y="478"/>
                  </a:lnTo>
                  <a:lnTo>
                    <a:pt x="114" y="473"/>
                  </a:lnTo>
                  <a:lnTo>
                    <a:pt x="116" y="467"/>
                  </a:lnTo>
                  <a:lnTo>
                    <a:pt x="120" y="461"/>
                  </a:lnTo>
                  <a:lnTo>
                    <a:pt x="126" y="455"/>
                  </a:lnTo>
                  <a:lnTo>
                    <a:pt x="134" y="451"/>
                  </a:lnTo>
                  <a:lnTo>
                    <a:pt x="146" y="447"/>
                  </a:lnTo>
                  <a:lnTo>
                    <a:pt x="158" y="444"/>
                  </a:lnTo>
                  <a:lnTo>
                    <a:pt x="170" y="442"/>
                  </a:lnTo>
                  <a:lnTo>
                    <a:pt x="182" y="440"/>
                  </a:lnTo>
                  <a:lnTo>
                    <a:pt x="194" y="439"/>
                  </a:lnTo>
                  <a:lnTo>
                    <a:pt x="202" y="439"/>
                  </a:lnTo>
                  <a:lnTo>
                    <a:pt x="207" y="437"/>
                  </a:lnTo>
                  <a:lnTo>
                    <a:pt x="211" y="432"/>
                  </a:lnTo>
                  <a:lnTo>
                    <a:pt x="213" y="423"/>
                  </a:lnTo>
                  <a:lnTo>
                    <a:pt x="213" y="413"/>
                  </a:lnTo>
                  <a:lnTo>
                    <a:pt x="211" y="403"/>
                  </a:lnTo>
                  <a:lnTo>
                    <a:pt x="207" y="392"/>
                  </a:lnTo>
                  <a:lnTo>
                    <a:pt x="201" y="383"/>
                  </a:lnTo>
                  <a:lnTo>
                    <a:pt x="192" y="375"/>
                  </a:lnTo>
                  <a:lnTo>
                    <a:pt x="185" y="368"/>
                  </a:lnTo>
                  <a:lnTo>
                    <a:pt x="184" y="361"/>
                  </a:lnTo>
                  <a:lnTo>
                    <a:pt x="186" y="352"/>
                  </a:lnTo>
                  <a:lnTo>
                    <a:pt x="192" y="344"/>
                  </a:lnTo>
                  <a:lnTo>
                    <a:pt x="199" y="335"/>
                  </a:lnTo>
                  <a:lnTo>
                    <a:pt x="206" y="325"/>
                  </a:lnTo>
                  <a:lnTo>
                    <a:pt x="213" y="317"/>
                  </a:lnTo>
                  <a:lnTo>
                    <a:pt x="218" y="310"/>
                  </a:lnTo>
                  <a:lnTo>
                    <a:pt x="221" y="305"/>
                  </a:lnTo>
                  <a:lnTo>
                    <a:pt x="226" y="300"/>
                  </a:lnTo>
                  <a:lnTo>
                    <a:pt x="232" y="294"/>
                  </a:lnTo>
                  <a:lnTo>
                    <a:pt x="240" y="288"/>
                  </a:lnTo>
                  <a:lnTo>
                    <a:pt x="248" y="281"/>
                  </a:lnTo>
                  <a:lnTo>
                    <a:pt x="256" y="274"/>
                  </a:lnTo>
                  <a:lnTo>
                    <a:pt x="264" y="268"/>
                  </a:lnTo>
                  <a:lnTo>
                    <a:pt x="272" y="262"/>
                  </a:lnTo>
                  <a:lnTo>
                    <a:pt x="278" y="275"/>
                  </a:lnTo>
                  <a:lnTo>
                    <a:pt x="284" y="290"/>
                  </a:lnTo>
                  <a:lnTo>
                    <a:pt x="293" y="302"/>
                  </a:lnTo>
                  <a:lnTo>
                    <a:pt x="300" y="314"/>
                  </a:lnTo>
                  <a:lnTo>
                    <a:pt x="308" y="323"/>
                  </a:lnTo>
                  <a:lnTo>
                    <a:pt x="316" y="331"/>
                  </a:lnTo>
                  <a:lnTo>
                    <a:pt x="325" y="334"/>
                  </a:lnTo>
                  <a:lnTo>
                    <a:pt x="334" y="333"/>
                  </a:lnTo>
                  <a:lnTo>
                    <a:pt x="346" y="331"/>
                  </a:lnTo>
                  <a:lnTo>
                    <a:pt x="359" y="328"/>
                  </a:lnTo>
                  <a:lnTo>
                    <a:pt x="372" y="327"/>
                  </a:lnTo>
                  <a:lnTo>
                    <a:pt x="388" y="324"/>
                  </a:lnTo>
                  <a:lnTo>
                    <a:pt x="402" y="320"/>
                  </a:lnTo>
                  <a:lnTo>
                    <a:pt x="415" y="313"/>
                  </a:lnTo>
                  <a:lnTo>
                    <a:pt x="426" y="303"/>
                  </a:lnTo>
                  <a:lnTo>
                    <a:pt x="436" y="288"/>
                  </a:lnTo>
                  <a:lnTo>
                    <a:pt x="446" y="269"/>
                  </a:lnTo>
                  <a:lnTo>
                    <a:pt x="456" y="250"/>
                  </a:lnTo>
                  <a:lnTo>
                    <a:pt x="466" y="232"/>
                  </a:lnTo>
                  <a:lnTo>
                    <a:pt x="476" y="214"/>
                  </a:lnTo>
                  <a:lnTo>
                    <a:pt x="485" y="199"/>
                  </a:lnTo>
                  <a:lnTo>
                    <a:pt x="493" y="187"/>
                  </a:lnTo>
                  <a:lnTo>
                    <a:pt x="498" y="178"/>
                  </a:lnTo>
                  <a:lnTo>
                    <a:pt x="500" y="175"/>
                  </a:lnTo>
                  <a:lnTo>
                    <a:pt x="500" y="173"/>
                  </a:lnTo>
                  <a:lnTo>
                    <a:pt x="501" y="169"/>
                  </a:lnTo>
                  <a:lnTo>
                    <a:pt x="503" y="163"/>
                  </a:lnTo>
                  <a:lnTo>
                    <a:pt x="506" y="157"/>
                  </a:lnTo>
                  <a:lnTo>
                    <a:pt x="512" y="154"/>
                  </a:lnTo>
                  <a:lnTo>
                    <a:pt x="520" y="153"/>
                  </a:lnTo>
                  <a:lnTo>
                    <a:pt x="532" y="157"/>
                  </a:lnTo>
                  <a:lnTo>
                    <a:pt x="549" y="167"/>
                  </a:lnTo>
                  <a:lnTo>
                    <a:pt x="564" y="180"/>
                  </a:lnTo>
                  <a:lnTo>
                    <a:pt x="575" y="188"/>
                  </a:lnTo>
                  <a:lnTo>
                    <a:pt x="582" y="195"/>
                  </a:lnTo>
                  <a:lnTo>
                    <a:pt x="586" y="201"/>
                  </a:lnTo>
                  <a:lnTo>
                    <a:pt x="586" y="207"/>
                  </a:lnTo>
                  <a:lnTo>
                    <a:pt x="582" y="214"/>
                  </a:lnTo>
                  <a:lnTo>
                    <a:pt x="576" y="224"/>
                  </a:lnTo>
                  <a:lnTo>
                    <a:pt x="567" y="237"/>
                  </a:lnTo>
                  <a:lnTo>
                    <a:pt x="559" y="254"/>
                  </a:lnTo>
                  <a:lnTo>
                    <a:pt x="555" y="275"/>
                  </a:lnTo>
                  <a:lnTo>
                    <a:pt x="553" y="299"/>
                  </a:lnTo>
                  <a:lnTo>
                    <a:pt x="555" y="322"/>
                  </a:lnTo>
                  <a:lnTo>
                    <a:pt x="558" y="345"/>
                  </a:lnTo>
                  <a:lnTo>
                    <a:pt x="564" y="363"/>
                  </a:lnTo>
                  <a:lnTo>
                    <a:pt x="572" y="377"/>
                  </a:lnTo>
                  <a:lnTo>
                    <a:pt x="581" y="384"/>
                  </a:lnTo>
                  <a:lnTo>
                    <a:pt x="592" y="388"/>
                  </a:lnTo>
                  <a:lnTo>
                    <a:pt x="599" y="395"/>
                  </a:lnTo>
                  <a:lnTo>
                    <a:pt x="605" y="403"/>
                  </a:lnTo>
                  <a:lnTo>
                    <a:pt x="610" y="412"/>
                  </a:lnTo>
                  <a:lnTo>
                    <a:pt x="613" y="421"/>
                  </a:lnTo>
                  <a:lnTo>
                    <a:pt x="615" y="429"/>
                  </a:lnTo>
                  <a:lnTo>
                    <a:pt x="616" y="435"/>
                  </a:lnTo>
                  <a:lnTo>
                    <a:pt x="616" y="437"/>
                  </a:lnTo>
                  <a:lnTo>
                    <a:pt x="617" y="438"/>
                  </a:lnTo>
                  <a:lnTo>
                    <a:pt x="619" y="441"/>
                  </a:lnTo>
                  <a:lnTo>
                    <a:pt x="622" y="446"/>
                  </a:lnTo>
                  <a:lnTo>
                    <a:pt x="627" y="451"/>
                  </a:lnTo>
                  <a:lnTo>
                    <a:pt x="633" y="457"/>
                  </a:lnTo>
                  <a:lnTo>
                    <a:pt x="641" y="461"/>
                  </a:lnTo>
                  <a:lnTo>
                    <a:pt x="648" y="465"/>
                  </a:lnTo>
                  <a:lnTo>
                    <a:pt x="657" y="467"/>
                  </a:lnTo>
                  <a:lnTo>
                    <a:pt x="666" y="466"/>
                  </a:lnTo>
                  <a:lnTo>
                    <a:pt x="673" y="461"/>
                  </a:lnTo>
                  <a:lnTo>
                    <a:pt x="680" y="455"/>
                  </a:lnTo>
                  <a:lnTo>
                    <a:pt x="685" y="446"/>
                  </a:lnTo>
                  <a:lnTo>
                    <a:pt x="691" y="437"/>
                  </a:lnTo>
                  <a:lnTo>
                    <a:pt x="696" y="427"/>
                  </a:lnTo>
                  <a:lnTo>
                    <a:pt x="702" y="420"/>
                  </a:lnTo>
                  <a:lnTo>
                    <a:pt x="708" y="414"/>
                  </a:lnTo>
                  <a:lnTo>
                    <a:pt x="714" y="408"/>
                  </a:lnTo>
                  <a:lnTo>
                    <a:pt x="719" y="402"/>
                  </a:lnTo>
                  <a:lnTo>
                    <a:pt x="726" y="396"/>
                  </a:lnTo>
                  <a:lnTo>
                    <a:pt x="734" y="391"/>
                  </a:lnTo>
                  <a:lnTo>
                    <a:pt x="744" y="386"/>
                  </a:lnTo>
                  <a:lnTo>
                    <a:pt x="757" y="382"/>
                  </a:lnTo>
                  <a:lnTo>
                    <a:pt x="773" y="378"/>
                  </a:lnTo>
                  <a:lnTo>
                    <a:pt x="794" y="377"/>
                  </a:lnTo>
                  <a:lnTo>
                    <a:pt x="815" y="374"/>
                  </a:lnTo>
                  <a:lnTo>
                    <a:pt x="831" y="367"/>
                  </a:lnTo>
                  <a:lnTo>
                    <a:pt x="845" y="357"/>
                  </a:lnTo>
                  <a:lnTo>
                    <a:pt x="854" y="344"/>
                  </a:lnTo>
                  <a:lnTo>
                    <a:pt x="861" y="331"/>
                  </a:lnTo>
                  <a:lnTo>
                    <a:pt x="864" y="315"/>
                  </a:lnTo>
                  <a:lnTo>
                    <a:pt x="866" y="302"/>
                  </a:lnTo>
                  <a:lnTo>
                    <a:pt x="867" y="290"/>
                  </a:lnTo>
                  <a:lnTo>
                    <a:pt x="867" y="278"/>
                  </a:lnTo>
                  <a:lnTo>
                    <a:pt x="867" y="266"/>
                  </a:lnTo>
                  <a:lnTo>
                    <a:pt x="866" y="253"/>
                  </a:lnTo>
                  <a:lnTo>
                    <a:pt x="866" y="240"/>
                  </a:lnTo>
                  <a:lnTo>
                    <a:pt x="866" y="226"/>
                  </a:lnTo>
                  <a:lnTo>
                    <a:pt x="867" y="213"/>
                  </a:lnTo>
                  <a:lnTo>
                    <a:pt x="869" y="203"/>
                  </a:lnTo>
                  <a:lnTo>
                    <a:pt x="871" y="194"/>
                  </a:lnTo>
                  <a:lnTo>
                    <a:pt x="875" y="187"/>
                  </a:lnTo>
                  <a:lnTo>
                    <a:pt x="879" y="178"/>
                  </a:lnTo>
                  <a:lnTo>
                    <a:pt x="884" y="171"/>
                  </a:lnTo>
                  <a:lnTo>
                    <a:pt x="888" y="162"/>
                  </a:lnTo>
                  <a:lnTo>
                    <a:pt x="890" y="154"/>
                  </a:lnTo>
                  <a:lnTo>
                    <a:pt x="889" y="145"/>
                  </a:lnTo>
                  <a:lnTo>
                    <a:pt x="884" y="136"/>
                  </a:lnTo>
                  <a:lnTo>
                    <a:pt x="875" y="126"/>
                  </a:lnTo>
                  <a:lnTo>
                    <a:pt x="863" y="117"/>
                  </a:lnTo>
                  <a:lnTo>
                    <a:pt x="850" y="108"/>
                  </a:lnTo>
                  <a:lnTo>
                    <a:pt x="837" y="99"/>
                  </a:lnTo>
                  <a:lnTo>
                    <a:pt x="824" y="89"/>
                  </a:lnTo>
                  <a:lnTo>
                    <a:pt x="814" y="78"/>
                  </a:lnTo>
                  <a:lnTo>
                    <a:pt x="807" y="66"/>
                  </a:lnTo>
                  <a:lnTo>
                    <a:pt x="804" y="52"/>
                  </a:lnTo>
                  <a:lnTo>
                    <a:pt x="806" y="37"/>
                  </a:lnTo>
                  <a:lnTo>
                    <a:pt x="807" y="32"/>
                  </a:lnTo>
                  <a:lnTo>
                    <a:pt x="808" y="27"/>
                  </a:lnTo>
                  <a:lnTo>
                    <a:pt x="810" y="22"/>
                  </a:lnTo>
                  <a:lnTo>
                    <a:pt x="811" y="18"/>
                  </a:lnTo>
                  <a:lnTo>
                    <a:pt x="813" y="13"/>
                  </a:lnTo>
                  <a:lnTo>
                    <a:pt x="814" y="9"/>
                  </a:lnTo>
                  <a:lnTo>
                    <a:pt x="816" y="4"/>
                  </a:lnTo>
                  <a:lnTo>
                    <a:pt x="818" y="0"/>
                  </a:lnTo>
                  <a:lnTo>
                    <a:pt x="824" y="3"/>
                  </a:lnTo>
                  <a:lnTo>
                    <a:pt x="830" y="6"/>
                  </a:lnTo>
                  <a:lnTo>
                    <a:pt x="839" y="8"/>
                  </a:lnTo>
                  <a:lnTo>
                    <a:pt x="848" y="10"/>
                  </a:lnTo>
                  <a:lnTo>
                    <a:pt x="873" y="19"/>
                  </a:lnTo>
                  <a:lnTo>
                    <a:pt x="894" y="28"/>
                  </a:lnTo>
                  <a:lnTo>
                    <a:pt x="908" y="37"/>
                  </a:lnTo>
                  <a:lnTo>
                    <a:pt x="919" y="45"/>
                  </a:lnTo>
                  <a:lnTo>
                    <a:pt x="927" y="50"/>
                  </a:lnTo>
                  <a:lnTo>
                    <a:pt x="934" y="54"/>
                  </a:lnTo>
                  <a:lnTo>
                    <a:pt x="941" y="54"/>
                  </a:lnTo>
                  <a:lnTo>
                    <a:pt x="948" y="52"/>
                  </a:lnTo>
                  <a:lnTo>
                    <a:pt x="955" y="48"/>
                  </a:lnTo>
                  <a:lnTo>
                    <a:pt x="962" y="45"/>
                  </a:lnTo>
                  <a:lnTo>
                    <a:pt x="969" y="44"/>
                  </a:lnTo>
                  <a:lnTo>
                    <a:pt x="977" y="45"/>
                  </a:lnTo>
                  <a:lnTo>
                    <a:pt x="987" y="51"/>
                  </a:lnTo>
                  <a:lnTo>
                    <a:pt x="999" y="61"/>
                  </a:lnTo>
                  <a:lnTo>
                    <a:pt x="1012" y="77"/>
                  </a:lnTo>
                  <a:lnTo>
                    <a:pt x="1029" y="100"/>
                  </a:lnTo>
                  <a:lnTo>
                    <a:pt x="1040" y="114"/>
                  </a:lnTo>
                  <a:lnTo>
                    <a:pt x="1053" y="132"/>
                  </a:lnTo>
                  <a:lnTo>
                    <a:pt x="1067" y="151"/>
                  </a:lnTo>
                  <a:lnTo>
                    <a:pt x="1083" y="172"/>
                  </a:lnTo>
                  <a:lnTo>
                    <a:pt x="1102" y="195"/>
                  </a:lnTo>
                  <a:lnTo>
                    <a:pt x="1121" y="217"/>
                  </a:lnTo>
                  <a:lnTo>
                    <a:pt x="1142" y="242"/>
                  </a:lnTo>
                  <a:lnTo>
                    <a:pt x="1162" y="265"/>
                  </a:lnTo>
                  <a:lnTo>
                    <a:pt x="1183" y="289"/>
                  </a:lnTo>
                  <a:lnTo>
                    <a:pt x="1205" y="311"/>
                  </a:lnTo>
                  <a:lnTo>
                    <a:pt x="1226" y="333"/>
                  </a:lnTo>
                  <a:lnTo>
                    <a:pt x="1248" y="353"/>
                  </a:lnTo>
                  <a:lnTo>
                    <a:pt x="1269" y="371"/>
                  </a:lnTo>
                  <a:lnTo>
                    <a:pt x="1290" y="387"/>
                  </a:lnTo>
                  <a:lnTo>
                    <a:pt x="1308" y="400"/>
                  </a:lnTo>
                  <a:lnTo>
                    <a:pt x="1326" y="409"/>
                  </a:lnTo>
                  <a:lnTo>
                    <a:pt x="1355" y="424"/>
                  </a:lnTo>
                  <a:lnTo>
                    <a:pt x="1375" y="437"/>
                  </a:lnTo>
                  <a:lnTo>
                    <a:pt x="1389" y="448"/>
                  </a:lnTo>
                  <a:lnTo>
                    <a:pt x="1398" y="457"/>
                  </a:lnTo>
                  <a:lnTo>
                    <a:pt x="1406" y="463"/>
                  </a:lnTo>
                  <a:lnTo>
                    <a:pt x="1415" y="467"/>
                  </a:lnTo>
                  <a:lnTo>
                    <a:pt x="1427" y="467"/>
                  </a:lnTo>
                  <a:lnTo>
                    <a:pt x="1447" y="465"/>
                  </a:lnTo>
                  <a:lnTo>
                    <a:pt x="1466" y="462"/>
                  </a:lnTo>
                  <a:lnTo>
                    <a:pt x="1478" y="463"/>
                  </a:lnTo>
                  <a:lnTo>
                    <a:pt x="1487" y="466"/>
                  </a:lnTo>
                  <a:lnTo>
                    <a:pt x="1492" y="472"/>
                  </a:lnTo>
                  <a:lnTo>
                    <a:pt x="1495" y="482"/>
                  </a:lnTo>
                  <a:lnTo>
                    <a:pt x="1498" y="492"/>
                  </a:lnTo>
                  <a:lnTo>
                    <a:pt x="1503" y="504"/>
                  </a:lnTo>
                  <a:lnTo>
                    <a:pt x="1511" y="518"/>
                  </a:lnTo>
                  <a:lnTo>
                    <a:pt x="1519" y="532"/>
                  </a:lnTo>
                  <a:lnTo>
                    <a:pt x="1524" y="542"/>
                  </a:lnTo>
                  <a:lnTo>
                    <a:pt x="1526" y="550"/>
                  </a:lnTo>
                  <a:lnTo>
                    <a:pt x="1527" y="557"/>
                  </a:lnTo>
                  <a:lnTo>
                    <a:pt x="1526" y="564"/>
                  </a:lnTo>
                  <a:lnTo>
                    <a:pt x="1524" y="572"/>
                  </a:lnTo>
                  <a:lnTo>
                    <a:pt x="1523" y="581"/>
                  </a:lnTo>
                  <a:lnTo>
                    <a:pt x="1522" y="595"/>
                  </a:lnTo>
                  <a:lnTo>
                    <a:pt x="1524" y="606"/>
                  </a:lnTo>
                  <a:lnTo>
                    <a:pt x="1528" y="613"/>
                  </a:lnTo>
                  <a:lnTo>
                    <a:pt x="1533" y="618"/>
                  </a:lnTo>
                  <a:lnTo>
                    <a:pt x="1541" y="622"/>
                  </a:lnTo>
                  <a:lnTo>
                    <a:pt x="1548" y="628"/>
                  </a:lnTo>
                  <a:lnTo>
                    <a:pt x="1554" y="639"/>
                  </a:lnTo>
                  <a:lnTo>
                    <a:pt x="1559" y="655"/>
                  </a:lnTo>
                  <a:lnTo>
                    <a:pt x="1561" y="678"/>
                  </a:lnTo>
                  <a:lnTo>
                    <a:pt x="1564" y="702"/>
                  </a:lnTo>
                  <a:lnTo>
                    <a:pt x="1569" y="715"/>
                  </a:lnTo>
                  <a:lnTo>
                    <a:pt x="1577" y="724"/>
                  </a:lnTo>
                  <a:lnTo>
                    <a:pt x="1589" y="732"/>
                  </a:lnTo>
                  <a:lnTo>
                    <a:pt x="1602" y="743"/>
                  </a:lnTo>
                  <a:lnTo>
                    <a:pt x="1617" y="759"/>
                  </a:lnTo>
                  <a:lnTo>
                    <a:pt x="1635" y="786"/>
                  </a:lnTo>
                  <a:lnTo>
                    <a:pt x="1654" y="825"/>
                  </a:lnTo>
                  <a:lnTo>
                    <a:pt x="1663" y="849"/>
                  </a:lnTo>
                  <a:lnTo>
                    <a:pt x="1672" y="870"/>
                  </a:lnTo>
                  <a:lnTo>
                    <a:pt x="1680" y="890"/>
                  </a:lnTo>
                  <a:lnTo>
                    <a:pt x="1688" y="908"/>
                  </a:lnTo>
                  <a:lnTo>
                    <a:pt x="1695" y="924"/>
                  </a:lnTo>
                  <a:lnTo>
                    <a:pt x="1701" y="939"/>
                  </a:lnTo>
                  <a:lnTo>
                    <a:pt x="1707" y="953"/>
                  </a:lnTo>
                  <a:lnTo>
                    <a:pt x="1713" y="964"/>
                  </a:lnTo>
                  <a:lnTo>
                    <a:pt x="1718" y="975"/>
                  </a:lnTo>
                  <a:lnTo>
                    <a:pt x="1723" y="986"/>
                  </a:lnTo>
                  <a:lnTo>
                    <a:pt x="1728" y="994"/>
                  </a:lnTo>
                  <a:lnTo>
                    <a:pt x="1734" y="1002"/>
                  </a:lnTo>
                  <a:lnTo>
                    <a:pt x="1739" y="1009"/>
                  </a:lnTo>
                  <a:lnTo>
                    <a:pt x="1744" y="1014"/>
                  </a:lnTo>
                  <a:lnTo>
                    <a:pt x="1750" y="1020"/>
                  </a:lnTo>
                  <a:lnTo>
                    <a:pt x="1755" y="1024"/>
                  </a:lnTo>
                  <a:lnTo>
                    <a:pt x="1764" y="1035"/>
                  </a:lnTo>
                  <a:lnTo>
                    <a:pt x="1771" y="1048"/>
                  </a:lnTo>
                  <a:lnTo>
                    <a:pt x="1774" y="1063"/>
                  </a:lnTo>
                  <a:lnTo>
                    <a:pt x="1777" y="1077"/>
                  </a:lnTo>
                  <a:lnTo>
                    <a:pt x="1779" y="1092"/>
                  </a:lnTo>
                  <a:lnTo>
                    <a:pt x="1782" y="1103"/>
                  </a:lnTo>
                  <a:lnTo>
                    <a:pt x="1787" y="1110"/>
                  </a:lnTo>
                  <a:lnTo>
                    <a:pt x="1794" y="1112"/>
                  </a:lnTo>
                  <a:lnTo>
                    <a:pt x="1799" y="1114"/>
                  </a:lnTo>
                  <a:lnTo>
                    <a:pt x="1800" y="1121"/>
                  </a:lnTo>
                  <a:lnTo>
                    <a:pt x="1797" y="1132"/>
                  </a:lnTo>
                  <a:lnTo>
                    <a:pt x="1795" y="1145"/>
                  </a:lnTo>
                  <a:lnTo>
                    <a:pt x="1793" y="1159"/>
                  </a:lnTo>
                  <a:lnTo>
                    <a:pt x="1795" y="1172"/>
                  </a:lnTo>
                  <a:lnTo>
                    <a:pt x="1802" y="1183"/>
                  </a:lnTo>
                  <a:lnTo>
                    <a:pt x="1816" y="1191"/>
                  </a:lnTo>
                  <a:lnTo>
                    <a:pt x="1825" y="1195"/>
                  </a:lnTo>
                  <a:lnTo>
                    <a:pt x="1836" y="1200"/>
                  </a:lnTo>
                  <a:lnTo>
                    <a:pt x="1845" y="1208"/>
                  </a:lnTo>
                  <a:lnTo>
                    <a:pt x="1854" y="1217"/>
                  </a:lnTo>
                  <a:lnTo>
                    <a:pt x="1863" y="1227"/>
                  </a:lnTo>
                  <a:lnTo>
                    <a:pt x="1872" y="1239"/>
                  </a:lnTo>
                  <a:lnTo>
                    <a:pt x="1881" y="1252"/>
                  </a:lnTo>
                  <a:lnTo>
                    <a:pt x="1892" y="1264"/>
                  </a:lnTo>
                  <a:lnTo>
                    <a:pt x="1901" y="1278"/>
                  </a:lnTo>
                  <a:lnTo>
                    <a:pt x="1911" y="1292"/>
                  </a:lnTo>
                  <a:lnTo>
                    <a:pt x="1921" y="1305"/>
                  </a:lnTo>
                  <a:lnTo>
                    <a:pt x="1931" y="1318"/>
                  </a:lnTo>
                  <a:lnTo>
                    <a:pt x="1942" y="1330"/>
                  </a:lnTo>
                  <a:lnTo>
                    <a:pt x="1953" y="1343"/>
                  </a:lnTo>
                  <a:lnTo>
                    <a:pt x="1964" y="1353"/>
                  </a:lnTo>
                  <a:lnTo>
                    <a:pt x="1976" y="1362"/>
                  </a:lnTo>
                  <a:lnTo>
                    <a:pt x="1988" y="1371"/>
                  </a:lnTo>
                  <a:lnTo>
                    <a:pt x="1999" y="1382"/>
                  </a:lnTo>
                  <a:lnTo>
                    <a:pt x="2008" y="1395"/>
                  </a:lnTo>
                  <a:lnTo>
                    <a:pt x="2017" y="1408"/>
                  </a:lnTo>
                  <a:lnTo>
                    <a:pt x="2025" y="1422"/>
                  </a:lnTo>
                  <a:lnTo>
                    <a:pt x="2033" y="1438"/>
                  </a:lnTo>
                  <a:lnTo>
                    <a:pt x="2041" y="1453"/>
                  </a:lnTo>
                  <a:lnTo>
                    <a:pt x="2048" y="1469"/>
                  </a:lnTo>
                  <a:lnTo>
                    <a:pt x="2054" y="1484"/>
                  </a:lnTo>
                  <a:lnTo>
                    <a:pt x="2061" y="1500"/>
                  </a:lnTo>
                  <a:lnTo>
                    <a:pt x="2068" y="1514"/>
                  </a:lnTo>
                  <a:lnTo>
                    <a:pt x="2075" y="1527"/>
                  </a:lnTo>
                  <a:lnTo>
                    <a:pt x="2084" y="1540"/>
                  </a:lnTo>
                  <a:lnTo>
                    <a:pt x="2092" y="1551"/>
                  </a:lnTo>
                  <a:lnTo>
                    <a:pt x="2101" y="1560"/>
                  </a:lnTo>
                  <a:lnTo>
                    <a:pt x="2110" y="1567"/>
                  </a:lnTo>
                  <a:lnTo>
                    <a:pt x="2126" y="1580"/>
                  </a:lnTo>
                  <a:lnTo>
                    <a:pt x="2137" y="1593"/>
                  </a:lnTo>
                  <a:lnTo>
                    <a:pt x="2143" y="1605"/>
                  </a:lnTo>
                  <a:lnTo>
                    <a:pt x="2146" y="1616"/>
                  </a:lnTo>
                  <a:lnTo>
                    <a:pt x="2149" y="1626"/>
                  </a:lnTo>
                  <a:lnTo>
                    <a:pt x="2154" y="1634"/>
                  </a:lnTo>
                  <a:lnTo>
                    <a:pt x="2161" y="1640"/>
                  </a:lnTo>
                  <a:lnTo>
                    <a:pt x="2174" y="1643"/>
                  </a:lnTo>
                  <a:lnTo>
                    <a:pt x="2186" y="1646"/>
                  </a:lnTo>
                  <a:lnTo>
                    <a:pt x="2190" y="1654"/>
                  </a:lnTo>
                  <a:lnTo>
                    <a:pt x="2190" y="1665"/>
                  </a:lnTo>
                  <a:lnTo>
                    <a:pt x="2188" y="1680"/>
                  </a:lnTo>
                  <a:lnTo>
                    <a:pt x="2188" y="1699"/>
                  </a:lnTo>
                  <a:lnTo>
                    <a:pt x="2192" y="1720"/>
                  </a:lnTo>
                  <a:lnTo>
                    <a:pt x="2203" y="1745"/>
                  </a:lnTo>
                  <a:lnTo>
                    <a:pt x="2225" y="1772"/>
                  </a:lnTo>
                  <a:lnTo>
                    <a:pt x="2239" y="1786"/>
                  </a:lnTo>
                  <a:lnTo>
                    <a:pt x="2251" y="1802"/>
                  </a:lnTo>
                  <a:lnTo>
                    <a:pt x="2261" y="1817"/>
                  </a:lnTo>
                  <a:lnTo>
                    <a:pt x="2270" y="1833"/>
                  </a:lnTo>
                  <a:lnTo>
                    <a:pt x="2278" y="1850"/>
                  </a:lnTo>
                  <a:lnTo>
                    <a:pt x="2287" y="1865"/>
                  </a:lnTo>
                  <a:lnTo>
                    <a:pt x="2294" y="1881"/>
                  </a:lnTo>
                  <a:lnTo>
                    <a:pt x="2301" y="1897"/>
                  </a:lnTo>
                  <a:lnTo>
                    <a:pt x="2308" y="1912"/>
                  </a:lnTo>
                  <a:lnTo>
                    <a:pt x="2315" y="1927"/>
                  </a:lnTo>
                  <a:lnTo>
                    <a:pt x="2323" y="1942"/>
                  </a:lnTo>
                  <a:lnTo>
                    <a:pt x="2332" y="1954"/>
                  </a:lnTo>
                  <a:lnTo>
                    <a:pt x="2341" y="1966"/>
                  </a:lnTo>
                  <a:lnTo>
                    <a:pt x="2351" y="1977"/>
                  </a:lnTo>
                  <a:lnTo>
                    <a:pt x="2363" y="1986"/>
                  </a:lnTo>
                  <a:lnTo>
                    <a:pt x="2376" y="1995"/>
                  </a:lnTo>
                  <a:lnTo>
                    <a:pt x="2398" y="2008"/>
                  </a:lnTo>
                  <a:lnTo>
                    <a:pt x="2408" y="2020"/>
                  </a:lnTo>
                  <a:lnTo>
                    <a:pt x="2410" y="2031"/>
                  </a:lnTo>
                  <a:lnTo>
                    <a:pt x="2409" y="2042"/>
                  </a:lnTo>
                  <a:lnTo>
                    <a:pt x="2406" y="2054"/>
                  </a:lnTo>
                  <a:lnTo>
                    <a:pt x="2407" y="2067"/>
                  </a:lnTo>
                  <a:lnTo>
                    <a:pt x="2415" y="2082"/>
                  </a:lnTo>
                  <a:lnTo>
                    <a:pt x="2433" y="2101"/>
                  </a:lnTo>
                  <a:lnTo>
                    <a:pt x="2441" y="2109"/>
                  </a:lnTo>
                  <a:lnTo>
                    <a:pt x="2448" y="2119"/>
                  </a:lnTo>
                  <a:lnTo>
                    <a:pt x="2455" y="2129"/>
                  </a:lnTo>
                  <a:lnTo>
                    <a:pt x="2460" y="2142"/>
                  </a:lnTo>
                  <a:lnTo>
                    <a:pt x="2465" y="2154"/>
                  </a:lnTo>
                  <a:lnTo>
                    <a:pt x="2469" y="2167"/>
                  </a:lnTo>
                  <a:lnTo>
                    <a:pt x="2472" y="2181"/>
                  </a:lnTo>
                  <a:lnTo>
                    <a:pt x="2475" y="2196"/>
                  </a:lnTo>
                  <a:close/>
                </a:path>
              </a:pathLst>
            </a:custGeom>
            <a:solidFill>
              <a:srgbClr val="33cc99"/>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86" name=""/>
            <p:cNvSpPr/>
            <p:nvPr/>
          </p:nvSpPr>
          <p:spPr>
            <a:xfrm>
              <a:off x="646920" y="3119760"/>
              <a:ext cx="444600" cy="384480"/>
            </a:xfrm>
            <a:custGeom>
              <a:avLst/>
              <a:gdLst/>
              <a:ahLst/>
              <a:rect l="l" t="t" r="r" b="b"/>
              <a:pathLst>
                <a:path w="2475" h="2377">
                  <a:moveTo>
                    <a:pt x="2475" y="2196"/>
                  </a:moveTo>
                  <a:lnTo>
                    <a:pt x="2475" y="2196"/>
                  </a:lnTo>
                  <a:lnTo>
                    <a:pt x="2464" y="2206"/>
                  </a:lnTo>
                  <a:lnTo>
                    <a:pt x="2453" y="2216"/>
                  </a:lnTo>
                  <a:lnTo>
                    <a:pt x="2443" y="2227"/>
                  </a:lnTo>
                  <a:lnTo>
                    <a:pt x="2433" y="2238"/>
                  </a:lnTo>
                  <a:lnTo>
                    <a:pt x="2422" y="2251"/>
                  </a:lnTo>
                  <a:lnTo>
                    <a:pt x="2413" y="2263"/>
                  </a:lnTo>
                  <a:lnTo>
                    <a:pt x="2404" y="2275"/>
                  </a:lnTo>
                  <a:lnTo>
                    <a:pt x="2396" y="2287"/>
                  </a:lnTo>
                  <a:lnTo>
                    <a:pt x="2388" y="2299"/>
                  </a:lnTo>
                  <a:lnTo>
                    <a:pt x="2380" y="2310"/>
                  </a:lnTo>
                  <a:lnTo>
                    <a:pt x="2374" y="2321"/>
                  </a:lnTo>
                  <a:lnTo>
                    <a:pt x="2368" y="2330"/>
                  </a:lnTo>
                  <a:lnTo>
                    <a:pt x="2363" y="2339"/>
                  </a:lnTo>
                  <a:lnTo>
                    <a:pt x="2358" y="2348"/>
                  </a:lnTo>
                  <a:lnTo>
                    <a:pt x="2354" y="2354"/>
                  </a:lnTo>
                  <a:lnTo>
                    <a:pt x="2351" y="2359"/>
                  </a:lnTo>
                  <a:lnTo>
                    <a:pt x="2351" y="2359"/>
                  </a:lnTo>
                  <a:lnTo>
                    <a:pt x="2344" y="2368"/>
                  </a:lnTo>
                  <a:lnTo>
                    <a:pt x="2335" y="2373"/>
                  </a:lnTo>
                  <a:lnTo>
                    <a:pt x="2323" y="2376"/>
                  </a:lnTo>
                  <a:lnTo>
                    <a:pt x="2312" y="2374"/>
                  </a:lnTo>
                  <a:lnTo>
                    <a:pt x="2301" y="2370"/>
                  </a:lnTo>
                  <a:lnTo>
                    <a:pt x="2291" y="2363"/>
                  </a:lnTo>
                  <a:lnTo>
                    <a:pt x="2283" y="2352"/>
                  </a:lnTo>
                  <a:lnTo>
                    <a:pt x="2275" y="2338"/>
                  </a:lnTo>
                  <a:lnTo>
                    <a:pt x="2275" y="2338"/>
                  </a:lnTo>
                  <a:lnTo>
                    <a:pt x="2269" y="2327"/>
                  </a:lnTo>
                  <a:lnTo>
                    <a:pt x="2262" y="2321"/>
                  </a:lnTo>
                  <a:lnTo>
                    <a:pt x="2253" y="2318"/>
                  </a:lnTo>
                  <a:lnTo>
                    <a:pt x="2242" y="2319"/>
                  </a:lnTo>
                  <a:lnTo>
                    <a:pt x="2229" y="2321"/>
                  </a:lnTo>
                  <a:lnTo>
                    <a:pt x="2216" y="2323"/>
                  </a:lnTo>
                  <a:lnTo>
                    <a:pt x="2201" y="2323"/>
                  </a:lnTo>
                  <a:lnTo>
                    <a:pt x="2184" y="2322"/>
                  </a:lnTo>
                  <a:lnTo>
                    <a:pt x="2184" y="2322"/>
                  </a:lnTo>
                  <a:lnTo>
                    <a:pt x="2168" y="2321"/>
                  </a:lnTo>
                  <a:lnTo>
                    <a:pt x="2157" y="2322"/>
                  </a:lnTo>
                  <a:lnTo>
                    <a:pt x="2149" y="2326"/>
                  </a:lnTo>
                  <a:lnTo>
                    <a:pt x="2143" y="2331"/>
                  </a:lnTo>
                  <a:lnTo>
                    <a:pt x="2136" y="2338"/>
                  </a:lnTo>
                  <a:lnTo>
                    <a:pt x="2128" y="2345"/>
                  </a:lnTo>
                  <a:lnTo>
                    <a:pt x="2119" y="2352"/>
                  </a:lnTo>
                  <a:lnTo>
                    <a:pt x="2106" y="2357"/>
                  </a:lnTo>
                  <a:lnTo>
                    <a:pt x="2106" y="2357"/>
                  </a:lnTo>
                  <a:lnTo>
                    <a:pt x="2091" y="2360"/>
                  </a:lnTo>
                  <a:lnTo>
                    <a:pt x="2074" y="2361"/>
                  </a:lnTo>
                  <a:lnTo>
                    <a:pt x="2060" y="2361"/>
                  </a:lnTo>
                  <a:lnTo>
                    <a:pt x="2045" y="2359"/>
                  </a:lnTo>
                  <a:lnTo>
                    <a:pt x="2029" y="2355"/>
                  </a:lnTo>
                  <a:lnTo>
                    <a:pt x="2014" y="2348"/>
                  </a:lnTo>
                  <a:lnTo>
                    <a:pt x="1998" y="2339"/>
                  </a:lnTo>
                  <a:lnTo>
                    <a:pt x="1981" y="2328"/>
                  </a:lnTo>
                  <a:lnTo>
                    <a:pt x="1981" y="2328"/>
                  </a:lnTo>
                  <a:lnTo>
                    <a:pt x="1966" y="2318"/>
                  </a:lnTo>
                  <a:lnTo>
                    <a:pt x="1953" y="2315"/>
                  </a:lnTo>
                  <a:lnTo>
                    <a:pt x="1943" y="2315"/>
                  </a:lnTo>
                  <a:lnTo>
                    <a:pt x="1935" y="2318"/>
                  </a:lnTo>
                  <a:lnTo>
                    <a:pt x="1927" y="2323"/>
                  </a:lnTo>
                  <a:lnTo>
                    <a:pt x="1923" y="2328"/>
                  </a:lnTo>
                  <a:lnTo>
                    <a:pt x="1921" y="2332"/>
                  </a:lnTo>
                  <a:lnTo>
                    <a:pt x="1920" y="2334"/>
                  </a:lnTo>
                  <a:lnTo>
                    <a:pt x="1920" y="2334"/>
                  </a:lnTo>
                  <a:lnTo>
                    <a:pt x="1920" y="2337"/>
                  </a:lnTo>
                  <a:lnTo>
                    <a:pt x="1921" y="2344"/>
                  </a:lnTo>
                  <a:lnTo>
                    <a:pt x="1921" y="2353"/>
                  </a:lnTo>
                  <a:lnTo>
                    <a:pt x="1920" y="2361"/>
                  </a:lnTo>
                  <a:lnTo>
                    <a:pt x="1915" y="2368"/>
                  </a:lnTo>
                  <a:lnTo>
                    <a:pt x="1907" y="2371"/>
                  </a:lnTo>
                  <a:lnTo>
                    <a:pt x="1895" y="2369"/>
                  </a:lnTo>
                  <a:lnTo>
                    <a:pt x="1875" y="2359"/>
                  </a:lnTo>
                  <a:lnTo>
                    <a:pt x="1875" y="2359"/>
                  </a:lnTo>
                  <a:lnTo>
                    <a:pt x="1857" y="2348"/>
                  </a:lnTo>
                  <a:lnTo>
                    <a:pt x="1844" y="2341"/>
                  </a:lnTo>
                  <a:lnTo>
                    <a:pt x="1836" y="2339"/>
                  </a:lnTo>
                  <a:lnTo>
                    <a:pt x="1829" y="2341"/>
                  </a:lnTo>
                  <a:lnTo>
                    <a:pt x="1825" y="2348"/>
                  </a:lnTo>
                  <a:lnTo>
                    <a:pt x="1821" y="2354"/>
                  </a:lnTo>
                  <a:lnTo>
                    <a:pt x="1818" y="2363"/>
                  </a:lnTo>
                  <a:lnTo>
                    <a:pt x="1812" y="2371"/>
                  </a:lnTo>
                  <a:lnTo>
                    <a:pt x="1812" y="2371"/>
                  </a:lnTo>
                  <a:lnTo>
                    <a:pt x="1804" y="2376"/>
                  </a:lnTo>
                  <a:lnTo>
                    <a:pt x="1794" y="2377"/>
                  </a:lnTo>
                  <a:lnTo>
                    <a:pt x="1782" y="2373"/>
                  </a:lnTo>
                  <a:lnTo>
                    <a:pt x="1769" y="2366"/>
                  </a:lnTo>
                  <a:lnTo>
                    <a:pt x="1753" y="2356"/>
                  </a:lnTo>
                  <a:lnTo>
                    <a:pt x="1736" y="2344"/>
                  </a:lnTo>
                  <a:lnTo>
                    <a:pt x="1715" y="2330"/>
                  </a:lnTo>
                  <a:lnTo>
                    <a:pt x="1692" y="2316"/>
                  </a:lnTo>
                  <a:lnTo>
                    <a:pt x="1692" y="2316"/>
                  </a:lnTo>
                  <a:lnTo>
                    <a:pt x="1669" y="2305"/>
                  </a:lnTo>
                  <a:lnTo>
                    <a:pt x="1654" y="2298"/>
                  </a:lnTo>
                  <a:lnTo>
                    <a:pt x="1642" y="2295"/>
                  </a:lnTo>
                  <a:lnTo>
                    <a:pt x="1632" y="2294"/>
                  </a:lnTo>
                  <a:lnTo>
                    <a:pt x="1625" y="2296"/>
                  </a:lnTo>
                  <a:lnTo>
                    <a:pt x="1617" y="2297"/>
                  </a:lnTo>
                  <a:lnTo>
                    <a:pt x="1609" y="2299"/>
                  </a:lnTo>
                  <a:lnTo>
                    <a:pt x="1598" y="2300"/>
                  </a:lnTo>
                  <a:lnTo>
                    <a:pt x="1598" y="2300"/>
                  </a:lnTo>
                  <a:lnTo>
                    <a:pt x="1588" y="2301"/>
                  </a:lnTo>
                  <a:lnTo>
                    <a:pt x="1579" y="2304"/>
                  </a:lnTo>
                  <a:lnTo>
                    <a:pt x="1573" y="2307"/>
                  </a:lnTo>
                  <a:lnTo>
                    <a:pt x="1569" y="2310"/>
                  </a:lnTo>
                  <a:lnTo>
                    <a:pt x="1564" y="2312"/>
                  </a:lnTo>
                  <a:lnTo>
                    <a:pt x="1560" y="2313"/>
                  </a:lnTo>
                  <a:lnTo>
                    <a:pt x="1553" y="2310"/>
                  </a:lnTo>
                  <a:lnTo>
                    <a:pt x="1545" y="2304"/>
                  </a:lnTo>
                  <a:lnTo>
                    <a:pt x="1545" y="2304"/>
                  </a:lnTo>
                  <a:lnTo>
                    <a:pt x="1536" y="2297"/>
                  </a:lnTo>
                  <a:lnTo>
                    <a:pt x="1525" y="2290"/>
                  </a:lnTo>
                  <a:lnTo>
                    <a:pt x="1516" y="2287"/>
                  </a:lnTo>
                  <a:lnTo>
                    <a:pt x="1506" y="2284"/>
                  </a:lnTo>
                  <a:lnTo>
                    <a:pt x="1497" y="2283"/>
                  </a:lnTo>
                  <a:lnTo>
                    <a:pt x="1487" y="2283"/>
                  </a:lnTo>
                  <a:lnTo>
                    <a:pt x="1478" y="2284"/>
                  </a:lnTo>
                  <a:lnTo>
                    <a:pt x="1469" y="2285"/>
                  </a:lnTo>
                  <a:lnTo>
                    <a:pt x="1469" y="2285"/>
                  </a:lnTo>
                  <a:lnTo>
                    <a:pt x="1460" y="2286"/>
                  </a:lnTo>
                  <a:lnTo>
                    <a:pt x="1452" y="2286"/>
                  </a:lnTo>
                  <a:lnTo>
                    <a:pt x="1443" y="2284"/>
                  </a:lnTo>
                  <a:lnTo>
                    <a:pt x="1436" y="2280"/>
                  </a:lnTo>
                  <a:lnTo>
                    <a:pt x="1428" y="2276"/>
                  </a:lnTo>
                  <a:lnTo>
                    <a:pt x="1424" y="2270"/>
                  </a:lnTo>
                  <a:lnTo>
                    <a:pt x="1421" y="2263"/>
                  </a:lnTo>
                  <a:lnTo>
                    <a:pt x="1422" y="2255"/>
                  </a:lnTo>
                  <a:lnTo>
                    <a:pt x="1422" y="2255"/>
                  </a:lnTo>
                  <a:lnTo>
                    <a:pt x="1422" y="2246"/>
                  </a:lnTo>
                  <a:lnTo>
                    <a:pt x="1420" y="2237"/>
                  </a:lnTo>
                  <a:lnTo>
                    <a:pt x="1417" y="2229"/>
                  </a:lnTo>
                  <a:lnTo>
                    <a:pt x="1412" y="2222"/>
                  </a:lnTo>
                  <a:lnTo>
                    <a:pt x="1407" y="2217"/>
                  </a:lnTo>
                  <a:lnTo>
                    <a:pt x="1401" y="2214"/>
                  </a:lnTo>
                  <a:lnTo>
                    <a:pt x="1396" y="2214"/>
                  </a:lnTo>
                  <a:lnTo>
                    <a:pt x="1392" y="2218"/>
                  </a:lnTo>
                  <a:lnTo>
                    <a:pt x="1392" y="2218"/>
                  </a:lnTo>
                  <a:lnTo>
                    <a:pt x="1385" y="2225"/>
                  </a:lnTo>
                  <a:lnTo>
                    <a:pt x="1379" y="2223"/>
                  </a:lnTo>
                  <a:lnTo>
                    <a:pt x="1373" y="2216"/>
                  </a:lnTo>
                  <a:lnTo>
                    <a:pt x="1365" y="2208"/>
                  </a:lnTo>
                  <a:lnTo>
                    <a:pt x="1365" y="2208"/>
                  </a:lnTo>
                  <a:lnTo>
                    <a:pt x="1360" y="2204"/>
                  </a:lnTo>
                  <a:lnTo>
                    <a:pt x="1354" y="2201"/>
                  </a:lnTo>
                  <a:lnTo>
                    <a:pt x="1348" y="2198"/>
                  </a:lnTo>
                  <a:lnTo>
                    <a:pt x="1342" y="2198"/>
                  </a:lnTo>
                  <a:lnTo>
                    <a:pt x="1335" y="2199"/>
                  </a:lnTo>
                  <a:lnTo>
                    <a:pt x="1327" y="2202"/>
                  </a:lnTo>
                  <a:lnTo>
                    <a:pt x="1319" y="2208"/>
                  </a:lnTo>
                  <a:lnTo>
                    <a:pt x="1310" y="2216"/>
                  </a:lnTo>
                  <a:lnTo>
                    <a:pt x="1310" y="2216"/>
                  </a:lnTo>
                  <a:lnTo>
                    <a:pt x="1301" y="2224"/>
                  </a:lnTo>
                  <a:lnTo>
                    <a:pt x="1292" y="2230"/>
                  </a:lnTo>
                  <a:lnTo>
                    <a:pt x="1282" y="2234"/>
                  </a:lnTo>
                  <a:lnTo>
                    <a:pt x="1274" y="2235"/>
                  </a:lnTo>
                  <a:lnTo>
                    <a:pt x="1265" y="2234"/>
                  </a:lnTo>
                  <a:lnTo>
                    <a:pt x="1256" y="2229"/>
                  </a:lnTo>
                  <a:lnTo>
                    <a:pt x="1247" y="2222"/>
                  </a:lnTo>
                  <a:lnTo>
                    <a:pt x="1237" y="2212"/>
                  </a:lnTo>
                  <a:lnTo>
                    <a:pt x="1237" y="2212"/>
                  </a:lnTo>
                  <a:lnTo>
                    <a:pt x="1225" y="2201"/>
                  </a:lnTo>
                  <a:lnTo>
                    <a:pt x="1213" y="2192"/>
                  </a:lnTo>
                  <a:lnTo>
                    <a:pt x="1200" y="2183"/>
                  </a:lnTo>
                  <a:lnTo>
                    <a:pt x="1187" y="2177"/>
                  </a:lnTo>
                  <a:lnTo>
                    <a:pt x="1174" y="2175"/>
                  </a:lnTo>
                  <a:lnTo>
                    <a:pt x="1164" y="2176"/>
                  </a:lnTo>
                  <a:lnTo>
                    <a:pt x="1156" y="2180"/>
                  </a:lnTo>
                  <a:lnTo>
                    <a:pt x="1151" y="2189"/>
                  </a:lnTo>
                  <a:lnTo>
                    <a:pt x="1151" y="2189"/>
                  </a:lnTo>
                  <a:lnTo>
                    <a:pt x="1147" y="2200"/>
                  </a:lnTo>
                  <a:lnTo>
                    <a:pt x="1140" y="2209"/>
                  </a:lnTo>
                  <a:lnTo>
                    <a:pt x="1131" y="2216"/>
                  </a:lnTo>
                  <a:lnTo>
                    <a:pt x="1122" y="2221"/>
                  </a:lnTo>
                  <a:lnTo>
                    <a:pt x="1112" y="2225"/>
                  </a:lnTo>
                  <a:lnTo>
                    <a:pt x="1102" y="2226"/>
                  </a:lnTo>
                  <a:lnTo>
                    <a:pt x="1093" y="2226"/>
                  </a:lnTo>
                  <a:lnTo>
                    <a:pt x="1083" y="2224"/>
                  </a:lnTo>
                  <a:lnTo>
                    <a:pt x="1083" y="2224"/>
                  </a:lnTo>
                  <a:lnTo>
                    <a:pt x="1075" y="2219"/>
                  </a:lnTo>
                  <a:lnTo>
                    <a:pt x="1067" y="2212"/>
                  </a:lnTo>
                  <a:lnTo>
                    <a:pt x="1059" y="2203"/>
                  </a:lnTo>
                  <a:lnTo>
                    <a:pt x="1049" y="2193"/>
                  </a:lnTo>
                  <a:lnTo>
                    <a:pt x="1037" y="2183"/>
                  </a:lnTo>
                  <a:lnTo>
                    <a:pt x="1022" y="2174"/>
                  </a:lnTo>
                  <a:lnTo>
                    <a:pt x="1003" y="2167"/>
                  </a:lnTo>
                  <a:lnTo>
                    <a:pt x="979" y="2163"/>
                  </a:lnTo>
                  <a:lnTo>
                    <a:pt x="979" y="2163"/>
                  </a:lnTo>
                  <a:lnTo>
                    <a:pt x="959" y="2157"/>
                  </a:lnTo>
                  <a:lnTo>
                    <a:pt x="947" y="2146"/>
                  </a:lnTo>
                  <a:lnTo>
                    <a:pt x="942" y="2130"/>
                  </a:lnTo>
                  <a:lnTo>
                    <a:pt x="942" y="2112"/>
                  </a:lnTo>
                  <a:lnTo>
                    <a:pt x="944" y="2094"/>
                  </a:lnTo>
                  <a:lnTo>
                    <a:pt x="948" y="2075"/>
                  </a:lnTo>
                  <a:lnTo>
                    <a:pt x="949" y="2058"/>
                  </a:lnTo>
                  <a:lnTo>
                    <a:pt x="947" y="2045"/>
                  </a:lnTo>
                  <a:lnTo>
                    <a:pt x="947" y="2045"/>
                  </a:lnTo>
                  <a:lnTo>
                    <a:pt x="944" y="2032"/>
                  </a:lnTo>
                  <a:lnTo>
                    <a:pt x="945" y="2017"/>
                  </a:lnTo>
                  <a:lnTo>
                    <a:pt x="948" y="2001"/>
                  </a:lnTo>
                  <a:lnTo>
                    <a:pt x="954" y="1984"/>
                  </a:lnTo>
                  <a:lnTo>
                    <a:pt x="960" y="1968"/>
                  </a:lnTo>
                  <a:lnTo>
                    <a:pt x="967" y="1952"/>
                  </a:lnTo>
                  <a:lnTo>
                    <a:pt x="973" y="1936"/>
                  </a:lnTo>
                  <a:lnTo>
                    <a:pt x="977" y="1924"/>
                  </a:lnTo>
                  <a:lnTo>
                    <a:pt x="977" y="1924"/>
                  </a:lnTo>
                  <a:lnTo>
                    <a:pt x="978" y="1911"/>
                  </a:lnTo>
                  <a:lnTo>
                    <a:pt x="977" y="1896"/>
                  </a:lnTo>
                  <a:lnTo>
                    <a:pt x="974" y="1878"/>
                  </a:lnTo>
                  <a:lnTo>
                    <a:pt x="970" y="1860"/>
                  </a:lnTo>
                  <a:lnTo>
                    <a:pt x="965" y="1842"/>
                  </a:lnTo>
                  <a:lnTo>
                    <a:pt x="961" y="1825"/>
                  </a:lnTo>
                  <a:lnTo>
                    <a:pt x="959" y="1811"/>
                  </a:lnTo>
                  <a:lnTo>
                    <a:pt x="959" y="1800"/>
                  </a:lnTo>
                  <a:lnTo>
                    <a:pt x="959" y="1800"/>
                  </a:lnTo>
                  <a:lnTo>
                    <a:pt x="959" y="1791"/>
                  </a:lnTo>
                  <a:lnTo>
                    <a:pt x="956" y="1782"/>
                  </a:lnTo>
                  <a:lnTo>
                    <a:pt x="950" y="1774"/>
                  </a:lnTo>
                  <a:lnTo>
                    <a:pt x="942" y="1768"/>
                  </a:lnTo>
                  <a:lnTo>
                    <a:pt x="930" y="1761"/>
                  </a:lnTo>
                  <a:lnTo>
                    <a:pt x="918" y="1755"/>
                  </a:lnTo>
                  <a:lnTo>
                    <a:pt x="905" y="1748"/>
                  </a:lnTo>
                  <a:lnTo>
                    <a:pt x="892" y="1741"/>
                  </a:lnTo>
                  <a:lnTo>
                    <a:pt x="892" y="1741"/>
                  </a:lnTo>
                  <a:lnTo>
                    <a:pt x="878" y="1735"/>
                  </a:lnTo>
                  <a:lnTo>
                    <a:pt x="867" y="1735"/>
                  </a:lnTo>
                  <a:lnTo>
                    <a:pt x="856" y="1737"/>
                  </a:lnTo>
                  <a:lnTo>
                    <a:pt x="845" y="1742"/>
                  </a:lnTo>
                  <a:lnTo>
                    <a:pt x="832" y="1748"/>
                  </a:lnTo>
                  <a:lnTo>
                    <a:pt x="818" y="1754"/>
                  </a:lnTo>
                  <a:lnTo>
                    <a:pt x="803" y="1759"/>
                  </a:lnTo>
                  <a:lnTo>
                    <a:pt x="783" y="1763"/>
                  </a:lnTo>
                  <a:lnTo>
                    <a:pt x="783" y="1763"/>
                  </a:lnTo>
                  <a:lnTo>
                    <a:pt x="765" y="1764"/>
                  </a:lnTo>
                  <a:lnTo>
                    <a:pt x="753" y="1759"/>
                  </a:lnTo>
                  <a:lnTo>
                    <a:pt x="746" y="1751"/>
                  </a:lnTo>
                  <a:lnTo>
                    <a:pt x="743" y="1740"/>
                  </a:lnTo>
                  <a:lnTo>
                    <a:pt x="743" y="1729"/>
                  </a:lnTo>
                  <a:lnTo>
                    <a:pt x="746" y="1719"/>
                  </a:lnTo>
                  <a:lnTo>
                    <a:pt x="750" y="1711"/>
                  </a:lnTo>
                  <a:lnTo>
                    <a:pt x="755" y="1708"/>
                  </a:lnTo>
                  <a:lnTo>
                    <a:pt x="755" y="1708"/>
                  </a:lnTo>
                  <a:lnTo>
                    <a:pt x="761" y="1705"/>
                  </a:lnTo>
                  <a:lnTo>
                    <a:pt x="768" y="1698"/>
                  </a:lnTo>
                  <a:lnTo>
                    <a:pt x="775" y="1687"/>
                  </a:lnTo>
                  <a:lnTo>
                    <a:pt x="781" y="1674"/>
                  </a:lnTo>
                  <a:lnTo>
                    <a:pt x="785" y="1660"/>
                  </a:lnTo>
                  <a:lnTo>
                    <a:pt x="788" y="1645"/>
                  </a:lnTo>
                  <a:lnTo>
                    <a:pt x="784" y="1630"/>
                  </a:lnTo>
                  <a:lnTo>
                    <a:pt x="777" y="1616"/>
                  </a:lnTo>
                  <a:lnTo>
                    <a:pt x="777" y="1616"/>
                  </a:lnTo>
                  <a:lnTo>
                    <a:pt x="770" y="1604"/>
                  </a:lnTo>
                  <a:lnTo>
                    <a:pt x="767" y="1594"/>
                  </a:lnTo>
                  <a:lnTo>
                    <a:pt x="767" y="1583"/>
                  </a:lnTo>
                  <a:lnTo>
                    <a:pt x="770" y="1575"/>
                  </a:lnTo>
                  <a:lnTo>
                    <a:pt x="775" y="1568"/>
                  </a:lnTo>
                  <a:lnTo>
                    <a:pt x="782" y="1562"/>
                  </a:lnTo>
                  <a:lnTo>
                    <a:pt x="791" y="1557"/>
                  </a:lnTo>
                  <a:lnTo>
                    <a:pt x="800" y="1553"/>
                  </a:lnTo>
                  <a:lnTo>
                    <a:pt x="800" y="1553"/>
                  </a:lnTo>
                  <a:lnTo>
                    <a:pt x="807" y="1548"/>
                  </a:lnTo>
                  <a:lnTo>
                    <a:pt x="811" y="1539"/>
                  </a:lnTo>
                  <a:lnTo>
                    <a:pt x="811" y="1525"/>
                  </a:lnTo>
                  <a:lnTo>
                    <a:pt x="810" y="1510"/>
                  </a:lnTo>
                  <a:lnTo>
                    <a:pt x="806" y="1493"/>
                  </a:lnTo>
                  <a:lnTo>
                    <a:pt x="803" y="1474"/>
                  </a:lnTo>
                  <a:lnTo>
                    <a:pt x="800" y="1455"/>
                  </a:lnTo>
                  <a:lnTo>
                    <a:pt x="798" y="1434"/>
                  </a:lnTo>
                  <a:lnTo>
                    <a:pt x="798" y="1434"/>
                  </a:lnTo>
                  <a:lnTo>
                    <a:pt x="796" y="1415"/>
                  </a:lnTo>
                  <a:lnTo>
                    <a:pt x="792" y="1400"/>
                  </a:lnTo>
                  <a:lnTo>
                    <a:pt x="785" y="1385"/>
                  </a:lnTo>
                  <a:lnTo>
                    <a:pt x="778" y="1374"/>
                  </a:lnTo>
                  <a:lnTo>
                    <a:pt x="769" y="1364"/>
                  </a:lnTo>
                  <a:lnTo>
                    <a:pt x="758" y="1355"/>
                  </a:lnTo>
                  <a:lnTo>
                    <a:pt x="746" y="1346"/>
                  </a:lnTo>
                  <a:lnTo>
                    <a:pt x="732" y="1337"/>
                  </a:lnTo>
                  <a:lnTo>
                    <a:pt x="732" y="1337"/>
                  </a:lnTo>
                  <a:lnTo>
                    <a:pt x="720" y="1327"/>
                  </a:lnTo>
                  <a:lnTo>
                    <a:pt x="712" y="1319"/>
                  </a:lnTo>
                  <a:lnTo>
                    <a:pt x="707" y="1311"/>
                  </a:lnTo>
                  <a:lnTo>
                    <a:pt x="703" y="1303"/>
                  </a:lnTo>
                  <a:lnTo>
                    <a:pt x="701" y="1295"/>
                  </a:lnTo>
                  <a:lnTo>
                    <a:pt x="698" y="1283"/>
                  </a:lnTo>
                  <a:lnTo>
                    <a:pt x="694" y="1271"/>
                  </a:lnTo>
                  <a:lnTo>
                    <a:pt x="688" y="1255"/>
                  </a:lnTo>
                  <a:lnTo>
                    <a:pt x="688" y="1255"/>
                  </a:lnTo>
                  <a:lnTo>
                    <a:pt x="680" y="1240"/>
                  </a:lnTo>
                  <a:lnTo>
                    <a:pt x="674" y="1231"/>
                  </a:lnTo>
                  <a:lnTo>
                    <a:pt x="668" y="1227"/>
                  </a:lnTo>
                  <a:lnTo>
                    <a:pt x="662" y="1227"/>
                  </a:lnTo>
                  <a:lnTo>
                    <a:pt x="655" y="1229"/>
                  </a:lnTo>
                  <a:lnTo>
                    <a:pt x="648" y="1233"/>
                  </a:lnTo>
                  <a:lnTo>
                    <a:pt x="640" y="1238"/>
                  </a:lnTo>
                  <a:lnTo>
                    <a:pt x="630" y="1241"/>
                  </a:lnTo>
                  <a:lnTo>
                    <a:pt x="630" y="1241"/>
                  </a:lnTo>
                  <a:lnTo>
                    <a:pt x="621" y="1241"/>
                  </a:lnTo>
                  <a:lnTo>
                    <a:pt x="613" y="1239"/>
                  </a:lnTo>
                  <a:lnTo>
                    <a:pt x="608" y="1234"/>
                  </a:lnTo>
                  <a:lnTo>
                    <a:pt x="603" y="1228"/>
                  </a:lnTo>
                  <a:lnTo>
                    <a:pt x="598" y="1220"/>
                  </a:lnTo>
                  <a:lnTo>
                    <a:pt x="593" y="1211"/>
                  </a:lnTo>
                  <a:lnTo>
                    <a:pt x="586" y="1201"/>
                  </a:lnTo>
                  <a:lnTo>
                    <a:pt x="579" y="1190"/>
                  </a:lnTo>
                  <a:lnTo>
                    <a:pt x="579" y="1190"/>
                  </a:lnTo>
                  <a:lnTo>
                    <a:pt x="571" y="1179"/>
                  </a:lnTo>
                  <a:lnTo>
                    <a:pt x="565" y="1173"/>
                  </a:lnTo>
                  <a:lnTo>
                    <a:pt x="559" y="1169"/>
                  </a:lnTo>
                  <a:lnTo>
                    <a:pt x="552" y="1168"/>
                  </a:lnTo>
                  <a:lnTo>
                    <a:pt x="545" y="1168"/>
                  </a:lnTo>
                  <a:lnTo>
                    <a:pt x="536" y="1170"/>
                  </a:lnTo>
                  <a:lnTo>
                    <a:pt x="526" y="1172"/>
                  </a:lnTo>
                  <a:lnTo>
                    <a:pt x="514" y="1175"/>
                  </a:lnTo>
                  <a:lnTo>
                    <a:pt x="514" y="1175"/>
                  </a:lnTo>
                  <a:lnTo>
                    <a:pt x="503" y="1176"/>
                  </a:lnTo>
                  <a:lnTo>
                    <a:pt x="495" y="1174"/>
                  </a:lnTo>
                  <a:lnTo>
                    <a:pt x="490" y="1170"/>
                  </a:lnTo>
                  <a:lnTo>
                    <a:pt x="488" y="1163"/>
                  </a:lnTo>
                  <a:lnTo>
                    <a:pt x="486" y="1154"/>
                  </a:lnTo>
                  <a:lnTo>
                    <a:pt x="488" y="1145"/>
                  </a:lnTo>
                  <a:lnTo>
                    <a:pt x="489" y="1134"/>
                  </a:lnTo>
                  <a:lnTo>
                    <a:pt x="490" y="1124"/>
                  </a:lnTo>
                  <a:lnTo>
                    <a:pt x="490" y="1124"/>
                  </a:lnTo>
                  <a:lnTo>
                    <a:pt x="489" y="1116"/>
                  </a:lnTo>
                  <a:lnTo>
                    <a:pt x="485" y="1109"/>
                  </a:lnTo>
                  <a:lnTo>
                    <a:pt x="480" y="1103"/>
                  </a:lnTo>
                  <a:lnTo>
                    <a:pt x="473" y="1098"/>
                  </a:lnTo>
                  <a:lnTo>
                    <a:pt x="463" y="1095"/>
                  </a:lnTo>
                  <a:lnTo>
                    <a:pt x="451" y="1094"/>
                  </a:lnTo>
                  <a:lnTo>
                    <a:pt x="438" y="1093"/>
                  </a:lnTo>
                  <a:lnTo>
                    <a:pt x="422" y="1094"/>
                  </a:lnTo>
                  <a:lnTo>
                    <a:pt x="422" y="1094"/>
                  </a:lnTo>
                  <a:lnTo>
                    <a:pt x="407" y="1096"/>
                  </a:lnTo>
                  <a:lnTo>
                    <a:pt x="393" y="1099"/>
                  </a:lnTo>
                  <a:lnTo>
                    <a:pt x="380" y="1100"/>
                  </a:lnTo>
                  <a:lnTo>
                    <a:pt x="369" y="1100"/>
                  </a:lnTo>
                  <a:lnTo>
                    <a:pt x="358" y="1098"/>
                  </a:lnTo>
                  <a:lnTo>
                    <a:pt x="348" y="1092"/>
                  </a:lnTo>
                  <a:lnTo>
                    <a:pt x="339" y="1082"/>
                  </a:lnTo>
                  <a:lnTo>
                    <a:pt x="330" y="1069"/>
                  </a:lnTo>
                  <a:lnTo>
                    <a:pt x="330" y="1069"/>
                  </a:lnTo>
                  <a:lnTo>
                    <a:pt x="321" y="1057"/>
                  </a:lnTo>
                  <a:lnTo>
                    <a:pt x="309" y="1050"/>
                  </a:lnTo>
                  <a:lnTo>
                    <a:pt x="295" y="1047"/>
                  </a:lnTo>
                  <a:lnTo>
                    <a:pt x="279" y="1046"/>
                  </a:lnTo>
                  <a:lnTo>
                    <a:pt x="263" y="1047"/>
                  </a:lnTo>
                  <a:lnTo>
                    <a:pt x="247" y="1047"/>
                  </a:lnTo>
                  <a:lnTo>
                    <a:pt x="229" y="1045"/>
                  </a:lnTo>
                  <a:lnTo>
                    <a:pt x="212" y="1039"/>
                  </a:lnTo>
                  <a:lnTo>
                    <a:pt x="212" y="1039"/>
                  </a:lnTo>
                  <a:lnTo>
                    <a:pt x="198" y="1028"/>
                  </a:lnTo>
                  <a:lnTo>
                    <a:pt x="190" y="1016"/>
                  </a:lnTo>
                  <a:lnTo>
                    <a:pt x="184" y="1002"/>
                  </a:lnTo>
                  <a:lnTo>
                    <a:pt x="182" y="986"/>
                  </a:lnTo>
                  <a:lnTo>
                    <a:pt x="180" y="969"/>
                  </a:lnTo>
                  <a:lnTo>
                    <a:pt x="180" y="953"/>
                  </a:lnTo>
                  <a:lnTo>
                    <a:pt x="177" y="937"/>
                  </a:lnTo>
                  <a:lnTo>
                    <a:pt x="173" y="922"/>
                  </a:lnTo>
                  <a:lnTo>
                    <a:pt x="173" y="922"/>
                  </a:lnTo>
                  <a:lnTo>
                    <a:pt x="165" y="911"/>
                  </a:lnTo>
                  <a:lnTo>
                    <a:pt x="154" y="905"/>
                  </a:lnTo>
                  <a:lnTo>
                    <a:pt x="141" y="902"/>
                  </a:lnTo>
                  <a:lnTo>
                    <a:pt x="125" y="902"/>
                  </a:lnTo>
                  <a:lnTo>
                    <a:pt x="110" y="902"/>
                  </a:lnTo>
                  <a:lnTo>
                    <a:pt x="95" y="903"/>
                  </a:lnTo>
                  <a:lnTo>
                    <a:pt x="80" y="902"/>
                  </a:lnTo>
                  <a:lnTo>
                    <a:pt x="67" y="898"/>
                  </a:lnTo>
                  <a:lnTo>
                    <a:pt x="67" y="898"/>
                  </a:lnTo>
                  <a:lnTo>
                    <a:pt x="57" y="891"/>
                  </a:lnTo>
                  <a:lnTo>
                    <a:pt x="51" y="882"/>
                  </a:lnTo>
                  <a:lnTo>
                    <a:pt x="47" y="871"/>
                  </a:lnTo>
                  <a:lnTo>
                    <a:pt x="45" y="860"/>
                  </a:lnTo>
                  <a:lnTo>
                    <a:pt x="43" y="848"/>
                  </a:lnTo>
                  <a:lnTo>
                    <a:pt x="39" y="837"/>
                  </a:lnTo>
                  <a:lnTo>
                    <a:pt x="30" y="825"/>
                  </a:lnTo>
                  <a:lnTo>
                    <a:pt x="18" y="816"/>
                  </a:lnTo>
                  <a:lnTo>
                    <a:pt x="18" y="816"/>
                  </a:lnTo>
                  <a:lnTo>
                    <a:pt x="7" y="808"/>
                  </a:lnTo>
                  <a:lnTo>
                    <a:pt x="1" y="799"/>
                  </a:lnTo>
                  <a:lnTo>
                    <a:pt x="0" y="790"/>
                  </a:lnTo>
                  <a:lnTo>
                    <a:pt x="2" y="781"/>
                  </a:lnTo>
                  <a:lnTo>
                    <a:pt x="7" y="773"/>
                  </a:lnTo>
                  <a:lnTo>
                    <a:pt x="14" y="766"/>
                  </a:lnTo>
                  <a:lnTo>
                    <a:pt x="21" y="761"/>
                  </a:lnTo>
                  <a:lnTo>
                    <a:pt x="28" y="757"/>
                  </a:lnTo>
                  <a:lnTo>
                    <a:pt x="28" y="757"/>
                  </a:lnTo>
                  <a:lnTo>
                    <a:pt x="33" y="752"/>
                  </a:lnTo>
                  <a:lnTo>
                    <a:pt x="37" y="743"/>
                  </a:lnTo>
                  <a:lnTo>
                    <a:pt x="40" y="732"/>
                  </a:lnTo>
                  <a:lnTo>
                    <a:pt x="40" y="719"/>
                  </a:lnTo>
                  <a:lnTo>
                    <a:pt x="37" y="706"/>
                  </a:lnTo>
                  <a:lnTo>
                    <a:pt x="32" y="692"/>
                  </a:lnTo>
                  <a:lnTo>
                    <a:pt x="24" y="678"/>
                  </a:lnTo>
                  <a:lnTo>
                    <a:pt x="14" y="665"/>
                  </a:lnTo>
                  <a:lnTo>
                    <a:pt x="14" y="665"/>
                  </a:lnTo>
                  <a:lnTo>
                    <a:pt x="4" y="654"/>
                  </a:lnTo>
                  <a:lnTo>
                    <a:pt x="0" y="645"/>
                  </a:lnTo>
                  <a:lnTo>
                    <a:pt x="0" y="638"/>
                  </a:lnTo>
                  <a:lnTo>
                    <a:pt x="3" y="631"/>
                  </a:lnTo>
                  <a:lnTo>
                    <a:pt x="8" y="624"/>
                  </a:lnTo>
                  <a:lnTo>
                    <a:pt x="13" y="617"/>
                  </a:lnTo>
                  <a:lnTo>
                    <a:pt x="16" y="608"/>
                  </a:lnTo>
                  <a:lnTo>
                    <a:pt x="18" y="596"/>
                  </a:lnTo>
                  <a:lnTo>
                    <a:pt x="18" y="596"/>
                  </a:lnTo>
                  <a:lnTo>
                    <a:pt x="19" y="585"/>
                  </a:lnTo>
                  <a:lnTo>
                    <a:pt x="22" y="576"/>
                  </a:lnTo>
                  <a:lnTo>
                    <a:pt x="26" y="571"/>
                  </a:lnTo>
                  <a:lnTo>
                    <a:pt x="32" y="568"/>
                  </a:lnTo>
                  <a:lnTo>
                    <a:pt x="39" y="567"/>
                  </a:lnTo>
                  <a:lnTo>
                    <a:pt x="47" y="566"/>
                  </a:lnTo>
                  <a:lnTo>
                    <a:pt x="55" y="566"/>
                  </a:lnTo>
                  <a:lnTo>
                    <a:pt x="63" y="565"/>
                  </a:lnTo>
                  <a:lnTo>
                    <a:pt x="63" y="565"/>
                  </a:lnTo>
                  <a:lnTo>
                    <a:pt x="71" y="563"/>
                  </a:lnTo>
                  <a:lnTo>
                    <a:pt x="79" y="559"/>
                  </a:lnTo>
                  <a:lnTo>
                    <a:pt x="87" y="553"/>
                  </a:lnTo>
                  <a:lnTo>
                    <a:pt x="95" y="545"/>
                  </a:lnTo>
                  <a:lnTo>
                    <a:pt x="101" y="537"/>
                  </a:lnTo>
                  <a:lnTo>
                    <a:pt x="106" y="527"/>
                  </a:lnTo>
                  <a:lnTo>
                    <a:pt x="110" y="519"/>
                  </a:lnTo>
                  <a:lnTo>
                    <a:pt x="112" y="510"/>
                  </a:lnTo>
                  <a:lnTo>
                    <a:pt x="112" y="510"/>
                  </a:lnTo>
                  <a:lnTo>
                    <a:pt x="112" y="502"/>
                  </a:lnTo>
                  <a:lnTo>
                    <a:pt x="112" y="496"/>
                  </a:lnTo>
                  <a:lnTo>
                    <a:pt x="112" y="490"/>
                  </a:lnTo>
                  <a:lnTo>
                    <a:pt x="112" y="484"/>
                  </a:lnTo>
                  <a:lnTo>
                    <a:pt x="113" y="478"/>
                  </a:lnTo>
                  <a:lnTo>
                    <a:pt x="114" y="473"/>
                  </a:lnTo>
                  <a:lnTo>
                    <a:pt x="116" y="467"/>
                  </a:lnTo>
                  <a:lnTo>
                    <a:pt x="120" y="461"/>
                  </a:lnTo>
                  <a:lnTo>
                    <a:pt x="120" y="461"/>
                  </a:lnTo>
                  <a:lnTo>
                    <a:pt x="126" y="455"/>
                  </a:lnTo>
                  <a:lnTo>
                    <a:pt x="134" y="451"/>
                  </a:lnTo>
                  <a:lnTo>
                    <a:pt x="146" y="447"/>
                  </a:lnTo>
                  <a:lnTo>
                    <a:pt x="158" y="444"/>
                  </a:lnTo>
                  <a:lnTo>
                    <a:pt x="170" y="442"/>
                  </a:lnTo>
                  <a:lnTo>
                    <a:pt x="182" y="440"/>
                  </a:lnTo>
                  <a:lnTo>
                    <a:pt x="194" y="439"/>
                  </a:lnTo>
                  <a:lnTo>
                    <a:pt x="202" y="439"/>
                  </a:lnTo>
                  <a:lnTo>
                    <a:pt x="202" y="439"/>
                  </a:lnTo>
                  <a:lnTo>
                    <a:pt x="207" y="437"/>
                  </a:lnTo>
                  <a:lnTo>
                    <a:pt x="211" y="432"/>
                  </a:lnTo>
                  <a:lnTo>
                    <a:pt x="213" y="423"/>
                  </a:lnTo>
                  <a:lnTo>
                    <a:pt x="213" y="413"/>
                  </a:lnTo>
                  <a:lnTo>
                    <a:pt x="211" y="403"/>
                  </a:lnTo>
                  <a:lnTo>
                    <a:pt x="207" y="392"/>
                  </a:lnTo>
                  <a:lnTo>
                    <a:pt x="201" y="383"/>
                  </a:lnTo>
                  <a:lnTo>
                    <a:pt x="192" y="375"/>
                  </a:lnTo>
                  <a:lnTo>
                    <a:pt x="192" y="375"/>
                  </a:lnTo>
                  <a:lnTo>
                    <a:pt x="185" y="368"/>
                  </a:lnTo>
                  <a:lnTo>
                    <a:pt x="184" y="361"/>
                  </a:lnTo>
                  <a:lnTo>
                    <a:pt x="186" y="352"/>
                  </a:lnTo>
                  <a:lnTo>
                    <a:pt x="192" y="344"/>
                  </a:lnTo>
                  <a:lnTo>
                    <a:pt x="199" y="335"/>
                  </a:lnTo>
                  <a:lnTo>
                    <a:pt x="206" y="325"/>
                  </a:lnTo>
                  <a:lnTo>
                    <a:pt x="213" y="317"/>
                  </a:lnTo>
                  <a:lnTo>
                    <a:pt x="218" y="310"/>
                  </a:lnTo>
                  <a:lnTo>
                    <a:pt x="218" y="310"/>
                  </a:lnTo>
                  <a:lnTo>
                    <a:pt x="221" y="305"/>
                  </a:lnTo>
                  <a:lnTo>
                    <a:pt x="226" y="300"/>
                  </a:lnTo>
                  <a:lnTo>
                    <a:pt x="232" y="294"/>
                  </a:lnTo>
                  <a:lnTo>
                    <a:pt x="240" y="288"/>
                  </a:lnTo>
                  <a:lnTo>
                    <a:pt x="248" y="281"/>
                  </a:lnTo>
                  <a:lnTo>
                    <a:pt x="256" y="274"/>
                  </a:lnTo>
                  <a:lnTo>
                    <a:pt x="264" y="268"/>
                  </a:lnTo>
                  <a:lnTo>
                    <a:pt x="272" y="262"/>
                  </a:lnTo>
                  <a:lnTo>
                    <a:pt x="272" y="262"/>
                  </a:lnTo>
                  <a:lnTo>
                    <a:pt x="278" y="275"/>
                  </a:lnTo>
                  <a:lnTo>
                    <a:pt x="284" y="290"/>
                  </a:lnTo>
                  <a:lnTo>
                    <a:pt x="293" y="302"/>
                  </a:lnTo>
                  <a:lnTo>
                    <a:pt x="300" y="314"/>
                  </a:lnTo>
                  <a:lnTo>
                    <a:pt x="308" y="323"/>
                  </a:lnTo>
                  <a:lnTo>
                    <a:pt x="316" y="331"/>
                  </a:lnTo>
                  <a:lnTo>
                    <a:pt x="325" y="334"/>
                  </a:lnTo>
                  <a:lnTo>
                    <a:pt x="334" y="333"/>
                  </a:lnTo>
                  <a:lnTo>
                    <a:pt x="334" y="333"/>
                  </a:lnTo>
                  <a:lnTo>
                    <a:pt x="346" y="331"/>
                  </a:lnTo>
                  <a:lnTo>
                    <a:pt x="359" y="328"/>
                  </a:lnTo>
                  <a:lnTo>
                    <a:pt x="372" y="327"/>
                  </a:lnTo>
                  <a:lnTo>
                    <a:pt x="388" y="324"/>
                  </a:lnTo>
                  <a:lnTo>
                    <a:pt x="402" y="320"/>
                  </a:lnTo>
                  <a:lnTo>
                    <a:pt x="415" y="313"/>
                  </a:lnTo>
                  <a:lnTo>
                    <a:pt x="426" y="303"/>
                  </a:lnTo>
                  <a:lnTo>
                    <a:pt x="436" y="288"/>
                  </a:lnTo>
                  <a:lnTo>
                    <a:pt x="436" y="288"/>
                  </a:lnTo>
                  <a:lnTo>
                    <a:pt x="446" y="269"/>
                  </a:lnTo>
                  <a:lnTo>
                    <a:pt x="456" y="250"/>
                  </a:lnTo>
                  <a:lnTo>
                    <a:pt x="466" y="232"/>
                  </a:lnTo>
                  <a:lnTo>
                    <a:pt x="476" y="214"/>
                  </a:lnTo>
                  <a:lnTo>
                    <a:pt x="485" y="199"/>
                  </a:lnTo>
                  <a:lnTo>
                    <a:pt x="493" y="187"/>
                  </a:lnTo>
                  <a:lnTo>
                    <a:pt x="498" y="178"/>
                  </a:lnTo>
                  <a:lnTo>
                    <a:pt x="500" y="175"/>
                  </a:lnTo>
                  <a:lnTo>
                    <a:pt x="500" y="175"/>
                  </a:lnTo>
                  <a:lnTo>
                    <a:pt x="500" y="173"/>
                  </a:lnTo>
                  <a:lnTo>
                    <a:pt x="501" y="169"/>
                  </a:lnTo>
                  <a:lnTo>
                    <a:pt x="503" y="163"/>
                  </a:lnTo>
                  <a:lnTo>
                    <a:pt x="506" y="157"/>
                  </a:lnTo>
                  <a:lnTo>
                    <a:pt x="512" y="154"/>
                  </a:lnTo>
                  <a:lnTo>
                    <a:pt x="520" y="153"/>
                  </a:lnTo>
                  <a:lnTo>
                    <a:pt x="532" y="157"/>
                  </a:lnTo>
                  <a:lnTo>
                    <a:pt x="549" y="167"/>
                  </a:lnTo>
                  <a:lnTo>
                    <a:pt x="549" y="167"/>
                  </a:lnTo>
                  <a:lnTo>
                    <a:pt x="564" y="180"/>
                  </a:lnTo>
                  <a:lnTo>
                    <a:pt x="575" y="188"/>
                  </a:lnTo>
                  <a:lnTo>
                    <a:pt x="582" y="195"/>
                  </a:lnTo>
                  <a:lnTo>
                    <a:pt x="586" y="201"/>
                  </a:lnTo>
                  <a:lnTo>
                    <a:pt x="586" y="207"/>
                  </a:lnTo>
                  <a:lnTo>
                    <a:pt x="582" y="214"/>
                  </a:lnTo>
                  <a:lnTo>
                    <a:pt x="576" y="224"/>
                  </a:lnTo>
                  <a:lnTo>
                    <a:pt x="567" y="237"/>
                  </a:lnTo>
                  <a:lnTo>
                    <a:pt x="567" y="237"/>
                  </a:lnTo>
                  <a:lnTo>
                    <a:pt x="559" y="254"/>
                  </a:lnTo>
                  <a:lnTo>
                    <a:pt x="555" y="275"/>
                  </a:lnTo>
                  <a:lnTo>
                    <a:pt x="553" y="299"/>
                  </a:lnTo>
                  <a:lnTo>
                    <a:pt x="555" y="322"/>
                  </a:lnTo>
                  <a:lnTo>
                    <a:pt x="558" y="345"/>
                  </a:lnTo>
                  <a:lnTo>
                    <a:pt x="564" y="363"/>
                  </a:lnTo>
                  <a:lnTo>
                    <a:pt x="572" y="377"/>
                  </a:lnTo>
                  <a:lnTo>
                    <a:pt x="581" y="384"/>
                  </a:lnTo>
                  <a:lnTo>
                    <a:pt x="581" y="384"/>
                  </a:lnTo>
                  <a:lnTo>
                    <a:pt x="592" y="388"/>
                  </a:lnTo>
                  <a:lnTo>
                    <a:pt x="599" y="395"/>
                  </a:lnTo>
                  <a:lnTo>
                    <a:pt x="605" y="403"/>
                  </a:lnTo>
                  <a:lnTo>
                    <a:pt x="610" y="412"/>
                  </a:lnTo>
                  <a:lnTo>
                    <a:pt x="613" y="421"/>
                  </a:lnTo>
                  <a:lnTo>
                    <a:pt x="615" y="429"/>
                  </a:lnTo>
                  <a:lnTo>
                    <a:pt x="616" y="435"/>
                  </a:lnTo>
                  <a:lnTo>
                    <a:pt x="616" y="437"/>
                  </a:lnTo>
                  <a:lnTo>
                    <a:pt x="616" y="437"/>
                  </a:lnTo>
                  <a:lnTo>
                    <a:pt x="617" y="438"/>
                  </a:lnTo>
                  <a:lnTo>
                    <a:pt x="619" y="441"/>
                  </a:lnTo>
                  <a:lnTo>
                    <a:pt x="622" y="446"/>
                  </a:lnTo>
                  <a:lnTo>
                    <a:pt x="627" y="451"/>
                  </a:lnTo>
                  <a:lnTo>
                    <a:pt x="633" y="457"/>
                  </a:lnTo>
                  <a:lnTo>
                    <a:pt x="641" y="461"/>
                  </a:lnTo>
                  <a:lnTo>
                    <a:pt x="648" y="465"/>
                  </a:lnTo>
                  <a:lnTo>
                    <a:pt x="657" y="467"/>
                  </a:lnTo>
                  <a:lnTo>
                    <a:pt x="657" y="467"/>
                  </a:lnTo>
                  <a:lnTo>
                    <a:pt x="666" y="466"/>
                  </a:lnTo>
                  <a:lnTo>
                    <a:pt x="673" y="461"/>
                  </a:lnTo>
                  <a:lnTo>
                    <a:pt x="680" y="455"/>
                  </a:lnTo>
                  <a:lnTo>
                    <a:pt x="685" y="446"/>
                  </a:lnTo>
                  <a:lnTo>
                    <a:pt x="691" y="437"/>
                  </a:lnTo>
                  <a:lnTo>
                    <a:pt x="696" y="427"/>
                  </a:lnTo>
                  <a:lnTo>
                    <a:pt x="702" y="420"/>
                  </a:lnTo>
                  <a:lnTo>
                    <a:pt x="708" y="414"/>
                  </a:lnTo>
                  <a:lnTo>
                    <a:pt x="708" y="414"/>
                  </a:lnTo>
                  <a:lnTo>
                    <a:pt x="714" y="408"/>
                  </a:lnTo>
                  <a:lnTo>
                    <a:pt x="719" y="402"/>
                  </a:lnTo>
                  <a:lnTo>
                    <a:pt x="726" y="396"/>
                  </a:lnTo>
                  <a:lnTo>
                    <a:pt x="734" y="391"/>
                  </a:lnTo>
                  <a:lnTo>
                    <a:pt x="744" y="386"/>
                  </a:lnTo>
                  <a:lnTo>
                    <a:pt x="757" y="382"/>
                  </a:lnTo>
                  <a:lnTo>
                    <a:pt x="773" y="378"/>
                  </a:lnTo>
                  <a:lnTo>
                    <a:pt x="794" y="377"/>
                  </a:lnTo>
                  <a:lnTo>
                    <a:pt x="794" y="377"/>
                  </a:lnTo>
                  <a:lnTo>
                    <a:pt x="815" y="374"/>
                  </a:lnTo>
                  <a:lnTo>
                    <a:pt x="831" y="367"/>
                  </a:lnTo>
                  <a:lnTo>
                    <a:pt x="845" y="357"/>
                  </a:lnTo>
                  <a:lnTo>
                    <a:pt x="854" y="344"/>
                  </a:lnTo>
                  <a:lnTo>
                    <a:pt x="861" y="331"/>
                  </a:lnTo>
                  <a:lnTo>
                    <a:pt x="864" y="315"/>
                  </a:lnTo>
                  <a:lnTo>
                    <a:pt x="866" y="302"/>
                  </a:lnTo>
                  <a:lnTo>
                    <a:pt x="867" y="290"/>
                  </a:lnTo>
                  <a:lnTo>
                    <a:pt x="867" y="290"/>
                  </a:lnTo>
                  <a:lnTo>
                    <a:pt x="867" y="278"/>
                  </a:lnTo>
                  <a:lnTo>
                    <a:pt x="867" y="266"/>
                  </a:lnTo>
                  <a:lnTo>
                    <a:pt x="866" y="253"/>
                  </a:lnTo>
                  <a:lnTo>
                    <a:pt x="866" y="240"/>
                  </a:lnTo>
                  <a:lnTo>
                    <a:pt x="866" y="226"/>
                  </a:lnTo>
                  <a:lnTo>
                    <a:pt x="867" y="213"/>
                  </a:lnTo>
                  <a:lnTo>
                    <a:pt x="869" y="203"/>
                  </a:lnTo>
                  <a:lnTo>
                    <a:pt x="871" y="194"/>
                  </a:lnTo>
                  <a:lnTo>
                    <a:pt x="871" y="194"/>
                  </a:lnTo>
                  <a:lnTo>
                    <a:pt x="875" y="187"/>
                  </a:lnTo>
                  <a:lnTo>
                    <a:pt x="879" y="178"/>
                  </a:lnTo>
                  <a:lnTo>
                    <a:pt x="884" y="171"/>
                  </a:lnTo>
                  <a:lnTo>
                    <a:pt x="888" y="162"/>
                  </a:lnTo>
                  <a:lnTo>
                    <a:pt x="890" y="154"/>
                  </a:lnTo>
                  <a:lnTo>
                    <a:pt x="889" y="145"/>
                  </a:lnTo>
                  <a:lnTo>
                    <a:pt x="884" y="136"/>
                  </a:lnTo>
                  <a:lnTo>
                    <a:pt x="875" y="126"/>
                  </a:lnTo>
                  <a:lnTo>
                    <a:pt x="875" y="126"/>
                  </a:lnTo>
                  <a:lnTo>
                    <a:pt x="863" y="117"/>
                  </a:lnTo>
                  <a:lnTo>
                    <a:pt x="850" y="108"/>
                  </a:lnTo>
                  <a:lnTo>
                    <a:pt x="837" y="99"/>
                  </a:lnTo>
                  <a:lnTo>
                    <a:pt x="824" y="89"/>
                  </a:lnTo>
                  <a:lnTo>
                    <a:pt x="814" y="78"/>
                  </a:lnTo>
                  <a:lnTo>
                    <a:pt x="807" y="66"/>
                  </a:lnTo>
                  <a:lnTo>
                    <a:pt x="804" y="52"/>
                  </a:lnTo>
                  <a:lnTo>
                    <a:pt x="806" y="37"/>
                  </a:lnTo>
                  <a:lnTo>
                    <a:pt x="806" y="37"/>
                  </a:lnTo>
                  <a:lnTo>
                    <a:pt x="807" y="32"/>
                  </a:lnTo>
                  <a:lnTo>
                    <a:pt x="808" y="27"/>
                  </a:lnTo>
                  <a:lnTo>
                    <a:pt x="810" y="22"/>
                  </a:lnTo>
                  <a:lnTo>
                    <a:pt x="811" y="18"/>
                  </a:lnTo>
                  <a:lnTo>
                    <a:pt x="813" y="13"/>
                  </a:lnTo>
                  <a:lnTo>
                    <a:pt x="814" y="9"/>
                  </a:lnTo>
                  <a:lnTo>
                    <a:pt x="816" y="4"/>
                  </a:lnTo>
                  <a:lnTo>
                    <a:pt x="818" y="0"/>
                  </a:lnTo>
                  <a:lnTo>
                    <a:pt x="818" y="0"/>
                  </a:lnTo>
                  <a:lnTo>
                    <a:pt x="824" y="3"/>
                  </a:lnTo>
                  <a:lnTo>
                    <a:pt x="830" y="6"/>
                  </a:lnTo>
                  <a:lnTo>
                    <a:pt x="839" y="8"/>
                  </a:lnTo>
                  <a:lnTo>
                    <a:pt x="848" y="10"/>
                  </a:lnTo>
                  <a:lnTo>
                    <a:pt x="848" y="10"/>
                  </a:lnTo>
                  <a:lnTo>
                    <a:pt x="873" y="19"/>
                  </a:lnTo>
                  <a:lnTo>
                    <a:pt x="894" y="28"/>
                  </a:lnTo>
                  <a:lnTo>
                    <a:pt x="908" y="37"/>
                  </a:lnTo>
                  <a:lnTo>
                    <a:pt x="919" y="45"/>
                  </a:lnTo>
                  <a:lnTo>
                    <a:pt x="927" y="50"/>
                  </a:lnTo>
                  <a:lnTo>
                    <a:pt x="934" y="54"/>
                  </a:lnTo>
                  <a:lnTo>
                    <a:pt x="941" y="54"/>
                  </a:lnTo>
                  <a:lnTo>
                    <a:pt x="948" y="52"/>
                  </a:lnTo>
                  <a:lnTo>
                    <a:pt x="948" y="52"/>
                  </a:lnTo>
                  <a:lnTo>
                    <a:pt x="955" y="48"/>
                  </a:lnTo>
                  <a:lnTo>
                    <a:pt x="962" y="45"/>
                  </a:lnTo>
                  <a:lnTo>
                    <a:pt x="969" y="44"/>
                  </a:lnTo>
                  <a:lnTo>
                    <a:pt x="977" y="45"/>
                  </a:lnTo>
                  <a:lnTo>
                    <a:pt x="987" y="51"/>
                  </a:lnTo>
                  <a:lnTo>
                    <a:pt x="999" y="61"/>
                  </a:lnTo>
                  <a:lnTo>
                    <a:pt x="1012" y="77"/>
                  </a:lnTo>
                  <a:lnTo>
                    <a:pt x="1029" y="100"/>
                  </a:lnTo>
                  <a:lnTo>
                    <a:pt x="1029" y="100"/>
                  </a:lnTo>
                  <a:lnTo>
                    <a:pt x="1040" y="114"/>
                  </a:lnTo>
                  <a:lnTo>
                    <a:pt x="1053" y="132"/>
                  </a:lnTo>
                  <a:lnTo>
                    <a:pt x="1067" y="151"/>
                  </a:lnTo>
                  <a:lnTo>
                    <a:pt x="1083" y="172"/>
                  </a:lnTo>
                  <a:lnTo>
                    <a:pt x="1102" y="195"/>
                  </a:lnTo>
                  <a:lnTo>
                    <a:pt x="1121" y="217"/>
                  </a:lnTo>
                  <a:lnTo>
                    <a:pt x="1142" y="242"/>
                  </a:lnTo>
                  <a:lnTo>
                    <a:pt x="1162" y="265"/>
                  </a:lnTo>
                  <a:lnTo>
                    <a:pt x="1183" y="289"/>
                  </a:lnTo>
                  <a:lnTo>
                    <a:pt x="1205" y="311"/>
                  </a:lnTo>
                  <a:lnTo>
                    <a:pt x="1226" y="333"/>
                  </a:lnTo>
                  <a:lnTo>
                    <a:pt x="1248" y="353"/>
                  </a:lnTo>
                  <a:lnTo>
                    <a:pt x="1269" y="371"/>
                  </a:lnTo>
                  <a:lnTo>
                    <a:pt x="1290" y="387"/>
                  </a:lnTo>
                  <a:lnTo>
                    <a:pt x="1308" y="400"/>
                  </a:lnTo>
                  <a:lnTo>
                    <a:pt x="1326" y="409"/>
                  </a:lnTo>
                  <a:lnTo>
                    <a:pt x="1326" y="409"/>
                  </a:lnTo>
                  <a:lnTo>
                    <a:pt x="1355" y="424"/>
                  </a:lnTo>
                  <a:lnTo>
                    <a:pt x="1375" y="437"/>
                  </a:lnTo>
                  <a:lnTo>
                    <a:pt x="1389" y="448"/>
                  </a:lnTo>
                  <a:lnTo>
                    <a:pt x="1398" y="457"/>
                  </a:lnTo>
                  <a:lnTo>
                    <a:pt x="1406" y="463"/>
                  </a:lnTo>
                  <a:lnTo>
                    <a:pt x="1415" y="467"/>
                  </a:lnTo>
                  <a:lnTo>
                    <a:pt x="1427" y="467"/>
                  </a:lnTo>
                  <a:lnTo>
                    <a:pt x="1447" y="465"/>
                  </a:lnTo>
                  <a:lnTo>
                    <a:pt x="1447" y="465"/>
                  </a:lnTo>
                  <a:lnTo>
                    <a:pt x="1466" y="462"/>
                  </a:lnTo>
                  <a:lnTo>
                    <a:pt x="1478" y="463"/>
                  </a:lnTo>
                  <a:lnTo>
                    <a:pt x="1487" y="466"/>
                  </a:lnTo>
                  <a:lnTo>
                    <a:pt x="1492" y="472"/>
                  </a:lnTo>
                  <a:lnTo>
                    <a:pt x="1495" y="482"/>
                  </a:lnTo>
                  <a:lnTo>
                    <a:pt x="1498" y="492"/>
                  </a:lnTo>
                  <a:lnTo>
                    <a:pt x="1503" y="504"/>
                  </a:lnTo>
                  <a:lnTo>
                    <a:pt x="1511" y="518"/>
                  </a:lnTo>
                  <a:lnTo>
                    <a:pt x="1511" y="518"/>
                  </a:lnTo>
                  <a:lnTo>
                    <a:pt x="1519" y="532"/>
                  </a:lnTo>
                  <a:lnTo>
                    <a:pt x="1524" y="542"/>
                  </a:lnTo>
                  <a:lnTo>
                    <a:pt x="1526" y="550"/>
                  </a:lnTo>
                  <a:lnTo>
                    <a:pt x="1527" y="557"/>
                  </a:lnTo>
                  <a:lnTo>
                    <a:pt x="1526" y="564"/>
                  </a:lnTo>
                  <a:lnTo>
                    <a:pt x="1524" y="572"/>
                  </a:lnTo>
                  <a:lnTo>
                    <a:pt x="1523" y="581"/>
                  </a:lnTo>
                  <a:lnTo>
                    <a:pt x="1522" y="595"/>
                  </a:lnTo>
                  <a:lnTo>
                    <a:pt x="1522" y="595"/>
                  </a:lnTo>
                  <a:lnTo>
                    <a:pt x="1524" y="606"/>
                  </a:lnTo>
                  <a:lnTo>
                    <a:pt x="1528" y="613"/>
                  </a:lnTo>
                  <a:lnTo>
                    <a:pt x="1533" y="618"/>
                  </a:lnTo>
                  <a:lnTo>
                    <a:pt x="1541" y="622"/>
                  </a:lnTo>
                  <a:lnTo>
                    <a:pt x="1548" y="628"/>
                  </a:lnTo>
                  <a:lnTo>
                    <a:pt x="1554" y="639"/>
                  </a:lnTo>
                  <a:lnTo>
                    <a:pt x="1559" y="655"/>
                  </a:lnTo>
                  <a:lnTo>
                    <a:pt x="1561" y="678"/>
                  </a:lnTo>
                  <a:lnTo>
                    <a:pt x="1561" y="678"/>
                  </a:lnTo>
                  <a:lnTo>
                    <a:pt x="1564" y="702"/>
                  </a:lnTo>
                  <a:lnTo>
                    <a:pt x="1569" y="715"/>
                  </a:lnTo>
                  <a:lnTo>
                    <a:pt x="1577" y="724"/>
                  </a:lnTo>
                  <a:lnTo>
                    <a:pt x="1589" y="732"/>
                  </a:lnTo>
                  <a:lnTo>
                    <a:pt x="1602" y="743"/>
                  </a:lnTo>
                  <a:lnTo>
                    <a:pt x="1617" y="759"/>
                  </a:lnTo>
                  <a:lnTo>
                    <a:pt x="1635" y="786"/>
                  </a:lnTo>
                  <a:lnTo>
                    <a:pt x="1654" y="825"/>
                  </a:lnTo>
                  <a:lnTo>
                    <a:pt x="1654" y="825"/>
                  </a:lnTo>
                  <a:lnTo>
                    <a:pt x="1663" y="849"/>
                  </a:lnTo>
                  <a:lnTo>
                    <a:pt x="1672" y="870"/>
                  </a:lnTo>
                  <a:lnTo>
                    <a:pt x="1680" y="890"/>
                  </a:lnTo>
                  <a:lnTo>
                    <a:pt x="1688" y="908"/>
                  </a:lnTo>
                  <a:lnTo>
                    <a:pt x="1695" y="924"/>
                  </a:lnTo>
                  <a:lnTo>
                    <a:pt x="1701" y="939"/>
                  </a:lnTo>
                  <a:lnTo>
                    <a:pt x="1707" y="953"/>
                  </a:lnTo>
                  <a:lnTo>
                    <a:pt x="1713" y="964"/>
                  </a:lnTo>
                  <a:lnTo>
                    <a:pt x="1718" y="975"/>
                  </a:lnTo>
                  <a:lnTo>
                    <a:pt x="1723" y="986"/>
                  </a:lnTo>
                  <a:lnTo>
                    <a:pt x="1728" y="994"/>
                  </a:lnTo>
                  <a:lnTo>
                    <a:pt x="1734" y="1002"/>
                  </a:lnTo>
                  <a:lnTo>
                    <a:pt x="1739" y="1009"/>
                  </a:lnTo>
                  <a:lnTo>
                    <a:pt x="1744" y="1014"/>
                  </a:lnTo>
                  <a:lnTo>
                    <a:pt x="1750" y="1020"/>
                  </a:lnTo>
                  <a:lnTo>
                    <a:pt x="1755" y="1024"/>
                  </a:lnTo>
                  <a:lnTo>
                    <a:pt x="1755" y="1024"/>
                  </a:lnTo>
                  <a:lnTo>
                    <a:pt x="1764" y="1035"/>
                  </a:lnTo>
                  <a:lnTo>
                    <a:pt x="1771" y="1048"/>
                  </a:lnTo>
                  <a:lnTo>
                    <a:pt x="1774" y="1063"/>
                  </a:lnTo>
                  <a:lnTo>
                    <a:pt x="1777" y="1077"/>
                  </a:lnTo>
                  <a:lnTo>
                    <a:pt x="1779" y="1092"/>
                  </a:lnTo>
                  <a:lnTo>
                    <a:pt x="1782" y="1103"/>
                  </a:lnTo>
                  <a:lnTo>
                    <a:pt x="1787" y="1110"/>
                  </a:lnTo>
                  <a:lnTo>
                    <a:pt x="1794" y="1112"/>
                  </a:lnTo>
                  <a:lnTo>
                    <a:pt x="1794" y="1112"/>
                  </a:lnTo>
                  <a:lnTo>
                    <a:pt x="1799" y="1114"/>
                  </a:lnTo>
                  <a:lnTo>
                    <a:pt x="1800" y="1121"/>
                  </a:lnTo>
                  <a:lnTo>
                    <a:pt x="1797" y="1132"/>
                  </a:lnTo>
                  <a:lnTo>
                    <a:pt x="1795" y="1145"/>
                  </a:lnTo>
                  <a:lnTo>
                    <a:pt x="1793" y="1159"/>
                  </a:lnTo>
                  <a:lnTo>
                    <a:pt x="1795" y="1172"/>
                  </a:lnTo>
                  <a:lnTo>
                    <a:pt x="1802" y="1183"/>
                  </a:lnTo>
                  <a:lnTo>
                    <a:pt x="1816" y="1191"/>
                  </a:lnTo>
                  <a:lnTo>
                    <a:pt x="1816" y="1191"/>
                  </a:lnTo>
                  <a:lnTo>
                    <a:pt x="1825" y="1195"/>
                  </a:lnTo>
                  <a:lnTo>
                    <a:pt x="1836" y="1200"/>
                  </a:lnTo>
                  <a:lnTo>
                    <a:pt x="1845" y="1208"/>
                  </a:lnTo>
                  <a:lnTo>
                    <a:pt x="1854" y="1217"/>
                  </a:lnTo>
                  <a:lnTo>
                    <a:pt x="1863" y="1227"/>
                  </a:lnTo>
                  <a:lnTo>
                    <a:pt x="1872" y="1239"/>
                  </a:lnTo>
                  <a:lnTo>
                    <a:pt x="1881" y="1252"/>
                  </a:lnTo>
                  <a:lnTo>
                    <a:pt x="1892" y="1264"/>
                  </a:lnTo>
                  <a:lnTo>
                    <a:pt x="1901" y="1278"/>
                  </a:lnTo>
                  <a:lnTo>
                    <a:pt x="1911" y="1292"/>
                  </a:lnTo>
                  <a:lnTo>
                    <a:pt x="1921" y="1305"/>
                  </a:lnTo>
                  <a:lnTo>
                    <a:pt x="1931" y="1318"/>
                  </a:lnTo>
                  <a:lnTo>
                    <a:pt x="1942" y="1330"/>
                  </a:lnTo>
                  <a:lnTo>
                    <a:pt x="1953" y="1343"/>
                  </a:lnTo>
                  <a:lnTo>
                    <a:pt x="1964" y="1353"/>
                  </a:lnTo>
                  <a:lnTo>
                    <a:pt x="1976" y="1362"/>
                  </a:lnTo>
                  <a:lnTo>
                    <a:pt x="1976" y="1362"/>
                  </a:lnTo>
                  <a:lnTo>
                    <a:pt x="1988" y="1371"/>
                  </a:lnTo>
                  <a:lnTo>
                    <a:pt x="1999" y="1382"/>
                  </a:lnTo>
                  <a:lnTo>
                    <a:pt x="2008" y="1395"/>
                  </a:lnTo>
                  <a:lnTo>
                    <a:pt x="2017" y="1408"/>
                  </a:lnTo>
                  <a:lnTo>
                    <a:pt x="2025" y="1422"/>
                  </a:lnTo>
                  <a:lnTo>
                    <a:pt x="2033" y="1438"/>
                  </a:lnTo>
                  <a:lnTo>
                    <a:pt x="2041" y="1453"/>
                  </a:lnTo>
                  <a:lnTo>
                    <a:pt x="2048" y="1469"/>
                  </a:lnTo>
                  <a:lnTo>
                    <a:pt x="2054" y="1484"/>
                  </a:lnTo>
                  <a:lnTo>
                    <a:pt x="2061" y="1500"/>
                  </a:lnTo>
                  <a:lnTo>
                    <a:pt x="2068" y="1514"/>
                  </a:lnTo>
                  <a:lnTo>
                    <a:pt x="2075" y="1527"/>
                  </a:lnTo>
                  <a:lnTo>
                    <a:pt x="2084" y="1540"/>
                  </a:lnTo>
                  <a:lnTo>
                    <a:pt x="2092" y="1551"/>
                  </a:lnTo>
                  <a:lnTo>
                    <a:pt x="2101" y="1560"/>
                  </a:lnTo>
                  <a:lnTo>
                    <a:pt x="2110" y="1567"/>
                  </a:lnTo>
                  <a:lnTo>
                    <a:pt x="2110" y="1567"/>
                  </a:lnTo>
                  <a:lnTo>
                    <a:pt x="2126" y="1580"/>
                  </a:lnTo>
                  <a:lnTo>
                    <a:pt x="2137" y="1593"/>
                  </a:lnTo>
                  <a:lnTo>
                    <a:pt x="2143" y="1605"/>
                  </a:lnTo>
                  <a:lnTo>
                    <a:pt x="2146" y="1616"/>
                  </a:lnTo>
                  <a:lnTo>
                    <a:pt x="2149" y="1626"/>
                  </a:lnTo>
                  <a:lnTo>
                    <a:pt x="2154" y="1634"/>
                  </a:lnTo>
                  <a:lnTo>
                    <a:pt x="2161" y="1640"/>
                  </a:lnTo>
                  <a:lnTo>
                    <a:pt x="2174" y="1643"/>
                  </a:lnTo>
                  <a:lnTo>
                    <a:pt x="2174" y="1643"/>
                  </a:lnTo>
                  <a:lnTo>
                    <a:pt x="2186" y="1646"/>
                  </a:lnTo>
                  <a:lnTo>
                    <a:pt x="2190" y="1654"/>
                  </a:lnTo>
                  <a:lnTo>
                    <a:pt x="2190" y="1665"/>
                  </a:lnTo>
                  <a:lnTo>
                    <a:pt x="2188" y="1680"/>
                  </a:lnTo>
                  <a:lnTo>
                    <a:pt x="2188" y="1699"/>
                  </a:lnTo>
                  <a:lnTo>
                    <a:pt x="2192" y="1720"/>
                  </a:lnTo>
                  <a:lnTo>
                    <a:pt x="2203" y="1745"/>
                  </a:lnTo>
                  <a:lnTo>
                    <a:pt x="2225" y="1772"/>
                  </a:lnTo>
                  <a:lnTo>
                    <a:pt x="2225" y="1772"/>
                  </a:lnTo>
                  <a:lnTo>
                    <a:pt x="2239" y="1786"/>
                  </a:lnTo>
                  <a:lnTo>
                    <a:pt x="2251" y="1802"/>
                  </a:lnTo>
                  <a:lnTo>
                    <a:pt x="2261" y="1817"/>
                  </a:lnTo>
                  <a:lnTo>
                    <a:pt x="2270" y="1833"/>
                  </a:lnTo>
                  <a:lnTo>
                    <a:pt x="2278" y="1850"/>
                  </a:lnTo>
                  <a:lnTo>
                    <a:pt x="2287" y="1865"/>
                  </a:lnTo>
                  <a:lnTo>
                    <a:pt x="2294" y="1881"/>
                  </a:lnTo>
                  <a:lnTo>
                    <a:pt x="2301" y="1897"/>
                  </a:lnTo>
                  <a:lnTo>
                    <a:pt x="2308" y="1912"/>
                  </a:lnTo>
                  <a:lnTo>
                    <a:pt x="2315" y="1927"/>
                  </a:lnTo>
                  <a:lnTo>
                    <a:pt x="2323" y="1942"/>
                  </a:lnTo>
                  <a:lnTo>
                    <a:pt x="2332" y="1954"/>
                  </a:lnTo>
                  <a:lnTo>
                    <a:pt x="2341" y="1966"/>
                  </a:lnTo>
                  <a:lnTo>
                    <a:pt x="2351" y="1977"/>
                  </a:lnTo>
                  <a:lnTo>
                    <a:pt x="2363" y="1986"/>
                  </a:lnTo>
                  <a:lnTo>
                    <a:pt x="2376" y="1995"/>
                  </a:lnTo>
                  <a:lnTo>
                    <a:pt x="2376" y="1995"/>
                  </a:lnTo>
                  <a:lnTo>
                    <a:pt x="2398" y="2008"/>
                  </a:lnTo>
                  <a:lnTo>
                    <a:pt x="2408" y="2020"/>
                  </a:lnTo>
                  <a:lnTo>
                    <a:pt x="2410" y="2031"/>
                  </a:lnTo>
                  <a:lnTo>
                    <a:pt x="2409" y="2042"/>
                  </a:lnTo>
                  <a:lnTo>
                    <a:pt x="2406" y="2054"/>
                  </a:lnTo>
                  <a:lnTo>
                    <a:pt x="2407" y="2067"/>
                  </a:lnTo>
                  <a:lnTo>
                    <a:pt x="2415" y="2082"/>
                  </a:lnTo>
                  <a:lnTo>
                    <a:pt x="2433" y="2101"/>
                  </a:lnTo>
                  <a:lnTo>
                    <a:pt x="2433" y="2101"/>
                  </a:lnTo>
                  <a:lnTo>
                    <a:pt x="2441" y="2109"/>
                  </a:lnTo>
                  <a:lnTo>
                    <a:pt x="2448" y="2119"/>
                  </a:lnTo>
                  <a:lnTo>
                    <a:pt x="2455" y="2129"/>
                  </a:lnTo>
                  <a:lnTo>
                    <a:pt x="2460" y="2142"/>
                  </a:lnTo>
                  <a:lnTo>
                    <a:pt x="2465" y="2154"/>
                  </a:lnTo>
                  <a:lnTo>
                    <a:pt x="2469" y="2167"/>
                  </a:lnTo>
                  <a:lnTo>
                    <a:pt x="2472" y="2181"/>
                  </a:lnTo>
                  <a:lnTo>
                    <a:pt x="2475" y="2196"/>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87" name=""/>
            <p:cNvSpPr/>
            <p:nvPr/>
          </p:nvSpPr>
          <p:spPr>
            <a:xfrm>
              <a:off x="743760" y="3467520"/>
              <a:ext cx="220320" cy="226080"/>
            </a:xfrm>
            <a:custGeom>
              <a:avLst/>
              <a:gdLst/>
              <a:ahLst/>
              <a:rect l="l" t="t" r="r" b="b"/>
              <a:pathLst>
                <a:path w="1228" h="1394">
                  <a:moveTo>
                    <a:pt x="1228" y="216"/>
                  </a:moveTo>
                  <a:lnTo>
                    <a:pt x="1222" y="226"/>
                  </a:lnTo>
                  <a:lnTo>
                    <a:pt x="1215" y="237"/>
                  </a:lnTo>
                  <a:lnTo>
                    <a:pt x="1209" y="248"/>
                  </a:lnTo>
                  <a:lnTo>
                    <a:pt x="1202" y="257"/>
                  </a:lnTo>
                  <a:lnTo>
                    <a:pt x="1195" y="264"/>
                  </a:lnTo>
                  <a:lnTo>
                    <a:pt x="1188" y="271"/>
                  </a:lnTo>
                  <a:lnTo>
                    <a:pt x="1182" y="275"/>
                  </a:lnTo>
                  <a:lnTo>
                    <a:pt x="1176" y="276"/>
                  </a:lnTo>
                  <a:lnTo>
                    <a:pt x="1166" y="277"/>
                  </a:lnTo>
                  <a:lnTo>
                    <a:pt x="1153" y="279"/>
                  </a:lnTo>
                  <a:lnTo>
                    <a:pt x="1139" y="283"/>
                  </a:lnTo>
                  <a:lnTo>
                    <a:pt x="1126" y="288"/>
                  </a:lnTo>
                  <a:lnTo>
                    <a:pt x="1115" y="295"/>
                  </a:lnTo>
                  <a:lnTo>
                    <a:pt x="1106" y="301"/>
                  </a:lnTo>
                  <a:lnTo>
                    <a:pt x="1101" y="307"/>
                  </a:lnTo>
                  <a:lnTo>
                    <a:pt x="1101" y="313"/>
                  </a:lnTo>
                  <a:lnTo>
                    <a:pt x="1103" y="320"/>
                  </a:lnTo>
                  <a:lnTo>
                    <a:pt x="1104" y="330"/>
                  </a:lnTo>
                  <a:lnTo>
                    <a:pt x="1103" y="341"/>
                  </a:lnTo>
                  <a:lnTo>
                    <a:pt x="1102" y="354"/>
                  </a:lnTo>
                  <a:lnTo>
                    <a:pt x="1101" y="365"/>
                  </a:lnTo>
                  <a:lnTo>
                    <a:pt x="1100" y="376"/>
                  </a:lnTo>
                  <a:lnTo>
                    <a:pt x="1101" y="385"/>
                  </a:lnTo>
                  <a:lnTo>
                    <a:pt x="1103" y="392"/>
                  </a:lnTo>
                  <a:lnTo>
                    <a:pt x="1105" y="400"/>
                  </a:lnTo>
                  <a:lnTo>
                    <a:pt x="1105" y="410"/>
                  </a:lnTo>
                  <a:lnTo>
                    <a:pt x="1104" y="421"/>
                  </a:lnTo>
                  <a:lnTo>
                    <a:pt x="1101" y="433"/>
                  </a:lnTo>
                  <a:lnTo>
                    <a:pt x="1097" y="446"/>
                  </a:lnTo>
                  <a:lnTo>
                    <a:pt x="1090" y="457"/>
                  </a:lnTo>
                  <a:lnTo>
                    <a:pt x="1084" y="465"/>
                  </a:lnTo>
                  <a:lnTo>
                    <a:pt x="1076" y="470"/>
                  </a:lnTo>
                  <a:lnTo>
                    <a:pt x="1068" y="474"/>
                  </a:lnTo>
                  <a:lnTo>
                    <a:pt x="1060" y="478"/>
                  </a:lnTo>
                  <a:lnTo>
                    <a:pt x="1052" y="484"/>
                  </a:lnTo>
                  <a:lnTo>
                    <a:pt x="1045" y="490"/>
                  </a:lnTo>
                  <a:lnTo>
                    <a:pt x="1037" y="498"/>
                  </a:lnTo>
                  <a:lnTo>
                    <a:pt x="1030" y="506"/>
                  </a:lnTo>
                  <a:lnTo>
                    <a:pt x="1023" y="513"/>
                  </a:lnTo>
                  <a:lnTo>
                    <a:pt x="1017" y="521"/>
                  </a:lnTo>
                  <a:lnTo>
                    <a:pt x="1010" y="527"/>
                  </a:lnTo>
                  <a:lnTo>
                    <a:pt x="1001" y="529"/>
                  </a:lnTo>
                  <a:lnTo>
                    <a:pt x="991" y="530"/>
                  </a:lnTo>
                  <a:lnTo>
                    <a:pt x="982" y="528"/>
                  </a:lnTo>
                  <a:lnTo>
                    <a:pt x="972" y="526"/>
                  </a:lnTo>
                  <a:lnTo>
                    <a:pt x="962" y="523"/>
                  </a:lnTo>
                  <a:lnTo>
                    <a:pt x="953" y="520"/>
                  </a:lnTo>
                  <a:lnTo>
                    <a:pt x="943" y="519"/>
                  </a:lnTo>
                  <a:lnTo>
                    <a:pt x="932" y="517"/>
                  </a:lnTo>
                  <a:lnTo>
                    <a:pt x="918" y="513"/>
                  </a:lnTo>
                  <a:lnTo>
                    <a:pt x="901" y="508"/>
                  </a:lnTo>
                  <a:lnTo>
                    <a:pt x="883" y="503"/>
                  </a:lnTo>
                  <a:lnTo>
                    <a:pt x="866" y="499"/>
                  </a:lnTo>
                  <a:lnTo>
                    <a:pt x="853" y="495"/>
                  </a:lnTo>
                  <a:lnTo>
                    <a:pt x="842" y="491"/>
                  </a:lnTo>
                  <a:lnTo>
                    <a:pt x="839" y="490"/>
                  </a:lnTo>
                  <a:lnTo>
                    <a:pt x="837" y="489"/>
                  </a:lnTo>
                  <a:lnTo>
                    <a:pt x="832" y="485"/>
                  </a:lnTo>
                  <a:lnTo>
                    <a:pt x="824" y="480"/>
                  </a:lnTo>
                  <a:lnTo>
                    <a:pt x="814" y="476"/>
                  </a:lnTo>
                  <a:lnTo>
                    <a:pt x="804" y="473"/>
                  </a:lnTo>
                  <a:lnTo>
                    <a:pt x="793" y="472"/>
                  </a:lnTo>
                  <a:lnTo>
                    <a:pt x="785" y="476"/>
                  </a:lnTo>
                  <a:lnTo>
                    <a:pt x="778" y="484"/>
                  </a:lnTo>
                  <a:lnTo>
                    <a:pt x="771" y="495"/>
                  </a:lnTo>
                  <a:lnTo>
                    <a:pt x="763" y="503"/>
                  </a:lnTo>
                  <a:lnTo>
                    <a:pt x="753" y="509"/>
                  </a:lnTo>
                  <a:lnTo>
                    <a:pt x="741" y="512"/>
                  </a:lnTo>
                  <a:lnTo>
                    <a:pt x="730" y="514"/>
                  </a:lnTo>
                  <a:lnTo>
                    <a:pt x="720" y="513"/>
                  </a:lnTo>
                  <a:lnTo>
                    <a:pt x="712" y="510"/>
                  </a:lnTo>
                  <a:lnTo>
                    <a:pt x="705" y="505"/>
                  </a:lnTo>
                  <a:lnTo>
                    <a:pt x="700" y="501"/>
                  </a:lnTo>
                  <a:lnTo>
                    <a:pt x="694" y="503"/>
                  </a:lnTo>
                  <a:lnTo>
                    <a:pt x="688" y="509"/>
                  </a:lnTo>
                  <a:lnTo>
                    <a:pt x="684" y="518"/>
                  </a:lnTo>
                  <a:lnTo>
                    <a:pt x="680" y="528"/>
                  </a:lnTo>
                  <a:lnTo>
                    <a:pt x="678" y="539"/>
                  </a:lnTo>
                  <a:lnTo>
                    <a:pt x="678" y="549"/>
                  </a:lnTo>
                  <a:lnTo>
                    <a:pt x="680" y="556"/>
                  </a:lnTo>
                  <a:lnTo>
                    <a:pt x="684" y="562"/>
                  </a:lnTo>
                  <a:lnTo>
                    <a:pt x="686" y="569"/>
                  </a:lnTo>
                  <a:lnTo>
                    <a:pt x="687" y="578"/>
                  </a:lnTo>
                  <a:lnTo>
                    <a:pt x="686" y="586"/>
                  </a:lnTo>
                  <a:lnTo>
                    <a:pt x="683" y="596"/>
                  </a:lnTo>
                  <a:lnTo>
                    <a:pt x="678" y="603"/>
                  </a:lnTo>
                  <a:lnTo>
                    <a:pt x="672" y="607"/>
                  </a:lnTo>
                  <a:lnTo>
                    <a:pt x="664" y="609"/>
                  </a:lnTo>
                  <a:lnTo>
                    <a:pt x="654" y="609"/>
                  </a:lnTo>
                  <a:lnTo>
                    <a:pt x="641" y="611"/>
                  </a:lnTo>
                  <a:lnTo>
                    <a:pt x="629" y="613"/>
                  </a:lnTo>
                  <a:lnTo>
                    <a:pt x="618" y="616"/>
                  </a:lnTo>
                  <a:lnTo>
                    <a:pt x="607" y="621"/>
                  </a:lnTo>
                  <a:lnTo>
                    <a:pt x="597" y="626"/>
                  </a:lnTo>
                  <a:lnTo>
                    <a:pt x="588" y="632"/>
                  </a:lnTo>
                  <a:lnTo>
                    <a:pt x="582" y="639"/>
                  </a:lnTo>
                  <a:lnTo>
                    <a:pt x="576" y="648"/>
                  </a:lnTo>
                  <a:lnTo>
                    <a:pt x="567" y="658"/>
                  </a:lnTo>
                  <a:lnTo>
                    <a:pt x="555" y="670"/>
                  </a:lnTo>
                  <a:lnTo>
                    <a:pt x="542" y="683"/>
                  </a:lnTo>
                  <a:lnTo>
                    <a:pt x="531" y="698"/>
                  </a:lnTo>
                  <a:lnTo>
                    <a:pt x="522" y="712"/>
                  </a:lnTo>
                  <a:lnTo>
                    <a:pt x="517" y="725"/>
                  </a:lnTo>
                  <a:lnTo>
                    <a:pt x="517" y="737"/>
                  </a:lnTo>
                  <a:lnTo>
                    <a:pt x="522" y="750"/>
                  </a:lnTo>
                  <a:lnTo>
                    <a:pt x="527" y="762"/>
                  </a:lnTo>
                  <a:lnTo>
                    <a:pt x="533" y="775"/>
                  </a:lnTo>
                  <a:lnTo>
                    <a:pt x="539" y="787"/>
                  </a:lnTo>
                  <a:lnTo>
                    <a:pt x="542" y="798"/>
                  </a:lnTo>
                  <a:lnTo>
                    <a:pt x="544" y="807"/>
                  </a:lnTo>
                  <a:lnTo>
                    <a:pt x="542" y="814"/>
                  </a:lnTo>
                  <a:lnTo>
                    <a:pt x="535" y="817"/>
                  </a:lnTo>
                  <a:lnTo>
                    <a:pt x="527" y="820"/>
                  </a:lnTo>
                  <a:lnTo>
                    <a:pt x="522" y="826"/>
                  </a:lnTo>
                  <a:lnTo>
                    <a:pt x="521" y="834"/>
                  </a:lnTo>
                  <a:lnTo>
                    <a:pt x="522" y="844"/>
                  </a:lnTo>
                  <a:lnTo>
                    <a:pt x="525" y="854"/>
                  </a:lnTo>
                  <a:lnTo>
                    <a:pt x="531" y="862"/>
                  </a:lnTo>
                  <a:lnTo>
                    <a:pt x="539" y="868"/>
                  </a:lnTo>
                  <a:lnTo>
                    <a:pt x="550" y="870"/>
                  </a:lnTo>
                  <a:lnTo>
                    <a:pt x="560" y="873"/>
                  </a:lnTo>
                  <a:lnTo>
                    <a:pt x="568" y="881"/>
                  </a:lnTo>
                  <a:lnTo>
                    <a:pt x="576" y="892"/>
                  </a:lnTo>
                  <a:lnTo>
                    <a:pt x="581" y="906"/>
                  </a:lnTo>
                  <a:lnTo>
                    <a:pt x="584" y="919"/>
                  </a:lnTo>
                  <a:lnTo>
                    <a:pt x="584" y="931"/>
                  </a:lnTo>
                  <a:lnTo>
                    <a:pt x="580" y="939"/>
                  </a:lnTo>
                  <a:lnTo>
                    <a:pt x="572" y="943"/>
                  </a:lnTo>
                  <a:lnTo>
                    <a:pt x="561" y="948"/>
                  </a:lnTo>
                  <a:lnTo>
                    <a:pt x="549" y="956"/>
                  </a:lnTo>
                  <a:lnTo>
                    <a:pt x="537" y="967"/>
                  </a:lnTo>
                  <a:lnTo>
                    <a:pt x="528" y="980"/>
                  </a:lnTo>
                  <a:lnTo>
                    <a:pt x="523" y="992"/>
                  </a:lnTo>
                  <a:lnTo>
                    <a:pt x="523" y="1004"/>
                  </a:lnTo>
                  <a:lnTo>
                    <a:pt x="530" y="1012"/>
                  </a:lnTo>
                  <a:lnTo>
                    <a:pt x="546" y="1015"/>
                  </a:lnTo>
                  <a:lnTo>
                    <a:pt x="563" y="1018"/>
                  </a:lnTo>
                  <a:lnTo>
                    <a:pt x="577" y="1025"/>
                  </a:lnTo>
                  <a:lnTo>
                    <a:pt x="586" y="1035"/>
                  </a:lnTo>
                  <a:lnTo>
                    <a:pt x="593" y="1048"/>
                  </a:lnTo>
                  <a:lnTo>
                    <a:pt x="596" y="1061"/>
                  </a:lnTo>
                  <a:lnTo>
                    <a:pt x="597" y="1073"/>
                  </a:lnTo>
                  <a:lnTo>
                    <a:pt x="593" y="1084"/>
                  </a:lnTo>
                  <a:lnTo>
                    <a:pt x="588" y="1092"/>
                  </a:lnTo>
                  <a:lnTo>
                    <a:pt x="584" y="1098"/>
                  </a:lnTo>
                  <a:lnTo>
                    <a:pt x="583" y="1101"/>
                  </a:lnTo>
                  <a:lnTo>
                    <a:pt x="585" y="1104"/>
                  </a:lnTo>
                  <a:lnTo>
                    <a:pt x="590" y="1105"/>
                  </a:lnTo>
                  <a:lnTo>
                    <a:pt x="598" y="1107"/>
                  </a:lnTo>
                  <a:lnTo>
                    <a:pt x="607" y="1109"/>
                  </a:lnTo>
                  <a:lnTo>
                    <a:pt x="617" y="1111"/>
                  </a:lnTo>
                  <a:lnTo>
                    <a:pt x="629" y="1115"/>
                  </a:lnTo>
                  <a:lnTo>
                    <a:pt x="642" y="1119"/>
                  </a:lnTo>
                  <a:lnTo>
                    <a:pt x="656" y="1123"/>
                  </a:lnTo>
                  <a:lnTo>
                    <a:pt x="668" y="1127"/>
                  </a:lnTo>
                  <a:lnTo>
                    <a:pt x="679" y="1132"/>
                  </a:lnTo>
                  <a:lnTo>
                    <a:pt x="688" y="1138"/>
                  </a:lnTo>
                  <a:lnTo>
                    <a:pt x="696" y="1144"/>
                  </a:lnTo>
                  <a:lnTo>
                    <a:pt x="700" y="1153"/>
                  </a:lnTo>
                  <a:lnTo>
                    <a:pt x="701" y="1162"/>
                  </a:lnTo>
                  <a:lnTo>
                    <a:pt x="700" y="1172"/>
                  </a:lnTo>
                  <a:lnTo>
                    <a:pt x="699" y="1182"/>
                  </a:lnTo>
                  <a:lnTo>
                    <a:pt x="698" y="1191"/>
                  </a:lnTo>
                  <a:lnTo>
                    <a:pt x="697" y="1200"/>
                  </a:lnTo>
                  <a:lnTo>
                    <a:pt x="693" y="1208"/>
                  </a:lnTo>
                  <a:lnTo>
                    <a:pt x="688" y="1215"/>
                  </a:lnTo>
                  <a:lnTo>
                    <a:pt x="680" y="1221"/>
                  </a:lnTo>
                  <a:lnTo>
                    <a:pt x="670" y="1227"/>
                  </a:lnTo>
                  <a:lnTo>
                    <a:pt x="657" y="1232"/>
                  </a:lnTo>
                  <a:lnTo>
                    <a:pt x="643" y="1238"/>
                  </a:lnTo>
                  <a:lnTo>
                    <a:pt x="630" y="1244"/>
                  </a:lnTo>
                  <a:lnTo>
                    <a:pt x="619" y="1252"/>
                  </a:lnTo>
                  <a:lnTo>
                    <a:pt x="611" y="1260"/>
                  </a:lnTo>
                  <a:lnTo>
                    <a:pt x="605" y="1269"/>
                  </a:lnTo>
                  <a:lnTo>
                    <a:pt x="604" y="1279"/>
                  </a:lnTo>
                  <a:lnTo>
                    <a:pt x="607" y="1290"/>
                  </a:lnTo>
                  <a:lnTo>
                    <a:pt x="612" y="1306"/>
                  </a:lnTo>
                  <a:lnTo>
                    <a:pt x="614" y="1323"/>
                  </a:lnTo>
                  <a:lnTo>
                    <a:pt x="611" y="1341"/>
                  </a:lnTo>
                  <a:lnTo>
                    <a:pt x="604" y="1360"/>
                  </a:lnTo>
                  <a:lnTo>
                    <a:pt x="591" y="1376"/>
                  </a:lnTo>
                  <a:lnTo>
                    <a:pt x="572" y="1388"/>
                  </a:lnTo>
                  <a:lnTo>
                    <a:pt x="548" y="1394"/>
                  </a:lnTo>
                  <a:lnTo>
                    <a:pt x="515" y="1394"/>
                  </a:lnTo>
                  <a:lnTo>
                    <a:pt x="498" y="1392"/>
                  </a:lnTo>
                  <a:lnTo>
                    <a:pt x="479" y="1390"/>
                  </a:lnTo>
                  <a:lnTo>
                    <a:pt x="463" y="1388"/>
                  </a:lnTo>
                  <a:lnTo>
                    <a:pt x="446" y="1385"/>
                  </a:lnTo>
                  <a:lnTo>
                    <a:pt x="430" y="1383"/>
                  </a:lnTo>
                  <a:lnTo>
                    <a:pt x="415" y="1380"/>
                  </a:lnTo>
                  <a:lnTo>
                    <a:pt x="401" y="1376"/>
                  </a:lnTo>
                  <a:lnTo>
                    <a:pt x="387" y="1373"/>
                  </a:lnTo>
                  <a:lnTo>
                    <a:pt x="375" y="1369"/>
                  </a:lnTo>
                  <a:lnTo>
                    <a:pt x="364" y="1365"/>
                  </a:lnTo>
                  <a:lnTo>
                    <a:pt x="354" y="1361"/>
                  </a:lnTo>
                  <a:lnTo>
                    <a:pt x="344" y="1356"/>
                  </a:lnTo>
                  <a:lnTo>
                    <a:pt x="337" y="1351"/>
                  </a:lnTo>
                  <a:lnTo>
                    <a:pt x="331" y="1345"/>
                  </a:lnTo>
                  <a:lnTo>
                    <a:pt x="327" y="1339"/>
                  </a:lnTo>
                  <a:lnTo>
                    <a:pt x="325" y="1333"/>
                  </a:lnTo>
                  <a:lnTo>
                    <a:pt x="322" y="1319"/>
                  </a:lnTo>
                  <a:lnTo>
                    <a:pt x="320" y="1302"/>
                  </a:lnTo>
                  <a:lnTo>
                    <a:pt x="317" y="1282"/>
                  </a:lnTo>
                  <a:lnTo>
                    <a:pt x="314" y="1263"/>
                  </a:lnTo>
                  <a:lnTo>
                    <a:pt x="309" y="1243"/>
                  </a:lnTo>
                  <a:lnTo>
                    <a:pt x="303" y="1225"/>
                  </a:lnTo>
                  <a:lnTo>
                    <a:pt x="293" y="1210"/>
                  </a:lnTo>
                  <a:lnTo>
                    <a:pt x="282" y="1199"/>
                  </a:lnTo>
                  <a:lnTo>
                    <a:pt x="268" y="1189"/>
                  </a:lnTo>
                  <a:lnTo>
                    <a:pt x="252" y="1179"/>
                  </a:lnTo>
                  <a:lnTo>
                    <a:pt x="233" y="1168"/>
                  </a:lnTo>
                  <a:lnTo>
                    <a:pt x="216" y="1158"/>
                  </a:lnTo>
                  <a:lnTo>
                    <a:pt x="200" y="1148"/>
                  </a:lnTo>
                  <a:lnTo>
                    <a:pt x="188" y="1136"/>
                  </a:lnTo>
                  <a:lnTo>
                    <a:pt x="181" y="1126"/>
                  </a:lnTo>
                  <a:lnTo>
                    <a:pt x="182" y="1117"/>
                  </a:lnTo>
                  <a:lnTo>
                    <a:pt x="184" y="1108"/>
                  </a:lnTo>
                  <a:lnTo>
                    <a:pt x="184" y="1096"/>
                  </a:lnTo>
                  <a:lnTo>
                    <a:pt x="183" y="1085"/>
                  </a:lnTo>
                  <a:lnTo>
                    <a:pt x="181" y="1073"/>
                  </a:lnTo>
                  <a:lnTo>
                    <a:pt x="179" y="1061"/>
                  </a:lnTo>
                  <a:lnTo>
                    <a:pt x="178" y="1050"/>
                  </a:lnTo>
                  <a:lnTo>
                    <a:pt x="180" y="1040"/>
                  </a:lnTo>
                  <a:lnTo>
                    <a:pt x="184" y="1033"/>
                  </a:lnTo>
                  <a:lnTo>
                    <a:pt x="190" y="1027"/>
                  </a:lnTo>
                  <a:lnTo>
                    <a:pt x="198" y="1022"/>
                  </a:lnTo>
                  <a:lnTo>
                    <a:pt x="204" y="1017"/>
                  </a:lnTo>
                  <a:lnTo>
                    <a:pt x="210" y="1012"/>
                  </a:lnTo>
                  <a:lnTo>
                    <a:pt x="212" y="1008"/>
                  </a:lnTo>
                  <a:lnTo>
                    <a:pt x="213" y="1003"/>
                  </a:lnTo>
                  <a:lnTo>
                    <a:pt x="209" y="995"/>
                  </a:lnTo>
                  <a:lnTo>
                    <a:pt x="201" y="988"/>
                  </a:lnTo>
                  <a:lnTo>
                    <a:pt x="190" y="978"/>
                  </a:lnTo>
                  <a:lnTo>
                    <a:pt x="179" y="965"/>
                  </a:lnTo>
                  <a:lnTo>
                    <a:pt x="168" y="951"/>
                  </a:lnTo>
                  <a:lnTo>
                    <a:pt x="157" y="936"/>
                  </a:lnTo>
                  <a:lnTo>
                    <a:pt x="145" y="923"/>
                  </a:lnTo>
                  <a:lnTo>
                    <a:pt x="136" y="912"/>
                  </a:lnTo>
                  <a:lnTo>
                    <a:pt x="129" y="905"/>
                  </a:lnTo>
                  <a:lnTo>
                    <a:pt x="123" y="903"/>
                  </a:lnTo>
                  <a:lnTo>
                    <a:pt x="117" y="904"/>
                  </a:lnTo>
                  <a:lnTo>
                    <a:pt x="111" y="904"/>
                  </a:lnTo>
                  <a:lnTo>
                    <a:pt x="104" y="902"/>
                  </a:lnTo>
                  <a:lnTo>
                    <a:pt x="97" y="899"/>
                  </a:lnTo>
                  <a:lnTo>
                    <a:pt x="91" y="892"/>
                  </a:lnTo>
                  <a:lnTo>
                    <a:pt x="86" y="883"/>
                  </a:lnTo>
                  <a:lnTo>
                    <a:pt x="84" y="871"/>
                  </a:lnTo>
                  <a:lnTo>
                    <a:pt x="84" y="856"/>
                  </a:lnTo>
                  <a:lnTo>
                    <a:pt x="85" y="837"/>
                  </a:lnTo>
                  <a:lnTo>
                    <a:pt x="85" y="821"/>
                  </a:lnTo>
                  <a:lnTo>
                    <a:pt x="85" y="806"/>
                  </a:lnTo>
                  <a:lnTo>
                    <a:pt x="85" y="792"/>
                  </a:lnTo>
                  <a:lnTo>
                    <a:pt x="82" y="781"/>
                  </a:lnTo>
                  <a:lnTo>
                    <a:pt x="78" y="773"/>
                  </a:lnTo>
                  <a:lnTo>
                    <a:pt x="72" y="768"/>
                  </a:lnTo>
                  <a:lnTo>
                    <a:pt x="64" y="766"/>
                  </a:lnTo>
                  <a:lnTo>
                    <a:pt x="54" y="765"/>
                  </a:lnTo>
                  <a:lnTo>
                    <a:pt x="42" y="761"/>
                  </a:lnTo>
                  <a:lnTo>
                    <a:pt x="31" y="755"/>
                  </a:lnTo>
                  <a:lnTo>
                    <a:pt x="20" y="747"/>
                  </a:lnTo>
                  <a:lnTo>
                    <a:pt x="11" y="736"/>
                  </a:lnTo>
                  <a:lnTo>
                    <a:pt x="4" y="725"/>
                  </a:lnTo>
                  <a:lnTo>
                    <a:pt x="0" y="714"/>
                  </a:lnTo>
                  <a:lnTo>
                    <a:pt x="1" y="701"/>
                  </a:lnTo>
                  <a:lnTo>
                    <a:pt x="4" y="690"/>
                  </a:lnTo>
                  <a:lnTo>
                    <a:pt x="7" y="682"/>
                  </a:lnTo>
                  <a:lnTo>
                    <a:pt x="10" y="677"/>
                  </a:lnTo>
                  <a:lnTo>
                    <a:pt x="13" y="674"/>
                  </a:lnTo>
                  <a:lnTo>
                    <a:pt x="17" y="672"/>
                  </a:lnTo>
                  <a:lnTo>
                    <a:pt x="22" y="671"/>
                  </a:lnTo>
                  <a:lnTo>
                    <a:pt x="27" y="670"/>
                  </a:lnTo>
                  <a:lnTo>
                    <a:pt x="33" y="668"/>
                  </a:lnTo>
                  <a:lnTo>
                    <a:pt x="40" y="665"/>
                  </a:lnTo>
                  <a:lnTo>
                    <a:pt x="48" y="661"/>
                  </a:lnTo>
                  <a:lnTo>
                    <a:pt x="54" y="655"/>
                  </a:lnTo>
                  <a:lnTo>
                    <a:pt x="59" y="649"/>
                  </a:lnTo>
                  <a:lnTo>
                    <a:pt x="62" y="641"/>
                  </a:lnTo>
                  <a:lnTo>
                    <a:pt x="63" y="634"/>
                  </a:lnTo>
                  <a:lnTo>
                    <a:pt x="62" y="627"/>
                  </a:lnTo>
                  <a:lnTo>
                    <a:pt x="58" y="619"/>
                  </a:lnTo>
                  <a:lnTo>
                    <a:pt x="54" y="613"/>
                  </a:lnTo>
                  <a:lnTo>
                    <a:pt x="52" y="607"/>
                  </a:lnTo>
                  <a:lnTo>
                    <a:pt x="52" y="601"/>
                  </a:lnTo>
                  <a:lnTo>
                    <a:pt x="54" y="597"/>
                  </a:lnTo>
                  <a:lnTo>
                    <a:pt x="58" y="592"/>
                  </a:lnTo>
                  <a:lnTo>
                    <a:pt x="63" y="589"/>
                  </a:lnTo>
                  <a:lnTo>
                    <a:pt x="71" y="587"/>
                  </a:lnTo>
                  <a:lnTo>
                    <a:pt x="80" y="586"/>
                  </a:lnTo>
                  <a:lnTo>
                    <a:pt x="89" y="584"/>
                  </a:lnTo>
                  <a:lnTo>
                    <a:pt x="98" y="581"/>
                  </a:lnTo>
                  <a:lnTo>
                    <a:pt x="103" y="577"/>
                  </a:lnTo>
                  <a:lnTo>
                    <a:pt x="107" y="572"/>
                  </a:lnTo>
                  <a:lnTo>
                    <a:pt x="110" y="567"/>
                  </a:lnTo>
                  <a:lnTo>
                    <a:pt x="111" y="560"/>
                  </a:lnTo>
                  <a:lnTo>
                    <a:pt x="111" y="553"/>
                  </a:lnTo>
                  <a:lnTo>
                    <a:pt x="111" y="543"/>
                  </a:lnTo>
                  <a:lnTo>
                    <a:pt x="109" y="534"/>
                  </a:lnTo>
                  <a:lnTo>
                    <a:pt x="104" y="524"/>
                  </a:lnTo>
                  <a:lnTo>
                    <a:pt x="98" y="514"/>
                  </a:lnTo>
                  <a:lnTo>
                    <a:pt x="89" y="504"/>
                  </a:lnTo>
                  <a:lnTo>
                    <a:pt x="81" y="494"/>
                  </a:lnTo>
                  <a:lnTo>
                    <a:pt x="73" y="483"/>
                  </a:lnTo>
                  <a:lnTo>
                    <a:pt x="67" y="475"/>
                  </a:lnTo>
                  <a:lnTo>
                    <a:pt x="62" y="468"/>
                  </a:lnTo>
                  <a:lnTo>
                    <a:pt x="57" y="462"/>
                  </a:lnTo>
                  <a:lnTo>
                    <a:pt x="53" y="457"/>
                  </a:lnTo>
                  <a:lnTo>
                    <a:pt x="49" y="451"/>
                  </a:lnTo>
                  <a:lnTo>
                    <a:pt x="44" y="445"/>
                  </a:lnTo>
                  <a:lnTo>
                    <a:pt x="42" y="438"/>
                  </a:lnTo>
                  <a:lnTo>
                    <a:pt x="41" y="432"/>
                  </a:lnTo>
                  <a:lnTo>
                    <a:pt x="42" y="425"/>
                  </a:lnTo>
                  <a:lnTo>
                    <a:pt x="45" y="417"/>
                  </a:lnTo>
                  <a:lnTo>
                    <a:pt x="49" y="408"/>
                  </a:lnTo>
                  <a:lnTo>
                    <a:pt x="52" y="397"/>
                  </a:lnTo>
                  <a:lnTo>
                    <a:pt x="55" y="384"/>
                  </a:lnTo>
                  <a:lnTo>
                    <a:pt x="58" y="372"/>
                  </a:lnTo>
                  <a:lnTo>
                    <a:pt x="62" y="360"/>
                  </a:lnTo>
                  <a:lnTo>
                    <a:pt x="68" y="349"/>
                  </a:lnTo>
                  <a:lnTo>
                    <a:pt x="75" y="338"/>
                  </a:lnTo>
                  <a:lnTo>
                    <a:pt x="84" y="329"/>
                  </a:lnTo>
                  <a:lnTo>
                    <a:pt x="93" y="321"/>
                  </a:lnTo>
                  <a:lnTo>
                    <a:pt x="102" y="311"/>
                  </a:lnTo>
                  <a:lnTo>
                    <a:pt x="109" y="299"/>
                  </a:lnTo>
                  <a:lnTo>
                    <a:pt x="117" y="287"/>
                  </a:lnTo>
                  <a:lnTo>
                    <a:pt x="126" y="277"/>
                  </a:lnTo>
                  <a:lnTo>
                    <a:pt x="138" y="270"/>
                  </a:lnTo>
                  <a:lnTo>
                    <a:pt x="153" y="266"/>
                  </a:lnTo>
                  <a:lnTo>
                    <a:pt x="170" y="266"/>
                  </a:lnTo>
                  <a:lnTo>
                    <a:pt x="188" y="269"/>
                  </a:lnTo>
                  <a:lnTo>
                    <a:pt x="204" y="271"/>
                  </a:lnTo>
                  <a:lnTo>
                    <a:pt x="216" y="272"/>
                  </a:lnTo>
                  <a:lnTo>
                    <a:pt x="226" y="272"/>
                  </a:lnTo>
                  <a:lnTo>
                    <a:pt x="234" y="269"/>
                  </a:lnTo>
                  <a:lnTo>
                    <a:pt x="241" y="263"/>
                  </a:lnTo>
                  <a:lnTo>
                    <a:pt x="247" y="254"/>
                  </a:lnTo>
                  <a:lnTo>
                    <a:pt x="252" y="239"/>
                  </a:lnTo>
                  <a:lnTo>
                    <a:pt x="255" y="225"/>
                  </a:lnTo>
                  <a:lnTo>
                    <a:pt x="256" y="213"/>
                  </a:lnTo>
                  <a:lnTo>
                    <a:pt x="256" y="204"/>
                  </a:lnTo>
                  <a:lnTo>
                    <a:pt x="257" y="195"/>
                  </a:lnTo>
                  <a:lnTo>
                    <a:pt x="259" y="187"/>
                  </a:lnTo>
                  <a:lnTo>
                    <a:pt x="266" y="181"/>
                  </a:lnTo>
                  <a:lnTo>
                    <a:pt x="277" y="175"/>
                  </a:lnTo>
                  <a:lnTo>
                    <a:pt x="297" y="170"/>
                  </a:lnTo>
                  <a:lnTo>
                    <a:pt x="317" y="166"/>
                  </a:lnTo>
                  <a:lnTo>
                    <a:pt x="331" y="162"/>
                  </a:lnTo>
                  <a:lnTo>
                    <a:pt x="341" y="160"/>
                  </a:lnTo>
                  <a:lnTo>
                    <a:pt x="348" y="156"/>
                  </a:lnTo>
                  <a:lnTo>
                    <a:pt x="351" y="151"/>
                  </a:lnTo>
                  <a:lnTo>
                    <a:pt x="352" y="144"/>
                  </a:lnTo>
                  <a:lnTo>
                    <a:pt x="351" y="132"/>
                  </a:lnTo>
                  <a:lnTo>
                    <a:pt x="350" y="117"/>
                  </a:lnTo>
                  <a:lnTo>
                    <a:pt x="349" y="101"/>
                  </a:lnTo>
                  <a:lnTo>
                    <a:pt x="348" y="88"/>
                  </a:lnTo>
                  <a:lnTo>
                    <a:pt x="345" y="79"/>
                  </a:lnTo>
                  <a:lnTo>
                    <a:pt x="347" y="71"/>
                  </a:lnTo>
                  <a:lnTo>
                    <a:pt x="348" y="65"/>
                  </a:lnTo>
                  <a:lnTo>
                    <a:pt x="352" y="59"/>
                  </a:lnTo>
                  <a:lnTo>
                    <a:pt x="359" y="53"/>
                  </a:lnTo>
                  <a:lnTo>
                    <a:pt x="370" y="46"/>
                  </a:lnTo>
                  <a:lnTo>
                    <a:pt x="376" y="40"/>
                  </a:lnTo>
                  <a:lnTo>
                    <a:pt x="382" y="35"/>
                  </a:lnTo>
                  <a:lnTo>
                    <a:pt x="387" y="29"/>
                  </a:lnTo>
                  <a:lnTo>
                    <a:pt x="392" y="23"/>
                  </a:lnTo>
                  <a:lnTo>
                    <a:pt x="397" y="17"/>
                  </a:lnTo>
                  <a:lnTo>
                    <a:pt x="401" y="12"/>
                  </a:lnTo>
                  <a:lnTo>
                    <a:pt x="405" y="6"/>
                  </a:lnTo>
                  <a:lnTo>
                    <a:pt x="409" y="0"/>
                  </a:lnTo>
                  <a:lnTo>
                    <a:pt x="411" y="3"/>
                  </a:lnTo>
                  <a:lnTo>
                    <a:pt x="414" y="5"/>
                  </a:lnTo>
                  <a:lnTo>
                    <a:pt x="417" y="7"/>
                  </a:lnTo>
                  <a:lnTo>
                    <a:pt x="421" y="9"/>
                  </a:lnTo>
                  <a:lnTo>
                    <a:pt x="424" y="10"/>
                  </a:lnTo>
                  <a:lnTo>
                    <a:pt x="429" y="12"/>
                  </a:lnTo>
                  <a:lnTo>
                    <a:pt x="434" y="12"/>
                  </a:lnTo>
                  <a:lnTo>
                    <a:pt x="439" y="13"/>
                  </a:lnTo>
                  <a:lnTo>
                    <a:pt x="463" y="17"/>
                  </a:lnTo>
                  <a:lnTo>
                    <a:pt x="482" y="24"/>
                  </a:lnTo>
                  <a:lnTo>
                    <a:pt x="497" y="33"/>
                  </a:lnTo>
                  <a:lnTo>
                    <a:pt x="509" y="43"/>
                  </a:lnTo>
                  <a:lnTo>
                    <a:pt x="519" y="53"/>
                  </a:lnTo>
                  <a:lnTo>
                    <a:pt x="527" y="62"/>
                  </a:lnTo>
                  <a:lnTo>
                    <a:pt x="535" y="69"/>
                  </a:lnTo>
                  <a:lnTo>
                    <a:pt x="543" y="74"/>
                  </a:lnTo>
                  <a:lnTo>
                    <a:pt x="553" y="76"/>
                  </a:lnTo>
                  <a:lnTo>
                    <a:pt x="562" y="76"/>
                  </a:lnTo>
                  <a:lnTo>
                    <a:pt x="572" y="75"/>
                  </a:lnTo>
                  <a:lnTo>
                    <a:pt x="582" y="71"/>
                  </a:lnTo>
                  <a:lnTo>
                    <a:pt x="591" y="66"/>
                  </a:lnTo>
                  <a:lnTo>
                    <a:pt x="600" y="59"/>
                  </a:lnTo>
                  <a:lnTo>
                    <a:pt x="607" y="50"/>
                  </a:lnTo>
                  <a:lnTo>
                    <a:pt x="611" y="39"/>
                  </a:lnTo>
                  <a:lnTo>
                    <a:pt x="616" y="30"/>
                  </a:lnTo>
                  <a:lnTo>
                    <a:pt x="624" y="26"/>
                  </a:lnTo>
                  <a:lnTo>
                    <a:pt x="634" y="25"/>
                  </a:lnTo>
                  <a:lnTo>
                    <a:pt x="647" y="27"/>
                  </a:lnTo>
                  <a:lnTo>
                    <a:pt x="660" y="33"/>
                  </a:lnTo>
                  <a:lnTo>
                    <a:pt x="673" y="42"/>
                  </a:lnTo>
                  <a:lnTo>
                    <a:pt x="685" y="51"/>
                  </a:lnTo>
                  <a:lnTo>
                    <a:pt x="697" y="62"/>
                  </a:lnTo>
                  <a:lnTo>
                    <a:pt x="707" y="72"/>
                  </a:lnTo>
                  <a:lnTo>
                    <a:pt x="716" y="79"/>
                  </a:lnTo>
                  <a:lnTo>
                    <a:pt x="725" y="84"/>
                  </a:lnTo>
                  <a:lnTo>
                    <a:pt x="734" y="85"/>
                  </a:lnTo>
                  <a:lnTo>
                    <a:pt x="742" y="84"/>
                  </a:lnTo>
                  <a:lnTo>
                    <a:pt x="752" y="80"/>
                  </a:lnTo>
                  <a:lnTo>
                    <a:pt x="761" y="74"/>
                  </a:lnTo>
                  <a:lnTo>
                    <a:pt x="770" y="66"/>
                  </a:lnTo>
                  <a:lnTo>
                    <a:pt x="779" y="58"/>
                  </a:lnTo>
                  <a:lnTo>
                    <a:pt x="787" y="52"/>
                  </a:lnTo>
                  <a:lnTo>
                    <a:pt x="795" y="49"/>
                  </a:lnTo>
                  <a:lnTo>
                    <a:pt x="802" y="48"/>
                  </a:lnTo>
                  <a:lnTo>
                    <a:pt x="808" y="48"/>
                  </a:lnTo>
                  <a:lnTo>
                    <a:pt x="814" y="51"/>
                  </a:lnTo>
                  <a:lnTo>
                    <a:pt x="820" y="54"/>
                  </a:lnTo>
                  <a:lnTo>
                    <a:pt x="825" y="58"/>
                  </a:lnTo>
                  <a:lnTo>
                    <a:pt x="833" y="66"/>
                  </a:lnTo>
                  <a:lnTo>
                    <a:pt x="839" y="73"/>
                  </a:lnTo>
                  <a:lnTo>
                    <a:pt x="845" y="75"/>
                  </a:lnTo>
                  <a:lnTo>
                    <a:pt x="852" y="68"/>
                  </a:lnTo>
                  <a:lnTo>
                    <a:pt x="856" y="64"/>
                  </a:lnTo>
                  <a:lnTo>
                    <a:pt x="861" y="64"/>
                  </a:lnTo>
                  <a:lnTo>
                    <a:pt x="867" y="67"/>
                  </a:lnTo>
                  <a:lnTo>
                    <a:pt x="872" y="72"/>
                  </a:lnTo>
                  <a:lnTo>
                    <a:pt x="877" y="79"/>
                  </a:lnTo>
                  <a:lnTo>
                    <a:pt x="880" y="87"/>
                  </a:lnTo>
                  <a:lnTo>
                    <a:pt x="882" y="96"/>
                  </a:lnTo>
                  <a:lnTo>
                    <a:pt x="882" y="105"/>
                  </a:lnTo>
                  <a:lnTo>
                    <a:pt x="881" y="113"/>
                  </a:lnTo>
                  <a:lnTo>
                    <a:pt x="884" y="120"/>
                  </a:lnTo>
                  <a:lnTo>
                    <a:pt x="888" y="126"/>
                  </a:lnTo>
                  <a:lnTo>
                    <a:pt x="896" y="130"/>
                  </a:lnTo>
                  <a:lnTo>
                    <a:pt x="903" y="134"/>
                  </a:lnTo>
                  <a:lnTo>
                    <a:pt x="912" y="136"/>
                  </a:lnTo>
                  <a:lnTo>
                    <a:pt x="920" y="136"/>
                  </a:lnTo>
                  <a:lnTo>
                    <a:pt x="929" y="135"/>
                  </a:lnTo>
                  <a:lnTo>
                    <a:pt x="938" y="134"/>
                  </a:lnTo>
                  <a:lnTo>
                    <a:pt x="947" y="133"/>
                  </a:lnTo>
                  <a:lnTo>
                    <a:pt x="957" y="133"/>
                  </a:lnTo>
                  <a:lnTo>
                    <a:pt x="966" y="134"/>
                  </a:lnTo>
                  <a:lnTo>
                    <a:pt x="976" y="137"/>
                  </a:lnTo>
                  <a:lnTo>
                    <a:pt x="985" y="140"/>
                  </a:lnTo>
                  <a:lnTo>
                    <a:pt x="996" y="147"/>
                  </a:lnTo>
                  <a:lnTo>
                    <a:pt x="1005" y="154"/>
                  </a:lnTo>
                  <a:lnTo>
                    <a:pt x="1013" y="160"/>
                  </a:lnTo>
                  <a:lnTo>
                    <a:pt x="1020" y="163"/>
                  </a:lnTo>
                  <a:lnTo>
                    <a:pt x="1024" y="162"/>
                  </a:lnTo>
                  <a:lnTo>
                    <a:pt x="1029" y="160"/>
                  </a:lnTo>
                  <a:lnTo>
                    <a:pt x="1033" y="157"/>
                  </a:lnTo>
                  <a:lnTo>
                    <a:pt x="1039" y="154"/>
                  </a:lnTo>
                  <a:lnTo>
                    <a:pt x="1048" y="151"/>
                  </a:lnTo>
                  <a:lnTo>
                    <a:pt x="1058" y="150"/>
                  </a:lnTo>
                  <a:lnTo>
                    <a:pt x="1069" y="149"/>
                  </a:lnTo>
                  <a:lnTo>
                    <a:pt x="1077" y="147"/>
                  </a:lnTo>
                  <a:lnTo>
                    <a:pt x="1085" y="146"/>
                  </a:lnTo>
                  <a:lnTo>
                    <a:pt x="1092" y="144"/>
                  </a:lnTo>
                  <a:lnTo>
                    <a:pt x="1102" y="145"/>
                  </a:lnTo>
                  <a:lnTo>
                    <a:pt x="1114" y="148"/>
                  </a:lnTo>
                  <a:lnTo>
                    <a:pt x="1129" y="155"/>
                  </a:lnTo>
                  <a:lnTo>
                    <a:pt x="1152" y="166"/>
                  </a:lnTo>
                  <a:lnTo>
                    <a:pt x="1164" y="173"/>
                  </a:lnTo>
                  <a:lnTo>
                    <a:pt x="1175" y="180"/>
                  </a:lnTo>
                  <a:lnTo>
                    <a:pt x="1185" y="187"/>
                  </a:lnTo>
                  <a:lnTo>
                    <a:pt x="1195" y="194"/>
                  </a:lnTo>
                  <a:lnTo>
                    <a:pt x="1204" y="201"/>
                  </a:lnTo>
                  <a:lnTo>
                    <a:pt x="1213" y="206"/>
                  </a:lnTo>
                  <a:lnTo>
                    <a:pt x="1221" y="212"/>
                  </a:lnTo>
                  <a:lnTo>
                    <a:pt x="1228" y="216"/>
                  </a:lnTo>
                  <a:close/>
                </a:path>
              </a:pathLst>
            </a:custGeom>
            <a:solidFill>
              <a:srgbClr val="6699ff"/>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88" name=""/>
            <p:cNvSpPr/>
            <p:nvPr/>
          </p:nvSpPr>
          <p:spPr>
            <a:xfrm>
              <a:off x="743760" y="3467520"/>
              <a:ext cx="220320" cy="226080"/>
            </a:xfrm>
            <a:custGeom>
              <a:avLst/>
              <a:gdLst/>
              <a:ahLst/>
              <a:rect l="l" t="t" r="r" b="b"/>
              <a:pathLst>
                <a:path w="1228" h="1394">
                  <a:moveTo>
                    <a:pt x="1228" y="216"/>
                  </a:moveTo>
                  <a:lnTo>
                    <a:pt x="1228" y="216"/>
                  </a:lnTo>
                  <a:lnTo>
                    <a:pt x="1222" y="226"/>
                  </a:lnTo>
                  <a:lnTo>
                    <a:pt x="1215" y="237"/>
                  </a:lnTo>
                  <a:lnTo>
                    <a:pt x="1209" y="248"/>
                  </a:lnTo>
                  <a:lnTo>
                    <a:pt x="1202" y="257"/>
                  </a:lnTo>
                  <a:lnTo>
                    <a:pt x="1195" y="264"/>
                  </a:lnTo>
                  <a:lnTo>
                    <a:pt x="1188" y="271"/>
                  </a:lnTo>
                  <a:lnTo>
                    <a:pt x="1182" y="275"/>
                  </a:lnTo>
                  <a:lnTo>
                    <a:pt x="1176" y="276"/>
                  </a:lnTo>
                  <a:lnTo>
                    <a:pt x="1176" y="276"/>
                  </a:lnTo>
                  <a:lnTo>
                    <a:pt x="1166" y="277"/>
                  </a:lnTo>
                  <a:lnTo>
                    <a:pt x="1153" y="279"/>
                  </a:lnTo>
                  <a:lnTo>
                    <a:pt x="1139" y="283"/>
                  </a:lnTo>
                  <a:lnTo>
                    <a:pt x="1126" y="288"/>
                  </a:lnTo>
                  <a:lnTo>
                    <a:pt x="1115" y="295"/>
                  </a:lnTo>
                  <a:lnTo>
                    <a:pt x="1106" y="301"/>
                  </a:lnTo>
                  <a:lnTo>
                    <a:pt x="1101" y="307"/>
                  </a:lnTo>
                  <a:lnTo>
                    <a:pt x="1101" y="313"/>
                  </a:lnTo>
                  <a:lnTo>
                    <a:pt x="1101" y="313"/>
                  </a:lnTo>
                  <a:lnTo>
                    <a:pt x="1103" y="320"/>
                  </a:lnTo>
                  <a:lnTo>
                    <a:pt x="1104" y="330"/>
                  </a:lnTo>
                  <a:lnTo>
                    <a:pt x="1103" y="341"/>
                  </a:lnTo>
                  <a:lnTo>
                    <a:pt x="1102" y="354"/>
                  </a:lnTo>
                  <a:lnTo>
                    <a:pt x="1101" y="365"/>
                  </a:lnTo>
                  <a:lnTo>
                    <a:pt x="1100" y="376"/>
                  </a:lnTo>
                  <a:lnTo>
                    <a:pt x="1101" y="385"/>
                  </a:lnTo>
                  <a:lnTo>
                    <a:pt x="1103" y="392"/>
                  </a:lnTo>
                  <a:lnTo>
                    <a:pt x="1103" y="392"/>
                  </a:lnTo>
                  <a:lnTo>
                    <a:pt x="1105" y="400"/>
                  </a:lnTo>
                  <a:lnTo>
                    <a:pt x="1105" y="410"/>
                  </a:lnTo>
                  <a:lnTo>
                    <a:pt x="1104" y="421"/>
                  </a:lnTo>
                  <a:lnTo>
                    <a:pt x="1101" y="433"/>
                  </a:lnTo>
                  <a:lnTo>
                    <a:pt x="1097" y="446"/>
                  </a:lnTo>
                  <a:lnTo>
                    <a:pt x="1090" y="457"/>
                  </a:lnTo>
                  <a:lnTo>
                    <a:pt x="1084" y="465"/>
                  </a:lnTo>
                  <a:lnTo>
                    <a:pt x="1076" y="470"/>
                  </a:lnTo>
                  <a:lnTo>
                    <a:pt x="1076" y="470"/>
                  </a:lnTo>
                  <a:lnTo>
                    <a:pt x="1068" y="474"/>
                  </a:lnTo>
                  <a:lnTo>
                    <a:pt x="1060" y="478"/>
                  </a:lnTo>
                  <a:lnTo>
                    <a:pt x="1052" y="484"/>
                  </a:lnTo>
                  <a:lnTo>
                    <a:pt x="1045" y="490"/>
                  </a:lnTo>
                  <a:lnTo>
                    <a:pt x="1037" y="498"/>
                  </a:lnTo>
                  <a:lnTo>
                    <a:pt x="1030" y="506"/>
                  </a:lnTo>
                  <a:lnTo>
                    <a:pt x="1023" y="513"/>
                  </a:lnTo>
                  <a:lnTo>
                    <a:pt x="1017" y="521"/>
                  </a:lnTo>
                  <a:lnTo>
                    <a:pt x="1017" y="521"/>
                  </a:lnTo>
                  <a:lnTo>
                    <a:pt x="1010" y="527"/>
                  </a:lnTo>
                  <a:lnTo>
                    <a:pt x="1001" y="529"/>
                  </a:lnTo>
                  <a:lnTo>
                    <a:pt x="991" y="530"/>
                  </a:lnTo>
                  <a:lnTo>
                    <a:pt x="982" y="528"/>
                  </a:lnTo>
                  <a:lnTo>
                    <a:pt x="972" y="526"/>
                  </a:lnTo>
                  <a:lnTo>
                    <a:pt x="962" y="523"/>
                  </a:lnTo>
                  <a:lnTo>
                    <a:pt x="953" y="520"/>
                  </a:lnTo>
                  <a:lnTo>
                    <a:pt x="943" y="519"/>
                  </a:lnTo>
                  <a:lnTo>
                    <a:pt x="943" y="519"/>
                  </a:lnTo>
                  <a:lnTo>
                    <a:pt x="932" y="517"/>
                  </a:lnTo>
                  <a:lnTo>
                    <a:pt x="918" y="513"/>
                  </a:lnTo>
                  <a:lnTo>
                    <a:pt x="901" y="508"/>
                  </a:lnTo>
                  <a:lnTo>
                    <a:pt x="883" y="503"/>
                  </a:lnTo>
                  <a:lnTo>
                    <a:pt x="866" y="499"/>
                  </a:lnTo>
                  <a:lnTo>
                    <a:pt x="853" y="495"/>
                  </a:lnTo>
                  <a:lnTo>
                    <a:pt x="842" y="491"/>
                  </a:lnTo>
                  <a:lnTo>
                    <a:pt x="839" y="490"/>
                  </a:lnTo>
                  <a:lnTo>
                    <a:pt x="839" y="490"/>
                  </a:lnTo>
                  <a:lnTo>
                    <a:pt x="837" y="489"/>
                  </a:lnTo>
                  <a:lnTo>
                    <a:pt x="832" y="485"/>
                  </a:lnTo>
                  <a:lnTo>
                    <a:pt x="824" y="480"/>
                  </a:lnTo>
                  <a:lnTo>
                    <a:pt x="814" y="476"/>
                  </a:lnTo>
                  <a:lnTo>
                    <a:pt x="804" y="473"/>
                  </a:lnTo>
                  <a:lnTo>
                    <a:pt x="793" y="472"/>
                  </a:lnTo>
                  <a:lnTo>
                    <a:pt x="785" y="476"/>
                  </a:lnTo>
                  <a:lnTo>
                    <a:pt x="778" y="484"/>
                  </a:lnTo>
                  <a:lnTo>
                    <a:pt x="778" y="484"/>
                  </a:lnTo>
                  <a:lnTo>
                    <a:pt x="771" y="495"/>
                  </a:lnTo>
                  <a:lnTo>
                    <a:pt x="763" y="503"/>
                  </a:lnTo>
                  <a:lnTo>
                    <a:pt x="753" y="509"/>
                  </a:lnTo>
                  <a:lnTo>
                    <a:pt x="741" y="512"/>
                  </a:lnTo>
                  <a:lnTo>
                    <a:pt x="730" y="514"/>
                  </a:lnTo>
                  <a:lnTo>
                    <a:pt x="720" y="513"/>
                  </a:lnTo>
                  <a:lnTo>
                    <a:pt x="712" y="510"/>
                  </a:lnTo>
                  <a:lnTo>
                    <a:pt x="705" y="505"/>
                  </a:lnTo>
                  <a:lnTo>
                    <a:pt x="705" y="505"/>
                  </a:lnTo>
                  <a:lnTo>
                    <a:pt x="700" y="501"/>
                  </a:lnTo>
                  <a:lnTo>
                    <a:pt x="694" y="503"/>
                  </a:lnTo>
                  <a:lnTo>
                    <a:pt x="688" y="509"/>
                  </a:lnTo>
                  <a:lnTo>
                    <a:pt x="684" y="518"/>
                  </a:lnTo>
                  <a:lnTo>
                    <a:pt x="680" y="528"/>
                  </a:lnTo>
                  <a:lnTo>
                    <a:pt x="678" y="539"/>
                  </a:lnTo>
                  <a:lnTo>
                    <a:pt x="678" y="549"/>
                  </a:lnTo>
                  <a:lnTo>
                    <a:pt x="680" y="556"/>
                  </a:lnTo>
                  <a:lnTo>
                    <a:pt x="680" y="556"/>
                  </a:lnTo>
                  <a:lnTo>
                    <a:pt x="684" y="562"/>
                  </a:lnTo>
                  <a:lnTo>
                    <a:pt x="686" y="569"/>
                  </a:lnTo>
                  <a:lnTo>
                    <a:pt x="687" y="578"/>
                  </a:lnTo>
                  <a:lnTo>
                    <a:pt x="686" y="586"/>
                  </a:lnTo>
                  <a:lnTo>
                    <a:pt x="683" y="596"/>
                  </a:lnTo>
                  <a:lnTo>
                    <a:pt x="678" y="603"/>
                  </a:lnTo>
                  <a:lnTo>
                    <a:pt x="672" y="607"/>
                  </a:lnTo>
                  <a:lnTo>
                    <a:pt x="664" y="609"/>
                  </a:lnTo>
                  <a:lnTo>
                    <a:pt x="664" y="609"/>
                  </a:lnTo>
                  <a:lnTo>
                    <a:pt x="654" y="609"/>
                  </a:lnTo>
                  <a:lnTo>
                    <a:pt x="641" y="611"/>
                  </a:lnTo>
                  <a:lnTo>
                    <a:pt x="629" y="613"/>
                  </a:lnTo>
                  <a:lnTo>
                    <a:pt x="618" y="616"/>
                  </a:lnTo>
                  <a:lnTo>
                    <a:pt x="607" y="621"/>
                  </a:lnTo>
                  <a:lnTo>
                    <a:pt x="597" y="626"/>
                  </a:lnTo>
                  <a:lnTo>
                    <a:pt x="588" y="632"/>
                  </a:lnTo>
                  <a:lnTo>
                    <a:pt x="582" y="639"/>
                  </a:lnTo>
                  <a:lnTo>
                    <a:pt x="582" y="639"/>
                  </a:lnTo>
                  <a:lnTo>
                    <a:pt x="576" y="648"/>
                  </a:lnTo>
                  <a:lnTo>
                    <a:pt x="567" y="658"/>
                  </a:lnTo>
                  <a:lnTo>
                    <a:pt x="555" y="670"/>
                  </a:lnTo>
                  <a:lnTo>
                    <a:pt x="542" y="683"/>
                  </a:lnTo>
                  <a:lnTo>
                    <a:pt x="531" y="698"/>
                  </a:lnTo>
                  <a:lnTo>
                    <a:pt x="522" y="712"/>
                  </a:lnTo>
                  <a:lnTo>
                    <a:pt x="517" y="725"/>
                  </a:lnTo>
                  <a:lnTo>
                    <a:pt x="517" y="737"/>
                  </a:lnTo>
                  <a:lnTo>
                    <a:pt x="517" y="737"/>
                  </a:lnTo>
                  <a:lnTo>
                    <a:pt x="522" y="750"/>
                  </a:lnTo>
                  <a:lnTo>
                    <a:pt x="527" y="762"/>
                  </a:lnTo>
                  <a:lnTo>
                    <a:pt x="533" y="775"/>
                  </a:lnTo>
                  <a:lnTo>
                    <a:pt x="539" y="787"/>
                  </a:lnTo>
                  <a:lnTo>
                    <a:pt x="542" y="798"/>
                  </a:lnTo>
                  <a:lnTo>
                    <a:pt x="544" y="807"/>
                  </a:lnTo>
                  <a:lnTo>
                    <a:pt x="542" y="814"/>
                  </a:lnTo>
                  <a:lnTo>
                    <a:pt x="535" y="817"/>
                  </a:lnTo>
                  <a:lnTo>
                    <a:pt x="535" y="817"/>
                  </a:lnTo>
                  <a:lnTo>
                    <a:pt x="527" y="820"/>
                  </a:lnTo>
                  <a:lnTo>
                    <a:pt x="522" y="826"/>
                  </a:lnTo>
                  <a:lnTo>
                    <a:pt x="521" y="834"/>
                  </a:lnTo>
                  <a:lnTo>
                    <a:pt x="522" y="844"/>
                  </a:lnTo>
                  <a:lnTo>
                    <a:pt x="525" y="854"/>
                  </a:lnTo>
                  <a:lnTo>
                    <a:pt x="531" y="862"/>
                  </a:lnTo>
                  <a:lnTo>
                    <a:pt x="539" y="868"/>
                  </a:lnTo>
                  <a:lnTo>
                    <a:pt x="550" y="870"/>
                  </a:lnTo>
                  <a:lnTo>
                    <a:pt x="550" y="870"/>
                  </a:lnTo>
                  <a:lnTo>
                    <a:pt x="560" y="873"/>
                  </a:lnTo>
                  <a:lnTo>
                    <a:pt x="568" y="881"/>
                  </a:lnTo>
                  <a:lnTo>
                    <a:pt x="576" y="892"/>
                  </a:lnTo>
                  <a:lnTo>
                    <a:pt x="581" y="906"/>
                  </a:lnTo>
                  <a:lnTo>
                    <a:pt x="584" y="919"/>
                  </a:lnTo>
                  <a:lnTo>
                    <a:pt x="584" y="931"/>
                  </a:lnTo>
                  <a:lnTo>
                    <a:pt x="580" y="939"/>
                  </a:lnTo>
                  <a:lnTo>
                    <a:pt x="572" y="943"/>
                  </a:lnTo>
                  <a:lnTo>
                    <a:pt x="572" y="943"/>
                  </a:lnTo>
                  <a:lnTo>
                    <a:pt x="561" y="948"/>
                  </a:lnTo>
                  <a:lnTo>
                    <a:pt x="549" y="956"/>
                  </a:lnTo>
                  <a:lnTo>
                    <a:pt x="537" y="967"/>
                  </a:lnTo>
                  <a:lnTo>
                    <a:pt x="528" y="980"/>
                  </a:lnTo>
                  <a:lnTo>
                    <a:pt x="523" y="992"/>
                  </a:lnTo>
                  <a:lnTo>
                    <a:pt x="523" y="1004"/>
                  </a:lnTo>
                  <a:lnTo>
                    <a:pt x="530" y="1012"/>
                  </a:lnTo>
                  <a:lnTo>
                    <a:pt x="546" y="1015"/>
                  </a:lnTo>
                  <a:lnTo>
                    <a:pt x="546" y="1015"/>
                  </a:lnTo>
                  <a:lnTo>
                    <a:pt x="563" y="1018"/>
                  </a:lnTo>
                  <a:lnTo>
                    <a:pt x="577" y="1025"/>
                  </a:lnTo>
                  <a:lnTo>
                    <a:pt x="586" y="1035"/>
                  </a:lnTo>
                  <a:lnTo>
                    <a:pt x="593" y="1048"/>
                  </a:lnTo>
                  <a:lnTo>
                    <a:pt x="596" y="1061"/>
                  </a:lnTo>
                  <a:lnTo>
                    <a:pt x="597" y="1073"/>
                  </a:lnTo>
                  <a:lnTo>
                    <a:pt x="593" y="1084"/>
                  </a:lnTo>
                  <a:lnTo>
                    <a:pt x="588" y="1092"/>
                  </a:lnTo>
                  <a:lnTo>
                    <a:pt x="588" y="1092"/>
                  </a:lnTo>
                  <a:lnTo>
                    <a:pt x="584" y="1098"/>
                  </a:lnTo>
                  <a:lnTo>
                    <a:pt x="583" y="1101"/>
                  </a:lnTo>
                  <a:lnTo>
                    <a:pt x="585" y="1104"/>
                  </a:lnTo>
                  <a:lnTo>
                    <a:pt x="590" y="1105"/>
                  </a:lnTo>
                  <a:lnTo>
                    <a:pt x="598" y="1107"/>
                  </a:lnTo>
                  <a:lnTo>
                    <a:pt x="607" y="1109"/>
                  </a:lnTo>
                  <a:lnTo>
                    <a:pt x="617" y="1111"/>
                  </a:lnTo>
                  <a:lnTo>
                    <a:pt x="629" y="1115"/>
                  </a:lnTo>
                  <a:lnTo>
                    <a:pt x="629" y="1115"/>
                  </a:lnTo>
                  <a:lnTo>
                    <a:pt x="642" y="1119"/>
                  </a:lnTo>
                  <a:lnTo>
                    <a:pt x="656" y="1123"/>
                  </a:lnTo>
                  <a:lnTo>
                    <a:pt x="668" y="1127"/>
                  </a:lnTo>
                  <a:lnTo>
                    <a:pt x="679" y="1132"/>
                  </a:lnTo>
                  <a:lnTo>
                    <a:pt x="688" y="1138"/>
                  </a:lnTo>
                  <a:lnTo>
                    <a:pt x="696" y="1144"/>
                  </a:lnTo>
                  <a:lnTo>
                    <a:pt x="700" y="1153"/>
                  </a:lnTo>
                  <a:lnTo>
                    <a:pt x="701" y="1162"/>
                  </a:lnTo>
                  <a:lnTo>
                    <a:pt x="701" y="1162"/>
                  </a:lnTo>
                  <a:lnTo>
                    <a:pt x="700" y="1172"/>
                  </a:lnTo>
                  <a:lnTo>
                    <a:pt x="699" y="1182"/>
                  </a:lnTo>
                  <a:lnTo>
                    <a:pt x="698" y="1191"/>
                  </a:lnTo>
                  <a:lnTo>
                    <a:pt x="697" y="1200"/>
                  </a:lnTo>
                  <a:lnTo>
                    <a:pt x="693" y="1208"/>
                  </a:lnTo>
                  <a:lnTo>
                    <a:pt x="688" y="1215"/>
                  </a:lnTo>
                  <a:lnTo>
                    <a:pt x="680" y="1221"/>
                  </a:lnTo>
                  <a:lnTo>
                    <a:pt x="670" y="1227"/>
                  </a:lnTo>
                  <a:lnTo>
                    <a:pt x="670" y="1227"/>
                  </a:lnTo>
                  <a:lnTo>
                    <a:pt x="657" y="1232"/>
                  </a:lnTo>
                  <a:lnTo>
                    <a:pt x="643" y="1238"/>
                  </a:lnTo>
                  <a:lnTo>
                    <a:pt x="630" y="1244"/>
                  </a:lnTo>
                  <a:lnTo>
                    <a:pt x="619" y="1252"/>
                  </a:lnTo>
                  <a:lnTo>
                    <a:pt x="611" y="1260"/>
                  </a:lnTo>
                  <a:lnTo>
                    <a:pt x="605" y="1269"/>
                  </a:lnTo>
                  <a:lnTo>
                    <a:pt x="604" y="1279"/>
                  </a:lnTo>
                  <a:lnTo>
                    <a:pt x="607" y="1290"/>
                  </a:lnTo>
                  <a:lnTo>
                    <a:pt x="607" y="1290"/>
                  </a:lnTo>
                  <a:lnTo>
                    <a:pt x="612" y="1306"/>
                  </a:lnTo>
                  <a:lnTo>
                    <a:pt x="614" y="1323"/>
                  </a:lnTo>
                  <a:lnTo>
                    <a:pt x="611" y="1341"/>
                  </a:lnTo>
                  <a:lnTo>
                    <a:pt x="604" y="1360"/>
                  </a:lnTo>
                  <a:lnTo>
                    <a:pt x="591" y="1376"/>
                  </a:lnTo>
                  <a:lnTo>
                    <a:pt x="572" y="1388"/>
                  </a:lnTo>
                  <a:lnTo>
                    <a:pt x="548" y="1394"/>
                  </a:lnTo>
                  <a:lnTo>
                    <a:pt x="515" y="1394"/>
                  </a:lnTo>
                  <a:lnTo>
                    <a:pt x="515" y="1394"/>
                  </a:lnTo>
                  <a:lnTo>
                    <a:pt x="498" y="1392"/>
                  </a:lnTo>
                  <a:lnTo>
                    <a:pt x="479" y="1390"/>
                  </a:lnTo>
                  <a:lnTo>
                    <a:pt x="463" y="1388"/>
                  </a:lnTo>
                  <a:lnTo>
                    <a:pt x="446" y="1385"/>
                  </a:lnTo>
                  <a:lnTo>
                    <a:pt x="430" y="1383"/>
                  </a:lnTo>
                  <a:lnTo>
                    <a:pt x="415" y="1380"/>
                  </a:lnTo>
                  <a:lnTo>
                    <a:pt x="401" y="1376"/>
                  </a:lnTo>
                  <a:lnTo>
                    <a:pt x="387" y="1373"/>
                  </a:lnTo>
                  <a:lnTo>
                    <a:pt x="375" y="1369"/>
                  </a:lnTo>
                  <a:lnTo>
                    <a:pt x="364" y="1365"/>
                  </a:lnTo>
                  <a:lnTo>
                    <a:pt x="354" y="1361"/>
                  </a:lnTo>
                  <a:lnTo>
                    <a:pt x="344" y="1356"/>
                  </a:lnTo>
                  <a:lnTo>
                    <a:pt x="337" y="1351"/>
                  </a:lnTo>
                  <a:lnTo>
                    <a:pt x="331" y="1345"/>
                  </a:lnTo>
                  <a:lnTo>
                    <a:pt x="327" y="1339"/>
                  </a:lnTo>
                  <a:lnTo>
                    <a:pt x="325" y="1333"/>
                  </a:lnTo>
                  <a:lnTo>
                    <a:pt x="325" y="1333"/>
                  </a:lnTo>
                  <a:lnTo>
                    <a:pt x="322" y="1319"/>
                  </a:lnTo>
                  <a:lnTo>
                    <a:pt x="320" y="1302"/>
                  </a:lnTo>
                  <a:lnTo>
                    <a:pt x="317" y="1282"/>
                  </a:lnTo>
                  <a:lnTo>
                    <a:pt x="314" y="1263"/>
                  </a:lnTo>
                  <a:lnTo>
                    <a:pt x="309" y="1243"/>
                  </a:lnTo>
                  <a:lnTo>
                    <a:pt x="303" y="1225"/>
                  </a:lnTo>
                  <a:lnTo>
                    <a:pt x="293" y="1210"/>
                  </a:lnTo>
                  <a:lnTo>
                    <a:pt x="282" y="1199"/>
                  </a:lnTo>
                  <a:lnTo>
                    <a:pt x="282" y="1199"/>
                  </a:lnTo>
                  <a:lnTo>
                    <a:pt x="268" y="1189"/>
                  </a:lnTo>
                  <a:lnTo>
                    <a:pt x="252" y="1179"/>
                  </a:lnTo>
                  <a:lnTo>
                    <a:pt x="233" y="1168"/>
                  </a:lnTo>
                  <a:lnTo>
                    <a:pt x="216" y="1158"/>
                  </a:lnTo>
                  <a:lnTo>
                    <a:pt x="200" y="1148"/>
                  </a:lnTo>
                  <a:lnTo>
                    <a:pt x="188" y="1136"/>
                  </a:lnTo>
                  <a:lnTo>
                    <a:pt x="181" y="1126"/>
                  </a:lnTo>
                  <a:lnTo>
                    <a:pt x="182" y="1117"/>
                  </a:lnTo>
                  <a:lnTo>
                    <a:pt x="182" y="1117"/>
                  </a:lnTo>
                  <a:lnTo>
                    <a:pt x="184" y="1108"/>
                  </a:lnTo>
                  <a:lnTo>
                    <a:pt x="184" y="1096"/>
                  </a:lnTo>
                  <a:lnTo>
                    <a:pt x="183" y="1085"/>
                  </a:lnTo>
                  <a:lnTo>
                    <a:pt x="181" y="1073"/>
                  </a:lnTo>
                  <a:lnTo>
                    <a:pt x="179" y="1061"/>
                  </a:lnTo>
                  <a:lnTo>
                    <a:pt x="178" y="1050"/>
                  </a:lnTo>
                  <a:lnTo>
                    <a:pt x="180" y="1040"/>
                  </a:lnTo>
                  <a:lnTo>
                    <a:pt x="184" y="1033"/>
                  </a:lnTo>
                  <a:lnTo>
                    <a:pt x="184" y="1033"/>
                  </a:lnTo>
                  <a:lnTo>
                    <a:pt x="190" y="1027"/>
                  </a:lnTo>
                  <a:lnTo>
                    <a:pt x="198" y="1022"/>
                  </a:lnTo>
                  <a:lnTo>
                    <a:pt x="204" y="1017"/>
                  </a:lnTo>
                  <a:lnTo>
                    <a:pt x="210" y="1012"/>
                  </a:lnTo>
                  <a:lnTo>
                    <a:pt x="212" y="1008"/>
                  </a:lnTo>
                  <a:lnTo>
                    <a:pt x="213" y="1003"/>
                  </a:lnTo>
                  <a:lnTo>
                    <a:pt x="209" y="995"/>
                  </a:lnTo>
                  <a:lnTo>
                    <a:pt x="201" y="988"/>
                  </a:lnTo>
                  <a:lnTo>
                    <a:pt x="201" y="988"/>
                  </a:lnTo>
                  <a:lnTo>
                    <a:pt x="190" y="978"/>
                  </a:lnTo>
                  <a:lnTo>
                    <a:pt x="179" y="965"/>
                  </a:lnTo>
                  <a:lnTo>
                    <a:pt x="168" y="951"/>
                  </a:lnTo>
                  <a:lnTo>
                    <a:pt x="157" y="936"/>
                  </a:lnTo>
                  <a:lnTo>
                    <a:pt x="145" y="923"/>
                  </a:lnTo>
                  <a:lnTo>
                    <a:pt x="136" y="912"/>
                  </a:lnTo>
                  <a:lnTo>
                    <a:pt x="129" y="905"/>
                  </a:lnTo>
                  <a:lnTo>
                    <a:pt x="123" y="903"/>
                  </a:lnTo>
                  <a:lnTo>
                    <a:pt x="123" y="903"/>
                  </a:lnTo>
                  <a:lnTo>
                    <a:pt x="117" y="904"/>
                  </a:lnTo>
                  <a:lnTo>
                    <a:pt x="111" y="904"/>
                  </a:lnTo>
                  <a:lnTo>
                    <a:pt x="104" y="902"/>
                  </a:lnTo>
                  <a:lnTo>
                    <a:pt x="97" y="899"/>
                  </a:lnTo>
                  <a:lnTo>
                    <a:pt x="91" y="892"/>
                  </a:lnTo>
                  <a:lnTo>
                    <a:pt x="86" y="883"/>
                  </a:lnTo>
                  <a:lnTo>
                    <a:pt x="84" y="871"/>
                  </a:lnTo>
                  <a:lnTo>
                    <a:pt x="84" y="856"/>
                  </a:lnTo>
                  <a:lnTo>
                    <a:pt x="84" y="856"/>
                  </a:lnTo>
                  <a:lnTo>
                    <a:pt x="85" y="837"/>
                  </a:lnTo>
                  <a:lnTo>
                    <a:pt x="85" y="821"/>
                  </a:lnTo>
                  <a:lnTo>
                    <a:pt x="85" y="806"/>
                  </a:lnTo>
                  <a:lnTo>
                    <a:pt x="85" y="792"/>
                  </a:lnTo>
                  <a:lnTo>
                    <a:pt x="82" y="781"/>
                  </a:lnTo>
                  <a:lnTo>
                    <a:pt x="78" y="773"/>
                  </a:lnTo>
                  <a:lnTo>
                    <a:pt x="72" y="768"/>
                  </a:lnTo>
                  <a:lnTo>
                    <a:pt x="64" y="766"/>
                  </a:lnTo>
                  <a:lnTo>
                    <a:pt x="64" y="766"/>
                  </a:lnTo>
                  <a:lnTo>
                    <a:pt x="54" y="765"/>
                  </a:lnTo>
                  <a:lnTo>
                    <a:pt x="42" y="761"/>
                  </a:lnTo>
                  <a:lnTo>
                    <a:pt x="31" y="755"/>
                  </a:lnTo>
                  <a:lnTo>
                    <a:pt x="20" y="747"/>
                  </a:lnTo>
                  <a:lnTo>
                    <a:pt x="11" y="736"/>
                  </a:lnTo>
                  <a:lnTo>
                    <a:pt x="4" y="725"/>
                  </a:lnTo>
                  <a:lnTo>
                    <a:pt x="0" y="714"/>
                  </a:lnTo>
                  <a:lnTo>
                    <a:pt x="1" y="701"/>
                  </a:lnTo>
                  <a:lnTo>
                    <a:pt x="1" y="701"/>
                  </a:lnTo>
                  <a:lnTo>
                    <a:pt x="4" y="690"/>
                  </a:lnTo>
                  <a:lnTo>
                    <a:pt x="7" y="682"/>
                  </a:lnTo>
                  <a:lnTo>
                    <a:pt x="10" y="677"/>
                  </a:lnTo>
                  <a:lnTo>
                    <a:pt x="13" y="674"/>
                  </a:lnTo>
                  <a:lnTo>
                    <a:pt x="17" y="672"/>
                  </a:lnTo>
                  <a:lnTo>
                    <a:pt x="22" y="671"/>
                  </a:lnTo>
                  <a:lnTo>
                    <a:pt x="27" y="670"/>
                  </a:lnTo>
                  <a:lnTo>
                    <a:pt x="33" y="668"/>
                  </a:lnTo>
                  <a:lnTo>
                    <a:pt x="33" y="668"/>
                  </a:lnTo>
                  <a:lnTo>
                    <a:pt x="40" y="665"/>
                  </a:lnTo>
                  <a:lnTo>
                    <a:pt x="48" y="661"/>
                  </a:lnTo>
                  <a:lnTo>
                    <a:pt x="54" y="655"/>
                  </a:lnTo>
                  <a:lnTo>
                    <a:pt x="59" y="649"/>
                  </a:lnTo>
                  <a:lnTo>
                    <a:pt x="62" y="641"/>
                  </a:lnTo>
                  <a:lnTo>
                    <a:pt x="63" y="634"/>
                  </a:lnTo>
                  <a:lnTo>
                    <a:pt x="62" y="627"/>
                  </a:lnTo>
                  <a:lnTo>
                    <a:pt x="58" y="619"/>
                  </a:lnTo>
                  <a:lnTo>
                    <a:pt x="58" y="619"/>
                  </a:lnTo>
                  <a:lnTo>
                    <a:pt x="54" y="613"/>
                  </a:lnTo>
                  <a:lnTo>
                    <a:pt x="52" y="607"/>
                  </a:lnTo>
                  <a:lnTo>
                    <a:pt x="52" y="601"/>
                  </a:lnTo>
                  <a:lnTo>
                    <a:pt x="54" y="597"/>
                  </a:lnTo>
                  <a:lnTo>
                    <a:pt x="58" y="592"/>
                  </a:lnTo>
                  <a:lnTo>
                    <a:pt x="63" y="589"/>
                  </a:lnTo>
                  <a:lnTo>
                    <a:pt x="71" y="587"/>
                  </a:lnTo>
                  <a:lnTo>
                    <a:pt x="80" y="586"/>
                  </a:lnTo>
                  <a:lnTo>
                    <a:pt x="80" y="586"/>
                  </a:lnTo>
                  <a:lnTo>
                    <a:pt x="89" y="584"/>
                  </a:lnTo>
                  <a:lnTo>
                    <a:pt x="98" y="581"/>
                  </a:lnTo>
                  <a:lnTo>
                    <a:pt x="103" y="577"/>
                  </a:lnTo>
                  <a:lnTo>
                    <a:pt x="107" y="572"/>
                  </a:lnTo>
                  <a:lnTo>
                    <a:pt x="110" y="567"/>
                  </a:lnTo>
                  <a:lnTo>
                    <a:pt x="111" y="560"/>
                  </a:lnTo>
                  <a:lnTo>
                    <a:pt x="111" y="553"/>
                  </a:lnTo>
                  <a:lnTo>
                    <a:pt x="111" y="543"/>
                  </a:lnTo>
                  <a:lnTo>
                    <a:pt x="111" y="543"/>
                  </a:lnTo>
                  <a:lnTo>
                    <a:pt x="109" y="534"/>
                  </a:lnTo>
                  <a:lnTo>
                    <a:pt x="104" y="524"/>
                  </a:lnTo>
                  <a:lnTo>
                    <a:pt x="98" y="514"/>
                  </a:lnTo>
                  <a:lnTo>
                    <a:pt x="89" y="504"/>
                  </a:lnTo>
                  <a:lnTo>
                    <a:pt x="81" y="494"/>
                  </a:lnTo>
                  <a:lnTo>
                    <a:pt x="73" y="483"/>
                  </a:lnTo>
                  <a:lnTo>
                    <a:pt x="67" y="475"/>
                  </a:lnTo>
                  <a:lnTo>
                    <a:pt x="62" y="468"/>
                  </a:lnTo>
                  <a:lnTo>
                    <a:pt x="62" y="468"/>
                  </a:lnTo>
                  <a:lnTo>
                    <a:pt x="57" y="462"/>
                  </a:lnTo>
                  <a:lnTo>
                    <a:pt x="53" y="457"/>
                  </a:lnTo>
                  <a:lnTo>
                    <a:pt x="49" y="451"/>
                  </a:lnTo>
                  <a:lnTo>
                    <a:pt x="44" y="445"/>
                  </a:lnTo>
                  <a:lnTo>
                    <a:pt x="42" y="438"/>
                  </a:lnTo>
                  <a:lnTo>
                    <a:pt x="41" y="432"/>
                  </a:lnTo>
                  <a:lnTo>
                    <a:pt x="42" y="425"/>
                  </a:lnTo>
                  <a:lnTo>
                    <a:pt x="45" y="417"/>
                  </a:lnTo>
                  <a:lnTo>
                    <a:pt x="45" y="417"/>
                  </a:lnTo>
                  <a:lnTo>
                    <a:pt x="49" y="408"/>
                  </a:lnTo>
                  <a:lnTo>
                    <a:pt x="52" y="397"/>
                  </a:lnTo>
                  <a:lnTo>
                    <a:pt x="55" y="384"/>
                  </a:lnTo>
                  <a:lnTo>
                    <a:pt x="58" y="372"/>
                  </a:lnTo>
                  <a:lnTo>
                    <a:pt x="62" y="360"/>
                  </a:lnTo>
                  <a:lnTo>
                    <a:pt x="68" y="349"/>
                  </a:lnTo>
                  <a:lnTo>
                    <a:pt x="75" y="338"/>
                  </a:lnTo>
                  <a:lnTo>
                    <a:pt x="84" y="329"/>
                  </a:lnTo>
                  <a:lnTo>
                    <a:pt x="84" y="329"/>
                  </a:lnTo>
                  <a:lnTo>
                    <a:pt x="93" y="321"/>
                  </a:lnTo>
                  <a:lnTo>
                    <a:pt x="102" y="311"/>
                  </a:lnTo>
                  <a:lnTo>
                    <a:pt x="109" y="299"/>
                  </a:lnTo>
                  <a:lnTo>
                    <a:pt x="117" y="287"/>
                  </a:lnTo>
                  <a:lnTo>
                    <a:pt x="126" y="277"/>
                  </a:lnTo>
                  <a:lnTo>
                    <a:pt x="138" y="270"/>
                  </a:lnTo>
                  <a:lnTo>
                    <a:pt x="153" y="266"/>
                  </a:lnTo>
                  <a:lnTo>
                    <a:pt x="170" y="266"/>
                  </a:lnTo>
                  <a:lnTo>
                    <a:pt x="170" y="266"/>
                  </a:lnTo>
                  <a:lnTo>
                    <a:pt x="188" y="269"/>
                  </a:lnTo>
                  <a:lnTo>
                    <a:pt x="204" y="271"/>
                  </a:lnTo>
                  <a:lnTo>
                    <a:pt x="216" y="272"/>
                  </a:lnTo>
                  <a:lnTo>
                    <a:pt x="226" y="272"/>
                  </a:lnTo>
                  <a:lnTo>
                    <a:pt x="234" y="269"/>
                  </a:lnTo>
                  <a:lnTo>
                    <a:pt x="241" y="263"/>
                  </a:lnTo>
                  <a:lnTo>
                    <a:pt x="247" y="254"/>
                  </a:lnTo>
                  <a:lnTo>
                    <a:pt x="252" y="239"/>
                  </a:lnTo>
                  <a:lnTo>
                    <a:pt x="252" y="239"/>
                  </a:lnTo>
                  <a:lnTo>
                    <a:pt x="255" y="225"/>
                  </a:lnTo>
                  <a:lnTo>
                    <a:pt x="256" y="213"/>
                  </a:lnTo>
                  <a:lnTo>
                    <a:pt x="256" y="204"/>
                  </a:lnTo>
                  <a:lnTo>
                    <a:pt x="257" y="195"/>
                  </a:lnTo>
                  <a:lnTo>
                    <a:pt x="259" y="187"/>
                  </a:lnTo>
                  <a:lnTo>
                    <a:pt x="266" y="181"/>
                  </a:lnTo>
                  <a:lnTo>
                    <a:pt x="277" y="175"/>
                  </a:lnTo>
                  <a:lnTo>
                    <a:pt x="297" y="170"/>
                  </a:lnTo>
                  <a:lnTo>
                    <a:pt x="297" y="170"/>
                  </a:lnTo>
                  <a:lnTo>
                    <a:pt x="317" y="166"/>
                  </a:lnTo>
                  <a:lnTo>
                    <a:pt x="331" y="162"/>
                  </a:lnTo>
                  <a:lnTo>
                    <a:pt x="341" y="160"/>
                  </a:lnTo>
                  <a:lnTo>
                    <a:pt x="348" y="156"/>
                  </a:lnTo>
                  <a:lnTo>
                    <a:pt x="351" y="151"/>
                  </a:lnTo>
                  <a:lnTo>
                    <a:pt x="352" y="144"/>
                  </a:lnTo>
                  <a:lnTo>
                    <a:pt x="351" y="132"/>
                  </a:lnTo>
                  <a:lnTo>
                    <a:pt x="350" y="117"/>
                  </a:lnTo>
                  <a:lnTo>
                    <a:pt x="350" y="117"/>
                  </a:lnTo>
                  <a:lnTo>
                    <a:pt x="349" y="101"/>
                  </a:lnTo>
                  <a:lnTo>
                    <a:pt x="348" y="88"/>
                  </a:lnTo>
                  <a:lnTo>
                    <a:pt x="345" y="79"/>
                  </a:lnTo>
                  <a:lnTo>
                    <a:pt x="347" y="71"/>
                  </a:lnTo>
                  <a:lnTo>
                    <a:pt x="348" y="65"/>
                  </a:lnTo>
                  <a:lnTo>
                    <a:pt x="352" y="59"/>
                  </a:lnTo>
                  <a:lnTo>
                    <a:pt x="359" y="53"/>
                  </a:lnTo>
                  <a:lnTo>
                    <a:pt x="370" y="46"/>
                  </a:lnTo>
                  <a:lnTo>
                    <a:pt x="370" y="46"/>
                  </a:lnTo>
                  <a:lnTo>
                    <a:pt x="376" y="40"/>
                  </a:lnTo>
                  <a:lnTo>
                    <a:pt x="382" y="35"/>
                  </a:lnTo>
                  <a:lnTo>
                    <a:pt x="387" y="29"/>
                  </a:lnTo>
                  <a:lnTo>
                    <a:pt x="392" y="23"/>
                  </a:lnTo>
                  <a:lnTo>
                    <a:pt x="397" y="17"/>
                  </a:lnTo>
                  <a:lnTo>
                    <a:pt x="401" y="12"/>
                  </a:lnTo>
                  <a:lnTo>
                    <a:pt x="405" y="6"/>
                  </a:lnTo>
                  <a:lnTo>
                    <a:pt x="409" y="0"/>
                  </a:lnTo>
                  <a:lnTo>
                    <a:pt x="409" y="0"/>
                  </a:lnTo>
                  <a:lnTo>
                    <a:pt x="411" y="3"/>
                  </a:lnTo>
                  <a:lnTo>
                    <a:pt x="414" y="5"/>
                  </a:lnTo>
                  <a:lnTo>
                    <a:pt x="417" y="7"/>
                  </a:lnTo>
                  <a:lnTo>
                    <a:pt x="421" y="9"/>
                  </a:lnTo>
                  <a:lnTo>
                    <a:pt x="424" y="10"/>
                  </a:lnTo>
                  <a:lnTo>
                    <a:pt x="429" y="12"/>
                  </a:lnTo>
                  <a:lnTo>
                    <a:pt x="434" y="12"/>
                  </a:lnTo>
                  <a:lnTo>
                    <a:pt x="439" y="13"/>
                  </a:lnTo>
                  <a:lnTo>
                    <a:pt x="439" y="13"/>
                  </a:lnTo>
                  <a:lnTo>
                    <a:pt x="463" y="17"/>
                  </a:lnTo>
                  <a:lnTo>
                    <a:pt x="482" y="24"/>
                  </a:lnTo>
                  <a:lnTo>
                    <a:pt x="497" y="33"/>
                  </a:lnTo>
                  <a:lnTo>
                    <a:pt x="509" y="43"/>
                  </a:lnTo>
                  <a:lnTo>
                    <a:pt x="519" y="53"/>
                  </a:lnTo>
                  <a:lnTo>
                    <a:pt x="527" y="62"/>
                  </a:lnTo>
                  <a:lnTo>
                    <a:pt x="535" y="69"/>
                  </a:lnTo>
                  <a:lnTo>
                    <a:pt x="543" y="74"/>
                  </a:lnTo>
                  <a:lnTo>
                    <a:pt x="543" y="74"/>
                  </a:lnTo>
                  <a:lnTo>
                    <a:pt x="553" y="76"/>
                  </a:lnTo>
                  <a:lnTo>
                    <a:pt x="562" y="76"/>
                  </a:lnTo>
                  <a:lnTo>
                    <a:pt x="572" y="75"/>
                  </a:lnTo>
                  <a:lnTo>
                    <a:pt x="582" y="71"/>
                  </a:lnTo>
                  <a:lnTo>
                    <a:pt x="591" y="66"/>
                  </a:lnTo>
                  <a:lnTo>
                    <a:pt x="600" y="59"/>
                  </a:lnTo>
                  <a:lnTo>
                    <a:pt x="607" y="50"/>
                  </a:lnTo>
                  <a:lnTo>
                    <a:pt x="611" y="39"/>
                  </a:lnTo>
                  <a:lnTo>
                    <a:pt x="611" y="39"/>
                  </a:lnTo>
                  <a:lnTo>
                    <a:pt x="616" y="30"/>
                  </a:lnTo>
                  <a:lnTo>
                    <a:pt x="624" y="26"/>
                  </a:lnTo>
                  <a:lnTo>
                    <a:pt x="634" y="25"/>
                  </a:lnTo>
                  <a:lnTo>
                    <a:pt x="647" y="27"/>
                  </a:lnTo>
                  <a:lnTo>
                    <a:pt x="660" y="33"/>
                  </a:lnTo>
                  <a:lnTo>
                    <a:pt x="673" y="42"/>
                  </a:lnTo>
                  <a:lnTo>
                    <a:pt x="685" y="51"/>
                  </a:lnTo>
                  <a:lnTo>
                    <a:pt x="697" y="62"/>
                  </a:lnTo>
                  <a:lnTo>
                    <a:pt x="697" y="62"/>
                  </a:lnTo>
                  <a:lnTo>
                    <a:pt x="707" y="72"/>
                  </a:lnTo>
                  <a:lnTo>
                    <a:pt x="716" y="79"/>
                  </a:lnTo>
                  <a:lnTo>
                    <a:pt x="725" y="84"/>
                  </a:lnTo>
                  <a:lnTo>
                    <a:pt x="734" y="85"/>
                  </a:lnTo>
                  <a:lnTo>
                    <a:pt x="742" y="84"/>
                  </a:lnTo>
                  <a:lnTo>
                    <a:pt x="752" y="80"/>
                  </a:lnTo>
                  <a:lnTo>
                    <a:pt x="761" y="74"/>
                  </a:lnTo>
                  <a:lnTo>
                    <a:pt x="770" y="66"/>
                  </a:lnTo>
                  <a:lnTo>
                    <a:pt x="770" y="66"/>
                  </a:lnTo>
                  <a:lnTo>
                    <a:pt x="779" y="58"/>
                  </a:lnTo>
                  <a:lnTo>
                    <a:pt x="787" y="52"/>
                  </a:lnTo>
                  <a:lnTo>
                    <a:pt x="795" y="49"/>
                  </a:lnTo>
                  <a:lnTo>
                    <a:pt x="802" y="48"/>
                  </a:lnTo>
                  <a:lnTo>
                    <a:pt x="808" y="48"/>
                  </a:lnTo>
                  <a:lnTo>
                    <a:pt x="814" y="51"/>
                  </a:lnTo>
                  <a:lnTo>
                    <a:pt x="820" y="54"/>
                  </a:lnTo>
                  <a:lnTo>
                    <a:pt x="825" y="58"/>
                  </a:lnTo>
                  <a:lnTo>
                    <a:pt x="825" y="58"/>
                  </a:lnTo>
                  <a:lnTo>
                    <a:pt x="833" y="66"/>
                  </a:lnTo>
                  <a:lnTo>
                    <a:pt x="839" y="73"/>
                  </a:lnTo>
                  <a:lnTo>
                    <a:pt x="845" y="75"/>
                  </a:lnTo>
                  <a:lnTo>
                    <a:pt x="852" y="68"/>
                  </a:lnTo>
                  <a:lnTo>
                    <a:pt x="852" y="68"/>
                  </a:lnTo>
                  <a:lnTo>
                    <a:pt x="856" y="64"/>
                  </a:lnTo>
                  <a:lnTo>
                    <a:pt x="861" y="64"/>
                  </a:lnTo>
                  <a:lnTo>
                    <a:pt x="867" y="67"/>
                  </a:lnTo>
                  <a:lnTo>
                    <a:pt x="872" y="72"/>
                  </a:lnTo>
                  <a:lnTo>
                    <a:pt x="877" y="79"/>
                  </a:lnTo>
                  <a:lnTo>
                    <a:pt x="880" y="87"/>
                  </a:lnTo>
                  <a:lnTo>
                    <a:pt x="882" y="96"/>
                  </a:lnTo>
                  <a:lnTo>
                    <a:pt x="882" y="105"/>
                  </a:lnTo>
                  <a:lnTo>
                    <a:pt x="882" y="105"/>
                  </a:lnTo>
                  <a:lnTo>
                    <a:pt x="881" y="113"/>
                  </a:lnTo>
                  <a:lnTo>
                    <a:pt x="884" y="120"/>
                  </a:lnTo>
                  <a:lnTo>
                    <a:pt x="888" y="126"/>
                  </a:lnTo>
                  <a:lnTo>
                    <a:pt x="896" y="130"/>
                  </a:lnTo>
                  <a:lnTo>
                    <a:pt x="903" y="134"/>
                  </a:lnTo>
                  <a:lnTo>
                    <a:pt x="912" y="136"/>
                  </a:lnTo>
                  <a:lnTo>
                    <a:pt x="920" y="136"/>
                  </a:lnTo>
                  <a:lnTo>
                    <a:pt x="929" y="135"/>
                  </a:lnTo>
                  <a:lnTo>
                    <a:pt x="929" y="135"/>
                  </a:lnTo>
                  <a:lnTo>
                    <a:pt x="938" y="134"/>
                  </a:lnTo>
                  <a:lnTo>
                    <a:pt x="947" y="133"/>
                  </a:lnTo>
                  <a:lnTo>
                    <a:pt x="957" y="133"/>
                  </a:lnTo>
                  <a:lnTo>
                    <a:pt x="966" y="134"/>
                  </a:lnTo>
                  <a:lnTo>
                    <a:pt x="976" y="137"/>
                  </a:lnTo>
                  <a:lnTo>
                    <a:pt x="985" y="140"/>
                  </a:lnTo>
                  <a:lnTo>
                    <a:pt x="996" y="147"/>
                  </a:lnTo>
                  <a:lnTo>
                    <a:pt x="1005" y="154"/>
                  </a:lnTo>
                  <a:lnTo>
                    <a:pt x="1005" y="154"/>
                  </a:lnTo>
                  <a:lnTo>
                    <a:pt x="1013" y="160"/>
                  </a:lnTo>
                  <a:lnTo>
                    <a:pt x="1020" y="163"/>
                  </a:lnTo>
                  <a:lnTo>
                    <a:pt x="1024" y="162"/>
                  </a:lnTo>
                  <a:lnTo>
                    <a:pt x="1029" y="160"/>
                  </a:lnTo>
                  <a:lnTo>
                    <a:pt x="1033" y="157"/>
                  </a:lnTo>
                  <a:lnTo>
                    <a:pt x="1039" y="154"/>
                  </a:lnTo>
                  <a:lnTo>
                    <a:pt x="1048" y="151"/>
                  </a:lnTo>
                  <a:lnTo>
                    <a:pt x="1058" y="150"/>
                  </a:lnTo>
                  <a:lnTo>
                    <a:pt x="1058" y="150"/>
                  </a:lnTo>
                  <a:lnTo>
                    <a:pt x="1069" y="149"/>
                  </a:lnTo>
                  <a:lnTo>
                    <a:pt x="1077" y="147"/>
                  </a:lnTo>
                  <a:lnTo>
                    <a:pt x="1085" y="146"/>
                  </a:lnTo>
                  <a:lnTo>
                    <a:pt x="1092" y="144"/>
                  </a:lnTo>
                  <a:lnTo>
                    <a:pt x="1102" y="145"/>
                  </a:lnTo>
                  <a:lnTo>
                    <a:pt x="1114" y="148"/>
                  </a:lnTo>
                  <a:lnTo>
                    <a:pt x="1129" y="155"/>
                  </a:lnTo>
                  <a:lnTo>
                    <a:pt x="1152" y="166"/>
                  </a:lnTo>
                  <a:lnTo>
                    <a:pt x="1152" y="166"/>
                  </a:lnTo>
                  <a:lnTo>
                    <a:pt x="1164" y="173"/>
                  </a:lnTo>
                  <a:lnTo>
                    <a:pt x="1175" y="180"/>
                  </a:lnTo>
                  <a:lnTo>
                    <a:pt x="1185" y="187"/>
                  </a:lnTo>
                  <a:lnTo>
                    <a:pt x="1195" y="194"/>
                  </a:lnTo>
                  <a:lnTo>
                    <a:pt x="1204" y="201"/>
                  </a:lnTo>
                  <a:lnTo>
                    <a:pt x="1213" y="206"/>
                  </a:lnTo>
                  <a:lnTo>
                    <a:pt x="1221" y="212"/>
                  </a:lnTo>
                  <a:lnTo>
                    <a:pt x="1228" y="216"/>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89" name=""/>
            <p:cNvSpPr/>
            <p:nvPr/>
          </p:nvSpPr>
          <p:spPr>
            <a:xfrm>
              <a:off x="866880" y="2395440"/>
              <a:ext cx="402120" cy="471600"/>
            </a:xfrm>
            <a:custGeom>
              <a:avLst/>
              <a:gdLst/>
              <a:ahLst/>
              <a:rect l="l" t="t" r="r" b="b"/>
              <a:pathLst>
                <a:path w="2242" h="2912">
                  <a:moveTo>
                    <a:pt x="907" y="2912"/>
                  </a:moveTo>
                  <a:lnTo>
                    <a:pt x="907" y="2912"/>
                  </a:lnTo>
                  <a:lnTo>
                    <a:pt x="907" y="2912"/>
                  </a:lnTo>
                  <a:lnTo>
                    <a:pt x="907" y="2912"/>
                  </a:lnTo>
                  <a:lnTo>
                    <a:pt x="906" y="2912"/>
                  </a:lnTo>
                  <a:lnTo>
                    <a:pt x="901" y="2902"/>
                  </a:lnTo>
                  <a:lnTo>
                    <a:pt x="896" y="2885"/>
                  </a:lnTo>
                  <a:lnTo>
                    <a:pt x="890" y="2865"/>
                  </a:lnTo>
                  <a:lnTo>
                    <a:pt x="885" y="2843"/>
                  </a:lnTo>
                  <a:lnTo>
                    <a:pt x="881" y="2820"/>
                  </a:lnTo>
                  <a:lnTo>
                    <a:pt x="877" y="2801"/>
                  </a:lnTo>
                  <a:lnTo>
                    <a:pt x="876" y="2784"/>
                  </a:lnTo>
                  <a:lnTo>
                    <a:pt x="876" y="2775"/>
                  </a:lnTo>
                  <a:lnTo>
                    <a:pt x="877" y="2769"/>
                  </a:lnTo>
                  <a:lnTo>
                    <a:pt x="877" y="2761"/>
                  </a:lnTo>
                  <a:lnTo>
                    <a:pt x="876" y="2752"/>
                  </a:lnTo>
                  <a:lnTo>
                    <a:pt x="874" y="2742"/>
                  </a:lnTo>
                  <a:lnTo>
                    <a:pt x="868" y="2730"/>
                  </a:lnTo>
                  <a:lnTo>
                    <a:pt x="858" y="2718"/>
                  </a:lnTo>
                  <a:lnTo>
                    <a:pt x="844" y="2705"/>
                  </a:lnTo>
                  <a:lnTo>
                    <a:pt x="825" y="2692"/>
                  </a:lnTo>
                  <a:lnTo>
                    <a:pt x="805" y="2678"/>
                  </a:lnTo>
                  <a:lnTo>
                    <a:pt x="792" y="2665"/>
                  </a:lnTo>
                  <a:lnTo>
                    <a:pt x="782" y="2652"/>
                  </a:lnTo>
                  <a:lnTo>
                    <a:pt x="776" y="2639"/>
                  </a:lnTo>
                  <a:lnTo>
                    <a:pt x="772" y="2628"/>
                  </a:lnTo>
                  <a:lnTo>
                    <a:pt x="769" y="2618"/>
                  </a:lnTo>
                  <a:lnTo>
                    <a:pt x="767" y="2609"/>
                  </a:lnTo>
                  <a:lnTo>
                    <a:pt x="764" y="2602"/>
                  </a:lnTo>
                  <a:lnTo>
                    <a:pt x="759" y="2594"/>
                  </a:lnTo>
                  <a:lnTo>
                    <a:pt x="758" y="2582"/>
                  </a:lnTo>
                  <a:lnTo>
                    <a:pt x="758" y="2571"/>
                  </a:lnTo>
                  <a:lnTo>
                    <a:pt x="759" y="2559"/>
                  </a:lnTo>
                  <a:lnTo>
                    <a:pt x="763" y="2547"/>
                  </a:lnTo>
                  <a:lnTo>
                    <a:pt x="767" y="2534"/>
                  </a:lnTo>
                  <a:lnTo>
                    <a:pt x="773" y="2522"/>
                  </a:lnTo>
                  <a:lnTo>
                    <a:pt x="780" y="2512"/>
                  </a:lnTo>
                  <a:lnTo>
                    <a:pt x="786" y="2501"/>
                  </a:lnTo>
                  <a:lnTo>
                    <a:pt x="791" y="2487"/>
                  </a:lnTo>
                  <a:lnTo>
                    <a:pt x="794" y="2473"/>
                  </a:lnTo>
                  <a:lnTo>
                    <a:pt x="797" y="2458"/>
                  </a:lnTo>
                  <a:lnTo>
                    <a:pt x="799" y="2442"/>
                  </a:lnTo>
                  <a:lnTo>
                    <a:pt x="800" y="2426"/>
                  </a:lnTo>
                  <a:lnTo>
                    <a:pt x="802" y="2411"/>
                  </a:lnTo>
                  <a:lnTo>
                    <a:pt x="804" y="2396"/>
                  </a:lnTo>
                  <a:lnTo>
                    <a:pt x="804" y="2383"/>
                  </a:lnTo>
                  <a:lnTo>
                    <a:pt x="799" y="2373"/>
                  </a:lnTo>
                  <a:lnTo>
                    <a:pt x="791" y="2364"/>
                  </a:lnTo>
                  <a:lnTo>
                    <a:pt x="783" y="2354"/>
                  </a:lnTo>
                  <a:lnTo>
                    <a:pt x="776" y="2343"/>
                  </a:lnTo>
                  <a:lnTo>
                    <a:pt x="771" y="2326"/>
                  </a:lnTo>
                  <a:lnTo>
                    <a:pt x="771" y="2306"/>
                  </a:lnTo>
                  <a:lnTo>
                    <a:pt x="776" y="2277"/>
                  </a:lnTo>
                  <a:lnTo>
                    <a:pt x="780" y="2248"/>
                  </a:lnTo>
                  <a:lnTo>
                    <a:pt x="775" y="2223"/>
                  </a:lnTo>
                  <a:lnTo>
                    <a:pt x="763" y="2202"/>
                  </a:lnTo>
                  <a:lnTo>
                    <a:pt x="745" y="2184"/>
                  </a:lnTo>
                  <a:lnTo>
                    <a:pt x="725" y="2170"/>
                  </a:lnTo>
                  <a:lnTo>
                    <a:pt x="704" y="2161"/>
                  </a:lnTo>
                  <a:lnTo>
                    <a:pt x="685" y="2154"/>
                  </a:lnTo>
                  <a:lnTo>
                    <a:pt x="670" y="2151"/>
                  </a:lnTo>
                  <a:lnTo>
                    <a:pt x="657" y="2150"/>
                  </a:lnTo>
                  <a:lnTo>
                    <a:pt x="647" y="2149"/>
                  </a:lnTo>
                  <a:lnTo>
                    <a:pt x="637" y="2148"/>
                  </a:lnTo>
                  <a:lnTo>
                    <a:pt x="628" y="2146"/>
                  </a:lnTo>
                  <a:lnTo>
                    <a:pt x="621" y="2143"/>
                  </a:lnTo>
                  <a:lnTo>
                    <a:pt x="615" y="2138"/>
                  </a:lnTo>
                  <a:lnTo>
                    <a:pt x="609" y="2131"/>
                  </a:lnTo>
                  <a:lnTo>
                    <a:pt x="606" y="2122"/>
                  </a:lnTo>
                  <a:lnTo>
                    <a:pt x="603" y="2112"/>
                  </a:lnTo>
                  <a:lnTo>
                    <a:pt x="600" y="2099"/>
                  </a:lnTo>
                  <a:lnTo>
                    <a:pt x="596" y="2085"/>
                  </a:lnTo>
                  <a:lnTo>
                    <a:pt x="591" y="2073"/>
                  </a:lnTo>
                  <a:lnTo>
                    <a:pt x="585" y="2061"/>
                  </a:lnTo>
                  <a:lnTo>
                    <a:pt x="580" y="2053"/>
                  </a:lnTo>
                  <a:lnTo>
                    <a:pt x="574" y="2047"/>
                  </a:lnTo>
                  <a:lnTo>
                    <a:pt x="568" y="2047"/>
                  </a:lnTo>
                  <a:lnTo>
                    <a:pt x="562" y="2045"/>
                  </a:lnTo>
                  <a:lnTo>
                    <a:pt x="554" y="2035"/>
                  </a:lnTo>
                  <a:lnTo>
                    <a:pt x="548" y="2021"/>
                  </a:lnTo>
                  <a:lnTo>
                    <a:pt x="541" y="2003"/>
                  </a:lnTo>
                  <a:lnTo>
                    <a:pt x="533" y="1982"/>
                  </a:lnTo>
                  <a:lnTo>
                    <a:pt x="526" y="1963"/>
                  </a:lnTo>
                  <a:lnTo>
                    <a:pt x="518" y="1946"/>
                  </a:lnTo>
                  <a:lnTo>
                    <a:pt x="510" y="1932"/>
                  </a:lnTo>
                  <a:lnTo>
                    <a:pt x="504" y="1922"/>
                  </a:lnTo>
                  <a:lnTo>
                    <a:pt x="498" y="1911"/>
                  </a:lnTo>
                  <a:lnTo>
                    <a:pt x="493" y="1901"/>
                  </a:lnTo>
                  <a:lnTo>
                    <a:pt x="490" y="1891"/>
                  </a:lnTo>
                  <a:lnTo>
                    <a:pt x="489" y="1880"/>
                  </a:lnTo>
                  <a:lnTo>
                    <a:pt x="490" y="1871"/>
                  </a:lnTo>
                  <a:lnTo>
                    <a:pt x="493" y="1862"/>
                  </a:lnTo>
                  <a:lnTo>
                    <a:pt x="500" y="1853"/>
                  </a:lnTo>
                  <a:lnTo>
                    <a:pt x="507" y="1845"/>
                  </a:lnTo>
                  <a:lnTo>
                    <a:pt x="512" y="1837"/>
                  </a:lnTo>
                  <a:lnTo>
                    <a:pt x="513" y="1828"/>
                  </a:lnTo>
                  <a:lnTo>
                    <a:pt x="513" y="1822"/>
                  </a:lnTo>
                  <a:lnTo>
                    <a:pt x="512" y="1816"/>
                  </a:lnTo>
                  <a:lnTo>
                    <a:pt x="510" y="1812"/>
                  </a:lnTo>
                  <a:lnTo>
                    <a:pt x="509" y="1809"/>
                  </a:lnTo>
                  <a:lnTo>
                    <a:pt x="508" y="1808"/>
                  </a:lnTo>
                  <a:lnTo>
                    <a:pt x="507" y="1805"/>
                  </a:lnTo>
                  <a:lnTo>
                    <a:pt x="503" y="1799"/>
                  </a:lnTo>
                  <a:lnTo>
                    <a:pt x="498" y="1789"/>
                  </a:lnTo>
                  <a:lnTo>
                    <a:pt x="494" y="1777"/>
                  </a:lnTo>
                  <a:lnTo>
                    <a:pt x="491" y="1766"/>
                  </a:lnTo>
                  <a:lnTo>
                    <a:pt x="490" y="1756"/>
                  </a:lnTo>
                  <a:lnTo>
                    <a:pt x="494" y="1747"/>
                  </a:lnTo>
                  <a:lnTo>
                    <a:pt x="502" y="1743"/>
                  </a:lnTo>
                  <a:lnTo>
                    <a:pt x="513" y="1739"/>
                  </a:lnTo>
                  <a:lnTo>
                    <a:pt x="518" y="1729"/>
                  </a:lnTo>
                  <a:lnTo>
                    <a:pt x="520" y="1718"/>
                  </a:lnTo>
                  <a:lnTo>
                    <a:pt x="520" y="1704"/>
                  </a:lnTo>
                  <a:lnTo>
                    <a:pt x="519" y="1689"/>
                  </a:lnTo>
                  <a:lnTo>
                    <a:pt x="518" y="1673"/>
                  </a:lnTo>
                  <a:lnTo>
                    <a:pt x="517" y="1657"/>
                  </a:lnTo>
                  <a:lnTo>
                    <a:pt x="519" y="1643"/>
                  </a:lnTo>
                  <a:lnTo>
                    <a:pt x="519" y="1629"/>
                  </a:lnTo>
                  <a:lnTo>
                    <a:pt x="514" y="1616"/>
                  </a:lnTo>
                  <a:lnTo>
                    <a:pt x="505" y="1604"/>
                  </a:lnTo>
                  <a:lnTo>
                    <a:pt x="495" y="1593"/>
                  </a:lnTo>
                  <a:lnTo>
                    <a:pt x="485" y="1585"/>
                  </a:lnTo>
                  <a:lnTo>
                    <a:pt x="475" y="1577"/>
                  </a:lnTo>
                  <a:lnTo>
                    <a:pt x="469" y="1573"/>
                  </a:lnTo>
                  <a:lnTo>
                    <a:pt x="466" y="1571"/>
                  </a:lnTo>
                  <a:lnTo>
                    <a:pt x="404" y="1473"/>
                  </a:lnTo>
                  <a:lnTo>
                    <a:pt x="327" y="1455"/>
                  </a:lnTo>
                  <a:lnTo>
                    <a:pt x="325" y="1456"/>
                  </a:lnTo>
                  <a:lnTo>
                    <a:pt x="319" y="1458"/>
                  </a:lnTo>
                  <a:lnTo>
                    <a:pt x="310" y="1461"/>
                  </a:lnTo>
                  <a:lnTo>
                    <a:pt x="300" y="1462"/>
                  </a:lnTo>
                  <a:lnTo>
                    <a:pt x="290" y="1462"/>
                  </a:lnTo>
                  <a:lnTo>
                    <a:pt x="280" y="1458"/>
                  </a:lnTo>
                  <a:lnTo>
                    <a:pt x="271" y="1449"/>
                  </a:lnTo>
                  <a:lnTo>
                    <a:pt x="264" y="1435"/>
                  </a:lnTo>
                  <a:lnTo>
                    <a:pt x="258" y="1418"/>
                  </a:lnTo>
                  <a:lnTo>
                    <a:pt x="253" y="1405"/>
                  </a:lnTo>
                  <a:lnTo>
                    <a:pt x="249" y="1395"/>
                  </a:lnTo>
                  <a:lnTo>
                    <a:pt x="245" y="1388"/>
                  </a:lnTo>
                  <a:lnTo>
                    <a:pt x="242" y="1382"/>
                  </a:lnTo>
                  <a:lnTo>
                    <a:pt x="239" y="1379"/>
                  </a:lnTo>
                  <a:lnTo>
                    <a:pt x="238" y="1377"/>
                  </a:lnTo>
                  <a:lnTo>
                    <a:pt x="237" y="1377"/>
                  </a:lnTo>
                  <a:lnTo>
                    <a:pt x="223" y="1414"/>
                  </a:lnTo>
                  <a:lnTo>
                    <a:pt x="222" y="1414"/>
                  </a:lnTo>
                  <a:lnTo>
                    <a:pt x="218" y="1413"/>
                  </a:lnTo>
                  <a:lnTo>
                    <a:pt x="211" y="1413"/>
                  </a:lnTo>
                  <a:lnTo>
                    <a:pt x="204" y="1411"/>
                  </a:lnTo>
                  <a:lnTo>
                    <a:pt x="196" y="1410"/>
                  </a:lnTo>
                  <a:lnTo>
                    <a:pt x="187" y="1407"/>
                  </a:lnTo>
                  <a:lnTo>
                    <a:pt x="179" y="1404"/>
                  </a:lnTo>
                  <a:lnTo>
                    <a:pt x="170" y="1400"/>
                  </a:lnTo>
                  <a:lnTo>
                    <a:pt x="161" y="1396"/>
                  </a:lnTo>
                  <a:lnTo>
                    <a:pt x="154" y="1391"/>
                  </a:lnTo>
                  <a:lnTo>
                    <a:pt x="148" y="1385"/>
                  </a:lnTo>
                  <a:lnTo>
                    <a:pt x="142" y="1377"/>
                  </a:lnTo>
                  <a:lnTo>
                    <a:pt x="137" y="1368"/>
                  </a:lnTo>
                  <a:lnTo>
                    <a:pt x="132" y="1357"/>
                  </a:lnTo>
                  <a:lnTo>
                    <a:pt x="128" y="1344"/>
                  </a:lnTo>
                  <a:lnTo>
                    <a:pt x="125" y="1328"/>
                  </a:lnTo>
                  <a:lnTo>
                    <a:pt x="120" y="1314"/>
                  </a:lnTo>
                  <a:lnTo>
                    <a:pt x="108" y="1296"/>
                  </a:lnTo>
                  <a:lnTo>
                    <a:pt x="93" y="1276"/>
                  </a:lnTo>
                  <a:lnTo>
                    <a:pt x="76" y="1255"/>
                  </a:lnTo>
                  <a:lnTo>
                    <a:pt x="55" y="1234"/>
                  </a:lnTo>
                  <a:lnTo>
                    <a:pt x="36" y="1213"/>
                  </a:lnTo>
                  <a:lnTo>
                    <a:pt x="17" y="1195"/>
                  </a:lnTo>
                  <a:lnTo>
                    <a:pt x="0" y="1178"/>
                  </a:lnTo>
                  <a:lnTo>
                    <a:pt x="17" y="1180"/>
                  </a:lnTo>
                  <a:lnTo>
                    <a:pt x="33" y="1184"/>
                  </a:lnTo>
                  <a:lnTo>
                    <a:pt x="49" y="1186"/>
                  </a:lnTo>
                  <a:lnTo>
                    <a:pt x="66" y="1188"/>
                  </a:lnTo>
                  <a:lnTo>
                    <a:pt x="80" y="1189"/>
                  </a:lnTo>
                  <a:lnTo>
                    <a:pt x="94" y="1187"/>
                  </a:lnTo>
                  <a:lnTo>
                    <a:pt x="105" y="1184"/>
                  </a:lnTo>
                  <a:lnTo>
                    <a:pt x="116" y="1176"/>
                  </a:lnTo>
                  <a:lnTo>
                    <a:pt x="128" y="1167"/>
                  </a:lnTo>
                  <a:lnTo>
                    <a:pt x="143" y="1158"/>
                  </a:lnTo>
                  <a:lnTo>
                    <a:pt x="161" y="1150"/>
                  </a:lnTo>
                  <a:lnTo>
                    <a:pt x="180" y="1143"/>
                  </a:lnTo>
                  <a:lnTo>
                    <a:pt x="199" y="1139"/>
                  </a:lnTo>
                  <a:lnTo>
                    <a:pt x="218" y="1136"/>
                  </a:lnTo>
                  <a:lnTo>
                    <a:pt x="234" y="1137"/>
                  </a:lnTo>
                  <a:lnTo>
                    <a:pt x="247" y="1140"/>
                  </a:lnTo>
                  <a:lnTo>
                    <a:pt x="259" y="1144"/>
                  </a:lnTo>
                  <a:lnTo>
                    <a:pt x="274" y="1145"/>
                  </a:lnTo>
                  <a:lnTo>
                    <a:pt x="289" y="1144"/>
                  </a:lnTo>
                  <a:lnTo>
                    <a:pt x="303" y="1143"/>
                  </a:lnTo>
                  <a:lnTo>
                    <a:pt x="317" y="1143"/>
                  </a:lnTo>
                  <a:lnTo>
                    <a:pt x="328" y="1145"/>
                  </a:lnTo>
                  <a:lnTo>
                    <a:pt x="337" y="1150"/>
                  </a:lnTo>
                  <a:lnTo>
                    <a:pt x="342" y="1159"/>
                  </a:lnTo>
                  <a:lnTo>
                    <a:pt x="346" y="1167"/>
                  </a:lnTo>
                  <a:lnTo>
                    <a:pt x="352" y="1169"/>
                  </a:lnTo>
                  <a:lnTo>
                    <a:pt x="360" y="1166"/>
                  </a:lnTo>
                  <a:lnTo>
                    <a:pt x="370" y="1161"/>
                  </a:lnTo>
                  <a:lnTo>
                    <a:pt x="380" y="1156"/>
                  </a:lnTo>
                  <a:lnTo>
                    <a:pt x="391" y="1152"/>
                  </a:lnTo>
                  <a:lnTo>
                    <a:pt x="402" y="1152"/>
                  </a:lnTo>
                  <a:lnTo>
                    <a:pt x="415" y="1157"/>
                  </a:lnTo>
                  <a:lnTo>
                    <a:pt x="426" y="1164"/>
                  </a:lnTo>
                  <a:lnTo>
                    <a:pt x="435" y="1169"/>
                  </a:lnTo>
                  <a:lnTo>
                    <a:pt x="444" y="1173"/>
                  </a:lnTo>
                  <a:lnTo>
                    <a:pt x="451" y="1174"/>
                  </a:lnTo>
                  <a:lnTo>
                    <a:pt x="459" y="1174"/>
                  </a:lnTo>
                  <a:lnTo>
                    <a:pt x="467" y="1173"/>
                  </a:lnTo>
                  <a:lnTo>
                    <a:pt x="474" y="1170"/>
                  </a:lnTo>
                  <a:lnTo>
                    <a:pt x="482" y="1165"/>
                  </a:lnTo>
                  <a:lnTo>
                    <a:pt x="492" y="1158"/>
                  </a:lnTo>
                  <a:lnTo>
                    <a:pt x="504" y="1149"/>
                  </a:lnTo>
                  <a:lnTo>
                    <a:pt x="520" y="1139"/>
                  </a:lnTo>
                  <a:lnTo>
                    <a:pt x="535" y="1128"/>
                  </a:lnTo>
                  <a:lnTo>
                    <a:pt x="550" y="1120"/>
                  </a:lnTo>
                  <a:lnTo>
                    <a:pt x="566" y="1114"/>
                  </a:lnTo>
                  <a:lnTo>
                    <a:pt x="579" y="1113"/>
                  </a:lnTo>
                  <a:lnTo>
                    <a:pt x="589" y="1117"/>
                  </a:lnTo>
                  <a:lnTo>
                    <a:pt x="597" y="1124"/>
                  </a:lnTo>
                  <a:lnTo>
                    <a:pt x="605" y="1130"/>
                  </a:lnTo>
                  <a:lnTo>
                    <a:pt x="612" y="1135"/>
                  </a:lnTo>
                  <a:lnTo>
                    <a:pt x="619" y="1138"/>
                  </a:lnTo>
                  <a:lnTo>
                    <a:pt x="626" y="1140"/>
                  </a:lnTo>
                  <a:lnTo>
                    <a:pt x="634" y="1140"/>
                  </a:lnTo>
                  <a:lnTo>
                    <a:pt x="644" y="1137"/>
                  </a:lnTo>
                  <a:lnTo>
                    <a:pt x="655" y="1132"/>
                  </a:lnTo>
                  <a:lnTo>
                    <a:pt x="667" y="1125"/>
                  </a:lnTo>
                  <a:lnTo>
                    <a:pt x="675" y="1120"/>
                  </a:lnTo>
                  <a:lnTo>
                    <a:pt x="682" y="1115"/>
                  </a:lnTo>
                  <a:lnTo>
                    <a:pt x="688" y="1112"/>
                  </a:lnTo>
                  <a:lnTo>
                    <a:pt x="694" y="1111"/>
                  </a:lnTo>
                  <a:lnTo>
                    <a:pt x="701" y="1111"/>
                  </a:lnTo>
                  <a:lnTo>
                    <a:pt x="710" y="1113"/>
                  </a:lnTo>
                  <a:lnTo>
                    <a:pt x="723" y="1117"/>
                  </a:lnTo>
                  <a:lnTo>
                    <a:pt x="736" y="1118"/>
                  </a:lnTo>
                  <a:lnTo>
                    <a:pt x="747" y="1114"/>
                  </a:lnTo>
                  <a:lnTo>
                    <a:pt x="757" y="1105"/>
                  </a:lnTo>
                  <a:lnTo>
                    <a:pt x="768" y="1093"/>
                  </a:lnTo>
                  <a:lnTo>
                    <a:pt x="776" y="1082"/>
                  </a:lnTo>
                  <a:lnTo>
                    <a:pt x="785" y="1071"/>
                  </a:lnTo>
                  <a:lnTo>
                    <a:pt x="793" y="1065"/>
                  </a:lnTo>
                  <a:lnTo>
                    <a:pt x="801" y="1064"/>
                  </a:lnTo>
                  <a:lnTo>
                    <a:pt x="811" y="1064"/>
                  </a:lnTo>
                  <a:lnTo>
                    <a:pt x="823" y="1059"/>
                  </a:lnTo>
                  <a:lnTo>
                    <a:pt x="834" y="1050"/>
                  </a:lnTo>
                  <a:lnTo>
                    <a:pt x="846" y="1039"/>
                  </a:lnTo>
                  <a:lnTo>
                    <a:pt x="857" y="1028"/>
                  </a:lnTo>
                  <a:lnTo>
                    <a:pt x="867" y="1018"/>
                  </a:lnTo>
                  <a:lnTo>
                    <a:pt x="873" y="1011"/>
                  </a:lnTo>
                  <a:lnTo>
                    <a:pt x="875" y="1008"/>
                  </a:lnTo>
                  <a:lnTo>
                    <a:pt x="878" y="1006"/>
                  </a:lnTo>
                  <a:lnTo>
                    <a:pt x="885" y="1002"/>
                  </a:lnTo>
                  <a:lnTo>
                    <a:pt x="895" y="996"/>
                  </a:lnTo>
                  <a:lnTo>
                    <a:pt x="908" y="989"/>
                  </a:lnTo>
                  <a:lnTo>
                    <a:pt x="922" y="982"/>
                  </a:lnTo>
                  <a:lnTo>
                    <a:pt x="936" y="974"/>
                  </a:lnTo>
                  <a:lnTo>
                    <a:pt x="948" y="967"/>
                  </a:lnTo>
                  <a:lnTo>
                    <a:pt x="958" y="963"/>
                  </a:lnTo>
                  <a:lnTo>
                    <a:pt x="966" y="959"/>
                  </a:lnTo>
                  <a:lnTo>
                    <a:pt x="972" y="955"/>
                  </a:lnTo>
                  <a:lnTo>
                    <a:pt x="976" y="950"/>
                  </a:lnTo>
                  <a:lnTo>
                    <a:pt x="978" y="944"/>
                  </a:lnTo>
                  <a:lnTo>
                    <a:pt x="979" y="938"/>
                  </a:lnTo>
                  <a:lnTo>
                    <a:pt x="979" y="931"/>
                  </a:lnTo>
                  <a:lnTo>
                    <a:pt x="976" y="923"/>
                  </a:lnTo>
                  <a:lnTo>
                    <a:pt x="973" y="915"/>
                  </a:lnTo>
                  <a:lnTo>
                    <a:pt x="969" y="906"/>
                  </a:lnTo>
                  <a:lnTo>
                    <a:pt x="967" y="895"/>
                  </a:lnTo>
                  <a:lnTo>
                    <a:pt x="966" y="883"/>
                  </a:lnTo>
                  <a:lnTo>
                    <a:pt x="966" y="870"/>
                  </a:lnTo>
                  <a:lnTo>
                    <a:pt x="968" y="858"/>
                  </a:lnTo>
                  <a:lnTo>
                    <a:pt x="972" y="846"/>
                  </a:lnTo>
                  <a:lnTo>
                    <a:pt x="978" y="835"/>
                  </a:lnTo>
                  <a:lnTo>
                    <a:pt x="986" y="825"/>
                  </a:lnTo>
                  <a:lnTo>
                    <a:pt x="995" y="816"/>
                  </a:lnTo>
                  <a:lnTo>
                    <a:pt x="1002" y="805"/>
                  </a:lnTo>
                  <a:lnTo>
                    <a:pt x="1008" y="794"/>
                  </a:lnTo>
                  <a:lnTo>
                    <a:pt x="1013" y="782"/>
                  </a:lnTo>
                  <a:lnTo>
                    <a:pt x="1017" y="769"/>
                  </a:lnTo>
                  <a:lnTo>
                    <a:pt x="1020" y="758"/>
                  </a:lnTo>
                  <a:lnTo>
                    <a:pt x="1022" y="749"/>
                  </a:lnTo>
                  <a:lnTo>
                    <a:pt x="1023" y="741"/>
                  </a:lnTo>
                  <a:lnTo>
                    <a:pt x="1024" y="734"/>
                  </a:lnTo>
                  <a:lnTo>
                    <a:pt x="1025" y="726"/>
                  </a:lnTo>
                  <a:lnTo>
                    <a:pt x="1026" y="718"/>
                  </a:lnTo>
                  <a:lnTo>
                    <a:pt x="1029" y="710"/>
                  </a:lnTo>
                  <a:lnTo>
                    <a:pt x="1033" y="704"/>
                  </a:lnTo>
                  <a:lnTo>
                    <a:pt x="1041" y="699"/>
                  </a:lnTo>
                  <a:lnTo>
                    <a:pt x="1052" y="696"/>
                  </a:lnTo>
                  <a:lnTo>
                    <a:pt x="1068" y="696"/>
                  </a:lnTo>
                  <a:lnTo>
                    <a:pt x="1084" y="695"/>
                  </a:lnTo>
                  <a:lnTo>
                    <a:pt x="1098" y="691"/>
                  </a:lnTo>
                  <a:lnTo>
                    <a:pt x="1111" y="685"/>
                  </a:lnTo>
                  <a:lnTo>
                    <a:pt x="1120" y="677"/>
                  </a:lnTo>
                  <a:lnTo>
                    <a:pt x="1127" y="669"/>
                  </a:lnTo>
                  <a:lnTo>
                    <a:pt x="1131" y="663"/>
                  </a:lnTo>
                  <a:lnTo>
                    <a:pt x="1134" y="658"/>
                  </a:lnTo>
                  <a:lnTo>
                    <a:pt x="1135" y="656"/>
                  </a:lnTo>
                  <a:lnTo>
                    <a:pt x="1135" y="656"/>
                  </a:lnTo>
                  <a:lnTo>
                    <a:pt x="1137" y="655"/>
                  </a:lnTo>
                  <a:lnTo>
                    <a:pt x="1140" y="654"/>
                  </a:lnTo>
                  <a:lnTo>
                    <a:pt x="1145" y="654"/>
                  </a:lnTo>
                  <a:lnTo>
                    <a:pt x="1151" y="654"/>
                  </a:lnTo>
                  <a:lnTo>
                    <a:pt x="1161" y="655"/>
                  </a:lnTo>
                  <a:lnTo>
                    <a:pt x="1173" y="658"/>
                  </a:lnTo>
                  <a:lnTo>
                    <a:pt x="1188" y="662"/>
                  </a:lnTo>
                  <a:lnTo>
                    <a:pt x="1204" y="668"/>
                  </a:lnTo>
                  <a:lnTo>
                    <a:pt x="1220" y="674"/>
                  </a:lnTo>
                  <a:lnTo>
                    <a:pt x="1234" y="681"/>
                  </a:lnTo>
                  <a:lnTo>
                    <a:pt x="1248" y="684"/>
                  </a:lnTo>
                  <a:lnTo>
                    <a:pt x="1262" y="685"/>
                  </a:lnTo>
                  <a:lnTo>
                    <a:pt x="1276" y="682"/>
                  </a:lnTo>
                  <a:lnTo>
                    <a:pt x="1289" y="673"/>
                  </a:lnTo>
                  <a:lnTo>
                    <a:pt x="1302" y="659"/>
                  </a:lnTo>
                  <a:lnTo>
                    <a:pt x="1315" y="643"/>
                  </a:lnTo>
                  <a:lnTo>
                    <a:pt x="1325" y="631"/>
                  </a:lnTo>
                  <a:lnTo>
                    <a:pt x="1333" y="621"/>
                  </a:lnTo>
                  <a:lnTo>
                    <a:pt x="1340" y="615"/>
                  </a:lnTo>
                  <a:lnTo>
                    <a:pt x="1346" y="612"/>
                  </a:lnTo>
                  <a:lnTo>
                    <a:pt x="1352" y="613"/>
                  </a:lnTo>
                  <a:lnTo>
                    <a:pt x="1360" y="616"/>
                  </a:lnTo>
                  <a:lnTo>
                    <a:pt x="1368" y="622"/>
                  </a:lnTo>
                  <a:lnTo>
                    <a:pt x="1377" y="630"/>
                  </a:lnTo>
                  <a:lnTo>
                    <a:pt x="1384" y="634"/>
                  </a:lnTo>
                  <a:lnTo>
                    <a:pt x="1391" y="637"/>
                  </a:lnTo>
                  <a:lnTo>
                    <a:pt x="1397" y="637"/>
                  </a:lnTo>
                  <a:lnTo>
                    <a:pt x="1403" y="634"/>
                  </a:lnTo>
                  <a:lnTo>
                    <a:pt x="1409" y="628"/>
                  </a:lnTo>
                  <a:lnTo>
                    <a:pt x="1414" y="619"/>
                  </a:lnTo>
                  <a:lnTo>
                    <a:pt x="1418" y="608"/>
                  </a:lnTo>
                  <a:lnTo>
                    <a:pt x="1422" y="596"/>
                  </a:lnTo>
                  <a:lnTo>
                    <a:pt x="1425" y="588"/>
                  </a:lnTo>
                  <a:lnTo>
                    <a:pt x="1427" y="581"/>
                  </a:lnTo>
                  <a:lnTo>
                    <a:pt x="1429" y="575"/>
                  </a:lnTo>
                  <a:lnTo>
                    <a:pt x="1428" y="571"/>
                  </a:lnTo>
                  <a:lnTo>
                    <a:pt x="1427" y="566"/>
                  </a:lnTo>
                  <a:lnTo>
                    <a:pt x="1423" y="561"/>
                  </a:lnTo>
                  <a:lnTo>
                    <a:pt x="1418" y="555"/>
                  </a:lnTo>
                  <a:lnTo>
                    <a:pt x="1413" y="548"/>
                  </a:lnTo>
                  <a:lnTo>
                    <a:pt x="1411" y="542"/>
                  </a:lnTo>
                  <a:lnTo>
                    <a:pt x="1411" y="537"/>
                  </a:lnTo>
                  <a:lnTo>
                    <a:pt x="1413" y="531"/>
                  </a:lnTo>
                  <a:lnTo>
                    <a:pt x="1416" y="524"/>
                  </a:lnTo>
                  <a:lnTo>
                    <a:pt x="1420" y="518"/>
                  </a:lnTo>
                  <a:lnTo>
                    <a:pt x="1425" y="511"/>
                  </a:lnTo>
                  <a:lnTo>
                    <a:pt x="1429" y="502"/>
                  </a:lnTo>
                  <a:lnTo>
                    <a:pt x="1431" y="493"/>
                  </a:lnTo>
                  <a:lnTo>
                    <a:pt x="1430" y="484"/>
                  </a:lnTo>
                  <a:lnTo>
                    <a:pt x="1427" y="475"/>
                  </a:lnTo>
                  <a:lnTo>
                    <a:pt x="1423" y="467"/>
                  </a:lnTo>
                  <a:lnTo>
                    <a:pt x="1419" y="459"/>
                  </a:lnTo>
                  <a:lnTo>
                    <a:pt x="1415" y="451"/>
                  </a:lnTo>
                  <a:lnTo>
                    <a:pt x="1414" y="443"/>
                  </a:lnTo>
                  <a:lnTo>
                    <a:pt x="1415" y="435"/>
                  </a:lnTo>
                  <a:lnTo>
                    <a:pt x="1419" y="426"/>
                  </a:lnTo>
                  <a:lnTo>
                    <a:pt x="1424" y="419"/>
                  </a:lnTo>
                  <a:lnTo>
                    <a:pt x="1430" y="413"/>
                  </a:lnTo>
                  <a:lnTo>
                    <a:pt x="1436" y="406"/>
                  </a:lnTo>
                  <a:lnTo>
                    <a:pt x="1443" y="400"/>
                  </a:lnTo>
                  <a:lnTo>
                    <a:pt x="1448" y="394"/>
                  </a:lnTo>
                  <a:lnTo>
                    <a:pt x="1453" y="387"/>
                  </a:lnTo>
                  <a:lnTo>
                    <a:pt x="1456" y="379"/>
                  </a:lnTo>
                  <a:lnTo>
                    <a:pt x="1457" y="369"/>
                  </a:lnTo>
                  <a:lnTo>
                    <a:pt x="1454" y="360"/>
                  </a:lnTo>
                  <a:lnTo>
                    <a:pt x="1450" y="350"/>
                  </a:lnTo>
                  <a:lnTo>
                    <a:pt x="1446" y="340"/>
                  </a:lnTo>
                  <a:lnTo>
                    <a:pt x="1442" y="330"/>
                  </a:lnTo>
                  <a:lnTo>
                    <a:pt x="1439" y="320"/>
                  </a:lnTo>
                  <a:lnTo>
                    <a:pt x="1439" y="312"/>
                  </a:lnTo>
                  <a:lnTo>
                    <a:pt x="1443" y="305"/>
                  </a:lnTo>
                  <a:lnTo>
                    <a:pt x="1453" y="297"/>
                  </a:lnTo>
                  <a:lnTo>
                    <a:pt x="1460" y="293"/>
                  </a:lnTo>
                  <a:lnTo>
                    <a:pt x="1462" y="288"/>
                  </a:lnTo>
                  <a:lnTo>
                    <a:pt x="1463" y="276"/>
                  </a:lnTo>
                  <a:lnTo>
                    <a:pt x="1462" y="268"/>
                  </a:lnTo>
                  <a:lnTo>
                    <a:pt x="1460" y="260"/>
                  </a:lnTo>
                  <a:lnTo>
                    <a:pt x="1456" y="253"/>
                  </a:lnTo>
                  <a:lnTo>
                    <a:pt x="1454" y="246"/>
                  </a:lnTo>
                  <a:lnTo>
                    <a:pt x="1454" y="240"/>
                  </a:lnTo>
                  <a:lnTo>
                    <a:pt x="1457" y="233"/>
                  </a:lnTo>
                  <a:lnTo>
                    <a:pt x="1463" y="227"/>
                  </a:lnTo>
                  <a:lnTo>
                    <a:pt x="1474" y="220"/>
                  </a:lnTo>
                  <a:lnTo>
                    <a:pt x="1485" y="215"/>
                  </a:lnTo>
                  <a:lnTo>
                    <a:pt x="1492" y="210"/>
                  </a:lnTo>
                  <a:lnTo>
                    <a:pt x="1495" y="206"/>
                  </a:lnTo>
                  <a:lnTo>
                    <a:pt x="1496" y="203"/>
                  </a:lnTo>
                  <a:lnTo>
                    <a:pt x="1494" y="200"/>
                  </a:lnTo>
                  <a:lnTo>
                    <a:pt x="1492" y="197"/>
                  </a:lnTo>
                  <a:lnTo>
                    <a:pt x="1488" y="194"/>
                  </a:lnTo>
                  <a:lnTo>
                    <a:pt x="1485" y="190"/>
                  </a:lnTo>
                  <a:lnTo>
                    <a:pt x="1483" y="184"/>
                  </a:lnTo>
                  <a:lnTo>
                    <a:pt x="1483" y="175"/>
                  </a:lnTo>
                  <a:lnTo>
                    <a:pt x="1485" y="166"/>
                  </a:lnTo>
                  <a:lnTo>
                    <a:pt x="1488" y="156"/>
                  </a:lnTo>
                  <a:lnTo>
                    <a:pt x="1490" y="146"/>
                  </a:lnTo>
                  <a:lnTo>
                    <a:pt x="1493" y="139"/>
                  </a:lnTo>
                  <a:lnTo>
                    <a:pt x="1495" y="133"/>
                  </a:lnTo>
                  <a:lnTo>
                    <a:pt x="1496" y="131"/>
                  </a:lnTo>
                  <a:lnTo>
                    <a:pt x="1499" y="130"/>
                  </a:lnTo>
                  <a:lnTo>
                    <a:pt x="1507" y="127"/>
                  </a:lnTo>
                  <a:lnTo>
                    <a:pt x="1517" y="119"/>
                  </a:lnTo>
                  <a:lnTo>
                    <a:pt x="1524" y="108"/>
                  </a:lnTo>
                  <a:lnTo>
                    <a:pt x="1527" y="101"/>
                  </a:lnTo>
                  <a:lnTo>
                    <a:pt x="1530" y="93"/>
                  </a:lnTo>
                  <a:lnTo>
                    <a:pt x="1534" y="86"/>
                  </a:lnTo>
                  <a:lnTo>
                    <a:pt x="1538" y="79"/>
                  </a:lnTo>
                  <a:lnTo>
                    <a:pt x="1541" y="71"/>
                  </a:lnTo>
                  <a:lnTo>
                    <a:pt x="1545" y="64"/>
                  </a:lnTo>
                  <a:lnTo>
                    <a:pt x="1547" y="58"/>
                  </a:lnTo>
                  <a:lnTo>
                    <a:pt x="1549" y="52"/>
                  </a:lnTo>
                  <a:lnTo>
                    <a:pt x="1551" y="46"/>
                  </a:lnTo>
                  <a:lnTo>
                    <a:pt x="1553" y="40"/>
                  </a:lnTo>
                  <a:lnTo>
                    <a:pt x="1556" y="34"/>
                  </a:lnTo>
                  <a:lnTo>
                    <a:pt x="1561" y="29"/>
                  </a:lnTo>
                  <a:lnTo>
                    <a:pt x="1564" y="23"/>
                  </a:lnTo>
                  <a:lnTo>
                    <a:pt x="1566" y="19"/>
                  </a:lnTo>
                  <a:lnTo>
                    <a:pt x="1568" y="16"/>
                  </a:lnTo>
                  <a:lnTo>
                    <a:pt x="1569" y="15"/>
                  </a:lnTo>
                  <a:lnTo>
                    <a:pt x="1580" y="1"/>
                  </a:lnTo>
                  <a:lnTo>
                    <a:pt x="1580" y="1"/>
                  </a:lnTo>
                  <a:lnTo>
                    <a:pt x="1581" y="0"/>
                  </a:lnTo>
                  <a:lnTo>
                    <a:pt x="1583" y="0"/>
                  </a:lnTo>
                  <a:lnTo>
                    <a:pt x="1586" y="0"/>
                  </a:lnTo>
                  <a:lnTo>
                    <a:pt x="1591" y="0"/>
                  </a:lnTo>
                  <a:lnTo>
                    <a:pt x="1598" y="1"/>
                  </a:lnTo>
                  <a:lnTo>
                    <a:pt x="1609" y="4"/>
                  </a:lnTo>
                  <a:lnTo>
                    <a:pt x="1622" y="7"/>
                  </a:lnTo>
                  <a:lnTo>
                    <a:pt x="1637" y="11"/>
                  </a:lnTo>
                  <a:lnTo>
                    <a:pt x="1652" y="13"/>
                  </a:lnTo>
                  <a:lnTo>
                    <a:pt x="1668" y="15"/>
                  </a:lnTo>
                  <a:lnTo>
                    <a:pt x="1682" y="17"/>
                  </a:lnTo>
                  <a:lnTo>
                    <a:pt x="1693" y="17"/>
                  </a:lnTo>
                  <a:lnTo>
                    <a:pt x="1703" y="18"/>
                  </a:lnTo>
                  <a:lnTo>
                    <a:pt x="1710" y="18"/>
                  </a:lnTo>
                  <a:lnTo>
                    <a:pt x="1712" y="18"/>
                  </a:lnTo>
                  <a:lnTo>
                    <a:pt x="1714" y="21"/>
                  </a:lnTo>
                  <a:lnTo>
                    <a:pt x="1719" y="30"/>
                  </a:lnTo>
                  <a:lnTo>
                    <a:pt x="1726" y="38"/>
                  </a:lnTo>
                  <a:lnTo>
                    <a:pt x="1737" y="41"/>
                  </a:lnTo>
                  <a:lnTo>
                    <a:pt x="1743" y="40"/>
                  </a:lnTo>
                  <a:lnTo>
                    <a:pt x="1748" y="38"/>
                  </a:lnTo>
                  <a:lnTo>
                    <a:pt x="1753" y="36"/>
                  </a:lnTo>
                  <a:lnTo>
                    <a:pt x="1759" y="35"/>
                  </a:lnTo>
                  <a:lnTo>
                    <a:pt x="1762" y="37"/>
                  </a:lnTo>
                  <a:lnTo>
                    <a:pt x="1764" y="41"/>
                  </a:lnTo>
                  <a:lnTo>
                    <a:pt x="1765" y="49"/>
                  </a:lnTo>
                  <a:lnTo>
                    <a:pt x="1765" y="63"/>
                  </a:lnTo>
                  <a:lnTo>
                    <a:pt x="1764" y="79"/>
                  </a:lnTo>
                  <a:lnTo>
                    <a:pt x="1764" y="92"/>
                  </a:lnTo>
                  <a:lnTo>
                    <a:pt x="1765" y="103"/>
                  </a:lnTo>
                  <a:lnTo>
                    <a:pt x="1768" y="111"/>
                  </a:lnTo>
                  <a:lnTo>
                    <a:pt x="1773" y="116"/>
                  </a:lnTo>
                  <a:lnTo>
                    <a:pt x="1780" y="119"/>
                  </a:lnTo>
                  <a:lnTo>
                    <a:pt x="1790" y="119"/>
                  </a:lnTo>
                  <a:lnTo>
                    <a:pt x="1804" y="116"/>
                  </a:lnTo>
                  <a:lnTo>
                    <a:pt x="1819" y="112"/>
                  </a:lnTo>
                  <a:lnTo>
                    <a:pt x="1831" y="110"/>
                  </a:lnTo>
                  <a:lnTo>
                    <a:pt x="1841" y="109"/>
                  </a:lnTo>
                  <a:lnTo>
                    <a:pt x="1849" y="108"/>
                  </a:lnTo>
                  <a:lnTo>
                    <a:pt x="1855" y="108"/>
                  </a:lnTo>
                  <a:lnTo>
                    <a:pt x="1860" y="108"/>
                  </a:lnTo>
                  <a:lnTo>
                    <a:pt x="1862" y="108"/>
                  </a:lnTo>
                  <a:lnTo>
                    <a:pt x="1863" y="108"/>
                  </a:lnTo>
                  <a:lnTo>
                    <a:pt x="1864" y="108"/>
                  </a:lnTo>
                  <a:lnTo>
                    <a:pt x="1867" y="108"/>
                  </a:lnTo>
                  <a:lnTo>
                    <a:pt x="1871" y="108"/>
                  </a:lnTo>
                  <a:lnTo>
                    <a:pt x="1876" y="110"/>
                  </a:lnTo>
                  <a:lnTo>
                    <a:pt x="1880" y="113"/>
                  </a:lnTo>
                  <a:lnTo>
                    <a:pt x="1884" y="118"/>
                  </a:lnTo>
                  <a:lnTo>
                    <a:pt x="1885" y="125"/>
                  </a:lnTo>
                  <a:lnTo>
                    <a:pt x="1885" y="137"/>
                  </a:lnTo>
                  <a:lnTo>
                    <a:pt x="1883" y="148"/>
                  </a:lnTo>
                  <a:lnTo>
                    <a:pt x="1881" y="157"/>
                  </a:lnTo>
                  <a:lnTo>
                    <a:pt x="1879" y="163"/>
                  </a:lnTo>
                  <a:lnTo>
                    <a:pt x="1878" y="168"/>
                  </a:lnTo>
                  <a:lnTo>
                    <a:pt x="1878" y="172"/>
                  </a:lnTo>
                  <a:lnTo>
                    <a:pt x="1878" y="175"/>
                  </a:lnTo>
                  <a:lnTo>
                    <a:pt x="1881" y="179"/>
                  </a:lnTo>
                  <a:lnTo>
                    <a:pt x="1885" y="182"/>
                  </a:lnTo>
                  <a:lnTo>
                    <a:pt x="1889" y="185"/>
                  </a:lnTo>
                  <a:lnTo>
                    <a:pt x="1890" y="189"/>
                  </a:lnTo>
                  <a:lnTo>
                    <a:pt x="1890" y="193"/>
                  </a:lnTo>
                  <a:lnTo>
                    <a:pt x="1888" y="198"/>
                  </a:lnTo>
                  <a:lnTo>
                    <a:pt x="1887" y="203"/>
                  </a:lnTo>
                  <a:lnTo>
                    <a:pt x="1887" y="210"/>
                  </a:lnTo>
                  <a:lnTo>
                    <a:pt x="1888" y="217"/>
                  </a:lnTo>
                  <a:lnTo>
                    <a:pt x="1891" y="227"/>
                  </a:lnTo>
                  <a:lnTo>
                    <a:pt x="1895" y="236"/>
                  </a:lnTo>
                  <a:lnTo>
                    <a:pt x="1897" y="244"/>
                  </a:lnTo>
                  <a:lnTo>
                    <a:pt x="1899" y="251"/>
                  </a:lnTo>
                  <a:lnTo>
                    <a:pt x="1900" y="257"/>
                  </a:lnTo>
                  <a:lnTo>
                    <a:pt x="1902" y="263"/>
                  </a:lnTo>
                  <a:lnTo>
                    <a:pt x="1905" y="268"/>
                  </a:lnTo>
                  <a:lnTo>
                    <a:pt x="1910" y="274"/>
                  </a:lnTo>
                  <a:lnTo>
                    <a:pt x="1916" y="280"/>
                  </a:lnTo>
                  <a:lnTo>
                    <a:pt x="1922" y="286"/>
                  </a:lnTo>
                  <a:lnTo>
                    <a:pt x="1927" y="291"/>
                  </a:lnTo>
                  <a:lnTo>
                    <a:pt x="1929" y="298"/>
                  </a:lnTo>
                  <a:lnTo>
                    <a:pt x="1931" y="304"/>
                  </a:lnTo>
                  <a:lnTo>
                    <a:pt x="1931" y="311"/>
                  </a:lnTo>
                  <a:lnTo>
                    <a:pt x="1931" y="317"/>
                  </a:lnTo>
                  <a:lnTo>
                    <a:pt x="1930" y="324"/>
                  </a:lnTo>
                  <a:lnTo>
                    <a:pt x="1930" y="331"/>
                  </a:lnTo>
                  <a:lnTo>
                    <a:pt x="1931" y="340"/>
                  </a:lnTo>
                  <a:lnTo>
                    <a:pt x="1933" y="345"/>
                  </a:lnTo>
                  <a:lnTo>
                    <a:pt x="1937" y="348"/>
                  </a:lnTo>
                  <a:lnTo>
                    <a:pt x="1944" y="350"/>
                  </a:lnTo>
                  <a:lnTo>
                    <a:pt x="1948" y="352"/>
                  </a:lnTo>
                  <a:lnTo>
                    <a:pt x="1950" y="357"/>
                  </a:lnTo>
                  <a:lnTo>
                    <a:pt x="1951" y="363"/>
                  </a:lnTo>
                  <a:lnTo>
                    <a:pt x="1952" y="369"/>
                  </a:lnTo>
                  <a:lnTo>
                    <a:pt x="1952" y="375"/>
                  </a:lnTo>
                  <a:lnTo>
                    <a:pt x="1952" y="382"/>
                  </a:lnTo>
                  <a:lnTo>
                    <a:pt x="1952" y="386"/>
                  </a:lnTo>
                  <a:lnTo>
                    <a:pt x="1952" y="387"/>
                  </a:lnTo>
                  <a:lnTo>
                    <a:pt x="1953" y="387"/>
                  </a:lnTo>
                  <a:lnTo>
                    <a:pt x="1954" y="387"/>
                  </a:lnTo>
                  <a:lnTo>
                    <a:pt x="1958" y="388"/>
                  </a:lnTo>
                  <a:lnTo>
                    <a:pt x="1962" y="389"/>
                  </a:lnTo>
                  <a:lnTo>
                    <a:pt x="1968" y="391"/>
                  </a:lnTo>
                  <a:lnTo>
                    <a:pt x="1975" y="393"/>
                  </a:lnTo>
                  <a:lnTo>
                    <a:pt x="1983" y="397"/>
                  </a:lnTo>
                  <a:lnTo>
                    <a:pt x="1992" y="401"/>
                  </a:lnTo>
                  <a:lnTo>
                    <a:pt x="2000" y="406"/>
                  </a:lnTo>
                  <a:lnTo>
                    <a:pt x="2003" y="411"/>
                  </a:lnTo>
                  <a:lnTo>
                    <a:pt x="2004" y="415"/>
                  </a:lnTo>
                  <a:lnTo>
                    <a:pt x="2003" y="420"/>
                  </a:lnTo>
                  <a:lnTo>
                    <a:pt x="2002" y="424"/>
                  </a:lnTo>
                  <a:lnTo>
                    <a:pt x="2001" y="430"/>
                  </a:lnTo>
                  <a:lnTo>
                    <a:pt x="2002" y="433"/>
                  </a:lnTo>
                  <a:lnTo>
                    <a:pt x="2005" y="437"/>
                  </a:lnTo>
                  <a:lnTo>
                    <a:pt x="2013" y="441"/>
                  </a:lnTo>
                  <a:lnTo>
                    <a:pt x="2021" y="444"/>
                  </a:lnTo>
                  <a:lnTo>
                    <a:pt x="2031" y="447"/>
                  </a:lnTo>
                  <a:lnTo>
                    <a:pt x="2042" y="450"/>
                  </a:lnTo>
                  <a:lnTo>
                    <a:pt x="2051" y="452"/>
                  </a:lnTo>
                  <a:lnTo>
                    <a:pt x="2061" y="452"/>
                  </a:lnTo>
                  <a:lnTo>
                    <a:pt x="2067" y="450"/>
                  </a:lnTo>
                  <a:lnTo>
                    <a:pt x="2070" y="446"/>
                  </a:lnTo>
                  <a:lnTo>
                    <a:pt x="2073" y="442"/>
                  </a:lnTo>
                  <a:lnTo>
                    <a:pt x="2078" y="440"/>
                  </a:lnTo>
                  <a:lnTo>
                    <a:pt x="2084" y="440"/>
                  </a:lnTo>
                  <a:lnTo>
                    <a:pt x="2091" y="441"/>
                  </a:lnTo>
                  <a:lnTo>
                    <a:pt x="2099" y="442"/>
                  </a:lnTo>
                  <a:lnTo>
                    <a:pt x="2105" y="444"/>
                  </a:lnTo>
                  <a:lnTo>
                    <a:pt x="2111" y="446"/>
                  </a:lnTo>
                  <a:lnTo>
                    <a:pt x="2113" y="448"/>
                  </a:lnTo>
                  <a:lnTo>
                    <a:pt x="2113" y="451"/>
                  </a:lnTo>
                  <a:lnTo>
                    <a:pt x="2113" y="458"/>
                  </a:lnTo>
                  <a:lnTo>
                    <a:pt x="2112" y="468"/>
                  </a:lnTo>
                  <a:lnTo>
                    <a:pt x="2111" y="479"/>
                  </a:lnTo>
                  <a:lnTo>
                    <a:pt x="2109" y="489"/>
                  </a:lnTo>
                  <a:lnTo>
                    <a:pt x="2108" y="498"/>
                  </a:lnTo>
                  <a:lnTo>
                    <a:pt x="2107" y="505"/>
                  </a:lnTo>
                  <a:lnTo>
                    <a:pt x="2107" y="507"/>
                  </a:lnTo>
                  <a:lnTo>
                    <a:pt x="2108" y="507"/>
                  </a:lnTo>
                  <a:lnTo>
                    <a:pt x="2110" y="508"/>
                  </a:lnTo>
                  <a:lnTo>
                    <a:pt x="2113" y="509"/>
                  </a:lnTo>
                  <a:lnTo>
                    <a:pt x="2117" y="512"/>
                  </a:lnTo>
                  <a:lnTo>
                    <a:pt x="2121" y="515"/>
                  </a:lnTo>
                  <a:lnTo>
                    <a:pt x="2126" y="520"/>
                  </a:lnTo>
                  <a:lnTo>
                    <a:pt x="2132" y="527"/>
                  </a:lnTo>
                  <a:lnTo>
                    <a:pt x="2137" y="536"/>
                  </a:lnTo>
                  <a:lnTo>
                    <a:pt x="2141" y="545"/>
                  </a:lnTo>
                  <a:lnTo>
                    <a:pt x="2143" y="554"/>
                  </a:lnTo>
                  <a:lnTo>
                    <a:pt x="2143" y="562"/>
                  </a:lnTo>
                  <a:lnTo>
                    <a:pt x="2144" y="570"/>
                  </a:lnTo>
                  <a:lnTo>
                    <a:pt x="2145" y="577"/>
                  </a:lnTo>
                  <a:lnTo>
                    <a:pt x="2149" y="585"/>
                  </a:lnTo>
                  <a:lnTo>
                    <a:pt x="2155" y="591"/>
                  </a:lnTo>
                  <a:lnTo>
                    <a:pt x="2166" y="597"/>
                  </a:lnTo>
                  <a:lnTo>
                    <a:pt x="2176" y="604"/>
                  </a:lnTo>
                  <a:lnTo>
                    <a:pt x="2183" y="612"/>
                  </a:lnTo>
                  <a:lnTo>
                    <a:pt x="2187" y="622"/>
                  </a:lnTo>
                  <a:lnTo>
                    <a:pt x="2189" y="632"/>
                  </a:lnTo>
                  <a:lnTo>
                    <a:pt x="2190" y="641"/>
                  </a:lnTo>
                  <a:lnTo>
                    <a:pt x="2189" y="649"/>
                  </a:lnTo>
                  <a:lnTo>
                    <a:pt x="2188" y="654"/>
                  </a:lnTo>
                  <a:lnTo>
                    <a:pt x="2188" y="656"/>
                  </a:lnTo>
                  <a:lnTo>
                    <a:pt x="2190" y="659"/>
                  </a:lnTo>
                  <a:lnTo>
                    <a:pt x="2196" y="666"/>
                  </a:lnTo>
                  <a:lnTo>
                    <a:pt x="2205" y="677"/>
                  </a:lnTo>
                  <a:lnTo>
                    <a:pt x="2215" y="691"/>
                  </a:lnTo>
                  <a:lnTo>
                    <a:pt x="2225" y="705"/>
                  </a:lnTo>
                  <a:lnTo>
                    <a:pt x="2232" y="719"/>
                  </a:lnTo>
                  <a:lnTo>
                    <a:pt x="2237" y="732"/>
                  </a:lnTo>
                  <a:lnTo>
                    <a:pt x="2238" y="741"/>
                  </a:lnTo>
                  <a:lnTo>
                    <a:pt x="2237" y="749"/>
                  </a:lnTo>
                  <a:lnTo>
                    <a:pt x="2237" y="757"/>
                  </a:lnTo>
                  <a:lnTo>
                    <a:pt x="2239" y="767"/>
                  </a:lnTo>
                  <a:lnTo>
                    <a:pt x="2240" y="777"/>
                  </a:lnTo>
                  <a:lnTo>
                    <a:pt x="2242" y="788"/>
                  </a:lnTo>
                  <a:lnTo>
                    <a:pt x="2242" y="798"/>
                  </a:lnTo>
                  <a:lnTo>
                    <a:pt x="2241" y="807"/>
                  </a:lnTo>
                  <a:lnTo>
                    <a:pt x="2238" y="816"/>
                  </a:lnTo>
                  <a:lnTo>
                    <a:pt x="2233" y="821"/>
                  </a:lnTo>
                  <a:lnTo>
                    <a:pt x="2225" y="822"/>
                  </a:lnTo>
                  <a:lnTo>
                    <a:pt x="2217" y="819"/>
                  </a:lnTo>
                  <a:lnTo>
                    <a:pt x="2208" y="813"/>
                  </a:lnTo>
                  <a:lnTo>
                    <a:pt x="2199" y="807"/>
                  </a:lnTo>
                  <a:lnTo>
                    <a:pt x="2192" y="801"/>
                  </a:lnTo>
                  <a:lnTo>
                    <a:pt x="2187" y="796"/>
                  </a:lnTo>
                  <a:lnTo>
                    <a:pt x="2185" y="794"/>
                  </a:lnTo>
                  <a:lnTo>
                    <a:pt x="2184" y="795"/>
                  </a:lnTo>
                  <a:lnTo>
                    <a:pt x="2180" y="796"/>
                  </a:lnTo>
                  <a:lnTo>
                    <a:pt x="2175" y="798"/>
                  </a:lnTo>
                  <a:lnTo>
                    <a:pt x="2168" y="800"/>
                  </a:lnTo>
                  <a:lnTo>
                    <a:pt x="2160" y="800"/>
                  </a:lnTo>
                  <a:lnTo>
                    <a:pt x="2151" y="799"/>
                  </a:lnTo>
                  <a:lnTo>
                    <a:pt x="2142" y="796"/>
                  </a:lnTo>
                  <a:lnTo>
                    <a:pt x="2134" y="789"/>
                  </a:lnTo>
                  <a:lnTo>
                    <a:pt x="2125" y="783"/>
                  </a:lnTo>
                  <a:lnTo>
                    <a:pt x="2116" y="780"/>
                  </a:lnTo>
                  <a:lnTo>
                    <a:pt x="2104" y="780"/>
                  </a:lnTo>
                  <a:lnTo>
                    <a:pt x="2093" y="782"/>
                  </a:lnTo>
                  <a:lnTo>
                    <a:pt x="2081" y="784"/>
                  </a:lnTo>
                  <a:lnTo>
                    <a:pt x="2070" y="785"/>
                  </a:lnTo>
                  <a:lnTo>
                    <a:pt x="2059" y="786"/>
                  </a:lnTo>
                  <a:lnTo>
                    <a:pt x="2047" y="783"/>
                  </a:lnTo>
                  <a:lnTo>
                    <a:pt x="2039" y="782"/>
                  </a:lnTo>
                  <a:lnTo>
                    <a:pt x="2034" y="786"/>
                  </a:lnTo>
                  <a:lnTo>
                    <a:pt x="2032" y="793"/>
                  </a:lnTo>
                  <a:lnTo>
                    <a:pt x="2031" y="803"/>
                  </a:lnTo>
                  <a:lnTo>
                    <a:pt x="2030" y="813"/>
                  </a:lnTo>
                  <a:lnTo>
                    <a:pt x="2028" y="822"/>
                  </a:lnTo>
                  <a:lnTo>
                    <a:pt x="2026" y="831"/>
                  </a:lnTo>
                  <a:lnTo>
                    <a:pt x="2020" y="834"/>
                  </a:lnTo>
                  <a:lnTo>
                    <a:pt x="2013" y="836"/>
                  </a:lnTo>
                  <a:lnTo>
                    <a:pt x="2006" y="838"/>
                  </a:lnTo>
                  <a:lnTo>
                    <a:pt x="2000" y="842"/>
                  </a:lnTo>
                  <a:lnTo>
                    <a:pt x="1994" y="846"/>
                  </a:lnTo>
                  <a:lnTo>
                    <a:pt x="1989" y="852"/>
                  </a:lnTo>
                  <a:lnTo>
                    <a:pt x="1985" y="858"/>
                  </a:lnTo>
                  <a:lnTo>
                    <a:pt x="1981" y="866"/>
                  </a:lnTo>
                  <a:lnTo>
                    <a:pt x="1978" y="875"/>
                  </a:lnTo>
                  <a:lnTo>
                    <a:pt x="1974" y="884"/>
                  </a:lnTo>
                  <a:lnTo>
                    <a:pt x="1969" y="888"/>
                  </a:lnTo>
                  <a:lnTo>
                    <a:pt x="1963" y="890"/>
                  </a:lnTo>
                  <a:lnTo>
                    <a:pt x="1956" y="889"/>
                  </a:lnTo>
                  <a:lnTo>
                    <a:pt x="1950" y="888"/>
                  </a:lnTo>
                  <a:lnTo>
                    <a:pt x="1946" y="886"/>
                  </a:lnTo>
                  <a:lnTo>
                    <a:pt x="1942" y="885"/>
                  </a:lnTo>
                  <a:lnTo>
                    <a:pt x="1941" y="884"/>
                  </a:lnTo>
                  <a:lnTo>
                    <a:pt x="1940" y="885"/>
                  </a:lnTo>
                  <a:lnTo>
                    <a:pt x="1939" y="887"/>
                  </a:lnTo>
                  <a:lnTo>
                    <a:pt x="1936" y="890"/>
                  </a:lnTo>
                  <a:lnTo>
                    <a:pt x="1933" y="894"/>
                  </a:lnTo>
                  <a:lnTo>
                    <a:pt x="1930" y="900"/>
                  </a:lnTo>
                  <a:lnTo>
                    <a:pt x="1928" y="906"/>
                  </a:lnTo>
                  <a:lnTo>
                    <a:pt x="1926" y="914"/>
                  </a:lnTo>
                  <a:lnTo>
                    <a:pt x="1925" y="923"/>
                  </a:lnTo>
                  <a:lnTo>
                    <a:pt x="1924" y="933"/>
                  </a:lnTo>
                  <a:lnTo>
                    <a:pt x="1920" y="941"/>
                  </a:lnTo>
                  <a:lnTo>
                    <a:pt x="1915" y="948"/>
                  </a:lnTo>
                  <a:lnTo>
                    <a:pt x="1909" y="954"/>
                  </a:lnTo>
                  <a:lnTo>
                    <a:pt x="1900" y="961"/>
                  </a:lnTo>
                  <a:lnTo>
                    <a:pt x="1892" y="967"/>
                  </a:lnTo>
                  <a:lnTo>
                    <a:pt x="1884" y="974"/>
                  </a:lnTo>
                  <a:lnTo>
                    <a:pt x="1877" y="983"/>
                  </a:lnTo>
                  <a:lnTo>
                    <a:pt x="1870" y="991"/>
                  </a:lnTo>
                  <a:lnTo>
                    <a:pt x="1862" y="997"/>
                  </a:lnTo>
                  <a:lnTo>
                    <a:pt x="1854" y="1003"/>
                  </a:lnTo>
                  <a:lnTo>
                    <a:pt x="1848" y="1008"/>
                  </a:lnTo>
                  <a:lnTo>
                    <a:pt x="1843" y="1014"/>
                  </a:lnTo>
                  <a:lnTo>
                    <a:pt x="1839" y="1019"/>
                  </a:lnTo>
                  <a:lnTo>
                    <a:pt x="1837" y="1025"/>
                  </a:lnTo>
                  <a:lnTo>
                    <a:pt x="1838" y="1033"/>
                  </a:lnTo>
                  <a:lnTo>
                    <a:pt x="1837" y="1039"/>
                  </a:lnTo>
                  <a:lnTo>
                    <a:pt x="1832" y="1044"/>
                  </a:lnTo>
                  <a:lnTo>
                    <a:pt x="1823" y="1047"/>
                  </a:lnTo>
                  <a:lnTo>
                    <a:pt x="1812" y="1049"/>
                  </a:lnTo>
                  <a:lnTo>
                    <a:pt x="1801" y="1050"/>
                  </a:lnTo>
                  <a:lnTo>
                    <a:pt x="1791" y="1050"/>
                  </a:lnTo>
                  <a:lnTo>
                    <a:pt x="1785" y="1050"/>
                  </a:lnTo>
                  <a:lnTo>
                    <a:pt x="1782" y="1050"/>
                  </a:lnTo>
                  <a:lnTo>
                    <a:pt x="1781" y="1052"/>
                  </a:lnTo>
                  <a:lnTo>
                    <a:pt x="1778" y="1059"/>
                  </a:lnTo>
                  <a:lnTo>
                    <a:pt x="1774" y="1068"/>
                  </a:lnTo>
                  <a:lnTo>
                    <a:pt x="1769" y="1078"/>
                  </a:lnTo>
                  <a:lnTo>
                    <a:pt x="1763" y="1090"/>
                  </a:lnTo>
                  <a:lnTo>
                    <a:pt x="1755" y="1100"/>
                  </a:lnTo>
                  <a:lnTo>
                    <a:pt x="1748" y="1109"/>
                  </a:lnTo>
                  <a:lnTo>
                    <a:pt x="1740" y="1114"/>
                  </a:lnTo>
                  <a:lnTo>
                    <a:pt x="1732" y="1116"/>
                  </a:lnTo>
                  <a:lnTo>
                    <a:pt x="1724" y="1118"/>
                  </a:lnTo>
                  <a:lnTo>
                    <a:pt x="1717" y="1119"/>
                  </a:lnTo>
                  <a:lnTo>
                    <a:pt x="1710" y="1120"/>
                  </a:lnTo>
                  <a:lnTo>
                    <a:pt x="1703" y="1122"/>
                  </a:lnTo>
                  <a:lnTo>
                    <a:pt x="1698" y="1127"/>
                  </a:lnTo>
                  <a:lnTo>
                    <a:pt x="1695" y="1135"/>
                  </a:lnTo>
                  <a:lnTo>
                    <a:pt x="1695" y="1146"/>
                  </a:lnTo>
                  <a:lnTo>
                    <a:pt x="1695" y="1157"/>
                  </a:lnTo>
                  <a:lnTo>
                    <a:pt x="1692" y="1164"/>
                  </a:lnTo>
                  <a:lnTo>
                    <a:pt x="1689" y="1169"/>
                  </a:lnTo>
                  <a:lnTo>
                    <a:pt x="1685" y="1173"/>
                  </a:lnTo>
                  <a:lnTo>
                    <a:pt x="1680" y="1176"/>
                  </a:lnTo>
                  <a:lnTo>
                    <a:pt x="1677" y="1181"/>
                  </a:lnTo>
                  <a:lnTo>
                    <a:pt x="1674" y="1189"/>
                  </a:lnTo>
                  <a:lnTo>
                    <a:pt x="1673" y="1199"/>
                  </a:lnTo>
                  <a:lnTo>
                    <a:pt x="1672" y="1210"/>
                  </a:lnTo>
                  <a:lnTo>
                    <a:pt x="1668" y="1218"/>
                  </a:lnTo>
                  <a:lnTo>
                    <a:pt x="1663" y="1224"/>
                  </a:lnTo>
                  <a:lnTo>
                    <a:pt x="1657" y="1229"/>
                  </a:lnTo>
                  <a:lnTo>
                    <a:pt x="1651" y="1235"/>
                  </a:lnTo>
                  <a:lnTo>
                    <a:pt x="1648" y="1239"/>
                  </a:lnTo>
                  <a:lnTo>
                    <a:pt x="1646" y="1245"/>
                  </a:lnTo>
                  <a:lnTo>
                    <a:pt x="1647" y="1252"/>
                  </a:lnTo>
                  <a:lnTo>
                    <a:pt x="1649" y="1260"/>
                  </a:lnTo>
                  <a:lnTo>
                    <a:pt x="1648" y="1266"/>
                  </a:lnTo>
                  <a:lnTo>
                    <a:pt x="1646" y="1271"/>
                  </a:lnTo>
                  <a:lnTo>
                    <a:pt x="1642" y="1276"/>
                  </a:lnTo>
                  <a:lnTo>
                    <a:pt x="1637" y="1279"/>
                  </a:lnTo>
                  <a:lnTo>
                    <a:pt x="1631" y="1283"/>
                  </a:lnTo>
                  <a:lnTo>
                    <a:pt x="1624" y="1285"/>
                  </a:lnTo>
                  <a:lnTo>
                    <a:pt x="1617" y="1286"/>
                  </a:lnTo>
                  <a:lnTo>
                    <a:pt x="1610" y="1288"/>
                  </a:lnTo>
                  <a:lnTo>
                    <a:pt x="1602" y="1290"/>
                  </a:lnTo>
                  <a:lnTo>
                    <a:pt x="1595" y="1294"/>
                  </a:lnTo>
                  <a:lnTo>
                    <a:pt x="1590" y="1299"/>
                  </a:lnTo>
                  <a:lnTo>
                    <a:pt x="1584" y="1306"/>
                  </a:lnTo>
                  <a:lnTo>
                    <a:pt x="1580" y="1315"/>
                  </a:lnTo>
                  <a:lnTo>
                    <a:pt x="1577" y="1326"/>
                  </a:lnTo>
                  <a:lnTo>
                    <a:pt x="1575" y="1340"/>
                  </a:lnTo>
                  <a:lnTo>
                    <a:pt x="1573" y="1351"/>
                  </a:lnTo>
                  <a:lnTo>
                    <a:pt x="1570" y="1357"/>
                  </a:lnTo>
                  <a:lnTo>
                    <a:pt x="1566" y="1360"/>
                  </a:lnTo>
                  <a:lnTo>
                    <a:pt x="1562" y="1361"/>
                  </a:lnTo>
                  <a:lnTo>
                    <a:pt x="1559" y="1362"/>
                  </a:lnTo>
                  <a:lnTo>
                    <a:pt x="1556" y="1365"/>
                  </a:lnTo>
                  <a:lnTo>
                    <a:pt x="1555" y="1370"/>
                  </a:lnTo>
                  <a:lnTo>
                    <a:pt x="1557" y="1381"/>
                  </a:lnTo>
                  <a:lnTo>
                    <a:pt x="1560" y="1394"/>
                  </a:lnTo>
                  <a:lnTo>
                    <a:pt x="1560" y="1403"/>
                  </a:lnTo>
                  <a:lnTo>
                    <a:pt x="1557" y="1409"/>
                  </a:lnTo>
                  <a:lnTo>
                    <a:pt x="1554" y="1413"/>
                  </a:lnTo>
                  <a:lnTo>
                    <a:pt x="1548" y="1416"/>
                  </a:lnTo>
                  <a:lnTo>
                    <a:pt x="1542" y="1418"/>
                  </a:lnTo>
                  <a:lnTo>
                    <a:pt x="1533" y="1419"/>
                  </a:lnTo>
                  <a:lnTo>
                    <a:pt x="1524" y="1421"/>
                  </a:lnTo>
                  <a:lnTo>
                    <a:pt x="1516" y="1425"/>
                  </a:lnTo>
                  <a:lnTo>
                    <a:pt x="1510" y="1432"/>
                  </a:lnTo>
                  <a:lnTo>
                    <a:pt x="1506" y="1443"/>
                  </a:lnTo>
                  <a:lnTo>
                    <a:pt x="1503" y="1455"/>
                  </a:lnTo>
                  <a:lnTo>
                    <a:pt x="1498" y="1469"/>
                  </a:lnTo>
                  <a:lnTo>
                    <a:pt x="1492" y="1484"/>
                  </a:lnTo>
                  <a:lnTo>
                    <a:pt x="1482" y="1499"/>
                  </a:lnTo>
                  <a:lnTo>
                    <a:pt x="1468" y="1514"/>
                  </a:lnTo>
                  <a:lnTo>
                    <a:pt x="1453" y="1529"/>
                  </a:lnTo>
                  <a:lnTo>
                    <a:pt x="1446" y="1545"/>
                  </a:lnTo>
                  <a:lnTo>
                    <a:pt x="1442" y="1561"/>
                  </a:lnTo>
                  <a:lnTo>
                    <a:pt x="1441" y="1577"/>
                  </a:lnTo>
                  <a:lnTo>
                    <a:pt x="1439" y="1594"/>
                  </a:lnTo>
                  <a:lnTo>
                    <a:pt x="1434" y="1608"/>
                  </a:lnTo>
                  <a:lnTo>
                    <a:pt x="1425" y="1620"/>
                  </a:lnTo>
                  <a:lnTo>
                    <a:pt x="1410" y="1631"/>
                  </a:lnTo>
                  <a:lnTo>
                    <a:pt x="1394" y="1641"/>
                  </a:lnTo>
                  <a:lnTo>
                    <a:pt x="1387" y="1650"/>
                  </a:lnTo>
                  <a:lnTo>
                    <a:pt x="1386" y="1659"/>
                  </a:lnTo>
                  <a:lnTo>
                    <a:pt x="1389" y="1667"/>
                  </a:lnTo>
                  <a:lnTo>
                    <a:pt x="1396" y="1674"/>
                  </a:lnTo>
                  <a:lnTo>
                    <a:pt x="1404" y="1681"/>
                  </a:lnTo>
                  <a:lnTo>
                    <a:pt x="1412" y="1688"/>
                  </a:lnTo>
                  <a:lnTo>
                    <a:pt x="1418" y="1694"/>
                  </a:lnTo>
                  <a:lnTo>
                    <a:pt x="1421" y="1702"/>
                  </a:lnTo>
                  <a:lnTo>
                    <a:pt x="1423" y="1714"/>
                  </a:lnTo>
                  <a:lnTo>
                    <a:pt x="1424" y="1729"/>
                  </a:lnTo>
                  <a:lnTo>
                    <a:pt x="1425" y="1747"/>
                  </a:lnTo>
                  <a:lnTo>
                    <a:pt x="1426" y="1765"/>
                  </a:lnTo>
                  <a:lnTo>
                    <a:pt x="1429" y="1782"/>
                  </a:lnTo>
                  <a:lnTo>
                    <a:pt x="1435" y="1799"/>
                  </a:lnTo>
                  <a:lnTo>
                    <a:pt x="1443" y="1812"/>
                  </a:lnTo>
                  <a:lnTo>
                    <a:pt x="1454" y="1825"/>
                  </a:lnTo>
                  <a:lnTo>
                    <a:pt x="1466" y="1841"/>
                  </a:lnTo>
                  <a:lnTo>
                    <a:pt x="1478" y="1858"/>
                  </a:lnTo>
                  <a:lnTo>
                    <a:pt x="1488" y="1876"/>
                  </a:lnTo>
                  <a:lnTo>
                    <a:pt x="1496" y="1897"/>
                  </a:lnTo>
                  <a:lnTo>
                    <a:pt x="1501" y="1917"/>
                  </a:lnTo>
                  <a:lnTo>
                    <a:pt x="1503" y="1938"/>
                  </a:lnTo>
                  <a:lnTo>
                    <a:pt x="1499" y="1958"/>
                  </a:lnTo>
                  <a:lnTo>
                    <a:pt x="1492" y="1976"/>
                  </a:lnTo>
                  <a:lnTo>
                    <a:pt x="1485" y="1992"/>
                  </a:lnTo>
                  <a:lnTo>
                    <a:pt x="1478" y="2006"/>
                  </a:lnTo>
                  <a:lnTo>
                    <a:pt x="1471" y="2017"/>
                  </a:lnTo>
                  <a:lnTo>
                    <a:pt x="1466" y="2027"/>
                  </a:lnTo>
                  <a:lnTo>
                    <a:pt x="1463" y="2038"/>
                  </a:lnTo>
                  <a:lnTo>
                    <a:pt x="1463" y="2047"/>
                  </a:lnTo>
                  <a:lnTo>
                    <a:pt x="1466" y="2056"/>
                  </a:lnTo>
                  <a:lnTo>
                    <a:pt x="1469" y="2065"/>
                  </a:lnTo>
                  <a:lnTo>
                    <a:pt x="1469" y="2073"/>
                  </a:lnTo>
                  <a:lnTo>
                    <a:pt x="1468" y="2081"/>
                  </a:lnTo>
                  <a:lnTo>
                    <a:pt x="1466" y="2090"/>
                  </a:lnTo>
                  <a:lnTo>
                    <a:pt x="1463" y="2097"/>
                  </a:lnTo>
                  <a:lnTo>
                    <a:pt x="1462" y="2104"/>
                  </a:lnTo>
                  <a:lnTo>
                    <a:pt x="1464" y="2111"/>
                  </a:lnTo>
                  <a:lnTo>
                    <a:pt x="1468" y="2118"/>
                  </a:lnTo>
                  <a:lnTo>
                    <a:pt x="1473" y="2125"/>
                  </a:lnTo>
                  <a:lnTo>
                    <a:pt x="1474" y="2133"/>
                  </a:lnTo>
                  <a:lnTo>
                    <a:pt x="1474" y="2143"/>
                  </a:lnTo>
                  <a:lnTo>
                    <a:pt x="1472" y="2151"/>
                  </a:lnTo>
                  <a:lnTo>
                    <a:pt x="1469" y="2161"/>
                  </a:lnTo>
                  <a:lnTo>
                    <a:pt x="1467" y="2171"/>
                  </a:lnTo>
                  <a:lnTo>
                    <a:pt x="1465" y="2182"/>
                  </a:lnTo>
                  <a:lnTo>
                    <a:pt x="1466" y="2194"/>
                  </a:lnTo>
                  <a:lnTo>
                    <a:pt x="1467" y="2205"/>
                  </a:lnTo>
                  <a:lnTo>
                    <a:pt x="1466" y="2217"/>
                  </a:lnTo>
                  <a:lnTo>
                    <a:pt x="1465" y="2227"/>
                  </a:lnTo>
                  <a:lnTo>
                    <a:pt x="1463" y="2237"/>
                  </a:lnTo>
                  <a:lnTo>
                    <a:pt x="1462" y="2247"/>
                  </a:lnTo>
                  <a:lnTo>
                    <a:pt x="1461" y="2256"/>
                  </a:lnTo>
                  <a:lnTo>
                    <a:pt x="1462" y="2263"/>
                  </a:lnTo>
                  <a:lnTo>
                    <a:pt x="1466" y="2270"/>
                  </a:lnTo>
                  <a:lnTo>
                    <a:pt x="1469" y="2277"/>
                  </a:lnTo>
                  <a:lnTo>
                    <a:pt x="1471" y="2284"/>
                  </a:lnTo>
                  <a:lnTo>
                    <a:pt x="1471" y="2293"/>
                  </a:lnTo>
                  <a:lnTo>
                    <a:pt x="1471" y="2302"/>
                  </a:lnTo>
                  <a:lnTo>
                    <a:pt x="1472" y="2312"/>
                  </a:lnTo>
                  <a:lnTo>
                    <a:pt x="1475" y="2321"/>
                  </a:lnTo>
                  <a:lnTo>
                    <a:pt x="1482" y="2330"/>
                  </a:lnTo>
                  <a:lnTo>
                    <a:pt x="1493" y="2340"/>
                  </a:lnTo>
                  <a:lnTo>
                    <a:pt x="1503" y="2350"/>
                  </a:lnTo>
                  <a:lnTo>
                    <a:pt x="1507" y="2362"/>
                  </a:lnTo>
                  <a:lnTo>
                    <a:pt x="1507" y="2375"/>
                  </a:lnTo>
                  <a:lnTo>
                    <a:pt x="1504" y="2388"/>
                  </a:lnTo>
                  <a:lnTo>
                    <a:pt x="1499" y="2400"/>
                  </a:lnTo>
                  <a:lnTo>
                    <a:pt x="1494" y="2410"/>
                  </a:lnTo>
                  <a:lnTo>
                    <a:pt x="1490" y="2417"/>
                  </a:lnTo>
                  <a:lnTo>
                    <a:pt x="1488" y="2419"/>
                  </a:lnTo>
                  <a:lnTo>
                    <a:pt x="1488" y="2422"/>
                  </a:lnTo>
                  <a:lnTo>
                    <a:pt x="1486" y="2430"/>
                  </a:lnTo>
                  <a:lnTo>
                    <a:pt x="1484" y="2442"/>
                  </a:lnTo>
                  <a:lnTo>
                    <a:pt x="1481" y="2455"/>
                  </a:lnTo>
                  <a:lnTo>
                    <a:pt x="1476" y="2467"/>
                  </a:lnTo>
                  <a:lnTo>
                    <a:pt x="1469" y="2478"/>
                  </a:lnTo>
                  <a:lnTo>
                    <a:pt x="1462" y="2486"/>
                  </a:lnTo>
                  <a:lnTo>
                    <a:pt x="1451" y="2488"/>
                  </a:lnTo>
                  <a:lnTo>
                    <a:pt x="1441" y="2487"/>
                  </a:lnTo>
                  <a:lnTo>
                    <a:pt x="1431" y="2485"/>
                  </a:lnTo>
                  <a:lnTo>
                    <a:pt x="1422" y="2484"/>
                  </a:lnTo>
                  <a:lnTo>
                    <a:pt x="1412" y="2483"/>
                  </a:lnTo>
                  <a:lnTo>
                    <a:pt x="1400" y="2482"/>
                  </a:lnTo>
                  <a:lnTo>
                    <a:pt x="1389" y="2483"/>
                  </a:lnTo>
                  <a:lnTo>
                    <a:pt x="1376" y="2484"/>
                  </a:lnTo>
                  <a:lnTo>
                    <a:pt x="1362" y="2488"/>
                  </a:lnTo>
                  <a:lnTo>
                    <a:pt x="1348" y="2495"/>
                  </a:lnTo>
                  <a:lnTo>
                    <a:pt x="1340" y="2503"/>
                  </a:lnTo>
                  <a:lnTo>
                    <a:pt x="1334" y="2512"/>
                  </a:lnTo>
                  <a:lnTo>
                    <a:pt x="1330" y="2521"/>
                  </a:lnTo>
                  <a:lnTo>
                    <a:pt x="1327" y="2529"/>
                  </a:lnTo>
                  <a:lnTo>
                    <a:pt x="1323" y="2535"/>
                  </a:lnTo>
                  <a:lnTo>
                    <a:pt x="1318" y="2538"/>
                  </a:lnTo>
                  <a:lnTo>
                    <a:pt x="1308" y="2536"/>
                  </a:lnTo>
                  <a:lnTo>
                    <a:pt x="1299" y="2534"/>
                  </a:lnTo>
                  <a:lnTo>
                    <a:pt x="1292" y="2536"/>
                  </a:lnTo>
                  <a:lnTo>
                    <a:pt x="1287" y="2542"/>
                  </a:lnTo>
                  <a:lnTo>
                    <a:pt x="1283" y="2548"/>
                  </a:lnTo>
                  <a:lnTo>
                    <a:pt x="1279" y="2555"/>
                  </a:lnTo>
                  <a:lnTo>
                    <a:pt x="1275" y="2562"/>
                  </a:lnTo>
                  <a:lnTo>
                    <a:pt x="1270" y="2566"/>
                  </a:lnTo>
                  <a:lnTo>
                    <a:pt x="1264" y="2568"/>
                  </a:lnTo>
                  <a:lnTo>
                    <a:pt x="1253" y="2570"/>
                  </a:lnTo>
                  <a:lnTo>
                    <a:pt x="1240" y="2576"/>
                  </a:lnTo>
                  <a:lnTo>
                    <a:pt x="1224" y="2584"/>
                  </a:lnTo>
                  <a:lnTo>
                    <a:pt x="1207" y="2593"/>
                  </a:lnTo>
                  <a:lnTo>
                    <a:pt x="1191" y="2602"/>
                  </a:lnTo>
                  <a:lnTo>
                    <a:pt x="1178" y="2610"/>
                  </a:lnTo>
                  <a:lnTo>
                    <a:pt x="1169" y="2616"/>
                  </a:lnTo>
                  <a:lnTo>
                    <a:pt x="1166" y="2618"/>
                  </a:lnTo>
                  <a:lnTo>
                    <a:pt x="1163" y="2621"/>
                  </a:lnTo>
                  <a:lnTo>
                    <a:pt x="1155" y="2629"/>
                  </a:lnTo>
                  <a:lnTo>
                    <a:pt x="1145" y="2642"/>
                  </a:lnTo>
                  <a:lnTo>
                    <a:pt x="1132" y="2655"/>
                  </a:lnTo>
                  <a:lnTo>
                    <a:pt x="1118" y="2668"/>
                  </a:lnTo>
                  <a:lnTo>
                    <a:pt x="1103" y="2680"/>
                  </a:lnTo>
                  <a:lnTo>
                    <a:pt x="1090" y="2688"/>
                  </a:lnTo>
                  <a:lnTo>
                    <a:pt x="1079" y="2692"/>
                  </a:lnTo>
                  <a:lnTo>
                    <a:pt x="1070" y="2692"/>
                  </a:lnTo>
                  <a:lnTo>
                    <a:pt x="1063" y="2693"/>
                  </a:lnTo>
                  <a:lnTo>
                    <a:pt x="1057" y="2696"/>
                  </a:lnTo>
                  <a:lnTo>
                    <a:pt x="1052" y="2701"/>
                  </a:lnTo>
                  <a:lnTo>
                    <a:pt x="1048" y="2708"/>
                  </a:lnTo>
                  <a:lnTo>
                    <a:pt x="1045" y="2719"/>
                  </a:lnTo>
                  <a:lnTo>
                    <a:pt x="1042" y="2733"/>
                  </a:lnTo>
                  <a:lnTo>
                    <a:pt x="1039" y="2753"/>
                  </a:lnTo>
                  <a:lnTo>
                    <a:pt x="1034" y="2772"/>
                  </a:lnTo>
                  <a:lnTo>
                    <a:pt x="1028" y="2787"/>
                  </a:lnTo>
                  <a:lnTo>
                    <a:pt x="1020" y="2801"/>
                  </a:lnTo>
                  <a:lnTo>
                    <a:pt x="1011" y="2811"/>
                  </a:lnTo>
                  <a:lnTo>
                    <a:pt x="1003" y="2819"/>
                  </a:lnTo>
                  <a:lnTo>
                    <a:pt x="998" y="2826"/>
                  </a:lnTo>
                  <a:lnTo>
                    <a:pt x="995" y="2833"/>
                  </a:lnTo>
                  <a:lnTo>
                    <a:pt x="997" y="2840"/>
                  </a:lnTo>
                  <a:lnTo>
                    <a:pt x="999" y="2846"/>
                  </a:lnTo>
                  <a:lnTo>
                    <a:pt x="996" y="2849"/>
                  </a:lnTo>
                  <a:lnTo>
                    <a:pt x="990" y="2849"/>
                  </a:lnTo>
                  <a:lnTo>
                    <a:pt x="982" y="2848"/>
                  </a:lnTo>
                  <a:lnTo>
                    <a:pt x="973" y="2847"/>
                  </a:lnTo>
                  <a:lnTo>
                    <a:pt x="965" y="2847"/>
                  </a:lnTo>
                  <a:lnTo>
                    <a:pt x="958" y="2850"/>
                  </a:lnTo>
                  <a:lnTo>
                    <a:pt x="955" y="2855"/>
                  </a:lnTo>
                  <a:lnTo>
                    <a:pt x="953" y="2860"/>
                  </a:lnTo>
                  <a:lnTo>
                    <a:pt x="950" y="2867"/>
                  </a:lnTo>
                  <a:lnTo>
                    <a:pt x="945" y="2874"/>
                  </a:lnTo>
                  <a:lnTo>
                    <a:pt x="940" y="2881"/>
                  </a:lnTo>
                  <a:lnTo>
                    <a:pt x="933" y="2889"/>
                  </a:lnTo>
                  <a:lnTo>
                    <a:pt x="925" y="2898"/>
                  </a:lnTo>
                  <a:lnTo>
                    <a:pt x="917" y="2905"/>
                  </a:lnTo>
                  <a:lnTo>
                    <a:pt x="907" y="2912"/>
                  </a:lnTo>
                  <a:close/>
                </a:path>
              </a:pathLst>
            </a:custGeom>
            <a:solidFill>
              <a:srgbClr val="6666ff"/>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90" name=""/>
            <p:cNvSpPr/>
            <p:nvPr/>
          </p:nvSpPr>
          <p:spPr>
            <a:xfrm>
              <a:off x="866880" y="2395440"/>
              <a:ext cx="402120" cy="471600"/>
            </a:xfrm>
            <a:custGeom>
              <a:avLst/>
              <a:gdLst/>
              <a:ahLst/>
              <a:rect l="l" t="t" r="r" b="b"/>
              <a:pathLst>
                <a:path w="2242" h="2912">
                  <a:moveTo>
                    <a:pt x="907" y="2912"/>
                  </a:moveTo>
                  <a:lnTo>
                    <a:pt x="907" y="2912"/>
                  </a:lnTo>
                  <a:lnTo>
                    <a:pt x="907" y="2912"/>
                  </a:lnTo>
                  <a:lnTo>
                    <a:pt x="907" y="2912"/>
                  </a:lnTo>
                  <a:lnTo>
                    <a:pt x="907" y="2912"/>
                  </a:lnTo>
                  <a:lnTo>
                    <a:pt x="906" y="2912"/>
                  </a:lnTo>
                  <a:lnTo>
                    <a:pt x="906" y="2912"/>
                  </a:lnTo>
                  <a:lnTo>
                    <a:pt x="901" y="2902"/>
                  </a:lnTo>
                  <a:lnTo>
                    <a:pt x="896" y="2885"/>
                  </a:lnTo>
                  <a:lnTo>
                    <a:pt x="890" y="2865"/>
                  </a:lnTo>
                  <a:lnTo>
                    <a:pt x="885" y="2843"/>
                  </a:lnTo>
                  <a:lnTo>
                    <a:pt x="881" y="2820"/>
                  </a:lnTo>
                  <a:lnTo>
                    <a:pt x="877" y="2801"/>
                  </a:lnTo>
                  <a:lnTo>
                    <a:pt x="876" y="2784"/>
                  </a:lnTo>
                  <a:lnTo>
                    <a:pt x="876" y="2775"/>
                  </a:lnTo>
                  <a:lnTo>
                    <a:pt x="876" y="2775"/>
                  </a:lnTo>
                  <a:lnTo>
                    <a:pt x="877" y="2769"/>
                  </a:lnTo>
                  <a:lnTo>
                    <a:pt x="877" y="2761"/>
                  </a:lnTo>
                  <a:lnTo>
                    <a:pt x="876" y="2752"/>
                  </a:lnTo>
                  <a:lnTo>
                    <a:pt x="874" y="2742"/>
                  </a:lnTo>
                  <a:lnTo>
                    <a:pt x="868" y="2730"/>
                  </a:lnTo>
                  <a:lnTo>
                    <a:pt x="858" y="2718"/>
                  </a:lnTo>
                  <a:lnTo>
                    <a:pt x="844" y="2705"/>
                  </a:lnTo>
                  <a:lnTo>
                    <a:pt x="825" y="2692"/>
                  </a:lnTo>
                  <a:lnTo>
                    <a:pt x="825" y="2692"/>
                  </a:lnTo>
                  <a:lnTo>
                    <a:pt x="805" y="2678"/>
                  </a:lnTo>
                  <a:lnTo>
                    <a:pt x="792" y="2665"/>
                  </a:lnTo>
                  <a:lnTo>
                    <a:pt x="782" y="2652"/>
                  </a:lnTo>
                  <a:lnTo>
                    <a:pt x="776" y="2639"/>
                  </a:lnTo>
                  <a:lnTo>
                    <a:pt x="772" y="2628"/>
                  </a:lnTo>
                  <a:lnTo>
                    <a:pt x="769" y="2618"/>
                  </a:lnTo>
                  <a:lnTo>
                    <a:pt x="767" y="2609"/>
                  </a:lnTo>
                  <a:lnTo>
                    <a:pt x="764" y="2602"/>
                  </a:lnTo>
                  <a:lnTo>
                    <a:pt x="764" y="2602"/>
                  </a:lnTo>
                  <a:lnTo>
                    <a:pt x="759" y="2594"/>
                  </a:lnTo>
                  <a:lnTo>
                    <a:pt x="758" y="2582"/>
                  </a:lnTo>
                  <a:lnTo>
                    <a:pt x="758" y="2571"/>
                  </a:lnTo>
                  <a:lnTo>
                    <a:pt x="759" y="2559"/>
                  </a:lnTo>
                  <a:lnTo>
                    <a:pt x="763" y="2547"/>
                  </a:lnTo>
                  <a:lnTo>
                    <a:pt x="767" y="2534"/>
                  </a:lnTo>
                  <a:lnTo>
                    <a:pt x="773" y="2522"/>
                  </a:lnTo>
                  <a:lnTo>
                    <a:pt x="780" y="2512"/>
                  </a:lnTo>
                  <a:lnTo>
                    <a:pt x="780" y="2512"/>
                  </a:lnTo>
                  <a:lnTo>
                    <a:pt x="786" y="2501"/>
                  </a:lnTo>
                  <a:lnTo>
                    <a:pt x="791" y="2487"/>
                  </a:lnTo>
                  <a:lnTo>
                    <a:pt x="794" y="2473"/>
                  </a:lnTo>
                  <a:lnTo>
                    <a:pt x="797" y="2458"/>
                  </a:lnTo>
                  <a:lnTo>
                    <a:pt x="799" y="2442"/>
                  </a:lnTo>
                  <a:lnTo>
                    <a:pt x="800" y="2426"/>
                  </a:lnTo>
                  <a:lnTo>
                    <a:pt x="802" y="2411"/>
                  </a:lnTo>
                  <a:lnTo>
                    <a:pt x="804" y="2396"/>
                  </a:lnTo>
                  <a:lnTo>
                    <a:pt x="804" y="2396"/>
                  </a:lnTo>
                  <a:lnTo>
                    <a:pt x="804" y="2383"/>
                  </a:lnTo>
                  <a:lnTo>
                    <a:pt x="799" y="2373"/>
                  </a:lnTo>
                  <a:lnTo>
                    <a:pt x="791" y="2364"/>
                  </a:lnTo>
                  <a:lnTo>
                    <a:pt x="783" y="2354"/>
                  </a:lnTo>
                  <a:lnTo>
                    <a:pt x="776" y="2343"/>
                  </a:lnTo>
                  <a:lnTo>
                    <a:pt x="771" y="2326"/>
                  </a:lnTo>
                  <a:lnTo>
                    <a:pt x="771" y="2306"/>
                  </a:lnTo>
                  <a:lnTo>
                    <a:pt x="776" y="2277"/>
                  </a:lnTo>
                  <a:lnTo>
                    <a:pt x="776" y="2277"/>
                  </a:lnTo>
                  <a:lnTo>
                    <a:pt x="780" y="2248"/>
                  </a:lnTo>
                  <a:lnTo>
                    <a:pt x="775" y="2223"/>
                  </a:lnTo>
                  <a:lnTo>
                    <a:pt x="763" y="2202"/>
                  </a:lnTo>
                  <a:lnTo>
                    <a:pt x="745" y="2184"/>
                  </a:lnTo>
                  <a:lnTo>
                    <a:pt x="725" y="2170"/>
                  </a:lnTo>
                  <a:lnTo>
                    <a:pt x="704" y="2161"/>
                  </a:lnTo>
                  <a:lnTo>
                    <a:pt x="685" y="2154"/>
                  </a:lnTo>
                  <a:lnTo>
                    <a:pt x="670" y="2151"/>
                  </a:lnTo>
                  <a:lnTo>
                    <a:pt x="670" y="2151"/>
                  </a:lnTo>
                  <a:lnTo>
                    <a:pt x="657" y="2150"/>
                  </a:lnTo>
                  <a:lnTo>
                    <a:pt x="647" y="2149"/>
                  </a:lnTo>
                  <a:lnTo>
                    <a:pt x="637" y="2148"/>
                  </a:lnTo>
                  <a:lnTo>
                    <a:pt x="628" y="2146"/>
                  </a:lnTo>
                  <a:lnTo>
                    <a:pt x="621" y="2143"/>
                  </a:lnTo>
                  <a:lnTo>
                    <a:pt x="615" y="2138"/>
                  </a:lnTo>
                  <a:lnTo>
                    <a:pt x="609" y="2131"/>
                  </a:lnTo>
                  <a:lnTo>
                    <a:pt x="606" y="2122"/>
                  </a:lnTo>
                  <a:lnTo>
                    <a:pt x="606" y="2122"/>
                  </a:lnTo>
                  <a:lnTo>
                    <a:pt x="603" y="2112"/>
                  </a:lnTo>
                  <a:lnTo>
                    <a:pt x="600" y="2099"/>
                  </a:lnTo>
                  <a:lnTo>
                    <a:pt x="596" y="2085"/>
                  </a:lnTo>
                  <a:lnTo>
                    <a:pt x="591" y="2073"/>
                  </a:lnTo>
                  <a:lnTo>
                    <a:pt x="585" y="2061"/>
                  </a:lnTo>
                  <a:lnTo>
                    <a:pt x="580" y="2053"/>
                  </a:lnTo>
                  <a:lnTo>
                    <a:pt x="574" y="2047"/>
                  </a:lnTo>
                  <a:lnTo>
                    <a:pt x="568" y="2047"/>
                  </a:lnTo>
                  <a:lnTo>
                    <a:pt x="568" y="2047"/>
                  </a:lnTo>
                  <a:lnTo>
                    <a:pt x="562" y="2045"/>
                  </a:lnTo>
                  <a:lnTo>
                    <a:pt x="554" y="2035"/>
                  </a:lnTo>
                  <a:lnTo>
                    <a:pt x="548" y="2021"/>
                  </a:lnTo>
                  <a:lnTo>
                    <a:pt x="541" y="2003"/>
                  </a:lnTo>
                  <a:lnTo>
                    <a:pt x="533" y="1982"/>
                  </a:lnTo>
                  <a:lnTo>
                    <a:pt x="526" y="1963"/>
                  </a:lnTo>
                  <a:lnTo>
                    <a:pt x="518" y="1946"/>
                  </a:lnTo>
                  <a:lnTo>
                    <a:pt x="510" y="1932"/>
                  </a:lnTo>
                  <a:lnTo>
                    <a:pt x="510" y="1932"/>
                  </a:lnTo>
                  <a:lnTo>
                    <a:pt x="504" y="1922"/>
                  </a:lnTo>
                  <a:lnTo>
                    <a:pt x="498" y="1911"/>
                  </a:lnTo>
                  <a:lnTo>
                    <a:pt x="493" y="1901"/>
                  </a:lnTo>
                  <a:lnTo>
                    <a:pt x="490" y="1891"/>
                  </a:lnTo>
                  <a:lnTo>
                    <a:pt x="489" y="1880"/>
                  </a:lnTo>
                  <a:lnTo>
                    <a:pt x="490" y="1871"/>
                  </a:lnTo>
                  <a:lnTo>
                    <a:pt x="493" y="1862"/>
                  </a:lnTo>
                  <a:lnTo>
                    <a:pt x="500" y="1853"/>
                  </a:lnTo>
                  <a:lnTo>
                    <a:pt x="500" y="1853"/>
                  </a:lnTo>
                  <a:lnTo>
                    <a:pt x="507" y="1845"/>
                  </a:lnTo>
                  <a:lnTo>
                    <a:pt x="512" y="1837"/>
                  </a:lnTo>
                  <a:lnTo>
                    <a:pt x="513" y="1828"/>
                  </a:lnTo>
                  <a:lnTo>
                    <a:pt x="513" y="1822"/>
                  </a:lnTo>
                  <a:lnTo>
                    <a:pt x="512" y="1816"/>
                  </a:lnTo>
                  <a:lnTo>
                    <a:pt x="510" y="1812"/>
                  </a:lnTo>
                  <a:lnTo>
                    <a:pt x="509" y="1809"/>
                  </a:lnTo>
                  <a:lnTo>
                    <a:pt x="508" y="1808"/>
                  </a:lnTo>
                  <a:lnTo>
                    <a:pt x="508" y="1808"/>
                  </a:lnTo>
                  <a:lnTo>
                    <a:pt x="507" y="1805"/>
                  </a:lnTo>
                  <a:lnTo>
                    <a:pt x="503" y="1799"/>
                  </a:lnTo>
                  <a:lnTo>
                    <a:pt x="498" y="1789"/>
                  </a:lnTo>
                  <a:lnTo>
                    <a:pt x="494" y="1777"/>
                  </a:lnTo>
                  <a:lnTo>
                    <a:pt x="491" y="1766"/>
                  </a:lnTo>
                  <a:lnTo>
                    <a:pt x="490" y="1756"/>
                  </a:lnTo>
                  <a:lnTo>
                    <a:pt x="494" y="1747"/>
                  </a:lnTo>
                  <a:lnTo>
                    <a:pt x="502" y="1743"/>
                  </a:lnTo>
                  <a:lnTo>
                    <a:pt x="502" y="1743"/>
                  </a:lnTo>
                  <a:lnTo>
                    <a:pt x="513" y="1739"/>
                  </a:lnTo>
                  <a:lnTo>
                    <a:pt x="518" y="1729"/>
                  </a:lnTo>
                  <a:lnTo>
                    <a:pt x="520" y="1718"/>
                  </a:lnTo>
                  <a:lnTo>
                    <a:pt x="520" y="1704"/>
                  </a:lnTo>
                  <a:lnTo>
                    <a:pt x="519" y="1689"/>
                  </a:lnTo>
                  <a:lnTo>
                    <a:pt x="518" y="1673"/>
                  </a:lnTo>
                  <a:lnTo>
                    <a:pt x="517" y="1657"/>
                  </a:lnTo>
                  <a:lnTo>
                    <a:pt x="519" y="1643"/>
                  </a:lnTo>
                  <a:lnTo>
                    <a:pt x="519" y="1643"/>
                  </a:lnTo>
                  <a:lnTo>
                    <a:pt x="519" y="1629"/>
                  </a:lnTo>
                  <a:lnTo>
                    <a:pt x="514" y="1616"/>
                  </a:lnTo>
                  <a:lnTo>
                    <a:pt x="505" y="1604"/>
                  </a:lnTo>
                  <a:lnTo>
                    <a:pt x="495" y="1593"/>
                  </a:lnTo>
                  <a:lnTo>
                    <a:pt x="485" y="1585"/>
                  </a:lnTo>
                  <a:lnTo>
                    <a:pt x="475" y="1577"/>
                  </a:lnTo>
                  <a:lnTo>
                    <a:pt x="469" y="1573"/>
                  </a:lnTo>
                  <a:lnTo>
                    <a:pt x="466" y="1571"/>
                  </a:lnTo>
                  <a:lnTo>
                    <a:pt x="404" y="1473"/>
                  </a:lnTo>
                  <a:lnTo>
                    <a:pt x="327" y="1455"/>
                  </a:lnTo>
                  <a:lnTo>
                    <a:pt x="327" y="1455"/>
                  </a:lnTo>
                  <a:lnTo>
                    <a:pt x="325" y="1456"/>
                  </a:lnTo>
                  <a:lnTo>
                    <a:pt x="319" y="1458"/>
                  </a:lnTo>
                  <a:lnTo>
                    <a:pt x="310" y="1461"/>
                  </a:lnTo>
                  <a:lnTo>
                    <a:pt x="300" y="1462"/>
                  </a:lnTo>
                  <a:lnTo>
                    <a:pt x="290" y="1462"/>
                  </a:lnTo>
                  <a:lnTo>
                    <a:pt x="280" y="1458"/>
                  </a:lnTo>
                  <a:lnTo>
                    <a:pt x="271" y="1449"/>
                  </a:lnTo>
                  <a:lnTo>
                    <a:pt x="264" y="1435"/>
                  </a:lnTo>
                  <a:lnTo>
                    <a:pt x="264" y="1435"/>
                  </a:lnTo>
                  <a:lnTo>
                    <a:pt x="258" y="1418"/>
                  </a:lnTo>
                  <a:lnTo>
                    <a:pt x="253" y="1405"/>
                  </a:lnTo>
                  <a:lnTo>
                    <a:pt x="249" y="1395"/>
                  </a:lnTo>
                  <a:lnTo>
                    <a:pt x="245" y="1388"/>
                  </a:lnTo>
                  <a:lnTo>
                    <a:pt x="242" y="1382"/>
                  </a:lnTo>
                  <a:lnTo>
                    <a:pt x="239" y="1379"/>
                  </a:lnTo>
                  <a:lnTo>
                    <a:pt x="238" y="1377"/>
                  </a:lnTo>
                  <a:lnTo>
                    <a:pt x="237" y="1377"/>
                  </a:lnTo>
                  <a:lnTo>
                    <a:pt x="223" y="1414"/>
                  </a:lnTo>
                  <a:lnTo>
                    <a:pt x="223" y="1414"/>
                  </a:lnTo>
                  <a:lnTo>
                    <a:pt x="222" y="1414"/>
                  </a:lnTo>
                  <a:lnTo>
                    <a:pt x="218" y="1413"/>
                  </a:lnTo>
                  <a:lnTo>
                    <a:pt x="211" y="1413"/>
                  </a:lnTo>
                  <a:lnTo>
                    <a:pt x="204" y="1411"/>
                  </a:lnTo>
                  <a:lnTo>
                    <a:pt x="196" y="1410"/>
                  </a:lnTo>
                  <a:lnTo>
                    <a:pt x="187" y="1407"/>
                  </a:lnTo>
                  <a:lnTo>
                    <a:pt x="179" y="1404"/>
                  </a:lnTo>
                  <a:lnTo>
                    <a:pt x="170" y="1400"/>
                  </a:lnTo>
                  <a:lnTo>
                    <a:pt x="170" y="1400"/>
                  </a:lnTo>
                  <a:lnTo>
                    <a:pt x="161" y="1396"/>
                  </a:lnTo>
                  <a:lnTo>
                    <a:pt x="154" y="1391"/>
                  </a:lnTo>
                  <a:lnTo>
                    <a:pt x="148" y="1385"/>
                  </a:lnTo>
                  <a:lnTo>
                    <a:pt x="142" y="1377"/>
                  </a:lnTo>
                  <a:lnTo>
                    <a:pt x="137" y="1368"/>
                  </a:lnTo>
                  <a:lnTo>
                    <a:pt x="132" y="1357"/>
                  </a:lnTo>
                  <a:lnTo>
                    <a:pt x="128" y="1344"/>
                  </a:lnTo>
                  <a:lnTo>
                    <a:pt x="125" y="1328"/>
                  </a:lnTo>
                  <a:lnTo>
                    <a:pt x="125" y="1328"/>
                  </a:lnTo>
                  <a:lnTo>
                    <a:pt x="120" y="1314"/>
                  </a:lnTo>
                  <a:lnTo>
                    <a:pt x="108" y="1296"/>
                  </a:lnTo>
                  <a:lnTo>
                    <a:pt x="93" y="1276"/>
                  </a:lnTo>
                  <a:lnTo>
                    <a:pt x="76" y="1255"/>
                  </a:lnTo>
                  <a:lnTo>
                    <a:pt x="55" y="1234"/>
                  </a:lnTo>
                  <a:lnTo>
                    <a:pt x="36" y="1213"/>
                  </a:lnTo>
                  <a:lnTo>
                    <a:pt x="17" y="1195"/>
                  </a:lnTo>
                  <a:lnTo>
                    <a:pt x="0" y="1178"/>
                  </a:lnTo>
                  <a:lnTo>
                    <a:pt x="0" y="1178"/>
                  </a:lnTo>
                  <a:lnTo>
                    <a:pt x="17" y="1180"/>
                  </a:lnTo>
                  <a:lnTo>
                    <a:pt x="33" y="1184"/>
                  </a:lnTo>
                  <a:lnTo>
                    <a:pt x="49" y="1186"/>
                  </a:lnTo>
                  <a:lnTo>
                    <a:pt x="66" y="1188"/>
                  </a:lnTo>
                  <a:lnTo>
                    <a:pt x="80" y="1189"/>
                  </a:lnTo>
                  <a:lnTo>
                    <a:pt x="94" y="1187"/>
                  </a:lnTo>
                  <a:lnTo>
                    <a:pt x="105" y="1184"/>
                  </a:lnTo>
                  <a:lnTo>
                    <a:pt x="116" y="1176"/>
                  </a:lnTo>
                  <a:lnTo>
                    <a:pt x="116" y="1176"/>
                  </a:lnTo>
                  <a:lnTo>
                    <a:pt x="128" y="1167"/>
                  </a:lnTo>
                  <a:lnTo>
                    <a:pt x="143" y="1158"/>
                  </a:lnTo>
                  <a:lnTo>
                    <a:pt x="161" y="1150"/>
                  </a:lnTo>
                  <a:lnTo>
                    <a:pt x="180" y="1143"/>
                  </a:lnTo>
                  <a:lnTo>
                    <a:pt x="199" y="1139"/>
                  </a:lnTo>
                  <a:lnTo>
                    <a:pt x="218" y="1136"/>
                  </a:lnTo>
                  <a:lnTo>
                    <a:pt x="234" y="1137"/>
                  </a:lnTo>
                  <a:lnTo>
                    <a:pt x="247" y="1140"/>
                  </a:lnTo>
                  <a:lnTo>
                    <a:pt x="247" y="1140"/>
                  </a:lnTo>
                  <a:lnTo>
                    <a:pt x="259" y="1144"/>
                  </a:lnTo>
                  <a:lnTo>
                    <a:pt x="274" y="1145"/>
                  </a:lnTo>
                  <a:lnTo>
                    <a:pt x="289" y="1144"/>
                  </a:lnTo>
                  <a:lnTo>
                    <a:pt x="303" y="1143"/>
                  </a:lnTo>
                  <a:lnTo>
                    <a:pt x="317" y="1143"/>
                  </a:lnTo>
                  <a:lnTo>
                    <a:pt x="328" y="1145"/>
                  </a:lnTo>
                  <a:lnTo>
                    <a:pt x="337" y="1150"/>
                  </a:lnTo>
                  <a:lnTo>
                    <a:pt x="342" y="1159"/>
                  </a:lnTo>
                  <a:lnTo>
                    <a:pt x="342" y="1159"/>
                  </a:lnTo>
                  <a:lnTo>
                    <a:pt x="346" y="1167"/>
                  </a:lnTo>
                  <a:lnTo>
                    <a:pt x="352" y="1169"/>
                  </a:lnTo>
                  <a:lnTo>
                    <a:pt x="360" y="1166"/>
                  </a:lnTo>
                  <a:lnTo>
                    <a:pt x="370" y="1161"/>
                  </a:lnTo>
                  <a:lnTo>
                    <a:pt x="380" y="1156"/>
                  </a:lnTo>
                  <a:lnTo>
                    <a:pt x="391" y="1152"/>
                  </a:lnTo>
                  <a:lnTo>
                    <a:pt x="402" y="1152"/>
                  </a:lnTo>
                  <a:lnTo>
                    <a:pt x="415" y="1157"/>
                  </a:lnTo>
                  <a:lnTo>
                    <a:pt x="415" y="1157"/>
                  </a:lnTo>
                  <a:lnTo>
                    <a:pt x="426" y="1164"/>
                  </a:lnTo>
                  <a:lnTo>
                    <a:pt x="435" y="1169"/>
                  </a:lnTo>
                  <a:lnTo>
                    <a:pt x="444" y="1173"/>
                  </a:lnTo>
                  <a:lnTo>
                    <a:pt x="451" y="1174"/>
                  </a:lnTo>
                  <a:lnTo>
                    <a:pt x="459" y="1174"/>
                  </a:lnTo>
                  <a:lnTo>
                    <a:pt x="467" y="1173"/>
                  </a:lnTo>
                  <a:lnTo>
                    <a:pt x="474" y="1170"/>
                  </a:lnTo>
                  <a:lnTo>
                    <a:pt x="482" y="1165"/>
                  </a:lnTo>
                  <a:lnTo>
                    <a:pt x="482" y="1165"/>
                  </a:lnTo>
                  <a:lnTo>
                    <a:pt x="492" y="1158"/>
                  </a:lnTo>
                  <a:lnTo>
                    <a:pt x="504" y="1149"/>
                  </a:lnTo>
                  <a:lnTo>
                    <a:pt x="520" y="1139"/>
                  </a:lnTo>
                  <a:lnTo>
                    <a:pt x="535" y="1128"/>
                  </a:lnTo>
                  <a:lnTo>
                    <a:pt x="550" y="1120"/>
                  </a:lnTo>
                  <a:lnTo>
                    <a:pt x="566" y="1114"/>
                  </a:lnTo>
                  <a:lnTo>
                    <a:pt x="579" y="1113"/>
                  </a:lnTo>
                  <a:lnTo>
                    <a:pt x="589" y="1117"/>
                  </a:lnTo>
                  <a:lnTo>
                    <a:pt x="589" y="1117"/>
                  </a:lnTo>
                  <a:lnTo>
                    <a:pt x="597" y="1124"/>
                  </a:lnTo>
                  <a:lnTo>
                    <a:pt x="605" y="1130"/>
                  </a:lnTo>
                  <a:lnTo>
                    <a:pt x="612" y="1135"/>
                  </a:lnTo>
                  <a:lnTo>
                    <a:pt x="619" y="1138"/>
                  </a:lnTo>
                  <a:lnTo>
                    <a:pt x="626" y="1140"/>
                  </a:lnTo>
                  <a:lnTo>
                    <a:pt x="634" y="1140"/>
                  </a:lnTo>
                  <a:lnTo>
                    <a:pt x="644" y="1137"/>
                  </a:lnTo>
                  <a:lnTo>
                    <a:pt x="655" y="1132"/>
                  </a:lnTo>
                  <a:lnTo>
                    <a:pt x="655" y="1132"/>
                  </a:lnTo>
                  <a:lnTo>
                    <a:pt x="667" y="1125"/>
                  </a:lnTo>
                  <a:lnTo>
                    <a:pt x="675" y="1120"/>
                  </a:lnTo>
                  <a:lnTo>
                    <a:pt x="682" y="1115"/>
                  </a:lnTo>
                  <a:lnTo>
                    <a:pt x="688" y="1112"/>
                  </a:lnTo>
                  <a:lnTo>
                    <a:pt x="694" y="1111"/>
                  </a:lnTo>
                  <a:lnTo>
                    <a:pt x="701" y="1111"/>
                  </a:lnTo>
                  <a:lnTo>
                    <a:pt x="710" y="1113"/>
                  </a:lnTo>
                  <a:lnTo>
                    <a:pt x="723" y="1117"/>
                  </a:lnTo>
                  <a:lnTo>
                    <a:pt x="723" y="1117"/>
                  </a:lnTo>
                  <a:lnTo>
                    <a:pt x="736" y="1118"/>
                  </a:lnTo>
                  <a:lnTo>
                    <a:pt x="747" y="1114"/>
                  </a:lnTo>
                  <a:lnTo>
                    <a:pt x="757" y="1105"/>
                  </a:lnTo>
                  <a:lnTo>
                    <a:pt x="768" y="1093"/>
                  </a:lnTo>
                  <a:lnTo>
                    <a:pt x="776" y="1082"/>
                  </a:lnTo>
                  <a:lnTo>
                    <a:pt x="785" y="1071"/>
                  </a:lnTo>
                  <a:lnTo>
                    <a:pt x="793" y="1065"/>
                  </a:lnTo>
                  <a:lnTo>
                    <a:pt x="801" y="1064"/>
                  </a:lnTo>
                  <a:lnTo>
                    <a:pt x="801" y="1064"/>
                  </a:lnTo>
                  <a:lnTo>
                    <a:pt x="811" y="1064"/>
                  </a:lnTo>
                  <a:lnTo>
                    <a:pt x="823" y="1059"/>
                  </a:lnTo>
                  <a:lnTo>
                    <a:pt x="834" y="1050"/>
                  </a:lnTo>
                  <a:lnTo>
                    <a:pt x="846" y="1039"/>
                  </a:lnTo>
                  <a:lnTo>
                    <a:pt x="857" y="1028"/>
                  </a:lnTo>
                  <a:lnTo>
                    <a:pt x="867" y="1018"/>
                  </a:lnTo>
                  <a:lnTo>
                    <a:pt x="873" y="1011"/>
                  </a:lnTo>
                  <a:lnTo>
                    <a:pt x="875" y="1008"/>
                  </a:lnTo>
                  <a:lnTo>
                    <a:pt x="875" y="1008"/>
                  </a:lnTo>
                  <a:lnTo>
                    <a:pt x="878" y="1006"/>
                  </a:lnTo>
                  <a:lnTo>
                    <a:pt x="885" y="1002"/>
                  </a:lnTo>
                  <a:lnTo>
                    <a:pt x="895" y="996"/>
                  </a:lnTo>
                  <a:lnTo>
                    <a:pt x="908" y="989"/>
                  </a:lnTo>
                  <a:lnTo>
                    <a:pt x="922" y="982"/>
                  </a:lnTo>
                  <a:lnTo>
                    <a:pt x="936" y="974"/>
                  </a:lnTo>
                  <a:lnTo>
                    <a:pt x="948" y="967"/>
                  </a:lnTo>
                  <a:lnTo>
                    <a:pt x="958" y="963"/>
                  </a:lnTo>
                  <a:lnTo>
                    <a:pt x="958" y="963"/>
                  </a:lnTo>
                  <a:lnTo>
                    <a:pt x="966" y="959"/>
                  </a:lnTo>
                  <a:lnTo>
                    <a:pt x="972" y="955"/>
                  </a:lnTo>
                  <a:lnTo>
                    <a:pt x="976" y="950"/>
                  </a:lnTo>
                  <a:lnTo>
                    <a:pt x="978" y="944"/>
                  </a:lnTo>
                  <a:lnTo>
                    <a:pt x="979" y="938"/>
                  </a:lnTo>
                  <a:lnTo>
                    <a:pt x="979" y="931"/>
                  </a:lnTo>
                  <a:lnTo>
                    <a:pt x="976" y="923"/>
                  </a:lnTo>
                  <a:lnTo>
                    <a:pt x="973" y="915"/>
                  </a:lnTo>
                  <a:lnTo>
                    <a:pt x="973" y="915"/>
                  </a:lnTo>
                  <a:lnTo>
                    <a:pt x="969" y="906"/>
                  </a:lnTo>
                  <a:lnTo>
                    <a:pt x="967" y="895"/>
                  </a:lnTo>
                  <a:lnTo>
                    <a:pt x="966" y="883"/>
                  </a:lnTo>
                  <a:lnTo>
                    <a:pt x="966" y="870"/>
                  </a:lnTo>
                  <a:lnTo>
                    <a:pt x="968" y="858"/>
                  </a:lnTo>
                  <a:lnTo>
                    <a:pt x="972" y="846"/>
                  </a:lnTo>
                  <a:lnTo>
                    <a:pt x="978" y="835"/>
                  </a:lnTo>
                  <a:lnTo>
                    <a:pt x="986" y="825"/>
                  </a:lnTo>
                  <a:lnTo>
                    <a:pt x="986" y="825"/>
                  </a:lnTo>
                  <a:lnTo>
                    <a:pt x="995" y="816"/>
                  </a:lnTo>
                  <a:lnTo>
                    <a:pt x="1002" y="805"/>
                  </a:lnTo>
                  <a:lnTo>
                    <a:pt x="1008" y="794"/>
                  </a:lnTo>
                  <a:lnTo>
                    <a:pt x="1013" y="782"/>
                  </a:lnTo>
                  <a:lnTo>
                    <a:pt x="1017" y="769"/>
                  </a:lnTo>
                  <a:lnTo>
                    <a:pt x="1020" y="758"/>
                  </a:lnTo>
                  <a:lnTo>
                    <a:pt x="1022" y="749"/>
                  </a:lnTo>
                  <a:lnTo>
                    <a:pt x="1023" y="741"/>
                  </a:lnTo>
                  <a:lnTo>
                    <a:pt x="1023" y="741"/>
                  </a:lnTo>
                  <a:lnTo>
                    <a:pt x="1024" y="734"/>
                  </a:lnTo>
                  <a:lnTo>
                    <a:pt x="1025" y="726"/>
                  </a:lnTo>
                  <a:lnTo>
                    <a:pt x="1026" y="718"/>
                  </a:lnTo>
                  <a:lnTo>
                    <a:pt x="1029" y="710"/>
                  </a:lnTo>
                  <a:lnTo>
                    <a:pt x="1033" y="704"/>
                  </a:lnTo>
                  <a:lnTo>
                    <a:pt x="1041" y="699"/>
                  </a:lnTo>
                  <a:lnTo>
                    <a:pt x="1052" y="696"/>
                  </a:lnTo>
                  <a:lnTo>
                    <a:pt x="1068" y="696"/>
                  </a:lnTo>
                  <a:lnTo>
                    <a:pt x="1068" y="696"/>
                  </a:lnTo>
                  <a:lnTo>
                    <a:pt x="1084" y="695"/>
                  </a:lnTo>
                  <a:lnTo>
                    <a:pt x="1098" y="691"/>
                  </a:lnTo>
                  <a:lnTo>
                    <a:pt x="1111" y="685"/>
                  </a:lnTo>
                  <a:lnTo>
                    <a:pt x="1120" y="677"/>
                  </a:lnTo>
                  <a:lnTo>
                    <a:pt x="1127" y="669"/>
                  </a:lnTo>
                  <a:lnTo>
                    <a:pt x="1131" y="663"/>
                  </a:lnTo>
                  <a:lnTo>
                    <a:pt x="1134" y="658"/>
                  </a:lnTo>
                  <a:lnTo>
                    <a:pt x="1135" y="656"/>
                  </a:lnTo>
                  <a:lnTo>
                    <a:pt x="1135" y="656"/>
                  </a:lnTo>
                  <a:lnTo>
                    <a:pt x="1135" y="656"/>
                  </a:lnTo>
                  <a:lnTo>
                    <a:pt x="1137" y="655"/>
                  </a:lnTo>
                  <a:lnTo>
                    <a:pt x="1140" y="654"/>
                  </a:lnTo>
                  <a:lnTo>
                    <a:pt x="1145" y="654"/>
                  </a:lnTo>
                  <a:lnTo>
                    <a:pt x="1151" y="654"/>
                  </a:lnTo>
                  <a:lnTo>
                    <a:pt x="1161" y="655"/>
                  </a:lnTo>
                  <a:lnTo>
                    <a:pt x="1173" y="658"/>
                  </a:lnTo>
                  <a:lnTo>
                    <a:pt x="1188" y="662"/>
                  </a:lnTo>
                  <a:lnTo>
                    <a:pt x="1188" y="662"/>
                  </a:lnTo>
                  <a:lnTo>
                    <a:pt x="1204" y="668"/>
                  </a:lnTo>
                  <a:lnTo>
                    <a:pt x="1220" y="674"/>
                  </a:lnTo>
                  <a:lnTo>
                    <a:pt x="1234" y="681"/>
                  </a:lnTo>
                  <a:lnTo>
                    <a:pt x="1248" y="684"/>
                  </a:lnTo>
                  <a:lnTo>
                    <a:pt x="1262" y="685"/>
                  </a:lnTo>
                  <a:lnTo>
                    <a:pt x="1276" y="682"/>
                  </a:lnTo>
                  <a:lnTo>
                    <a:pt x="1289" y="673"/>
                  </a:lnTo>
                  <a:lnTo>
                    <a:pt x="1302" y="659"/>
                  </a:lnTo>
                  <a:lnTo>
                    <a:pt x="1302" y="659"/>
                  </a:lnTo>
                  <a:lnTo>
                    <a:pt x="1315" y="643"/>
                  </a:lnTo>
                  <a:lnTo>
                    <a:pt x="1325" y="631"/>
                  </a:lnTo>
                  <a:lnTo>
                    <a:pt x="1333" y="621"/>
                  </a:lnTo>
                  <a:lnTo>
                    <a:pt x="1340" y="615"/>
                  </a:lnTo>
                  <a:lnTo>
                    <a:pt x="1346" y="612"/>
                  </a:lnTo>
                  <a:lnTo>
                    <a:pt x="1352" y="613"/>
                  </a:lnTo>
                  <a:lnTo>
                    <a:pt x="1360" y="616"/>
                  </a:lnTo>
                  <a:lnTo>
                    <a:pt x="1368" y="622"/>
                  </a:lnTo>
                  <a:lnTo>
                    <a:pt x="1368" y="622"/>
                  </a:lnTo>
                  <a:lnTo>
                    <a:pt x="1377" y="630"/>
                  </a:lnTo>
                  <a:lnTo>
                    <a:pt x="1384" y="634"/>
                  </a:lnTo>
                  <a:lnTo>
                    <a:pt x="1391" y="637"/>
                  </a:lnTo>
                  <a:lnTo>
                    <a:pt x="1397" y="637"/>
                  </a:lnTo>
                  <a:lnTo>
                    <a:pt x="1403" y="634"/>
                  </a:lnTo>
                  <a:lnTo>
                    <a:pt x="1409" y="628"/>
                  </a:lnTo>
                  <a:lnTo>
                    <a:pt x="1414" y="619"/>
                  </a:lnTo>
                  <a:lnTo>
                    <a:pt x="1418" y="608"/>
                  </a:lnTo>
                  <a:lnTo>
                    <a:pt x="1418" y="608"/>
                  </a:lnTo>
                  <a:lnTo>
                    <a:pt x="1422" y="596"/>
                  </a:lnTo>
                  <a:lnTo>
                    <a:pt x="1425" y="588"/>
                  </a:lnTo>
                  <a:lnTo>
                    <a:pt x="1427" y="581"/>
                  </a:lnTo>
                  <a:lnTo>
                    <a:pt x="1429" y="575"/>
                  </a:lnTo>
                  <a:lnTo>
                    <a:pt x="1428" y="571"/>
                  </a:lnTo>
                  <a:lnTo>
                    <a:pt x="1427" y="566"/>
                  </a:lnTo>
                  <a:lnTo>
                    <a:pt x="1423" y="561"/>
                  </a:lnTo>
                  <a:lnTo>
                    <a:pt x="1418" y="555"/>
                  </a:lnTo>
                  <a:lnTo>
                    <a:pt x="1418" y="555"/>
                  </a:lnTo>
                  <a:lnTo>
                    <a:pt x="1413" y="548"/>
                  </a:lnTo>
                  <a:lnTo>
                    <a:pt x="1411" y="542"/>
                  </a:lnTo>
                  <a:lnTo>
                    <a:pt x="1411" y="537"/>
                  </a:lnTo>
                  <a:lnTo>
                    <a:pt x="1413" y="531"/>
                  </a:lnTo>
                  <a:lnTo>
                    <a:pt x="1416" y="524"/>
                  </a:lnTo>
                  <a:lnTo>
                    <a:pt x="1420" y="518"/>
                  </a:lnTo>
                  <a:lnTo>
                    <a:pt x="1425" y="511"/>
                  </a:lnTo>
                  <a:lnTo>
                    <a:pt x="1429" y="502"/>
                  </a:lnTo>
                  <a:lnTo>
                    <a:pt x="1429" y="502"/>
                  </a:lnTo>
                  <a:lnTo>
                    <a:pt x="1431" y="493"/>
                  </a:lnTo>
                  <a:lnTo>
                    <a:pt x="1430" y="484"/>
                  </a:lnTo>
                  <a:lnTo>
                    <a:pt x="1427" y="475"/>
                  </a:lnTo>
                  <a:lnTo>
                    <a:pt x="1423" y="467"/>
                  </a:lnTo>
                  <a:lnTo>
                    <a:pt x="1419" y="459"/>
                  </a:lnTo>
                  <a:lnTo>
                    <a:pt x="1415" y="451"/>
                  </a:lnTo>
                  <a:lnTo>
                    <a:pt x="1414" y="443"/>
                  </a:lnTo>
                  <a:lnTo>
                    <a:pt x="1415" y="435"/>
                  </a:lnTo>
                  <a:lnTo>
                    <a:pt x="1415" y="435"/>
                  </a:lnTo>
                  <a:lnTo>
                    <a:pt x="1419" y="426"/>
                  </a:lnTo>
                  <a:lnTo>
                    <a:pt x="1424" y="419"/>
                  </a:lnTo>
                  <a:lnTo>
                    <a:pt x="1430" y="413"/>
                  </a:lnTo>
                  <a:lnTo>
                    <a:pt x="1436" y="406"/>
                  </a:lnTo>
                  <a:lnTo>
                    <a:pt x="1443" y="400"/>
                  </a:lnTo>
                  <a:lnTo>
                    <a:pt x="1448" y="394"/>
                  </a:lnTo>
                  <a:lnTo>
                    <a:pt x="1453" y="387"/>
                  </a:lnTo>
                  <a:lnTo>
                    <a:pt x="1456" y="379"/>
                  </a:lnTo>
                  <a:lnTo>
                    <a:pt x="1456" y="379"/>
                  </a:lnTo>
                  <a:lnTo>
                    <a:pt x="1457" y="369"/>
                  </a:lnTo>
                  <a:lnTo>
                    <a:pt x="1454" y="360"/>
                  </a:lnTo>
                  <a:lnTo>
                    <a:pt x="1450" y="350"/>
                  </a:lnTo>
                  <a:lnTo>
                    <a:pt x="1446" y="340"/>
                  </a:lnTo>
                  <a:lnTo>
                    <a:pt x="1442" y="330"/>
                  </a:lnTo>
                  <a:lnTo>
                    <a:pt x="1439" y="320"/>
                  </a:lnTo>
                  <a:lnTo>
                    <a:pt x="1439" y="312"/>
                  </a:lnTo>
                  <a:lnTo>
                    <a:pt x="1443" y="305"/>
                  </a:lnTo>
                  <a:lnTo>
                    <a:pt x="1443" y="305"/>
                  </a:lnTo>
                  <a:lnTo>
                    <a:pt x="1453" y="297"/>
                  </a:lnTo>
                  <a:lnTo>
                    <a:pt x="1460" y="293"/>
                  </a:lnTo>
                  <a:lnTo>
                    <a:pt x="1462" y="288"/>
                  </a:lnTo>
                  <a:lnTo>
                    <a:pt x="1463" y="276"/>
                  </a:lnTo>
                  <a:lnTo>
                    <a:pt x="1463" y="276"/>
                  </a:lnTo>
                  <a:lnTo>
                    <a:pt x="1462" y="268"/>
                  </a:lnTo>
                  <a:lnTo>
                    <a:pt x="1460" y="260"/>
                  </a:lnTo>
                  <a:lnTo>
                    <a:pt x="1456" y="253"/>
                  </a:lnTo>
                  <a:lnTo>
                    <a:pt x="1454" y="246"/>
                  </a:lnTo>
                  <a:lnTo>
                    <a:pt x="1454" y="240"/>
                  </a:lnTo>
                  <a:lnTo>
                    <a:pt x="1457" y="233"/>
                  </a:lnTo>
                  <a:lnTo>
                    <a:pt x="1463" y="227"/>
                  </a:lnTo>
                  <a:lnTo>
                    <a:pt x="1474" y="220"/>
                  </a:lnTo>
                  <a:lnTo>
                    <a:pt x="1474" y="220"/>
                  </a:lnTo>
                  <a:lnTo>
                    <a:pt x="1485" y="215"/>
                  </a:lnTo>
                  <a:lnTo>
                    <a:pt x="1492" y="210"/>
                  </a:lnTo>
                  <a:lnTo>
                    <a:pt x="1495" y="206"/>
                  </a:lnTo>
                  <a:lnTo>
                    <a:pt x="1496" y="203"/>
                  </a:lnTo>
                  <a:lnTo>
                    <a:pt x="1494" y="200"/>
                  </a:lnTo>
                  <a:lnTo>
                    <a:pt x="1492" y="197"/>
                  </a:lnTo>
                  <a:lnTo>
                    <a:pt x="1488" y="194"/>
                  </a:lnTo>
                  <a:lnTo>
                    <a:pt x="1485" y="190"/>
                  </a:lnTo>
                  <a:lnTo>
                    <a:pt x="1485" y="190"/>
                  </a:lnTo>
                  <a:lnTo>
                    <a:pt x="1483" y="184"/>
                  </a:lnTo>
                  <a:lnTo>
                    <a:pt x="1483" y="175"/>
                  </a:lnTo>
                  <a:lnTo>
                    <a:pt x="1485" y="166"/>
                  </a:lnTo>
                  <a:lnTo>
                    <a:pt x="1488" y="156"/>
                  </a:lnTo>
                  <a:lnTo>
                    <a:pt x="1490" y="146"/>
                  </a:lnTo>
                  <a:lnTo>
                    <a:pt x="1493" y="139"/>
                  </a:lnTo>
                  <a:lnTo>
                    <a:pt x="1495" y="133"/>
                  </a:lnTo>
                  <a:lnTo>
                    <a:pt x="1496" y="131"/>
                  </a:lnTo>
                  <a:lnTo>
                    <a:pt x="1496" y="131"/>
                  </a:lnTo>
                  <a:lnTo>
                    <a:pt x="1499" y="130"/>
                  </a:lnTo>
                  <a:lnTo>
                    <a:pt x="1507" y="127"/>
                  </a:lnTo>
                  <a:lnTo>
                    <a:pt x="1517" y="119"/>
                  </a:lnTo>
                  <a:lnTo>
                    <a:pt x="1524" y="108"/>
                  </a:lnTo>
                  <a:lnTo>
                    <a:pt x="1524" y="108"/>
                  </a:lnTo>
                  <a:lnTo>
                    <a:pt x="1527" y="101"/>
                  </a:lnTo>
                  <a:lnTo>
                    <a:pt x="1530" y="93"/>
                  </a:lnTo>
                  <a:lnTo>
                    <a:pt x="1534" y="86"/>
                  </a:lnTo>
                  <a:lnTo>
                    <a:pt x="1538" y="79"/>
                  </a:lnTo>
                  <a:lnTo>
                    <a:pt x="1541" y="71"/>
                  </a:lnTo>
                  <a:lnTo>
                    <a:pt x="1545" y="64"/>
                  </a:lnTo>
                  <a:lnTo>
                    <a:pt x="1547" y="58"/>
                  </a:lnTo>
                  <a:lnTo>
                    <a:pt x="1549" y="52"/>
                  </a:lnTo>
                  <a:lnTo>
                    <a:pt x="1549" y="52"/>
                  </a:lnTo>
                  <a:lnTo>
                    <a:pt x="1551" y="46"/>
                  </a:lnTo>
                  <a:lnTo>
                    <a:pt x="1553" y="40"/>
                  </a:lnTo>
                  <a:lnTo>
                    <a:pt x="1556" y="34"/>
                  </a:lnTo>
                  <a:lnTo>
                    <a:pt x="1561" y="29"/>
                  </a:lnTo>
                  <a:lnTo>
                    <a:pt x="1564" y="23"/>
                  </a:lnTo>
                  <a:lnTo>
                    <a:pt x="1566" y="19"/>
                  </a:lnTo>
                  <a:lnTo>
                    <a:pt x="1568" y="16"/>
                  </a:lnTo>
                  <a:lnTo>
                    <a:pt x="1569" y="15"/>
                  </a:lnTo>
                  <a:lnTo>
                    <a:pt x="1580" y="1"/>
                  </a:lnTo>
                  <a:lnTo>
                    <a:pt x="1580" y="1"/>
                  </a:lnTo>
                  <a:lnTo>
                    <a:pt x="1580" y="1"/>
                  </a:lnTo>
                  <a:lnTo>
                    <a:pt x="1581" y="0"/>
                  </a:lnTo>
                  <a:lnTo>
                    <a:pt x="1583" y="0"/>
                  </a:lnTo>
                  <a:lnTo>
                    <a:pt x="1586" y="0"/>
                  </a:lnTo>
                  <a:lnTo>
                    <a:pt x="1591" y="0"/>
                  </a:lnTo>
                  <a:lnTo>
                    <a:pt x="1598" y="1"/>
                  </a:lnTo>
                  <a:lnTo>
                    <a:pt x="1609" y="4"/>
                  </a:lnTo>
                  <a:lnTo>
                    <a:pt x="1622" y="7"/>
                  </a:lnTo>
                  <a:lnTo>
                    <a:pt x="1622" y="7"/>
                  </a:lnTo>
                  <a:lnTo>
                    <a:pt x="1637" y="11"/>
                  </a:lnTo>
                  <a:lnTo>
                    <a:pt x="1652" y="13"/>
                  </a:lnTo>
                  <a:lnTo>
                    <a:pt x="1668" y="15"/>
                  </a:lnTo>
                  <a:lnTo>
                    <a:pt x="1682" y="17"/>
                  </a:lnTo>
                  <a:lnTo>
                    <a:pt x="1693" y="17"/>
                  </a:lnTo>
                  <a:lnTo>
                    <a:pt x="1703" y="18"/>
                  </a:lnTo>
                  <a:lnTo>
                    <a:pt x="1710" y="18"/>
                  </a:lnTo>
                  <a:lnTo>
                    <a:pt x="1712" y="18"/>
                  </a:lnTo>
                  <a:lnTo>
                    <a:pt x="1712" y="18"/>
                  </a:lnTo>
                  <a:lnTo>
                    <a:pt x="1714" y="21"/>
                  </a:lnTo>
                  <a:lnTo>
                    <a:pt x="1719" y="30"/>
                  </a:lnTo>
                  <a:lnTo>
                    <a:pt x="1726" y="38"/>
                  </a:lnTo>
                  <a:lnTo>
                    <a:pt x="1737" y="41"/>
                  </a:lnTo>
                  <a:lnTo>
                    <a:pt x="1737" y="41"/>
                  </a:lnTo>
                  <a:lnTo>
                    <a:pt x="1743" y="40"/>
                  </a:lnTo>
                  <a:lnTo>
                    <a:pt x="1748" y="38"/>
                  </a:lnTo>
                  <a:lnTo>
                    <a:pt x="1753" y="36"/>
                  </a:lnTo>
                  <a:lnTo>
                    <a:pt x="1759" y="35"/>
                  </a:lnTo>
                  <a:lnTo>
                    <a:pt x="1762" y="37"/>
                  </a:lnTo>
                  <a:lnTo>
                    <a:pt x="1764" y="41"/>
                  </a:lnTo>
                  <a:lnTo>
                    <a:pt x="1765" y="49"/>
                  </a:lnTo>
                  <a:lnTo>
                    <a:pt x="1765" y="63"/>
                  </a:lnTo>
                  <a:lnTo>
                    <a:pt x="1765" y="63"/>
                  </a:lnTo>
                  <a:lnTo>
                    <a:pt x="1764" y="79"/>
                  </a:lnTo>
                  <a:lnTo>
                    <a:pt x="1764" y="92"/>
                  </a:lnTo>
                  <a:lnTo>
                    <a:pt x="1765" y="103"/>
                  </a:lnTo>
                  <a:lnTo>
                    <a:pt x="1768" y="111"/>
                  </a:lnTo>
                  <a:lnTo>
                    <a:pt x="1773" y="116"/>
                  </a:lnTo>
                  <a:lnTo>
                    <a:pt x="1780" y="119"/>
                  </a:lnTo>
                  <a:lnTo>
                    <a:pt x="1790" y="119"/>
                  </a:lnTo>
                  <a:lnTo>
                    <a:pt x="1804" y="116"/>
                  </a:lnTo>
                  <a:lnTo>
                    <a:pt x="1804" y="116"/>
                  </a:lnTo>
                  <a:lnTo>
                    <a:pt x="1819" y="112"/>
                  </a:lnTo>
                  <a:lnTo>
                    <a:pt x="1831" y="110"/>
                  </a:lnTo>
                  <a:lnTo>
                    <a:pt x="1841" y="109"/>
                  </a:lnTo>
                  <a:lnTo>
                    <a:pt x="1849" y="108"/>
                  </a:lnTo>
                  <a:lnTo>
                    <a:pt x="1855" y="108"/>
                  </a:lnTo>
                  <a:lnTo>
                    <a:pt x="1860" y="108"/>
                  </a:lnTo>
                  <a:lnTo>
                    <a:pt x="1862" y="108"/>
                  </a:lnTo>
                  <a:lnTo>
                    <a:pt x="1863" y="108"/>
                  </a:lnTo>
                  <a:lnTo>
                    <a:pt x="1863" y="108"/>
                  </a:lnTo>
                  <a:lnTo>
                    <a:pt x="1864" y="108"/>
                  </a:lnTo>
                  <a:lnTo>
                    <a:pt x="1867" y="108"/>
                  </a:lnTo>
                  <a:lnTo>
                    <a:pt x="1871" y="108"/>
                  </a:lnTo>
                  <a:lnTo>
                    <a:pt x="1876" y="110"/>
                  </a:lnTo>
                  <a:lnTo>
                    <a:pt x="1880" y="113"/>
                  </a:lnTo>
                  <a:lnTo>
                    <a:pt x="1884" y="118"/>
                  </a:lnTo>
                  <a:lnTo>
                    <a:pt x="1885" y="125"/>
                  </a:lnTo>
                  <a:lnTo>
                    <a:pt x="1885" y="137"/>
                  </a:lnTo>
                  <a:lnTo>
                    <a:pt x="1885" y="137"/>
                  </a:lnTo>
                  <a:lnTo>
                    <a:pt x="1883" y="148"/>
                  </a:lnTo>
                  <a:lnTo>
                    <a:pt x="1881" y="157"/>
                  </a:lnTo>
                  <a:lnTo>
                    <a:pt x="1879" y="163"/>
                  </a:lnTo>
                  <a:lnTo>
                    <a:pt x="1878" y="168"/>
                  </a:lnTo>
                  <a:lnTo>
                    <a:pt x="1878" y="172"/>
                  </a:lnTo>
                  <a:lnTo>
                    <a:pt x="1878" y="175"/>
                  </a:lnTo>
                  <a:lnTo>
                    <a:pt x="1881" y="179"/>
                  </a:lnTo>
                  <a:lnTo>
                    <a:pt x="1885" y="182"/>
                  </a:lnTo>
                  <a:lnTo>
                    <a:pt x="1885" y="182"/>
                  </a:lnTo>
                  <a:lnTo>
                    <a:pt x="1889" y="185"/>
                  </a:lnTo>
                  <a:lnTo>
                    <a:pt x="1890" y="189"/>
                  </a:lnTo>
                  <a:lnTo>
                    <a:pt x="1890" y="193"/>
                  </a:lnTo>
                  <a:lnTo>
                    <a:pt x="1888" y="198"/>
                  </a:lnTo>
                  <a:lnTo>
                    <a:pt x="1887" y="203"/>
                  </a:lnTo>
                  <a:lnTo>
                    <a:pt x="1887" y="210"/>
                  </a:lnTo>
                  <a:lnTo>
                    <a:pt x="1888" y="217"/>
                  </a:lnTo>
                  <a:lnTo>
                    <a:pt x="1891" y="227"/>
                  </a:lnTo>
                  <a:lnTo>
                    <a:pt x="1891" y="227"/>
                  </a:lnTo>
                  <a:lnTo>
                    <a:pt x="1895" y="236"/>
                  </a:lnTo>
                  <a:lnTo>
                    <a:pt x="1897" y="244"/>
                  </a:lnTo>
                  <a:lnTo>
                    <a:pt x="1899" y="251"/>
                  </a:lnTo>
                  <a:lnTo>
                    <a:pt x="1900" y="257"/>
                  </a:lnTo>
                  <a:lnTo>
                    <a:pt x="1902" y="263"/>
                  </a:lnTo>
                  <a:lnTo>
                    <a:pt x="1905" y="268"/>
                  </a:lnTo>
                  <a:lnTo>
                    <a:pt x="1910" y="274"/>
                  </a:lnTo>
                  <a:lnTo>
                    <a:pt x="1916" y="280"/>
                  </a:lnTo>
                  <a:lnTo>
                    <a:pt x="1916" y="280"/>
                  </a:lnTo>
                  <a:lnTo>
                    <a:pt x="1922" y="286"/>
                  </a:lnTo>
                  <a:lnTo>
                    <a:pt x="1927" y="291"/>
                  </a:lnTo>
                  <a:lnTo>
                    <a:pt x="1929" y="298"/>
                  </a:lnTo>
                  <a:lnTo>
                    <a:pt x="1931" y="304"/>
                  </a:lnTo>
                  <a:lnTo>
                    <a:pt x="1931" y="311"/>
                  </a:lnTo>
                  <a:lnTo>
                    <a:pt x="1931" y="317"/>
                  </a:lnTo>
                  <a:lnTo>
                    <a:pt x="1930" y="324"/>
                  </a:lnTo>
                  <a:lnTo>
                    <a:pt x="1930" y="331"/>
                  </a:lnTo>
                  <a:lnTo>
                    <a:pt x="1930" y="331"/>
                  </a:lnTo>
                  <a:lnTo>
                    <a:pt x="1931" y="340"/>
                  </a:lnTo>
                  <a:lnTo>
                    <a:pt x="1933" y="345"/>
                  </a:lnTo>
                  <a:lnTo>
                    <a:pt x="1937" y="348"/>
                  </a:lnTo>
                  <a:lnTo>
                    <a:pt x="1944" y="350"/>
                  </a:lnTo>
                  <a:lnTo>
                    <a:pt x="1944" y="350"/>
                  </a:lnTo>
                  <a:lnTo>
                    <a:pt x="1948" y="352"/>
                  </a:lnTo>
                  <a:lnTo>
                    <a:pt x="1950" y="357"/>
                  </a:lnTo>
                  <a:lnTo>
                    <a:pt x="1951" y="363"/>
                  </a:lnTo>
                  <a:lnTo>
                    <a:pt x="1952" y="369"/>
                  </a:lnTo>
                  <a:lnTo>
                    <a:pt x="1952" y="375"/>
                  </a:lnTo>
                  <a:lnTo>
                    <a:pt x="1952" y="382"/>
                  </a:lnTo>
                  <a:lnTo>
                    <a:pt x="1952" y="386"/>
                  </a:lnTo>
                  <a:lnTo>
                    <a:pt x="1952" y="387"/>
                  </a:lnTo>
                  <a:lnTo>
                    <a:pt x="1952" y="387"/>
                  </a:lnTo>
                  <a:lnTo>
                    <a:pt x="1953" y="387"/>
                  </a:lnTo>
                  <a:lnTo>
                    <a:pt x="1954" y="387"/>
                  </a:lnTo>
                  <a:lnTo>
                    <a:pt x="1958" y="388"/>
                  </a:lnTo>
                  <a:lnTo>
                    <a:pt x="1962" y="389"/>
                  </a:lnTo>
                  <a:lnTo>
                    <a:pt x="1968" y="391"/>
                  </a:lnTo>
                  <a:lnTo>
                    <a:pt x="1975" y="393"/>
                  </a:lnTo>
                  <a:lnTo>
                    <a:pt x="1983" y="397"/>
                  </a:lnTo>
                  <a:lnTo>
                    <a:pt x="1992" y="401"/>
                  </a:lnTo>
                  <a:lnTo>
                    <a:pt x="1992" y="401"/>
                  </a:lnTo>
                  <a:lnTo>
                    <a:pt x="2000" y="406"/>
                  </a:lnTo>
                  <a:lnTo>
                    <a:pt x="2003" y="411"/>
                  </a:lnTo>
                  <a:lnTo>
                    <a:pt x="2004" y="415"/>
                  </a:lnTo>
                  <a:lnTo>
                    <a:pt x="2003" y="420"/>
                  </a:lnTo>
                  <a:lnTo>
                    <a:pt x="2002" y="424"/>
                  </a:lnTo>
                  <a:lnTo>
                    <a:pt x="2001" y="430"/>
                  </a:lnTo>
                  <a:lnTo>
                    <a:pt x="2002" y="433"/>
                  </a:lnTo>
                  <a:lnTo>
                    <a:pt x="2005" y="437"/>
                  </a:lnTo>
                  <a:lnTo>
                    <a:pt x="2005" y="437"/>
                  </a:lnTo>
                  <a:lnTo>
                    <a:pt x="2013" y="441"/>
                  </a:lnTo>
                  <a:lnTo>
                    <a:pt x="2021" y="444"/>
                  </a:lnTo>
                  <a:lnTo>
                    <a:pt x="2031" y="447"/>
                  </a:lnTo>
                  <a:lnTo>
                    <a:pt x="2042" y="450"/>
                  </a:lnTo>
                  <a:lnTo>
                    <a:pt x="2051" y="452"/>
                  </a:lnTo>
                  <a:lnTo>
                    <a:pt x="2061" y="452"/>
                  </a:lnTo>
                  <a:lnTo>
                    <a:pt x="2067" y="450"/>
                  </a:lnTo>
                  <a:lnTo>
                    <a:pt x="2070" y="446"/>
                  </a:lnTo>
                  <a:lnTo>
                    <a:pt x="2070" y="446"/>
                  </a:lnTo>
                  <a:lnTo>
                    <a:pt x="2073" y="442"/>
                  </a:lnTo>
                  <a:lnTo>
                    <a:pt x="2078" y="440"/>
                  </a:lnTo>
                  <a:lnTo>
                    <a:pt x="2084" y="440"/>
                  </a:lnTo>
                  <a:lnTo>
                    <a:pt x="2091" y="441"/>
                  </a:lnTo>
                  <a:lnTo>
                    <a:pt x="2099" y="442"/>
                  </a:lnTo>
                  <a:lnTo>
                    <a:pt x="2105" y="444"/>
                  </a:lnTo>
                  <a:lnTo>
                    <a:pt x="2111" y="446"/>
                  </a:lnTo>
                  <a:lnTo>
                    <a:pt x="2113" y="448"/>
                  </a:lnTo>
                  <a:lnTo>
                    <a:pt x="2113" y="448"/>
                  </a:lnTo>
                  <a:lnTo>
                    <a:pt x="2113" y="451"/>
                  </a:lnTo>
                  <a:lnTo>
                    <a:pt x="2113" y="458"/>
                  </a:lnTo>
                  <a:lnTo>
                    <a:pt x="2112" y="468"/>
                  </a:lnTo>
                  <a:lnTo>
                    <a:pt x="2111" y="479"/>
                  </a:lnTo>
                  <a:lnTo>
                    <a:pt x="2109" y="489"/>
                  </a:lnTo>
                  <a:lnTo>
                    <a:pt x="2108" y="498"/>
                  </a:lnTo>
                  <a:lnTo>
                    <a:pt x="2107" y="505"/>
                  </a:lnTo>
                  <a:lnTo>
                    <a:pt x="2107" y="507"/>
                  </a:lnTo>
                  <a:lnTo>
                    <a:pt x="2107" y="507"/>
                  </a:lnTo>
                  <a:lnTo>
                    <a:pt x="2108" y="507"/>
                  </a:lnTo>
                  <a:lnTo>
                    <a:pt x="2110" y="508"/>
                  </a:lnTo>
                  <a:lnTo>
                    <a:pt x="2113" y="509"/>
                  </a:lnTo>
                  <a:lnTo>
                    <a:pt x="2117" y="512"/>
                  </a:lnTo>
                  <a:lnTo>
                    <a:pt x="2121" y="515"/>
                  </a:lnTo>
                  <a:lnTo>
                    <a:pt x="2126" y="520"/>
                  </a:lnTo>
                  <a:lnTo>
                    <a:pt x="2132" y="527"/>
                  </a:lnTo>
                  <a:lnTo>
                    <a:pt x="2137" y="536"/>
                  </a:lnTo>
                  <a:lnTo>
                    <a:pt x="2137" y="536"/>
                  </a:lnTo>
                  <a:lnTo>
                    <a:pt x="2141" y="545"/>
                  </a:lnTo>
                  <a:lnTo>
                    <a:pt x="2143" y="554"/>
                  </a:lnTo>
                  <a:lnTo>
                    <a:pt x="2143" y="562"/>
                  </a:lnTo>
                  <a:lnTo>
                    <a:pt x="2144" y="570"/>
                  </a:lnTo>
                  <a:lnTo>
                    <a:pt x="2145" y="577"/>
                  </a:lnTo>
                  <a:lnTo>
                    <a:pt x="2149" y="585"/>
                  </a:lnTo>
                  <a:lnTo>
                    <a:pt x="2155" y="591"/>
                  </a:lnTo>
                  <a:lnTo>
                    <a:pt x="2166" y="597"/>
                  </a:lnTo>
                  <a:lnTo>
                    <a:pt x="2166" y="597"/>
                  </a:lnTo>
                  <a:lnTo>
                    <a:pt x="2176" y="604"/>
                  </a:lnTo>
                  <a:lnTo>
                    <a:pt x="2183" y="612"/>
                  </a:lnTo>
                  <a:lnTo>
                    <a:pt x="2187" y="622"/>
                  </a:lnTo>
                  <a:lnTo>
                    <a:pt x="2189" y="632"/>
                  </a:lnTo>
                  <a:lnTo>
                    <a:pt x="2190" y="641"/>
                  </a:lnTo>
                  <a:lnTo>
                    <a:pt x="2189" y="649"/>
                  </a:lnTo>
                  <a:lnTo>
                    <a:pt x="2188" y="654"/>
                  </a:lnTo>
                  <a:lnTo>
                    <a:pt x="2188" y="656"/>
                  </a:lnTo>
                  <a:lnTo>
                    <a:pt x="2188" y="656"/>
                  </a:lnTo>
                  <a:lnTo>
                    <a:pt x="2190" y="659"/>
                  </a:lnTo>
                  <a:lnTo>
                    <a:pt x="2196" y="666"/>
                  </a:lnTo>
                  <a:lnTo>
                    <a:pt x="2205" y="677"/>
                  </a:lnTo>
                  <a:lnTo>
                    <a:pt x="2215" y="691"/>
                  </a:lnTo>
                  <a:lnTo>
                    <a:pt x="2225" y="705"/>
                  </a:lnTo>
                  <a:lnTo>
                    <a:pt x="2232" y="719"/>
                  </a:lnTo>
                  <a:lnTo>
                    <a:pt x="2237" y="732"/>
                  </a:lnTo>
                  <a:lnTo>
                    <a:pt x="2238" y="741"/>
                  </a:lnTo>
                  <a:lnTo>
                    <a:pt x="2238" y="741"/>
                  </a:lnTo>
                  <a:lnTo>
                    <a:pt x="2237" y="749"/>
                  </a:lnTo>
                  <a:lnTo>
                    <a:pt x="2237" y="757"/>
                  </a:lnTo>
                  <a:lnTo>
                    <a:pt x="2239" y="767"/>
                  </a:lnTo>
                  <a:lnTo>
                    <a:pt x="2240" y="777"/>
                  </a:lnTo>
                  <a:lnTo>
                    <a:pt x="2242" y="788"/>
                  </a:lnTo>
                  <a:lnTo>
                    <a:pt x="2242" y="798"/>
                  </a:lnTo>
                  <a:lnTo>
                    <a:pt x="2241" y="807"/>
                  </a:lnTo>
                  <a:lnTo>
                    <a:pt x="2238" y="816"/>
                  </a:lnTo>
                  <a:lnTo>
                    <a:pt x="2238" y="816"/>
                  </a:lnTo>
                  <a:lnTo>
                    <a:pt x="2233" y="821"/>
                  </a:lnTo>
                  <a:lnTo>
                    <a:pt x="2225" y="822"/>
                  </a:lnTo>
                  <a:lnTo>
                    <a:pt x="2217" y="819"/>
                  </a:lnTo>
                  <a:lnTo>
                    <a:pt x="2208" y="813"/>
                  </a:lnTo>
                  <a:lnTo>
                    <a:pt x="2199" y="807"/>
                  </a:lnTo>
                  <a:lnTo>
                    <a:pt x="2192" y="801"/>
                  </a:lnTo>
                  <a:lnTo>
                    <a:pt x="2187" y="796"/>
                  </a:lnTo>
                  <a:lnTo>
                    <a:pt x="2185" y="794"/>
                  </a:lnTo>
                  <a:lnTo>
                    <a:pt x="2185" y="794"/>
                  </a:lnTo>
                  <a:lnTo>
                    <a:pt x="2184" y="795"/>
                  </a:lnTo>
                  <a:lnTo>
                    <a:pt x="2180" y="796"/>
                  </a:lnTo>
                  <a:lnTo>
                    <a:pt x="2175" y="798"/>
                  </a:lnTo>
                  <a:lnTo>
                    <a:pt x="2168" y="800"/>
                  </a:lnTo>
                  <a:lnTo>
                    <a:pt x="2160" y="800"/>
                  </a:lnTo>
                  <a:lnTo>
                    <a:pt x="2151" y="799"/>
                  </a:lnTo>
                  <a:lnTo>
                    <a:pt x="2142" y="796"/>
                  </a:lnTo>
                  <a:lnTo>
                    <a:pt x="2134" y="789"/>
                  </a:lnTo>
                  <a:lnTo>
                    <a:pt x="2134" y="789"/>
                  </a:lnTo>
                  <a:lnTo>
                    <a:pt x="2125" y="783"/>
                  </a:lnTo>
                  <a:lnTo>
                    <a:pt x="2116" y="780"/>
                  </a:lnTo>
                  <a:lnTo>
                    <a:pt x="2104" y="780"/>
                  </a:lnTo>
                  <a:lnTo>
                    <a:pt x="2093" y="782"/>
                  </a:lnTo>
                  <a:lnTo>
                    <a:pt x="2081" y="784"/>
                  </a:lnTo>
                  <a:lnTo>
                    <a:pt x="2070" y="785"/>
                  </a:lnTo>
                  <a:lnTo>
                    <a:pt x="2059" y="786"/>
                  </a:lnTo>
                  <a:lnTo>
                    <a:pt x="2047" y="783"/>
                  </a:lnTo>
                  <a:lnTo>
                    <a:pt x="2047" y="783"/>
                  </a:lnTo>
                  <a:lnTo>
                    <a:pt x="2039" y="782"/>
                  </a:lnTo>
                  <a:lnTo>
                    <a:pt x="2034" y="786"/>
                  </a:lnTo>
                  <a:lnTo>
                    <a:pt x="2032" y="793"/>
                  </a:lnTo>
                  <a:lnTo>
                    <a:pt x="2031" y="803"/>
                  </a:lnTo>
                  <a:lnTo>
                    <a:pt x="2030" y="813"/>
                  </a:lnTo>
                  <a:lnTo>
                    <a:pt x="2028" y="822"/>
                  </a:lnTo>
                  <a:lnTo>
                    <a:pt x="2026" y="831"/>
                  </a:lnTo>
                  <a:lnTo>
                    <a:pt x="2020" y="834"/>
                  </a:lnTo>
                  <a:lnTo>
                    <a:pt x="2020" y="834"/>
                  </a:lnTo>
                  <a:lnTo>
                    <a:pt x="2013" y="836"/>
                  </a:lnTo>
                  <a:lnTo>
                    <a:pt x="2006" y="838"/>
                  </a:lnTo>
                  <a:lnTo>
                    <a:pt x="2000" y="842"/>
                  </a:lnTo>
                  <a:lnTo>
                    <a:pt x="1994" y="846"/>
                  </a:lnTo>
                  <a:lnTo>
                    <a:pt x="1989" y="852"/>
                  </a:lnTo>
                  <a:lnTo>
                    <a:pt x="1985" y="858"/>
                  </a:lnTo>
                  <a:lnTo>
                    <a:pt x="1981" y="866"/>
                  </a:lnTo>
                  <a:lnTo>
                    <a:pt x="1978" y="875"/>
                  </a:lnTo>
                  <a:lnTo>
                    <a:pt x="1978" y="875"/>
                  </a:lnTo>
                  <a:lnTo>
                    <a:pt x="1974" y="884"/>
                  </a:lnTo>
                  <a:lnTo>
                    <a:pt x="1969" y="888"/>
                  </a:lnTo>
                  <a:lnTo>
                    <a:pt x="1963" y="890"/>
                  </a:lnTo>
                  <a:lnTo>
                    <a:pt x="1956" y="889"/>
                  </a:lnTo>
                  <a:lnTo>
                    <a:pt x="1950" y="888"/>
                  </a:lnTo>
                  <a:lnTo>
                    <a:pt x="1946" y="886"/>
                  </a:lnTo>
                  <a:lnTo>
                    <a:pt x="1942" y="885"/>
                  </a:lnTo>
                  <a:lnTo>
                    <a:pt x="1941" y="884"/>
                  </a:lnTo>
                  <a:lnTo>
                    <a:pt x="1941" y="884"/>
                  </a:lnTo>
                  <a:lnTo>
                    <a:pt x="1940" y="885"/>
                  </a:lnTo>
                  <a:lnTo>
                    <a:pt x="1939" y="887"/>
                  </a:lnTo>
                  <a:lnTo>
                    <a:pt x="1936" y="890"/>
                  </a:lnTo>
                  <a:lnTo>
                    <a:pt x="1933" y="894"/>
                  </a:lnTo>
                  <a:lnTo>
                    <a:pt x="1930" y="900"/>
                  </a:lnTo>
                  <a:lnTo>
                    <a:pt x="1928" y="906"/>
                  </a:lnTo>
                  <a:lnTo>
                    <a:pt x="1926" y="914"/>
                  </a:lnTo>
                  <a:lnTo>
                    <a:pt x="1925" y="923"/>
                  </a:lnTo>
                  <a:lnTo>
                    <a:pt x="1925" y="923"/>
                  </a:lnTo>
                  <a:lnTo>
                    <a:pt x="1924" y="933"/>
                  </a:lnTo>
                  <a:lnTo>
                    <a:pt x="1920" y="941"/>
                  </a:lnTo>
                  <a:lnTo>
                    <a:pt x="1915" y="948"/>
                  </a:lnTo>
                  <a:lnTo>
                    <a:pt x="1909" y="954"/>
                  </a:lnTo>
                  <a:lnTo>
                    <a:pt x="1900" y="961"/>
                  </a:lnTo>
                  <a:lnTo>
                    <a:pt x="1892" y="967"/>
                  </a:lnTo>
                  <a:lnTo>
                    <a:pt x="1884" y="974"/>
                  </a:lnTo>
                  <a:lnTo>
                    <a:pt x="1877" y="983"/>
                  </a:lnTo>
                  <a:lnTo>
                    <a:pt x="1877" y="983"/>
                  </a:lnTo>
                  <a:lnTo>
                    <a:pt x="1870" y="991"/>
                  </a:lnTo>
                  <a:lnTo>
                    <a:pt x="1862" y="997"/>
                  </a:lnTo>
                  <a:lnTo>
                    <a:pt x="1854" y="1003"/>
                  </a:lnTo>
                  <a:lnTo>
                    <a:pt x="1848" y="1008"/>
                  </a:lnTo>
                  <a:lnTo>
                    <a:pt x="1843" y="1014"/>
                  </a:lnTo>
                  <a:lnTo>
                    <a:pt x="1839" y="1019"/>
                  </a:lnTo>
                  <a:lnTo>
                    <a:pt x="1837" y="1025"/>
                  </a:lnTo>
                  <a:lnTo>
                    <a:pt x="1838" y="1033"/>
                  </a:lnTo>
                  <a:lnTo>
                    <a:pt x="1838" y="1033"/>
                  </a:lnTo>
                  <a:lnTo>
                    <a:pt x="1837" y="1039"/>
                  </a:lnTo>
                  <a:lnTo>
                    <a:pt x="1832" y="1044"/>
                  </a:lnTo>
                  <a:lnTo>
                    <a:pt x="1823" y="1047"/>
                  </a:lnTo>
                  <a:lnTo>
                    <a:pt x="1812" y="1049"/>
                  </a:lnTo>
                  <a:lnTo>
                    <a:pt x="1801" y="1050"/>
                  </a:lnTo>
                  <a:lnTo>
                    <a:pt x="1791" y="1050"/>
                  </a:lnTo>
                  <a:lnTo>
                    <a:pt x="1785" y="1050"/>
                  </a:lnTo>
                  <a:lnTo>
                    <a:pt x="1782" y="1050"/>
                  </a:lnTo>
                  <a:lnTo>
                    <a:pt x="1782" y="1050"/>
                  </a:lnTo>
                  <a:lnTo>
                    <a:pt x="1781" y="1052"/>
                  </a:lnTo>
                  <a:lnTo>
                    <a:pt x="1778" y="1059"/>
                  </a:lnTo>
                  <a:lnTo>
                    <a:pt x="1774" y="1068"/>
                  </a:lnTo>
                  <a:lnTo>
                    <a:pt x="1769" y="1078"/>
                  </a:lnTo>
                  <a:lnTo>
                    <a:pt x="1763" y="1090"/>
                  </a:lnTo>
                  <a:lnTo>
                    <a:pt x="1755" y="1100"/>
                  </a:lnTo>
                  <a:lnTo>
                    <a:pt x="1748" y="1109"/>
                  </a:lnTo>
                  <a:lnTo>
                    <a:pt x="1740" y="1114"/>
                  </a:lnTo>
                  <a:lnTo>
                    <a:pt x="1740" y="1114"/>
                  </a:lnTo>
                  <a:lnTo>
                    <a:pt x="1732" y="1116"/>
                  </a:lnTo>
                  <a:lnTo>
                    <a:pt x="1724" y="1118"/>
                  </a:lnTo>
                  <a:lnTo>
                    <a:pt x="1717" y="1119"/>
                  </a:lnTo>
                  <a:lnTo>
                    <a:pt x="1710" y="1120"/>
                  </a:lnTo>
                  <a:lnTo>
                    <a:pt x="1703" y="1122"/>
                  </a:lnTo>
                  <a:lnTo>
                    <a:pt x="1698" y="1127"/>
                  </a:lnTo>
                  <a:lnTo>
                    <a:pt x="1695" y="1135"/>
                  </a:lnTo>
                  <a:lnTo>
                    <a:pt x="1695" y="1146"/>
                  </a:lnTo>
                  <a:lnTo>
                    <a:pt x="1695" y="1146"/>
                  </a:lnTo>
                  <a:lnTo>
                    <a:pt x="1695" y="1157"/>
                  </a:lnTo>
                  <a:lnTo>
                    <a:pt x="1692" y="1164"/>
                  </a:lnTo>
                  <a:lnTo>
                    <a:pt x="1689" y="1169"/>
                  </a:lnTo>
                  <a:lnTo>
                    <a:pt x="1685" y="1173"/>
                  </a:lnTo>
                  <a:lnTo>
                    <a:pt x="1680" y="1176"/>
                  </a:lnTo>
                  <a:lnTo>
                    <a:pt x="1677" y="1181"/>
                  </a:lnTo>
                  <a:lnTo>
                    <a:pt x="1674" y="1189"/>
                  </a:lnTo>
                  <a:lnTo>
                    <a:pt x="1673" y="1199"/>
                  </a:lnTo>
                  <a:lnTo>
                    <a:pt x="1673" y="1199"/>
                  </a:lnTo>
                  <a:lnTo>
                    <a:pt x="1672" y="1210"/>
                  </a:lnTo>
                  <a:lnTo>
                    <a:pt x="1668" y="1218"/>
                  </a:lnTo>
                  <a:lnTo>
                    <a:pt x="1663" y="1224"/>
                  </a:lnTo>
                  <a:lnTo>
                    <a:pt x="1657" y="1229"/>
                  </a:lnTo>
                  <a:lnTo>
                    <a:pt x="1651" y="1235"/>
                  </a:lnTo>
                  <a:lnTo>
                    <a:pt x="1648" y="1239"/>
                  </a:lnTo>
                  <a:lnTo>
                    <a:pt x="1646" y="1245"/>
                  </a:lnTo>
                  <a:lnTo>
                    <a:pt x="1647" y="1252"/>
                  </a:lnTo>
                  <a:lnTo>
                    <a:pt x="1647" y="1252"/>
                  </a:lnTo>
                  <a:lnTo>
                    <a:pt x="1649" y="1260"/>
                  </a:lnTo>
                  <a:lnTo>
                    <a:pt x="1648" y="1266"/>
                  </a:lnTo>
                  <a:lnTo>
                    <a:pt x="1646" y="1271"/>
                  </a:lnTo>
                  <a:lnTo>
                    <a:pt x="1642" y="1276"/>
                  </a:lnTo>
                  <a:lnTo>
                    <a:pt x="1637" y="1279"/>
                  </a:lnTo>
                  <a:lnTo>
                    <a:pt x="1631" y="1283"/>
                  </a:lnTo>
                  <a:lnTo>
                    <a:pt x="1624" y="1285"/>
                  </a:lnTo>
                  <a:lnTo>
                    <a:pt x="1617" y="1286"/>
                  </a:lnTo>
                  <a:lnTo>
                    <a:pt x="1617" y="1286"/>
                  </a:lnTo>
                  <a:lnTo>
                    <a:pt x="1610" y="1288"/>
                  </a:lnTo>
                  <a:lnTo>
                    <a:pt x="1602" y="1290"/>
                  </a:lnTo>
                  <a:lnTo>
                    <a:pt x="1595" y="1294"/>
                  </a:lnTo>
                  <a:lnTo>
                    <a:pt x="1590" y="1299"/>
                  </a:lnTo>
                  <a:lnTo>
                    <a:pt x="1584" y="1306"/>
                  </a:lnTo>
                  <a:lnTo>
                    <a:pt x="1580" y="1315"/>
                  </a:lnTo>
                  <a:lnTo>
                    <a:pt x="1577" y="1326"/>
                  </a:lnTo>
                  <a:lnTo>
                    <a:pt x="1575" y="1340"/>
                  </a:lnTo>
                  <a:lnTo>
                    <a:pt x="1575" y="1340"/>
                  </a:lnTo>
                  <a:lnTo>
                    <a:pt x="1573" y="1351"/>
                  </a:lnTo>
                  <a:lnTo>
                    <a:pt x="1570" y="1357"/>
                  </a:lnTo>
                  <a:lnTo>
                    <a:pt x="1566" y="1360"/>
                  </a:lnTo>
                  <a:lnTo>
                    <a:pt x="1562" y="1361"/>
                  </a:lnTo>
                  <a:lnTo>
                    <a:pt x="1559" y="1362"/>
                  </a:lnTo>
                  <a:lnTo>
                    <a:pt x="1556" y="1365"/>
                  </a:lnTo>
                  <a:lnTo>
                    <a:pt x="1555" y="1370"/>
                  </a:lnTo>
                  <a:lnTo>
                    <a:pt x="1557" y="1381"/>
                  </a:lnTo>
                  <a:lnTo>
                    <a:pt x="1557" y="1381"/>
                  </a:lnTo>
                  <a:lnTo>
                    <a:pt x="1560" y="1394"/>
                  </a:lnTo>
                  <a:lnTo>
                    <a:pt x="1560" y="1403"/>
                  </a:lnTo>
                  <a:lnTo>
                    <a:pt x="1557" y="1409"/>
                  </a:lnTo>
                  <a:lnTo>
                    <a:pt x="1554" y="1413"/>
                  </a:lnTo>
                  <a:lnTo>
                    <a:pt x="1548" y="1416"/>
                  </a:lnTo>
                  <a:lnTo>
                    <a:pt x="1542" y="1418"/>
                  </a:lnTo>
                  <a:lnTo>
                    <a:pt x="1533" y="1419"/>
                  </a:lnTo>
                  <a:lnTo>
                    <a:pt x="1524" y="1421"/>
                  </a:lnTo>
                  <a:lnTo>
                    <a:pt x="1524" y="1421"/>
                  </a:lnTo>
                  <a:lnTo>
                    <a:pt x="1516" y="1425"/>
                  </a:lnTo>
                  <a:lnTo>
                    <a:pt x="1510" y="1432"/>
                  </a:lnTo>
                  <a:lnTo>
                    <a:pt x="1506" y="1443"/>
                  </a:lnTo>
                  <a:lnTo>
                    <a:pt x="1503" y="1455"/>
                  </a:lnTo>
                  <a:lnTo>
                    <a:pt x="1498" y="1469"/>
                  </a:lnTo>
                  <a:lnTo>
                    <a:pt x="1492" y="1484"/>
                  </a:lnTo>
                  <a:lnTo>
                    <a:pt x="1482" y="1499"/>
                  </a:lnTo>
                  <a:lnTo>
                    <a:pt x="1468" y="1514"/>
                  </a:lnTo>
                  <a:lnTo>
                    <a:pt x="1468" y="1514"/>
                  </a:lnTo>
                  <a:lnTo>
                    <a:pt x="1453" y="1529"/>
                  </a:lnTo>
                  <a:lnTo>
                    <a:pt x="1446" y="1545"/>
                  </a:lnTo>
                  <a:lnTo>
                    <a:pt x="1442" y="1561"/>
                  </a:lnTo>
                  <a:lnTo>
                    <a:pt x="1441" y="1577"/>
                  </a:lnTo>
                  <a:lnTo>
                    <a:pt x="1439" y="1594"/>
                  </a:lnTo>
                  <a:lnTo>
                    <a:pt x="1434" y="1608"/>
                  </a:lnTo>
                  <a:lnTo>
                    <a:pt x="1425" y="1620"/>
                  </a:lnTo>
                  <a:lnTo>
                    <a:pt x="1410" y="1631"/>
                  </a:lnTo>
                  <a:lnTo>
                    <a:pt x="1410" y="1631"/>
                  </a:lnTo>
                  <a:lnTo>
                    <a:pt x="1394" y="1641"/>
                  </a:lnTo>
                  <a:lnTo>
                    <a:pt x="1387" y="1650"/>
                  </a:lnTo>
                  <a:lnTo>
                    <a:pt x="1386" y="1659"/>
                  </a:lnTo>
                  <a:lnTo>
                    <a:pt x="1389" y="1667"/>
                  </a:lnTo>
                  <a:lnTo>
                    <a:pt x="1396" y="1674"/>
                  </a:lnTo>
                  <a:lnTo>
                    <a:pt x="1404" y="1681"/>
                  </a:lnTo>
                  <a:lnTo>
                    <a:pt x="1412" y="1688"/>
                  </a:lnTo>
                  <a:lnTo>
                    <a:pt x="1418" y="1694"/>
                  </a:lnTo>
                  <a:lnTo>
                    <a:pt x="1418" y="1694"/>
                  </a:lnTo>
                  <a:lnTo>
                    <a:pt x="1421" y="1702"/>
                  </a:lnTo>
                  <a:lnTo>
                    <a:pt x="1423" y="1714"/>
                  </a:lnTo>
                  <a:lnTo>
                    <a:pt x="1424" y="1729"/>
                  </a:lnTo>
                  <a:lnTo>
                    <a:pt x="1425" y="1747"/>
                  </a:lnTo>
                  <a:lnTo>
                    <a:pt x="1426" y="1765"/>
                  </a:lnTo>
                  <a:lnTo>
                    <a:pt x="1429" y="1782"/>
                  </a:lnTo>
                  <a:lnTo>
                    <a:pt x="1435" y="1799"/>
                  </a:lnTo>
                  <a:lnTo>
                    <a:pt x="1443" y="1812"/>
                  </a:lnTo>
                  <a:lnTo>
                    <a:pt x="1443" y="1812"/>
                  </a:lnTo>
                  <a:lnTo>
                    <a:pt x="1454" y="1825"/>
                  </a:lnTo>
                  <a:lnTo>
                    <a:pt x="1466" y="1841"/>
                  </a:lnTo>
                  <a:lnTo>
                    <a:pt x="1478" y="1858"/>
                  </a:lnTo>
                  <a:lnTo>
                    <a:pt x="1488" y="1876"/>
                  </a:lnTo>
                  <a:lnTo>
                    <a:pt x="1496" y="1897"/>
                  </a:lnTo>
                  <a:lnTo>
                    <a:pt x="1501" y="1917"/>
                  </a:lnTo>
                  <a:lnTo>
                    <a:pt x="1503" y="1938"/>
                  </a:lnTo>
                  <a:lnTo>
                    <a:pt x="1499" y="1958"/>
                  </a:lnTo>
                  <a:lnTo>
                    <a:pt x="1499" y="1958"/>
                  </a:lnTo>
                  <a:lnTo>
                    <a:pt x="1492" y="1976"/>
                  </a:lnTo>
                  <a:lnTo>
                    <a:pt x="1485" y="1992"/>
                  </a:lnTo>
                  <a:lnTo>
                    <a:pt x="1478" y="2006"/>
                  </a:lnTo>
                  <a:lnTo>
                    <a:pt x="1471" y="2017"/>
                  </a:lnTo>
                  <a:lnTo>
                    <a:pt x="1466" y="2027"/>
                  </a:lnTo>
                  <a:lnTo>
                    <a:pt x="1463" y="2038"/>
                  </a:lnTo>
                  <a:lnTo>
                    <a:pt x="1463" y="2047"/>
                  </a:lnTo>
                  <a:lnTo>
                    <a:pt x="1466" y="2056"/>
                  </a:lnTo>
                  <a:lnTo>
                    <a:pt x="1466" y="2056"/>
                  </a:lnTo>
                  <a:lnTo>
                    <a:pt x="1469" y="2065"/>
                  </a:lnTo>
                  <a:lnTo>
                    <a:pt x="1469" y="2073"/>
                  </a:lnTo>
                  <a:lnTo>
                    <a:pt x="1468" y="2081"/>
                  </a:lnTo>
                  <a:lnTo>
                    <a:pt x="1466" y="2090"/>
                  </a:lnTo>
                  <a:lnTo>
                    <a:pt x="1463" y="2097"/>
                  </a:lnTo>
                  <a:lnTo>
                    <a:pt x="1462" y="2104"/>
                  </a:lnTo>
                  <a:lnTo>
                    <a:pt x="1464" y="2111"/>
                  </a:lnTo>
                  <a:lnTo>
                    <a:pt x="1468" y="2118"/>
                  </a:lnTo>
                  <a:lnTo>
                    <a:pt x="1468" y="2118"/>
                  </a:lnTo>
                  <a:lnTo>
                    <a:pt x="1473" y="2125"/>
                  </a:lnTo>
                  <a:lnTo>
                    <a:pt x="1474" y="2133"/>
                  </a:lnTo>
                  <a:lnTo>
                    <a:pt x="1474" y="2143"/>
                  </a:lnTo>
                  <a:lnTo>
                    <a:pt x="1472" y="2151"/>
                  </a:lnTo>
                  <a:lnTo>
                    <a:pt x="1469" y="2161"/>
                  </a:lnTo>
                  <a:lnTo>
                    <a:pt x="1467" y="2171"/>
                  </a:lnTo>
                  <a:lnTo>
                    <a:pt x="1465" y="2182"/>
                  </a:lnTo>
                  <a:lnTo>
                    <a:pt x="1466" y="2194"/>
                  </a:lnTo>
                  <a:lnTo>
                    <a:pt x="1466" y="2194"/>
                  </a:lnTo>
                  <a:lnTo>
                    <a:pt x="1467" y="2205"/>
                  </a:lnTo>
                  <a:lnTo>
                    <a:pt x="1466" y="2217"/>
                  </a:lnTo>
                  <a:lnTo>
                    <a:pt x="1465" y="2227"/>
                  </a:lnTo>
                  <a:lnTo>
                    <a:pt x="1463" y="2237"/>
                  </a:lnTo>
                  <a:lnTo>
                    <a:pt x="1462" y="2247"/>
                  </a:lnTo>
                  <a:lnTo>
                    <a:pt x="1461" y="2256"/>
                  </a:lnTo>
                  <a:lnTo>
                    <a:pt x="1462" y="2263"/>
                  </a:lnTo>
                  <a:lnTo>
                    <a:pt x="1466" y="2270"/>
                  </a:lnTo>
                  <a:lnTo>
                    <a:pt x="1466" y="2270"/>
                  </a:lnTo>
                  <a:lnTo>
                    <a:pt x="1469" y="2277"/>
                  </a:lnTo>
                  <a:lnTo>
                    <a:pt x="1471" y="2284"/>
                  </a:lnTo>
                  <a:lnTo>
                    <a:pt x="1471" y="2293"/>
                  </a:lnTo>
                  <a:lnTo>
                    <a:pt x="1471" y="2302"/>
                  </a:lnTo>
                  <a:lnTo>
                    <a:pt x="1472" y="2312"/>
                  </a:lnTo>
                  <a:lnTo>
                    <a:pt x="1475" y="2321"/>
                  </a:lnTo>
                  <a:lnTo>
                    <a:pt x="1482" y="2330"/>
                  </a:lnTo>
                  <a:lnTo>
                    <a:pt x="1493" y="2340"/>
                  </a:lnTo>
                  <a:lnTo>
                    <a:pt x="1493" y="2340"/>
                  </a:lnTo>
                  <a:lnTo>
                    <a:pt x="1503" y="2350"/>
                  </a:lnTo>
                  <a:lnTo>
                    <a:pt x="1507" y="2362"/>
                  </a:lnTo>
                  <a:lnTo>
                    <a:pt x="1507" y="2375"/>
                  </a:lnTo>
                  <a:lnTo>
                    <a:pt x="1504" y="2388"/>
                  </a:lnTo>
                  <a:lnTo>
                    <a:pt x="1499" y="2400"/>
                  </a:lnTo>
                  <a:lnTo>
                    <a:pt x="1494" y="2410"/>
                  </a:lnTo>
                  <a:lnTo>
                    <a:pt x="1490" y="2417"/>
                  </a:lnTo>
                  <a:lnTo>
                    <a:pt x="1488" y="2419"/>
                  </a:lnTo>
                  <a:lnTo>
                    <a:pt x="1488" y="2419"/>
                  </a:lnTo>
                  <a:lnTo>
                    <a:pt x="1488" y="2422"/>
                  </a:lnTo>
                  <a:lnTo>
                    <a:pt x="1486" y="2430"/>
                  </a:lnTo>
                  <a:lnTo>
                    <a:pt x="1484" y="2442"/>
                  </a:lnTo>
                  <a:lnTo>
                    <a:pt x="1481" y="2455"/>
                  </a:lnTo>
                  <a:lnTo>
                    <a:pt x="1476" y="2467"/>
                  </a:lnTo>
                  <a:lnTo>
                    <a:pt x="1469" y="2478"/>
                  </a:lnTo>
                  <a:lnTo>
                    <a:pt x="1462" y="2486"/>
                  </a:lnTo>
                  <a:lnTo>
                    <a:pt x="1451" y="2488"/>
                  </a:lnTo>
                  <a:lnTo>
                    <a:pt x="1451" y="2488"/>
                  </a:lnTo>
                  <a:lnTo>
                    <a:pt x="1441" y="2487"/>
                  </a:lnTo>
                  <a:lnTo>
                    <a:pt x="1431" y="2485"/>
                  </a:lnTo>
                  <a:lnTo>
                    <a:pt x="1422" y="2484"/>
                  </a:lnTo>
                  <a:lnTo>
                    <a:pt x="1412" y="2483"/>
                  </a:lnTo>
                  <a:lnTo>
                    <a:pt x="1400" y="2482"/>
                  </a:lnTo>
                  <a:lnTo>
                    <a:pt x="1389" y="2483"/>
                  </a:lnTo>
                  <a:lnTo>
                    <a:pt x="1376" y="2484"/>
                  </a:lnTo>
                  <a:lnTo>
                    <a:pt x="1362" y="2488"/>
                  </a:lnTo>
                  <a:lnTo>
                    <a:pt x="1362" y="2488"/>
                  </a:lnTo>
                  <a:lnTo>
                    <a:pt x="1348" y="2495"/>
                  </a:lnTo>
                  <a:lnTo>
                    <a:pt x="1340" y="2503"/>
                  </a:lnTo>
                  <a:lnTo>
                    <a:pt x="1334" y="2512"/>
                  </a:lnTo>
                  <a:lnTo>
                    <a:pt x="1330" y="2521"/>
                  </a:lnTo>
                  <a:lnTo>
                    <a:pt x="1327" y="2529"/>
                  </a:lnTo>
                  <a:lnTo>
                    <a:pt x="1323" y="2535"/>
                  </a:lnTo>
                  <a:lnTo>
                    <a:pt x="1318" y="2538"/>
                  </a:lnTo>
                  <a:lnTo>
                    <a:pt x="1308" y="2536"/>
                  </a:lnTo>
                  <a:lnTo>
                    <a:pt x="1308" y="2536"/>
                  </a:lnTo>
                  <a:lnTo>
                    <a:pt x="1299" y="2534"/>
                  </a:lnTo>
                  <a:lnTo>
                    <a:pt x="1292" y="2536"/>
                  </a:lnTo>
                  <a:lnTo>
                    <a:pt x="1287" y="2542"/>
                  </a:lnTo>
                  <a:lnTo>
                    <a:pt x="1283" y="2548"/>
                  </a:lnTo>
                  <a:lnTo>
                    <a:pt x="1279" y="2555"/>
                  </a:lnTo>
                  <a:lnTo>
                    <a:pt x="1275" y="2562"/>
                  </a:lnTo>
                  <a:lnTo>
                    <a:pt x="1270" y="2566"/>
                  </a:lnTo>
                  <a:lnTo>
                    <a:pt x="1264" y="2568"/>
                  </a:lnTo>
                  <a:lnTo>
                    <a:pt x="1264" y="2568"/>
                  </a:lnTo>
                  <a:lnTo>
                    <a:pt x="1253" y="2570"/>
                  </a:lnTo>
                  <a:lnTo>
                    <a:pt x="1240" y="2576"/>
                  </a:lnTo>
                  <a:lnTo>
                    <a:pt x="1224" y="2584"/>
                  </a:lnTo>
                  <a:lnTo>
                    <a:pt x="1207" y="2593"/>
                  </a:lnTo>
                  <a:lnTo>
                    <a:pt x="1191" y="2602"/>
                  </a:lnTo>
                  <a:lnTo>
                    <a:pt x="1178" y="2610"/>
                  </a:lnTo>
                  <a:lnTo>
                    <a:pt x="1169" y="2616"/>
                  </a:lnTo>
                  <a:lnTo>
                    <a:pt x="1166" y="2618"/>
                  </a:lnTo>
                  <a:lnTo>
                    <a:pt x="1166" y="2618"/>
                  </a:lnTo>
                  <a:lnTo>
                    <a:pt x="1163" y="2621"/>
                  </a:lnTo>
                  <a:lnTo>
                    <a:pt x="1155" y="2629"/>
                  </a:lnTo>
                  <a:lnTo>
                    <a:pt x="1145" y="2642"/>
                  </a:lnTo>
                  <a:lnTo>
                    <a:pt x="1132" y="2655"/>
                  </a:lnTo>
                  <a:lnTo>
                    <a:pt x="1118" y="2668"/>
                  </a:lnTo>
                  <a:lnTo>
                    <a:pt x="1103" y="2680"/>
                  </a:lnTo>
                  <a:lnTo>
                    <a:pt x="1090" y="2688"/>
                  </a:lnTo>
                  <a:lnTo>
                    <a:pt x="1079" y="2692"/>
                  </a:lnTo>
                  <a:lnTo>
                    <a:pt x="1079" y="2692"/>
                  </a:lnTo>
                  <a:lnTo>
                    <a:pt x="1070" y="2692"/>
                  </a:lnTo>
                  <a:lnTo>
                    <a:pt x="1063" y="2693"/>
                  </a:lnTo>
                  <a:lnTo>
                    <a:pt x="1057" y="2696"/>
                  </a:lnTo>
                  <a:lnTo>
                    <a:pt x="1052" y="2701"/>
                  </a:lnTo>
                  <a:lnTo>
                    <a:pt x="1048" y="2708"/>
                  </a:lnTo>
                  <a:lnTo>
                    <a:pt x="1045" y="2719"/>
                  </a:lnTo>
                  <a:lnTo>
                    <a:pt x="1042" y="2733"/>
                  </a:lnTo>
                  <a:lnTo>
                    <a:pt x="1039" y="2753"/>
                  </a:lnTo>
                  <a:lnTo>
                    <a:pt x="1039" y="2753"/>
                  </a:lnTo>
                  <a:lnTo>
                    <a:pt x="1034" y="2772"/>
                  </a:lnTo>
                  <a:lnTo>
                    <a:pt x="1028" y="2787"/>
                  </a:lnTo>
                  <a:lnTo>
                    <a:pt x="1020" y="2801"/>
                  </a:lnTo>
                  <a:lnTo>
                    <a:pt x="1011" y="2811"/>
                  </a:lnTo>
                  <a:lnTo>
                    <a:pt x="1003" y="2819"/>
                  </a:lnTo>
                  <a:lnTo>
                    <a:pt x="998" y="2826"/>
                  </a:lnTo>
                  <a:lnTo>
                    <a:pt x="995" y="2833"/>
                  </a:lnTo>
                  <a:lnTo>
                    <a:pt x="997" y="2840"/>
                  </a:lnTo>
                  <a:lnTo>
                    <a:pt x="997" y="2840"/>
                  </a:lnTo>
                  <a:lnTo>
                    <a:pt x="999" y="2846"/>
                  </a:lnTo>
                  <a:lnTo>
                    <a:pt x="996" y="2849"/>
                  </a:lnTo>
                  <a:lnTo>
                    <a:pt x="990" y="2849"/>
                  </a:lnTo>
                  <a:lnTo>
                    <a:pt x="982" y="2848"/>
                  </a:lnTo>
                  <a:lnTo>
                    <a:pt x="973" y="2847"/>
                  </a:lnTo>
                  <a:lnTo>
                    <a:pt x="965" y="2847"/>
                  </a:lnTo>
                  <a:lnTo>
                    <a:pt x="958" y="2850"/>
                  </a:lnTo>
                  <a:lnTo>
                    <a:pt x="955" y="2855"/>
                  </a:lnTo>
                  <a:lnTo>
                    <a:pt x="955" y="2855"/>
                  </a:lnTo>
                  <a:lnTo>
                    <a:pt x="953" y="2860"/>
                  </a:lnTo>
                  <a:lnTo>
                    <a:pt x="950" y="2867"/>
                  </a:lnTo>
                  <a:lnTo>
                    <a:pt x="945" y="2874"/>
                  </a:lnTo>
                  <a:lnTo>
                    <a:pt x="940" y="2881"/>
                  </a:lnTo>
                  <a:lnTo>
                    <a:pt x="933" y="2889"/>
                  </a:lnTo>
                  <a:lnTo>
                    <a:pt x="925" y="2898"/>
                  </a:lnTo>
                  <a:lnTo>
                    <a:pt x="917" y="2905"/>
                  </a:lnTo>
                  <a:lnTo>
                    <a:pt x="907" y="2912"/>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91" name=""/>
            <p:cNvSpPr/>
            <p:nvPr/>
          </p:nvSpPr>
          <p:spPr>
            <a:xfrm>
              <a:off x="637560" y="2585880"/>
              <a:ext cx="391320" cy="609480"/>
            </a:xfrm>
            <a:custGeom>
              <a:avLst/>
              <a:gdLst/>
              <a:ahLst/>
              <a:rect l="l" t="t" r="r" b="b"/>
              <a:pathLst>
                <a:path w="2180" h="3763">
                  <a:moveTo>
                    <a:pt x="869" y="3296"/>
                  </a:moveTo>
                  <a:lnTo>
                    <a:pt x="867" y="3300"/>
                  </a:lnTo>
                  <a:lnTo>
                    <a:pt x="865" y="3305"/>
                  </a:lnTo>
                  <a:lnTo>
                    <a:pt x="864" y="3309"/>
                  </a:lnTo>
                  <a:lnTo>
                    <a:pt x="862" y="3314"/>
                  </a:lnTo>
                  <a:lnTo>
                    <a:pt x="861" y="3318"/>
                  </a:lnTo>
                  <a:lnTo>
                    <a:pt x="859" y="3323"/>
                  </a:lnTo>
                  <a:lnTo>
                    <a:pt x="858" y="3328"/>
                  </a:lnTo>
                  <a:lnTo>
                    <a:pt x="857" y="3333"/>
                  </a:lnTo>
                  <a:lnTo>
                    <a:pt x="855" y="3348"/>
                  </a:lnTo>
                  <a:lnTo>
                    <a:pt x="858" y="3362"/>
                  </a:lnTo>
                  <a:lnTo>
                    <a:pt x="865" y="3374"/>
                  </a:lnTo>
                  <a:lnTo>
                    <a:pt x="875" y="3385"/>
                  </a:lnTo>
                  <a:lnTo>
                    <a:pt x="888" y="3395"/>
                  </a:lnTo>
                  <a:lnTo>
                    <a:pt x="901" y="3404"/>
                  </a:lnTo>
                  <a:lnTo>
                    <a:pt x="914" y="3413"/>
                  </a:lnTo>
                  <a:lnTo>
                    <a:pt x="926" y="3422"/>
                  </a:lnTo>
                  <a:lnTo>
                    <a:pt x="935" y="3432"/>
                  </a:lnTo>
                  <a:lnTo>
                    <a:pt x="940" y="3441"/>
                  </a:lnTo>
                  <a:lnTo>
                    <a:pt x="941" y="3450"/>
                  </a:lnTo>
                  <a:lnTo>
                    <a:pt x="939" y="3458"/>
                  </a:lnTo>
                  <a:lnTo>
                    <a:pt x="935" y="3467"/>
                  </a:lnTo>
                  <a:lnTo>
                    <a:pt x="930" y="3474"/>
                  </a:lnTo>
                  <a:lnTo>
                    <a:pt x="926" y="3483"/>
                  </a:lnTo>
                  <a:lnTo>
                    <a:pt x="922" y="3490"/>
                  </a:lnTo>
                  <a:lnTo>
                    <a:pt x="920" y="3499"/>
                  </a:lnTo>
                  <a:lnTo>
                    <a:pt x="918" y="3509"/>
                  </a:lnTo>
                  <a:lnTo>
                    <a:pt x="917" y="3522"/>
                  </a:lnTo>
                  <a:lnTo>
                    <a:pt x="917" y="3536"/>
                  </a:lnTo>
                  <a:lnTo>
                    <a:pt x="917" y="3549"/>
                  </a:lnTo>
                  <a:lnTo>
                    <a:pt x="918" y="3562"/>
                  </a:lnTo>
                  <a:lnTo>
                    <a:pt x="918" y="3574"/>
                  </a:lnTo>
                  <a:lnTo>
                    <a:pt x="918" y="3586"/>
                  </a:lnTo>
                  <a:lnTo>
                    <a:pt x="917" y="3598"/>
                  </a:lnTo>
                  <a:lnTo>
                    <a:pt x="915" y="3611"/>
                  </a:lnTo>
                  <a:lnTo>
                    <a:pt x="912" y="3627"/>
                  </a:lnTo>
                  <a:lnTo>
                    <a:pt x="905" y="3640"/>
                  </a:lnTo>
                  <a:lnTo>
                    <a:pt x="896" y="3653"/>
                  </a:lnTo>
                  <a:lnTo>
                    <a:pt x="882" y="3663"/>
                  </a:lnTo>
                  <a:lnTo>
                    <a:pt x="866" y="3670"/>
                  </a:lnTo>
                  <a:lnTo>
                    <a:pt x="845" y="3673"/>
                  </a:lnTo>
                  <a:lnTo>
                    <a:pt x="824" y="3674"/>
                  </a:lnTo>
                  <a:lnTo>
                    <a:pt x="808" y="3678"/>
                  </a:lnTo>
                  <a:lnTo>
                    <a:pt x="795" y="3682"/>
                  </a:lnTo>
                  <a:lnTo>
                    <a:pt x="785" y="3687"/>
                  </a:lnTo>
                  <a:lnTo>
                    <a:pt x="777" y="3692"/>
                  </a:lnTo>
                  <a:lnTo>
                    <a:pt x="770" y="3698"/>
                  </a:lnTo>
                  <a:lnTo>
                    <a:pt x="765" y="3704"/>
                  </a:lnTo>
                  <a:lnTo>
                    <a:pt x="759" y="3710"/>
                  </a:lnTo>
                  <a:lnTo>
                    <a:pt x="753" y="3716"/>
                  </a:lnTo>
                  <a:lnTo>
                    <a:pt x="747" y="3723"/>
                  </a:lnTo>
                  <a:lnTo>
                    <a:pt x="742" y="3733"/>
                  </a:lnTo>
                  <a:lnTo>
                    <a:pt x="736" y="3742"/>
                  </a:lnTo>
                  <a:lnTo>
                    <a:pt x="731" y="3751"/>
                  </a:lnTo>
                  <a:lnTo>
                    <a:pt x="724" y="3757"/>
                  </a:lnTo>
                  <a:lnTo>
                    <a:pt x="717" y="3762"/>
                  </a:lnTo>
                  <a:lnTo>
                    <a:pt x="708" y="3763"/>
                  </a:lnTo>
                  <a:lnTo>
                    <a:pt x="699" y="3761"/>
                  </a:lnTo>
                  <a:lnTo>
                    <a:pt x="692" y="3757"/>
                  </a:lnTo>
                  <a:lnTo>
                    <a:pt x="684" y="3753"/>
                  </a:lnTo>
                  <a:lnTo>
                    <a:pt x="678" y="3747"/>
                  </a:lnTo>
                  <a:lnTo>
                    <a:pt x="673" y="3742"/>
                  </a:lnTo>
                  <a:lnTo>
                    <a:pt x="670" y="3737"/>
                  </a:lnTo>
                  <a:lnTo>
                    <a:pt x="668" y="3734"/>
                  </a:lnTo>
                  <a:lnTo>
                    <a:pt x="667" y="3733"/>
                  </a:lnTo>
                  <a:lnTo>
                    <a:pt x="667" y="3731"/>
                  </a:lnTo>
                  <a:lnTo>
                    <a:pt x="666" y="3725"/>
                  </a:lnTo>
                  <a:lnTo>
                    <a:pt x="664" y="3717"/>
                  </a:lnTo>
                  <a:lnTo>
                    <a:pt x="661" y="3708"/>
                  </a:lnTo>
                  <a:lnTo>
                    <a:pt x="656" y="3699"/>
                  </a:lnTo>
                  <a:lnTo>
                    <a:pt x="650" y="3691"/>
                  </a:lnTo>
                  <a:lnTo>
                    <a:pt x="643" y="3684"/>
                  </a:lnTo>
                  <a:lnTo>
                    <a:pt x="632" y="3680"/>
                  </a:lnTo>
                  <a:lnTo>
                    <a:pt x="623" y="3673"/>
                  </a:lnTo>
                  <a:lnTo>
                    <a:pt x="615" y="3659"/>
                  </a:lnTo>
                  <a:lnTo>
                    <a:pt x="609" y="3641"/>
                  </a:lnTo>
                  <a:lnTo>
                    <a:pt x="606" y="3618"/>
                  </a:lnTo>
                  <a:lnTo>
                    <a:pt x="604" y="3595"/>
                  </a:lnTo>
                  <a:lnTo>
                    <a:pt x="606" y="3571"/>
                  </a:lnTo>
                  <a:lnTo>
                    <a:pt x="610" y="3550"/>
                  </a:lnTo>
                  <a:lnTo>
                    <a:pt x="618" y="3533"/>
                  </a:lnTo>
                  <a:lnTo>
                    <a:pt x="627" y="3520"/>
                  </a:lnTo>
                  <a:lnTo>
                    <a:pt x="633" y="3510"/>
                  </a:lnTo>
                  <a:lnTo>
                    <a:pt x="637" y="3503"/>
                  </a:lnTo>
                  <a:lnTo>
                    <a:pt x="637" y="3497"/>
                  </a:lnTo>
                  <a:lnTo>
                    <a:pt x="633" y="3491"/>
                  </a:lnTo>
                  <a:lnTo>
                    <a:pt x="626" y="3484"/>
                  </a:lnTo>
                  <a:lnTo>
                    <a:pt x="615" y="3476"/>
                  </a:lnTo>
                  <a:lnTo>
                    <a:pt x="600" y="3463"/>
                  </a:lnTo>
                  <a:lnTo>
                    <a:pt x="583" y="3453"/>
                  </a:lnTo>
                  <a:lnTo>
                    <a:pt x="571" y="3449"/>
                  </a:lnTo>
                  <a:lnTo>
                    <a:pt x="563" y="3450"/>
                  </a:lnTo>
                  <a:lnTo>
                    <a:pt x="557" y="3453"/>
                  </a:lnTo>
                  <a:lnTo>
                    <a:pt x="554" y="3459"/>
                  </a:lnTo>
                  <a:lnTo>
                    <a:pt x="552" y="3465"/>
                  </a:lnTo>
                  <a:lnTo>
                    <a:pt x="551" y="3469"/>
                  </a:lnTo>
                  <a:lnTo>
                    <a:pt x="551" y="3471"/>
                  </a:lnTo>
                  <a:lnTo>
                    <a:pt x="549" y="3474"/>
                  </a:lnTo>
                  <a:lnTo>
                    <a:pt x="544" y="3483"/>
                  </a:lnTo>
                  <a:lnTo>
                    <a:pt x="536" y="3495"/>
                  </a:lnTo>
                  <a:lnTo>
                    <a:pt x="527" y="3510"/>
                  </a:lnTo>
                  <a:lnTo>
                    <a:pt x="517" y="3528"/>
                  </a:lnTo>
                  <a:lnTo>
                    <a:pt x="507" y="3546"/>
                  </a:lnTo>
                  <a:lnTo>
                    <a:pt x="497" y="3565"/>
                  </a:lnTo>
                  <a:lnTo>
                    <a:pt x="487" y="3584"/>
                  </a:lnTo>
                  <a:lnTo>
                    <a:pt x="477" y="3599"/>
                  </a:lnTo>
                  <a:lnTo>
                    <a:pt x="466" y="3609"/>
                  </a:lnTo>
                  <a:lnTo>
                    <a:pt x="453" y="3616"/>
                  </a:lnTo>
                  <a:lnTo>
                    <a:pt x="439" y="3620"/>
                  </a:lnTo>
                  <a:lnTo>
                    <a:pt x="423" y="3623"/>
                  </a:lnTo>
                  <a:lnTo>
                    <a:pt x="410" y="3624"/>
                  </a:lnTo>
                  <a:lnTo>
                    <a:pt x="397" y="3627"/>
                  </a:lnTo>
                  <a:lnTo>
                    <a:pt x="385" y="3629"/>
                  </a:lnTo>
                  <a:lnTo>
                    <a:pt x="376" y="3630"/>
                  </a:lnTo>
                  <a:lnTo>
                    <a:pt x="367" y="3625"/>
                  </a:lnTo>
                  <a:lnTo>
                    <a:pt x="359" y="3618"/>
                  </a:lnTo>
                  <a:lnTo>
                    <a:pt x="351" y="3608"/>
                  </a:lnTo>
                  <a:lnTo>
                    <a:pt x="343" y="3597"/>
                  </a:lnTo>
                  <a:lnTo>
                    <a:pt x="335" y="3584"/>
                  </a:lnTo>
                  <a:lnTo>
                    <a:pt x="328" y="3569"/>
                  </a:lnTo>
                  <a:lnTo>
                    <a:pt x="322" y="3555"/>
                  </a:lnTo>
                  <a:lnTo>
                    <a:pt x="318" y="3544"/>
                  </a:lnTo>
                  <a:lnTo>
                    <a:pt x="316" y="3531"/>
                  </a:lnTo>
                  <a:lnTo>
                    <a:pt x="314" y="3514"/>
                  </a:lnTo>
                  <a:lnTo>
                    <a:pt x="314" y="3497"/>
                  </a:lnTo>
                  <a:lnTo>
                    <a:pt x="313" y="3479"/>
                  </a:lnTo>
                  <a:lnTo>
                    <a:pt x="314" y="3461"/>
                  </a:lnTo>
                  <a:lnTo>
                    <a:pt x="314" y="3444"/>
                  </a:lnTo>
                  <a:lnTo>
                    <a:pt x="315" y="3430"/>
                  </a:lnTo>
                  <a:lnTo>
                    <a:pt x="317" y="3430"/>
                  </a:lnTo>
                  <a:lnTo>
                    <a:pt x="319" y="3429"/>
                  </a:lnTo>
                  <a:lnTo>
                    <a:pt x="320" y="3429"/>
                  </a:lnTo>
                  <a:lnTo>
                    <a:pt x="320" y="3429"/>
                  </a:lnTo>
                  <a:lnTo>
                    <a:pt x="324" y="3428"/>
                  </a:lnTo>
                  <a:lnTo>
                    <a:pt x="333" y="3426"/>
                  </a:lnTo>
                  <a:lnTo>
                    <a:pt x="346" y="3420"/>
                  </a:lnTo>
                  <a:lnTo>
                    <a:pt x="357" y="3414"/>
                  </a:lnTo>
                  <a:lnTo>
                    <a:pt x="364" y="3407"/>
                  </a:lnTo>
                  <a:lnTo>
                    <a:pt x="366" y="3398"/>
                  </a:lnTo>
                  <a:lnTo>
                    <a:pt x="358" y="3387"/>
                  </a:lnTo>
                  <a:lnTo>
                    <a:pt x="336" y="3373"/>
                  </a:lnTo>
                  <a:lnTo>
                    <a:pt x="313" y="3360"/>
                  </a:lnTo>
                  <a:lnTo>
                    <a:pt x="299" y="3349"/>
                  </a:lnTo>
                  <a:lnTo>
                    <a:pt x="292" y="3340"/>
                  </a:lnTo>
                  <a:lnTo>
                    <a:pt x="291" y="3332"/>
                  </a:lnTo>
                  <a:lnTo>
                    <a:pt x="293" y="3326"/>
                  </a:lnTo>
                  <a:lnTo>
                    <a:pt x="299" y="3321"/>
                  </a:lnTo>
                  <a:lnTo>
                    <a:pt x="305" y="3318"/>
                  </a:lnTo>
                  <a:lnTo>
                    <a:pt x="310" y="3316"/>
                  </a:lnTo>
                  <a:lnTo>
                    <a:pt x="316" y="3316"/>
                  </a:lnTo>
                  <a:lnTo>
                    <a:pt x="323" y="3318"/>
                  </a:lnTo>
                  <a:lnTo>
                    <a:pt x="330" y="3320"/>
                  </a:lnTo>
                  <a:lnTo>
                    <a:pt x="337" y="3323"/>
                  </a:lnTo>
                  <a:lnTo>
                    <a:pt x="345" y="3327"/>
                  </a:lnTo>
                  <a:lnTo>
                    <a:pt x="350" y="3330"/>
                  </a:lnTo>
                  <a:lnTo>
                    <a:pt x="354" y="3332"/>
                  </a:lnTo>
                  <a:lnTo>
                    <a:pt x="355" y="3333"/>
                  </a:lnTo>
                  <a:lnTo>
                    <a:pt x="356" y="3332"/>
                  </a:lnTo>
                  <a:lnTo>
                    <a:pt x="357" y="3328"/>
                  </a:lnTo>
                  <a:lnTo>
                    <a:pt x="360" y="3320"/>
                  </a:lnTo>
                  <a:lnTo>
                    <a:pt x="364" y="3312"/>
                  </a:lnTo>
                  <a:lnTo>
                    <a:pt x="368" y="3303"/>
                  </a:lnTo>
                  <a:lnTo>
                    <a:pt x="374" y="3293"/>
                  </a:lnTo>
                  <a:lnTo>
                    <a:pt x="379" y="3283"/>
                  </a:lnTo>
                  <a:lnTo>
                    <a:pt x="385" y="3271"/>
                  </a:lnTo>
                  <a:lnTo>
                    <a:pt x="390" y="3261"/>
                  </a:lnTo>
                  <a:lnTo>
                    <a:pt x="389" y="3252"/>
                  </a:lnTo>
                  <a:lnTo>
                    <a:pt x="384" y="3244"/>
                  </a:lnTo>
                  <a:lnTo>
                    <a:pt x="379" y="3236"/>
                  </a:lnTo>
                  <a:lnTo>
                    <a:pt x="371" y="3230"/>
                  </a:lnTo>
                  <a:lnTo>
                    <a:pt x="364" y="3225"/>
                  </a:lnTo>
                  <a:lnTo>
                    <a:pt x="357" y="3221"/>
                  </a:lnTo>
                  <a:lnTo>
                    <a:pt x="351" y="3220"/>
                  </a:lnTo>
                  <a:lnTo>
                    <a:pt x="345" y="3221"/>
                  </a:lnTo>
                  <a:lnTo>
                    <a:pt x="338" y="3225"/>
                  </a:lnTo>
                  <a:lnTo>
                    <a:pt x="331" y="3229"/>
                  </a:lnTo>
                  <a:lnTo>
                    <a:pt x="324" y="3234"/>
                  </a:lnTo>
                  <a:lnTo>
                    <a:pt x="318" y="3239"/>
                  </a:lnTo>
                  <a:lnTo>
                    <a:pt x="313" y="3243"/>
                  </a:lnTo>
                  <a:lnTo>
                    <a:pt x="309" y="3246"/>
                  </a:lnTo>
                  <a:lnTo>
                    <a:pt x="308" y="3247"/>
                  </a:lnTo>
                  <a:lnTo>
                    <a:pt x="309" y="3245"/>
                  </a:lnTo>
                  <a:lnTo>
                    <a:pt x="311" y="3241"/>
                  </a:lnTo>
                  <a:lnTo>
                    <a:pt x="314" y="3234"/>
                  </a:lnTo>
                  <a:lnTo>
                    <a:pt x="317" y="3226"/>
                  </a:lnTo>
                  <a:lnTo>
                    <a:pt x="320" y="3216"/>
                  </a:lnTo>
                  <a:lnTo>
                    <a:pt x="321" y="3206"/>
                  </a:lnTo>
                  <a:lnTo>
                    <a:pt x="320" y="3197"/>
                  </a:lnTo>
                  <a:lnTo>
                    <a:pt x="316" y="3188"/>
                  </a:lnTo>
                  <a:lnTo>
                    <a:pt x="311" y="3182"/>
                  </a:lnTo>
                  <a:lnTo>
                    <a:pt x="304" y="3181"/>
                  </a:lnTo>
                  <a:lnTo>
                    <a:pt x="296" y="3182"/>
                  </a:lnTo>
                  <a:lnTo>
                    <a:pt x="286" y="3185"/>
                  </a:lnTo>
                  <a:lnTo>
                    <a:pt x="277" y="3189"/>
                  </a:lnTo>
                  <a:lnTo>
                    <a:pt x="269" y="3192"/>
                  </a:lnTo>
                  <a:lnTo>
                    <a:pt x="260" y="3194"/>
                  </a:lnTo>
                  <a:lnTo>
                    <a:pt x="253" y="3192"/>
                  </a:lnTo>
                  <a:lnTo>
                    <a:pt x="247" y="3189"/>
                  </a:lnTo>
                  <a:lnTo>
                    <a:pt x="245" y="3186"/>
                  </a:lnTo>
                  <a:lnTo>
                    <a:pt x="244" y="3183"/>
                  </a:lnTo>
                  <a:lnTo>
                    <a:pt x="245" y="3179"/>
                  </a:lnTo>
                  <a:lnTo>
                    <a:pt x="246" y="3173"/>
                  </a:lnTo>
                  <a:lnTo>
                    <a:pt x="247" y="3166"/>
                  </a:lnTo>
                  <a:lnTo>
                    <a:pt x="246" y="3157"/>
                  </a:lnTo>
                  <a:lnTo>
                    <a:pt x="243" y="3145"/>
                  </a:lnTo>
                  <a:lnTo>
                    <a:pt x="238" y="3136"/>
                  </a:lnTo>
                  <a:lnTo>
                    <a:pt x="232" y="3132"/>
                  </a:lnTo>
                  <a:lnTo>
                    <a:pt x="227" y="3133"/>
                  </a:lnTo>
                  <a:lnTo>
                    <a:pt x="221" y="3136"/>
                  </a:lnTo>
                  <a:lnTo>
                    <a:pt x="216" y="3142"/>
                  </a:lnTo>
                  <a:lnTo>
                    <a:pt x="212" y="3147"/>
                  </a:lnTo>
                  <a:lnTo>
                    <a:pt x="209" y="3151"/>
                  </a:lnTo>
                  <a:lnTo>
                    <a:pt x="208" y="3153"/>
                  </a:lnTo>
                  <a:lnTo>
                    <a:pt x="205" y="3151"/>
                  </a:lnTo>
                  <a:lnTo>
                    <a:pt x="197" y="3144"/>
                  </a:lnTo>
                  <a:lnTo>
                    <a:pt x="185" y="3135"/>
                  </a:lnTo>
                  <a:lnTo>
                    <a:pt x="172" y="3124"/>
                  </a:lnTo>
                  <a:lnTo>
                    <a:pt x="157" y="3112"/>
                  </a:lnTo>
                  <a:lnTo>
                    <a:pt x="144" y="3103"/>
                  </a:lnTo>
                  <a:lnTo>
                    <a:pt x="131" y="3096"/>
                  </a:lnTo>
                  <a:lnTo>
                    <a:pt x="122" y="3094"/>
                  </a:lnTo>
                  <a:lnTo>
                    <a:pt x="115" y="3094"/>
                  </a:lnTo>
                  <a:lnTo>
                    <a:pt x="106" y="3093"/>
                  </a:lnTo>
                  <a:lnTo>
                    <a:pt x="96" y="3091"/>
                  </a:lnTo>
                  <a:lnTo>
                    <a:pt x="86" y="3088"/>
                  </a:lnTo>
                  <a:lnTo>
                    <a:pt x="78" y="3085"/>
                  </a:lnTo>
                  <a:lnTo>
                    <a:pt x="72" y="3081"/>
                  </a:lnTo>
                  <a:lnTo>
                    <a:pt x="68" y="3077"/>
                  </a:lnTo>
                  <a:lnTo>
                    <a:pt x="69" y="3071"/>
                  </a:lnTo>
                  <a:lnTo>
                    <a:pt x="73" y="3065"/>
                  </a:lnTo>
                  <a:lnTo>
                    <a:pt x="80" y="3057"/>
                  </a:lnTo>
                  <a:lnTo>
                    <a:pt x="88" y="3048"/>
                  </a:lnTo>
                  <a:lnTo>
                    <a:pt x="97" y="3039"/>
                  </a:lnTo>
                  <a:lnTo>
                    <a:pt x="105" y="3030"/>
                  </a:lnTo>
                  <a:lnTo>
                    <a:pt x="111" y="3021"/>
                  </a:lnTo>
                  <a:lnTo>
                    <a:pt x="114" y="3014"/>
                  </a:lnTo>
                  <a:lnTo>
                    <a:pt x="114" y="3008"/>
                  </a:lnTo>
                  <a:lnTo>
                    <a:pt x="107" y="2998"/>
                  </a:lnTo>
                  <a:lnTo>
                    <a:pt x="99" y="2990"/>
                  </a:lnTo>
                  <a:lnTo>
                    <a:pt x="91" y="2984"/>
                  </a:lnTo>
                  <a:lnTo>
                    <a:pt x="87" y="2982"/>
                  </a:lnTo>
                  <a:lnTo>
                    <a:pt x="87" y="2980"/>
                  </a:lnTo>
                  <a:lnTo>
                    <a:pt x="88" y="2974"/>
                  </a:lnTo>
                  <a:lnTo>
                    <a:pt x="88" y="2964"/>
                  </a:lnTo>
                  <a:lnTo>
                    <a:pt x="90" y="2953"/>
                  </a:lnTo>
                  <a:lnTo>
                    <a:pt x="90" y="2941"/>
                  </a:lnTo>
                  <a:lnTo>
                    <a:pt x="91" y="2930"/>
                  </a:lnTo>
                  <a:lnTo>
                    <a:pt x="90" y="2917"/>
                  </a:lnTo>
                  <a:lnTo>
                    <a:pt x="90" y="2908"/>
                  </a:lnTo>
                  <a:lnTo>
                    <a:pt x="86" y="2901"/>
                  </a:lnTo>
                  <a:lnTo>
                    <a:pt x="79" y="2897"/>
                  </a:lnTo>
                  <a:lnTo>
                    <a:pt x="71" y="2896"/>
                  </a:lnTo>
                  <a:lnTo>
                    <a:pt x="62" y="2896"/>
                  </a:lnTo>
                  <a:lnTo>
                    <a:pt x="52" y="2897"/>
                  </a:lnTo>
                  <a:lnTo>
                    <a:pt x="45" y="2898"/>
                  </a:lnTo>
                  <a:lnTo>
                    <a:pt x="38" y="2899"/>
                  </a:lnTo>
                  <a:lnTo>
                    <a:pt x="36" y="2900"/>
                  </a:lnTo>
                  <a:lnTo>
                    <a:pt x="51" y="2853"/>
                  </a:lnTo>
                  <a:lnTo>
                    <a:pt x="65" y="2804"/>
                  </a:lnTo>
                  <a:lnTo>
                    <a:pt x="65" y="2801"/>
                  </a:lnTo>
                  <a:lnTo>
                    <a:pt x="65" y="2791"/>
                  </a:lnTo>
                  <a:lnTo>
                    <a:pt x="65" y="2778"/>
                  </a:lnTo>
                  <a:lnTo>
                    <a:pt x="63" y="2761"/>
                  </a:lnTo>
                  <a:lnTo>
                    <a:pt x="58" y="2745"/>
                  </a:lnTo>
                  <a:lnTo>
                    <a:pt x="50" y="2730"/>
                  </a:lnTo>
                  <a:lnTo>
                    <a:pt x="37" y="2717"/>
                  </a:lnTo>
                  <a:lnTo>
                    <a:pt x="20" y="2710"/>
                  </a:lnTo>
                  <a:lnTo>
                    <a:pt x="6" y="2705"/>
                  </a:lnTo>
                  <a:lnTo>
                    <a:pt x="0" y="2700"/>
                  </a:lnTo>
                  <a:lnTo>
                    <a:pt x="2" y="2696"/>
                  </a:lnTo>
                  <a:lnTo>
                    <a:pt x="9" y="2692"/>
                  </a:lnTo>
                  <a:lnTo>
                    <a:pt x="19" y="2689"/>
                  </a:lnTo>
                  <a:lnTo>
                    <a:pt x="32" y="2686"/>
                  </a:lnTo>
                  <a:lnTo>
                    <a:pt x="46" y="2685"/>
                  </a:lnTo>
                  <a:lnTo>
                    <a:pt x="57" y="2684"/>
                  </a:lnTo>
                  <a:lnTo>
                    <a:pt x="67" y="2682"/>
                  </a:lnTo>
                  <a:lnTo>
                    <a:pt x="77" y="2677"/>
                  </a:lnTo>
                  <a:lnTo>
                    <a:pt x="87" y="2669"/>
                  </a:lnTo>
                  <a:lnTo>
                    <a:pt x="98" y="2661"/>
                  </a:lnTo>
                  <a:lnTo>
                    <a:pt x="107" y="2653"/>
                  </a:lnTo>
                  <a:lnTo>
                    <a:pt x="114" y="2646"/>
                  </a:lnTo>
                  <a:lnTo>
                    <a:pt x="118" y="2641"/>
                  </a:lnTo>
                  <a:lnTo>
                    <a:pt x="120" y="2639"/>
                  </a:lnTo>
                  <a:lnTo>
                    <a:pt x="163" y="2602"/>
                  </a:lnTo>
                  <a:lnTo>
                    <a:pt x="162" y="2601"/>
                  </a:lnTo>
                  <a:lnTo>
                    <a:pt x="159" y="2599"/>
                  </a:lnTo>
                  <a:lnTo>
                    <a:pt x="154" y="2596"/>
                  </a:lnTo>
                  <a:lnTo>
                    <a:pt x="148" y="2592"/>
                  </a:lnTo>
                  <a:lnTo>
                    <a:pt x="142" y="2587"/>
                  </a:lnTo>
                  <a:lnTo>
                    <a:pt x="135" y="2582"/>
                  </a:lnTo>
                  <a:lnTo>
                    <a:pt x="130" y="2576"/>
                  </a:lnTo>
                  <a:lnTo>
                    <a:pt x="126" y="2569"/>
                  </a:lnTo>
                  <a:lnTo>
                    <a:pt x="123" y="2562"/>
                  </a:lnTo>
                  <a:lnTo>
                    <a:pt x="122" y="2554"/>
                  </a:lnTo>
                  <a:lnTo>
                    <a:pt x="122" y="2544"/>
                  </a:lnTo>
                  <a:lnTo>
                    <a:pt x="123" y="2534"/>
                  </a:lnTo>
                  <a:lnTo>
                    <a:pt x="125" y="2524"/>
                  </a:lnTo>
                  <a:lnTo>
                    <a:pt x="129" y="2513"/>
                  </a:lnTo>
                  <a:lnTo>
                    <a:pt x="135" y="2503"/>
                  </a:lnTo>
                  <a:lnTo>
                    <a:pt x="143" y="2494"/>
                  </a:lnTo>
                  <a:lnTo>
                    <a:pt x="151" y="2486"/>
                  </a:lnTo>
                  <a:lnTo>
                    <a:pt x="159" y="2480"/>
                  </a:lnTo>
                  <a:lnTo>
                    <a:pt x="166" y="2475"/>
                  </a:lnTo>
                  <a:lnTo>
                    <a:pt x="174" y="2471"/>
                  </a:lnTo>
                  <a:lnTo>
                    <a:pt x="181" y="2469"/>
                  </a:lnTo>
                  <a:lnTo>
                    <a:pt x="190" y="2471"/>
                  </a:lnTo>
                  <a:lnTo>
                    <a:pt x="199" y="2475"/>
                  </a:lnTo>
                  <a:lnTo>
                    <a:pt x="208" y="2482"/>
                  </a:lnTo>
                  <a:lnTo>
                    <a:pt x="219" y="2489"/>
                  </a:lnTo>
                  <a:lnTo>
                    <a:pt x="232" y="2495"/>
                  </a:lnTo>
                  <a:lnTo>
                    <a:pt x="248" y="2499"/>
                  </a:lnTo>
                  <a:lnTo>
                    <a:pt x="263" y="2501"/>
                  </a:lnTo>
                  <a:lnTo>
                    <a:pt x="277" y="2503"/>
                  </a:lnTo>
                  <a:lnTo>
                    <a:pt x="288" y="2504"/>
                  </a:lnTo>
                  <a:lnTo>
                    <a:pt x="297" y="2504"/>
                  </a:lnTo>
                  <a:lnTo>
                    <a:pt x="300" y="2504"/>
                  </a:lnTo>
                  <a:lnTo>
                    <a:pt x="303" y="2504"/>
                  </a:lnTo>
                  <a:lnTo>
                    <a:pt x="311" y="2503"/>
                  </a:lnTo>
                  <a:lnTo>
                    <a:pt x="323" y="2502"/>
                  </a:lnTo>
                  <a:lnTo>
                    <a:pt x="340" y="2500"/>
                  </a:lnTo>
                  <a:lnTo>
                    <a:pt x="356" y="2498"/>
                  </a:lnTo>
                  <a:lnTo>
                    <a:pt x="374" y="2494"/>
                  </a:lnTo>
                  <a:lnTo>
                    <a:pt x="391" y="2489"/>
                  </a:lnTo>
                  <a:lnTo>
                    <a:pt x="406" y="2482"/>
                  </a:lnTo>
                  <a:lnTo>
                    <a:pt x="417" y="2473"/>
                  </a:lnTo>
                  <a:lnTo>
                    <a:pt x="422" y="2461"/>
                  </a:lnTo>
                  <a:lnTo>
                    <a:pt x="424" y="2449"/>
                  </a:lnTo>
                  <a:lnTo>
                    <a:pt x="422" y="2434"/>
                  </a:lnTo>
                  <a:lnTo>
                    <a:pt x="418" y="2418"/>
                  </a:lnTo>
                  <a:lnTo>
                    <a:pt x="412" y="2403"/>
                  </a:lnTo>
                  <a:lnTo>
                    <a:pt x="406" y="2387"/>
                  </a:lnTo>
                  <a:lnTo>
                    <a:pt x="400" y="2372"/>
                  </a:lnTo>
                  <a:lnTo>
                    <a:pt x="398" y="2357"/>
                  </a:lnTo>
                  <a:lnTo>
                    <a:pt x="400" y="2345"/>
                  </a:lnTo>
                  <a:lnTo>
                    <a:pt x="407" y="2335"/>
                  </a:lnTo>
                  <a:lnTo>
                    <a:pt x="415" y="2326"/>
                  </a:lnTo>
                  <a:lnTo>
                    <a:pt x="424" y="2318"/>
                  </a:lnTo>
                  <a:lnTo>
                    <a:pt x="432" y="2312"/>
                  </a:lnTo>
                  <a:lnTo>
                    <a:pt x="439" y="2309"/>
                  </a:lnTo>
                  <a:lnTo>
                    <a:pt x="441" y="2308"/>
                  </a:lnTo>
                  <a:lnTo>
                    <a:pt x="443" y="2307"/>
                  </a:lnTo>
                  <a:lnTo>
                    <a:pt x="447" y="2303"/>
                  </a:lnTo>
                  <a:lnTo>
                    <a:pt x="453" y="2297"/>
                  </a:lnTo>
                  <a:lnTo>
                    <a:pt x="460" y="2289"/>
                  </a:lnTo>
                  <a:lnTo>
                    <a:pt x="467" y="2280"/>
                  </a:lnTo>
                  <a:lnTo>
                    <a:pt x="472" y="2271"/>
                  </a:lnTo>
                  <a:lnTo>
                    <a:pt x="475" y="2260"/>
                  </a:lnTo>
                  <a:lnTo>
                    <a:pt x="475" y="2251"/>
                  </a:lnTo>
                  <a:lnTo>
                    <a:pt x="475" y="2241"/>
                  </a:lnTo>
                  <a:lnTo>
                    <a:pt x="480" y="2230"/>
                  </a:lnTo>
                  <a:lnTo>
                    <a:pt x="487" y="2216"/>
                  </a:lnTo>
                  <a:lnTo>
                    <a:pt x="497" y="2203"/>
                  </a:lnTo>
                  <a:lnTo>
                    <a:pt x="505" y="2189"/>
                  </a:lnTo>
                  <a:lnTo>
                    <a:pt x="512" y="2175"/>
                  </a:lnTo>
                  <a:lnTo>
                    <a:pt x="516" y="2160"/>
                  </a:lnTo>
                  <a:lnTo>
                    <a:pt x="516" y="2147"/>
                  </a:lnTo>
                  <a:lnTo>
                    <a:pt x="512" y="2136"/>
                  </a:lnTo>
                  <a:lnTo>
                    <a:pt x="508" y="2125"/>
                  </a:lnTo>
                  <a:lnTo>
                    <a:pt x="502" y="2115"/>
                  </a:lnTo>
                  <a:lnTo>
                    <a:pt x="497" y="2108"/>
                  </a:lnTo>
                  <a:lnTo>
                    <a:pt x="492" y="2102"/>
                  </a:lnTo>
                  <a:lnTo>
                    <a:pt x="487" y="2098"/>
                  </a:lnTo>
                  <a:lnTo>
                    <a:pt x="484" y="2095"/>
                  </a:lnTo>
                  <a:lnTo>
                    <a:pt x="483" y="2094"/>
                  </a:lnTo>
                  <a:lnTo>
                    <a:pt x="483" y="2091"/>
                  </a:lnTo>
                  <a:lnTo>
                    <a:pt x="485" y="2082"/>
                  </a:lnTo>
                  <a:lnTo>
                    <a:pt x="486" y="2069"/>
                  </a:lnTo>
                  <a:lnTo>
                    <a:pt x="487" y="2052"/>
                  </a:lnTo>
                  <a:lnTo>
                    <a:pt x="486" y="2035"/>
                  </a:lnTo>
                  <a:lnTo>
                    <a:pt x="485" y="2016"/>
                  </a:lnTo>
                  <a:lnTo>
                    <a:pt x="481" y="1999"/>
                  </a:lnTo>
                  <a:lnTo>
                    <a:pt x="475" y="1984"/>
                  </a:lnTo>
                  <a:lnTo>
                    <a:pt x="468" y="1972"/>
                  </a:lnTo>
                  <a:lnTo>
                    <a:pt x="459" y="1963"/>
                  </a:lnTo>
                  <a:lnTo>
                    <a:pt x="449" y="1958"/>
                  </a:lnTo>
                  <a:lnTo>
                    <a:pt x="439" y="1955"/>
                  </a:lnTo>
                  <a:lnTo>
                    <a:pt x="427" y="1954"/>
                  </a:lnTo>
                  <a:lnTo>
                    <a:pt x="415" y="1954"/>
                  </a:lnTo>
                  <a:lnTo>
                    <a:pt x="403" y="1955"/>
                  </a:lnTo>
                  <a:lnTo>
                    <a:pt x="390" y="1955"/>
                  </a:lnTo>
                  <a:lnTo>
                    <a:pt x="378" y="1954"/>
                  </a:lnTo>
                  <a:lnTo>
                    <a:pt x="371" y="1950"/>
                  </a:lnTo>
                  <a:lnTo>
                    <a:pt x="366" y="1945"/>
                  </a:lnTo>
                  <a:lnTo>
                    <a:pt x="364" y="1937"/>
                  </a:lnTo>
                  <a:lnTo>
                    <a:pt x="363" y="1929"/>
                  </a:lnTo>
                  <a:lnTo>
                    <a:pt x="362" y="1919"/>
                  </a:lnTo>
                  <a:lnTo>
                    <a:pt x="362" y="1907"/>
                  </a:lnTo>
                  <a:lnTo>
                    <a:pt x="361" y="1896"/>
                  </a:lnTo>
                  <a:lnTo>
                    <a:pt x="359" y="1890"/>
                  </a:lnTo>
                  <a:lnTo>
                    <a:pt x="355" y="1884"/>
                  </a:lnTo>
                  <a:lnTo>
                    <a:pt x="348" y="1878"/>
                  </a:lnTo>
                  <a:lnTo>
                    <a:pt x="340" y="1873"/>
                  </a:lnTo>
                  <a:lnTo>
                    <a:pt x="336" y="1870"/>
                  </a:lnTo>
                  <a:lnTo>
                    <a:pt x="332" y="1865"/>
                  </a:lnTo>
                  <a:lnTo>
                    <a:pt x="327" y="1860"/>
                  </a:lnTo>
                  <a:lnTo>
                    <a:pt x="319" y="1854"/>
                  </a:lnTo>
                  <a:lnTo>
                    <a:pt x="311" y="1845"/>
                  </a:lnTo>
                  <a:lnTo>
                    <a:pt x="310" y="1833"/>
                  </a:lnTo>
                  <a:lnTo>
                    <a:pt x="313" y="1817"/>
                  </a:lnTo>
                  <a:lnTo>
                    <a:pt x="321" y="1798"/>
                  </a:lnTo>
                  <a:lnTo>
                    <a:pt x="331" y="1779"/>
                  </a:lnTo>
                  <a:lnTo>
                    <a:pt x="343" y="1757"/>
                  </a:lnTo>
                  <a:lnTo>
                    <a:pt x="354" y="1735"/>
                  </a:lnTo>
                  <a:lnTo>
                    <a:pt x="364" y="1713"/>
                  </a:lnTo>
                  <a:lnTo>
                    <a:pt x="369" y="1694"/>
                  </a:lnTo>
                  <a:lnTo>
                    <a:pt x="367" y="1680"/>
                  </a:lnTo>
                  <a:lnTo>
                    <a:pt x="360" y="1669"/>
                  </a:lnTo>
                  <a:lnTo>
                    <a:pt x="350" y="1660"/>
                  </a:lnTo>
                  <a:lnTo>
                    <a:pt x="337" y="1654"/>
                  </a:lnTo>
                  <a:lnTo>
                    <a:pt x="325" y="1649"/>
                  </a:lnTo>
                  <a:lnTo>
                    <a:pt x="315" y="1646"/>
                  </a:lnTo>
                  <a:lnTo>
                    <a:pt x="309" y="1642"/>
                  </a:lnTo>
                  <a:lnTo>
                    <a:pt x="304" y="1638"/>
                  </a:lnTo>
                  <a:lnTo>
                    <a:pt x="297" y="1633"/>
                  </a:lnTo>
                  <a:lnTo>
                    <a:pt x="290" y="1627"/>
                  </a:lnTo>
                  <a:lnTo>
                    <a:pt x="284" y="1619"/>
                  </a:lnTo>
                  <a:lnTo>
                    <a:pt x="280" y="1609"/>
                  </a:lnTo>
                  <a:lnTo>
                    <a:pt x="280" y="1595"/>
                  </a:lnTo>
                  <a:lnTo>
                    <a:pt x="284" y="1578"/>
                  </a:lnTo>
                  <a:lnTo>
                    <a:pt x="295" y="1556"/>
                  </a:lnTo>
                  <a:lnTo>
                    <a:pt x="304" y="1533"/>
                  </a:lnTo>
                  <a:lnTo>
                    <a:pt x="307" y="1512"/>
                  </a:lnTo>
                  <a:lnTo>
                    <a:pt x="307" y="1494"/>
                  </a:lnTo>
                  <a:lnTo>
                    <a:pt x="303" y="1477"/>
                  </a:lnTo>
                  <a:lnTo>
                    <a:pt x="297" y="1461"/>
                  </a:lnTo>
                  <a:lnTo>
                    <a:pt x="291" y="1447"/>
                  </a:lnTo>
                  <a:lnTo>
                    <a:pt x="284" y="1433"/>
                  </a:lnTo>
                  <a:lnTo>
                    <a:pt x="280" y="1420"/>
                  </a:lnTo>
                  <a:lnTo>
                    <a:pt x="277" y="1406"/>
                  </a:lnTo>
                  <a:lnTo>
                    <a:pt x="276" y="1392"/>
                  </a:lnTo>
                  <a:lnTo>
                    <a:pt x="276" y="1379"/>
                  </a:lnTo>
                  <a:lnTo>
                    <a:pt x="277" y="1366"/>
                  </a:lnTo>
                  <a:lnTo>
                    <a:pt x="279" y="1352"/>
                  </a:lnTo>
                  <a:lnTo>
                    <a:pt x="282" y="1340"/>
                  </a:lnTo>
                  <a:lnTo>
                    <a:pt x="287" y="1328"/>
                  </a:lnTo>
                  <a:lnTo>
                    <a:pt x="295" y="1316"/>
                  </a:lnTo>
                  <a:lnTo>
                    <a:pt x="301" y="1303"/>
                  </a:lnTo>
                  <a:lnTo>
                    <a:pt x="305" y="1291"/>
                  </a:lnTo>
                  <a:lnTo>
                    <a:pt x="309" y="1278"/>
                  </a:lnTo>
                  <a:lnTo>
                    <a:pt x="311" y="1266"/>
                  </a:lnTo>
                  <a:lnTo>
                    <a:pt x="312" y="1252"/>
                  </a:lnTo>
                  <a:lnTo>
                    <a:pt x="313" y="1239"/>
                  </a:lnTo>
                  <a:lnTo>
                    <a:pt x="313" y="1227"/>
                  </a:lnTo>
                  <a:lnTo>
                    <a:pt x="313" y="1214"/>
                  </a:lnTo>
                  <a:lnTo>
                    <a:pt x="317" y="1201"/>
                  </a:lnTo>
                  <a:lnTo>
                    <a:pt x="327" y="1188"/>
                  </a:lnTo>
                  <a:lnTo>
                    <a:pt x="343" y="1176"/>
                  </a:lnTo>
                  <a:lnTo>
                    <a:pt x="360" y="1164"/>
                  </a:lnTo>
                  <a:lnTo>
                    <a:pt x="377" y="1153"/>
                  </a:lnTo>
                  <a:lnTo>
                    <a:pt x="393" y="1145"/>
                  </a:lnTo>
                  <a:lnTo>
                    <a:pt x="403" y="1140"/>
                  </a:lnTo>
                  <a:lnTo>
                    <a:pt x="407" y="1138"/>
                  </a:lnTo>
                  <a:lnTo>
                    <a:pt x="408" y="1137"/>
                  </a:lnTo>
                  <a:lnTo>
                    <a:pt x="413" y="1134"/>
                  </a:lnTo>
                  <a:lnTo>
                    <a:pt x="419" y="1128"/>
                  </a:lnTo>
                  <a:lnTo>
                    <a:pt x="428" y="1121"/>
                  </a:lnTo>
                  <a:lnTo>
                    <a:pt x="440" y="1113"/>
                  </a:lnTo>
                  <a:lnTo>
                    <a:pt x="452" y="1102"/>
                  </a:lnTo>
                  <a:lnTo>
                    <a:pt x="465" y="1092"/>
                  </a:lnTo>
                  <a:lnTo>
                    <a:pt x="479" y="1080"/>
                  </a:lnTo>
                  <a:lnTo>
                    <a:pt x="495" y="1068"/>
                  </a:lnTo>
                  <a:lnTo>
                    <a:pt x="510" y="1055"/>
                  </a:lnTo>
                  <a:lnTo>
                    <a:pt x="524" y="1043"/>
                  </a:lnTo>
                  <a:lnTo>
                    <a:pt x="540" y="1031"/>
                  </a:lnTo>
                  <a:lnTo>
                    <a:pt x="554" y="1019"/>
                  </a:lnTo>
                  <a:lnTo>
                    <a:pt x="567" y="1007"/>
                  </a:lnTo>
                  <a:lnTo>
                    <a:pt x="578" y="996"/>
                  </a:lnTo>
                  <a:lnTo>
                    <a:pt x="589" y="987"/>
                  </a:lnTo>
                  <a:lnTo>
                    <a:pt x="598" y="977"/>
                  </a:lnTo>
                  <a:lnTo>
                    <a:pt x="608" y="966"/>
                  </a:lnTo>
                  <a:lnTo>
                    <a:pt x="618" y="952"/>
                  </a:lnTo>
                  <a:lnTo>
                    <a:pt x="629" y="939"/>
                  </a:lnTo>
                  <a:lnTo>
                    <a:pt x="641" y="925"/>
                  </a:lnTo>
                  <a:lnTo>
                    <a:pt x="653" y="910"/>
                  </a:lnTo>
                  <a:lnTo>
                    <a:pt x="664" y="895"/>
                  </a:lnTo>
                  <a:lnTo>
                    <a:pt x="676" y="881"/>
                  </a:lnTo>
                  <a:lnTo>
                    <a:pt x="689" y="868"/>
                  </a:lnTo>
                  <a:lnTo>
                    <a:pt x="700" y="855"/>
                  </a:lnTo>
                  <a:lnTo>
                    <a:pt x="711" y="844"/>
                  </a:lnTo>
                  <a:lnTo>
                    <a:pt x="722" y="834"/>
                  </a:lnTo>
                  <a:lnTo>
                    <a:pt x="732" y="826"/>
                  </a:lnTo>
                  <a:lnTo>
                    <a:pt x="742" y="820"/>
                  </a:lnTo>
                  <a:lnTo>
                    <a:pt x="750" y="817"/>
                  </a:lnTo>
                  <a:lnTo>
                    <a:pt x="758" y="816"/>
                  </a:lnTo>
                  <a:lnTo>
                    <a:pt x="766" y="816"/>
                  </a:lnTo>
                  <a:lnTo>
                    <a:pt x="775" y="816"/>
                  </a:lnTo>
                  <a:lnTo>
                    <a:pt x="784" y="815"/>
                  </a:lnTo>
                  <a:lnTo>
                    <a:pt x="796" y="814"/>
                  </a:lnTo>
                  <a:lnTo>
                    <a:pt x="807" y="813"/>
                  </a:lnTo>
                  <a:lnTo>
                    <a:pt x="819" y="811"/>
                  </a:lnTo>
                  <a:lnTo>
                    <a:pt x="831" y="807"/>
                  </a:lnTo>
                  <a:lnTo>
                    <a:pt x="845" y="805"/>
                  </a:lnTo>
                  <a:lnTo>
                    <a:pt x="858" y="802"/>
                  </a:lnTo>
                  <a:lnTo>
                    <a:pt x="871" y="799"/>
                  </a:lnTo>
                  <a:lnTo>
                    <a:pt x="884" y="796"/>
                  </a:lnTo>
                  <a:lnTo>
                    <a:pt x="897" y="792"/>
                  </a:lnTo>
                  <a:lnTo>
                    <a:pt x="909" y="789"/>
                  </a:lnTo>
                  <a:lnTo>
                    <a:pt x="921" y="785"/>
                  </a:lnTo>
                  <a:lnTo>
                    <a:pt x="932" y="781"/>
                  </a:lnTo>
                  <a:lnTo>
                    <a:pt x="944" y="777"/>
                  </a:lnTo>
                  <a:lnTo>
                    <a:pt x="961" y="766"/>
                  </a:lnTo>
                  <a:lnTo>
                    <a:pt x="970" y="751"/>
                  </a:lnTo>
                  <a:lnTo>
                    <a:pt x="974" y="735"/>
                  </a:lnTo>
                  <a:lnTo>
                    <a:pt x="973" y="719"/>
                  </a:lnTo>
                  <a:lnTo>
                    <a:pt x="970" y="702"/>
                  </a:lnTo>
                  <a:lnTo>
                    <a:pt x="965" y="689"/>
                  </a:lnTo>
                  <a:lnTo>
                    <a:pt x="962" y="680"/>
                  </a:lnTo>
                  <a:lnTo>
                    <a:pt x="960" y="677"/>
                  </a:lnTo>
                  <a:lnTo>
                    <a:pt x="954" y="657"/>
                  </a:lnTo>
                  <a:lnTo>
                    <a:pt x="967" y="656"/>
                  </a:lnTo>
                  <a:lnTo>
                    <a:pt x="980" y="655"/>
                  </a:lnTo>
                  <a:lnTo>
                    <a:pt x="994" y="654"/>
                  </a:lnTo>
                  <a:lnTo>
                    <a:pt x="1006" y="653"/>
                  </a:lnTo>
                  <a:lnTo>
                    <a:pt x="1018" y="653"/>
                  </a:lnTo>
                  <a:lnTo>
                    <a:pt x="1028" y="654"/>
                  </a:lnTo>
                  <a:lnTo>
                    <a:pt x="1039" y="657"/>
                  </a:lnTo>
                  <a:lnTo>
                    <a:pt x="1047" y="661"/>
                  </a:lnTo>
                  <a:lnTo>
                    <a:pt x="1061" y="666"/>
                  </a:lnTo>
                  <a:lnTo>
                    <a:pt x="1076" y="667"/>
                  </a:lnTo>
                  <a:lnTo>
                    <a:pt x="1091" y="664"/>
                  </a:lnTo>
                  <a:lnTo>
                    <a:pt x="1105" y="658"/>
                  </a:lnTo>
                  <a:lnTo>
                    <a:pt x="1118" y="654"/>
                  </a:lnTo>
                  <a:lnTo>
                    <a:pt x="1131" y="651"/>
                  </a:lnTo>
                  <a:lnTo>
                    <a:pt x="1144" y="652"/>
                  </a:lnTo>
                  <a:lnTo>
                    <a:pt x="1156" y="658"/>
                  </a:lnTo>
                  <a:lnTo>
                    <a:pt x="1167" y="664"/>
                  </a:lnTo>
                  <a:lnTo>
                    <a:pt x="1177" y="663"/>
                  </a:lnTo>
                  <a:lnTo>
                    <a:pt x="1188" y="656"/>
                  </a:lnTo>
                  <a:lnTo>
                    <a:pt x="1198" y="649"/>
                  </a:lnTo>
                  <a:lnTo>
                    <a:pt x="1208" y="642"/>
                  </a:lnTo>
                  <a:lnTo>
                    <a:pt x="1219" y="638"/>
                  </a:lnTo>
                  <a:lnTo>
                    <a:pt x="1232" y="639"/>
                  </a:lnTo>
                  <a:lnTo>
                    <a:pt x="1246" y="647"/>
                  </a:lnTo>
                  <a:lnTo>
                    <a:pt x="1262" y="657"/>
                  </a:lnTo>
                  <a:lnTo>
                    <a:pt x="1279" y="665"/>
                  </a:lnTo>
                  <a:lnTo>
                    <a:pt x="1300" y="668"/>
                  </a:lnTo>
                  <a:lnTo>
                    <a:pt x="1320" y="669"/>
                  </a:lnTo>
                  <a:lnTo>
                    <a:pt x="1340" y="667"/>
                  </a:lnTo>
                  <a:lnTo>
                    <a:pt x="1359" y="664"/>
                  </a:lnTo>
                  <a:lnTo>
                    <a:pt x="1376" y="658"/>
                  </a:lnTo>
                  <a:lnTo>
                    <a:pt x="1392" y="652"/>
                  </a:lnTo>
                  <a:lnTo>
                    <a:pt x="1404" y="645"/>
                  </a:lnTo>
                  <a:lnTo>
                    <a:pt x="1414" y="636"/>
                  </a:lnTo>
                  <a:lnTo>
                    <a:pt x="1422" y="625"/>
                  </a:lnTo>
                  <a:lnTo>
                    <a:pt x="1428" y="613"/>
                  </a:lnTo>
                  <a:lnTo>
                    <a:pt x="1433" y="600"/>
                  </a:lnTo>
                  <a:lnTo>
                    <a:pt x="1439" y="587"/>
                  </a:lnTo>
                  <a:lnTo>
                    <a:pt x="1443" y="575"/>
                  </a:lnTo>
                  <a:lnTo>
                    <a:pt x="1447" y="563"/>
                  </a:lnTo>
                  <a:lnTo>
                    <a:pt x="1451" y="549"/>
                  </a:lnTo>
                  <a:lnTo>
                    <a:pt x="1455" y="533"/>
                  </a:lnTo>
                  <a:lnTo>
                    <a:pt x="1459" y="516"/>
                  </a:lnTo>
                  <a:lnTo>
                    <a:pt x="1461" y="498"/>
                  </a:lnTo>
                  <a:lnTo>
                    <a:pt x="1462" y="482"/>
                  </a:lnTo>
                  <a:lnTo>
                    <a:pt x="1460" y="469"/>
                  </a:lnTo>
                  <a:lnTo>
                    <a:pt x="1455" y="460"/>
                  </a:lnTo>
                  <a:lnTo>
                    <a:pt x="1447" y="455"/>
                  </a:lnTo>
                  <a:lnTo>
                    <a:pt x="1436" y="452"/>
                  </a:lnTo>
                  <a:lnTo>
                    <a:pt x="1423" y="443"/>
                  </a:lnTo>
                  <a:lnTo>
                    <a:pt x="1410" y="431"/>
                  </a:lnTo>
                  <a:lnTo>
                    <a:pt x="1396" y="415"/>
                  </a:lnTo>
                  <a:lnTo>
                    <a:pt x="1381" y="396"/>
                  </a:lnTo>
                  <a:lnTo>
                    <a:pt x="1365" y="377"/>
                  </a:lnTo>
                  <a:lnTo>
                    <a:pt x="1349" y="355"/>
                  </a:lnTo>
                  <a:lnTo>
                    <a:pt x="1332" y="335"/>
                  </a:lnTo>
                  <a:lnTo>
                    <a:pt x="1325" y="325"/>
                  </a:lnTo>
                  <a:lnTo>
                    <a:pt x="1319" y="314"/>
                  </a:lnTo>
                  <a:lnTo>
                    <a:pt x="1315" y="302"/>
                  </a:lnTo>
                  <a:lnTo>
                    <a:pt x="1313" y="290"/>
                  </a:lnTo>
                  <a:lnTo>
                    <a:pt x="1312" y="278"/>
                  </a:lnTo>
                  <a:lnTo>
                    <a:pt x="1311" y="266"/>
                  </a:lnTo>
                  <a:lnTo>
                    <a:pt x="1311" y="253"/>
                  </a:lnTo>
                  <a:lnTo>
                    <a:pt x="1312" y="241"/>
                  </a:lnTo>
                  <a:lnTo>
                    <a:pt x="1312" y="229"/>
                  </a:lnTo>
                  <a:lnTo>
                    <a:pt x="1313" y="218"/>
                  </a:lnTo>
                  <a:lnTo>
                    <a:pt x="1313" y="206"/>
                  </a:lnTo>
                  <a:lnTo>
                    <a:pt x="1313" y="195"/>
                  </a:lnTo>
                  <a:lnTo>
                    <a:pt x="1312" y="186"/>
                  </a:lnTo>
                  <a:lnTo>
                    <a:pt x="1310" y="177"/>
                  </a:lnTo>
                  <a:lnTo>
                    <a:pt x="1307" y="168"/>
                  </a:lnTo>
                  <a:lnTo>
                    <a:pt x="1302" y="161"/>
                  </a:lnTo>
                  <a:lnTo>
                    <a:pt x="1293" y="145"/>
                  </a:lnTo>
                  <a:lnTo>
                    <a:pt x="1285" y="129"/>
                  </a:lnTo>
                  <a:lnTo>
                    <a:pt x="1281" y="111"/>
                  </a:lnTo>
                  <a:lnTo>
                    <a:pt x="1277" y="92"/>
                  </a:lnTo>
                  <a:lnTo>
                    <a:pt x="1272" y="76"/>
                  </a:lnTo>
                  <a:lnTo>
                    <a:pt x="1265" y="62"/>
                  </a:lnTo>
                  <a:lnTo>
                    <a:pt x="1255" y="49"/>
                  </a:lnTo>
                  <a:lnTo>
                    <a:pt x="1240" y="42"/>
                  </a:lnTo>
                  <a:lnTo>
                    <a:pt x="1224" y="37"/>
                  </a:lnTo>
                  <a:lnTo>
                    <a:pt x="1215" y="30"/>
                  </a:lnTo>
                  <a:lnTo>
                    <a:pt x="1210" y="23"/>
                  </a:lnTo>
                  <a:lnTo>
                    <a:pt x="1210" y="17"/>
                  </a:lnTo>
                  <a:lnTo>
                    <a:pt x="1214" y="11"/>
                  </a:lnTo>
                  <a:lnTo>
                    <a:pt x="1222" y="5"/>
                  </a:lnTo>
                  <a:lnTo>
                    <a:pt x="1234" y="1"/>
                  </a:lnTo>
                  <a:lnTo>
                    <a:pt x="1251" y="0"/>
                  </a:lnTo>
                  <a:lnTo>
                    <a:pt x="1256" y="0"/>
                  </a:lnTo>
                  <a:lnTo>
                    <a:pt x="1262" y="1"/>
                  </a:lnTo>
                  <a:lnTo>
                    <a:pt x="1267" y="1"/>
                  </a:lnTo>
                  <a:lnTo>
                    <a:pt x="1273" y="2"/>
                  </a:lnTo>
                  <a:lnTo>
                    <a:pt x="1290" y="19"/>
                  </a:lnTo>
                  <a:lnTo>
                    <a:pt x="1309" y="37"/>
                  </a:lnTo>
                  <a:lnTo>
                    <a:pt x="1328" y="58"/>
                  </a:lnTo>
                  <a:lnTo>
                    <a:pt x="1349" y="79"/>
                  </a:lnTo>
                  <a:lnTo>
                    <a:pt x="1366" y="100"/>
                  </a:lnTo>
                  <a:lnTo>
                    <a:pt x="1381" y="120"/>
                  </a:lnTo>
                  <a:lnTo>
                    <a:pt x="1393" y="138"/>
                  </a:lnTo>
                  <a:lnTo>
                    <a:pt x="1398" y="152"/>
                  </a:lnTo>
                  <a:lnTo>
                    <a:pt x="1401" y="168"/>
                  </a:lnTo>
                  <a:lnTo>
                    <a:pt x="1405" y="181"/>
                  </a:lnTo>
                  <a:lnTo>
                    <a:pt x="1410" y="192"/>
                  </a:lnTo>
                  <a:lnTo>
                    <a:pt x="1415" y="201"/>
                  </a:lnTo>
                  <a:lnTo>
                    <a:pt x="1421" y="209"/>
                  </a:lnTo>
                  <a:lnTo>
                    <a:pt x="1427" y="215"/>
                  </a:lnTo>
                  <a:lnTo>
                    <a:pt x="1434" y="220"/>
                  </a:lnTo>
                  <a:lnTo>
                    <a:pt x="1443" y="224"/>
                  </a:lnTo>
                  <a:lnTo>
                    <a:pt x="1452" y="228"/>
                  </a:lnTo>
                  <a:lnTo>
                    <a:pt x="1460" y="231"/>
                  </a:lnTo>
                  <a:lnTo>
                    <a:pt x="1469" y="234"/>
                  </a:lnTo>
                  <a:lnTo>
                    <a:pt x="1477" y="235"/>
                  </a:lnTo>
                  <a:lnTo>
                    <a:pt x="1484" y="237"/>
                  </a:lnTo>
                  <a:lnTo>
                    <a:pt x="1491" y="237"/>
                  </a:lnTo>
                  <a:lnTo>
                    <a:pt x="1495" y="238"/>
                  </a:lnTo>
                  <a:lnTo>
                    <a:pt x="1496" y="238"/>
                  </a:lnTo>
                  <a:lnTo>
                    <a:pt x="1510" y="201"/>
                  </a:lnTo>
                  <a:lnTo>
                    <a:pt x="1511" y="201"/>
                  </a:lnTo>
                  <a:lnTo>
                    <a:pt x="1512" y="203"/>
                  </a:lnTo>
                  <a:lnTo>
                    <a:pt x="1515" y="206"/>
                  </a:lnTo>
                  <a:lnTo>
                    <a:pt x="1518" y="212"/>
                  </a:lnTo>
                  <a:lnTo>
                    <a:pt x="1522" y="219"/>
                  </a:lnTo>
                  <a:lnTo>
                    <a:pt x="1526" y="229"/>
                  </a:lnTo>
                  <a:lnTo>
                    <a:pt x="1531" y="242"/>
                  </a:lnTo>
                  <a:lnTo>
                    <a:pt x="1537" y="259"/>
                  </a:lnTo>
                  <a:lnTo>
                    <a:pt x="1544" y="273"/>
                  </a:lnTo>
                  <a:lnTo>
                    <a:pt x="1553" y="282"/>
                  </a:lnTo>
                  <a:lnTo>
                    <a:pt x="1563" y="286"/>
                  </a:lnTo>
                  <a:lnTo>
                    <a:pt x="1573" y="286"/>
                  </a:lnTo>
                  <a:lnTo>
                    <a:pt x="1583" y="285"/>
                  </a:lnTo>
                  <a:lnTo>
                    <a:pt x="1592" y="282"/>
                  </a:lnTo>
                  <a:lnTo>
                    <a:pt x="1598" y="280"/>
                  </a:lnTo>
                  <a:lnTo>
                    <a:pt x="1600" y="279"/>
                  </a:lnTo>
                  <a:lnTo>
                    <a:pt x="1677" y="297"/>
                  </a:lnTo>
                  <a:lnTo>
                    <a:pt x="1739" y="395"/>
                  </a:lnTo>
                  <a:lnTo>
                    <a:pt x="1742" y="397"/>
                  </a:lnTo>
                  <a:lnTo>
                    <a:pt x="1748" y="401"/>
                  </a:lnTo>
                  <a:lnTo>
                    <a:pt x="1758" y="409"/>
                  </a:lnTo>
                  <a:lnTo>
                    <a:pt x="1768" y="417"/>
                  </a:lnTo>
                  <a:lnTo>
                    <a:pt x="1778" y="428"/>
                  </a:lnTo>
                  <a:lnTo>
                    <a:pt x="1787" y="440"/>
                  </a:lnTo>
                  <a:lnTo>
                    <a:pt x="1792" y="453"/>
                  </a:lnTo>
                  <a:lnTo>
                    <a:pt x="1792" y="467"/>
                  </a:lnTo>
                  <a:lnTo>
                    <a:pt x="1790" y="481"/>
                  </a:lnTo>
                  <a:lnTo>
                    <a:pt x="1791" y="497"/>
                  </a:lnTo>
                  <a:lnTo>
                    <a:pt x="1792" y="513"/>
                  </a:lnTo>
                  <a:lnTo>
                    <a:pt x="1793" y="528"/>
                  </a:lnTo>
                  <a:lnTo>
                    <a:pt x="1793" y="542"/>
                  </a:lnTo>
                  <a:lnTo>
                    <a:pt x="1791" y="553"/>
                  </a:lnTo>
                  <a:lnTo>
                    <a:pt x="1786" y="563"/>
                  </a:lnTo>
                  <a:lnTo>
                    <a:pt x="1775" y="567"/>
                  </a:lnTo>
                  <a:lnTo>
                    <a:pt x="1767" y="571"/>
                  </a:lnTo>
                  <a:lnTo>
                    <a:pt x="1763" y="580"/>
                  </a:lnTo>
                  <a:lnTo>
                    <a:pt x="1764" y="590"/>
                  </a:lnTo>
                  <a:lnTo>
                    <a:pt x="1767" y="601"/>
                  </a:lnTo>
                  <a:lnTo>
                    <a:pt x="1771" y="613"/>
                  </a:lnTo>
                  <a:lnTo>
                    <a:pt x="1776" y="623"/>
                  </a:lnTo>
                  <a:lnTo>
                    <a:pt x="1780" y="629"/>
                  </a:lnTo>
                  <a:lnTo>
                    <a:pt x="1781" y="632"/>
                  </a:lnTo>
                  <a:lnTo>
                    <a:pt x="1782" y="633"/>
                  </a:lnTo>
                  <a:lnTo>
                    <a:pt x="1783" y="636"/>
                  </a:lnTo>
                  <a:lnTo>
                    <a:pt x="1785" y="640"/>
                  </a:lnTo>
                  <a:lnTo>
                    <a:pt x="1786" y="646"/>
                  </a:lnTo>
                  <a:lnTo>
                    <a:pt x="1786" y="652"/>
                  </a:lnTo>
                  <a:lnTo>
                    <a:pt x="1785" y="661"/>
                  </a:lnTo>
                  <a:lnTo>
                    <a:pt x="1780" y="669"/>
                  </a:lnTo>
                  <a:lnTo>
                    <a:pt x="1773" y="677"/>
                  </a:lnTo>
                  <a:lnTo>
                    <a:pt x="1766" y="686"/>
                  </a:lnTo>
                  <a:lnTo>
                    <a:pt x="1763" y="695"/>
                  </a:lnTo>
                  <a:lnTo>
                    <a:pt x="1762" y="704"/>
                  </a:lnTo>
                  <a:lnTo>
                    <a:pt x="1763" y="715"/>
                  </a:lnTo>
                  <a:lnTo>
                    <a:pt x="1766" y="725"/>
                  </a:lnTo>
                  <a:lnTo>
                    <a:pt x="1771" y="735"/>
                  </a:lnTo>
                  <a:lnTo>
                    <a:pt x="1777" y="746"/>
                  </a:lnTo>
                  <a:lnTo>
                    <a:pt x="1783" y="756"/>
                  </a:lnTo>
                  <a:lnTo>
                    <a:pt x="1791" y="770"/>
                  </a:lnTo>
                  <a:lnTo>
                    <a:pt x="1799" y="787"/>
                  </a:lnTo>
                  <a:lnTo>
                    <a:pt x="1806" y="806"/>
                  </a:lnTo>
                  <a:lnTo>
                    <a:pt x="1814" y="827"/>
                  </a:lnTo>
                  <a:lnTo>
                    <a:pt x="1821" y="845"/>
                  </a:lnTo>
                  <a:lnTo>
                    <a:pt x="1827" y="859"/>
                  </a:lnTo>
                  <a:lnTo>
                    <a:pt x="1835" y="869"/>
                  </a:lnTo>
                  <a:lnTo>
                    <a:pt x="1841" y="871"/>
                  </a:lnTo>
                  <a:lnTo>
                    <a:pt x="1847" y="871"/>
                  </a:lnTo>
                  <a:lnTo>
                    <a:pt x="1853" y="877"/>
                  </a:lnTo>
                  <a:lnTo>
                    <a:pt x="1858" y="885"/>
                  </a:lnTo>
                  <a:lnTo>
                    <a:pt x="1864" y="897"/>
                  </a:lnTo>
                  <a:lnTo>
                    <a:pt x="1869" y="909"/>
                  </a:lnTo>
                  <a:lnTo>
                    <a:pt x="1873" y="923"/>
                  </a:lnTo>
                  <a:lnTo>
                    <a:pt x="1876" y="936"/>
                  </a:lnTo>
                  <a:lnTo>
                    <a:pt x="1879" y="946"/>
                  </a:lnTo>
                  <a:lnTo>
                    <a:pt x="1882" y="955"/>
                  </a:lnTo>
                  <a:lnTo>
                    <a:pt x="1888" y="962"/>
                  </a:lnTo>
                  <a:lnTo>
                    <a:pt x="1894" y="967"/>
                  </a:lnTo>
                  <a:lnTo>
                    <a:pt x="1901" y="970"/>
                  </a:lnTo>
                  <a:lnTo>
                    <a:pt x="1910" y="972"/>
                  </a:lnTo>
                  <a:lnTo>
                    <a:pt x="1920" y="973"/>
                  </a:lnTo>
                  <a:lnTo>
                    <a:pt x="1930" y="974"/>
                  </a:lnTo>
                  <a:lnTo>
                    <a:pt x="1943" y="975"/>
                  </a:lnTo>
                  <a:lnTo>
                    <a:pt x="1958" y="978"/>
                  </a:lnTo>
                  <a:lnTo>
                    <a:pt x="1977" y="985"/>
                  </a:lnTo>
                  <a:lnTo>
                    <a:pt x="1998" y="994"/>
                  </a:lnTo>
                  <a:lnTo>
                    <a:pt x="2018" y="1008"/>
                  </a:lnTo>
                  <a:lnTo>
                    <a:pt x="2036" y="1026"/>
                  </a:lnTo>
                  <a:lnTo>
                    <a:pt x="2048" y="1047"/>
                  </a:lnTo>
                  <a:lnTo>
                    <a:pt x="2053" y="1072"/>
                  </a:lnTo>
                  <a:lnTo>
                    <a:pt x="2049" y="1101"/>
                  </a:lnTo>
                  <a:lnTo>
                    <a:pt x="2044" y="1130"/>
                  </a:lnTo>
                  <a:lnTo>
                    <a:pt x="2044" y="1150"/>
                  </a:lnTo>
                  <a:lnTo>
                    <a:pt x="2049" y="1167"/>
                  </a:lnTo>
                  <a:lnTo>
                    <a:pt x="2056" y="1178"/>
                  </a:lnTo>
                  <a:lnTo>
                    <a:pt x="2064" y="1188"/>
                  </a:lnTo>
                  <a:lnTo>
                    <a:pt x="2072" y="1197"/>
                  </a:lnTo>
                  <a:lnTo>
                    <a:pt x="2077" y="1207"/>
                  </a:lnTo>
                  <a:lnTo>
                    <a:pt x="2077" y="1220"/>
                  </a:lnTo>
                  <a:lnTo>
                    <a:pt x="2075" y="1235"/>
                  </a:lnTo>
                  <a:lnTo>
                    <a:pt x="2073" y="1250"/>
                  </a:lnTo>
                  <a:lnTo>
                    <a:pt x="2072" y="1266"/>
                  </a:lnTo>
                  <a:lnTo>
                    <a:pt x="2070" y="1282"/>
                  </a:lnTo>
                  <a:lnTo>
                    <a:pt x="2067" y="1297"/>
                  </a:lnTo>
                  <a:lnTo>
                    <a:pt x="2064" y="1311"/>
                  </a:lnTo>
                  <a:lnTo>
                    <a:pt x="2059" y="1325"/>
                  </a:lnTo>
                  <a:lnTo>
                    <a:pt x="2053" y="1336"/>
                  </a:lnTo>
                  <a:lnTo>
                    <a:pt x="2046" y="1346"/>
                  </a:lnTo>
                  <a:lnTo>
                    <a:pt x="2040" y="1358"/>
                  </a:lnTo>
                  <a:lnTo>
                    <a:pt x="2036" y="1371"/>
                  </a:lnTo>
                  <a:lnTo>
                    <a:pt x="2032" y="1383"/>
                  </a:lnTo>
                  <a:lnTo>
                    <a:pt x="2031" y="1395"/>
                  </a:lnTo>
                  <a:lnTo>
                    <a:pt x="2031" y="1406"/>
                  </a:lnTo>
                  <a:lnTo>
                    <a:pt x="2032" y="1418"/>
                  </a:lnTo>
                  <a:lnTo>
                    <a:pt x="2037" y="1426"/>
                  </a:lnTo>
                  <a:lnTo>
                    <a:pt x="2040" y="1433"/>
                  </a:lnTo>
                  <a:lnTo>
                    <a:pt x="2042" y="1442"/>
                  </a:lnTo>
                  <a:lnTo>
                    <a:pt x="2045" y="1452"/>
                  </a:lnTo>
                  <a:lnTo>
                    <a:pt x="2049" y="1463"/>
                  </a:lnTo>
                  <a:lnTo>
                    <a:pt x="2055" y="1476"/>
                  </a:lnTo>
                  <a:lnTo>
                    <a:pt x="2065" y="1489"/>
                  </a:lnTo>
                  <a:lnTo>
                    <a:pt x="2078" y="1502"/>
                  </a:lnTo>
                  <a:lnTo>
                    <a:pt x="2098" y="1516"/>
                  </a:lnTo>
                  <a:lnTo>
                    <a:pt x="2117" y="1529"/>
                  </a:lnTo>
                  <a:lnTo>
                    <a:pt x="2131" y="1542"/>
                  </a:lnTo>
                  <a:lnTo>
                    <a:pt x="2141" y="1554"/>
                  </a:lnTo>
                  <a:lnTo>
                    <a:pt x="2147" y="1566"/>
                  </a:lnTo>
                  <a:lnTo>
                    <a:pt x="2149" y="1576"/>
                  </a:lnTo>
                  <a:lnTo>
                    <a:pt x="2150" y="1585"/>
                  </a:lnTo>
                  <a:lnTo>
                    <a:pt x="2150" y="1593"/>
                  </a:lnTo>
                  <a:lnTo>
                    <a:pt x="2149" y="1599"/>
                  </a:lnTo>
                  <a:lnTo>
                    <a:pt x="2149" y="1608"/>
                  </a:lnTo>
                  <a:lnTo>
                    <a:pt x="2150" y="1625"/>
                  </a:lnTo>
                  <a:lnTo>
                    <a:pt x="2154" y="1644"/>
                  </a:lnTo>
                  <a:lnTo>
                    <a:pt x="2158" y="1667"/>
                  </a:lnTo>
                  <a:lnTo>
                    <a:pt x="2163" y="1689"/>
                  </a:lnTo>
                  <a:lnTo>
                    <a:pt x="2169" y="1709"/>
                  </a:lnTo>
                  <a:lnTo>
                    <a:pt x="2174" y="1726"/>
                  </a:lnTo>
                  <a:lnTo>
                    <a:pt x="2179" y="1736"/>
                  </a:lnTo>
                  <a:lnTo>
                    <a:pt x="2180" y="1736"/>
                  </a:lnTo>
                  <a:lnTo>
                    <a:pt x="2180" y="1736"/>
                  </a:lnTo>
                  <a:lnTo>
                    <a:pt x="2180" y="1736"/>
                  </a:lnTo>
                  <a:lnTo>
                    <a:pt x="2180" y="1736"/>
                  </a:lnTo>
                  <a:lnTo>
                    <a:pt x="2175" y="1739"/>
                  </a:lnTo>
                  <a:lnTo>
                    <a:pt x="2171" y="1742"/>
                  </a:lnTo>
                  <a:lnTo>
                    <a:pt x="2166" y="1744"/>
                  </a:lnTo>
                  <a:lnTo>
                    <a:pt x="2161" y="1746"/>
                  </a:lnTo>
                  <a:lnTo>
                    <a:pt x="2157" y="1748"/>
                  </a:lnTo>
                  <a:lnTo>
                    <a:pt x="2152" y="1749"/>
                  </a:lnTo>
                  <a:lnTo>
                    <a:pt x="2147" y="1750"/>
                  </a:lnTo>
                  <a:lnTo>
                    <a:pt x="2142" y="1751"/>
                  </a:lnTo>
                  <a:lnTo>
                    <a:pt x="2125" y="1755"/>
                  </a:lnTo>
                  <a:lnTo>
                    <a:pt x="2110" y="1761"/>
                  </a:lnTo>
                  <a:lnTo>
                    <a:pt x="2095" y="1771"/>
                  </a:lnTo>
                  <a:lnTo>
                    <a:pt x="2081" y="1780"/>
                  </a:lnTo>
                  <a:lnTo>
                    <a:pt x="2069" y="1790"/>
                  </a:lnTo>
                  <a:lnTo>
                    <a:pt x="2060" y="1800"/>
                  </a:lnTo>
                  <a:lnTo>
                    <a:pt x="2054" y="1809"/>
                  </a:lnTo>
                  <a:lnTo>
                    <a:pt x="2052" y="1817"/>
                  </a:lnTo>
                  <a:lnTo>
                    <a:pt x="2051" y="1824"/>
                  </a:lnTo>
                  <a:lnTo>
                    <a:pt x="2048" y="1832"/>
                  </a:lnTo>
                  <a:lnTo>
                    <a:pt x="2043" y="1842"/>
                  </a:lnTo>
                  <a:lnTo>
                    <a:pt x="2036" y="1853"/>
                  </a:lnTo>
                  <a:lnTo>
                    <a:pt x="2025" y="1865"/>
                  </a:lnTo>
                  <a:lnTo>
                    <a:pt x="2011" y="1880"/>
                  </a:lnTo>
                  <a:lnTo>
                    <a:pt x="1995" y="1895"/>
                  </a:lnTo>
                  <a:lnTo>
                    <a:pt x="1973" y="1911"/>
                  </a:lnTo>
                  <a:lnTo>
                    <a:pt x="1950" y="1927"/>
                  </a:lnTo>
                  <a:lnTo>
                    <a:pt x="1924" y="1938"/>
                  </a:lnTo>
                  <a:lnTo>
                    <a:pt x="1900" y="1946"/>
                  </a:lnTo>
                  <a:lnTo>
                    <a:pt x="1876" y="1954"/>
                  </a:lnTo>
                  <a:lnTo>
                    <a:pt x="1855" y="1960"/>
                  </a:lnTo>
                  <a:lnTo>
                    <a:pt x="1839" y="1969"/>
                  </a:lnTo>
                  <a:lnTo>
                    <a:pt x="1825" y="1977"/>
                  </a:lnTo>
                  <a:lnTo>
                    <a:pt x="1819" y="1988"/>
                  </a:lnTo>
                  <a:lnTo>
                    <a:pt x="1817" y="2001"/>
                  </a:lnTo>
                  <a:lnTo>
                    <a:pt x="1816" y="2014"/>
                  </a:lnTo>
                  <a:lnTo>
                    <a:pt x="1816" y="2029"/>
                  </a:lnTo>
                  <a:lnTo>
                    <a:pt x="1816" y="2042"/>
                  </a:lnTo>
                  <a:lnTo>
                    <a:pt x="1815" y="2055"/>
                  </a:lnTo>
                  <a:lnTo>
                    <a:pt x="1812" y="2068"/>
                  </a:lnTo>
                  <a:lnTo>
                    <a:pt x="1807" y="2078"/>
                  </a:lnTo>
                  <a:lnTo>
                    <a:pt x="1798" y="2086"/>
                  </a:lnTo>
                  <a:lnTo>
                    <a:pt x="1787" y="2093"/>
                  </a:lnTo>
                  <a:lnTo>
                    <a:pt x="1774" y="2100"/>
                  </a:lnTo>
                  <a:lnTo>
                    <a:pt x="1762" y="2107"/>
                  </a:lnTo>
                  <a:lnTo>
                    <a:pt x="1750" y="2114"/>
                  </a:lnTo>
                  <a:lnTo>
                    <a:pt x="1740" y="2123"/>
                  </a:lnTo>
                  <a:lnTo>
                    <a:pt x="1730" y="2133"/>
                  </a:lnTo>
                  <a:lnTo>
                    <a:pt x="1723" y="2143"/>
                  </a:lnTo>
                  <a:lnTo>
                    <a:pt x="1719" y="2156"/>
                  </a:lnTo>
                  <a:lnTo>
                    <a:pt x="1714" y="2167"/>
                  </a:lnTo>
                  <a:lnTo>
                    <a:pt x="1705" y="2176"/>
                  </a:lnTo>
                  <a:lnTo>
                    <a:pt x="1693" y="2180"/>
                  </a:lnTo>
                  <a:lnTo>
                    <a:pt x="1679" y="2182"/>
                  </a:lnTo>
                  <a:lnTo>
                    <a:pt x="1664" y="2182"/>
                  </a:lnTo>
                  <a:lnTo>
                    <a:pt x="1651" y="2182"/>
                  </a:lnTo>
                  <a:lnTo>
                    <a:pt x="1640" y="2183"/>
                  </a:lnTo>
                  <a:lnTo>
                    <a:pt x="1632" y="2184"/>
                  </a:lnTo>
                  <a:lnTo>
                    <a:pt x="1626" y="2187"/>
                  </a:lnTo>
                  <a:lnTo>
                    <a:pt x="1619" y="2191"/>
                  </a:lnTo>
                  <a:lnTo>
                    <a:pt x="1611" y="2196"/>
                  </a:lnTo>
                  <a:lnTo>
                    <a:pt x="1602" y="2202"/>
                  </a:lnTo>
                  <a:lnTo>
                    <a:pt x="1593" y="2209"/>
                  </a:lnTo>
                  <a:lnTo>
                    <a:pt x="1583" y="2216"/>
                  </a:lnTo>
                  <a:lnTo>
                    <a:pt x="1574" y="2224"/>
                  </a:lnTo>
                  <a:lnTo>
                    <a:pt x="1565" y="2232"/>
                  </a:lnTo>
                  <a:lnTo>
                    <a:pt x="1557" y="2237"/>
                  </a:lnTo>
                  <a:lnTo>
                    <a:pt x="1550" y="2239"/>
                  </a:lnTo>
                  <a:lnTo>
                    <a:pt x="1543" y="2238"/>
                  </a:lnTo>
                  <a:lnTo>
                    <a:pt x="1536" y="2238"/>
                  </a:lnTo>
                  <a:lnTo>
                    <a:pt x="1528" y="2238"/>
                  </a:lnTo>
                  <a:lnTo>
                    <a:pt x="1521" y="2242"/>
                  </a:lnTo>
                  <a:lnTo>
                    <a:pt x="1514" y="2249"/>
                  </a:lnTo>
                  <a:lnTo>
                    <a:pt x="1506" y="2263"/>
                  </a:lnTo>
                  <a:lnTo>
                    <a:pt x="1499" y="2276"/>
                  </a:lnTo>
                  <a:lnTo>
                    <a:pt x="1495" y="2280"/>
                  </a:lnTo>
                  <a:lnTo>
                    <a:pt x="1492" y="2277"/>
                  </a:lnTo>
                  <a:lnTo>
                    <a:pt x="1490" y="2271"/>
                  </a:lnTo>
                  <a:lnTo>
                    <a:pt x="1487" y="2262"/>
                  </a:lnTo>
                  <a:lnTo>
                    <a:pt x="1483" y="2255"/>
                  </a:lnTo>
                  <a:lnTo>
                    <a:pt x="1479" y="2251"/>
                  </a:lnTo>
                  <a:lnTo>
                    <a:pt x="1472" y="2252"/>
                  </a:lnTo>
                  <a:lnTo>
                    <a:pt x="1465" y="2258"/>
                  </a:lnTo>
                  <a:lnTo>
                    <a:pt x="1460" y="2264"/>
                  </a:lnTo>
                  <a:lnTo>
                    <a:pt x="1455" y="2272"/>
                  </a:lnTo>
                  <a:lnTo>
                    <a:pt x="1449" y="2279"/>
                  </a:lnTo>
                  <a:lnTo>
                    <a:pt x="1440" y="2286"/>
                  </a:lnTo>
                  <a:lnTo>
                    <a:pt x="1428" y="2291"/>
                  </a:lnTo>
                  <a:lnTo>
                    <a:pt x="1411" y="2295"/>
                  </a:lnTo>
                  <a:lnTo>
                    <a:pt x="1389" y="2297"/>
                  </a:lnTo>
                  <a:lnTo>
                    <a:pt x="1365" y="2296"/>
                  </a:lnTo>
                  <a:lnTo>
                    <a:pt x="1345" y="2292"/>
                  </a:lnTo>
                  <a:lnTo>
                    <a:pt x="1328" y="2287"/>
                  </a:lnTo>
                  <a:lnTo>
                    <a:pt x="1314" y="2282"/>
                  </a:lnTo>
                  <a:lnTo>
                    <a:pt x="1300" y="2280"/>
                  </a:lnTo>
                  <a:lnTo>
                    <a:pt x="1287" y="2282"/>
                  </a:lnTo>
                  <a:lnTo>
                    <a:pt x="1271" y="2290"/>
                  </a:lnTo>
                  <a:lnTo>
                    <a:pt x="1254" y="2305"/>
                  </a:lnTo>
                  <a:lnTo>
                    <a:pt x="1238" y="2323"/>
                  </a:lnTo>
                  <a:lnTo>
                    <a:pt x="1225" y="2336"/>
                  </a:lnTo>
                  <a:lnTo>
                    <a:pt x="1216" y="2345"/>
                  </a:lnTo>
                  <a:lnTo>
                    <a:pt x="1210" y="2351"/>
                  </a:lnTo>
                  <a:lnTo>
                    <a:pt x="1204" y="2355"/>
                  </a:lnTo>
                  <a:lnTo>
                    <a:pt x="1198" y="2357"/>
                  </a:lnTo>
                  <a:lnTo>
                    <a:pt x="1191" y="2358"/>
                  </a:lnTo>
                  <a:lnTo>
                    <a:pt x="1181" y="2358"/>
                  </a:lnTo>
                  <a:lnTo>
                    <a:pt x="1171" y="2360"/>
                  </a:lnTo>
                  <a:lnTo>
                    <a:pt x="1164" y="2365"/>
                  </a:lnTo>
                  <a:lnTo>
                    <a:pt x="1157" y="2373"/>
                  </a:lnTo>
                  <a:lnTo>
                    <a:pt x="1153" y="2382"/>
                  </a:lnTo>
                  <a:lnTo>
                    <a:pt x="1149" y="2392"/>
                  </a:lnTo>
                  <a:lnTo>
                    <a:pt x="1147" y="2403"/>
                  </a:lnTo>
                  <a:lnTo>
                    <a:pt x="1145" y="2413"/>
                  </a:lnTo>
                  <a:lnTo>
                    <a:pt x="1145" y="2424"/>
                  </a:lnTo>
                  <a:lnTo>
                    <a:pt x="1144" y="2431"/>
                  </a:lnTo>
                  <a:lnTo>
                    <a:pt x="1139" y="2435"/>
                  </a:lnTo>
                  <a:lnTo>
                    <a:pt x="1132" y="2438"/>
                  </a:lnTo>
                  <a:lnTo>
                    <a:pt x="1123" y="2440"/>
                  </a:lnTo>
                  <a:lnTo>
                    <a:pt x="1113" y="2442"/>
                  </a:lnTo>
                  <a:lnTo>
                    <a:pt x="1102" y="2446"/>
                  </a:lnTo>
                  <a:lnTo>
                    <a:pt x="1090" y="2452"/>
                  </a:lnTo>
                  <a:lnTo>
                    <a:pt x="1077" y="2462"/>
                  </a:lnTo>
                  <a:lnTo>
                    <a:pt x="1064" y="2474"/>
                  </a:lnTo>
                  <a:lnTo>
                    <a:pt x="1051" y="2481"/>
                  </a:lnTo>
                  <a:lnTo>
                    <a:pt x="1037" y="2487"/>
                  </a:lnTo>
                  <a:lnTo>
                    <a:pt x="1021" y="2492"/>
                  </a:lnTo>
                  <a:lnTo>
                    <a:pt x="1007" y="2498"/>
                  </a:lnTo>
                  <a:lnTo>
                    <a:pt x="994" y="2504"/>
                  </a:lnTo>
                  <a:lnTo>
                    <a:pt x="980" y="2512"/>
                  </a:lnTo>
                  <a:lnTo>
                    <a:pt x="968" y="2525"/>
                  </a:lnTo>
                  <a:lnTo>
                    <a:pt x="957" y="2536"/>
                  </a:lnTo>
                  <a:lnTo>
                    <a:pt x="946" y="2542"/>
                  </a:lnTo>
                  <a:lnTo>
                    <a:pt x="934" y="2544"/>
                  </a:lnTo>
                  <a:lnTo>
                    <a:pt x="924" y="2544"/>
                  </a:lnTo>
                  <a:lnTo>
                    <a:pt x="916" y="2542"/>
                  </a:lnTo>
                  <a:lnTo>
                    <a:pt x="910" y="2539"/>
                  </a:lnTo>
                  <a:lnTo>
                    <a:pt x="905" y="2537"/>
                  </a:lnTo>
                  <a:lnTo>
                    <a:pt x="904" y="2536"/>
                  </a:lnTo>
                  <a:lnTo>
                    <a:pt x="903" y="2537"/>
                  </a:lnTo>
                  <a:lnTo>
                    <a:pt x="900" y="2541"/>
                  </a:lnTo>
                  <a:lnTo>
                    <a:pt x="895" y="2547"/>
                  </a:lnTo>
                  <a:lnTo>
                    <a:pt x="889" y="2553"/>
                  </a:lnTo>
                  <a:lnTo>
                    <a:pt x="881" y="2561"/>
                  </a:lnTo>
                  <a:lnTo>
                    <a:pt x="874" y="2569"/>
                  </a:lnTo>
                  <a:lnTo>
                    <a:pt x="866" y="2577"/>
                  </a:lnTo>
                  <a:lnTo>
                    <a:pt x="859" y="2584"/>
                  </a:lnTo>
                  <a:lnTo>
                    <a:pt x="852" y="2590"/>
                  </a:lnTo>
                  <a:lnTo>
                    <a:pt x="845" y="2595"/>
                  </a:lnTo>
                  <a:lnTo>
                    <a:pt x="838" y="2601"/>
                  </a:lnTo>
                  <a:lnTo>
                    <a:pt x="830" y="2606"/>
                  </a:lnTo>
                  <a:lnTo>
                    <a:pt x="825" y="2613"/>
                  </a:lnTo>
                  <a:lnTo>
                    <a:pt x="821" y="2623"/>
                  </a:lnTo>
                  <a:lnTo>
                    <a:pt x="818" y="2633"/>
                  </a:lnTo>
                  <a:lnTo>
                    <a:pt x="817" y="2645"/>
                  </a:lnTo>
                  <a:lnTo>
                    <a:pt x="817" y="2656"/>
                  </a:lnTo>
                  <a:lnTo>
                    <a:pt x="816" y="2663"/>
                  </a:lnTo>
                  <a:lnTo>
                    <a:pt x="814" y="2668"/>
                  </a:lnTo>
                  <a:lnTo>
                    <a:pt x="812" y="2670"/>
                  </a:lnTo>
                  <a:lnTo>
                    <a:pt x="809" y="2673"/>
                  </a:lnTo>
                  <a:lnTo>
                    <a:pt x="806" y="2674"/>
                  </a:lnTo>
                  <a:lnTo>
                    <a:pt x="802" y="2677"/>
                  </a:lnTo>
                  <a:lnTo>
                    <a:pt x="798" y="2682"/>
                  </a:lnTo>
                  <a:lnTo>
                    <a:pt x="796" y="2689"/>
                  </a:lnTo>
                  <a:lnTo>
                    <a:pt x="798" y="2699"/>
                  </a:lnTo>
                  <a:lnTo>
                    <a:pt x="801" y="2709"/>
                  </a:lnTo>
                  <a:lnTo>
                    <a:pt x="805" y="2719"/>
                  </a:lnTo>
                  <a:lnTo>
                    <a:pt x="808" y="2729"/>
                  </a:lnTo>
                  <a:lnTo>
                    <a:pt x="807" y="2737"/>
                  </a:lnTo>
                  <a:lnTo>
                    <a:pt x="803" y="2743"/>
                  </a:lnTo>
                  <a:lnTo>
                    <a:pt x="792" y="2746"/>
                  </a:lnTo>
                  <a:lnTo>
                    <a:pt x="781" y="2747"/>
                  </a:lnTo>
                  <a:lnTo>
                    <a:pt x="780" y="2747"/>
                  </a:lnTo>
                  <a:lnTo>
                    <a:pt x="785" y="2747"/>
                  </a:lnTo>
                  <a:lnTo>
                    <a:pt x="797" y="2746"/>
                  </a:lnTo>
                  <a:lnTo>
                    <a:pt x="812" y="2746"/>
                  </a:lnTo>
                  <a:lnTo>
                    <a:pt x="829" y="2746"/>
                  </a:lnTo>
                  <a:lnTo>
                    <a:pt x="848" y="2747"/>
                  </a:lnTo>
                  <a:lnTo>
                    <a:pt x="865" y="2749"/>
                  </a:lnTo>
                  <a:lnTo>
                    <a:pt x="877" y="2752"/>
                  </a:lnTo>
                  <a:lnTo>
                    <a:pt x="881" y="2757"/>
                  </a:lnTo>
                  <a:lnTo>
                    <a:pt x="880" y="2764"/>
                  </a:lnTo>
                  <a:lnTo>
                    <a:pt x="874" y="2774"/>
                  </a:lnTo>
                  <a:lnTo>
                    <a:pt x="867" y="2784"/>
                  </a:lnTo>
                  <a:lnTo>
                    <a:pt x="860" y="2796"/>
                  </a:lnTo>
                  <a:lnTo>
                    <a:pt x="855" y="2808"/>
                  </a:lnTo>
                  <a:lnTo>
                    <a:pt x="854" y="2823"/>
                  </a:lnTo>
                  <a:lnTo>
                    <a:pt x="853" y="2837"/>
                  </a:lnTo>
                  <a:lnTo>
                    <a:pt x="848" y="2850"/>
                  </a:lnTo>
                  <a:lnTo>
                    <a:pt x="840" y="2863"/>
                  </a:lnTo>
                  <a:lnTo>
                    <a:pt x="830" y="2875"/>
                  </a:lnTo>
                  <a:lnTo>
                    <a:pt x="823" y="2887"/>
                  </a:lnTo>
                  <a:lnTo>
                    <a:pt x="818" y="2897"/>
                  </a:lnTo>
                  <a:lnTo>
                    <a:pt x="818" y="2907"/>
                  </a:lnTo>
                  <a:lnTo>
                    <a:pt x="825" y="2917"/>
                  </a:lnTo>
                  <a:lnTo>
                    <a:pt x="833" y="2929"/>
                  </a:lnTo>
                  <a:lnTo>
                    <a:pt x="836" y="2943"/>
                  </a:lnTo>
                  <a:lnTo>
                    <a:pt x="835" y="2958"/>
                  </a:lnTo>
                  <a:lnTo>
                    <a:pt x="833" y="2974"/>
                  </a:lnTo>
                  <a:lnTo>
                    <a:pt x="830" y="2988"/>
                  </a:lnTo>
                  <a:lnTo>
                    <a:pt x="829" y="3001"/>
                  </a:lnTo>
                  <a:lnTo>
                    <a:pt x="829" y="3011"/>
                  </a:lnTo>
                  <a:lnTo>
                    <a:pt x="833" y="3016"/>
                  </a:lnTo>
                  <a:lnTo>
                    <a:pt x="840" y="3021"/>
                  </a:lnTo>
                  <a:lnTo>
                    <a:pt x="846" y="3032"/>
                  </a:lnTo>
                  <a:lnTo>
                    <a:pt x="851" y="3044"/>
                  </a:lnTo>
                  <a:lnTo>
                    <a:pt x="855" y="3058"/>
                  </a:lnTo>
                  <a:lnTo>
                    <a:pt x="858" y="3074"/>
                  </a:lnTo>
                  <a:lnTo>
                    <a:pt x="860" y="3088"/>
                  </a:lnTo>
                  <a:lnTo>
                    <a:pt x="860" y="3100"/>
                  </a:lnTo>
                  <a:lnTo>
                    <a:pt x="859" y="3109"/>
                  </a:lnTo>
                  <a:lnTo>
                    <a:pt x="856" y="3116"/>
                  </a:lnTo>
                  <a:lnTo>
                    <a:pt x="852" y="3122"/>
                  </a:lnTo>
                  <a:lnTo>
                    <a:pt x="847" y="3127"/>
                  </a:lnTo>
                  <a:lnTo>
                    <a:pt x="841" y="3130"/>
                  </a:lnTo>
                  <a:lnTo>
                    <a:pt x="833" y="3130"/>
                  </a:lnTo>
                  <a:lnTo>
                    <a:pt x="827" y="3128"/>
                  </a:lnTo>
                  <a:lnTo>
                    <a:pt x="822" y="3122"/>
                  </a:lnTo>
                  <a:lnTo>
                    <a:pt x="817" y="3114"/>
                  </a:lnTo>
                  <a:lnTo>
                    <a:pt x="813" y="3105"/>
                  </a:lnTo>
                  <a:lnTo>
                    <a:pt x="811" y="3097"/>
                  </a:lnTo>
                  <a:lnTo>
                    <a:pt x="809" y="3091"/>
                  </a:lnTo>
                  <a:lnTo>
                    <a:pt x="809" y="3085"/>
                  </a:lnTo>
                  <a:lnTo>
                    <a:pt x="808" y="3081"/>
                  </a:lnTo>
                  <a:lnTo>
                    <a:pt x="809" y="3076"/>
                  </a:lnTo>
                  <a:lnTo>
                    <a:pt x="810" y="3071"/>
                  </a:lnTo>
                  <a:lnTo>
                    <a:pt x="812" y="3067"/>
                  </a:lnTo>
                  <a:lnTo>
                    <a:pt x="813" y="3062"/>
                  </a:lnTo>
                  <a:lnTo>
                    <a:pt x="811" y="3057"/>
                  </a:lnTo>
                  <a:lnTo>
                    <a:pt x="809" y="3052"/>
                  </a:lnTo>
                  <a:lnTo>
                    <a:pt x="805" y="3047"/>
                  </a:lnTo>
                  <a:lnTo>
                    <a:pt x="802" y="3043"/>
                  </a:lnTo>
                  <a:lnTo>
                    <a:pt x="798" y="3039"/>
                  </a:lnTo>
                  <a:lnTo>
                    <a:pt x="796" y="3037"/>
                  </a:lnTo>
                  <a:lnTo>
                    <a:pt x="795" y="3036"/>
                  </a:lnTo>
                  <a:lnTo>
                    <a:pt x="795" y="3033"/>
                  </a:lnTo>
                  <a:lnTo>
                    <a:pt x="796" y="3025"/>
                  </a:lnTo>
                  <a:lnTo>
                    <a:pt x="796" y="3013"/>
                  </a:lnTo>
                  <a:lnTo>
                    <a:pt x="795" y="3002"/>
                  </a:lnTo>
                  <a:lnTo>
                    <a:pt x="792" y="2993"/>
                  </a:lnTo>
                  <a:lnTo>
                    <a:pt x="785" y="2988"/>
                  </a:lnTo>
                  <a:lnTo>
                    <a:pt x="775" y="2989"/>
                  </a:lnTo>
                  <a:lnTo>
                    <a:pt x="761" y="2999"/>
                  </a:lnTo>
                  <a:lnTo>
                    <a:pt x="748" y="3013"/>
                  </a:lnTo>
                  <a:lnTo>
                    <a:pt x="740" y="3027"/>
                  </a:lnTo>
                  <a:lnTo>
                    <a:pt x="738" y="3038"/>
                  </a:lnTo>
                  <a:lnTo>
                    <a:pt x="739" y="3046"/>
                  </a:lnTo>
                  <a:lnTo>
                    <a:pt x="743" y="3053"/>
                  </a:lnTo>
                  <a:lnTo>
                    <a:pt x="749" y="3056"/>
                  </a:lnTo>
                  <a:lnTo>
                    <a:pt x="755" y="3056"/>
                  </a:lnTo>
                  <a:lnTo>
                    <a:pt x="761" y="3053"/>
                  </a:lnTo>
                  <a:lnTo>
                    <a:pt x="765" y="3050"/>
                  </a:lnTo>
                  <a:lnTo>
                    <a:pt x="768" y="3052"/>
                  </a:lnTo>
                  <a:lnTo>
                    <a:pt x="770" y="3057"/>
                  </a:lnTo>
                  <a:lnTo>
                    <a:pt x="770" y="3064"/>
                  </a:lnTo>
                  <a:lnTo>
                    <a:pt x="770" y="3072"/>
                  </a:lnTo>
                  <a:lnTo>
                    <a:pt x="770" y="3080"/>
                  </a:lnTo>
                  <a:lnTo>
                    <a:pt x="769" y="3085"/>
                  </a:lnTo>
                  <a:lnTo>
                    <a:pt x="769" y="3087"/>
                  </a:lnTo>
                  <a:lnTo>
                    <a:pt x="767" y="3088"/>
                  </a:lnTo>
                  <a:lnTo>
                    <a:pt x="762" y="3090"/>
                  </a:lnTo>
                  <a:lnTo>
                    <a:pt x="755" y="3094"/>
                  </a:lnTo>
                  <a:lnTo>
                    <a:pt x="747" y="3097"/>
                  </a:lnTo>
                  <a:lnTo>
                    <a:pt x="738" y="3099"/>
                  </a:lnTo>
                  <a:lnTo>
                    <a:pt x="729" y="3100"/>
                  </a:lnTo>
                  <a:lnTo>
                    <a:pt x="721" y="3099"/>
                  </a:lnTo>
                  <a:lnTo>
                    <a:pt x="716" y="3095"/>
                  </a:lnTo>
                  <a:lnTo>
                    <a:pt x="713" y="3093"/>
                  </a:lnTo>
                  <a:lnTo>
                    <a:pt x="713" y="3097"/>
                  </a:lnTo>
                  <a:lnTo>
                    <a:pt x="715" y="3106"/>
                  </a:lnTo>
                  <a:lnTo>
                    <a:pt x="716" y="3117"/>
                  </a:lnTo>
                  <a:lnTo>
                    <a:pt x="717" y="3130"/>
                  </a:lnTo>
                  <a:lnTo>
                    <a:pt x="715" y="3141"/>
                  </a:lnTo>
                  <a:lnTo>
                    <a:pt x="711" y="3150"/>
                  </a:lnTo>
                  <a:lnTo>
                    <a:pt x="702" y="3154"/>
                  </a:lnTo>
                  <a:lnTo>
                    <a:pt x="692" y="3156"/>
                  </a:lnTo>
                  <a:lnTo>
                    <a:pt x="684" y="3160"/>
                  </a:lnTo>
                  <a:lnTo>
                    <a:pt x="680" y="3165"/>
                  </a:lnTo>
                  <a:lnTo>
                    <a:pt x="678" y="3171"/>
                  </a:lnTo>
                  <a:lnTo>
                    <a:pt x="679" y="3178"/>
                  </a:lnTo>
                  <a:lnTo>
                    <a:pt x="684" y="3184"/>
                  </a:lnTo>
                  <a:lnTo>
                    <a:pt x="692" y="3189"/>
                  </a:lnTo>
                  <a:lnTo>
                    <a:pt x="702" y="3193"/>
                  </a:lnTo>
                  <a:lnTo>
                    <a:pt x="711" y="3196"/>
                  </a:lnTo>
                  <a:lnTo>
                    <a:pt x="716" y="3199"/>
                  </a:lnTo>
                  <a:lnTo>
                    <a:pt x="719" y="3202"/>
                  </a:lnTo>
                  <a:lnTo>
                    <a:pt x="722" y="3205"/>
                  </a:lnTo>
                  <a:lnTo>
                    <a:pt x="725" y="3210"/>
                  </a:lnTo>
                  <a:lnTo>
                    <a:pt x="730" y="3217"/>
                  </a:lnTo>
                  <a:lnTo>
                    <a:pt x="741" y="3228"/>
                  </a:lnTo>
                  <a:lnTo>
                    <a:pt x="756" y="3241"/>
                  </a:lnTo>
                  <a:lnTo>
                    <a:pt x="772" y="3254"/>
                  </a:lnTo>
                  <a:lnTo>
                    <a:pt x="785" y="3263"/>
                  </a:lnTo>
                  <a:lnTo>
                    <a:pt x="796" y="3270"/>
                  </a:lnTo>
                  <a:lnTo>
                    <a:pt x="804" y="3275"/>
                  </a:lnTo>
                  <a:lnTo>
                    <a:pt x="811" y="3276"/>
                  </a:lnTo>
                  <a:lnTo>
                    <a:pt x="818" y="3276"/>
                  </a:lnTo>
                  <a:lnTo>
                    <a:pt x="826" y="3273"/>
                  </a:lnTo>
                  <a:lnTo>
                    <a:pt x="836" y="3269"/>
                  </a:lnTo>
                  <a:lnTo>
                    <a:pt x="844" y="3267"/>
                  </a:lnTo>
                  <a:lnTo>
                    <a:pt x="848" y="3266"/>
                  </a:lnTo>
                  <a:lnTo>
                    <a:pt x="849" y="3268"/>
                  </a:lnTo>
                  <a:lnTo>
                    <a:pt x="849" y="3271"/>
                  </a:lnTo>
                  <a:lnTo>
                    <a:pt x="850" y="3276"/>
                  </a:lnTo>
                  <a:lnTo>
                    <a:pt x="853" y="3282"/>
                  </a:lnTo>
                  <a:lnTo>
                    <a:pt x="859" y="3288"/>
                  </a:lnTo>
                  <a:lnTo>
                    <a:pt x="869" y="3295"/>
                  </a:lnTo>
                  <a:lnTo>
                    <a:pt x="869" y="3296"/>
                  </a:lnTo>
                  <a:lnTo>
                    <a:pt x="869" y="3296"/>
                  </a:lnTo>
                  <a:lnTo>
                    <a:pt x="869" y="3296"/>
                  </a:lnTo>
                  <a:lnTo>
                    <a:pt x="869" y="3296"/>
                  </a:lnTo>
                  <a:close/>
                </a:path>
              </a:pathLst>
            </a:custGeom>
            <a:solidFill>
              <a:srgbClr val="ffff0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92" name=""/>
            <p:cNvSpPr/>
            <p:nvPr/>
          </p:nvSpPr>
          <p:spPr>
            <a:xfrm>
              <a:off x="637560" y="2585880"/>
              <a:ext cx="391320" cy="609480"/>
            </a:xfrm>
            <a:custGeom>
              <a:avLst/>
              <a:gdLst/>
              <a:ahLst/>
              <a:rect l="l" t="t" r="r" b="b"/>
              <a:pathLst>
                <a:path w="2180" h="3763">
                  <a:moveTo>
                    <a:pt x="869" y="3296"/>
                  </a:moveTo>
                  <a:lnTo>
                    <a:pt x="869" y="3296"/>
                  </a:lnTo>
                  <a:lnTo>
                    <a:pt x="867" y="3300"/>
                  </a:lnTo>
                  <a:lnTo>
                    <a:pt x="865" y="3305"/>
                  </a:lnTo>
                  <a:lnTo>
                    <a:pt x="864" y="3309"/>
                  </a:lnTo>
                  <a:lnTo>
                    <a:pt x="862" y="3314"/>
                  </a:lnTo>
                  <a:lnTo>
                    <a:pt x="861" y="3318"/>
                  </a:lnTo>
                  <a:lnTo>
                    <a:pt x="859" y="3323"/>
                  </a:lnTo>
                  <a:lnTo>
                    <a:pt x="858" y="3328"/>
                  </a:lnTo>
                  <a:lnTo>
                    <a:pt x="857" y="3333"/>
                  </a:lnTo>
                  <a:lnTo>
                    <a:pt x="857" y="3333"/>
                  </a:lnTo>
                  <a:lnTo>
                    <a:pt x="855" y="3348"/>
                  </a:lnTo>
                  <a:lnTo>
                    <a:pt x="858" y="3362"/>
                  </a:lnTo>
                  <a:lnTo>
                    <a:pt x="865" y="3374"/>
                  </a:lnTo>
                  <a:lnTo>
                    <a:pt x="875" y="3385"/>
                  </a:lnTo>
                  <a:lnTo>
                    <a:pt x="888" y="3395"/>
                  </a:lnTo>
                  <a:lnTo>
                    <a:pt x="901" y="3404"/>
                  </a:lnTo>
                  <a:lnTo>
                    <a:pt x="914" y="3413"/>
                  </a:lnTo>
                  <a:lnTo>
                    <a:pt x="926" y="3422"/>
                  </a:lnTo>
                  <a:lnTo>
                    <a:pt x="926" y="3422"/>
                  </a:lnTo>
                  <a:lnTo>
                    <a:pt x="935" y="3432"/>
                  </a:lnTo>
                  <a:lnTo>
                    <a:pt x="940" y="3441"/>
                  </a:lnTo>
                  <a:lnTo>
                    <a:pt x="941" y="3450"/>
                  </a:lnTo>
                  <a:lnTo>
                    <a:pt x="939" y="3458"/>
                  </a:lnTo>
                  <a:lnTo>
                    <a:pt x="935" y="3467"/>
                  </a:lnTo>
                  <a:lnTo>
                    <a:pt x="930" y="3474"/>
                  </a:lnTo>
                  <a:lnTo>
                    <a:pt x="926" y="3483"/>
                  </a:lnTo>
                  <a:lnTo>
                    <a:pt x="922" y="3490"/>
                  </a:lnTo>
                  <a:lnTo>
                    <a:pt x="922" y="3490"/>
                  </a:lnTo>
                  <a:lnTo>
                    <a:pt x="920" y="3499"/>
                  </a:lnTo>
                  <a:lnTo>
                    <a:pt x="918" y="3509"/>
                  </a:lnTo>
                  <a:lnTo>
                    <a:pt x="917" y="3522"/>
                  </a:lnTo>
                  <a:lnTo>
                    <a:pt x="917" y="3536"/>
                  </a:lnTo>
                  <a:lnTo>
                    <a:pt x="917" y="3549"/>
                  </a:lnTo>
                  <a:lnTo>
                    <a:pt x="918" y="3562"/>
                  </a:lnTo>
                  <a:lnTo>
                    <a:pt x="918" y="3574"/>
                  </a:lnTo>
                  <a:lnTo>
                    <a:pt x="918" y="3586"/>
                  </a:lnTo>
                  <a:lnTo>
                    <a:pt x="918" y="3586"/>
                  </a:lnTo>
                  <a:lnTo>
                    <a:pt x="917" y="3598"/>
                  </a:lnTo>
                  <a:lnTo>
                    <a:pt x="915" y="3611"/>
                  </a:lnTo>
                  <a:lnTo>
                    <a:pt x="912" y="3627"/>
                  </a:lnTo>
                  <a:lnTo>
                    <a:pt x="905" y="3640"/>
                  </a:lnTo>
                  <a:lnTo>
                    <a:pt x="896" y="3653"/>
                  </a:lnTo>
                  <a:lnTo>
                    <a:pt x="882" y="3663"/>
                  </a:lnTo>
                  <a:lnTo>
                    <a:pt x="866" y="3670"/>
                  </a:lnTo>
                  <a:lnTo>
                    <a:pt x="845" y="3673"/>
                  </a:lnTo>
                  <a:lnTo>
                    <a:pt x="845" y="3673"/>
                  </a:lnTo>
                  <a:lnTo>
                    <a:pt x="824" y="3674"/>
                  </a:lnTo>
                  <a:lnTo>
                    <a:pt x="808" y="3678"/>
                  </a:lnTo>
                  <a:lnTo>
                    <a:pt x="795" y="3682"/>
                  </a:lnTo>
                  <a:lnTo>
                    <a:pt x="785" y="3687"/>
                  </a:lnTo>
                  <a:lnTo>
                    <a:pt x="777" y="3692"/>
                  </a:lnTo>
                  <a:lnTo>
                    <a:pt x="770" y="3698"/>
                  </a:lnTo>
                  <a:lnTo>
                    <a:pt x="765" y="3704"/>
                  </a:lnTo>
                  <a:lnTo>
                    <a:pt x="759" y="3710"/>
                  </a:lnTo>
                  <a:lnTo>
                    <a:pt x="759" y="3710"/>
                  </a:lnTo>
                  <a:lnTo>
                    <a:pt x="753" y="3716"/>
                  </a:lnTo>
                  <a:lnTo>
                    <a:pt x="747" y="3723"/>
                  </a:lnTo>
                  <a:lnTo>
                    <a:pt x="742" y="3733"/>
                  </a:lnTo>
                  <a:lnTo>
                    <a:pt x="736" y="3742"/>
                  </a:lnTo>
                  <a:lnTo>
                    <a:pt x="731" y="3751"/>
                  </a:lnTo>
                  <a:lnTo>
                    <a:pt x="724" y="3757"/>
                  </a:lnTo>
                  <a:lnTo>
                    <a:pt x="717" y="3762"/>
                  </a:lnTo>
                  <a:lnTo>
                    <a:pt x="708" y="3763"/>
                  </a:lnTo>
                  <a:lnTo>
                    <a:pt x="708" y="3763"/>
                  </a:lnTo>
                  <a:lnTo>
                    <a:pt x="699" y="3761"/>
                  </a:lnTo>
                  <a:lnTo>
                    <a:pt x="692" y="3757"/>
                  </a:lnTo>
                  <a:lnTo>
                    <a:pt x="684" y="3753"/>
                  </a:lnTo>
                  <a:lnTo>
                    <a:pt x="678" y="3747"/>
                  </a:lnTo>
                  <a:lnTo>
                    <a:pt x="673" y="3742"/>
                  </a:lnTo>
                  <a:lnTo>
                    <a:pt x="670" y="3737"/>
                  </a:lnTo>
                  <a:lnTo>
                    <a:pt x="668" y="3734"/>
                  </a:lnTo>
                  <a:lnTo>
                    <a:pt x="667" y="3733"/>
                  </a:lnTo>
                  <a:lnTo>
                    <a:pt x="667" y="3733"/>
                  </a:lnTo>
                  <a:lnTo>
                    <a:pt x="667" y="3731"/>
                  </a:lnTo>
                  <a:lnTo>
                    <a:pt x="666" y="3725"/>
                  </a:lnTo>
                  <a:lnTo>
                    <a:pt x="664" y="3717"/>
                  </a:lnTo>
                  <a:lnTo>
                    <a:pt x="661" y="3708"/>
                  </a:lnTo>
                  <a:lnTo>
                    <a:pt x="656" y="3699"/>
                  </a:lnTo>
                  <a:lnTo>
                    <a:pt x="650" y="3691"/>
                  </a:lnTo>
                  <a:lnTo>
                    <a:pt x="643" y="3684"/>
                  </a:lnTo>
                  <a:lnTo>
                    <a:pt x="632" y="3680"/>
                  </a:lnTo>
                  <a:lnTo>
                    <a:pt x="632" y="3680"/>
                  </a:lnTo>
                  <a:lnTo>
                    <a:pt x="623" y="3673"/>
                  </a:lnTo>
                  <a:lnTo>
                    <a:pt x="615" y="3659"/>
                  </a:lnTo>
                  <a:lnTo>
                    <a:pt x="609" y="3641"/>
                  </a:lnTo>
                  <a:lnTo>
                    <a:pt x="606" y="3618"/>
                  </a:lnTo>
                  <a:lnTo>
                    <a:pt x="604" y="3595"/>
                  </a:lnTo>
                  <a:lnTo>
                    <a:pt x="606" y="3571"/>
                  </a:lnTo>
                  <a:lnTo>
                    <a:pt x="610" y="3550"/>
                  </a:lnTo>
                  <a:lnTo>
                    <a:pt x="618" y="3533"/>
                  </a:lnTo>
                  <a:lnTo>
                    <a:pt x="618" y="3533"/>
                  </a:lnTo>
                  <a:lnTo>
                    <a:pt x="627" y="3520"/>
                  </a:lnTo>
                  <a:lnTo>
                    <a:pt x="633" y="3510"/>
                  </a:lnTo>
                  <a:lnTo>
                    <a:pt x="637" y="3503"/>
                  </a:lnTo>
                  <a:lnTo>
                    <a:pt x="637" y="3497"/>
                  </a:lnTo>
                  <a:lnTo>
                    <a:pt x="633" y="3491"/>
                  </a:lnTo>
                  <a:lnTo>
                    <a:pt x="626" y="3484"/>
                  </a:lnTo>
                  <a:lnTo>
                    <a:pt x="615" y="3476"/>
                  </a:lnTo>
                  <a:lnTo>
                    <a:pt x="600" y="3463"/>
                  </a:lnTo>
                  <a:lnTo>
                    <a:pt x="600" y="3463"/>
                  </a:lnTo>
                  <a:lnTo>
                    <a:pt x="583" y="3453"/>
                  </a:lnTo>
                  <a:lnTo>
                    <a:pt x="571" y="3449"/>
                  </a:lnTo>
                  <a:lnTo>
                    <a:pt x="563" y="3450"/>
                  </a:lnTo>
                  <a:lnTo>
                    <a:pt x="557" y="3453"/>
                  </a:lnTo>
                  <a:lnTo>
                    <a:pt x="554" y="3459"/>
                  </a:lnTo>
                  <a:lnTo>
                    <a:pt x="552" y="3465"/>
                  </a:lnTo>
                  <a:lnTo>
                    <a:pt x="551" y="3469"/>
                  </a:lnTo>
                  <a:lnTo>
                    <a:pt x="551" y="3471"/>
                  </a:lnTo>
                  <a:lnTo>
                    <a:pt x="551" y="3471"/>
                  </a:lnTo>
                  <a:lnTo>
                    <a:pt x="549" y="3474"/>
                  </a:lnTo>
                  <a:lnTo>
                    <a:pt x="544" y="3483"/>
                  </a:lnTo>
                  <a:lnTo>
                    <a:pt x="536" y="3495"/>
                  </a:lnTo>
                  <a:lnTo>
                    <a:pt x="527" y="3510"/>
                  </a:lnTo>
                  <a:lnTo>
                    <a:pt x="517" y="3528"/>
                  </a:lnTo>
                  <a:lnTo>
                    <a:pt x="507" y="3546"/>
                  </a:lnTo>
                  <a:lnTo>
                    <a:pt x="497" y="3565"/>
                  </a:lnTo>
                  <a:lnTo>
                    <a:pt x="487" y="3584"/>
                  </a:lnTo>
                  <a:lnTo>
                    <a:pt x="487" y="3584"/>
                  </a:lnTo>
                  <a:lnTo>
                    <a:pt x="477" y="3599"/>
                  </a:lnTo>
                  <a:lnTo>
                    <a:pt x="466" y="3609"/>
                  </a:lnTo>
                  <a:lnTo>
                    <a:pt x="453" y="3616"/>
                  </a:lnTo>
                  <a:lnTo>
                    <a:pt x="439" y="3620"/>
                  </a:lnTo>
                  <a:lnTo>
                    <a:pt x="423" y="3623"/>
                  </a:lnTo>
                  <a:lnTo>
                    <a:pt x="410" y="3624"/>
                  </a:lnTo>
                  <a:lnTo>
                    <a:pt x="397" y="3627"/>
                  </a:lnTo>
                  <a:lnTo>
                    <a:pt x="385" y="3629"/>
                  </a:lnTo>
                  <a:lnTo>
                    <a:pt x="385" y="3629"/>
                  </a:lnTo>
                  <a:lnTo>
                    <a:pt x="376" y="3630"/>
                  </a:lnTo>
                  <a:lnTo>
                    <a:pt x="367" y="3625"/>
                  </a:lnTo>
                  <a:lnTo>
                    <a:pt x="359" y="3618"/>
                  </a:lnTo>
                  <a:lnTo>
                    <a:pt x="351" y="3608"/>
                  </a:lnTo>
                  <a:lnTo>
                    <a:pt x="343" y="3597"/>
                  </a:lnTo>
                  <a:lnTo>
                    <a:pt x="335" y="3584"/>
                  </a:lnTo>
                  <a:lnTo>
                    <a:pt x="328" y="3569"/>
                  </a:lnTo>
                  <a:lnTo>
                    <a:pt x="322" y="3555"/>
                  </a:lnTo>
                  <a:lnTo>
                    <a:pt x="322" y="3555"/>
                  </a:lnTo>
                  <a:lnTo>
                    <a:pt x="318" y="3544"/>
                  </a:lnTo>
                  <a:lnTo>
                    <a:pt x="316" y="3531"/>
                  </a:lnTo>
                  <a:lnTo>
                    <a:pt x="314" y="3514"/>
                  </a:lnTo>
                  <a:lnTo>
                    <a:pt x="314" y="3497"/>
                  </a:lnTo>
                  <a:lnTo>
                    <a:pt x="313" y="3479"/>
                  </a:lnTo>
                  <a:lnTo>
                    <a:pt x="314" y="3461"/>
                  </a:lnTo>
                  <a:lnTo>
                    <a:pt x="314" y="3444"/>
                  </a:lnTo>
                  <a:lnTo>
                    <a:pt x="315" y="3430"/>
                  </a:lnTo>
                  <a:lnTo>
                    <a:pt x="315" y="3430"/>
                  </a:lnTo>
                  <a:lnTo>
                    <a:pt x="317" y="3430"/>
                  </a:lnTo>
                  <a:lnTo>
                    <a:pt x="319" y="3429"/>
                  </a:lnTo>
                  <a:lnTo>
                    <a:pt x="320" y="3429"/>
                  </a:lnTo>
                  <a:lnTo>
                    <a:pt x="320" y="3429"/>
                  </a:lnTo>
                  <a:lnTo>
                    <a:pt x="320" y="3429"/>
                  </a:lnTo>
                  <a:lnTo>
                    <a:pt x="324" y="3428"/>
                  </a:lnTo>
                  <a:lnTo>
                    <a:pt x="333" y="3426"/>
                  </a:lnTo>
                  <a:lnTo>
                    <a:pt x="346" y="3420"/>
                  </a:lnTo>
                  <a:lnTo>
                    <a:pt x="357" y="3414"/>
                  </a:lnTo>
                  <a:lnTo>
                    <a:pt x="364" y="3407"/>
                  </a:lnTo>
                  <a:lnTo>
                    <a:pt x="366" y="3398"/>
                  </a:lnTo>
                  <a:lnTo>
                    <a:pt x="358" y="3387"/>
                  </a:lnTo>
                  <a:lnTo>
                    <a:pt x="336" y="3373"/>
                  </a:lnTo>
                  <a:lnTo>
                    <a:pt x="336" y="3373"/>
                  </a:lnTo>
                  <a:lnTo>
                    <a:pt x="313" y="3360"/>
                  </a:lnTo>
                  <a:lnTo>
                    <a:pt x="299" y="3349"/>
                  </a:lnTo>
                  <a:lnTo>
                    <a:pt x="292" y="3340"/>
                  </a:lnTo>
                  <a:lnTo>
                    <a:pt x="291" y="3332"/>
                  </a:lnTo>
                  <a:lnTo>
                    <a:pt x="293" y="3326"/>
                  </a:lnTo>
                  <a:lnTo>
                    <a:pt x="299" y="3321"/>
                  </a:lnTo>
                  <a:lnTo>
                    <a:pt x="305" y="3318"/>
                  </a:lnTo>
                  <a:lnTo>
                    <a:pt x="310" y="3316"/>
                  </a:lnTo>
                  <a:lnTo>
                    <a:pt x="310" y="3316"/>
                  </a:lnTo>
                  <a:lnTo>
                    <a:pt x="316" y="3316"/>
                  </a:lnTo>
                  <a:lnTo>
                    <a:pt x="323" y="3318"/>
                  </a:lnTo>
                  <a:lnTo>
                    <a:pt x="330" y="3320"/>
                  </a:lnTo>
                  <a:lnTo>
                    <a:pt x="337" y="3323"/>
                  </a:lnTo>
                  <a:lnTo>
                    <a:pt x="345" y="3327"/>
                  </a:lnTo>
                  <a:lnTo>
                    <a:pt x="350" y="3330"/>
                  </a:lnTo>
                  <a:lnTo>
                    <a:pt x="354" y="3332"/>
                  </a:lnTo>
                  <a:lnTo>
                    <a:pt x="355" y="3333"/>
                  </a:lnTo>
                  <a:lnTo>
                    <a:pt x="355" y="3333"/>
                  </a:lnTo>
                  <a:lnTo>
                    <a:pt x="356" y="3332"/>
                  </a:lnTo>
                  <a:lnTo>
                    <a:pt x="357" y="3328"/>
                  </a:lnTo>
                  <a:lnTo>
                    <a:pt x="360" y="3320"/>
                  </a:lnTo>
                  <a:lnTo>
                    <a:pt x="364" y="3312"/>
                  </a:lnTo>
                  <a:lnTo>
                    <a:pt x="368" y="3303"/>
                  </a:lnTo>
                  <a:lnTo>
                    <a:pt x="374" y="3293"/>
                  </a:lnTo>
                  <a:lnTo>
                    <a:pt x="379" y="3283"/>
                  </a:lnTo>
                  <a:lnTo>
                    <a:pt x="385" y="3271"/>
                  </a:lnTo>
                  <a:lnTo>
                    <a:pt x="385" y="3271"/>
                  </a:lnTo>
                  <a:lnTo>
                    <a:pt x="390" y="3261"/>
                  </a:lnTo>
                  <a:lnTo>
                    <a:pt x="389" y="3252"/>
                  </a:lnTo>
                  <a:lnTo>
                    <a:pt x="384" y="3244"/>
                  </a:lnTo>
                  <a:lnTo>
                    <a:pt x="379" y="3236"/>
                  </a:lnTo>
                  <a:lnTo>
                    <a:pt x="371" y="3230"/>
                  </a:lnTo>
                  <a:lnTo>
                    <a:pt x="364" y="3225"/>
                  </a:lnTo>
                  <a:lnTo>
                    <a:pt x="357" y="3221"/>
                  </a:lnTo>
                  <a:lnTo>
                    <a:pt x="351" y="3220"/>
                  </a:lnTo>
                  <a:lnTo>
                    <a:pt x="351" y="3220"/>
                  </a:lnTo>
                  <a:lnTo>
                    <a:pt x="345" y="3221"/>
                  </a:lnTo>
                  <a:lnTo>
                    <a:pt x="338" y="3225"/>
                  </a:lnTo>
                  <a:lnTo>
                    <a:pt x="331" y="3229"/>
                  </a:lnTo>
                  <a:lnTo>
                    <a:pt x="324" y="3234"/>
                  </a:lnTo>
                  <a:lnTo>
                    <a:pt x="318" y="3239"/>
                  </a:lnTo>
                  <a:lnTo>
                    <a:pt x="313" y="3243"/>
                  </a:lnTo>
                  <a:lnTo>
                    <a:pt x="309" y="3246"/>
                  </a:lnTo>
                  <a:lnTo>
                    <a:pt x="308" y="3247"/>
                  </a:lnTo>
                  <a:lnTo>
                    <a:pt x="308" y="3247"/>
                  </a:lnTo>
                  <a:lnTo>
                    <a:pt x="309" y="3245"/>
                  </a:lnTo>
                  <a:lnTo>
                    <a:pt x="311" y="3241"/>
                  </a:lnTo>
                  <a:lnTo>
                    <a:pt x="314" y="3234"/>
                  </a:lnTo>
                  <a:lnTo>
                    <a:pt x="317" y="3226"/>
                  </a:lnTo>
                  <a:lnTo>
                    <a:pt x="320" y="3216"/>
                  </a:lnTo>
                  <a:lnTo>
                    <a:pt x="321" y="3206"/>
                  </a:lnTo>
                  <a:lnTo>
                    <a:pt x="320" y="3197"/>
                  </a:lnTo>
                  <a:lnTo>
                    <a:pt x="316" y="3188"/>
                  </a:lnTo>
                  <a:lnTo>
                    <a:pt x="316" y="3188"/>
                  </a:lnTo>
                  <a:lnTo>
                    <a:pt x="311" y="3182"/>
                  </a:lnTo>
                  <a:lnTo>
                    <a:pt x="304" y="3181"/>
                  </a:lnTo>
                  <a:lnTo>
                    <a:pt x="296" y="3182"/>
                  </a:lnTo>
                  <a:lnTo>
                    <a:pt x="286" y="3185"/>
                  </a:lnTo>
                  <a:lnTo>
                    <a:pt x="277" y="3189"/>
                  </a:lnTo>
                  <a:lnTo>
                    <a:pt x="269" y="3192"/>
                  </a:lnTo>
                  <a:lnTo>
                    <a:pt x="260" y="3194"/>
                  </a:lnTo>
                  <a:lnTo>
                    <a:pt x="253" y="3192"/>
                  </a:lnTo>
                  <a:lnTo>
                    <a:pt x="253" y="3192"/>
                  </a:lnTo>
                  <a:lnTo>
                    <a:pt x="247" y="3189"/>
                  </a:lnTo>
                  <a:lnTo>
                    <a:pt x="245" y="3186"/>
                  </a:lnTo>
                  <a:lnTo>
                    <a:pt x="244" y="3183"/>
                  </a:lnTo>
                  <a:lnTo>
                    <a:pt x="245" y="3179"/>
                  </a:lnTo>
                  <a:lnTo>
                    <a:pt x="246" y="3173"/>
                  </a:lnTo>
                  <a:lnTo>
                    <a:pt x="247" y="3166"/>
                  </a:lnTo>
                  <a:lnTo>
                    <a:pt x="246" y="3157"/>
                  </a:lnTo>
                  <a:lnTo>
                    <a:pt x="243" y="3145"/>
                  </a:lnTo>
                  <a:lnTo>
                    <a:pt x="243" y="3145"/>
                  </a:lnTo>
                  <a:lnTo>
                    <a:pt x="238" y="3136"/>
                  </a:lnTo>
                  <a:lnTo>
                    <a:pt x="232" y="3132"/>
                  </a:lnTo>
                  <a:lnTo>
                    <a:pt x="227" y="3133"/>
                  </a:lnTo>
                  <a:lnTo>
                    <a:pt x="221" y="3136"/>
                  </a:lnTo>
                  <a:lnTo>
                    <a:pt x="216" y="3142"/>
                  </a:lnTo>
                  <a:lnTo>
                    <a:pt x="212" y="3147"/>
                  </a:lnTo>
                  <a:lnTo>
                    <a:pt x="209" y="3151"/>
                  </a:lnTo>
                  <a:lnTo>
                    <a:pt x="208" y="3153"/>
                  </a:lnTo>
                  <a:lnTo>
                    <a:pt x="208" y="3153"/>
                  </a:lnTo>
                  <a:lnTo>
                    <a:pt x="205" y="3151"/>
                  </a:lnTo>
                  <a:lnTo>
                    <a:pt x="197" y="3144"/>
                  </a:lnTo>
                  <a:lnTo>
                    <a:pt x="185" y="3135"/>
                  </a:lnTo>
                  <a:lnTo>
                    <a:pt x="172" y="3124"/>
                  </a:lnTo>
                  <a:lnTo>
                    <a:pt x="157" y="3112"/>
                  </a:lnTo>
                  <a:lnTo>
                    <a:pt x="144" y="3103"/>
                  </a:lnTo>
                  <a:lnTo>
                    <a:pt x="131" y="3096"/>
                  </a:lnTo>
                  <a:lnTo>
                    <a:pt x="122" y="3094"/>
                  </a:lnTo>
                  <a:lnTo>
                    <a:pt x="122" y="3094"/>
                  </a:lnTo>
                  <a:lnTo>
                    <a:pt x="115" y="3094"/>
                  </a:lnTo>
                  <a:lnTo>
                    <a:pt x="106" y="3093"/>
                  </a:lnTo>
                  <a:lnTo>
                    <a:pt x="96" y="3091"/>
                  </a:lnTo>
                  <a:lnTo>
                    <a:pt x="86" y="3088"/>
                  </a:lnTo>
                  <a:lnTo>
                    <a:pt x="78" y="3085"/>
                  </a:lnTo>
                  <a:lnTo>
                    <a:pt x="72" y="3081"/>
                  </a:lnTo>
                  <a:lnTo>
                    <a:pt x="68" y="3077"/>
                  </a:lnTo>
                  <a:lnTo>
                    <a:pt x="69" y="3071"/>
                  </a:lnTo>
                  <a:lnTo>
                    <a:pt x="69" y="3071"/>
                  </a:lnTo>
                  <a:lnTo>
                    <a:pt x="73" y="3065"/>
                  </a:lnTo>
                  <a:lnTo>
                    <a:pt x="80" y="3057"/>
                  </a:lnTo>
                  <a:lnTo>
                    <a:pt x="88" y="3048"/>
                  </a:lnTo>
                  <a:lnTo>
                    <a:pt x="97" y="3039"/>
                  </a:lnTo>
                  <a:lnTo>
                    <a:pt x="105" y="3030"/>
                  </a:lnTo>
                  <a:lnTo>
                    <a:pt x="111" y="3021"/>
                  </a:lnTo>
                  <a:lnTo>
                    <a:pt x="114" y="3014"/>
                  </a:lnTo>
                  <a:lnTo>
                    <a:pt x="114" y="3008"/>
                  </a:lnTo>
                  <a:lnTo>
                    <a:pt x="114" y="3008"/>
                  </a:lnTo>
                  <a:lnTo>
                    <a:pt x="107" y="2998"/>
                  </a:lnTo>
                  <a:lnTo>
                    <a:pt x="99" y="2990"/>
                  </a:lnTo>
                  <a:lnTo>
                    <a:pt x="91" y="2984"/>
                  </a:lnTo>
                  <a:lnTo>
                    <a:pt x="87" y="2982"/>
                  </a:lnTo>
                  <a:lnTo>
                    <a:pt x="87" y="2982"/>
                  </a:lnTo>
                  <a:lnTo>
                    <a:pt x="87" y="2980"/>
                  </a:lnTo>
                  <a:lnTo>
                    <a:pt x="88" y="2974"/>
                  </a:lnTo>
                  <a:lnTo>
                    <a:pt x="88" y="2964"/>
                  </a:lnTo>
                  <a:lnTo>
                    <a:pt x="90" y="2953"/>
                  </a:lnTo>
                  <a:lnTo>
                    <a:pt x="90" y="2941"/>
                  </a:lnTo>
                  <a:lnTo>
                    <a:pt x="91" y="2930"/>
                  </a:lnTo>
                  <a:lnTo>
                    <a:pt x="90" y="2917"/>
                  </a:lnTo>
                  <a:lnTo>
                    <a:pt x="90" y="2908"/>
                  </a:lnTo>
                  <a:lnTo>
                    <a:pt x="90" y="2908"/>
                  </a:lnTo>
                  <a:lnTo>
                    <a:pt x="86" y="2901"/>
                  </a:lnTo>
                  <a:lnTo>
                    <a:pt x="79" y="2897"/>
                  </a:lnTo>
                  <a:lnTo>
                    <a:pt x="71" y="2896"/>
                  </a:lnTo>
                  <a:lnTo>
                    <a:pt x="62" y="2896"/>
                  </a:lnTo>
                  <a:lnTo>
                    <a:pt x="52" y="2897"/>
                  </a:lnTo>
                  <a:lnTo>
                    <a:pt x="45" y="2898"/>
                  </a:lnTo>
                  <a:lnTo>
                    <a:pt x="38" y="2899"/>
                  </a:lnTo>
                  <a:lnTo>
                    <a:pt x="36" y="2900"/>
                  </a:lnTo>
                  <a:lnTo>
                    <a:pt x="51" y="2853"/>
                  </a:lnTo>
                  <a:lnTo>
                    <a:pt x="65" y="2804"/>
                  </a:lnTo>
                  <a:lnTo>
                    <a:pt x="65" y="2804"/>
                  </a:lnTo>
                  <a:lnTo>
                    <a:pt x="65" y="2801"/>
                  </a:lnTo>
                  <a:lnTo>
                    <a:pt x="65" y="2791"/>
                  </a:lnTo>
                  <a:lnTo>
                    <a:pt x="65" y="2778"/>
                  </a:lnTo>
                  <a:lnTo>
                    <a:pt x="63" y="2761"/>
                  </a:lnTo>
                  <a:lnTo>
                    <a:pt x="58" y="2745"/>
                  </a:lnTo>
                  <a:lnTo>
                    <a:pt x="50" y="2730"/>
                  </a:lnTo>
                  <a:lnTo>
                    <a:pt x="37" y="2717"/>
                  </a:lnTo>
                  <a:lnTo>
                    <a:pt x="20" y="2710"/>
                  </a:lnTo>
                  <a:lnTo>
                    <a:pt x="20" y="2710"/>
                  </a:lnTo>
                  <a:lnTo>
                    <a:pt x="6" y="2705"/>
                  </a:lnTo>
                  <a:lnTo>
                    <a:pt x="0" y="2700"/>
                  </a:lnTo>
                  <a:lnTo>
                    <a:pt x="2" y="2696"/>
                  </a:lnTo>
                  <a:lnTo>
                    <a:pt x="9" y="2692"/>
                  </a:lnTo>
                  <a:lnTo>
                    <a:pt x="19" y="2689"/>
                  </a:lnTo>
                  <a:lnTo>
                    <a:pt x="32" y="2686"/>
                  </a:lnTo>
                  <a:lnTo>
                    <a:pt x="46" y="2685"/>
                  </a:lnTo>
                  <a:lnTo>
                    <a:pt x="57" y="2684"/>
                  </a:lnTo>
                  <a:lnTo>
                    <a:pt x="57" y="2684"/>
                  </a:lnTo>
                  <a:lnTo>
                    <a:pt x="67" y="2682"/>
                  </a:lnTo>
                  <a:lnTo>
                    <a:pt x="77" y="2677"/>
                  </a:lnTo>
                  <a:lnTo>
                    <a:pt x="87" y="2669"/>
                  </a:lnTo>
                  <a:lnTo>
                    <a:pt x="98" y="2661"/>
                  </a:lnTo>
                  <a:lnTo>
                    <a:pt x="107" y="2653"/>
                  </a:lnTo>
                  <a:lnTo>
                    <a:pt x="114" y="2646"/>
                  </a:lnTo>
                  <a:lnTo>
                    <a:pt x="118" y="2641"/>
                  </a:lnTo>
                  <a:lnTo>
                    <a:pt x="120" y="2639"/>
                  </a:lnTo>
                  <a:lnTo>
                    <a:pt x="163" y="2602"/>
                  </a:lnTo>
                  <a:lnTo>
                    <a:pt x="163" y="2602"/>
                  </a:lnTo>
                  <a:lnTo>
                    <a:pt x="162" y="2601"/>
                  </a:lnTo>
                  <a:lnTo>
                    <a:pt x="159" y="2599"/>
                  </a:lnTo>
                  <a:lnTo>
                    <a:pt x="154" y="2596"/>
                  </a:lnTo>
                  <a:lnTo>
                    <a:pt x="148" y="2592"/>
                  </a:lnTo>
                  <a:lnTo>
                    <a:pt x="142" y="2587"/>
                  </a:lnTo>
                  <a:lnTo>
                    <a:pt x="135" y="2582"/>
                  </a:lnTo>
                  <a:lnTo>
                    <a:pt x="130" y="2576"/>
                  </a:lnTo>
                  <a:lnTo>
                    <a:pt x="126" y="2569"/>
                  </a:lnTo>
                  <a:lnTo>
                    <a:pt x="126" y="2569"/>
                  </a:lnTo>
                  <a:lnTo>
                    <a:pt x="123" y="2562"/>
                  </a:lnTo>
                  <a:lnTo>
                    <a:pt x="122" y="2554"/>
                  </a:lnTo>
                  <a:lnTo>
                    <a:pt x="122" y="2544"/>
                  </a:lnTo>
                  <a:lnTo>
                    <a:pt x="123" y="2534"/>
                  </a:lnTo>
                  <a:lnTo>
                    <a:pt x="125" y="2524"/>
                  </a:lnTo>
                  <a:lnTo>
                    <a:pt x="129" y="2513"/>
                  </a:lnTo>
                  <a:lnTo>
                    <a:pt x="135" y="2503"/>
                  </a:lnTo>
                  <a:lnTo>
                    <a:pt x="143" y="2494"/>
                  </a:lnTo>
                  <a:lnTo>
                    <a:pt x="143" y="2494"/>
                  </a:lnTo>
                  <a:lnTo>
                    <a:pt x="151" y="2486"/>
                  </a:lnTo>
                  <a:lnTo>
                    <a:pt x="159" y="2480"/>
                  </a:lnTo>
                  <a:lnTo>
                    <a:pt x="166" y="2475"/>
                  </a:lnTo>
                  <a:lnTo>
                    <a:pt x="174" y="2471"/>
                  </a:lnTo>
                  <a:lnTo>
                    <a:pt x="181" y="2469"/>
                  </a:lnTo>
                  <a:lnTo>
                    <a:pt x="190" y="2471"/>
                  </a:lnTo>
                  <a:lnTo>
                    <a:pt x="199" y="2475"/>
                  </a:lnTo>
                  <a:lnTo>
                    <a:pt x="208" y="2482"/>
                  </a:lnTo>
                  <a:lnTo>
                    <a:pt x="208" y="2482"/>
                  </a:lnTo>
                  <a:lnTo>
                    <a:pt x="219" y="2489"/>
                  </a:lnTo>
                  <a:lnTo>
                    <a:pt x="232" y="2495"/>
                  </a:lnTo>
                  <a:lnTo>
                    <a:pt x="248" y="2499"/>
                  </a:lnTo>
                  <a:lnTo>
                    <a:pt x="263" y="2501"/>
                  </a:lnTo>
                  <a:lnTo>
                    <a:pt x="277" y="2503"/>
                  </a:lnTo>
                  <a:lnTo>
                    <a:pt x="288" y="2504"/>
                  </a:lnTo>
                  <a:lnTo>
                    <a:pt x="297" y="2504"/>
                  </a:lnTo>
                  <a:lnTo>
                    <a:pt x="300" y="2504"/>
                  </a:lnTo>
                  <a:lnTo>
                    <a:pt x="300" y="2504"/>
                  </a:lnTo>
                  <a:lnTo>
                    <a:pt x="303" y="2504"/>
                  </a:lnTo>
                  <a:lnTo>
                    <a:pt x="311" y="2503"/>
                  </a:lnTo>
                  <a:lnTo>
                    <a:pt x="323" y="2502"/>
                  </a:lnTo>
                  <a:lnTo>
                    <a:pt x="340" y="2500"/>
                  </a:lnTo>
                  <a:lnTo>
                    <a:pt x="356" y="2498"/>
                  </a:lnTo>
                  <a:lnTo>
                    <a:pt x="374" y="2494"/>
                  </a:lnTo>
                  <a:lnTo>
                    <a:pt x="391" y="2489"/>
                  </a:lnTo>
                  <a:lnTo>
                    <a:pt x="406" y="2482"/>
                  </a:lnTo>
                  <a:lnTo>
                    <a:pt x="406" y="2482"/>
                  </a:lnTo>
                  <a:lnTo>
                    <a:pt x="417" y="2473"/>
                  </a:lnTo>
                  <a:lnTo>
                    <a:pt x="422" y="2461"/>
                  </a:lnTo>
                  <a:lnTo>
                    <a:pt x="424" y="2449"/>
                  </a:lnTo>
                  <a:lnTo>
                    <a:pt x="422" y="2434"/>
                  </a:lnTo>
                  <a:lnTo>
                    <a:pt x="418" y="2418"/>
                  </a:lnTo>
                  <a:lnTo>
                    <a:pt x="412" y="2403"/>
                  </a:lnTo>
                  <a:lnTo>
                    <a:pt x="406" y="2387"/>
                  </a:lnTo>
                  <a:lnTo>
                    <a:pt x="400" y="2372"/>
                  </a:lnTo>
                  <a:lnTo>
                    <a:pt x="400" y="2372"/>
                  </a:lnTo>
                  <a:lnTo>
                    <a:pt x="398" y="2357"/>
                  </a:lnTo>
                  <a:lnTo>
                    <a:pt x="400" y="2345"/>
                  </a:lnTo>
                  <a:lnTo>
                    <a:pt x="407" y="2335"/>
                  </a:lnTo>
                  <a:lnTo>
                    <a:pt x="415" y="2326"/>
                  </a:lnTo>
                  <a:lnTo>
                    <a:pt x="424" y="2318"/>
                  </a:lnTo>
                  <a:lnTo>
                    <a:pt x="432" y="2312"/>
                  </a:lnTo>
                  <a:lnTo>
                    <a:pt x="439" y="2309"/>
                  </a:lnTo>
                  <a:lnTo>
                    <a:pt x="441" y="2308"/>
                  </a:lnTo>
                  <a:lnTo>
                    <a:pt x="441" y="2308"/>
                  </a:lnTo>
                  <a:lnTo>
                    <a:pt x="443" y="2307"/>
                  </a:lnTo>
                  <a:lnTo>
                    <a:pt x="447" y="2303"/>
                  </a:lnTo>
                  <a:lnTo>
                    <a:pt x="453" y="2297"/>
                  </a:lnTo>
                  <a:lnTo>
                    <a:pt x="460" y="2289"/>
                  </a:lnTo>
                  <a:lnTo>
                    <a:pt x="467" y="2280"/>
                  </a:lnTo>
                  <a:lnTo>
                    <a:pt x="472" y="2271"/>
                  </a:lnTo>
                  <a:lnTo>
                    <a:pt x="475" y="2260"/>
                  </a:lnTo>
                  <a:lnTo>
                    <a:pt x="475" y="2251"/>
                  </a:lnTo>
                  <a:lnTo>
                    <a:pt x="475" y="2251"/>
                  </a:lnTo>
                  <a:lnTo>
                    <a:pt x="475" y="2241"/>
                  </a:lnTo>
                  <a:lnTo>
                    <a:pt x="480" y="2230"/>
                  </a:lnTo>
                  <a:lnTo>
                    <a:pt x="487" y="2216"/>
                  </a:lnTo>
                  <a:lnTo>
                    <a:pt x="497" y="2203"/>
                  </a:lnTo>
                  <a:lnTo>
                    <a:pt x="505" y="2189"/>
                  </a:lnTo>
                  <a:lnTo>
                    <a:pt x="512" y="2175"/>
                  </a:lnTo>
                  <a:lnTo>
                    <a:pt x="516" y="2160"/>
                  </a:lnTo>
                  <a:lnTo>
                    <a:pt x="516" y="2147"/>
                  </a:lnTo>
                  <a:lnTo>
                    <a:pt x="516" y="2147"/>
                  </a:lnTo>
                  <a:lnTo>
                    <a:pt x="512" y="2136"/>
                  </a:lnTo>
                  <a:lnTo>
                    <a:pt x="508" y="2125"/>
                  </a:lnTo>
                  <a:lnTo>
                    <a:pt x="502" y="2115"/>
                  </a:lnTo>
                  <a:lnTo>
                    <a:pt x="497" y="2108"/>
                  </a:lnTo>
                  <a:lnTo>
                    <a:pt x="492" y="2102"/>
                  </a:lnTo>
                  <a:lnTo>
                    <a:pt x="487" y="2098"/>
                  </a:lnTo>
                  <a:lnTo>
                    <a:pt x="484" y="2095"/>
                  </a:lnTo>
                  <a:lnTo>
                    <a:pt x="483" y="2094"/>
                  </a:lnTo>
                  <a:lnTo>
                    <a:pt x="483" y="2094"/>
                  </a:lnTo>
                  <a:lnTo>
                    <a:pt x="483" y="2091"/>
                  </a:lnTo>
                  <a:lnTo>
                    <a:pt x="485" y="2082"/>
                  </a:lnTo>
                  <a:lnTo>
                    <a:pt x="486" y="2069"/>
                  </a:lnTo>
                  <a:lnTo>
                    <a:pt x="487" y="2052"/>
                  </a:lnTo>
                  <a:lnTo>
                    <a:pt x="486" y="2035"/>
                  </a:lnTo>
                  <a:lnTo>
                    <a:pt x="485" y="2016"/>
                  </a:lnTo>
                  <a:lnTo>
                    <a:pt x="481" y="1999"/>
                  </a:lnTo>
                  <a:lnTo>
                    <a:pt x="475" y="1984"/>
                  </a:lnTo>
                  <a:lnTo>
                    <a:pt x="475" y="1984"/>
                  </a:lnTo>
                  <a:lnTo>
                    <a:pt x="468" y="1972"/>
                  </a:lnTo>
                  <a:lnTo>
                    <a:pt x="459" y="1963"/>
                  </a:lnTo>
                  <a:lnTo>
                    <a:pt x="449" y="1958"/>
                  </a:lnTo>
                  <a:lnTo>
                    <a:pt x="439" y="1955"/>
                  </a:lnTo>
                  <a:lnTo>
                    <a:pt x="427" y="1954"/>
                  </a:lnTo>
                  <a:lnTo>
                    <a:pt x="415" y="1954"/>
                  </a:lnTo>
                  <a:lnTo>
                    <a:pt x="403" y="1955"/>
                  </a:lnTo>
                  <a:lnTo>
                    <a:pt x="390" y="1955"/>
                  </a:lnTo>
                  <a:lnTo>
                    <a:pt x="390" y="1955"/>
                  </a:lnTo>
                  <a:lnTo>
                    <a:pt x="378" y="1954"/>
                  </a:lnTo>
                  <a:lnTo>
                    <a:pt x="371" y="1950"/>
                  </a:lnTo>
                  <a:lnTo>
                    <a:pt x="366" y="1945"/>
                  </a:lnTo>
                  <a:lnTo>
                    <a:pt x="364" y="1937"/>
                  </a:lnTo>
                  <a:lnTo>
                    <a:pt x="363" y="1929"/>
                  </a:lnTo>
                  <a:lnTo>
                    <a:pt x="362" y="1919"/>
                  </a:lnTo>
                  <a:lnTo>
                    <a:pt x="362" y="1907"/>
                  </a:lnTo>
                  <a:lnTo>
                    <a:pt x="361" y="1896"/>
                  </a:lnTo>
                  <a:lnTo>
                    <a:pt x="361" y="1896"/>
                  </a:lnTo>
                  <a:lnTo>
                    <a:pt x="359" y="1890"/>
                  </a:lnTo>
                  <a:lnTo>
                    <a:pt x="355" y="1884"/>
                  </a:lnTo>
                  <a:lnTo>
                    <a:pt x="348" y="1878"/>
                  </a:lnTo>
                  <a:lnTo>
                    <a:pt x="340" y="1873"/>
                  </a:lnTo>
                  <a:lnTo>
                    <a:pt x="340" y="1873"/>
                  </a:lnTo>
                  <a:lnTo>
                    <a:pt x="336" y="1870"/>
                  </a:lnTo>
                  <a:lnTo>
                    <a:pt x="332" y="1865"/>
                  </a:lnTo>
                  <a:lnTo>
                    <a:pt x="327" y="1860"/>
                  </a:lnTo>
                  <a:lnTo>
                    <a:pt x="319" y="1854"/>
                  </a:lnTo>
                  <a:lnTo>
                    <a:pt x="319" y="1854"/>
                  </a:lnTo>
                  <a:lnTo>
                    <a:pt x="311" y="1845"/>
                  </a:lnTo>
                  <a:lnTo>
                    <a:pt x="310" y="1833"/>
                  </a:lnTo>
                  <a:lnTo>
                    <a:pt x="313" y="1817"/>
                  </a:lnTo>
                  <a:lnTo>
                    <a:pt x="321" y="1798"/>
                  </a:lnTo>
                  <a:lnTo>
                    <a:pt x="331" y="1779"/>
                  </a:lnTo>
                  <a:lnTo>
                    <a:pt x="343" y="1757"/>
                  </a:lnTo>
                  <a:lnTo>
                    <a:pt x="354" y="1735"/>
                  </a:lnTo>
                  <a:lnTo>
                    <a:pt x="364" y="1713"/>
                  </a:lnTo>
                  <a:lnTo>
                    <a:pt x="364" y="1713"/>
                  </a:lnTo>
                  <a:lnTo>
                    <a:pt x="369" y="1694"/>
                  </a:lnTo>
                  <a:lnTo>
                    <a:pt x="367" y="1680"/>
                  </a:lnTo>
                  <a:lnTo>
                    <a:pt x="360" y="1669"/>
                  </a:lnTo>
                  <a:lnTo>
                    <a:pt x="350" y="1660"/>
                  </a:lnTo>
                  <a:lnTo>
                    <a:pt x="337" y="1654"/>
                  </a:lnTo>
                  <a:lnTo>
                    <a:pt x="325" y="1649"/>
                  </a:lnTo>
                  <a:lnTo>
                    <a:pt x="315" y="1646"/>
                  </a:lnTo>
                  <a:lnTo>
                    <a:pt x="309" y="1642"/>
                  </a:lnTo>
                  <a:lnTo>
                    <a:pt x="309" y="1642"/>
                  </a:lnTo>
                  <a:lnTo>
                    <a:pt x="304" y="1638"/>
                  </a:lnTo>
                  <a:lnTo>
                    <a:pt x="297" y="1633"/>
                  </a:lnTo>
                  <a:lnTo>
                    <a:pt x="290" y="1627"/>
                  </a:lnTo>
                  <a:lnTo>
                    <a:pt x="284" y="1619"/>
                  </a:lnTo>
                  <a:lnTo>
                    <a:pt x="280" y="1609"/>
                  </a:lnTo>
                  <a:lnTo>
                    <a:pt x="280" y="1595"/>
                  </a:lnTo>
                  <a:lnTo>
                    <a:pt x="284" y="1578"/>
                  </a:lnTo>
                  <a:lnTo>
                    <a:pt x="295" y="1556"/>
                  </a:lnTo>
                  <a:lnTo>
                    <a:pt x="295" y="1556"/>
                  </a:lnTo>
                  <a:lnTo>
                    <a:pt x="304" y="1533"/>
                  </a:lnTo>
                  <a:lnTo>
                    <a:pt x="307" y="1512"/>
                  </a:lnTo>
                  <a:lnTo>
                    <a:pt x="307" y="1494"/>
                  </a:lnTo>
                  <a:lnTo>
                    <a:pt x="303" y="1477"/>
                  </a:lnTo>
                  <a:lnTo>
                    <a:pt x="297" y="1461"/>
                  </a:lnTo>
                  <a:lnTo>
                    <a:pt x="291" y="1447"/>
                  </a:lnTo>
                  <a:lnTo>
                    <a:pt x="284" y="1433"/>
                  </a:lnTo>
                  <a:lnTo>
                    <a:pt x="280" y="1420"/>
                  </a:lnTo>
                  <a:lnTo>
                    <a:pt x="280" y="1420"/>
                  </a:lnTo>
                  <a:lnTo>
                    <a:pt x="277" y="1406"/>
                  </a:lnTo>
                  <a:lnTo>
                    <a:pt x="276" y="1392"/>
                  </a:lnTo>
                  <a:lnTo>
                    <a:pt x="276" y="1379"/>
                  </a:lnTo>
                  <a:lnTo>
                    <a:pt x="277" y="1366"/>
                  </a:lnTo>
                  <a:lnTo>
                    <a:pt x="279" y="1352"/>
                  </a:lnTo>
                  <a:lnTo>
                    <a:pt x="282" y="1340"/>
                  </a:lnTo>
                  <a:lnTo>
                    <a:pt x="287" y="1328"/>
                  </a:lnTo>
                  <a:lnTo>
                    <a:pt x="295" y="1316"/>
                  </a:lnTo>
                  <a:lnTo>
                    <a:pt x="295" y="1316"/>
                  </a:lnTo>
                  <a:lnTo>
                    <a:pt x="301" y="1303"/>
                  </a:lnTo>
                  <a:lnTo>
                    <a:pt x="305" y="1291"/>
                  </a:lnTo>
                  <a:lnTo>
                    <a:pt x="309" y="1278"/>
                  </a:lnTo>
                  <a:lnTo>
                    <a:pt x="311" y="1266"/>
                  </a:lnTo>
                  <a:lnTo>
                    <a:pt x="312" y="1252"/>
                  </a:lnTo>
                  <a:lnTo>
                    <a:pt x="313" y="1239"/>
                  </a:lnTo>
                  <a:lnTo>
                    <a:pt x="313" y="1227"/>
                  </a:lnTo>
                  <a:lnTo>
                    <a:pt x="313" y="1214"/>
                  </a:lnTo>
                  <a:lnTo>
                    <a:pt x="313" y="1214"/>
                  </a:lnTo>
                  <a:lnTo>
                    <a:pt x="317" y="1201"/>
                  </a:lnTo>
                  <a:lnTo>
                    <a:pt x="327" y="1188"/>
                  </a:lnTo>
                  <a:lnTo>
                    <a:pt x="343" y="1176"/>
                  </a:lnTo>
                  <a:lnTo>
                    <a:pt x="360" y="1164"/>
                  </a:lnTo>
                  <a:lnTo>
                    <a:pt x="377" y="1153"/>
                  </a:lnTo>
                  <a:lnTo>
                    <a:pt x="393" y="1145"/>
                  </a:lnTo>
                  <a:lnTo>
                    <a:pt x="403" y="1140"/>
                  </a:lnTo>
                  <a:lnTo>
                    <a:pt x="407" y="1138"/>
                  </a:lnTo>
                  <a:lnTo>
                    <a:pt x="407" y="1138"/>
                  </a:lnTo>
                  <a:lnTo>
                    <a:pt x="408" y="1137"/>
                  </a:lnTo>
                  <a:lnTo>
                    <a:pt x="413" y="1134"/>
                  </a:lnTo>
                  <a:lnTo>
                    <a:pt x="419" y="1128"/>
                  </a:lnTo>
                  <a:lnTo>
                    <a:pt x="428" y="1121"/>
                  </a:lnTo>
                  <a:lnTo>
                    <a:pt x="440" y="1113"/>
                  </a:lnTo>
                  <a:lnTo>
                    <a:pt x="452" y="1102"/>
                  </a:lnTo>
                  <a:lnTo>
                    <a:pt x="465" y="1092"/>
                  </a:lnTo>
                  <a:lnTo>
                    <a:pt x="479" y="1080"/>
                  </a:lnTo>
                  <a:lnTo>
                    <a:pt x="495" y="1068"/>
                  </a:lnTo>
                  <a:lnTo>
                    <a:pt x="510" y="1055"/>
                  </a:lnTo>
                  <a:lnTo>
                    <a:pt x="524" y="1043"/>
                  </a:lnTo>
                  <a:lnTo>
                    <a:pt x="540" y="1031"/>
                  </a:lnTo>
                  <a:lnTo>
                    <a:pt x="554" y="1019"/>
                  </a:lnTo>
                  <a:lnTo>
                    <a:pt x="567" y="1007"/>
                  </a:lnTo>
                  <a:lnTo>
                    <a:pt x="578" y="996"/>
                  </a:lnTo>
                  <a:lnTo>
                    <a:pt x="589" y="987"/>
                  </a:lnTo>
                  <a:lnTo>
                    <a:pt x="589" y="987"/>
                  </a:lnTo>
                  <a:lnTo>
                    <a:pt x="598" y="977"/>
                  </a:lnTo>
                  <a:lnTo>
                    <a:pt x="608" y="966"/>
                  </a:lnTo>
                  <a:lnTo>
                    <a:pt x="618" y="952"/>
                  </a:lnTo>
                  <a:lnTo>
                    <a:pt x="629" y="939"/>
                  </a:lnTo>
                  <a:lnTo>
                    <a:pt x="641" y="925"/>
                  </a:lnTo>
                  <a:lnTo>
                    <a:pt x="653" y="910"/>
                  </a:lnTo>
                  <a:lnTo>
                    <a:pt x="664" y="895"/>
                  </a:lnTo>
                  <a:lnTo>
                    <a:pt x="676" y="881"/>
                  </a:lnTo>
                  <a:lnTo>
                    <a:pt x="689" y="868"/>
                  </a:lnTo>
                  <a:lnTo>
                    <a:pt x="700" y="855"/>
                  </a:lnTo>
                  <a:lnTo>
                    <a:pt x="711" y="844"/>
                  </a:lnTo>
                  <a:lnTo>
                    <a:pt x="722" y="834"/>
                  </a:lnTo>
                  <a:lnTo>
                    <a:pt x="732" y="826"/>
                  </a:lnTo>
                  <a:lnTo>
                    <a:pt x="742" y="820"/>
                  </a:lnTo>
                  <a:lnTo>
                    <a:pt x="750" y="817"/>
                  </a:lnTo>
                  <a:lnTo>
                    <a:pt x="758" y="816"/>
                  </a:lnTo>
                  <a:lnTo>
                    <a:pt x="758" y="816"/>
                  </a:lnTo>
                  <a:lnTo>
                    <a:pt x="766" y="816"/>
                  </a:lnTo>
                  <a:lnTo>
                    <a:pt x="775" y="816"/>
                  </a:lnTo>
                  <a:lnTo>
                    <a:pt x="784" y="815"/>
                  </a:lnTo>
                  <a:lnTo>
                    <a:pt x="796" y="814"/>
                  </a:lnTo>
                  <a:lnTo>
                    <a:pt x="807" y="813"/>
                  </a:lnTo>
                  <a:lnTo>
                    <a:pt x="819" y="811"/>
                  </a:lnTo>
                  <a:lnTo>
                    <a:pt x="831" y="807"/>
                  </a:lnTo>
                  <a:lnTo>
                    <a:pt x="845" y="805"/>
                  </a:lnTo>
                  <a:lnTo>
                    <a:pt x="858" y="802"/>
                  </a:lnTo>
                  <a:lnTo>
                    <a:pt x="871" y="799"/>
                  </a:lnTo>
                  <a:lnTo>
                    <a:pt x="884" y="796"/>
                  </a:lnTo>
                  <a:lnTo>
                    <a:pt x="897" y="792"/>
                  </a:lnTo>
                  <a:lnTo>
                    <a:pt x="909" y="789"/>
                  </a:lnTo>
                  <a:lnTo>
                    <a:pt x="921" y="785"/>
                  </a:lnTo>
                  <a:lnTo>
                    <a:pt x="932" y="781"/>
                  </a:lnTo>
                  <a:lnTo>
                    <a:pt x="944" y="777"/>
                  </a:lnTo>
                  <a:lnTo>
                    <a:pt x="944" y="777"/>
                  </a:lnTo>
                  <a:lnTo>
                    <a:pt x="961" y="766"/>
                  </a:lnTo>
                  <a:lnTo>
                    <a:pt x="970" y="751"/>
                  </a:lnTo>
                  <a:lnTo>
                    <a:pt x="974" y="735"/>
                  </a:lnTo>
                  <a:lnTo>
                    <a:pt x="973" y="719"/>
                  </a:lnTo>
                  <a:lnTo>
                    <a:pt x="970" y="702"/>
                  </a:lnTo>
                  <a:lnTo>
                    <a:pt x="965" y="689"/>
                  </a:lnTo>
                  <a:lnTo>
                    <a:pt x="962" y="680"/>
                  </a:lnTo>
                  <a:lnTo>
                    <a:pt x="960" y="677"/>
                  </a:lnTo>
                  <a:lnTo>
                    <a:pt x="954" y="657"/>
                  </a:lnTo>
                  <a:lnTo>
                    <a:pt x="954" y="657"/>
                  </a:lnTo>
                  <a:lnTo>
                    <a:pt x="967" y="656"/>
                  </a:lnTo>
                  <a:lnTo>
                    <a:pt x="980" y="655"/>
                  </a:lnTo>
                  <a:lnTo>
                    <a:pt x="994" y="654"/>
                  </a:lnTo>
                  <a:lnTo>
                    <a:pt x="1006" y="653"/>
                  </a:lnTo>
                  <a:lnTo>
                    <a:pt x="1018" y="653"/>
                  </a:lnTo>
                  <a:lnTo>
                    <a:pt x="1028" y="654"/>
                  </a:lnTo>
                  <a:lnTo>
                    <a:pt x="1039" y="657"/>
                  </a:lnTo>
                  <a:lnTo>
                    <a:pt x="1047" y="661"/>
                  </a:lnTo>
                  <a:lnTo>
                    <a:pt x="1047" y="661"/>
                  </a:lnTo>
                  <a:lnTo>
                    <a:pt x="1061" y="666"/>
                  </a:lnTo>
                  <a:lnTo>
                    <a:pt x="1076" y="667"/>
                  </a:lnTo>
                  <a:lnTo>
                    <a:pt x="1091" y="664"/>
                  </a:lnTo>
                  <a:lnTo>
                    <a:pt x="1105" y="658"/>
                  </a:lnTo>
                  <a:lnTo>
                    <a:pt x="1118" y="654"/>
                  </a:lnTo>
                  <a:lnTo>
                    <a:pt x="1131" y="651"/>
                  </a:lnTo>
                  <a:lnTo>
                    <a:pt x="1144" y="652"/>
                  </a:lnTo>
                  <a:lnTo>
                    <a:pt x="1156" y="658"/>
                  </a:lnTo>
                  <a:lnTo>
                    <a:pt x="1156" y="658"/>
                  </a:lnTo>
                  <a:lnTo>
                    <a:pt x="1167" y="664"/>
                  </a:lnTo>
                  <a:lnTo>
                    <a:pt x="1177" y="663"/>
                  </a:lnTo>
                  <a:lnTo>
                    <a:pt x="1188" y="656"/>
                  </a:lnTo>
                  <a:lnTo>
                    <a:pt x="1198" y="649"/>
                  </a:lnTo>
                  <a:lnTo>
                    <a:pt x="1208" y="642"/>
                  </a:lnTo>
                  <a:lnTo>
                    <a:pt x="1219" y="638"/>
                  </a:lnTo>
                  <a:lnTo>
                    <a:pt x="1232" y="639"/>
                  </a:lnTo>
                  <a:lnTo>
                    <a:pt x="1246" y="647"/>
                  </a:lnTo>
                  <a:lnTo>
                    <a:pt x="1246" y="647"/>
                  </a:lnTo>
                  <a:lnTo>
                    <a:pt x="1262" y="657"/>
                  </a:lnTo>
                  <a:lnTo>
                    <a:pt x="1279" y="665"/>
                  </a:lnTo>
                  <a:lnTo>
                    <a:pt x="1300" y="668"/>
                  </a:lnTo>
                  <a:lnTo>
                    <a:pt x="1320" y="669"/>
                  </a:lnTo>
                  <a:lnTo>
                    <a:pt x="1340" y="667"/>
                  </a:lnTo>
                  <a:lnTo>
                    <a:pt x="1359" y="664"/>
                  </a:lnTo>
                  <a:lnTo>
                    <a:pt x="1376" y="658"/>
                  </a:lnTo>
                  <a:lnTo>
                    <a:pt x="1392" y="652"/>
                  </a:lnTo>
                  <a:lnTo>
                    <a:pt x="1392" y="652"/>
                  </a:lnTo>
                  <a:lnTo>
                    <a:pt x="1404" y="645"/>
                  </a:lnTo>
                  <a:lnTo>
                    <a:pt x="1414" y="636"/>
                  </a:lnTo>
                  <a:lnTo>
                    <a:pt x="1422" y="625"/>
                  </a:lnTo>
                  <a:lnTo>
                    <a:pt x="1428" y="613"/>
                  </a:lnTo>
                  <a:lnTo>
                    <a:pt x="1433" y="600"/>
                  </a:lnTo>
                  <a:lnTo>
                    <a:pt x="1439" y="587"/>
                  </a:lnTo>
                  <a:lnTo>
                    <a:pt x="1443" y="575"/>
                  </a:lnTo>
                  <a:lnTo>
                    <a:pt x="1447" y="563"/>
                  </a:lnTo>
                  <a:lnTo>
                    <a:pt x="1447" y="563"/>
                  </a:lnTo>
                  <a:lnTo>
                    <a:pt x="1451" y="549"/>
                  </a:lnTo>
                  <a:lnTo>
                    <a:pt x="1455" y="533"/>
                  </a:lnTo>
                  <a:lnTo>
                    <a:pt x="1459" y="516"/>
                  </a:lnTo>
                  <a:lnTo>
                    <a:pt x="1461" y="498"/>
                  </a:lnTo>
                  <a:lnTo>
                    <a:pt x="1462" y="482"/>
                  </a:lnTo>
                  <a:lnTo>
                    <a:pt x="1460" y="469"/>
                  </a:lnTo>
                  <a:lnTo>
                    <a:pt x="1455" y="460"/>
                  </a:lnTo>
                  <a:lnTo>
                    <a:pt x="1447" y="455"/>
                  </a:lnTo>
                  <a:lnTo>
                    <a:pt x="1447" y="455"/>
                  </a:lnTo>
                  <a:lnTo>
                    <a:pt x="1436" y="452"/>
                  </a:lnTo>
                  <a:lnTo>
                    <a:pt x="1423" y="443"/>
                  </a:lnTo>
                  <a:lnTo>
                    <a:pt x="1410" y="431"/>
                  </a:lnTo>
                  <a:lnTo>
                    <a:pt x="1396" y="415"/>
                  </a:lnTo>
                  <a:lnTo>
                    <a:pt x="1381" y="396"/>
                  </a:lnTo>
                  <a:lnTo>
                    <a:pt x="1365" y="377"/>
                  </a:lnTo>
                  <a:lnTo>
                    <a:pt x="1349" y="355"/>
                  </a:lnTo>
                  <a:lnTo>
                    <a:pt x="1332" y="335"/>
                  </a:lnTo>
                  <a:lnTo>
                    <a:pt x="1332" y="335"/>
                  </a:lnTo>
                  <a:lnTo>
                    <a:pt x="1325" y="325"/>
                  </a:lnTo>
                  <a:lnTo>
                    <a:pt x="1319" y="314"/>
                  </a:lnTo>
                  <a:lnTo>
                    <a:pt x="1315" y="302"/>
                  </a:lnTo>
                  <a:lnTo>
                    <a:pt x="1313" y="290"/>
                  </a:lnTo>
                  <a:lnTo>
                    <a:pt x="1312" y="278"/>
                  </a:lnTo>
                  <a:lnTo>
                    <a:pt x="1311" y="266"/>
                  </a:lnTo>
                  <a:lnTo>
                    <a:pt x="1311" y="253"/>
                  </a:lnTo>
                  <a:lnTo>
                    <a:pt x="1312" y="241"/>
                  </a:lnTo>
                  <a:lnTo>
                    <a:pt x="1312" y="229"/>
                  </a:lnTo>
                  <a:lnTo>
                    <a:pt x="1313" y="218"/>
                  </a:lnTo>
                  <a:lnTo>
                    <a:pt x="1313" y="206"/>
                  </a:lnTo>
                  <a:lnTo>
                    <a:pt x="1313" y="195"/>
                  </a:lnTo>
                  <a:lnTo>
                    <a:pt x="1312" y="186"/>
                  </a:lnTo>
                  <a:lnTo>
                    <a:pt x="1310" y="177"/>
                  </a:lnTo>
                  <a:lnTo>
                    <a:pt x="1307" y="168"/>
                  </a:lnTo>
                  <a:lnTo>
                    <a:pt x="1302" y="161"/>
                  </a:lnTo>
                  <a:lnTo>
                    <a:pt x="1302" y="161"/>
                  </a:lnTo>
                  <a:lnTo>
                    <a:pt x="1293" y="145"/>
                  </a:lnTo>
                  <a:lnTo>
                    <a:pt x="1285" y="129"/>
                  </a:lnTo>
                  <a:lnTo>
                    <a:pt x="1281" y="111"/>
                  </a:lnTo>
                  <a:lnTo>
                    <a:pt x="1277" y="92"/>
                  </a:lnTo>
                  <a:lnTo>
                    <a:pt x="1272" y="76"/>
                  </a:lnTo>
                  <a:lnTo>
                    <a:pt x="1265" y="62"/>
                  </a:lnTo>
                  <a:lnTo>
                    <a:pt x="1255" y="49"/>
                  </a:lnTo>
                  <a:lnTo>
                    <a:pt x="1240" y="42"/>
                  </a:lnTo>
                  <a:lnTo>
                    <a:pt x="1240" y="42"/>
                  </a:lnTo>
                  <a:lnTo>
                    <a:pt x="1224" y="37"/>
                  </a:lnTo>
                  <a:lnTo>
                    <a:pt x="1215" y="30"/>
                  </a:lnTo>
                  <a:lnTo>
                    <a:pt x="1210" y="23"/>
                  </a:lnTo>
                  <a:lnTo>
                    <a:pt x="1210" y="17"/>
                  </a:lnTo>
                  <a:lnTo>
                    <a:pt x="1214" y="11"/>
                  </a:lnTo>
                  <a:lnTo>
                    <a:pt x="1222" y="5"/>
                  </a:lnTo>
                  <a:lnTo>
                    <a:pt x="1234" y="1"/>
                  </a:lnTo>
                  <a:lnTo>
                    <a:pt x="1251" y="0"/>
                  </a:lnTo>
                  <a:lnTo>
                    <a:pt x="1251" y="0"/>
                  </a:lnTo>
                  <a:lnTo>
                    <a:pt x="1256" y="0"/>
                  </a:lnTo>
                  <a:lnTo>
                    <a:pt x="1262" y="1"/>
                  </a:lnTo>
                  <a:lnTo>
                    <a:pt x="1267" y="1"/>
                  </a:lnTo>
                  <a:lnTo>
                    <a:pt x="1273" y="2"/>
                  </a:lnTo>
                  <a:lnTo>
                    <a:pt x="1273" y="2"/>
                  </a:lnTo>
                  <a:lnTo>
                    <a:pt x="1290" y="19"/>
                  </a:lnTo>
                  <a:lnTo>
                    <a:pt x="1309" y="37"/>
                  </a:lnTo>
                  <a:lnTo>
                    <a:pt x="1328" y="58"/>
                  </a:lnTo>
                  <a:lnTo>
                    <a:pt x="1349" y="79"/>
                  </a:lnTo>
                  <a:lnTo>
                    <a:pt x="1366" y="100"/>
                  </a:lnTo>
                  <a:lnTo>
                    <a:pt x="1381" y="120"/>
                  </a:lnTo>
                  <a:lnTo>
                    <a:pt x="1393" y="138"/>
                  </a:lnTo>
                  <a:lnTo>
                    <a:pt x="1398" y="152"/>
                  </a:lnTo>
                  <a:lnTo>
                    <a:pt x="1398" y="152"/>
                  </a:lnTo>
                  <a:lnTo>
                    <a:pt x="1401" y="168"/>
                  </a:lnTo>
                  <a:lnTo>
                    <a:pt x="1405" y="181"/>
                  </a:lnTo>
                  <a:lnTo>
                    <a:pt x="1410" y="192"/>
                  </a:lnTo>
                  <a:lnTo>
                    <a:pt x="1415" y="201"/>
                  </a:lnTo>
                  <a:lnTo>
                    <a:pt x="1421" y="209"/>
                  </a:lnTo>
                  <a:lnTo>
                    <a:pt x="1427" y="215"/>
                  </a:lnTo>
                  <a:lnTo>
                    <a:pt x="1434" y="220"/>
                  </a:lnTo>
                  <a:lnTo>
                    <a:pt x="1443" y="224"/>
                  </a:lnTo>
                  <a:lnTo>
                    <a:pt x="1443" y="224"/>
                  </a:lnTo>
                  <a:lnTo>
                    <a:pt x="1452" y="228"/>
                  </a:lnTo>
                  <a:lnTo>
                    <a:pt x="1460" y="231"/>
                  </a:lnTo>
                  <a:lnTo>
                    <a:pt x="1469" y="234"/>
                  </a:lnTo>
                  <a:lnTo>
                    <a:pt x="1477" y="235"/>
                  </a:lnTo>
                  <a:lnTo>
                    <a:pt x="1484" y="237"/>
                  </a:lnTo>
                  <a:lnTo>
                    <a:pt x="1491" y="237"/>
                  </a:lnTo>
                  <a:lnTo>
                    <a:pt x="1495" y="238"/>
                  </a:lnTo>
                  <a:lnTo>
                    <a:pt x="1496" y="238"/>
                  </a:lnTo>
                  <a:lnTo>
                    <a:pt x="1510" y="201"/>
                  </a:lnTo>
                  <a:lnTo>
                    <a:pt x="1510" y="201"/>
                  </a:lnTo>
                  <a:lnTo>
                    <a:pt x="1511" y="201"/>
                  </a:lnTo>
                  <a:lnTo>
                    <a:pt x="1512" y="203"/>
                  </a:lnTo>
                  <a:lnTo>
                    <a:pt x="1515" y="206"/>
                  </a:lnTo>
                  <a:lnTo>
                    <a:pt x="1518" y="212"/>
                  </a:lnTo>
                  <a:lnTo>
                    <a:pt x="1522" y="219"/>
                  </a:lnTo>
                  <a:lnTo>
                    <a:pt x="1526" y="229"/>
                  </a:lnTo>
                  <a:lnTo>
                    <a:pt x="1531" y="242"/>
                  </a:lnTo>
                  <a:lnTo>
                    <a:pt x="1537" y="259"/>
                  </a:lnTo>
                  <a:lnTo>
                    <a:pt x="1537" y="259"/>
                  </a:lnTo>
                  <a:lnTo>
                    <a:pt x="1544" y="273"/>
                  </a:lnTo>
                  <a:lnTo>
                    <a:pt x="1553" y="282"/>
                  </a:lnTo>
                  <a:lnTo>
                    <a:pt x="1563" y="286"/>
                  </a:lnTo>
                  <a:lnTo>
                    <a:pt x="1573" y="286"/>
                  </a:lnTo>
                  <a:lnTo>
                    <a:pt x="1583" y="285"/>
                  </a:lnTo>
                  <a:lnTo>
                    <a:pt x="1592" y="282"/>
                  </a:lnTo>
                  <a:lnTo>
                    <a:pt x="1598" y="280"/>
                  </a:lnTo>
                  <a:lnTo>
                    <a:pt x="1600" y="279"/>
                  </a:lnTo>
                  <a:lnTo>
                    <a:pt x="1677" y="297"/>
                  </a:lnTo>
                  <a:lnTo>
                    <a:pt x="1739" y="395"/>
                  </a:lnTo>
                  <a:lnTo>
                    <a:pt x="1739" y="395"/>
                  </a:lnTo>
                  <a:lnTo>
                    <a:pt x="1742" y="397"/>
                  </a:lnTo>
                  <a:lnTo>
                    <a:pt x="1748" y="401"/>
                  </a:lnTo>
                  <a:lnTo>
                    <a:pt x="1758" y="409"/>
                  </a:lnTo>
                  <a:lnTo>
                    <a:pt x="1768" y="417"/>
                  </a:lnTo>
                  <a:lnTo>
                    <a:pt x="1778" y="428"/>
                  </a:lnTo>
                  <a:lnTo>
                    <a:pt x="1787" y="440"/>
                  </a:lnTo>
                  <a:lnTo>
                    <a:pt x="1792" y="453"/>
                  </a:lnTo>
                  <a:lnTo>
                    <a:pt x="1792" y="467"/>
                  </a:lnTo>
                  <a:lnTo>
                    <a:pt x="1792" y="467"/>
                  </a:lnTo>
                  <a:lnTo>
                    <a:pt x="1790" y="481"/>
                  </a:lnTo>
                  <a:lnTo>
                    <a:pt x="1791" y="497"/>
                  </a:lnTo>
                  <a:lnTo>
                    <a:pt x="1792" y="513"/>
                  </a:lnTo>
                  <a:lnTo>
                    <a:pt x="1793" y="528"/>
                  </a:lnTo>
                  <a:lnTo>
                    <a:pt x="1793" y="542"/>
                  </a:lnTo>
                  <a:lnTo>
                    <a:pt x="1791" y="553"/>
                  </a:lnTo>
                  <a:lnTo>
                    <a:pt x="1786" y="563"/>
                  </a:lnTo>
                  <a:lnTo>
                    <a:pt x="1775" y="567"/>
                  </a:lnTo>
                  <a:lnTo>
                    <a:pt x="1775" y="567"/>
                  </a:lnTo>
                  <a:lnTo>
                    <a:pt x="1767" y="571"/>
                  </a:lnTo>
                  <a:lnTo>
                    <a:pt x="1763" y="580"/>
                  </a:lnTo>
                  <a:lnTo>
                    <a:pt x="1764" y="590"/>
                  </a:lnTo>
                  <a:lnTo>
                    <a:pt x="1767" y="601"/>
                  </a:lnTo>
                  <a:lnTo>
                    <a:pt x="1771" y="613"/>
                  </a:lnTo>
                  <a:lnTo>
                    <a:pt x="1776" y="623"/>
                  </a:lnTo>
                  <a:lnTo>
                    <a:pt x="1780" y="629"/>
                  </a:lnTo>
                  <a:lnTo>
                    <a:pt x="1781" y="632"/>
                  </a:lnTo>
                  <a:lnTo>
                    <a:pt x="1781" y="632"/>
                  </a:lnTo>
                  <a:lnTo>
                    <a:pt x="1782" y="633"/>
                  </a:lnTo>
                  <a:lnTo>
                    <a:pt x="1783" y="636"/>
                  </a:lnTo>
                  <a:lnTo>
                    <a:pt x="1785" y="640"/>
                  </a:lnTo>
                  <a:lnTo>
                    <a:pt x="1786" y="646"/>
                  </a:lnTo>
                  <a:lnTo>
                    <a:pt x="1786" y="652"/>
                  </a:lnTo>
                  <a:lnTo>
                    <a:pt x="1785" y="661"/>
                  </a:lnTo>
                  <a:lnTo>
                    <a:pt x="1780" y="669"/>
                  </a:lnTo>
                  <a:lnTo>
                    <a:pt x="1773" y="677"/>
                  </a:lnTo>
                  <a:lnTo>
                    <a:pt x="1773" y="677"/>
                  </a:lnTo>
                  <a:lnTo>
                    <a:pt x="1766" y="686"/>
                  </a:lnTo>
                  <a:lnTo>
                    <a:pt x="1763" y="695"/>
                  </a:lnTo>
                  <a:lnTo>
                    <a:pt x="1762" y="704"/>
                  </a:lnTo>
                  <a:lnTo>
                    <a:pt x="1763" y="715"/>
                  </a:lnTo>
                  <a:lnTo>
                    <a:pt x="1766" y="725"/>
                  </a:lnTo>
                  <a:lnTo>
                    <a:pt x="1771" y="735"/>
                  </a:lnTo>
                  <a:lnTo>
                    <a:pt x="1777" y="746"/>
                  </a:lnTo>
                  <a:lnTo>
                    <a:pt x="1783" y="756"/>
                  </a:lnTo>
                  <a:lnTo>
                    <a:pt x="1783" y="756"/>
                  </a:lnTo>
                  <a:lnTo>
                    <a:pt x="1791" y="770"/>
                  </a:lnTo>
                  <a:lnTo>
                    <a:pt x="1799" y="787"/>
                  </a:lnTo>
                  <a:lnTo>
                    <a:pt x="1806" y="806"/>
                  </a:lnTo>
                  <a:lnTo>
                    <a:pt x="1814" y="827"/>
                  </a:lnTo>
                  <a:lnTo>
                    <a:pt x="1821" y="845"/>
                  </a:lnTo>
                  <a:lnTo>
                    <a:pt x="1827" y="859"/>
                  </a:lnTo>
                  <a:lnTo>
                    <a:pt x="1835" y="869"/>
                  </a:lnTo>
                  <a:lnTo>
                    <a:pt x="1841" y="871"/>
                  </a:lnTo>
                  <a:lnTo>
                    <a:pt x="1841" y="871"/>
                  </a:lnTo>
                  <a:lnTo>
                    <a:pt x="1847" y="871"/>
                  </a:lnTo>
                  <a:lnTo>
                    <a:pt x="1853" y="877"/>
                  </a:lnTo>
                  <a:lnTo>
                    <a:pt x="1858" y="885"/>
                  </a:lnTo>
                  <a:lnTo>
                    <a:pt x="1864" y="897"/>
                  </a:lnTo>
                  <a:lnTo>
                    <a:pt x="1869" y="909"/>
                  </a:lnTo>
                  <a:lnTo>
                    <a:pt x="1873" y="923"/>
                  </a:lnTo>
                  <a:lnTo>
                    <a:pt x="1876" y="936"/>
                  </a:lnTo>
                  <a:lnTo>
                    <a:pt x="1879" y="946"/>
                  </a:lnTo>
                  <a:lnTo>
                    <a:pt x="1879" y="946"/>
                  </a:lnTo>
                  <a:lnTo>
                    <a:pt x="1882" y="955"/>
                  </a:lnTo>
                  <a:lnTo>
                    <a:pt x="1888" y="962"/>
                  </a:lnTo>
                  <a:lnTo>
                    <a:pt x="1894" y="967"/>
                  </a:lnTo>
                  <a:lnTo>
                    <a:pt x="1901" y="970"/>
                  </a:lnTo>
                  <a:lnTo>
                    <a:pt x="1910" y="972"/>
                  </a:lnTo>
                  <a:lnTo>
                    <a:pt x="1920" y="973"/>
                  </a:lnTo>
                  <a:lnTo>
                    <a:pt x="1930" y="974"/>
                  </a:lnTo>
                  <a:lnTo>
                    <a:pt x="1943" y="975"/>
                  </a:lnTo>
                  <a:lnTo>
                    <a:pt x="1943" y="975"/>
                  </a:lnTo>
                  <a:lnTo>
                    <a:pt x="1958" y="978"/>
                  </a:lnTo>
                  <a:lnTo>
                    <a:pt x="1977" y="985"/>
                  </a:lnTo>
                  <a:lnTo>
                    <a:pt x="1998" y="994"/>
                  </a:lnTo>
                  <a:lnTo>
                    <a:pt x="2018" y="1008"/>
                  </a:lnTo>
                  <a:lnTo>
                    <a:pt x="2036" y="1026"/>
                  </a:lnTo>
                  <a:lnTo>
                    <a:pt x="2048" y="1047"/>
                  </a:lnTo>
                  <a:lnTo>
                    <a:pt x="2053" y="1072"/>
                  </a:lnTo>
                  <a:lnTo>
                    <a:pt x="2049" y="1101"/>
                  </a:lnTo>
                  <a:lnTo>
                    <a:pt x="2049" y="1101"/>
                  </a:lnTo>
                  <a:lnTo>
                    <a:pt x="2044" y="1130"/>
                  </a:lnTo>
                  <a:lnTo>
                    <a:pt x="2044" y="1150"/>
                  </a:lnTo>
                  <a:lnTo>
                    <a:pt x="2049" y="1167"/>
                  </a:lnTo>
                  <a:lnTo>
                    <a:pt x="2056" y="1178"/>
                  </a:lnTo>
                  <a:lnTo>
                    <a:pt x="2064" y="1188"/>
                  </a:lnTo>
                  <a:lnTo>
                    <a:pt x="2072" y="1197"/>
                  </a:lnTo>
                  <a:lnTo>
                    <a:pt x="2077" y="1207"/>
                  </a:lnTo>
                  <a:lnTo>
                    <a:pt x="2077" y="1220"/>
                  </a:lnTo>
                  <a:lnTo>
                    <a:pt x="2077" y="1220"/>
                  </a:lnTo>
                  <a:lnTo>
                    <a:pt x="2075" y="1235"/>
                  </a:lnTo>
                  <a:lnTo>
                    <a:pt x="2073" y="1250"/>
                  </a:lnTo>
                  <a:lnTo>
                    <a:pt x="2072" y="1266"/>
                  </a:lnTo>
                  <a:lnTo>
                    <a:pt x="2070" y="1282"/>
                  </a:lnTo>
                  <a:lnTo>
                    <a:pt x="2067" y="1297"/>
                  </a:lnTo>
                  <a:lnTo>
                    <a:pt x="2064" y="1311"/>
                  </a:lnTo>
                  <a:lnTo>
                    <a:pt x="2059" y="1325"/>
                  </a:lnTo>
                  <a:lnTo>
                    <a:pt x="2053" y="1336"/>
                  </a:lnTo>
                  <a:lnTo>
                    <a:pt x="2053" y="1336"/>
                  </a:lnTo>
                  <a:lnTo>
                    <a:pt x="2046" y="1346"/>
                  </a:lnTo>
                  <a:lnTo>
                    <a:pt x="2040" y="1358"/>
                  </a:lnTo>
                  <a:lnTo>
                    <a:pt x="2036" y="1371"/>
                  </a:lnTo>
                  <a:lnTo>
                    <a:pt x="2032" y="1383"/>
                  </a:lnTo>
                  <a:lnTo>
                    <a:pt x="2031" y="1395"/>
                  </a:lnTo>
                  <a:lnTo>
                    <a:pt x="2031" y="1406"/>
                  </a:lnTo>
                  <a:lnTo>
                    <a:pt x="2032" y="1418"/>
                  </a:lnTo>
                  <a:lnTo>
                    <a:pt x="2037" y="1426"/>
                  </a:lnTo>
                  <a:lnTo>
                    <a:pt x="2037" y="1426"/>
                  </a:lnTo>
                  <a:lnTo>
                    <a:pt x="2040" y="1433"/>
                  </a:lnTo>
                  <a:lnTo>
                    <a:pt x="2042" y="1442"/>
                  </a:lnTo>
                  <a:lnTo>
                    <a:pt x="2045" y="1452"/>
                  </a:lnTo>
                  <a:lnTo>
                    <a:pt x="2049" y="1463"/>
                  </a:lnTo>
                  <a:lnTo>
                    <a:pt x="2055" y="1476"/>
                  </a:lnTo>
                  <a:lnTo>
                    <a:pt x="2065" y="1489"/>
                  </a:lnTo>
                  <a:lnTo>
                    <a:pt x="2078" y="1502"/>
                  </a:lnTo>
                  <a:lnTo>
                    <a:pt x="2098" y="1516"/>
                  </a:lnTo>
                  <a:lnTo>
                    <a:pt x="2098" y="1516"/>
                  </a:lnTo>
                  <a:lnTo>
                    <a:pt x="2117" y="1529"/>
                  </a:lnTo>
                  <a:lnTo>
                    <a:pt x="2131" y="1542"/>
                  </a:lnTo>
                  <a:lnTo>
                    <a:pt x="2141" y="1554"/>
                  </a:lnTo>
                  <a:lnTo>
                    <a:pt x="2147" y="1566"/>
                  </a:lnTo>
                  <a:lnTo>
                    <a:pt x="2149" y="1576"/>
                  </a:lnTo>
                  <a:lnTo>
                    <a:pt x="2150" y="1585"/>
                  </a:lnTo>
                  <a:lnTo>
                    <a:pt x="2150" y="1593"/>
                  </a:lnTo>
                  <a:lnTo>
                    <a:pt x="2149" y="1599"/>
                  </a:lnTo>
                  <a:lnTo>
                    <a:pt x="2149" y="1599"/>
                  </a:lnTo>
                  <a:lnTo>
                    <a:pt x="2149" y="1608"/>
                  </a:lnTo>
                  <a:lnTo>
                    <a:pt x="2150" y="1625"/>
                  </a:lnTo>
                  <a:lnTo>
                    <a:pt x="2154" y="1644"/>
                  </a:lnTo>
                  <a:lnTo>
                    <a:pt x="2158" y="1667"/>
                  </a:lnTo>
                  <a:lnTo>
                    <a:pt x="2163" y="1689"/>
                  </a:lnTo>
                  <a:lnTo>
                    <a:pt x="2169" y="1709"/>
                  </a:lnTo>
                  <a:lnTo>
                    <a:pt x="2174" y="1726"/>
                  </a:lnTo>
                  <a:lnTo>
                    <a:pt x="2179" y="1736"/>
                  </a:lnTo>
                  <a:lnTo>
                    <a:pt x="2179" y="1736"/>
                  </a:lnTo>
                  <a:lnTo>
                    <a:pt x="2180" y="1736"/>
                  </a:lnTo>
                  <a:lnTo>
                    <a:pt x="2180" y="1736"/>
                  </a:lnTo>
                  <a:lnTo>
                    <a:pt x="2180" y="1736"/>
                  </a:lnTo>
                  <a:lnTo>
                    <a:pt x="2180" y="1736"/>
                  </a:lnTo>
                  <a:lnTo>
                    <a:pt x="2180" y="1736"/>
                  </a:lnTo>
                  <a:lnTo>
                    <a:pt x="2175" y="1739"/>
                  </a:lnTo>
                  <a:lnTo>
                    <a:pt x="2171" y="1742"/>
                  </a:lnTo>
                  <a:lnTo>
                    <a:pt x="2166" y="1744"/>
                  </a:lnTo>
                  <a:lnTo>
                    <a:pt x="2161" y="1746"/>
                  </a:lnTo>
                  <a:lnTo>
                    <a:pt x="2157" y="1748"/>
                  </a:lnTo>
                  <a:lnTo>
                    <a:pt x="2152" y="1749"/>
                  </a:lnTo>
                  <a:lnTo>
                    <a:pt x="2147" y="1750"/>
                  </a:lnTo>
                  <a:lnTo>
                    <a:pt x="2142" y="1751"/>
                  </a:lnTo>
                  <a:lnTo>
                    <a:pt x="2142" y="1751"/>
                  </a:lnTo>
                  <a:lnTo>
                    <a:pt x="2125" y="1755"/>
                  </a:lnTo>
                  <a:lnTo>
                    <a:pt x="2110" y="1761"/>
                  </a:lnTo>
                  <a:lnTo>
                    <a:pt x="2095" y="1771"/>
                  </a:lnTo>
                  <a:lnTo>
                    <a:pt x="2081" y="1780"/>
                  </a:lnTo>
                  <a:lnTo>
                    <a:pt x="2069" y="1790"/>
                  </a:lnTo>
                  <a:lnTo>
                    <a:pt x="2060" y="1800"/>
                  </a:lnTo>
                  <a:lnTo>
                    <a:pt x="2054" y="1809"/>
                  </a:lnTo>
                  <a:lnTo>
                    <a:pt x="2052" y="1817"/>
                  </a:lnTo>
                  <a:lnTo>
                    <a:pt x="2052" y="1817"/>
                  </a:lnTo>
                  <a:lnTo>
                    <a:pt x="2051" y="1824"/>
                  </a:lnTo>
                  <a:lnTo>
                    <a:pt x="2048" y="1832"/>
                  </a:lnTo>
                  <a:lnTo>
                    <a:pt x="2043" y="1842"/>
                  </a:lnTo>
                  <a:lnTo>
                    <a:pt x="2036" y="1853"/>
                  </a:lnTo>
                  <a:lnTo>
                    <a:pt x="2025" y="1865"/>
                  </a:lnTo>
                  <a:lnTo>
                    <a:pt x="2011" y="1880"/>
                  </a:lnTo>
                  <a:lnTo>
                    <a:pt x="1995" y="1895"/>
                  </a:lnTo>
                  <a:lnTo>
                    <a:pt x="1973" y="1911"/>
                  </a:lnTo>
                  <a:lnTo>
                    <a:pt x="1973" y="1911"/>
                  </a:lnTo>
                  <a:lnTo>
                    <a:pt x="1950" y="1927"/>
                  </a:lnTo>
                  <a:lnTo>
                    <a:pt x="1924" y="1938"/>
                  </a:lnTo>
                  <a:lnTo>
                    <a:pt x="1900" y="1946"/>
                  </a:lnTo>
                  <a:lnTo>
                    <a:pt x="1876" y="1954"/>
                  </a:lnTo>
                  <a:lnTo>
                    <a:pt x="1855" y="1960"/>
                  </a:lnTo>
                  <a:lnTo>
                    <a:pt x="1839" y="1969"/>
                  </a:lnTo>
                  <a:lnTo>
                    <a:pt x="1825" y="1977"/>
                  </a:lnTo>
                  <a:lnTo>
                    <a:pt x="1819" y="1988"/>
                  </a:lnTo>
                  <a:lnTo>
                    <a:pt x="1819" y="1988"/>
                  </a:lnTo>
                  <a:lnTo>
                    <a:pt x="1817" y="2001"/>
                  </a:lnTo>
                  <a:lnTo>
                    <a:pt x="1816" y="2014"/>
                  </a:lnTo>
                  <a:lnTo>
                    <a:pt x="1816" y="2029"/>
                  </a:lnTo>
                  <a:lnTo>
                    <a:pt x="1816" y="2042"/>
                  </a:lnTo>
                  <a:lnTo>
                    <a:pt x="1815" y="2055"/>
                  </a:lnTo>
                  <a:lnTo>
                    <a:pt x="1812" y="2068"/>
                  </a:lnTo>
                  <a:lnTo>
                    <a:pt x="1807" y="2078"/>
                  </a:lnTo>
                  <a:lnTo>
                    <a:pt x="1798" y="2086"/>
                  </a:lnTo>
                  <a:lnTo>
                    <a:pt x="1798" y="2086"/>
                  </a:lnTo>
                  <a:lnTo>
                    <a:pt x="1787" y="2093"/>
                  </a:lnTo>
                  <a:lnTo>
                    <a:pt x="1774" y="2100"/>
                  </a:lnTo>
                  <a:lnTo>
                    <a:pt x="1762" y="2107"/>
                  </a:lnTo>
                  <a:lnTo>
                    <a:pt x="1750" y="2114"/>
                  </a:lnTo>
                  <a:lnTo>
                    <a:pt x="1740" y="2123"/>
                  </a:lnTo>
                  <a:lnTo>
                    <a:pt x="1730" y="2133"/>
                  </a:lnTo>
                  <a:lnTo>
                    <a:pt x="1723" y="2143"/>
                  </a:lnTo>
                  <a:lnTo>
                    <a:pt x="1719" y="2156"/>
                  </a:lnTo>
                  <a:lnTo>
                    <a:pt x="1719" y="2156"/>
                  </a:lnTo>
                  <a:lnTo>
                    <a:pt x="1714" y="2167"/>
                  </a:lnTo>
                  <a:lnTo>
                    <a:pt x="1705" y="2176"/>
                  </a:lnTo>
                  <a:lnTo>
                    <a:pt x="1693" y="2180"/>
                  </a:lnTo>
                  <a:lnTo>
                    <a:pt x="1679" y="2182"/>
                  </a:lnTo>
                  <a:lnTo>
                    <a:pt x="1664" y="2182"/>
                  </a:lnTo>
                  <a:lnTo>
                    <a:pt x="1651" y="2182"/>
                  </a:lnTo>
                  <a:lnTo>
                    <a:pt x="1640" y="2183"/>
                  </a:lnTo>
                  <a:lnTo>
                    <a:pt x="1632" y="2184"/>
                  </a:lnTo>
                  <a:lnTo>
                    <a:pt x="1632" y="2184"/>
                  </a:lnTo>
                  <a:lnTo>
                    <a:pt x="1626" y="2187"/>
                  </a:lnTo>
                  <a:lnTo>
                    <a:pt x="1619" y="2191"/>
                  </a:lnTo>
                  <a:lnTo>
                    <a:pt x="1611" y="2196"/>
                  </a:lnTo>
                  <a:lnTo>
                    <a:pt x="1602" y="2202"/>
                  </a:lnTo>
                  <a:lnTo>
                    <a:pt x="1593" y="2209"/>
                  </a:lnTo>
                  <a:lnTo>
                    <a:pt x="1583" y="2216"/>
                  </a:lnTo>
                  <a:lnTo>
                    <a:pt x="1574" y="2224"/>
                  </a:lnTo>
                  <a:lnTo>
                    <a:pt x="1565" y="2232"/>
                  </a:lnTo>
                  <a:lnTo>
                    <a:pt x="1565" y="2232"/>
                  </a:lnTo>
                  <a:lnTo>
                    <a:pt x="1557" y="2237"/>
                  </a:lnTo>
                  <a:lnTo>
                    <a:pt x="1550" y="2239"/>
                  </a:lnTo>
                  <a:lnTo>
                    <a:pt x="1543" y="2238"/>
                  </a:lnTo>
                  <a:lnTo>
                    <a:pt x="1536" y="2238"/>
                  </a:lnTo>
                  <a:lnTo>
                    <a:pt x="1528" y="2238"/>
                  </a:lnTo>
                  <a:lnTo>
                    <a:pt x="1521" y="2242"/>
                  </a:lnTo>
                  <a:lnTo>
                    <a:pt x="1514" y="2249"/>
                  </a:lnTo>
                  <a:lnTo>
                    <a:pt x="1506" y="2263"/>
                  </a:lnTo>
                  <a:lnTo>
                    <a:pt x="1506" y="2263"/>
                  </a:lnTo>
                  <a:lnTo>
                    <a:pt x="1499" y="2276"/>
                  </a:lnTo>
                  <a:lnTo>
                    <a:pt x="1495" y="2280"/>
                  </a:lnTo>
                  <a:lnTo>
                    <a:pt x="1492" y="2277"/>
                  </a:lnTo>
                  <a:lnTo>
                    <a:pt x="1490" y="2271"/>
                  </a:lnTo>
                  <a:lnTo>
                    <a:pt x="1487" y="2262"/>
                  </a:lnTo>
                  <a:lnTo>
                    <a:pt x="1483" y="2255"/>
                  </a:lnTo>
                  <a:lnTo>
                    <a:pt x="1479" y="2251"/>
                  </a:lnTo>
                  <a:lnTo>
                    <a:pt x="1472" y="2252"/>
                  </a:lnTo>
                  <a:lnTo>
                    <a:pt x="1472" y="2252"/>
                  </a:lnTo>
                  <a:lnTo>
                    <a:pt x="1465" y="2258"/>
                  </a:lnTo>
                  <a:lnTo>
                    <a:pt x="1460" y="2264"/>
                  </a:lnTo>
                  <a:lnTo>
                    <a:pt x="1455" y="2272"/>
                  </a:lnTo>
                  <a:lnTo>
                    <a:pt x="1449" y="2279"/>
                  </a:lnTo>
                  <a:lnTo>
                    <a:pt x="1440" y="2286"/>
                  </a:lnTo>
                  <a:lnTo>
                    <a:pt x="1428" y="2291"/>
                  </a:lnTo>
                  <a:lnTo>
                    <a:pt x="1411" y="2295"/>
                  </a:lnTo>
                  <a:lnTo>
                    <a:pt x="1389" y="2297"/>
                  </a:lnTo>
                  <a:lnTo>
                    <a:pt x="1389" y="2297"/>
                  </a:lnTo>
                  <a:lnTo>
                    <a:pt x="1365" y="2296"/>
                  </a:lnTo>
                  <a:lnTo>
                    <a:pt x="1345" y="2292"/>
                  </a:lnTo>
                  <a:lnTo>
                    <a:pt x="1328" y="2287"/>
                  </a:lnTo>
                  <a:lnTo>
                    <a:pt x="1314" y="2282"/>
                  </a:lnTo>
                  <a:lnTo>
                    <a:pt x="1300" y="2280"/>
                  </a:lnTo>
                  <a:lnTo>
                    <a:pt x="1287" y="2282"/>
                  </a:lnTo>
                  <a:lnTo>
                    <a:pt x="1271" y="2290"/>
                  </a:lnTo>
                  <a:lnTo>
                    <a:pt x="1254" y="2305"/>
                  </a:lnTo>
                  <a:lnTo>
                    <a:pt x="1254" y="2305"/>
                  </a:lnTo>
                  <a:lnTo>
                    <a:pt x="1238" y="2323"/>
                  </a:lnTo>
                  <a:lnTo>
                    <a:pt x="1225" y="2336"/>
                  </a:lnTo>
                  <a:lnTo>
                    <a:pt x="1216" y="2345"/>
                  </a:lnTo>
                  <a:lnTo>
                    <a:pt x="1210" y="2351"/>
                  </a:lnTo>
                  <a:lnTo>
                    <a:pt x="1204" y="2355"/>
                  </a:lnTo>
                  <a:lnTo>
                    <a:pt x="1198" y="2357"/>
                  </a:lnTo>
                  <a:lnTo>
                    <a:pt x="1191" y="2358"/>
                  </a:lnTo>
                  <a:lnTo>
                    <a:pt x="1181" y="2358"/>
                  </a:lnTo>
                  <a:lnTo>
                    <a:pt x="1181" y="2358"/>
                  </a:lnTo>
                  <a:lnTo>
                    <a:pt x="1171" y="2360"/>
                  </a:lnTo>
                  <a:lnTo>
                    <a:pt x="1164" y="2365"/>
                  </a:lnTo>
                  <a:lnTo>
                    <a:pt x="1157" y="2373"/>
                  </a:lnTo>
                  <a:lnTo>
                    <a:pt x="1153" y="2382"/>
                  </a:lnTo>
                  <a:lnTo>
                    <a:pt x="1149" y="2392"/>
                  </a:lnTo>
                  <a:lnTo>
                    <a:pt x="1147" y="2403"/>
                  </a:lnTo>
                  <a:lnTo>
                    <a:pt x="1145" y="2413"/>
                  </a:lnTo>
                  <a:lnTo>
                    <a:pt x="1145" y="2424"/>
                  </a:lnTo>
                  <a:lnTo>
                    <a:pt x="1145" y="2424"/>
                  </a:lnTo>
                  <a:lnTo>
                    <a:pt x="1144" y="2431"/>
                  </a:lnTo>
                  <a:lnTo>
                    <a:pt x="1139" y="2435"/>
                  </a:lnTo>
                  <a:lnTo>
                    <a:pt x="1132" y="2438"/>
                  </a:lnTo>
                  <a:lnTo>
                    <a:pt x="1123" y="2440"/>
                  </a:lnTo>
                  <a:lnTo>
                    <a:pt x="1113" y="2442"/>
                  </a:lnTo>
                  <a:lnTo>
                    <a:pt x="1102" y="2446"/>
                  </a:lnTo>
                  <a:lnTo>
                    <a:pt x="1090" y="2452"/>
                  </a:lnTo>
                  <a:lnTo>
                    <a:pt x="1077" y="2462"/>
                  </a:lnTo>
                  <a:lnTo>
                    <a:pt x="1077" y="2462"/>
                  </a:lnTo>
                  <a:lnTo>
                    <a:pt x="1064" y="2474"/>
                  </a:lnTo>
                  <a:lnTo>
                    <a:pt x="1051" y="2481"/>
                  </a:lnTo>
                  <a:lnTo>
                    <a:pt x="1037" y="2487"/>
                  </a:lnTo>
                  <a:lnTo>
                    <a:pt x="1021" y="2492"/>
                  </a:lnTo>
                  <a:lnTo>
                    <a:pt x="1007" y="2498"/>
                  </a:lnTo>
                  <a:lnTo>
                    <a:pt x="994" y="2504"/>
                  </a:lnTo>
                  <a:lnTo>
                    <a:pt x="980" y="2512"/>
                  </a:lnTo>
                  <a:lnTo>
                    <a:pt x="968" y="2525"/>
                  </a:lnTo>
                  <a:lnTo>
                    <a:pt x="968" y="2525"/>
                  </a:lnTo>
                  <a:lnTo>
                    <a:pt x="957" y="2536"/>
                  </a:lnTo>
                  <a:lnTo>
                    <a:pt x="946" y="2542"/>
                  </a:lnTo>
                  <a:lnTo>
                    <a:pt x="934" y="2544"/>
                  </a:lnTo>
                  <a:lnTo>
                    <a:pt x="924" y="2544"/>
                  </a:lnTo>
                  <a:lnTo>
                    <a:pt x="916" y="2542"/>
                  </a:lnTo>
                  <a:lnTo>
                    <a:pt x="910" y="2539"/>
                  </a:lnTo>
                  <a:lnTo>
                    <a:pt x="905" y="2537"/>
                  </a:lnTo>
                  <a:lnTo>
                    <a:pt x="904" y="2536"/>
                  </a:lnTo>
                  <a:lnTo>
                    <a:pt x="904" y="2536"/>
                  </a:lnTo>
                  <a:lnTo>
                    <a:pt x="903" y="2537"/>
                  </a:lnTo>
                  <a:lnTo>
                    <a:pt x="900" y="2541"/>
                  </a:lnTo>
                  <a:lnTo>
                    <a:pt x="895" y="2547"/>
                  </a:lnTo>
                  <a:lnTo>
                    <a:pt x="889" y="2553"/>
                  </a:lnTo>
                  <a:lnTo>
                    <a:pt x="881" y="2561"/>
                  </a:lnTo>
                  <a:lnTo>
                    <a:pt x="874" y="2569"/>
                  </a:lnTo>
                  <a:lnTo>
                    <a:pt x="866" y="2577"/>
                  </a:lnTo>
                  <a:lnTo>
                    <a:pt x="859" y="2584"/>
                  </a:lnTo>
                  <a:lnTo>
                    <a:pt x="859" y="2584"/>
                  </a:lnTo>
                  <a:lnTo>
                    <a:pt x="852" y="2590"/>
                  </a:lnTo>
                  <a:lnTo>
                    <a:pt x="845" y="2595"/>
                  </a:lnTo>
                  <a:lnTo>
                    <a:pt x="838" y="2601"/>
                  </a:lnTo>
                  <a:lnTo>
                    <a:pt x="830" y="2606"/>
                  </a:lnTo>
                  <a:lnTo>
                    <a:pt x="825" y="2613"/>
                  </a:lnTo>
                  <a:lnTo>
                    <a:pt x="821" y="2623"/>
                  </a:lnTo>
                  <a:lnTo>
                    <a:pt x="818" y="2633"/>
                  </a:lnTo>
                  <a:lnTo>
                    <a:pt x="817" y="2645"/>
                  </a:lnTo>
                  <a:lnTo>
                    <a:pt x="817" y="2645"/>
                  </a:lnTo>
                  <a:lnTo>
                    <a:pt x="817" y="2656"/>
                  </a:lnTo>
                  <a:lnTo>
                    <a:pt x="816" y="2663"/>
                  </a:lnTo>
                  <a:lnTo>
                    <a:pt x="814" y="2668"/>
                  </a:lnTo>
                  <a:lnTo>
                    <a:pt x="812" y="2670"/>
                  </a:lnTo>
                  <a:lnTo>
                    <a:pt x="809" y="2673"/>
                  </a:lnTo>
                  <a:lnTo>
                    <a:pt x="806" y="2674"/>
                  </a:lnTo>
                  <a:lnTo>
                    <a:pt x="802" y="2677"/>
                  </a:lnTo>
                  <a:lnTo>
                    <a:pt x="798" y="2682"/>
                  </a:lnTo>
                  <a:lnTo>
                    <a:pt x="798" y="2682"/>
                  </a:lnTo>
                  <a:lnTo>
                    <a:pt x="796" y="2689"/>
                  </a:lnTo>
                  <a:lnTo>
                    <a:pt x="798" y="2699"/>
                  </a:lnTo>
                  <a:lnTo>
                    <a:pt x="801" y="2709"/>
                  </a:lnTo>
                  <a:lnTo>
                    <a:pt x="805" y="2719"/>
                  </a:lnTo>
                  <a:lnTo>
                    <a:pt x="808" y="2729"/>
                  </a:lnTo>
                  <a:lnTo>
                    <a:pt x="807" y="2737"/>
                  </a:lnTo>
                  <a:lnTo>
                    <a:pt x="803" y="2743"/>
                  </a:lnTo>
                  <a:lnTo>
                    <a:pt x="792" y="2746"/>
                  </a:lnTo>
                  <a:lnTo>
                    <a:pt x="792" y="2746"/>
                  </a:lnTo>
                  <a:lnTo>
                    <a:pt x="781" y="2747"/>
                  </a:lnTo>
                  <a:lnTo>
                    <a:pt x="780" y="2747"/>
                  </a:lnTo>
                  <a:lnTo>
                    <a:pt x="785" y="2747"/>
                  </a:lnTo>
                  <a:lnTo>
                    <a:pt x="797" y="2746"/>
                  </a:lnTo>
                  <a:lnTo>
                    <a:pt x="812" y="2746"/>
                  </a:lnTo>
                  <a:lnTo>
                    <a:pt x="829" y="2746"/>
                  </a:lnTo>
                  <a:lnTo>
                    <a:pt x="848" y="2747"/>
                  </a:lnTo>
                  <a:lnTo>
                    <a:pt x="865" y="2749"/>
                  </a:lnTo>
                  <a:lnTo>
                    <a:pt x="865" y="2749"/>
                  </a:lnTo>
                  <a:lnTo>
                    <a:pt x="877" y="2752"/>
                  </a:lnTo>
                  <a:lnTo>
                    <a:pt x="881" y="2757"/>
                  </a:lnTo>
                  <a:lnTo>
                    <a:pt x="880" y="2764"/>
                  </a:lnTo>
                  <a:lnTo>
                    <a:pt x="874" y="2774"/>
                  </a:lnTo>
                  <a:lnTo>
                    <a:pt x="867" y="2784"/>
                  </a:lnTo>
                  <a:lnTo>
                    <a:pt x="860" y="2796"/>
                  </a:lnTo>
                  <a:lnTo>
                    <a:pt x="855" y="2808"/>
                  </a:lnTo>
                  <a:lnTo>
                    <a:pt x="854" y="2823"/>
                  </a:lnTo>
                  <a:lnTo>
                    <a:pt x="854" y="2823"/>
                  </a:lnTo>
                  <a:lnTo>
                    <a:pt x="853" y="2837"/>
                  </a:lnTo>
                  <a:lnTo>
                    <a:pt x="848" y="2850"/>
                  </a:lnTo>
                  <a:lnTo>
                    <a:pt x="840" y="2863"/>
                  </a:lnTo>
                  <a:lnTo>
                    <a:pt x="830" y="2875"/>
                  </a:lnTo>
                  <a:lnTo>
                    <a:pt x="823" y="2887"/>
                  </a:lnTo>
                  <a:lnTo>
                    <a:pt x="818" y="2897"/>
                  </a:lnTo>
                  <a:lnTo>
                    <a:pt x="818" y="2907"/>
                  </a:lnTo>
                  <a:lnTo>
                    <a:pt x="825" y="2917"/>
                  </a:lnTo>
                  <a:lnTo>
                    <a:pt x="825" y="2917"/>
                  </a:lnTo>
                  <a:lnTo>
                    <a:pt x="833" y="2929"/>
                  </a:lnTo>
                  <a:lnTo>
                    <a:pt x="836" y="2943"/>
                  </a:lnTo>
                  <a:lnTo>
                    <a:pt x="835" y="2958"/>
                  </a:lnTo>
                  <a:lnTo>
                    <a:pt x="833" y="2974"/>
                  </a:lnTo>
                  <a:lnTo>
                    <a:pt x="830" y="2988"/>
                  </a:lnTo>
                  <a:lnTo>
                    <a:pt x="829" y="3001"/>
                  </a:lnTo>
                  <a:lnTo>
                    <a:pt x="829" y="3011"/>
                  </a:lnTo>
                  <a:lnTo>
                    <a:pt x="833" y="3016"/>
                  </a:lnTo>
                  <a:lnTo>
                    <a:pt x="833" y="3016"/>
                  </a:lnTo>
                  <a:lnTo>
                    <a:pt x="840" y="3021"/>
                  </a:lnTo>
                  <a:lnTo>
                    <a:pt x="846" y="3032"/>
                  </a:lnTo>
                  <a:lnTo>
                    <a:pt x="851" y="3044"/>
                  </a:lnTo>
                  <a:lnTo>
                    <a:pt x="855" y="3058"/>
                  </a:lnTo>
                  <a:lnTo>
                    <a:pt x="858" y="3074"/>
                  </a:lnTo>
                  <a:lnTo>
                    <a:pt x="860" y="3088"/>
                  </a:lnTo>
                  <a:lnTo>
                    <a:pt x="860" y="3100"/>
                  </a:lnTo>
                  <a:lnTo>
                    <a:pt x="859" y="3109"/>
                  </a:lnTo>
                  <a:lnTo>
                    <a:pt x="859" y="3109"/>
                  </a:lnTo>
                  <a:lnTo>
                    <a:pt x="856" y="3116"/>
                  </a:lnTo>
                  <a:lnTo>
                    <a:pt x="852" y="3122"/>
                  </a:lnTo>
                  <a:lnTo>
                    <a:pt x="847" y="3127"/>
                  </a:lnTo>
                  <a:lnTo>
                    <a:pt x="841" y="3130"/>
                  </a:lnTo>
                  <a:lnTo>
                    <a:pt x="833" y="3130"/>
                  </a:lnTo>
                  <a:lnTo>
                    <a:pt x="827" y="3128"/>
                  </a:lnTo>
                  <a:lnTo>
                    <a:pt x="822" y="3122"/>
                  </a:lnTo>
                  <a:lnTo>
                    <a:pt x="817" y="3114"/>
                  </a:lnTo>
                  <a:lnTo>
                    <a:pt x="817" y="3114"/>
                  </a:lnTo>
                  <a:lnTo>
                    <a:pt x="813" y="3105"/>
                  </a:lnTo>
                  <a:lnTo>
                    <a:pt x="811" y="3097"/>
                  </a:lnTo>
                  <a:lnTo>
                    <a:pt x="809" y="3091"/>
                  </a:lnTo>
                  <a:lnTo>
                    <a:pt x="809" y="3085"/>
                  </a:lnTo>
                  <a:lnTo>
                    <a:pt x="808" y="3081"/>
                  </a:lnTo>
                  <a:lnTo>
                    <a:pt x="809" y="3076"/>
                  </a:lnTo>
                  <a:lnTo>
                    <a:pt x="810" y="3071"/>
                  </a:lnTo>
                  <a:lnTo>
                    <a:pt x="812" y="3067"/>
                  </a:lnTo>
                  <a:lnTo>
                    <a:pt x="812" y="3067"/>
                  </a:lnTo>
                  <a:lnTo>
                    <a:pt x="813" y="3062"/>
                  </a:lnTo>
                  <a:lnTo>
                    <a:pt x="811" y="3057"/>
                  </a:lnTo>
                  <a:lnTo>
                    <a:pt x="809" y="3052"/>
                  </a:lnTo>
                  <a:lnTo>
                    <a:pt x="805" y="3047"/>
                  </a:lnTo>
                  <a:lnTo>
                    <a:pt x="802" y="3043"/>
                  </a:lnTo>
                  <a:lnTo>
                    <a:pt x="798" y="3039"/>
                  </a:lnTo>
                  <a:lnTo>
                    <a:pt x="796" y="3037"/>
                  </a:lnTo>
                  <a:lnTo>
                    <a:pt x="795" y="3036"/>
                  </a:lnTo>
                  <a:lnTo>
                    <a:pt x="795" y="3036"/>
                  </a:lnTo>
                  <a:lnTo>
                    <a:pt x="795" y="3033"/>
                  </a:lnTo>
                  <a:lnTo>
                    <a:pt x="796" y="3025"/>
                  </a:lnTo>
                  <a:lnTo>
                    <a:pt x="796" y="3013"/>
                  </a:lnTo>
                  <a:lnTo>
                    <a:pt x="795" y="3002"/>
                  </a:lnTo>
                  <a:lnTo>
                    <a:pt x="792" y="2993"/>
                  </a:lnTo>
                  <a:lnTo>
                    <a:pt x="785" y="2988"/>
                  </a:lnTo>
                  <a:lnTo>
                    <a:pt x="775" y="2989"/>
                  </a:lnTo>
                  <a:lnTo>
                    <a:pt x="761" y="2999"/>
                  </a:lnTo>
                  <a:lnTo>
                    <a:pt x="761" y="2999"/>
                  </a:lnTo>
                  <a:lnTo>
                    <a:pt x="748" y="3013"/>
                  </a:lnTo>
                  <a:lnTo>
                    <a:pt x="740" y="3027"/>
                  </a:lnTo>
                  <a:lnTo>
                    <a:pt x="738" y="3038"/>
                  </a:lnTo>
                  <a:lnTo>
                    <a:pt x="739" y="3046"/>
                  </a:lnTo>
                  <a:lnTo>
                    <a:pt x="743" y="3053"/>
                  </a:lnTo>
                  <a:lnTo>
                    <a:pt x="749" y="3056"/>
                  </a:lnTo>
                  <a:lnTo>
                    <a:pt x="755" y="3056"/>
                  </a:lnTo>
                  <a:lnTo>
                    <a:pt x="761" y="3053"/>
                  </a:lnTo>
                  <a:lnTo>
                    <a:pt x="761" y="3053"/>
                  </a:lnTo>
                  <a:lnTo>
                    <a:pt x="765" y="3050"/>
                  </a:lnTo>
                  <a:lnTo>
                    <a:pt x="768" y="3052"/>
                  </a:lnTo>
                  <a:lnTo>
                    <a:pt x="770" y="3057"/>
                  </a:lnTo>
                  <a:lnTo>
                    <a:pt x="770" y="3064"/>
                  </a:lnTo>
                  <a:lnTo>
                    <a:pt x="770" y="3072"/>
                  </a:lnTo>
                  <a:lnTo>
                    <a:pt x="770" y="3080"/>
                  </a:lnTo>
                  <a:lnTo>
                    <a:pt x="769" y="3085"/>
                  </a:lnTo>
                  <a:lnTo>
                    <a:pt x="769" y="3087"/>
                  </a:lnTo>
                  <a:lnTo>
                    <a:pt x="769" y="3087"/>
                  </a:lnTo>
                  <a:lnTo>
                    <a:pt x="767" y="3088"/>
                  </a:lnTo>
                  <a:lnTo>
                    <a:pt x="762" y="3090"/>
                  </a:lnTo>
                  <a:lnTo>
                    <a:pt x="755" y="3094"/>
                  </a:lnTo>
                  <a:lnTo>
                    <a:pt x="747" y="3097"/>
                  </a:lnTo>
                  <a:lnTo>
                    <a:pt x="738" y="3099"/>
                  </a:lnTo>
                  <a:lnTo>
                    <a:pt x="729" y="3100"/>
                  </a:lnTo>
                  <a:lnTo>
                    <a:pt x="721" y="3099"/>
                  </a:lnTo>
                  <a:lnTo>
                    <a:pt x="716" y="3095"/>
                  </a:lnTo>
                  <a:lnTo>
                    <a:pt x="716" y="3095"/>
                  </a:lnTo>
                  <a:lnTo>
                    <a:pt x="713" y="3093"/>
                  </a:lnTo>
                  <a:lnTo>
                    <a:pt x="713" y="3097"/>
                  </a:lnTo>
                  <a:lnTo>
                    <a:pt x="715" y="3106"/>
                  </a:lnTo>
                  <a:lnTo>
                    <a:pt x="716" y="3117"/>
                  </a:lnTo>
                  <a:lnTo>
                    <a:pt x="717" y="3130"/>
                  </a:lnTo>
                  <a:lnTo>
                    <a:pt x="715" y="3141"/>
                  </a:lnTo>
                  <a:lnTo>
                    <a:pt x="711" y="3150"/>
                  </a:lnTo>
                  <a:lnTo>
                    <a:pt x="702" y="3154"/>
                  </a:lnTo>
                  <a:lnTo>
                    <a:pt x="702" y="3154"/>
                  </a:lnTo>
                  <a:lnTo>
                    <a:pt x="692" y="3156"/>
                  </a:lnTo>
                  <a:lnTo>
                    <a:pt x="684" y="3160"/>
                  </a:lnTo>
                  <a:lnTo>
                    <a:pt x="680" y="3165"/>
                  </a:lnTo>
                  <a:lnTo>
                    <a:pt x="678" y="3171"/>
                  </a:lnTo>
                  <a:lnTo>
                    <a:pt x="679" y="3178"/>
                  </a:lnTo>
                  <a:lnTo>
                    <a:pt x="684" y="3184"/>
                  </a:lnTo>
                  <a:lnTo>
                    <a:pt x="692" y="3189"/>
                  </a:lnTo>
                  <a:lnTo>
                    <a:pt x="702" y="3193"/>
                  </a:lnTo>
                  <a:lnTo>
                    <a:pt x="702" y="3193"/>
                  </a:lnTo>
                  <a:lnTo>
                    <a:pt x="711" y="3196"/>
                  </a:lnTo>
                  <a:lnTo>
                    <a:pt x="716" y="3199"/>
                  </a:lnTo>
                  <a:lnTo>
                    <a:pt x="719" y="3202"/>
                  </a:lnTo>
                  <a:lnTo>
                    <a:pt x="722" y="3205"/>
                  </a:lnTo>
                  <a:lnTo>
                    <a:pt x="725" y="3210"/>
                  </a:lnTo>
                  <a:lnTo>
                    <a:pt x="730" y="3217"/>
                  </a:lnTo>
                  <a:lnTo>
                    <a:pt x="741" y="3228"/>
                  </a:lnTo>
                  <a:lnTo>
                    <a:pt x="756" y="3241"/>
                  </a:lnTo>
                  <a:lnTo>
                    <a:pt x="756" y="3241"/>
                  </a:lnTo>
                  <a:lnTo>
                    <a:pt x="772" y="3254"/>
                  </a:lnTo>
                  <a:lnTo>
                    <a:pt x="785" y="3263"/>
                  </a:lnTo>
                  <a:lnTo>
                    <a:pt x="796" y="3270"/>
                  </a:lnTo>
                  <a:lnTo>
                    <a:pt x="804" y="3275"/>
                  </a:lnTo>
                  <a:lnTo>
                    <a:pt x="811" y="3276"/>
                  </a:lnTo>
                  <a:lnTo>
                    <a:pt x="818" y="3276"/>
                  </a:lnTo>
                  <a:lnTo>
                    <a:pt x="826" y="3273"/>
                  </a:lnTo>
                  <a:lnTo>
                    <a:pt x="836" y="3269"/>
                  </a:lnTo>
                  <a:lnTo>
                    <a:pt x="836" y="3269"/>
                  </a:lnTo>
                  <a:lnTo>
                    <a:pt x="844" y="3267"/>
                  </a:lnTo>
                  <a:lnTo>
                    <a:pt x="848" y="3266"/>
                  </a:lnTo>
                  <a:lnTo>
                    <a:pt x="849" y="3268"/>
                  </a:lnTo>
                  <a:lnTo>
                    <a:pt x="849" y="3271"/>
                  </a:lnTo>
                  <a:lnTo>
                    <a:pt x="850" y="3276"/>
                  </a:lnTo>
                  <a:lnTo>
                    <a:pt x="853" y="3282"/>
                  </a:lnTo>
                  <a:lnTo>
                    <a:pt x="859" y="3288"/>
                  </a:lnTo>
                  <a:lnTo>
                    <a:pt x="869" y="3295"/>
                  </a:lnTo>
                  <a:lnTo>
                    <a:pt x="869" y="3295"/>
                  </a:lnTo>
                  <a:lnTo>
                    <a:pt x="869" y="3296"/>
                  </a:lnTo>
                  <a:lnTo>
                    <a:pt x="869" y="3296"/>
                  </a:lnTo>
                  <a:lnTo>
                    <a:pt x="869" y="3296"/>
                  </a:lnTo>
                  <a:lnTo>
                    <a:pt x="869" y="3296"/>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93" name=""/>
            <p:cNvSpPr/>
            <p:nvPr/>
          </p:nvSpPr>
          <p:spPr>
            <a:xfrm>
              <a:off x="394200" y="2889000"/>
              <a:ext cx="335880" cy="309960"/>
            </a:xfrm>
            <a:custGeom>
              <a:avLst/>
              <a:gdLst/>
              <a:ahLst/>
              <a:rect l="l" t="t" r="r" b="b"/>
              <a:pathLst>
                <a:path w="1875" h="1917">
                  <a:moveTo>
                    <a:pt x="1699" y="0"/>
                  </a:moveTo>
                  <a:lnTo>
                    <a:pt x="1707" y="5"/>
                  </a:lnTo>
                  <a:lnTo>
                    <a:pt x="1714" y="11"/>
                  </a:lnTo>
                  <a:lnTo>
                    <a:pt x="1718" y="17"/>
                  </a:lnTo>
                  <a:lnTo>
                    <a:pt x="1720" y="23"/>
                  </a:lnTo>
                  <a:lnTo>
                    <a:pt x="1721" y="34"/>
                  </a:lnTo>
                  <a:lnTo>
                    <a:pt x="1721" y="46"/>
                  </a:lnTo>
                  <a:lnTo>
                    <a:pt x="1722" y="56"/>
                  </a:lnTo>
                  <a:lnTo>
                    <a:pt x="1723" y="64"/>
                  </a:lnTo>
                  <a:lnTo>
                    <a:pt x="1725" y="72"/>
                  </a:lnTo>
                  <a:lnTo>
                    <a:pt x="1730" y="77"/>
                  </a:lnTo>
                  <a:lnTo>
                    <a:pt x="1737" y="81"/>
                  </a:lnTo>
                  <a:lnTo>
                    <a:pt x="1749" y="82"/>
                  </a:lnTo>
                  <a:lnTo>
                    <a:pt x="1762" y="82"/>
                  </a:lnTo>
                  <a:lnTo>
                    <a:pt x="1774" y="81"/>
                  </a:lnTo>
                  <a:lnTo>
                    <a:pt x="1786" y="81"/>
                  </a:lnTo>
                  <a:lnTo>
                    <a:pt x="1798" y="82"/>
                  </a:lnTo>
                  <a:lnTo>
                    <a:pt x="1808" y="85"/>
                  </a:lnTo>
                  <a:lnTo>
                    <a:pt x="1818" y="90"/>
                  </a:lnTo>
                  <a:lnTo>
                    <a:pt x="1827" y="99"/>
                  </a:lnTo>
                  <a:lnTo>
                    <a:pt x="1834" y="111"/>
                  </a:lnTo>
                  <a:lnTo>
                    <a:pt x="1840" y="126"/>
                  </a:lnTo>
                  <a:lnTo>
                    <a:pt x="1844" y="143"/>
                  </a:lnTo>
                  <a:lnTo>
                    <a:pt x="1845" y="162"/>
                  </a:lnTo>
                  <a:lnTo>
                    <a:pt x="1846" y="179"/>
                  </a:lnTo>
                  <a:lnTo>
                    <a:pt x="1845" y="196"/>
                  </a:lnTo>
                  <a:lnTo>
                    <a:pt x="1844" y="209"/>
                  </a:lnTo>
                  <a:lnTo>
                    <a:pt x="1842" y="218"/>
                  </a:lnTo>
                  <a:lnTo>
                    <a:pt x="1842" y="221"/>
                  </a:lnTo>
                  <a:lnTo>
                    <a:pt x="1843" y="222"/>
                  </a:lnTo>
                  <a:lnTo>
                    <a:pt x="1846" y="225"/>
                  </a:lnTo>
                  <a:lnTo>
                    <a:pt x="1851" y="229"/>
                  </a:lnTo>
                  <a:lnTo>
                    <a:pt x="1856" y="235"/>
                  </a:lnTo>
                  <a:lnTo>
                    <a:pt x="1861" y="242"/>
                  </a:lnTo>
                  <a:lnTo>
                    <a:pt x="1867" y="252"/>
                  </a:lnTo>
                  <a:lnTo>
                    <a:pt x="1871" y="263"/>
                  </a:lnTo>
                  <a:lnTo>
                    <a:pt x="1875" y="274"/>
                  </a:lnTo>
                  <a:lnTo>
                    <a:pt x="1875" y="287"/>
                  </a:lnTo>
                  <a:lnTo>
                    <a:pt x="1871" y="302"/>
                  </a:lnTo>
                  <a:lnTo>
                    <a:pt x="1864" y="316"/>
                  </a:lnTo>
                  <a:lnTo>
                    <a:pt x="1856" y="330"/>
                  </a:lnTo>
                  <a:lnTo>
                    <a:pt x="1846" y="343"/>
                  </a:lnTo>
                  <a:lnTo>
                    <a:pt x="1839" y="357"/>
                  </a:lnTo>
                  <a:lnTo>
                    <a:pt x="1834" y="368"/>
                  </a:lnTo>
                  <a:lnTo>
                    <a:pt x="1834" y="378"/>
                  </a:lnTo>
                  <a:lnTo>
                    <a:pt x="1834" y="387"/>
                  </a:lnTo>
                  <a:lnTo>
                    <a:pt x="1831" y="398"/>
                  </a:lnTo>
                  <a:lnTo>
                    <a:pt x="1826" y="407"/>
                  </a:lnTo>
                  <a:lnTo>
                    <a:pt x="1819" y="416"/>
                  </a:lnTo>
                  <a:lnTo>
                    <a:pt x="1812" y="424"/>
                  </a:lnTo>
                  <a:lnTo>
                    <a:pt x="1806" y="430"/>
                  </a:lnTo>
                  <a:lnTo>
                    <a:pt x="1802" y="434"/>
                  </a:lnTo>
                  <a:lnTo>
                    <a:pt x="1800" y="435"/>
                  </a:lnTo>
                  <a:lnTo>
                    <a:pt x="1798" y="436"/>
                  </a:lnTo>
                  <a:lnTo>
                    <a:pt x="1791" y="439"/>
                  </a:lnTo>
                  <a:lnTo>
                    <a:pt x="1783" y="445"/>
                  </a:lnTo>
                  <a:lnTo>
                    <a:pt x="1774" y="453"/>
                  </a:lnTo>
                  <a:lnTo>
                    <a:pt x="1766" y="462"/>
                  </a:lnTo>
                  <a:lnTo>
                    <a:pt x="1759" y="472"/>
                  </a:lnTo>
                  <a:lnTo>
                    <a:pt x="1757" y="484"/>
                  </a:lnTo>
                  <a:lnTo>
                    <a:pt x="1759" y="499"/>
                  </a:lnTo>
                  <a:lnTo>
                    <a:pt x="1765" y="514"/>
                  </a:lnTo>
                  <a:lnTo>
                    <a:pt x="1771" y="530"/>
                  </a:lnTo>
                  <a:lnTo>
                    <a:pt x="1777" y="545"/>
                  </a:lnTo>
                  <a:lnTo>
                    <a:pt x="1781" y="561"/>
                  </a:lnTo>
                  <a:lnTo>
                    <a:pt x="1783" y="576"/>
                  </a:lnTo>
                  <a:lnTo>
                    <a:pt x="1781" y="588"/>
                  </a:lnTo>
                  <a:lnTo>
                    <a:pt x="1776" y="600"/>
                  </a:lnTo>
                  <a:lnTo>
                    <a:pt x="1765" y="609"/>
                  </a:lnTo>
                  <a:lnTo>
                    <a:pt x="1750" y="616"/>
                  </a:lnTo>
                  <a:lnTo>
                    <a:pt x="1733" y="621"/>
                  </a:lnTo>
                  <a:lnTo>
                    <a:pt x="1715" y="625"/>
                  </a:lnTo>
                  <a:lnTo>
                    <a:pt x="1699" y="627"/>
                  </a:lnTo>
                  <a:lnTo>
                    <a:pt x="1682" y="629"/>
                  </a:lnTo>
                  <a:lnTo>
                    <a:pt x="1670" y="630"/>
                  </a:lnTo>
                  <a:lnTo>
                    <a:pt x="1662" y="631"/>
                  </a:lnTo>
                  <a:lnTo>
                    <a:pt x="1659" y="631"/>
                  </a:lnTo>
                  <a:lnTo>
                    <a:pt x="1656" y="631"/>
                  </a:lnTo>
                  <a:lnTo>
                    <a:pt x="1647" y="631"/>
                  </a:lnTo>
                  <a:lnTo>
                    <a:pt x="1636" y="630"/>
                  </a:lnTo>
                  <a:lnTo>
                    <a:pt x="1622" y="628"/>
                  </a:lnTo>
                  <a:lnTo>
                    <a:pt x="1607" y="626"/>
                  </a:lnTo>
                  <a:lnTo>
                    <a:pt x="1591" y="622"/>
                  </a:lnTo>
                  <a:lnTo>
                    <a:pt x="1578" y="616"/>
                  </a:lnTo>
                  <a:lnTo>
                    <a:pt x="1567" y="609"/>
                  </a:lnTo>
                  <a:lnTo>
                    <a:pt x="1558" y="602"/>
                  </a:lnTo>
                  <a:lnTo>
                    <a:pt x="1549" y="598"/>
                  </a:lnTo>
                  <a:lnTo>
                    <a:pt x="1540" y="596"/>
                  </a:lnTo>
                  <a:lnTo>
                    <a:pt x="1533" y="598"/>
                  </a:lnTo>
                  <a:lnTo>
                    <a:pt x="1525" y="602"/>
                  </a:lnTo>
                  <a:lnTo>
                    <a:pt x="1518" y="607"/>
                  </a:lnTo>
                  <a:lnTo>
                    <a:pt x="1510" y="613"/>
                  </a:lnTo>
                  <a:lnTo>
                    <a:pt x="1502" y="621"/>
                  </a:lnTo>
                  <a:lnTo>
                    <a:pt x="1494" y="630"/>
                  </a:lnTo>
                  <a:lnTo>
                    <a:pt x="1488" y="640"/>
                  </a:lnTo>
                  <a:lnTo>
                    <a:pt x="1484" y="651"/>
                  </a:lnTo>
                  <a:lnTo>
                    <a:pt x="1482" y="661"/>
                  </a:lnTo>
                  <a:lnTo>
                    <a:pt x="1481" y="671"/>
                  </a:lnTo>
                  <a:lnTo>
                    <a:pt x="1481" y="681"/>
                  </a:lnTo>
                  <a:lnTo>
                    <a:pt x="1482" y="689"/>
                  </a:lnTo>
                  <a:lnTo>
                    <a:pt x="1485" y="696"/>
                  </a:lnTo>
                  <a:lnTo>
                    <a:pt x="1489" y="703"/>
                  </a:lnTo>
                  <a:lnTo>
                    <a:pt x="1494" y="709"/>
                  </a:lnTo>
                  <a:lnTo>
                    <a:pt x="1501" y="714"/>
                  </a:lnTo>
                  <a:lnTo>
                    <a:pt x="1507" y="719"/>
                  </a:lnTo>
                  <a:lnTo>
                    <a:pt x="1513" y="723"/>
                  </a:lnTo>
                  <a:lnTo>
                    <a:pt x="1518" y="726"/>
                  </a:lnTo>
                  <a:lnTo>
                    <a:pt x="1521" y="728"/>
                  </a:lnTo>
                  <a:lnTo>
                    <a:pt x="1522" y="729"/>
                  </a:lnTo>
                  <a:lnTo>
                    <a:pt x="1479" y="766"/>
                  </a:lnTo>
                  <a:lnTo>
                    <a:pt x="1477" y="768"/>
                  </a:lnTo>
                  <a:lnTo>
                    <a:pt x="1473" y="773"/>
                  </a:lnTo>
                  <a:lnTo>
                    <a:pt x="1466" y="780"/>
                  </a:lnTo>
                  <a:lnTo>
                    <a:pt x="1457" y="788"/>
                  </a:lnTo>
                  <a:lnTo>
                    <a:pt x="1446" y="796"/>
                  </a:lnTo>
                  <a:lnTo>
                    <a:pt x="1436" y="804"/>
                  </a:lnTo>
                  <a:lnTo>
                    <a:pt x="1426" y="809"/>
                  </a:lnTo>
                  <a:lnTo>
                    <a:pt x="1416" y="811"/>
                  </a:lnTo>
                  <a:lnTo>
                    <a:pt x="1405" y="812"/>
                  </a:lnTo>
                  <a:lnTo>
                    <a:pt x="1391" y="813"/>
                  </a:lnTo>
                  <a:lnTo>
                    <a:pt x="1378" y="816"/>
                  </a:lnTo>
                  <a:lnTo>
                    <a:pt x="1368" y="819"/>
                  </a:lnTo>
                  <a:lnTo>
                    <a:pt x="1361" y="823"/>
                  </a:lnTo>
                  <a:lnTo>
                    <a:pt x="1359" y="827"/>
                  </a:lnTo>
                  <a:lnTo>
                    <a:pt x="1365" y="832"/>
                  </a:lnTo>
                  <a:lnTo>
                    <a:pt x="1379" y="837"/>
                  </a:lnTo>
                  <a:lnTo>
                    <a:pt x="1396" y="844"/>
                  </a:lnTo>
                  <a:lnTo>
                    <a:pt x="1409" y="857"/>
                  </a:lnTo>
                  <a:lnTo>
                    <a:pt x="1417" y="872"/>
                  </a:lnTo>
                  <a:lnTo>
                    <a:pt x="1422" y="888"/>
                  </a:lnTo>
                  <a:lnTo>
                    <a:pt x="1424" y="905"/>
                  </a:lnTo>
                  <a:lnTo>
                    <a:pt x="1424" y="918"/>
                  </a:lnTo>
                  <a:lnTo>
                    <a:pt x="1424" y="928"/>
                  </a:lnTo>
                  <a:lnTo>
                    <a:pt x="1424" y="931"/>
                  </a:lnTo>
                  <a:lnTo>
                    <a:pt x="1410" y="980"/>
                  </a:lnTo>
                  <a:lnTo>
                    <a:pt x="1395" y="1027"/>
                  </a:lnTo>
                  <a:lnTo>
                    <a:pt x="1397" y="1026"/>
                  </a:lnTo>
                  <a:lnTo>
                    <a:pt x="1404" y="1025"/>
                  </a:lnTo>
                  <a:lnTo>
                    <a:pt x="1411" y="1024"/>
                  </a:lnTo>
                  <a:lnTo>
                    <a:pt x="1421" y="1023"/>
                  </a:lnTo>
                  <a:lnTo>
                    <a:pt x="1430" y="1023"/>
                  </a:lnTo>
                  <a:lnTo>
                    <a:pt x="1438" y="1024"/>
                  </a:lnTo>
                  <a:lnTo>
                    <a:pt x="1445" y="1028"/>
                  </a:lnTo>
                  <a:lnTo>
                    <a:pt x="1449" y="1035"/>
                  </a:lnTo>
                  <a:lnTo>
                    <a:pt x="1449" y="1044"/>
                  </a:lnTo>
                  <a:lnTo>
                    <a:pt x="1450" y="1057"/>
                  </a:lnTo>
                  <a:lnTo>
                    <a:pt x="1449" y="1068"/>
                  </a:lnTo>
                  <a:lnTo>
                    <a:pt x="1449" y="1080"/>
                  </a:lnTo>
                  <a:lnTo>
                    <a:pt x="1447" y="1091"/>
                  </a:lnTo>
                  <a:lnTo>
                    <a:pt x="1447" y="1101"/>
                  </a:lnTo>
                  <a:lnTo>
                    <a:pt x="1446" y="1107"/>
                  </a:lnTo>
                  <a:lnTo>
                    <a:pt x="1446" y="1109"/>
                  </a:lnTo>
                  <a:lnTo>
                    <a:pt x="1450" y="1111"/>
                  </a:lnTo>
                  <a:lnTo>
                    <a:pt x="1458" y="1117"/>
                  </a:lnTo>
                  <a:lnTo>
                    <a:pt x="1466" y="1125"/>
                  </a:lnTo>
                  <a:lnTo>
                    <a:pt x="1473" y="1135"/>
                  </a:lnTo>
                  <a:lnTo>
                    <a:pt x="1473" y="1141"/>
                  </a:lnTo>
                  <a:lnTo>
                    <a:pt x="1470" y="1148"/>
                  </a:lnTo>
                  <a:lnTo>
                    <a:pt x="1464" y="1157"/>
                  </a:lnTo>
                  <a:lnTo>
                    <a:pt x="1456" y="1166"/>
                  </a:lnTo>
                  <a:lnTo>
                    <a:pt x="1447" y="1175"/>
                  </a:lnTo>
                  <a:lnTo>
                    <a:pt x="1439" y="1184"/>
                  </a:lnTo>
                  <a:lnTo>
                    <a:pt x="1432" y="1192"/>
                  </a:lnTo>
                  <a:lnTo>
                    <a:pt x="1428" y="1198"/>
                  </a:lnTo>
                  <a:lnTo>
                    <a:pt x="1427" y="1204"/>
                  </a:lnTo>
                  <a:lnTo>
                    <a:pt x="1431" y="1208"/>
                  </a:lnTo>
                  <a:lnTo>
                    <a:pt x="1437" y="1212"/>
                  </a:lnTo>
                  <a:lnTo>
                    <a:pt x="1445" y="1215"/>
                  </a:lnTo>
                  <a:lnTo>
                    <a:pt x="1455" y="1218"/>
                  </a:lnTo>
                  <a:lnTo>
                    <a:pt x="1465" y="1220"/>
                  </a:lnTo>
                  <a:lnTo>
                    <a:pt x="1474" y="1221"/>
                  </a:lnTo>
                  <a:lnTo>
                    <a:pt x="1481" y="1221"/>
                  </a:lnTo>
                  <a:lnTo>
                    <a:pt x="1490" y="1223"/>
                  </a:lnTo>
                  <a:lnTo>
                    <a:pt x="1503" y="1230"/>
                  </a:lnTo>
                  <a:lnTo>
                    <a:pt x="1516" y="1239"/>
                  </a:lnTo>
                  <a:lnTo>
                    <a:pt x="1531" y="1251"/>
                  </a:lnTo>
                  <a:lnTo>
                    <a:pt x="1544" y="1262"/>
                  </a:lnTo>
                  <a:lnTo>
                    <a:pt x="1556" y="1271"/>
                  </a:lnTo>
                  <a:lnTo>
                    <a:pt x="1564" y="1278"/>
                  </a:lnTo>
                  <a:lnTo>
                    <a:pt x="1567" y="1280"/>
                  </a:lnTo>
                  <a:lnTo>
                    <a:pt x="1568" y="1278"/>
                  </a:lnTo>
                  <a:lnTo>
                    <a:pt x="1571" y="1274"/>
                  </a:lnTo>
                  <a:lnTo>
                    <a:pt x="1575" y="1269"/>
                  </a:lnTo>
                  <a:lnTo>
                    <a:pt x="1580" y="1263"/>
                  </a:lnTo>
                  <a:lnTo>
                    <a:pt x="1586" y="1260"/>
                  </a:lnTo>
                  <a:lnTo>
                    <a:pt x="1591" y="1259"/>
                  </a:lnTo>
                  <a:lnTo>
                    <a:pt x="1597" y="1263"/>
                  </a:lnTo>
                  <a:lnTo>
                    <a:pt x="1602" y="1272"/>
                  </a:lnTo>
                  <a:lnTo>
                    <a:pt x="1605" y="1284"/>
                  </a:lnTo>
                  <a:lnTo>
                    <a:pt x="1606" y="1293"/>
                  </a:lnTo>
                  <a:lnTo>
                    <a:pt x="1605" y="1300"/>
                  </a:lnTo>
                  <a:lnTo>
                    <a:pt x="1604" y="1306"/>
                  </a:lnTo>
                  <a:lnTo>
                    <a:pt x="1603" y="1310"/>
                  </a:lnTo>
                  <a:lnTo>
                    <a:pt x="1604" y="1313"/>
                  </a:lnTo>
                  <a:lnTo>
                    <a:pt x="1606" y="1316"/>
                  </a:lnTo>
                  <a:lnTo>
                    <a:pt x="1612" y="1319"/>
                  </a:lnTo>
                  <a:lnTo>
                    <a:pt x="1619" y="1321"/>
                  </a:lnTo>
                  <a:lnTo>
                    <a:pt x="1628" y="1319"/>
                  </a:lnTo>
                  <a:lnTo>
                    <a:pt x="1636" y="1316"/>
                  </a:lnTo>
                  <a:lnTo>
                    <a:pt x="1645" y="1312"/>
                  </a:lnTo>
                  <a:lnTo>
                    <a:pt x="1655" y="1309"/>
                  </a:lnTo>
                  <a:lnTo>
                    <a:pt x="1663" y="1308"/>
                  </a:lnTo>
                  <a:lnTo>
                    <a:pt x="1670" y="1309"/>
                  </a:lnTo>
                  <a:lnTo>
                    <a:pt x="1675" y="1315"/>
                  </a:lnTo>
                  <a:lnTo>
                    <a:pt x="1679" y="1324"/>
                  </a:lnTo>
                  <a:lnTo>
                    <a:pt x="1680" y="1333"/>
                  </a:lnTo>
                  <a:lnTo>
                    <a:pt x="1679" y="1343"/>
                  </a:lnTo>
                  <a:lnTo>
                    <a:pt x="1676" y="1353"/>
                  </a:lnTo>
                  <a:lnTo>
                    <a:pt x="1673" y="1361"/>
                  </a:lnTo>
                  <a:lnTo>
                    <a:pt x="1670" y="1368"/>
                  </a:lnTo>
                  <a:lnTo>
                    <a:pt x="1668" y="1372"/>
                  </a:lnTo>
                  <a:lnTo>
                    <a:pt x="1667" y="1374"/>
                  </a:lnTo>
                  <a:lnTo>
                    <a:pt x="1668" y="1373"/>
                  </a:lnTo>
                  <a:lnTo>
                    <a:pt x="1672" y="1370"/>
                  </a:lnTo>
                  <a:lnTo>
                    <a:pt x="1677" y="1366"/>
                  </a:lnTo>
                  <a:lnTo>
                    <a:pt x="1683" y="1361"/>
                  </a:lnTo>
                  <a:lnTo>
                    <a:pt x="1690" y="1356"/>
                  </a:lnTo>
                  <a:lnTo>
                    <a:pt x="1697" y="1352"/>
                  </a:lnTo>
                  <a:lnTo>
                    <a:pt x="1704" y="1348"/>
                  </a:lnTo>
                  <a:lnTo>
                    <a:pt x="1710" y="1347"/>
                  </a:lnTo>
                  <a:lnTo>
                    <a:pt x="1716" y="1348"/>
                  </a:lnTo>
                  <a:lnTo>
                    <a:pt x="1723" y="1352"/>
                  </a:lnTo>
                  <a:lnTo>
                    <a:pt x="1730" y="1357"/>
                  </a:lnTo>
                  <a:lnTo>
                    <a:pt x="1738" y="1363"/>
                  </a:lnTo>
                  <a:lnTo>
                    <a:pt x="1743" y="1371"/>
                  </a:lnTo>
                  <a:lnTo>
                    <a:pt x="1748" y="1379"/>
                  </a:lnTo>
                  <a:lnTo>
                    <a:pt x="1749" y="1388"/>
                  </a:lnTo>
                  <a:lnTo>
                    <a:pt x="1744" y="1398"/>
                  </a:lnTo>
                  <a:lnTo>
                    <a:pt x="1738" y="1410"/>
                  </a:lnTo>
                  <a:lnTo>
                    <a:pt x="1733" y="1420"/>
                  </a:lnTo>
                  <a:lnTo>
                    <a:pt x="1727" y="1430"/>
                  </a:lnTo>
                  <a:lnTo>
                    <a:pt x="1723" y="1439"/>
                  </a:lnTo>
                  <a:lnTo>
                    <a:pt x="1719" y="1447"/>
                  </a:lnTo>
                  <a:lnTo>
                    <a:pt x="1716" y="1455"/>
                  </a:lnTo>
                  <a:lnTo>
                    <a:pt x="1715" y="1459"/>
                  </a:lnTo>
                  <a:lnTo>
                    <a:pt x="1714" y="1460"/>
                  </a:lnTo>
                  <a:lnTo>
                    <a:pt x="1713" y="1459"/>
                  </a:lnTo>
                  <a:lnTo>
                    <a:pt x="1709" y="1457"/>
                  </a:lnTo>
                  <a:lnTo>
                    <a:pt x="1704" y="1454"/>
                  </a:lnTo>
                  <a:lnTo>
                    <a:pt x="1696" y="1450"/>
                  </a:lnTo>
                  <a:lnTo>
                    <a:pt x="1689" y="1447"/>
                  </a:lnTo>
                  <a:lnTo>
                    <a:pt x="1682" y="1445"/>
                  </a:lnTo>
                  <a:lnTo>
                    <a:pt x="1675" y="1443"/>
                  </a:lnTo>
                  <a:lnTo>
                    <a:pt x="1669" y="1443"/>
                  </a:lnTo>
                  <a:lnTo>
                    <a:pt x="1664" y="1445"/>
                  </a:lnTo>
                  <a:lnTo>
                    <a:pt x="1658" y="1448"/>
                  </a:lnTo>
                  <a:lnTo>
                    <a:pt x="1652" y="1453"/>
                  </a:lnTo>
                  <a:lnTo>
                    <a:pt x="1650" y="1459"/>
                  </a:lnTo>
                  <a:lnTo>
                    <a:pt x="1651" y="1467"/>
                  </a:lnTo>
                  <a:lnTo>
                    <a:pt x="1658" y="1476"/>
                  </a:lnTo>
                  <a:lnTo>
                    <a:pt x="1672" y="1487"/>
                  </a:lnTo>
                  <a:lnTo>
                    <a:pt x="1695" y="1500"/>
                  </a:lnTo>
                  <a:lnTo>
                    <a:pt x="1717" y="1514"/>
                  </a:lnTo>
                  <a:lnTo>
                    <a:pt x="1725" y="1525"/>
                  </a:lnTo>
                  <a:lnTo>
                    <a:pt x="1723" y="1534"/>
                  </a:lnTo>
                  <a:lnTo>
                    <a:pt x="1716" y="1541"/>
                  </a:lnTo>
                  <a:lnTo>
                    <a:pt x="1705" y="1547"/>
                  </a:lnTo>
                  <a:lnTo>
                    <a:pt x="1692" y="1553"/>
                  </a:lnTo>
                  <a:lnTo>
                    <a:pt x="1683" y="1555"/>
                  </a:lnTo>
                  <a:lnTo>
                    <a:pt x="1679" y="1556"/>
                  </a:lnTo>
                  <a:lnTo>
                    <a:pt x="1676" y="1556"/>
                  </a:lnTo>
                  <a:lnTo>
                    <a:pt x="1666" y="1555"/>
                  </a:lnTo>
                  <a:lnTo>
                    <a:pt x="1652" y="1553"/>
                  </a:lnTo>
                  <a:lnTo>
                    <a:pt x="1634" y="1548"/>
                  </a:lnTo>
                  <a:lnTo>
                    <a:pt x="1614" y="1541"/>
                  </a:lnTo>
                  <a:lnTo>
                    <a:pt x="1593" y="1531"/>
                  </a:lnTo>
                  <a:lnTo>
                    <a:pt x="1573" y="1515"/>
                  </a:lnTo>
                  <a:lnTo>
                    <a:pt x="1555" y="1494"/>
                  </a:lnTo>
                  <a:lnTo>
                    <a:pt x="1539" y="1475"/>
                  </a:lnTo>
                  <a:lnTo>
                    <a:pt x="1526" y="1466"/>
                  </a:lnTo>
                  <a:lnTo>
                    <a:pt x="1516" y="1463"/>
                  </a:lnTo>
                  <a:lnTo>
                    <a:pt x="1508" y="1466"/>
                  </a:lnTo>
                  <a:lnTo>
                    <a:pt x="1501" y="1472"/>
                  </a:lnTo>
                  <a:lnTo>
                    <a:pt x="1496" y="1478"/>
                  </a:lnTo>
                  <a:lnTo>
                    <a:pt x="1494" y="1484"/>
                  </a:lnTo>
                  <a:lnTo>
                    <a:pt x="1493" y="1486"/>
                  </a:lnTo>
                  <a:lnTo>
                    <a:pt x="1491" y="1486"/>
                  </a:lnTo>
                  <a:lnTo>
                    <a:pt x="1485" y="1484"/>
                  </a:lnTo>
                  <a:lnTo>
                    <a:pt x="1477" y="1482"/>
                  </a:lnTo>
                  <a:lnTo>
                    <a:pt x="1468" y="1479"/>
                  </a:lnTo>
                  <a:lnTo>
                    <a:pt x="1458" y="1475"/>
                  </a:lnTo>
                  <a:lnTo>
                    <a:pt x="1450" y="1470"/>
                  </a:lnTo>
                  <a:lnTo>
                    <a:pt x="1443" y="1464"/>
                  </a:lnTo>
                  <a:lnTo>
                    <a:pt x="1440" y="1456"/>
                  </a:lnTo>
                  <a:lnTo>
                    <a:pt x="1438" y="1449"/>
                  </a:lnTo>
                  <a:lnTo>
                    <a:pt x="1433" y="1445"/>
                  </a:lnTo>
                  <a:lnTo>
                    <a:pt x="1426" y="1445"/>
                  </a:lnTo>
                  <a:lnTo>
                    <a:pt x="1418" y="1446"/>
                  </a:lnTo>
                  <a:lnTo>
                    <a:pt x="1409" y="1448"/>
                  </a:lnTo>
                  <a:lnTo>
                    <a:pt x="1399" y="1451"/>
                  </a:lnTo>
                  <a:lnTo>
                    <a:pt x="1389" y="1455"/>
                  </a:lnTo>
                  <a:lnTo>
                    <a:pt x="1381" y="1456"/>
                  </a:lnTo>
                  <a:lnTo>
                    <a:pt x="1373" y="1455"/>
                  </a:lnTo>
                  <a:lnTo>
                    <a:pt x="1366" y="1453"/>
                  </a:lnTo>
                  <a:lnTo>
                    <a:pt x="1359" y="1448"/>
                  </a:lnTo>
                  <a:lnTo>
                    <a:pt x="1353" y="1443"/>
                  </a:lnTo>
                  <a:lnTo>
                    <a:pt x="1346" y="1438"/>
                  </a:lnTo>
                  <a:lnTo>
                    <a:pt x="1342" y="1433"/>
                  </a:lnTo>
                  <a:lnTo>
                    <a:pt x="1339" y="1430"/>
                  </a:lnTo>
                  <a:lnTo>
                    <a:pt x="1338" y="1429"/>
                  </a:lnTo>
                  <a:lnTo>
                    <a:pt x="1336" y="1427"/>
                  </a:lnTo>
                  <a:lnTo>
                    <a:pt x="1332" y="1424"/>
                  </a:lnTo>
                  <a:lnTo>
                    <a:pt x="1326" y="1420"/>
                  </a:lnTo>
                  <a:lnTo>
                    <a:pt x="1319" y="1416"/>
                  </a:lnTo>
                  <a:lnTo>
                    <a:pt x="1312" y="1416"/>
                  </a:lnTo>
                  <a:lnTo>
                    <a:pt x="1307" y="1419"/>
                  </a:lnTo>
                  <a:lnTo>
                    <a:pt x="1304" y="1427"/>
                  </a:lnTo>
                  <a:lnTo>
                    <a:pt x="1304" y="1443"/>
                  </a:lnTo>
                  <a:lnTo>
                    <a:pt x="1305" y="1462"/>
                  </a:lnTo>
                  <a:lnTo>
                    <a:pt x="1306" y="1478"/>
                  </a:lnTo>
                  <a:lnTo>
                    <a:pt x="1305" y="1491"/>
                  </a:lnTo>
                  <a:lnTo>
                    <a:pt x="1304" y="1501"/>
                  </a:lnTo>
                  <a:lnTo>
                    <a:pt x="1300" y="1510"/>
                  </a:lnTo>
                  <a:lnTo>
                    <a:pt x="1293" y="1515"/>
                  </a:lnTo>
                  <a:lnTo>
                    <a:pt x="1286" y="1517"/>
                  </a:lnTo>
                  <a:lnTo>
                    <a:pt x="1275" y="1517"/>
                  </a:lnTo>
                  <a:lnTo>
                    <a:pt x="1263" y="1516"/>
                  </a:lnTo>
                  <a:lnTo>
                    <a:pt x="1251" y="1516"/>
                  </a:lnTo>
                  <a:lnTo>
                    <a:pt x="1240" y="1518"/>
                  </a:lnTo>
                  <a:lnTo>
                    <a:pt x="1232" y="1522"/>
                  </a:lnTo>
                  <a:lnTo>
                    <a:pt x="1226" y="1527"/>
                  </a:lnTo>
                  <a:lnTo>
                    <a:pt x="1222" y="1535"/>
                  </a:lnTo>
                  <a:lnTo>
                    <a:pt x="1221" y="1544"/>
                  </a:lnTo>
                  <a:lnTo>
                    <a:pt x="1222" y="1556"/>
                  </a:lnTo>
                  <a:lnTo>
                    <a:pt x="1224" y="1569"/>
                  </a:lnTo>
                  <a:lnTo>
                    <a:pt x="1225" y="1581"/>
                  </a:lnTo>
                  <a:lnTo>
                    <a:pt x="1225" y="1593"/>
                  </a:lnTo>
                  <a:lnTo>
                    <a:pt x="1223" y="1605"/>
                  </a:lnTo>
                  <a:lnTo>
                    <a:pt x="1220" y="1614"/>
                  </a:lnTo>
                  <a:lnTo>
                    <a:pt x="1215" y="1622"/>
                  </a:lnTo>
                  <a:lnTo>
                    <a:pt x="1208" y="1627"/>
                  </a:lnTo>
                  <a:lnTo>
                    <a:pt x="1200" y="1629"/>
                  </a:lnTo>
                  <a:lnTo>
                    <a:pt x="1190" y="1629"/>
                  </a:lnTo>
                  <a:lnTo>
                    <a:pt x="1179" y="1629"/>
                  </a:lnTo>
                  <a:lnTo>
                    <a:pt x="1169" y="1630"/>
                  </a:lnTo>
                  <a:lnTo>
                    <a:pt x="1158" y="1630"/>
                  </a:lnTo>
                  <a:lnTo>
                    <a:pt x="1147" y="1631"/>
                  </a:lnTo>
                  <a:lnTo>
                    <a:pt x="1136" y="1633"/>
                  </a:lnTo>
                  <a:lnTo>
                    <a:pt x="1127" y="1637"/>
                  </a:lnTo>
                  <a:lnTo>
                    <a:pt x="1118" y="1643"/>
                  </a:lnTo>
                  <a:lnTo>
                    <a:pt x="1109" y="1647"/>
                  </a:lnTo>
                  <a:lnTo>
                    <a:pt x="1100" y="1648"/>
                  </a:lnTo>
                  <a:lnTo>
                    <a:pt x="1089" y="1646"/>
                  </a:lnTo>
                  <a:lnTo>
                    <a:pt x="1080" y="1643"/>
                  </a:lnTo>
                  <a:lnTo>
                    <a:pt x="1072" y="1639"/>
                  </a:lnTo>
                  <a:lnTo>
                    <a:pt x="1065" y="1635"/>
                  </a:lnTo>
                  <a:lnTo>
                    <a:pt x="1061" y="1632"/>
                  </a:lnTo>
                  <a:lnTo>
                    <a:pt x="1059" y="1631"/>
                  </a:lnTo>
                  <a:lnTo>
                    <a:pt x="1012" y="1664"/>
                  </a:lnTo>
                  <a:lnTo>
                    <a:pt x="967" y="1631"/>
                  </a:lnTo>
                  <a:lnTo>
                    <a:pt x="963" y="1630"/>
                  </a:lnTo>
                  <a:lnTo>
                    <a:pt x="954" y="1627"/>
                  </a:lnTo>
                  <a:lnTo>
                    <a:pt x="940" y="1625"/>
                  </a:lnTo>
                  <a:lnTo>
                    <a:pt x="926" y="1625"/>
                  </a:lnTo>
                  <a:lnTo>
                    <a:pt x="913" y="1629"/>
                  </a:lnTo>
                  <a:lnTo>
                    <a:pt x="903" y="1637"/>
                  </a:lnTo>
                  <a:lnTo>
                    <a:pt x="897" y="1652"/>
                  </a:lnTo>
                  <a:lnTo>
                    <a:pt x="902" y="1676"/>
                  </a:lnTo>
                  <a:lnTo>
                    <a:pt x="912" y="1702"/>
                  </a:lnTo>
                  <a:lnTo>
                    <a:pt x="925" y="1724"/>
                  </a:lnTo>
                  <a:lnTo>
                    <a:pt x="938" y="1742"/>
                  </a:lnTo>
                  <a:lnTo>
                    <a:pt x="953" y="1757"/>
                  </a:lnTo>
                  <a:lnTo>
                    <a:pt x="966" y="1768"/>
                  </a:lnTo>
                  <a:lnTo>
                    <a:pt x="975" y="1777"/>
                  </a:lnTo>
                  <a:lnTo>
                    <a:pt x="981" y="1785"/>
                  </a:lnTo>
                  <a:lnTo>
                    <a:pt x="981" y="1792"/>
                  </a:lnTo>
                  <a:lnTo>
                    <a:pt x="978" y="1799"/>
                  </a:lnTo>
                  <a:lnTo>
                    <a:pt x="975" y="1810"/>
                  </a:lnTo>
                  <a:lnTo>
                    <a:pt x="972" y="1822"/>
                  </a:lnTo>
                  <a:lnTo>
                    <a:pt x="967" y="1835"/>
                  </a:lnTo>
                  <a:lnTo>
                    <a:pt x="959" y="1849"/>
                  </a:lnTo>
                  <a:lnTo>
                    <a:pt x="947" y="1864"/>
                  </a:lnTo>
                  <a:lnTo>
                    <a:pt x="932" y="1877"/>
                  </a:lnTo>
                  <a:lnTo>
                    <a:pt x="912" y="1888"/>
                  </a:lnTo>
                  <a:lnTo>
                    <a:pt x="890" y="1896"/>
                  </a:lnTo>
                  <a:lnTo>
                    <a:pt x="872" y="1902"/>
                  </a:lnTo>
                  <a:lnTo>
                    <a:pt x="858" y="1905"/>
                  </a:lnTo>
                  <a:lnTo>
                    <a:pt x="846" y="1906"/>
                  </a:lnTo>
                  <a:lnTo>
                    <a:pt x="837" y="1905"/>
                  </a:lnTo>
                  <a:lnTo>
                    <a:pt x="830" y="1901"/>
                  </a:lnTo>
                  <a:lnTo>
                    <a:pt x="826" y="1897"/>
                  </a:lnTo>
                  <a:lnTo>
                    <a:pt x="822" y="1892"/>
                  </a:lnTo>
                  <a:lnTo>
                    <a:pt x="818" y="1890"/>
                  </a:lnTo>
                  <a:lnTo>
                    <a:pt x="810" y="1892"/>
                  </a:lnTo>
                  <a:lnTo>
                    <a:pt x="802" y="1896"/>
                  </a:lnTo>
                  <a:lnTo>
                    <a:pt x="790" y="1902"/>
                  </a:lnTo>
                  <a:lnTo>
                    <a:pt x="779" y="1908"/>
                  </a:lnTo>
                  <a:lnTo>
                    <a:pt x="768" y="1912"/>
                  </a:lnTo>
                  <a:lnTo>
                    <a:pt x="758" y="1912"/>
                  </a:lnTo>
                  <a:lnTo>
                    <a:pt x="748" y="1907"/>
                  </a:lnTo>
                  <a:lnTo>
                    <a:pt x="739" y="1897"/>
                  </a:lnTo>
                  <a:lnTo>
                    <a:pt x="727" y="1885"/>
                  </a:lnTo>
                  <a:lnTo>
                    <a:pt x="715" y="1871"/>
                  </a:lnTo>
                  <a:lnTo>
                    <a:pt x="700" y="1856"/>
                  </a:lnTo>
                  <a:lnTo>
                    <a:pt x="687" y="1841"/>
                  </a:lnTo>
                  <a:lnTo>
                    <a:pt x="673" y="1828"/>
                  </a:lnTo>
                  <a:lnTo>
                    <a:pt x="660" y="1819"/>
                  </a:lnTo>
                  <a:lnTo>
                    <a:pt x="648" y="1813"/>
                  </a:lnTo>
                  <a:lnTo>
                    <a:pt x="637" y="1810"/>
                  </a:lnTo>
                  <a:lnTo>
                    <a:pt x="624" y="1810"/>
                  </a:lnTo>
                  <a:lnTo>
                    <a:pt x="610" y="1810"/>
                  </a:lnTo>
                  <a:lnTo>
                    <a:pt x="596" y="1810"/>
                  </a:lnTo>
                  <a:lnTo>
                    <a:pt x="584" y="1810"/>
                  </a:lnTo>
                  <a:lnTo>
                    <a:pt x="573" y="1807"/>
                  </a:lnTo>
                  <a:lnTo>
                    <a:pt x="565" y="1801"/>
                  </a:lnTo>
                  <a:lnTo>
                    <a:pt x="559" y="1792"/>
                  </a:lnTo>
                  <a:lnTo>
                    <a:pt x="555" y="1781"/>
                  </a:lnTo>
                  <a:lnTo>
                    <a:pt x="549" y="1771"/>
                  </a:lnTo>
                  <a:lnTo>
                    <a:pt x="543" y="1763"/>
                  </a:lnTo>
                  <a:lnTo>
                    <a:pt x="536" y="1757"/>
                  </a:lnTo>
                  <a:lnTo>
                    <a:pt x="527" y="1754"/>
                  </a:lnTo>
                  <a:lnTo>
                    <a:pt x="515" y="1755"/>
                  </a:lnTo>
                  <a:lnTo>
                    <a:pt x="499" y="1760"/>
                  </a:lnTo>
                  <a:lnTo>
                    <a:pt x="479" y="1770"/>
                  </a:lnTo>
                  <a:lnTo>
                    <a:pt x="459" y="1781"/>
                  </a:lnTo>
                  <a:lnTo>
                    <a:pt x="442" y="1789"/>
                  </a:lnTo>
                  <a:lnTo>
                    <a:pt x="429" y="1795"/>
                  </a:lnTo>
                  <a:lnTo>
                    <a:pt x="420" y="1801"/>
                  </a:lnTo>
                  <a:lnTo>
                    <a:pt x="414" y="1807"/>
                  </a:lnTo>
                  <a:lnTo>
                    <a:pt x="410" y="1812"/>
                  </a:lnTo>
                  <a:lnTo>
                    <a:pt x="409" y="1818"/>
                  </a:lnTo>
                  <a:lnTo>
                    <a:pt x="410" y="1825"/>
                  </a:lnTo>
                  <a:lnTo>
                    <a:pt x="412" y="1836"/>
                  </a:lnTo>
                  <a:lnTo>
                    <a:pt x="413" y="1850"/>
                  </a:lnTo>
                  <a:lnTo>
                    <a:pt x="413" y="1868"/>
                  </a:lnTo>
                  <a:lnTo>
                    <a:pt x="412" y="1884"/>
                  </a:lnTo>
                  <a:lnTo>
                    <a:pt x="407" y="1899"/>
                  </a:lnTo>
                  <a:lnTo>
                    <a:pt x="400" y="1911"/>
                  </a:lnTo>
                  <a:lnTo>
                    <a:pt x="390" y="1917"/>
                  </a:lnTo>
                  <a:lnTo>
                    <a:pt x="376" y="1916"/>
                  </a:lnTo>
                  <a:lnTo>
                    <a:pt x="360" y="1911"/>
                  </a:lnTo>
                  <a:lnTo>
                    <a:pt x="341" y="1907"/>
                  </a:lnTo>
                  <a:lnTo>
                    <a:pt x="322" y="1903"/>
                  </a:lnTo>
                  <a:lnTo>
                    <a:pt x="303" y="1900"/>
                  </a:lnTo>
                  <a:lnTo>
                    <a:pt x="284" y="1898"/>
                  </a:lnTo>
                  <a:lnTo>
                    <a:pt x="267" y="1897"/>
                  </a:lnTo>
                  <a:lnTo>
                    <a:pt x="253" y="1896"/>
                  </a:lnTo>
                  <a:lnTo>
                    <a:pt x="242" y="1896"/>
                  </a:lnTo>
                  <a:lnTo>
                    <a:pt x="232" y="1896"/>
                  </a:lnTo>
                  <a:lnTo>
                    <a:pt x="219" y="1894"/>
                  </a:lnTo>
                  <a:lnTo>
                    <a:pt x="203" y="1893"/>
                  </a:lnTo>
                  <a:lnTo>
                    <a:pt x="186" y="1892"/>
                  </a:lnTo>
                  <a:lnTo>
                    <a:pt x="169" y="1892"/>
                  </a:lnTo>
                  <a:lnTo>
                    <a:pt x="153" y="1893"/>
                  </a:lnTo>
                  <a:lnTo>
                    <a:pt x="137" y="1895"/>
                  </a:lnTo>
                  <a:lnTo>
                    <a:pt x="126" y="1899"/>
                  </a:lnTo>
                  <a:lnTo>
                    <a:pt x="122" y="1898"/>
                  </a:lnTo>
                  <a:lnTo>
                    <a:pt x="115" y="1895"/>
                  </a:lnTo>
                  <a:lnTo>
                    <a:pt x="109" y="1895"/>
                  </a:lnTo>
                  <a:lnTo>
                    <a:pt x="110" y="1898"/>
                  </a:lnTo>
                  <a:lnTo>
                    <a:pt x="104" y="1889"/>
                  </a:lnTo>
                  <a:lnTo>
                    <a:pt x="96" y="1880"/>
                  </a:lnTo>
                  <a:lnTo>
                    <a:pt x="89" y="1872"/>
                  </a:lnTo>
                  <a:lnTo>
                    <a:pt x="83" y="1864"/>
                  </a:lnTo>
                  <a:lnTo>
                    <a:pt x="77" y="1858"/>
                  </a:lnTo>
                  <a:lnTo>
                    <a:pt x="72" y="1852"/>
                  </a:lnTo>
                  <a:lnTo>
                    <a:pt x="69" y="1849"/>
                  </a:lnTo>
                  <a:lnTo>
                    <a:pt x="68" y="1848"/>
                  </a:lnTo>
                  <a:lnTo>
                    <a:pt x="74" y="1837"/>
                  </a:lnTo>
                  <a:lnTo>
                    <a:pt x="79" y="1828"/>
                  </a:lnTo>
                  <a:lnTo>
                    <a:pt x="83" y="1818"/>
                  </a:lnTo>
                  <a:lnTo>
                    <a:pt x="85" y="1810"/>
                  </a:lnTo>
                  <a:lnTo>
                    <a:pt x="87" y="1801"/>
                  </a:lnTo>
                  <a:lnTo>
                    <a:pt x="87" y="1793"/>
                  </a:lnTo>
                  <a:lnTo>
                    <a:pt x="86" y="1785"/>
                  </a:lnTo>
                  <a:lnTo>
                    <a:pt x="84" y="1778"/>
                  </a:lnTo>
                  <a:lnTo>
                    <a:pt x="54" y="1829"/>
                  </a:lnTo>
                  <a:lnTo>
                    <a:pt x="51" y="1829"/>
                  </a:lnTo>
                  <a:lnTo>
                    <a:pt x="48" y="1826"/>
                  </a:lnTo>
                  <a:lnTo>
                    <a:pt x="45" y="1820"/>
                  </a:lnTo>
                  <a:lnTo>
                    <a:pt x="42" y="1813"/>
                  </a:lnTo>
                  <a:lnTo>
                    <a:pt x="39" y="1805"/>
                  </a:lnTo>
                  <a:lnTo>
                    <a:pt x="36" y="1797"/>
                  </a:lnTo>
                  <a:lnTo>
                    <a:pt x="32" y="1791"/>
                  </a:lnTo>
                  <a:lnTo>
                    <a:pt x="28" y="1787"/>
                  </a:lnTo>
                  <a:lnTo>
                    <a:pt x="24" y="1784"/>
                  </a:lnTo>
                  <a:lnTo>
                    <a:pt x="21" y="1780"/>
                  </a:lnTo>
                  <a:lnTo>
                    <a:pt x="20" y="1773"/>
                  </a:lnTo>
                  <a:lnTo>
                    <a:pt x="20" y="1766"/>
                  </a:lnTo>
                  <a:lnTo>
                    <a:pt x="21" y="1760"/>
                  </a:lnTo>
                  <a:lnTo>
                    <a:pt x="22" y="1754"/>
                  </a:lnTo>
                  <a:lnTo>
                    <a:pt x="23" y="1749"/>
                  </a:lnTo>
                  <a:lnTo>
                    <a:pt x="23" y="1747"/>
                  </a:lnTo>
                  <a:lnTo>
                    <a:pt x="21" y="1746"/>
                  </a:lnTo>
                  <a:lnTo>
                    <a:pt x="17" y="1745"/>
                  </a:lnTo>
                  <a:lnTo>
                    <a:pt x="12" y="1742"/>
                  </a:lnTo>
                  <a:lnTo>
                    <a:pt x="6" y="1738"/>
                  </a:lnTo>
                  <a:lnTo>
                    <a:pt x="1" y="1732"/>
                  </a:lnTo>
                  <a:lnTo>
                    <a:pt x="0" y="1725"/>
                  </a:lnTo>
                  <a:lnTo>
                    <a:pt x="4" y="1716"/>
                  </a:lnTo>
                  <a:lnTo>
                    <a:pt x="12" y="1706"/>
                  </a:lnTo>
                  <a:lnTo>
                    <a:pt x="23" y="1694"/>
                  </a:lnTo>
                  <a:lnTo>
                    <a:pt x="32" y="1682"/>
                  </a:lnTo>
                  <a:lnTo>
                    <a:pt x="39" y="1672"/>
                  </a:lnTo>
                  <a:lnTo>
                    <a:pt x="45" y="1662"/>
                  </a:lnTo>
                  <a:lnTo>
                    <a:pt x="50" y="1654"/>
                  </a:lnTo>
                  <a:lnTo>
                    <a:pt x="54" y="1647"/>
                  </a:lnTo>
                  <a:lnTo>
                    <a:pt x="56" y="1642"/>
                  </a:lnTo>
                  <a:lnTo>
                    <a:pt x="57" y="1641"/>
                  </a:lnTo>
                  <a:lnTo>
                    <a:pt x="57" y="1639"/>
                  </a:lnTo>
                  <a:lnTo>
                    <a:pt x="58" y="1635"/>
                  </a:lnTo>
                  <a:lnTo>
                    <a:pt x="60" y="1628"/>
                  </a:lnTo>
                  <a:lnTo>
                    <a:pt x="62" y="1620"/>
                  </a:lnTo>
                  <a:lnTo>
                    <a:pt x="66" y="1612"/>
                  </a:lnTo>
                  <a:lnTo>
                    <a:pt x="71" y="1603"/>
                  </a:lnTo>
                  <a:lnTo>
                    <a:pt x="77" y="1594"/>
                  </a:lnTo>
                  <a:lnTo>
                    <a:pt x="84" y="1587"/>
                  </a:lnTo>
                  <a:lnTo>
                    <a:pt x="91" y="1579"/>
                  </a:lnTo>
                  <a:lnTo>
                    <a:pt x="96" y="1569"/>
                  </a:lnTo>
                  <a:lnTo>
                    <a:pt x="99" y="1558"/>
                  </a:lnTo>
                  <a:lnTo>
                    <a:pt x="103" y="1544"/>
                  </a:lnTo>
                  <a:lnTo>
                    <a:pt x="106" y="1533"/>
                  </a:lnTo>
                  <a:lnTo>
                    <a:pt x="109" y="1524"/>
                  </a:lnTo>
                  <a:lnTo>
                    <a:pt x="114" y="1517"/>
                  </a:lnTo>
                  <a:lnTo>
                    <a:pt x="121" y="1515"/>
                  </a:lnTo>
                  <a:lnTo>
                    <a:pt x="129" y="1514"/>
                  </a:lnTo>
                  <a:lnTo>
                    <a:pt x="137" y="1511"/>
                  </a:lnTo>
                  <a:lnTo>
                    <a:pt x="145" y="1507"/>
                  </a:lnTo>
                  <a:lnTo>
                    <a:pt x="151" y="1501"/>
                  </a:lnTo>
                  <a:lnTo>
                    <a:pt x="158" y="1495"/>
                  </a:lnTo>
                  <a:lnTo>
                    <a:pt x="162" y="1488"/>
                  </a:lnTo>
                  <a:lnTo>
                    <a:pt x="165" y="1482"/>
                  </a:lnTo>
                  <a:lnTo>
                    <a:pt x="166" y="1475"/>
                  </a:lnTo>
                  <a:lnTo>
                    <a:pt x="166" y="1468"/>
                  </a:lnTo>
                  <a:lnTo>
                    <a:pt x="167" y="1459"/>
                  </a:lnTo>
                  <a:lnTo>
                    <a:pt x="167" y="1448"/>
                  </a:lnTo>
                  <a:lnTo>
                    <a:pt x="168" y="1438"/>
                  </a:lnTo>
                  <a:lnTo>
                    <a:pt x="167" y="1429"/>
                  </a:lnTo>
                  <a:lnTo>
                    <a:pt x="167" y="1419"/>
                  </a:lnTo>
                  <a:lnTo>
                    <a:pt x="165" y="1411"/>
                  </a:lnTo>
                  <a:lnTo>
                    <a:pt x="163" y="1405"/>
                  </a:lnTo>
                  <a:lnTo>
                    <a:pt x="162" y="1398"/>
                  </a:lnTo>
                  <a:lnTo>
                    <a:pt x="164" y="1389"/>
                  </a:lnTo>
                  <a:lnTo>
                    <a:pt x="169" y="1380"/>
                  </a:lnTo>
                  <a:lnTo>
                    <a:pt x="175" y="1370"/>
                  </a:lnTo>
                  <a:lnTo>
                    <a:pt x="183" y="1360"/>
                  </a:lnTo>
                  <a:lnTo>
                    <a:pt x="191" y="1350"/>
                  </a:lnTo>
                  <a:lnTo>
                    <a:pt x="198" y="1342"/>
                  </a:lnTo>
                  <a:lnTo>
                    <a:pt x="205" y="1337"/>
                  </a:lnTo>
                  <a:lnTo>
                    <a:pt x="213" y="1330"/>
                  </a:lnTo>
                  <a:lnTo>
                    <a:pt x="224" y="1317"/>
                  </a:lnTo>
                  <a:lnTo>
                    <a:pt x="238" y="1299"/>
                  </a:lnTo>
                  <a:lnTo>
                    <a:pt x="254" y="1281"/>
                  </a:lnTo>
                  <a:lnTo>
                    <a:pt x="268" y="1261"/>
                  </a:lnTo>
                  <a:lnTo>
                    <a:pt x="279" y="1242"/>
                  </a:lnTo>
                  <a:lnTo>
                    <a:pt x="286" y="1226"/>
                  </a:lnTo>
                  <a:lnTo>
                    <a:pt x="288" y="1214"/>
                  </a:lnTo>
                  <a:lnTo>
                    <a:pt x="286" y="1205"/>
                  </a:lnTo>
                  <a:lnTo>
                    <a:pt x="285" y="1196"/>
                  </a:lnTo>
                  <a:lnTo>
                    <a:pt x="284" y="1188"/>
                  </a:lnTo>
                  <a:lnTo>
                    <a:pt x="285" y="1180"/>
                  </a:lnTo>
                  <a:lnTo>
                    <a:pt x="287" y="1172"/>
                  </a:lnTo>
                  <a:lnTo>
                    <a:pt x="290" y="1165"/>
                  </a:lnTo>
                  <a:lnTo>
                    <a:pt x="295" y="1157"/>
                  </a:lnTo>
                  <a:lnTo>
                    <a:pt x="303" y="1148"/>
                  </a:lnTo>
                  <a:lnTo>
                    <a:pt x="317" y="1135"/>
                  </a:lnTo>
                  <a:lnTo>
                    <a:pt x="325" y="1128"/>
                  </a:lnTo>
                  <a:lnTo>
                    <a:pt x="330" y="1125"/>
                  </a:lnTo>
                  <a:lnTo>
                    <a:pt x="331" y="1124"/>
                  </a:lnTo>
                  <a:lnTo>
                    <a:pt x="329" y="1124"/>
                  </a:lnTo>
                  <a:lnTo>
                    <a:pt x="325" y="1125"/>
                  </a:lnTo>
                  <a:lnTo>
                    <a:pt x="319" y="1127"/>
                  </a:lnTo>
                  <a:lnTo>
                    <a:pt x="311" y="1128"/>
                  </a:lnTo>
                  <a:lnTo>
                    <a:pt x="300" y="1128"/>
                  </a:lnTo>
                  <a:lnTo>
                    <a:pt x="290" y="1127"/>
                  </a:lnTo>
                  <a:lnTo>
                    <a:pt x="279" y="1125"/>
                  </a:lnTo>
                  <a:lnTo>
                    <a:pt x="269" y="1121"/>
                  </a:lnTo>
                  <a:lnTo>
                    <a:pt x="260" y="1116"/>
                  </a:lnTo>
                  <a:lnTo>
                    <a:pt x="253" y="1111"/>
                  </a:lnTo>
                  <a:lnTo>
                    <a:pt x="246" y="1106"/>
                  </a:lnTo>
                  <a:lnTo>
                    <a:pt x="243" y="1101"/>
                  </a:lnTo>
                  <a:lnTo>
                    <a:pt x="240" y="1095"/>
                  </a:lnTo>
                  <a:lnTo>
                    <a:pt x="239" y="1091"/>
                  </a:lnTo>
                  <a:lnTo>
                    <a:pt x="240" y="1086"/>
                  </a:lnTo>
                  <a:lnTo>
                    <a:pt x="241" y="1081"/>
                  </a:lnTo>
                  <a:lnTo>
                    <a:pt x="243" y="1074"/>
                  </a:lnTo>
                  <a:lnTo>
                    <a:pt x="247" y="1065"/>
                  </a:lnTo>
                  <a:lnTo>
                    <a:pt x="251" y="1054"/>
                  </a:lnTo>
                  <a:lnTo>
                    <a:pt x="256" y="1042"/>
                  </a:lnTo>
                  <a:lnTo>
                    <a:pt x="260" y="1031"/>
                  </a:lnTo>
                  <a:lnTo>
                    <a:pt x="263" y="1022"/>
                  </a:lnTo>
                  <a:lnTo>
                    <a:pt x="265" y="1016"/>
                  </a:lnTo>
                  <a:lnTo>
                    <a:pt x="266" y="1014"/>
                  </a:lnTo>
                  <a:lnTo>
                    <a:pt x="267" y="1013"/>
                  </a:lnTo>
                  <a:lnTo>
                    <a:pt x="270" y="1010"/>
                  </a:lnTo>
                  <a:lnTo>
                    <a:pt x="274" y="1006"/>
                  </a:lnTo>
                  <a:lnTo>
                    <a:pt x="280" y="1001"/>
                  </a:lnTo>
                  <a:lnTo>
                    <a:pt x="286" y="994"/>
                  </a:lnTo>
                  <a:lnTo>
                    <a:pt x="294" y="988"/>
                  </a:lnTo>
                  <a:lnTo>
                    <a:pt x="303" y="982"/>
                  </a:lnTo>
                  <a:lnTo>
                    <a:pt x="311" y="977"/>
                  </a:lnTo>
                  <a:lnTo>
                    <a:pt x="320" y="971"/>
                  </a:lnTo>
                  <a:lnTo>
                    <a:pt x="332" y="962"/>
                  </a:lnTo>
                  <a:lnTo>
                    <a:pt x="344" y="952"/>
                  </a:lnTo>
                  <a:lnTo>
                    <a:pt x="358" y="940"/>
                  </a:lnTo>
                  <a:lnTo>
                    <a:pt x="370" y="930"/>
                  </a:lnTo>
                  <a:lnTo>
                    <a:pt x="382" y="921"/>
                  </a:lnTo>
                  <a:lnTo>
                    <a:pt x="392" y="914"/>
                  </a:lnTo>
                  <a:lnTo>
                    <a:pt x="400" y="910"/>
                  </a:lnTo>
                  <a:lnTo>
                    <a:pt x="408" y="908"/>
                  </a:lnTo>
                  <a:lnTo>
                    <a:pt x="417" y="908"/>
                  </a:lnTo>
                  <a:lnTo>
                    <a:pt x="426" y="907"/>
                  </a:lnTo>
                  <a:lnTo>
                    <a:pt x="435" y="906"/>
                  </a:lnTo>
                  <a:lnTo>
                    <a:pt x="443" y="905"/>
                  </a:lnTo>
                  <a:lnTo>
                    <a:pt x="450" y="903"/>
                  </a:lnTo>
                  <a:lnTo>
                    <a:pt x="455" y="900"/>
                  </a:lnTo>
                  <a:lnTo>
                    <a:pt x="457" y="895"/>
                  </a:lnTo>
                  <a:lnTo>
                    <a:pt x="455" y="891"/>
                  </a:lnTo>
                  <a:lnTo>
                    <a:pt x="447" y="888"/>
                  </a:lnTo>
                  <a:lnTo>
                    <a:pt x="438" y="887"/>
                  </a:lnTo>
                  <a:lnTo>
                    <a:pt x="426" y="886"/>
                  </a:lnTo>
                  <a:lnTo>
                    <a:pt x="412" y="887"/>
                  </a:lnTo>
                  <a:lnTo>
                    <a:pt x="397" y="890"/>
                  </a:lnTo>
                  <a:lnTo>
                    <a:pt x="383" y="893"/>
                  </a:lnTo>
                  <a:lnTo>
                    <a:pt x="370" y="899"/>
                  </a:lnTo>
                  <a:lnTo>
                    <a:pt x="365" y="901"/>
                  </a:lnTo>
                  <a:lnTo>
                    <a:pt x="360" y="903"/>
                  </a:lnTo>
                  <a:lnTo>
                    <a:pt x="356" y="905"/>
                  </a:lnTo>
                  <a:lnTo>
                    <a:pt x="351" y="906"/>
                  </a:lnTo>
                  <a:lnTo>
                    <a:pt x="362" y="897"/>
                  </a:lnTo>
                  <a:lnTo>
                    <a:pt x="373" y="890"/>
                  </a:lnTo>
                  <a:lnTo>
                    <a:pt x="385" y="883"/>
                  </a:lnTo>
                  <a:lnTo>
                    <a:pt x="397" y="877"/>
                  </a:lnTo>
                  <a:lnTo>
                    <a:pt x="412" y="872"/>
                  </a:lnTo>
                  <a:lnTo>
                    <a:pt x="426" y="867"/>
                  </a:lnTo>
                  <a:lnTo>
                    <a:pt x="442" y="862"/>
                  </a:lnTo>
                  <a:lnTo>
                    <a:pt x="460" y="859"/>
                  </a:lnTo>
                  <a:lnTo>
                    <a:pt x="481" y="855"/>
                  </a:lnTo>
                  <a:lnTo>
                    <a:pt x="500" y="851"/>
                  </a:lnTo>
                  <a:lnTo>
                    <a:pt x="518" y="845"/>
                  </a:lnTo>
                  <a:lnTo>
                    <a:pt x="534" y="839"/>
                  </a:lnTo>
                  <a:lnTo>
                    <a:pt x="548" y="834"/>
                  </a:lnTo>
                  <a:lnTo>
                    <a:pt x="562" y="827"/>
                  </a:lnTo>
                  <a:lnTo>
                    <a:pt x="573" y="821"/>
                  </a:lnTo>
                  <a:lnTo>
                    <a:pt x="583" y="814"/>
                  </a:lnTo>
                  <a:lnTo>
                    <a:pt x="592" y="808"/>
                  </a:lnTo>
                  <a:lnTo>
                    <a:pt x="599" y="801"/>
                  </a:lnTo>
                  <a:lnTo>
                    <a:pt x="607" y="794"/>
                  </a:lnTo>
                  <a:lnTo>
                    <a:pt x="613" y="788"/>
                  </a:lnTo>
                  <a:lnTo>
                    <a:pt x="617" y="782"/>
                  </a:lnTo>
                  <a:lnTo>
                    <a:pt x="621" y="776"/>
                  </a:lnTo>
                  <a:lnTo>
                    <a:pt x="624" y="771"/>
                  </a:lnTo>
                  <a:lnTo>
                    <a:pt x="627" y="767"/>
                  </a:lnTo>
                  <a:lnTo>
                    <a:pt x="637" y="758"/>
                  </a:lnTo>
                  <a:lnTo>
                    <a:pt x="655" y="746"/>
                  </a:lnTo>
                  <a:lnTo>
                    <a:pt x="678" y="735"/>
                  </a:lnTo>
                  <a:lnTo>
                    <a:pt x="704" y="723"/>
                  </a:lnTo>
                  <a:lnTo>
                    <a:pt x="730" y="711"/>
                  </a:lnTo>
                  <a:lnTo>
                    <a:pt x="753" y="699"/>
                  </a:lnTo>
                  <a:lnTo>
                    <a:pt x="771" y="687"/>
                  </a:lnTo>
                  <a:lnTo>
                    <a:pt x="782" y="677"/>
                  </a:lnTo>
                  <a:lnTo>
                    <a:pt x="788" y="668"/>
                  </a:lnTo>
                  <a:lnTo>
                    <a:pt x="795" y="659"/>
                  </a:lnTo>
                  <a:lnTo>
                    <a:pt x="803" y="651"/>
                  </a:lnTo>
                  <a:lnTo>
                    <a:pt x="810" y="643"/>
                  </a:lnTo>
                  <a:lnTo>
                    <a:pt x="818" y="638"/>
                  </a:lnTo>
                  <a:lnTo>
                    <a:pt x="826" y="636"/>
                  </a:lnTo>
                  <a:lnTo>
                    <a:pt x="834" y="638"/>
                  </a:lnTo>
                  <a:lnTo>
                    <a:pt x="843" y="644"/>
                  </a:lnTo>
                  <a:lnTo>
                    <a:pt x="854" y="653"/>
                  </a:lnTo>
                  <a:lnTo>
                    <a:pt x="866" y="660"/>
                  </a:lnTo>
                  <a:lnTo>
                    <a:pt x="877" y="665"/>
                  </a:lnTo>
                  <a:lnTo>
                    <a:pt x="888" y="670"/>
                  </a:lnTo>
                  <a:lnTo>
                    <a:pt x="897" y="674"/>
                  </a:lnTo>
                  <a:lnTo>
                    <a:pt x="906" y="677"/>
                  </a:lnTo>
                  <a:lnTo>
                    <a:pt x="911" y="678"/>
                  </a:lnTo>
                  <a:lnTo>
                    <a:pt x="913" y="679"/>
                  </a:lnTo>
                  <a:lnTo>
                    <a:pt x="917" y="677"/>
                  </a:lnTo>
                  <a:lnTo>
                    <a:pt x="928" y="671"/>
                  </a:lnTo>
                  <a:lnTo>
                    <a:pt x="943" y="662"/>
                  </a:lnTo>
                  <a:lnTo>
                    <a:pt x="962" y="651"/>
                  </a:lnTo>
                  <a:lnTo>
                    <a:pt x="981" y="638"/>
                  </a:lnTo>
                  <a:lnTo>
                    <a:pt x="998" y="627"/>
                  </a:lnTo>
                  <a:lnTo>
                    <a:pt x="1014" y="616"/>
                  </a:lnTo>
                  <a:lnTo>
                    <a:pt x="1023" y="608"/>
                  </a:lnTo>
                  <a:lnTo>
                    <a:pt x="1031" y="599"/>
                  </a:lnTo>
                  <a:lnTo>
                    <a:pt x="1042" y="584"/>
                  </a:lnTo>
                  <a:lnTo>
                    <a:pt x="1057" y="567"/>
                  </a:lnTo>
                  <a:lnTo>
                    <a:pt x="1073" y="547"/>
                  </a:lnTo>
                  <a:lnTo>
                    <a:pt x="1090" y="526"/>
                  </a:lnTo>
                  <a:lnTo>
                    <a:pt x="1109" y="506"/>
                  </a:lnTo>
                  <a:lnTo>
                    <a:pt x="1127" y="486"/>
                  </a:lnTo>
                  <a:lnTo>
                    <a:pt x="1145" y="471"/>
                  </a:lnTo>
                  <a:lnTo>
                    <a:pt x="1163" y="462"/>
                  </a:lnTo>
                  <a:lnTo>
                    <a:pt x="1179" y="457"/>
                  </a:lnTo>
                  <a:lnTo>
                    <a:pt x="1194" y="456"/>
                  </a:lnTo>
                  <a:lnTo>
                    <a:pt x="1210" y="454"/>
                  </a:lnTo>
                  <a:lnTo>
                    <a:pt x="1224" y="451"/>
                  </a:lnTo>
                  <a:lnTo>
                    <a:pt x="1239" y="442"/>
                  </a:lnTo>
                  <a:lnTo>
                    <a:pt x="1255" y="426"/>
                  </a:lnTo>
                  <a:lnTo>
                    <a:pt x="1272" y="402"/>
                  </a:lnTo>
                  <a:lnTo>
                    <a:pt x="1281" y="387"/>
                  </a:lnTo>
                  <a:lnTo>
                    <a:pt x="1291" y="375"/>
                  </a:lnTo>
                  <a:lnTo>
                    <a:pt x="1302" y="365"/>
                  </a:lnTo>
                  <a:lnTo>
                    <a:pt x="1312" y="357"/>
                  </a:lnTo>
                  <a:lnTo>
                    <a:pt x="1322" y="350"/>
                  </a:lnTo>
                  <a:lnTo>
                    <a:pt x="1332" y="344"/>
                  </a:lnTo>
                  <a:lnTo>
                    <a:pt x="1343" y="339"/>
                  </a:lnTo>
                  <a:lnTo>
                    <a:pt x="1355" y="336"/>
                  </a:lnTo>
                  <a:lnTo>
                    <a:pt x="1365" y="333"/>
                  </a:lnTo>
                  <a:lnTo>
                    <a:pt x="1376" y="331"/>
                  </a:lnTo>
                  <a:lnTo>
                    <a:pt x="1387" y="330"/>
                  </a:lnTo>
                  <a:lnTo>
                    <a:pt x="1397" y="328"/>
                  </a:lnTo>
                  <a:lnTo>
                    <a:pt x="1409" y="326"/>
                  </a:lnTo>
                  <a:lnTo>
                    <a:pt x="1419" y="325"/>
                  </a:lnTo>
                  <a:lnTo>
                    <a:pt x="1429" y="323"/>
                  </a:lnTo>
                  <a:lnTo>
                    <a:pt x="1439" y="320"/>
                  </a:lnTo>
                  <a:lnTo>
                    <a:pt x="1459" y="314"/>
                  </a:lnTo>
                  <a:lnTo>
                    <a:pt x="1477" y="307"/>
                  </a:lnTo>
                  <a:lnTo>
                    <a:pt x="1493" y="299"/>
                  </a:lnTo>
                  <a:lnTo>
                    <a:pt x="1508" y="289"/>
                  </a:lnTo>
                  <a:lnTo>
                    <a:pt x="1521" y="277"/>
                  </a:lnTo>
                  <a:lnTo>
                    <a:pt x="1532" y="262"/>
                  </a:lnTo>
                  <a:lnTo>
                    <a:pt x="1541" y="243"/>
                  </a:lnTo>
                  <a:lnTo>
                    <a:pt x="1547" y="220"/>
                  </a:lnTo>
                  <a:lnTo>
                    <a:pt x="1554" y="196"/>
                  </a:lnTo>
                  <a:lnTo>
                    <a:pt x="1562" y="172"/>
                  </a:lnTo>
                  <a:lnTo>
                    <a:pt x="1571" y="150"/>
                  </a:lnTo>
                  <a:lnTo>
                    <a:pt x="1580" y="129"/>
                  </a:lnTo>
                  <a:lnTo>
                    <a:pt x="1588" y="112"/>
                  </a:lnTo>
                  <a:lnTo>
                    <a:pt x="1596" y="97"/>
                  </a:lnTo>
                  <a:lnTo>
                    <a:pt x="1602" y="85"/>
                  </a:lnTo>
                  <a:lnTo>
                    <a:pt x="1605" y="77"/>
                  </a:lnTo>
                  <a:lnTo>
                    <a:pt x="1611" y="69"/>
                  </a:lnTo>
                  <a:lnTo>
                    <a:pt x="1622" y="59"/>
                  </a:lnTo>
                  <a:lnTo>
                    <a:pt x="1637" y="47"/>
                  </a:lnTo>
                  <a:lnTo>
                    <a:pt x="1654" y="34"/>
                  </a:lnTo>
                  <a:lnTo>
                    <a:pt x="1670" y="23"/>
                  </a:lnTo>
                  <a:lnTo>
                    <a:pt x="1684" y="13"/>
                  </a:lnTo>
                  <a:lnTo>
                    <a:pt x="1694" y="6"/>
                  </a:lnTo>
                  <a:lnTo>
                    <a:pt x="1699" y="4"/>
                  </a:lnTo>
                  <a:lnTo>
                    <a:pt x="1699" y="4"/>
                  </a:lnTo>
                  <a:lnTo>
                    <a:pt x="1700" y="4"/>
                  </a:lnTo>
                  <a:lnTo>
                    <a:pt x="1700" y="3"/>
                  </a:lnTo>
                  <a:lnTo>
                    <a:pt x="1700" y="1"/>
                  </a:lnTo>
                  <a:lnTo>
                    <a:pt x="1699" y="1"/>
                  </a:lnTo>
                  <a:lnTo>
                    <a:pt x="1699" y="1"/>
                  </a:lnTo>
                  <a:lnTo>
                    <a:pt x="1699" y="1"/>
                  </a:lnTo>
                  <a:lnTo>
                    <a:pt x="1699" y="0"/>
                  </a:lnTo>
                  <a:close/>
                </a:path>
              </a:pathLst>
            </a:custGeom>
            <a:solidFill>
              <a:srgbClr val="ff9966"/>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94" name=""/>
            <p:cNvSpPr/>
            <p:nvPr/>
          </p:nvSpPr>
          <p:spPr>
            <a:xfrm>
              <a:off x="394200" y="2889000"/>
              <a:ext cx="335880" cy="309960"/>
            </a:xfrm>
            <a:custGeom>
              <a:avLst/>
              <a:gdLst/>
              <a:ahLst/>
              <a:rect l="l" t="t" r="r" b="b"/>
              <a:pathLst>
                <a:path w="1875" h="1917">
                  <a:moveTo>
                    <a:pt x="1699" y="0"/>
                  </a:moveTo>
                  <a:lnTo>
                    <a:pt x="1699" y="0"/>
                  </a:lnTo>
                  <a:lnTo>
                    <a:pt x="1707" y="5"/>
                  </a:lnTo>
                  <a:lnTo>
                    <a:pt x="1714" y="11"/>
                  </a:lnTo>
                  <a:lnTo>
                    <a:pt x="1718" y="17"/>
                  </a:lnTo>
                  <a:lnTo>
                    <a:pt x="1720" y="23"/>
                  </a:lnTo>
                  <a:lnTo>
                    <a:pt x="1720" y="23"/>
                  </a:lnTo>
                  <a:lnTo>
                    <a:pt x="1721" y="34"/>
                  </a:lnTo>
                  <a:lnTo>
                    <a:pt x="1721" y="46"/>
                  </a:lnTo>
                  <a:lnTo>
                    <a:pt x="1722" y="56"/>
                  </a:lnTo>
                  <a:lnTo>
                    <a:pt x="1723" y="64"/>
                  </a:lnTo>
                  <a:lnTo>
                    <a:pt x="1725" y="72"/>
                  </a:lnTo>
                  <a:lnTo>
                    <a:pt x="1730" y="77"/>
                  </a:lnTo>
                  <a:lnTo>
                    <a:pt x="1737" y="81"/>
                  </a:lnTo>
                  <a:lnTo>
                    <a:pt x="1749" y="82"/>
                  </a:lnTo>
                  <a:lnTo>
                    <a:pt x="1749" y="82"/>
                  </a:lnTo>
                  <a:lnTo>
                    <a:pt x="1762" y="82"/>
                  </a:lnTo>
                  <a:lnTo>
                    <a:pt x="1774" y="81"/>
                  </a:lnTo>
                  <a:lnTo>
                    <a:pt x="1786" y="81"/>
                  </a:lnTo>
                  <a:lnTo>
                    <a:pt x="1798" y="82"/>
                  </a:lnTo>
                  <a:lnTo>
                    <a:pt x="1808" y="85"/>
                  </a:lnTo>
                  <a:lnTo>
                    <a:pt x="1818" y="90"/>
                  </a:lnTo>
                  <a:lnTo>
                    <a:pt x="1827" y="99"/>
                  </a:lnTo>
                  <a:lnTo>
                    <a:pt x="1834" y="111"/>
                  </a:lnTo>
                  <a:lnTo>
                    <a:pt x="1834" y="111"/>
                  </a:lnTo>
                  <a:lnTo>
                    <a:pt x="1840" y="126"/>
                  </a:lnTo>
                  <a:lnTo>
                    <a:pt x="1844" y="143"/>
                  </a:lnTo>
                  <a:lnTo>
                    <a:pt x="1845" y="162"/>
                  </a:lnTo>
                  <a:lnTo>
                    <a:pt x="1846" y="179"/>
                  </a:lnTo>
                  <a:lnTo>
                    <a:pt x="1845" y="196"/>
                  </a:lnTo>
                  <a:lnTo>
                    <a:pt x="1844" y="209"/>
                  </a:lnTo>
                  <a:lnTo>
                    <a:pt x="1842" y="218"/>
                  </a:lnTo>
                  <a:lnTo>
                    <a:pt x="1842" y="221"/>
                  </a:lnTo>
                  <a:lnTo>
                    <a:pt x="1842" y="221"/>
                  </a:lnTo>
                  <a:lnTo>
                    <a:pt x="1843" y="222"/>
                  </a:lnTo>
                  <a:lnTo>
                    <a:pt x="1846" y="225"/>
                  </a:lnTo>
                  <a:lnTo>
                    <a:pt x="1851" y="229"/>
                  </a:lnTo>
                  <a:lnTo>
                    <a:pt x="1856" y="235"/>
                  </a:lnTo>
                  <a:lnTo>
                    <a:pt x="1861" y="242"/>
                  </a:lnTo>
                  <a:lnTo>
                    <a:pt x="1867" y="252"/>
                  </a:lnTo>
                  <a:lnTo>
                    <a:pt x="1871" y="263"/>
                  </a:lnTo>
                  <a:lnTo>
                    <a:pt x="1875" y="274"/>
                  </a:lnTo>
                  <a:lnTo>
                    <a:pt x="1875" y="274"/>
                  </a:lnTo>
                  <a:lnTo>
                    <a:pt x="1875" y="287"/>
                  </a:lnTo>
                  <a:lnTo>
                    <a:pt x="1871" y="302"/>
                  </a:lnTo>
                  <a:lnTo>
                    <a:pt x="1864" y="316"/>
                  </a:lnTo>
                  <a:lnTo>
                    <a:pt x="1856" y="330"/>
                  </a:lnTo>
                  <a:lnTo>
                    <a:pt x="1846" y="343"/>
                  </a:lnTo>
                  <a:lnTo>
                    <a:pt x="1839" y="357"/>
                  </a:lnTo>
                  <a:lnTo>
                    <a:pt x="1834" y="368"/>
                  </a:lnTo>
                  <a:lnTo>
                    <a:pt x="1834" y="378"/>
                  </a:lnTo>
                  <a:lnTo>
                    <a:pt x="1834" y="378"/>
                  </a:lnTo>
                  <a:lnTo>
                    <a:pt x="1834" y="387"/>
                  </a:lnTo>
                  <a:lnTo>
                    <a:pt x="1831" y="398"/>
                  </a:lnTo>
                  <a:lnTo>
                    <a:pt x="1826" y="407"/>
                  </a:lnTo>
                  <a:lnTo>
                    <a:pt x="1819" y="416"/>
                  </a:lnTo>
                  <a:lnTo>
                    <a:pt x="1812" y="424"/>
                  </a:lnTo>
                  <a:lnTo>
                    <a:pt x="1806" y="430"/>
                  </a:lnTo>
                  <a:lnTo>
                    <a:pt x="1802" y="434"/>
                  </a:lnTo>
                  <a:lnTo>
                    <a:pt x="1800" y="435"/>
                  </a:lnTo>
                  <a:lnTo>
                    <a:pt x="1800" y="435"/>
                  </a:lnTo>
                  <a:lnTo>
                    <a:pt x="1798" y="436"/>
                  </a:lnTo>
                  <a:lnTo>
                    <a:pt x="1791" y="439"/>
                  </a:lnTo>
                  <a:lnTo>
                    <a:pt x="1783" y="445"/>
                  </a:lnTo>
                  <a:lnTo>
                    <a:pt x="1774" y="453"/>
                  </a:lnTo>
                  <a:lnTo>
                    <a:pt x="1766" y="462"/>
                  </a:lnTo>
                  <a:lnTo>
                    <a:pt x="1759" y="472"/>
                  </a:lnTo>
                  <a:lnTo>
                    <a:pt x="1757" y="484"/>
                  </a:lnTo>
                  <a:lnTo>
                    <a:pt x="1759" y="499"/>
                  </a:lnTo>
                  <a:lnTo>
                    <a:pt x="1759" y="499"/>
                  </a:lnTo>
                  <a:lnTo>
                    <a:pt x="1765" y="514"/>
                  </a:lnTo>
                  <a:lnTo>
                    <a:pt x="1771" y="530"/>
                  </a:lnTo>
                  <a:lnTo>
                    <a:pt x="1777" y="545"/>
                  </a:lnTo>
                  <a:lnTo>
                    <a:pt x="1781" y="561"/>
                  </a:lnTo>
                  <a:lnTo>
                    <a:pt x="1783" y="576"/>
                  </a:lnTo>
                  <a:lnTo>
                    <a:pt x="1781" y="588"/>
                  </a:lnTo>
                  <a:lnTo>
                    <a:pt x="1776" y="600"/>
                  </a:lnTo>
                  <a:lnTo>
                    <a:pt x="1765" y="609"/>
                  </a:lnTo>
                  <a:lnTo>
                    <a:pt x="1765" y="609"/>
                  </a:lnTo>
                  <a:lnTo>
                    <a:pt x="1750" y="616"/>
                  </a:lnTo>
                  <a:lnTo>
                    <a:pt x="1733" y="621"/>
                  </a:lnTo>
                  <a:lnTo>
                    <a:pt x="1715" y="625"/>
                  </a:lnTo>
                  <a:lnTo>
                    <a:pt x="1699" y="627"/>
                  </a:lnTo>
                  <a:lnTo>
                    <a:pt x="1682" y="629"/>
                  </a:lnTo>
                  <a:lnTo>
                    <a:pt x="1670" y="630"/>
                  </a:lnTo>
                  <a:lnTo>
                    <a:pt x="1662" y="631"/>
                  </a:lnTo>
                  <a:lnTo>
                    <a:pt x="1659" y="631"/>
                  </a:lnTo>
                  <a:lnTo>
                    <a:pt x="1659" y="631"/>
                  </a:lnTo>
                  <a:lnTo>
                    <a:pt x="1656" y="631"/>
                  </a:lnTo>
                  <a:lnTo>
                    <a:pt x="1647" y="631"/>
                  </a:lnTo>
                  <a:lnTo>
                    <a:pt x="1636" y="630"/>
                  </a:lnTo>
                  <a:lnTo>
                    <a:pt x="1622" y="628"/>
                  </a:lnTo>
                  <a:lnTo>
                    <a:pt x="1607" y="626"/>
                  </a:lnTo>
                  <a:lnTo>
                    <a:pt x="1591" y="622"/>
                  </a:lnTo>
                  <a:lnTo>
                    <a:pt x="1578" y="616"/>
                  </a:lnTo>
                  <a:lnTo>
                    <a:pt x="1567" y="609"/>
                  </a:lnTo>
                  <a:lnTo>
                    <a:pt x="1567" y="609"/>
                  </a:lnTo>
                  <a:lnTo>
                    <a:pt x="1558" y="602"/>
                  </a:lnTo>
                  <a:lnTo>
                    <a:pt x="1549" y="598"/>
                  </a:lnTo>
                  <a:lnTo>
                    <a:pt x="1540" y="596"/>
                  </a:lnTo>
                  <a:lnTo>
                    <a:pt x="1533" y="598"/>
                  </a:lnTo>
                  <a:lnTo>
                    <a:pt x="1525" y="602"/>
                  </a:lnTo>
                  <a:lnTo>
                    <a:pt x="1518" y="607"/>
                  </a:lnTo>
                  <a:lnTo>
                    <a:pt x="1510" y="613"/>
                  </a:lnTo>
                  <a:lnTo>
                    <a:pt x="1502" y="621"/>
                  </a:lnTo>
                  <a:lnTo>
                    <a:pt x="1502" y="621"/>
                  </a:lnTo>
                  <a:lnTo>
                    <a:pt x="1494" y="630"/>
                  </a:lnTo>
                  <a:lnTo>
                    <a:pt x="1488" y="640"/>
                  </a:lnTo>
                  <a:lnTo>
                    <a:pt x="1484" y="651"/>
                  </a:lnTo>
                  <a:lnTo>
                    <a:pt x="1482" y="661"/>
                  </a:lnTo>
                  <a:lnTo>
                    <a:pt x="1481" y="671"/>
                  </a:lnTo>
                  <a:lnTo>
                    <a:pt x="1481" y="681"/>
                  </a:lnTo>
                  <a:lnTo>
                    <a:pt x="1482" y="689"/>
                  </a:lnTo>
                  <a:lnTo>
                    <a:pt x="1485" y="696"/>
                  </a:lnTo>
                  <a:lnTo>
                    <a:pt x="1485" y="696"/>
                  </a:lnTo>
                  <a:lnTo>
                    <a:pt x="1489" y="703"/>
                  </a:lnTo>
                  <a:lnTo>
                    <a:pt x="1494" y="709"/>
                  </a:lnTo>
                  <a:lnTo>
                    <a:pt x="1501" y="714"/>
                  </a:lnTo>
                  <a:lnTo>
                    <a:pt x="1507" y="719"/>
                  </a:lnTo>
                  <a:lnTo>
                    <a:pt x="1513" y="723"/>
                  </a:lnTo>
                  <a:lnTo>
                    <a:pt x="1518" y="726"/>
                  </a:lnTo>
                  <a:lnTo>
                    <a:pt x="1521" y="728"/>
                  </a:lnTo>
                  <a:lnTo>
                    <a:pt x="1522" y="729"/>
                  </a:lnTo>
                  <a:lnTo>
                    <a:pt x="1479" y="766"/>
                  </a:lnTo>
                  <a:lnTo>
                    <a:pt x="1479" y="766"/>
                  </a:lnTo>
                  <a:lnTo>
                    <a:pt x="1477" y="768"/>
                  </a:lnTo>
                  <a:lnTo>
                    <a:pt x="1473" y="773"/>
                  </a:lnTo>
                  <a:lnTo>
                    <a:pt x="1466" y="780"/>
                  </a:lnTo>
                  <a:lnTo>
                    <a:pt x="1457" y="788"/>
                  </a:lnTo>
                  <a:lnTo>
                    <a:pt x="1446" y="796"/>
                  </a:lnTo>
                  <a:lnTo>
                    <a:pt x="1436" y="804"/>
                  </a:lnTo>
                  <a:lnTo>
                    <a:pt x="1426" y="809"/>
                  </a:lnTo>
                  <a:lnTo>
                    <a:pt x="1416" y="811"/>
                  </a:lnTo>
                  <a:lnTo>
                    <a:pt x="1416" y="811"/>
                  </a:lnTo>
                  <a:lnTo>
                    <a:pt x="1405" y="812"/>
                  </a:lnTo>
                  <a:lnTo>
                    <a:pt x="1391" y="813"/>
                  </a:lnTo>
                  <a:lnTo>
                    <a:pt x="1378" y="816"/>
                  </a:lnTo>
                  <a:lnTo>
                    <a:pt x="1368" y="819"/>
                  </a:lnTo>
                  <a:lnTo>
                    <a:pt x="1361" y="823"/>
                  </a:lnTo>
                  <a:lnTo>
                    <a:pt x="1359" y="827"/>
                  </a:lnTo>
                  <a:lnTo>
                    <a:pt x="1365" y="832"/>
                  </a:lnTo>
                  <a:lnTo>
                    <a:pt x="1379" y="837"/>
                  </a:lnTo>
                  <a:lnTo>
                    <a:pt x="1379" y="837"/>
                  </a:lnTo>
                  <a:lnTo>
                    <a:pt x="1396" y="844"/>
                  </a:lnTo>
                  <a:lnTo>
                    <a:pt x="1409" y="857"/>
                  </a:lnTo>
                  <a:lnTo>
                    <a:pt x="1417" y="872"/>
                  </a:lnTo>
                  <a:lnTo>
                    <a:pt x="1422" y="888"/>
                  </a:lnTo>
                  <a:lnTo>
                    <a:pt x="1424" y="905"/>
                  </a:lnTo>
                  <a:lnTo>
                    <a:pt x="1424" y="918"/>
                  </a:lnTo>
                  <a:lnTo>
                    <a:pt x="1424" y="928"/>
                  </a:lnTo>
                  <a:lnTo>
                    <a:pt x="1424" y="931"/>
                  </a:lnTo>
                  <a:lnTo>
                    <a:pt x="1410" y="980"/>
                  </a:lnTo>
                  <a:lnTo>
                    <a:pt x="1395" y="1027"/>
                  </a:lnTo>
                  <a:lnTo>
                    <a:pt x="1395" y="1027"/>
                  </a:lnTo>
                  <a:lnTo>
                    <a:pt x="1397" y="1026"/>
                  </a:lnTo>
                  <a:lnTo>
                    <a:pt x="1404" y="1025"/>
                  </a:lnTo>
                  <a:lnTo>
                    <a:pt x="1411" y="1024"/>
                  </a:lnTo>
                  <a:lnTo>
                    <a:pt x="1421" y="1023"/>
                  </a:lnTo>
                  <a:lnTo>
                    <a:pt x="1430" y="1023"/>
                  </a:lnTo>
                  <a:lnTo>
                    <a:pt x="1438" y="1024"/>
                  </a:lnTo>
                  <a:lnTo>
                    <a:pt x="1445" y="1028"/>
                  </a:lnTo>
                  <a:lnTo>
                    <a:pt x="1449" y="1035"/>
                  </a:lnTo>
                  <a:lnTo>
                    <a:pt x="1449" y="1035"/>
                  </a:lnTo>
                  <a:lnTo>
                    <a:pt x="1449" y="1044"/>
                  </a:lnTo>
                  <a:lnTo>
                    <a:pt x="1450" y="1057"/>
                  </a:lnTo>
                  <a:lnTo>
                    <a:pt x="1449" y="1068"/>
                  </a:lnTo>
                  <a:lnTo>
                    <a:pt x="1449" y="1080"/>
                  </a:lnTo>
                  <a:lnTo>
                    <a:pt x="1447" y="1091"/>
                  </a:lnTo>
                  <a:lnTo>
                    <a:pt x="1447" y="1101"/>
                  </a:lnTo>
                  <a:lnTo>
                    <a:pt x="1446" y="1107"/>
                  </a:lnTo>
                  <a:lnTo>
                    <a:pt x="1446" y="1109"/>
                  </a:lnTo>
                  <a:lnTo>
                    <a:pt x="1446" y="1109"/>
                  </a:lnTo>
                  <a:lnTo>
                    <a:pt x="1450" y="1111"/>
                  </a:lnTo>
                  <a:lnTo>
                    <a:pt x="1458" y="1117"/>
                  </a:lnTo>
                  <a:lnTo>
                    <a:pt x="1466" y="1125"/>
                  </a:lnTo>
                  <a:lnTo>
                    <a:pt x="1473" y="1135"/>
                  </a:lnTo>
                  <a:lnTo>
                    <a:pt x="1473" y="1135"/>
                  </a:lnTo>
                  <a:lnTo>
                    <a:pt x="1473" y="1141"/>
                  </a:lnTo>
                  <a:lnTo>
                    <a:pt x="1470" y="1148"/>
                  </a:lnTo>
                  <a:lnTo>
                    <a:pt x="1464" y="1157"/>
                  </a:lnTo>
                  <a:lnTo>
                    <a:pt x="1456" y="1166"/>
                  </a:lnTo>
                  <a:lnTo>
                    <a:pt x="1447" y="1175"/>
                  </a:lnTo>
                  <a:lnTo>
                    <a:pt x="1439" y="1184"/>
                  </a:lnTo>
                  <a:lnTo>
                    <a:pt x="1432" y="1192"/>
                  </a:lnTo>
                  <a:lnTo>
                    <a:pt x="1428" y="1198"/>
                  </a:lnTo>
                  <a:lnTo>
                    <a:pt x="1428" y="1198"/>
                  </a:lnTo>
                  <a:lnTo>
                    <a:pt x="1427" y="1204"/>
                  </a:lnTo>
                  <a:lnTo>
                    <a:pt x="1431" y="1208"/>
                  </a:lnTo>
                  <a:lnTo>
                    <a:pt x="1437" y="1212"/>
                  </a:lnTo>
                  <a:lnTo>
                    <a:pt x="1445" y="1215"/>
                  </a:lnTo>
                  <a:lnTo>
                    <a:pt x="1455" y="1218"/>
                  </a:lnTo>
                  <a:lnTo>
                    <a:pt x="1465" y="1220"/>
                  </a:lnTo>
                  <a:lnTo>
                    <a:pt x="1474" y="1221"/>
                  </a:lnTo>
                  <a:lnTo>
                    <a:pt x="1481" y="1221"/>
                  </a:lnTo>
                  <a:lnTo>
                    <a:pt x="1481" y="1221"/>
                  </a:lnTo>
                  <a:lnTo>
                    <a:pt x="1490" y="1223"/>
                  </a:lnTo>
                  <a:lnTo>
                    <a:pt x="1503" y="1230"/>
                  </a:lnTo>
                  <a:lnTo>
                    <a:pt x="1516" y="1239"/>
                  </a:lnTo>
                  <a:lnTo>
                    <a:pt x="1531" y="1251"/>
                  </a:lnTo>
                  <a:lnTo>
                    <a:pt x="1544" y="1262"/>
                  </a:lnTo>
                  <a:lnTo>
                    <a:pt x="1556" y="1271"/>
                  </a:lnTo>
                  <a:lnTo>
                    <a:pt x="1564" y="1278"/>
                  </a:lnTo>
                  <a:lnTo>
                    <a:pt x="1567" y="1280"/>
                  </a:lnTo>
                  <a:lnTo>
                    <a:pt x="1567" y="1280"/>
                  </a:lnTo>
                  <a:lnTo>
                    <a:pt x="1568" y="1278"/>
                  </a:lnTo>
                  <a:lnTo>
                    <a:pt x="1571" y="1274"/>
                  </a:lnTo>
                  <a:lnTo>
                    <a:pt x="1575" y="1269"/>
                  </a:lnTo>
                  <a:lnTo>
                    <a:pt x="1580" y="1263"/>
                  </a:lnTo>
                  <a:lnTo>
                    <a:pt x="1586" y="1260"/>
                  </a:lnTo>
                  <a:lnTo>
                    <a:pt x="1591" y="1259"/>
                  </a:lnTo>
                  <a:lnTo>
                    <a:pt x="1597" y="1263"/>
                  </a:lnTo>
                  <a:lnTo>
                    <a:pt x="1602" y="1272"/>
                  </a:lnTo>
                  <a:lnTo>
                    <a:pt x="1602" y="1272"/>
                  </a:lnTo>
                  <a:lnTo>
                    <a:pt x="1605" y="1284"/>
                  </a:lnTo>
                  <a:lnTo>
                    <a:pt x="1606" y="1293"/>
                  </a:lnTo>
                  <a:lnTo>
                    <a:pt x="1605" y="1300"/>
                  </a:lnTo>
                  <a:lnTo>
                    <a:pt x="1604" y="1306"/>
                  </a:lnTo>
                  <a:lnTo>
                    <a:pt x="1603" y="1310"/>
                  </a:lnTo>
                  <a:lnTo>
                    <a:pt x="1604" y="1313"/>
                  </a:lnTo>
                  <a:lnTo>
                    <a:pt x="1606" y="1316"/>
                  </a:lnTo>
                  <a:lnTo>
                    <a:pt x="1612" y="1319"/>
                  </a:lnTo>
                  <a:lnTo>
                    <a:pt x="1612" y="1319"/>
                  </a:lnTo>
                  <a:lnTo>
                    <a:pt x="1619" y="1321"/>
                  </a:lnTo>
                  <a:lnTo>
                    <a:pt x="1628" y="1319"/>
                  </a:lnTo>
                  <a:lnTo>
                    <a:pt x="1636" y="1316"/>
                  </a:lnTo>
                  <a:lnTo>
                    <a:pt x="1645" y="1312"/>
                  </a:lnTo>
                  <a:lnTo>
                    <a:pt x="1655" y="1309"/>
                  </a:lnTo>
                  <a:lnTo>
                    <a:pt x="1663" y="1308"/>
                  </a:lnTo>
                  <a:lnTo>
                    <a:pt x="1670" y="1309"/>
                  </a:lnTo>
                  <a:lnTo>
                    <a:pt x="1675" y="1315"/>
                  </a:lnTo>
                  <a:lnTo>
                    <a:pt x="1675" y="1315"/>
                  </a:lnTo>
                  <a:lnTo>
                    <a:pt x="1679" y="1324"/>
                  </a:lnTo>
                  <a:lnTo>
                    <a:pt x="1680" y="1333"/>
                  </a:lnTo>
                  <a:lnTo>
                    <a:pt x="1679" y="1343"/>
                  </a:lnTo>
                  <a:lnTo>
                    <a:pt x="1676" y="1353"/>
                  </a:lnTo>
                  <a:lnTo>
                    <a:pt x="1673" y="1361"/>
                  </a:lnTo>
                  <a:lnTo>
                    <a:pt x="1670" y="1368"/>
                  </a:lnTo>
                  <a:lnTo>
                    <a:pt x="1668" y="1372"/>
                  </a:lnTo>
                  <a:lnTo>
                    <a:pt x="1667" y="1374"/>
                  </a:lnTo>
                  <a:lnTo>
                    <a:pt x="1667" y="1374"/>
                  </a:lnTo>
                  <a:lnTo>
                    <a:pt x="1668" y="1373"/>
                  </a:lnTo>
                  <a:lnTo>
                    <a:pt x="1672" y="1370"/>
                  </a:lnTo>
                  <a:lnTo>
                    <a:pt x="1677" y="1366"/>
                  </a:lnTo>
                  <a:lnTo>
                    <a:pt x="1683" y="1361"/>
                  </a:lnTo>
                  <a:lnTo>
                    <a:pt x="1690" y="1356"/>
                  </a:lnTo>
                  <a:lnTo>
                    <a:pt x="1697" y="1352"/>
                  </a:lnTo>
                  <a:lnTo>
                    <a:pt x="1704" y="1348"/>
                  </a:lnTo>
                  <a:lnTo>
                    <a:pt x="1710" y="1347"/>
                  </a:lnTo>
                  <a:lnTo>
                    <a:pt x="1710" y="1347"/>
                  </a:lnTo>
                  <a:lnTo>
                    <a:pt x="1716" y="1348"/>
                  </a:lnTo>
                  <a:lnTo>
                    <a:pt x="1723" y="1352"/>
                  </a:lnTo>
                  <a:lnTo>
                    <a:pt x="1730" y="1357"/>
                  </a:lnTo>
                  <a:lnTo>
                    <a:pt x="1738" y="1363"/>
                  </a:lnTo>
                  <a:lnTo>
                    <a:pt x="1743" y="1371"/>
                  </a:lnTo>
                  <a:lnTo>
                    <a:pt x="1748" y="1379"/>
                  </a:lnTo>
                  <a:lnTo>
                    <a:pt x="1749" y="1388"/>
                  </a:lnTo>
                  <a:lnTo>
                    <a:pt x="1744" y="1398"/>
                  </a:lnTo>
                  <a:lnTo>
                    <a:pt x="1744" y="1398"/>
                  </a:lnTo>
                  <a:lnTo>
                    <a:pt x="1738" y="1410"/>
                  </a:lnTo>
                  <a:lnTo>
                    <a:pt x="1733" y="1420"/>
                  </a:lnTo>
                  <a:lnTo>
                    <a:pt x="1727" y="1430"/>
                  </a:lnTo>
                  <a:lnTo>
                    <a:pt x="1723" y="1439"/>
                  </a:lnTo>
                  <a:lnTo>
                    <a:pt x="1719" y="1447"/>
                  </a:lnTo>
                  <a:lnTo>
                    <a:pt x="1716" y="1455"/>
                  </a:lnTo>
                  <a:lnTo>
                    <a:pt x="1715" y="1459"/>
                  </a:lnTo>
                  <a:lnTo>
                    <a:pt x="1714" y="1460"/>
                  </a:lnTo>
                  <a:lnTo>
                    <a:pt x="1714" y="1460"/>
                  </a:lnTo>
                  <a:lnTo>
                    <a:pt x="1713" y="1459"/>
                  </a:lnTo>
                  <a:lnTo>
                    <a:pt x="1709" y="1457"/>
                  </a:lnTo>
                  <a:lnTo>
                    <a:pt x="1704" y="1454"/>
                  </a:lnTo>
                  <a:lnTo>
                    <a:pt x="1696" y="1450"/>
                  </a:lnTo>
                  <a:lnTo>
                    <a:pt x="1689" y="1447"/>
                  </a:lnTo>
                  <a:lnTo>
                    <a:pt x="1682" y="1445"/>
                  </a:lnTo>
                  <a:lnTo>
                    <a:pt x="1675" y="1443"/>
                  </a:lnTo>
                  <a:lnTo>
                    <a:pt x="1669" y="1443"/>
                  </a:lnTo>
                  <a:lnTo>
                    <a:pt x="1669" y="1443"/>
                  </a:lnTo>
                  <a:lnTo>
                    <a:pt x="1664" y="1445"/>
                  </a:lnTo>
                  <a:lnTo>
                    <a:pt x="1658" y="1448"/>
                  </a:lnTo>
                  <a:lnTo>
                    <a:pt x="1652" y="1453"/>
                  </a:lnTo>
                  <a:lnTo>
                    <a:pt x="1650" y="1459"/>
                  </a:lnTo>
                  <a:lnTo>
                    <a:pt x="1651" y="1467"/>
                  </a:lnTo>
                  <a:lnTo>
                    <a:pt x="1658" y="1476"/>
                  </a:lnTo>
                  <a:lnTo>
                    <a:pt x="1672" y="1487"/>
                  </a:lnTo>
                  <a:lnTo>
                    <a:pt x="1695" y="1500"/>
                  </a:lnTo>
                  <a:lnTo>
                    <a:pt x="1695" y="1500"/>
                  </a:lnTo>
                  <a:lnTo>
                    <a:pt x="1717" y="1514"/>
                  </a:lnTo>
                  <a:lnTo>
                    <a:pt x="1725" y="1525"/>
                  </a:lnTo>
                  <a:lnTo>
                    <a:pt x="1723" y="1534"/>
                  </a:lnTo>
                  <a:lnTo>
                    <a:pt x="1716" y="1541"/>
                  </a:lnTo>
                  <a:lnTo>
                    <a:pt x="1705" y="1547"/>
                  </a:lnTo>
                  <a:lnTo>
                    <a:pt x="1692" y="1553"/>
                  </a:lnTo>
                  <a:lnTo>
                    <a:pt x="1683" y="1555"/>
                  </a:lnTo>
                  <a:lnTo>
                    <a:pt x="1679" y="1556"/>
                  </a:lnTo>
                  <a:lnTo>
                    <a:pt x="1679" y="1556"/>
                  </a:lnTo>
                  <a:lnTo>
                    <a:pt x="1676" y="1556"/>
                  </a:lnTo>
                  <a:lnTo>
                    <a:pt x="1666" y="1555"/>
                  </a:lnTo>
                  <a:lnTo>
                    <a:pt x="1652" y="1553"/>
                  </a:lnTo>
                  <a:lnTo>
                    <a:pt x="1634" y="1548"/>
                  </a:lnTo>
                  <a:lnTo>
                    <a:pt x="1614" y="1541"/>
                  </a:lnTo>
                  <a:lnTo>
                    <a:pt x="1593" y="1531"/>
                  </a:lnTo>
                  <a:lnTo>
                    <a:pt x="1573" y="1515"/>
                  </a:lnTo>
                  <a:lnTo>
                    <a:pt x="1555" y="1494"/>
                  </a:lnTo>
                  <a:lnTo>
                    <a:pt x="1555" y="1494"/>
                  </a:lnTo>
                  <a:lnTo>
                    <a:pt x="1539" y="1475"/>
                  </a:lnTo>
                  <a:lnTo>
                    <a:pt x="1526" y="1466"/>
                  </a:lnTo>
                  <a:lnTo>
                    <a:pt x="1516" y="1463"/>
                  </a:lnTo>
                  <a:lnTo>
                    <a:pt x="1508" y="1466"/>
                  </a:lnTo>
                  <a:lnTo>
                    <a:pt x="1501" y="1472"/>
                  </a:lnTo>
                  <a:lnTo>
                    <a:pt x="1496" y="1478"/>
                  </a:lnTo>
                  <a:lnTo>
                    <a:pt x="1494" y="1484"/>
                  </a:lnTo>
                  <a:lnTo>
                    <a:pt x="1493" y="1486"/>
                  </a:lnTo>
                  <a:lnTo>
                    <a:pt x="1493" y="1486"/>
                  </a:lnTo>
                  <a:lnTo>
                    <a:pt x="1491" y="1486"/>
                  </a:lnTo>
                  <a:lnTo>
                    <a:pt x="1485" y="1484"/>
                  </a:lnTo>
                  <a:lnTo>
                    <a:pt x="1477" y="1482"/>
                  </a:lnTo>
                  <a:lnTo>
                    <a:pt x="1468" y="1479"/>
                  </a:lnTo>
                  <a:lnTo>
                    <a:pt x="1458" y="1475"/>
                  </a:lnTo>
                  <a:lnTo>
                    <a:pt x="1450" y="1470"/>
                  </a:lnTo>
                  <a:lnTo>
                    <a:pt x="1443" y="1464"/>
                  </a:lnTo>
                  <a:lnTo>
                    <a:pt x="1440" y="1456"/>
                  </a:lnTo>
                  <a:lnTo>
                    <a:pt x="1440" y="1456"/>
                  </a:lnTo>
                  <a:lnTo>
                    <a:pt x="1438" y="1449"/>
                  </a:lnTo>
                  <a:lnTo>
                    <a:pt x="1433" y="1445"/>
                  </a:lnTo>
                  <a:lnTo>
                    <a:pt x="1426" y="1445"/>
                  </a:lnTo>
                  <a:lnTo>
                    <a:pt x="1418" y="1446"/>
                  </a:lnTo>
                  <a:lnTo>
                    <a:pt x="1409" y="1448"/>
                  </a:lnTo>
                  <a:lnTo>
                    <a:pt x="1399" y="1451"/>
                  </a:lnTo>
                  <a:lnTo>
                    <a:pt x="1389" y="1455"/>
                  </a:lnTo>
                  <a:lnTo>
                    <a:pt x="1381" y="1456"/>
                  </a:lnTo>
                  <a:lnTo>
                    <a:pt x="1381" y="1456"/>
                  </a:lnTo>
                  <a:lnTo>
                    <a:pt x="1373" y="1455"/>
                  </a:lnTo>
                  <a:lnTo>
                    <a:pt x="1366" y="1453"/>
                  </a:lnTo>
                  <a:lnTo>
                    <a:pt x="1359" y="1448"/>
                  </a:lnTo>
                  <a:lnTo>
                    <a:pt x="1353" y="1443"/>
                  </a:lnTo>
                  <a:lnTo>
                    <a:pt x="1346" y="1438"/>
                  </a:lnTo>
                  <a:lnTo>
                    <a:pt x="1342" y="1433"/>
                  </a:lnTo>
                  <a:lnTo>
                    <a:pt x="1339" y="1430"/>
                  </a:lnTo>
                  <a:lnTo>
                    <a:pt x="1338" y="1429"/>
                  </a:lnTo>
                  <a:lnTo>
                    <a:pt x="1338" y="1429"/>
                  </a:lnTo>
                  <a:lnTo>
                    <a:pt x="1336" y="1427"/>
                  </a:lnTo>
                  <a:lnTo>
                    <a:pt x="1332" y="1424"/>
                  </a:lnTo>
                  <a:lnTo>
                    <a:pt x="1326" y="1420"/>
                  </a:lnTo>
                  <a:lnTo>
                    <a:pt x="1319" y="1416"/>
                  </a:lnTo>
                  <a:lnTo>
                    <a:pt x="1312" y="1416"/>
                  </a:lnTo>
                  <a:lnTo>
                    <a:pt x="1307" y="1419"/>
                  </a:lnTo>
                  <a:lnTo>
                    <a:pt x="1304" y="1427"/>
                  </a:lnTo>
                  <a:lnTo>
                    <a:pt x="1304" y="1443"/>
                  </a:lnTo>
                  <a:lnTo>
                    <a:pt x="1304" y="1443"/>
                  </a:lnTo>
                  <a:lnTo>
                    <a:pt x="1305" y="1462"/>
                  </a:lnTo>
                  <a:lnTo>
                    <a:pt x="1306" y="1478"/>
                  </a:lnTo>
                  <a:lnTo>
                    <a:pt x="1305" y="1491"/>
                  </a:lnTo>
                  <a:lnTo>
                    <a:pt x="1304" y="1501"/>
                  </a:lnTo>
                  <a:lnTo>
                    <a:pt x="1300" y="1510"/>
                  </a:lnTo>
                  <a:lnTo>
                    <a:pt x="1293" y="1515"/>
                  </a:lnTo>
                  <a:lnTo>
                    <a:pt x="1286" y="1517"/>
                  </a:lnTo>
                  <a:lnTo>
                    <a:pt x="1275" y="1517"/>
                  </a:lnTo>
                  <a:lnTo>
                    <a:pt x="1275" y="1517"/>
                  </a:lnTo>
                  <a:lnTo>
                    <a:pt x="1263" y="1516"/>
                  </a:lnTo>
                  <a:lnTo>
                    <a:pt x="1251" y="1516"/>
                  </a:lnTo>
                  <a:lnTo>
                    <a:pt x="1240" y="1518"/>
                  </a:lnTo>
                  <a:lnTo>
                    <a:pt x="1232" y="1522"/>
                  </a:lnTo>
                  <a:lnTo>
                    <a:pt x="1226" y="1527"/>
                  </a:lnTo>
                  <a:lnTo>
                    <a:pt x="1222" y="1535"/>
                  </a:lnTo>
                  <a:lnTo>
                    <a:pt x="1221" y="1544"/>
                  </a:lnTo>
                  <a:lnTo>
                    <a:pt x="1222" y="1556"/>
                  </a:lnTo>
                  <a:lnTo>
                    <a:pt x="1222" y="1556"/>
                  </a:lnTo>
                  <a:lnTo>
                    <a:pt x="1224" y="1569"/>
                  </a:lnTo>
                  <a:lnTo>
                    <a:pt x="1225" y="1581"/>
                  </a:lnTo>
                  <a:lnTo>
                    <a:pt x="1225" y="1593"/>
                  </a:lnTo>
                  <a:lnTo>
                    <a:pt x="1223" y="1605"/>
                  </a:lnTo>
                  <a:lnTo>
                    <a:pt x="1220" y="1614"/>
                  </a:lnTo>
                  <a:lnTo>
                    <a:pt x="1215" y="1622"/>
                  </a:lnTo>
                  <a:lnTo>
                    <a:pt x="1208" y="1627"/>
                  </a:lnTo>
                  <a:lnTo>
                    <a:pt x="1200" y="1629"/>
                  </a:lnTo>
                  <a:lnTo>
                    <a:pt x="1200" y="1629"/>
                  </a:lnTo>
                  <a:lnTo>
                    <a:pt x="1190" y="1629"/>
                  </a:lnTo>
                  <a:lnTo>
                    <a:pt x="1179" y="1629"/>
                  </a:lnTo>
                  <a:lnTo>
                    <a:pt x="1169" y="1630"/>
                  </a:lnTo>
                  <a:lnTo>
                    <a:pt x="1158" y="1630"/>
                  </a:lnTo>
                  <a:lnTo>
                    <a:pt x="1147" y="1631"/>
                  </a:lnTo>
                  <a:lnTo>
                    <a:pt x="1136" y="1633"/>
                  </a:lnTo>
                  <a:lnTo>
                    <a:pt x="1127" y="1637"/>
                  </a:lnTo>
                  <a:lnTo>
                    <a:pt x="1118" y="1643"/>
                  </a:lnTo>
                  <a:lnTo>
                    <a:pt x="1118" y="1643"/>
                  </a:lnTo>
                  <a:lnTo>
                    <a:pt x="1109" y="1647"/>
                  </a:lnTo>
                  <a:lnTo>
                    <a:pt x="1100" y="1648"/>
                  </a:lnTo>
                  <a:lnTo>
                    <a:pt x="1089" y="1646"/>
                  </a:lnTo>
                  <a:lnTo>
                    <a:pt x="1080" y="1643"/>
                  </a:lnTo>
                  <a:lnTo>
                    <a:pt x="1072" y="1639"/>
                  </a:lnTo>
                  <a:lnTo>
                    <a:pt x="1065" y="1635"/>
                  </a:lnTo>
                  <a:lnTo>
                    <a:pt x="1061" y="1632"/>
                  </a:lnTo>
                  <a:lnTo>
                    <a:pt x="1059" y="1631"/>
                  </a:lnTo>
                  <a:lnTo>
                    <a:pt x="1012" y="1664"/>
                  </a:lnTo>
                  <a:lnTo>
                    <a:pt x="967" y="1631"/>
                  </a:lnTo>
                  <a:lnTo>
                    <a:pt x="967" y="1631"/>
                  </a:lnTo>
                  <a:lnTo>
                    <a:pt x="963" y="1630"/>
                  </a:lnTo>
                  <a:lnTo>
                    <a:pt x="954" y="1627"/>
                  </a:lnTo>
                  <a:lnTo>
                    <a:pt x="940" y="1625"/>
                  </a:lnTo>
                  <a:lnTo>
                    <a:pt x="926" y="1625"/>
                  </a:lnTo>
                  <a:lnTo>
                    <a:pt x="913" y="1629"/>
                  </a:lnTo>
                  <a:lnTo>
                    <a:pt x="903" y="1637"/>
                  </a:lnTo>
                  <a:lnTo>
                    <a:pt x="897" y="1652"/>
                  </a:lnTo>
                  <a:lnTo>
                    <a:pt x="902" y="1676"/>
                  </a:lnTo>
                  <a:lnTo>
                    <a:pt x="902" y="1676"/>
                  </a:lnTo>
                  <a:lnTo>
                    <a:pt x="912" y="1702"/>
                  </a:lnTo>
                  <a:lnTo>
                    <a:pt x="925" y="1724"/>
                  </a:lnTo>
                  <a:lnTo>
                    <a:pt x="938" y="1742"/>
                  </a:lnTo>
                  <a:lnTo>
                    <a:pt x="953" y="1757"/>
                  </a:lnTo>
                  <a:lnTo>
                    <a:pt x="966" y="1768"/>
                  </a:lnTo>
                  <a:lnTo>
                    <a:pt x="975" y="1777"/>
                  </a:lnTo>
                  <a:lnTo>
                    <a:pt x="981" y="1785"/>
                  </a:lnTo>
                  <a:lnTo>
                    <a:pt x="981" y="1792"/>
                  </a:lnTo>
                  <a:lnTo>
                    <a:pt x="981" y="1792"/>
                  </a:lnTo>
                  <a:lnTo>
                    <a:pt x="978" y="1799"/>
                  </a:lnTo>
                  <a:lnTo>
                    <a:pt x="975" y="1810"/>
                  </a:lnTo>
                  <a:lnTo>
                    <a:pt x="972" y="1822"/>
                  </a:lnTo>
                  <a:lnTo>
                    <a:pt x="967" y="1835"/>
                  </a:lnTo>
                  <a:lnTo>
                    <a:pt x="959" y="1849"/>
                  </a:lnTo>
                  <a:lnTo>
                    <a:pt x="947" y="1864"/>
                  </a:lnTo>
                  <a:lnTo>
                    <a:pt x="932" y="1877"/>
                  </a:lnTo>
                  <a:lnTo>
                    <a:pt x="912" y="1888"/>
                  </a:lnTo>
                  <a:lnTo>
                    <a:pt x="912" y="1888"/>
                  </a:lnTo>
                  <a:lnTo>
                    <a:pt x="890" y="1896"/>
                  </a:lnTo>
                  <a:lnTo>
                    <a:pt x="872" y="1902"/>
                  </a:lnTo>
                  <a:lnTo>
                    <a:pt x="858" y="1905"/>
                  </a:lnTo>
                  <a:lnTo>
                    <a:pt x="846" y="1906"/>
                  </a:lnTo>
                  <a:lnTo>
                    <a:pt x="837" y="1905"/>
                  </a:lnTo>
                  <a:lnTo>
                    <a:pt x="830" y="1901"/>
                  </a:lnTo>
                  <a:lnTo>
                    <a:pt x="826" y="1897"/>
                  </a:lnTo>
                  <a:lnTo>
                    <a:pt x="822" y="1892"/>
                  </a:lnTo>
                  <a:lnTo>
                    <a:pt x="822" y="1892"/>
                  </a:lnTo>
                  <a:lnTo>
                    <a:pt x="818" y="1890"/>
                  </a:lnTo>
                  <a:lnTo>
                    <a:pt x="810" y="1892"/>
                  </a:lnTo>
                  <a:lnTo>
                    <a:pt x="802" y="1896"/>
                  </a:lnTo>
                  <a:lnTo>
                    <a:pt x="790" y="1902"/>
                  </a:lnTo>
                  <a:lnTo>
                    <a:pt x="779" y="1908"/>
                  </a:lnTo>
                  <a:lnTo>
                    <a:pt x="768" y="1912"/>
                  </a:lnTo>
                  <a:lnTo>
                    <a:pt x="758" y="1912"/>
                  </a:lnTo>
                  <a:lnTo>
                    <a:pt x="748" y="1907"/>
                  </a:lnTo>
                  <a:lnTo>
                    <a:pt x="748" y="1907"/>
                  </a:lnTo>
                  <a:lnTo>
                    <a:pt x="739" y="1897"/>
                  </a:lnTo>
                  <a:lnTo>
                    <a:pt x="727" y="1885"/>
                  </a:lnTo>
                  <a:lnTo>
                    <a:pt x="715" y="1871"/>
                  </a:lnTo>
                  <a:lnTo>
                    <a:pt x="700" y="1856"/>
                  </a:lnTo>
                  <a:lnTo>
                    <a:pt x="687" y="1841"/>
                  </a:lnTo>
                  <a:lnTo>
                    <a:pt x="673" y="1828"/>
                  </a:lnTo>
                  <a:lnTo>
                    <a:pt x="660" y="1819"/>
                  </a:lnTo>
                  <a:lnTo>
                    <a:pt x="648" y="1813"/>
                  </a:lnTo>
                  <a:lnTo>
                    <a:pt x="648" y="1813"/>
                  </a:lnTo>
                  <a:lnTo>
                    <a:pt x="637" y="1810"/>
                  </a:lnTo>
                  <a:lnTo>
                    <a:pt x="624" y="1810"/>
                  </a:lnTo>
                  <a:lnTo>
                    <a:pt x="610" y="1810"/>
                  </a:lnTo>
                  <a:lnTo>
                    <a:pt x="596" y="1810"/>
                  </a:lnTo>
                  <a:lnTo>
                    <a:pt x="584" y="1810"/>
                  </a:lnTo>
                  <a:lnTo>
                    <a:pt x="573" y="1807"/>
                  </a:lnTo>
                  <a:lnTo>
                    <a:pt x="565" y="1801"/>
                  </a:lnTo>
                  <a:lnTo>
                    <a:pt x="559" y="1792"/>
                  </a:lnTo>
                  <a:lnTo>
                    <a:pt x="559" y="1792"/>
                  </a:lnTo>
                  <a:lnTo>
                    <a:pt x="555" y="1781"/>
                  </a:lnTo>
                  <a:lnTo>
                    <a:pt x="549" y="1771"/>
                  </a:lnTo>
                  <a:lnTo>
                    <a:pt x="543" y="1763"/>
                  </a:lnTo>
                  <a:lnTo>
                    <a:pt x="536" y="1757"/>
                  </a:lnTo>
                  <a:lnTo>
                    <a:pt x="527" y="1754"/>
                  </a:lnTo>
                  <a:lnTo>
                    <a:pt x="515" y="1755"/>
                  </a:lnTo>
                  <a:lnTo>
                    <a:pt x="499" y="1760"/>
                  </a:lnTo>
                  <a:lnTo>
                    <a:pt x="479" y="1770"/>
                  </a:lnTo>
                  <a:lnTo>
                    <a:pt x="479" y="1770"/>
                  </a:lnTo>
                  <a:lnTo>
                    <a:pt x="459" y="1781"/>
                  </a:lnTo>
                  <a:lnTo>
                    <a:pt x="442" y="1789"/>
                  </a:lnTo>
                  <a:lnTo>
                    <a:pt x="429" y="1795"/>
                  </a:lnTo>
                  <a:lnTo>
                    <a:pt x="420" y="1801"/>
                  </a:lnTo>
                  <a:lnTo>
                    <a:pt x="414" y="1807"/>
                  </a:lnTo>
                  <a:lnTo>
                    <a:pt x="410" y="1812"/>
                  </a:lnTo>
                  <a:lnTo>
                    <a:pt x="409" y="1818"/>
                  </a:lnTo>
                  <a:lnTo>
                    <a:pt x="410" y="1825"/>
                  </a:lnTo>
                  <a:lnTo>
                    <a:pt x="410" y="1825"/>
                  </a:lnTo>
                  <a:lnTo>
                    <a:pt x="412" y="1836"/>
                  </a:lnTo>
                  <a:lnTo>
                    <a:pt x="413" y="1850"/>
                  </a:lnTo>
                  <a:lnTo>
                    <a:pt x="413" y="1868"/>
                  </a:lnTo>
                  <a:lnTo>
                    <a:pt x="412" y="1884"/>
                  </a:lnTo>
                  <a:lnTo>
                    <a:pt x="407" y="1899"/>
                  </a:lnTo>
                  <a:lnTo>
                    <a:pt x="400" y="1911"/>
                  </a:lnTo>
                  <a:lnTo>
                    <a:pt x="390" y="1917"/>
                  </a:lnTo>
                  <a:lnTo>
                    <a:pt x="376" y="1916"/>
                  </a:lnTo>
                  <a:lnTo>
                    <a:pt x="376" y="1916"/>
                  </a:lnTo>
                  <a:lnTo>
                    <a:pt x="360" y="1911"/>
                  </a:lnTo>
                  <a:lnTo>
                    <a:pt x="341" y="1907"/>
                  </a:lnTo>
                  <a:lnTo>
                    <a:pt x="322" y="1903"/>
                  </a:lnTo>
                  <a:lnTo>
                    <a:pt x="303" y="1900"/>
                  </a:lnTo>
                  <a:lnTo>
                    <a:pt x="284" y="1898"/>
                  </a:lnTo>
                  <a:lnTo>
                    <a:pt x="267" y="1897"/>
                  </a:lnTo>
                  <a:lnTo>
                    <a:pt x="253" y="1896"/>
                  </a:lnTo>
                  <a:lnTo>
                    <a:pt x="242" y="1896"/>
                  </a:lnTo>
                  <a:lnTo>
                    <a:pt x="242" y="1896"/>
                  </a:lnTo>
                  <a:lnTo>
                    <a:pt x="232" y="1896"/>
                  </a:lnTo>
                  <a:lnTo>
                    <a:pt x="219" y="1894"/>
                  </a:lnTo>
                  <a:lnTo>
                    <a:pt x="203" y="1893"/>
                  </a:lnTo>
                  <a:lnTo>
                    <a:pt x="186" y="1892"/>
                  </a:lnTo>
                  <a:lnTo>
                    <a:pt x="169" y="1892"/>
                  </a:lnTo>
                  <a:lnTo>
                    <a:pt x="153" y="1893"/>
                  </a:lnTo>
                  <a:lnTo>
                    <a:pt x="137" y="1895"/>
                  </a:lnTo>
                  <a:lnTo>
                    <a:pt x="126" y="1899"/>
                  </a:lnTo>
                  <a:lnTo>
                    <a:pt x="126" y="1899"/>
                  </a:lnTo>
                  <a:lnTo>
                    <a:pt x="122" y="1898"/>
                  </a:lnTo>
                  <a:lnTo>
                    <a:pt x="115" y="1895"/>
                  </a:lnTo>
                  <a:lnTo>
                    <a:pt x="109" y="1895"/>
                  </a:lnTo>
                  <a:lnTo>
                    <a:pt x="110" y="1898"/>
                  </a:lnTo>
                  <a:lnTo>
                    <a:pt x="110" y="1898"/>
                  </a:lnTo>
                  <a:lnTo>
                    <a:pt x="104" y="1889"/>
                  </a:lnTo>
                  <a:lnTo>
                    <a:pt x="96" y="1880"/>
                  </a:lnTo>
                  <a:lnTo>
                    <a:pt x="89" y="1872"/>
                  </a:lnTo>
                  <a:lnTo>
                    <a:pt x="83" y="1864"/>
                  </a:lnTo>
                  <a:lnTo>
                    <a:pt x="77" y="1858"/>
                  </a:lnTo>
                  <a:lnTo>
                    <a:pt x="72" y="1852"/>
                  </a:lnTo>
                  <a:lnTo>
                    <a:pt x="69" y="1849"/>
                  </a:lnTo>
                  <a:lnTo>
                    <a:pt x="68" y="1848"/>
                  </a:lnTo>
                  <a:lnTo>
                    <a:pt x="68" y="1848"/>
                  </a:lnTo>
                  <a:lnTo>
                    <a:pt x="74" y="1837"/>
                  </a:lnTo>
                  <a:lnTo>
                    <a:pt x="79" y="1828"/>
                  </a:lnTo>
                  <a:lnTo>
                    <a:pt x="83" y="1818"/>
                  </a:lnTo>
                  <a:lnTo>
                    <a:pt x="85" y="1810"/>
                  </a:lnTo>
                  <a:lnTo>
                    <a:pt x="87" y="1801"/>
                  </a:lnTo>
                  <a:lnTo>
                    <a:pt x="87" y="1793"/>
                  </a:lnTo>
                  <a:lnTo>
                    <a:pt x="86" y="1785"/>
                  </a:lnTo>
                  <a:lnTo>
                    <a:pt x="84" y="1778"/>
                  </a:lnTo>
                  <a:lnTo>
                    <a:pt x="54" y="1829"/>
                  </a:lnTo>
                  <a:lnTo>
                    <a:pt x="54" y="1829"/>
                  </a:lnTo>
                  <a:lnTo>
                    <a:pt x="51" y="1829"/>
                  </a:lnTo>
                  <a:lnTo>
                    <a:pt x="48" y="1826"/>
                  </a:lnTo>
                  <a:lnTo>
                    <a:pt x="45" y="1820"/>
                  </a:lnTo>
                  <a:lnTo>
                    <a:pt x="42" y="1813"/>
                  </a:lnTo>
                  <a:lnTo>
                    <a:pt x="39" y="1805"/>
                  </a:lnTo>
                  <a:lnTo>
                    <a:pt x="36" y="1797"/>
                  </a:lnTo>
                  <a:lnTo>
                    <a:pt x="32" y="1791"/>
                  </a:lnTo>
                  <a:lnTo>
                    <a:pt x="28" y="1787"/>
                  </a:lnTo>
                  <a:lnTo>
                    <a:pt x="28" y="1787"/>
                  </a:lnTo>
                  <a:lnTo>
                    <a:pt x="24" y="1784"/>
                  </a:lnTo>
                  <a:lnTo>
                    <a:pt x="21" y="1780"/>
                  </a:lnTo>
                  <a:lnTo>
                    <a:pt x="20" y="1773"/>
                  </a:lnTo>
                  <a:lnTo>
                    <a:pt x="20" y="1766"/>
                  </a:lnTo>
                  <a:lnTo>
                    <a:pt x="21" y="1760"/>
                  </a:lnTo>
                  <a:lnTo>
                    <a:pt x="22" y="1754"/>
                  </a:lnTo>
                  <a:lnTo>
                    <a:pt x="23" y="1749"/>
                  </a:lnTo>
                  <a:lnTo>
                    <a:pt x="23" y="1747"/>
                  </a:lnTo>
                  <a:lnTo>
                    <a:pt x="23" y="1747"/>
                  </a:lnTo>
                  <a:lnTo>
                    <a:pt x="21" y="1746"/>
                  </a:lnTo>
                  <a:lnTo>
                    <a:pt x="17" y="1745"/>
                  </a:lnTo>
                  <a:lnTo>
                    <a:pt x="12" y="1742"/>
                  </a:lnTo>
                  <a:lnTo>
                    <a:pt x="6" y="1738"/>
                  </a:lnTo>
                  <a:lnTo>
                    <a:pt x="1" y="1732"/>
                  </a:lnTo>
                  <a:lnTo>
                    <a:pt x="0" y="1725"/>
                  </a:lnTo>
                  <a:lnTo>
                    <a:pt x="4" y="1716"/>
                  </a:lnTo>
                  <a:lnTo>
                    <a:pt x="12" y="1706"/>
                  </a:lnTo>
                  <a:lnTo>
                    <a:pt x="12" y="1706"/>
                  </a:lnTo>
                  <a:lnTo>
                    <a:pt x="23" y="1694"/>
                  </a:lnTo>
                  <a:lnTo>
                    <a:pt x="32" y="1682"/>
                  </a:lnTo>
                  <a:lnTo>
                    <a:pt x="39" y="1672"/>
                  </a:lnTo>
                  <a:lnTo>
                    <a:pt x="45" y="1662"/>
                  </a:lnTo>
                  <a:lnTo>
                    <a:pt x="50" y="1654"/>
                  </a:lnTo>
                  <a:lnTo>
                    <a:pt x="54" y="1647"/>
                  </a:lnTo>
                  <a:lnTo>
                    <a:pt x="56" y="1642"/>
                  </a:lnTo>
                  <a:lnTo>
                    <a:pt x="57" y="1641"/>
                  </a:lnTo>
                  <a:lnTo>
                    <a:pt x="57" y="1641"/>
                  </a:lnTo>
                  <a:lnTo>
                    <a:pt x="57" y="1639"/>
                  </a:lnTo>
                  <a:lnTo>
                    <a:pt x="58" y="1635"/>
                  </a:lnTo>
                  <a:lnTo>
                    <a:pt x="60" y="1628"/>
                  </a:lnTo>
                  <a:lnTo>
                    <a:pt x="62" y="1620"/>
                  </a:lnTo>
                  <a:lnTo>
                    <a:pt x="66" y="1612"/>
                  </a:lnTo>
                  <a:lnTo>
                    <a:pt x="71" y="1603"/>
                  </a:lnTo>
                  <a:lnTo>
                    <a:pt x="77" y="1594"/>
                  </a:lnTo>
                  <a:lnTo>
                    <a:pt x="84" y="1587"/>
                  </a:lnTo>
                  <a:lnTo>
                    <a:pt x="84" y="1587"/>
                  </a:lnTo>
                  <a:lnTo>
                    <a:pt x="91" y="1579"/>
                  </a:lnTo>
                  <a:lnTo>
                    <a:pt x="96" y="1569"/>
                  </a:lnTo>
                  <a:lnTo>
                    <a:pt x="99" y="1558"/>
                  </a:lnTo>
                  <a:lnTo>
                    <a:pt x="103" y="1544"/>
                  </a:lnTo>
                  <a:lnTo>
                    <a:pt x="106" y="1533"/>
                  </a:lnTo>
                  <a:lnTo>
                    <a:pt x="109" y="1524"/>
                  </a:lnTo>
                  <a:lnTo>
                    <a:pt x="114" y="1517"/>
                  </a:lnTo>
                  <a:lnTo>
                    <a:pt x="121" y="1515"/>
                  </a:lnTo>
                  <a:lnTo>
                    <a:pt x="121" y="1515"/>
                  </a:lnTo>
                  <a:lnTo>
                    <a:pt x="129" y="1514"/>
                  </a:lnTo>
                  <a:lnTo>
                    <a:pt x="137" y="1511"/>
                  </a:lnTo>
                  <a:lnTo>
                    <a:pt x="145" y="1507"/>
                  </a:lnTo>
                  <a:lnTo>
                    <a:pt x="151" y="1501"/>
                  </a:lnTo>
                  <a:lnTo>
                    <a:pt x="158" y="1495"/>
                  </a:lnTo>
                  <a:lnTo>
                    <a:pt x="162" y="1488"/>
                  </a:lnTo>
                  <a:lnTo>
                    <a:pt x="165" y="1482"/>
                  </a:lnTo>
                  <a:lnTo>
                    <a:pt x="166" y="1475"/>
                  </a:lnTo>
                  <a:lnTo>
                    <a:pt x="166" y="1475"/>
                  </a:lnTo>
                  <a:lnTo>
                    <a:pt x="166" y="1468"/>
                  </a:lnTo>
                  <a:lnTo>
                    <a:pt x="167" y="1459"/>
                  </a:lnTo>
                  <a:lnTo>
                    <a:pt x="167" y="1448"/>
                  </a:lnTo>
                  <a:lnTo>
                    <a:pt x="168" y="1438"/>
                  </a:lnTo>
                  <a:lnTo>
                    <a:pt x="167" y="1429"/>
                  </a:lnTo>
                  <a:lnTo>
                    <a:pt x="167" y="1419"/>
                  </a:lnTo>
                  <a:lnTo>
                    <a:pt x="165" y="1411"/>
                  </a:lnTo>
                  <a:lnTo>
                    <a:pt x="163" y="1405"/>
                  </a:lnTo>
                  <a:lnTo>
                    <a:pt x="163" y="1405"/>
                  </a:lnTo>
                  <a:lnTo>
                    <a:pt x="162" y="1398"/>
                  </a:lnTo>
                  <a:lnTo>
                    <a:pt x="164" y="1389"/>
                  </a:lnTo>
                  <a:lnTo>
                    <a:pt x="169" y="1380"/>
                  </a:lnTo>
                  <a:lnTo>
                    <a:pt x="175" y="1370"/>
                  </a:lnTo>
                  <a:lnTo>
                    <a:pt x="183" y="1360"/>
                  </a:lnTo>
                  <a:lnTo>
                    <a:pt x="191" y="1350"/>
                  </a:lnTo>
                  <a:lnTo>
                    <a:pt x="198" y="1342"/>
                  </a:lnTo>
                  <a:lnTo>
                    <a:pt x="205" y="1337"/>
                  </a:lnTo>
                  <a:lnTo>
                    <a:pt x="205" y="1337"/>
                  </a:lnTo>
                  <a:lnTo>
                    <a:pt x="213" y="1330"/>
                  </a:lnTo>
                  <a:lnTo>
                    <a:pt x="224" y="1317"/>
                  </a:lnTo>
                  <a:lnTo>
                    <a:pt x="238" y="1299"/>
                  </a:lnTo>
                  <a:lnTo>
                    <a:pt x="254" y="1281"/>
                  </a:lnTo>
                  <a:lnTo>
                    <a:pt x="268" y="1261"/>
                  </a:lnTo>
                  <a:lnTo>
                    <a:pt x="279" y="1242"/>
                  </a:lnTo>
                  <a:lnTo>
                    <a:pt x="286" y="1226"/>
                  </a:lnTo>
                  <a:lnTo>
                    <a:pt x="288" y="1214"/>
                  </a:lnTo>
                  <a:lnTo>
                    <a:pt x="288" y="1214"/>
                  </a:lnTo>
                  <a:lnTo>
                    <a:pt x="286" y="1205"/>
                  </a:lnTo>
                  <a:lnTo>
                    <a:pt x="285" y="1196"/>
                  </a:lnTo>
                  <a:lnTo>
                    <a:pt x="284" y="1188"/>
                  </a:lnTo>
                  <a:lnTo>
                    <a:pt x="285" y="1180"/>
                  </a:lnTo>
                  <a:lnTo>
                    <a:pt x="287" y="1172"/>
                  </a:lnTo>
                  <a:lnTo>
                    <a:pt x="290" y="1165"/>
                  </a:lnTo>
                  <a:lnTo>
                    <a:pt x="295" y="1157"/>
                  </a:lnTo>
                  <a:lnTo>
                    <a:pt x="303" y="1148"/>
                  </a:lnTo>
                  <a:lnTo>
                    <a:pt x="303" y="1148"/>
                  </a:lnTo>
                  <a:lnTo>
                    <a:pt x="317" y="1135"/>
                  </a:lnTo>
                  <a:lnTo>
                    <a:pt x="325" y="1128"/>
                  </a:lnTo>
                  <a:lnTo>
                    <a:pt x="330" y="1125"/>
                  </a:lnTo>
                  <a:lnTo>
                    <a:pt x="331" y="1124"/>
                  </a:lnTo>
                  <a:lnTo>
                    <a:pt x="331" y="1124"/>
                  </a:lnTo>
                  <a:lnTo>
                    <a:pt x="329" y="1124"/>
                  </a:lnTo>
                  <a:lnTo>
                    <a:pt x="325" y="1125"/>
                  </a:lnTo>
                  <a:lnTo>
                    <a:pt x="319" y="1127"/>
                  </a:lnTo>
                  <a:lnTo>
                    <a:pt x="311" y="1128"/>
                  </a:lnTo>
                  <a:lnTo>
                    <a:pt x="300" y="1128"/>
                  </a:lnTo>
                  <a:lnTo>
                    <a:pt x="290" y="1127"/>
                  </a:lnTo>
                  <a:lnTo>
                    <a:pt x="279" y="1125"/>
                  </a:lnTo>
                  <a:lnTo>
                    <a:pt x="269" y="1121"/>
                  </a:lnTo>
                  <a:lnTo>
                    <a:pt x="269" y="1121"/>
                  </a:lnTo>
                  <a:lnTo>
                    <a:pt x="260" y="1116"/>
                  </a:lnTo>
                  <a:lnTo>
                    <a:pt x="253" y="1111"/>
                  </a:lnTo>
                  <a:lnTo>
                    <a:pt x="246" y="1106"/>
                  </a:lnTo>
                  <a:lnTo>
                    <a:pt x="243" y="1101"/>
                  </a:lnTo>
                  <a:lnTo>
                    <a:pt x="240" y="1095"/>
                  </a:lnTo>
                  <a:lnTo>
                    <a:pt x="239" y="1091"/>
                  </a:lnTo>
                  <a:lnTo>
                    <a:pt x="240" y="1086"/>
                  </a:lnTo>
                  <a:lnTo>
                    <a:pt x="241" y="1081"/>
                  </a:lnTo>
                  <a:lnTo>
                    <a:pt x="241" y="1081"/>
                  </a:lnTo>
                  <a:lnTo>
                    <a:pt x="243" y="1074"/>
                  </a:lnTo>
                  <a:lnTo>
                    <a:pt x="247" y="1065"/>
                  </a:lnTo>
                  <a:lnTo>
                    <a:pt x="251" y="1054"/>
                  </a:lnTo>
                  <a:lnTo>
                    <a:pt x="256" y="1042"/>
                  </a:lnTo>
                  <a:lnTo>
                    <a:pt x="260" y="1031"/>
                  </a:lnTo>
                  <a:lnTo>
                    <a:pt x="263" y="1022"/>
                  </a:lnTo>
                  <a:lnTo>
                    <a:pt x="265" y="1016"/>
                  </a:lnTo>
                  <a:lnTo>
                    <a:pt x="266" y="1014"/>
                  </a:lnTo>
                  <a:lnTo>
                    <a:pt x="266" y="1014"/>
                  </a:lnTo>
                  <a:lnTo>
                    <a:pt x="267" y="1013"/>
                  </a:lnTo>
                  <a:lnTo>
                    <a:pt x="270" y="1010"/>
                  </a:lnTo>
                  <a:lnTo>
                    <a:pt x="274" y="1006"/>
                  </a:lnTo>
                  <a:lnTo>
                    <a:pt x="280" y="1001"/>
                  </a:lnTo>
                  <a:lnTo>
                    <a:pt x="286" y="994"/>
                  </a:lnTo>
                  <a:lnTo>
                    <a:pt x="294" y="988"/>
                  </a:lnTo>
                  <a:lnTo>
                    <a:pt x="303" y="982"/>
                  </a:lnTo>
                  <a:lnTo>
                    <a:pt x="311" y="977"/>
                  </a:lnTo>
                  <a:lnTo>
                    <a:pt x="311" y="977"/>
                  </a:lnTo>
                  <a:lnTo>
                    <a:pt x="320" y="971"/>
                  </a:lnTo>
                  <a:lnTo>
                    <a:pt x="332" y="962"/>
                  </a:lnTo>
                  <a:lnTo>
                    <a:pt x="344" y="952"/>
                  </a:lnTo>
                  <a:lnTo>
                    <a:pt x="358" y="940"/>
                  </a:lnTo>
                  <a:lnTo>
                    <a:pt x="370" y="930"/>
                  </a:lnTo>
                  <a:lnTo>
                    <a:pt x="382" y="921"/>
                  </a:lnTo>
                  <a:lnTo>
                    <a:pt x="392" y="914"/>
                  </a:lnTo>
                  <a:lnTo>
                    <a:pt x="400" y="910"/>
                  </a:lnTo>
                  <a:lnTo>
                    <a:pt x="400" y="910"/>
                  </a:lnTo>
                  <a:lnTo>
                    <a:pt x="408" y="908"/>
                  </a:lnTo>
                  <a:lnTo>
                    <a:pt x="417" y="908"/>
                  </a:lnTo>
                  <a:lnTo>
                    <a:pt x="426" y="907"/>
                  </a:lnTo>
                  <a:lnTo>
                    <a:pt x="435" y="906"/>
                  </a:lnTo>
                  <a:lnTo>
                    <a:pt x="443" y="905"/>
                  </a:lnTo>
                  <a:lnTo>
                    <a:pt x="450" y="903"/>
                  </a:lnTo>
                  <a:lnTo>
                    <a:pt x="455" y="900"/>
                  </a:lnTo>
                  <a:lnTo>
                    <a:pt x="457" y="895"/>
                  </a:lnTo>
                  <a:lnTo>
                    <a:pt x="457" y="895"/>
                  </a:lnTo>
                  <a:lnTo>
                    <a:pt x="455" y="891"/>
                  </a:lnTo>
                  <a:lnTo>
                    <a:pt x="447" y="888"/>
                  </a:lnTo>
                  <a:lnTo>
                    <a:pt x="438" y="887"/>
                  </a:lnTo>
                  <a:lnTo>
                    <a:pt x="426" y="886"/>
                  </a:lnTo>
                  <a:lnTo>
                    <a:pt x="412" y="887"/>
                  </a:lnTo>
                  <a:lnTo>
                    <a:pt x="397" y="890"/>
                  </a:lnTo>
                  <a:lnTo>
                    <a:pt x="383" y="893"/>
                  </a:lnTo>
                  <a:lnTo>
                    <a:pt x="370" y="899"/>
                  </a:lnTo>
                  <a:lnTo>
                    <a:pt x="370" y="899"/>
                  </a:lnTo>
                  <a:lnTo>
                    <a:pt x="365" y="901"/>
                  </a:lnTo>
                  <a:lnTo>
                    <a:pt x="360" y="903"/>
                  </a:lnTo>
                  <a:lnTo>
                    <a:pt x="356" y="905"/>
                  </a:lnTo>
                  <a:lnTo>
                    <a:pt x="351" y="906"/>
                  </a:lnTo>
                  <a:lnTo>
                    <a:pt x="351" y="906"/>
                  </a:lnTo>
                  <a:lnTo>
                    <a:pt x="362" y="897"/>
                  </a:lnTo>
                  <a:lnTo>
                    <a:pt x="373" y="890"/>
                  </a:lnTo>
                  <a:lnTo>
                    <a:pt x="385" y="883"/>
                  </a:lnTo>
                  <a:lnTo>
                    <a:pt x="397" y="877"/>
                  </a:lnTo>
                  <a:lnTo>
                    <a:pt x="412" y="872"/>
                  </a:lnTo>
                  <a:lnTo>
                    <a:pt x="426" y="867"/>
                  </a:lnTo>
                  <a:lnTo>
                    <a:pt x="442" y="862"/>
                  </a:lnTo>
                  <a:lnTo>
                    <a:pt x="460" y="859"/>
                  </a:lnTo>
                  <a:lnTo>
                    <a:pt x="460" y="859"/>
                  </a:lnTo>
                  <a:lnTo>
                    <a:pt x="481" y="855"/>
                  </a:lnTo>
                  <a:lnTo>
                    <a:pt x="500" y="851"/>
                  </a:lnTo>
                  <a:lnTo>
                    <a:pt x="518" y="845"/>
                  </a:lnTo>
                  <a:lnTo>
                    <a:pt x="534" y="839"/>
                  </a:lnTo>
                  <a:lnTo>
                    <a:pt x="548" y="834"/>
                  </a:lnTo>
                  <a:lnTo>
                    <a:pt x="562" y="827"/>
                  </a:lnTo>
                  <a:lnTo>
                    <a:pt x="573" y="821"/>
                  </a:lnTo>
                  <a:lnTo>
                    <a:pt x="583" y="814"/>
                  </a:lnTo>
                  <a:lnTo>
                    <a:pt x="592" y="808"/>
                  </a:lnTo>
                  <a:lnTo>
                    <a:pt x="599" y="801"/>
                  </a:lnTo>
                  <a:lnTo>
                    <a:pt x="607" y="794"/>
                  </a:lnTo>
                  <a:lnTo>
                    <a:pt x="613" y="788"/>
                  </a:lnTo>
                  <a:lnTo>
                    <a:pt x="617" y="782"/>
                  </a:lnTo>
                  <a:lnTo>
                    <a:pt x="621" y="776"/>
                  </a:lnTo>
                  <a:lnTo>
                    <a:pt x="624" y="771"/>
                  </a:lnTo>
                  <a:lnTo>
                    <a:pt x="627" y="767"/>
                  </a:lnTo>
                  <a:lnTo>
                    <a:pt x="627" y="767"/>
                  </a:lnTo>
                  <a:lnTo>
                    <a:pt x="637" y="758"/>
                  </a:lnTo>
                  <a:lnTo>
                    <a:pt x="655" y="746"/>
                  </a:lnTo>
                  <a:lnTo>
                    <a:pt x="678" y="735"/>
                  </a:lnTo>
                  <a:lnTo>
                    <a:pt x="704" y="723"/>
                  </a:lnTo>
                  <a:lnTo>
                    <a:pt x="730" y="711"/>
                  </a:lnTo>
                  <a:lnTo>
                    <a:pt x="753" y="699"/>
                  </a:lnTo>
                  <a:lnTo>
                    <a:pt x="771" y="687"/>
                  </a:lnTo>
                  <a:lnTo>
                    <a:pt x="782" y="677"/>
                  </a:lnTo>
                  <a:lnTo>
                    <a:pt x="782" y="677"/>
                  </a:lnTo>
                  <a:lnTo>
                    <a:pt x="788" y="668"/>
                  </a:lnTo>
                  <a:lnTo>
                    <a:pt x="795" y="659"/>
                  </a:lnTo>
                  <a:lnTo>
                    <a:pt x="803" y="651"/>
                  </a:lnTo>
                  <a:lnTo>
                    <a:pt x="810" y="643"/>
                  </a:lnTo>
                  <a:lnTo>
                    <a:pt x="818" y="638"/>
                  </a:lnTo>
                  <a:lnTo>
                    <a:pt x="826" y="636"/>
                  </a:lnTo>
                  <a:lnTo>
                    <a:pt x="834" y="638"/>
                  </a:lnTo>
                  <a:lnTo>
                    <a:pt x="843" y="644"/>
                  </a:lnTo>
                  <a:lnTo>
                    <a:pt x="843" y="644"/>
                  </a:lnTo>
                  <a:lnTo>
                    <a:pt x="854" y="653"/>
                  </a:lnTo>
                  <a:lnTo>
                    <a:pt x="866" y="660"/>
                  </a:lnTo>
                  <a:lnTo>
                    <a:pt x="877" y="665"/>
                  </a:lnTo>
                  <a:lnTo>
                    <a:pt x="888" y="670"/>
                  </a:lnTo>
                  <a:lnTo>
                    <a:pt x="897" y="674"/>
                  </a:lnTo>
                  <a:lnTo>
                    <a:pt x="906" y="677"/>
                  </a:lnTo>
                  <a:lnTo>
                    <a:pt x="911" y="678"/>
                  </a:lnTo>
                  <a:lnTo>
                    <a:pt x="913" y="679"/>
                  </a:lnTo>
                  <a:lnTo>
                    <a:pt x="913" y="679"/>
                  </a:lnTo>
                  <a:lnTo>
                    <a:pt x="917" y="677"/>
                  </a:lnTo>
                  <a:lnTo>
                    <a:pt x="928" y="671"/>
                  </a:lnTo>
                  <a:lnTo>
                    <a:pt x="943" y="662"/>
                  </a:lnTo>
                  <a:lnTo>
                    <a:pt x="962" y="651"/>
                  </a:lnTo>
                  <a:lnTo>
                    <a:pt x="981" y="638"/>
                  </a:lnTo>
                  <a:lnTo>
                    <a:pt x="998" y="627"/>
                  </a:lnTo>
                  <a:lnTo>
                    <a:pt x="1014" y="616"/>
                  </a:lnTo>
                  <a:lnTo>
                    <a:pt x="1023" y="608"/>
                  </a:lnTo>
                  <a:lnTo>
                    <a:pt x="1023" y="608"/>
                  </a:lnTo>
                  <a:lnTo>
                    <a:pt x="1031" y="599"/>
                  </a:lnTo>
                  <a:lnTo>
                    <a:pt x="1042" y="584"/>
                  </a:lnTo>
                  <a:lnTo>
                    <a:pt x="1057" y="567"/>
                  </a:lnTo>
                  <a:lnTo>
                    <a:pt x="1073" y="547"/>
                  </a:lnTo>
                  <a:lnTo>
                    <a:pt x="1090" y="526"/>
                  </a:lnTo>
                  <a:lnTo>
                    <a:pt x="1109" y="506"/>
                  </a:lnTo>
                  <a:lnTo>
                    <a:pt x="1127" y="486"/>
                  </a:lnTo>
                  <a:lnTo>
                    <a:pt x="1145" y="471"/>
                  </a:lnTo>
                  <a:lnTo>
                    <a:pt x="1145" y="471"/>
                  </a:lnTo>
                  <a:lnTo>
                    <a:pt x="1163" y="462"/>
                  </a:lnTo>
                  <a:lnTo>
                    <a:pt x="1179" y="457"/>
                  </a:lnTo>
                  <a:lnTo>
                    <a:pt x="1194" y="456"/>
                  </a:lnTo>
                  <a:lnTo>
                    <a:pt x="1210" y="454"/>
                  </a:lnTo>
                  <a:lnTo>
                    <a:pt x="1224" y="451"/>
                  </a:lnTo>
                  <a:lnTo>
                    <a:pt x="1239" y="442"/>
                  </a:lnTo>
                  <a:lnTo>
                    <a:pt x="1255" y="426"/>
                  </a:lnTo>
                  <a:lnTo>
                    <a:pt x="1272" y="402"/>
                  </a:lnTo>
                  <a:lnTo>
                    <a:pt x="1272" y="402"/>
                  </a:lnTo>
                  <a:lnTo>
                    <a:pt x="1281" y="387"/>
                  </a:lnTo>
                  <a:lnTo>
                    <a:pt x="1291" y="375"/>
                  </a:lnTo>
                  <a:lnTo>
                    <a:pt x="1302" y="365"/>
                  </a:lnTo>
                  <a:lnTo>
                    <a:pt x="1312" y="357"/>
                  </a:lnTo>
                  <a:lnTo>
                    <a:pt x="1322" y="350"/>
                  </a:lnTo>
                  <a:lnTo>
                    <a:pt x="1332" y="344"/>
                  </a:lnTo>
                  <a:lnTo>
                    <a:pt x="1343" y="339"/>
                  </a:lnTo>
                  <a:lnTo>
                    <a:pt x="1355" y="336"/>
                  </a:lnTo>
                  <a:lnTo>
                    <a:pt x="1365" y="333"/>
                  </a:lnTo>
                  <a:lnTo>
                    <a:pt x="1376" y="331"/>
                  </a:lnTo>
                  <a:lnTo>
                    <a:pt x="1387" y="330"/>
                  </a:lnTo>
                  <a:lnTo>
                    <a:pt x="1397" y="328"/>
                  </a:lnTo>
                  <a:lnTo>
                    <a:pt x="1409" y="326"/>
                  </a:lnTo>
                  <a:lnTo>
                    <a:pt x="1419" y="325"/>
                  </a:lnTo>
                  <a:lnTo>
                    <a:pt x="1429" y="323"/>
                  </a:lnTo>
                  <a:lnTo>
                    <a:pt x="1439" y="320"/>
                  </a:lnTo>
                  <a:lnTo>
                    <a:pt x="1439" y="320"/>
                  </a:lnTo>
                  <a:lnTo>
                    <a:pt x="1459" y="314"/>
                  </a:lnTo>
                  <a:lnTo>
                    <a:pt x="1477" y="307"/>
                  </a:lnTo>
                  <a:lnTo>
                    <a:pt x="1493" y="299"/>
                  </a:lnTo>
                  <a:lnTo>
                    <a:pt x="1508" y="289"/>
                  </a:lnTo>
                  <a:lnTo>
                    <a:pt x="1521" y="277"/>
                  </a:lnTo>
                  <a:lnTo>
                    <a:pt x="1532" y="262"/>
                  </a:lnTo>
                  <a:lnTo>
                    <a:pt x="1541" y="243"/>
                  </a:lnTo>
                  <a:lnTo>
                    <a:pt x="1547" y="220"/>
                  </a:lnTo>
                  <a:lnTo>
                    <a:pt x="1547" y="220"/>
                  </a:lnTo>
                  <a:lnTo>
                    <a:pt x="1554" y="196"/>
                  </a:lnTo>
                  <a:lnTo>
                    <a:pt x="1562" y="172"/>
                  </a:lnTo>
                  <a:lnTo>
                    <a:pt x="1571" y="150"/>
                  </a:lnTo>
                  <a:lnTo>
                    <a:pt x="1580" y="129"/>
                  </a:lnTo>
                  <a:lnTo>
                    <a:pt x="1588" y="112"/>
                  </a:lnTo>
                  <a:lnTo>
                    <a:pt x="1596" y="97"/>
                  </a:lnTo>
                  <a:lnTo>
                    <a:pt x="1602" y="85"/>
                  </a:lnTo>
                  <a:lnTo>
                    <a:pt x="1605" y="77"/>
                  </a:lnTo>
                  <a:lnTo>
                    <a:pt x="1605" y="77"/>
                  </a:lnTo>
                  <a:lnTo>
                    <a:pt x="1611" y="69"/>
                  </a:lnTo>
                  <a:lnTo>
                    <a:pt x="1622" y="59"/>
                  </a:lnTo>
                  <a:lnTo>
                    <a:pt x="1637" y="47"/>
                  </a:lnTo>
                  <a:lnTo>
                    <a:pt x="1654" y="34"/>
                  </a:lnTo>
                  <a:lnTo>
                    <a:pt x="1670" y="23"/>
                  </a:lnTo>
                  <a:lnTo>
                    <a:pt x="1684" y="13"/>
                  </a:lnTo>
                  <a:lnTo>
                    <a:pt x="1694" y="6"/>
                  </a:lnTo>
                  <a:lnTo>
                    <a:pt x="1699" y="4"/>
                  </a:lnTo>
                  <a:lnTo>
                    <a:pt x="1699" y="4"/>
                  </a:lnTo>
                  <a:lnTo>
                    <a:pt x="1699" y="4"/>
                  </a:lnTo>
                  <a:lnTo>
                    <a:pt x="1700" y="4"/>
                  </a:lnTo>
                  <a:lnTo>
                    <a:pt x="1700" y="3"/>
                  </a:lnTo>
                  <a:lnTo>
                    <a:pt x="1700" y="1"/>
                  </a:lnTo>
                  <a:lnTo>
                    <a:pt x="1700" y="1"/>
                  </a:lnTo>
                  <a:lnTo>
                    <a:pt x="1699" y="1"/>
                  </a:lnTo>
                  <a:lnTo>
                    <a:pt x="1699" y="1"/>
                  </a:lnTo>
                  <a:lnTo>
                    <a:pt x="1699" y="1"/>
                  </a:lnTo>
                  <a:lnTo>
                    <a:pt x="1699"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95" name=""/>
            <p:cNvSpPr/>
            <p:nvPr/>
          </p:nvSpPr>
          <p:spPr>
            <a:xfrm>
              <a:off x="550800" y="3517920"/>
              <a:ext cx="254160" cy="191520"/>
            </a:xfrm>
            <a:custGeom>
              <a:avLst/>
              <a:gdLst/>
              <a:ahLst/>
              <a:rect l="l" t="t" r="r" b="b"/>
              <a:pathLst>
                <a:path w="1416" h="1184">
                  <a:moveTo>
                    <a:pt x="1416" y="1044"/>
                  </a:moveTo>
                  <a:lnTo>
                    <a:pt x="1412" y="1056"/>
                  </a:lnTo>
                  <a:lnTo>
                    <a:pt x="1407" y="1068"/>
                  </a:lnTo>
                  <a:lnTo>
                    <a:pt x="1402" y="1081"/>
                  </a:lnTo>
                  <a:lnTo>
                    <a:pt x="1397" y="1094"/>
                  </a:lnTo>
                  <a:lnTo>
                    <a:pt x="1391" y="1106"/>
                  </a:lnTo>
                  <a:lnTo>
                    <a:pt x="1386" y="1115"/>
                  </a:lnTo>
                  <a:lnTo>
                    <a:pt x="1381" y="1122"/>
                  </a:lnTo>
                  <a:lnTo>
                    <a:pt x="1377" y="1126"/>
                  </a:lnTo>
                  <a:lnTo>
                    <a:pt x="1370" y="1129"/>
                  </a:lnTo>
                  <a:lnTo>
                    <a:pt x="1364" y="1133"/>
                  </a:lnTo>
                  <a:lnTo>
                    <a:pt x="1359" y="1139"/>
                  </a:lnTo>
                  <a:lnTo>
                    <a:pt x="1354" y="1144"/>
                  </a:lnTo>
                  <a:lnTo>
                    <a:pt x="1349" y="1150"/>
                  </a:lnTo>
                  <a:lnTo>
                    <a:pt x="1344" y="1157"/>
                  </a:lnTo>
                  <a:lnTo>
                    <a:pt x="1340" y="1164"/>
                  </a:lnTo>
                  <a:lnTo>
                    <a:pt x="1336" y="1173"/>
                  </a:lnTo>
                  <a:lnTo>
                    <a:pt x="1330" y="1180"/>
                  </a:lnTo>
                  <a:lnTo>
                    <a:pt x="1323" y="1184"/>
                  </a:lnTo>
                  <a:lnTo>
                    <a:pt x="1313" y="1184"/>
                  </a:lnTo>
                  <a:lnTo>
                    <a:pt x="1303" y="1182"/>
                  </a:lnTo>
                  <a:lnTo>
                    <a:pt x="1292" y="1180"/>
                  </a:lnTo>
                  <a:lnTo>
                    <a:pt x="1282" y="1177"/>
                  </a:lnTo>
                  <a:lnTo>
                    <a:pt x="1272" y="1176"/>
                  </a:lnTo>
                  <a:lnTo>
                    <a:pt x="1262" y="1177"/>
                  </a:lnTo>
                  <a:lnTo>
                    <a:pt x="1253" y="1179"/>
                  </a:lnTo>
                  <a:lnTo>
                    <a:pt x="1242" y="1181"/>
                  </a:lnTo>
                  <a:lnTo>
                    <a:pt x="1231" y="1181"/>
                  </a:lnTo>
                  <a:lnTo>
                    <a:pt x="1219" y="1181"/>
                  </a:lnTo>
                  <a:lnTo>
                    <a:pt x="1207" y="1180"/>
                  </a:lnTo>
                  <a:lnTo>
                    <a:pt x="1196" y="1178"/>
                  </a:lnTo>
                  <a:lnTo>
                    <a:pt x="1187" y="1174"/>
                  </a:lnTo>
                  <a:lnTo>
                    <a:pt x="1179" y="1169"/>
                  </a:lnTo>
                  <a:lnTo>
                    <a:pt x="1173" y="1162"/>
                  </a:lnTo>
                  <a:lnTo>
                    <a:pt x="1168" y="1155"/>
                  </a:lnTo>
                  <a:lnTo>
                    <a:pt x="1165" y="1148"/>
                  </a:lnTo>
                  <a:lnTo>
                    <a:pt x="1165" y="1142"/>
                  </a:lnTo>
                  <a:lnTo>
                    <a:pt x="1165" y="1136"/>
                  </a:lnTo>
                  <a:lnTo>
                    <a:pt x="1165" y="1132"/>
                  </a:lnTo>
                  <a:lnTo>
                    <a:pt x="1166" y="1129"/>
                  </a:lnTo>
                  <a:lnTo>
                    <a:pt x="1166" y="1128"/>
                  </a:lnTo>
                  <a:lnTo>
                    <a:pt x="1150" y="1110"/>
                  </a:lnTo>
                  <a:lnTo>
                    <a:pt x="1148" y="1110"/>
                  </a:lnTo>
                  <a:lnTo>
                    <a:pt x="1141" y="1111"/>
                  </a:lnTo>
                  <a:lnTo>
                    <a:pt x="1132" y="1111"/>
                  </a:lnTo>
                  <a:lnTo>
                    <a:pt x="1123" y="1111"/>
                  </a:lnTo>
                  <a:lnTo>
                    <a:pt x="1112" y="1110"/>
                  </a:lnTo>
                  <a:lnTo>
                    <a:pt x="1105" y="1107"/>
                  </a:lnTo>
                  <a:lnTo>
                    <a:pt x="1102" y="1102"/>
                  </a:lnTo>
                  <a:lnTo>
                    <a:pt x="1103" y="1094"/>
                  </a:lnTo>
                  <a:lnTo>
                    <a:pt x="1106" y="1083"/>
                  </a:lnTo>
                  <a:lnTo>
                    <a:pt x="1109" y="1073"/>
                  </a:lnTo>
                  <a:lnTo>
                    <a:pt x="1111" y="1063"/>
                  </a:lnTo>
                  <a:lnTo>
                    <a:pt x="1111" y="1054"/>
                  </a:lnTo>
                  <a:lnTo>
                    <a:pt x="1110" y="1046"/>
                  </a:lnTo>
                  <a:lnTo>
                    <a:pt x="1108" y="1039"/>
                  </a:lnTo>
                  <a:lnTo>
                    <a:pt x="1103" y="1033"/>
                  </a:lnTo>
                  <a:lnTo>
                    <a:pt x="1097" y="1030"/>
                  </a:lnTo>
                  <a:lnTo>
                    <a:pt x="1088" y="1029"/>
                  </a:lnTo>
                  <a:lnTo>
                    <a:pt x="1077" y="1027"/>
                  </a:lnTo>
                  <a:lnTo>
                    <a:pt x="1063" y="1025"/>
                  </a:lnTo>
                  <a:lnTo>
                    <a:pt x="1050" y="1024"/>
                  </a:lnTo>
                  <a:lnTo>
                    <a:pt x="1037" y="1024"/>
                  </a:lnTo>
                  <a:lnTo>
                    <a:pt x="1025" y="1026"/>
                  </a:lnTo>
                  <a:lnTo>
                    <a:pt x="1013" y="1031"/>
                  </a:lnTo>
                  <a:lnTo>
                    <a:pt x="1005" y="1039"/>
                  </a:lnTo>
                  <a:lnTo>
                    <a:pt x="997" y="1047"/>
                  </a:lnTo>
                  <a:lnTo>
                    <a:pt x="987" y="1051"/>
                  </a:lnTo>
                  <a:lnTo>
                    <a:pt x="976" y="1053"/>
                  </a:lnTo>
                  <a:lnTo>
                    <a:pt x="964" y="1052"/>
                  </a:lnTo>
                  <a:lnTo>
                    <a:pt x="952" y="1049"/>
                  </a:lnTo>
                  <a:lnTo>
                    <a:pt x="940" y="1046"/>
                  </a:lnTo>
                  <a:lnTo>
                    <a:pt x="928" y="1042"/>
                  </a:lnTo>
                  <a:lnTo>
                    <a:pt x="915" y="1039"/>
                  </a:lnTo>
                  <a:lnTo>
                    <a:pt x="904" y="1036"/>
                  </a:lnTo>
                  <a:lnTo>
                    <a:pt x="893" y="1035"/>
                  </a:lnTo>
                  <a:lnTo>
                    <a:pt x="884" y="1034"/>
                  </a:lnTo>
                  <a:lnTo>
                    <a:pt x="875" y="1034"/>
                  </a:lnTo>
                  <a:lnTo>
                    <a:pt x="866" y="1032"/>
                  </a:lnTo>
                  <a:lnTo>
                    <a:pt x="859" y="1029"/>
                  </a:lnTo>
                  <a:lnTo>
                    <a:pt x="854" y="1024"/>
                  </a:lnTo>
                  <a:lnTo>
                    <a:pt x="850" y="1016"/>
                  </a:lnTo>
                  <a:lnTo>
                    <a:pt x="846" y="1008"/>
                  </a:lnTo>
                  <a:lnTo>
                    <a:pt x="840" y="1002"/>
                  </a:lnTo>
                  <a:lnTo>
                    <a:pt x="832" y="998"/>
                  </a:lnTo>
                  <a:lnTo>
                    <a:pt x="824" y="996"/>
                  </a:lnTo>
                  <a:lnTo>
                    <a:pt x="815" y="996"/>
                  </a:lnTo>
                  <a:lnTo>
                    <a:pt x="807" y="998"/>
                  </a:lnTo>
                  <a:lnTo>
                    <a:pt x="801" y="1002"/>
                  </a:lnTo>
                  <a:lnTo>
                    <a:pt x="797" y="1008"/>
                  </a:lnTo>
                  <a:lnTo>
                    <a:pt x="793" y="1014"/>
                  </a:lnTo>
                  <a:lnTo>
                    <a:pt x="787" y="1019"/>
                  </a:lnTo>
                  <a:lnTo>
                    <a:pt x="779" y="1023"/>
                  </a:lnTo>
                  <a:lnTo>
                    <a:pt x="770" y="1026"/>
                  </a:lnTo>
                  <a:lnTo>
                    <a:pt x="761" y="1030"/>
                  </a:lnTo>
                  <a:lnTo>
                    <a:pt x="754" y="1034"/>
                  </a:lnTo>
                  <a:lnTo>
                    <a:pt x="747" y="1040"/>
                  </a:lnTo>
                  <a:lnTo>
                    <a:pt x="742" y="1047"/>
                  </a:lnTo>
                  <a:lnTo>
                    <a:pt x="737" y="1053"/>
                  </a:lnTo>
                  <a:lnTo>
                    <a:pt x="730" y="1055"/>
                  </a:lnTo>
                  <a:lnTo>
                    <a:pt x="721" y="1055"/>
                  </a:lnTo>
                  <a:lnTo>
                    <a:pt x="712" y="1052"/>
                  </a:lnTo>
                  <a:lnTo>
                    <a:pt x="703" y="1047"/>
                  </a:lnTo>
                  <a:lnTo>
                    <a:pt x="695" y="1042"/>
                  </a:lnTo>
                  <a:lnTo>
                    <a:pt x="688" y="1035"/>
                  </a:lnTo>
                  <a:lnTo>
                    <a:pt x="683" y="1030"/>
                  </a:lnTo>
                  <a:lnTo>
                    <a:pt x="679" y="1027"/>
                  </a:lnTo>
                  <a:lnTo>
                    <a:pt x="672" y="1026"/>
                  </a:lnTo>
                  <a:lnTo>
                    <a:pt x="665" y="1025"/>
                  </a:lnTo>
                  <a:lnTo>
                    <a:pt x="659" y="1026"/>
                  </a:lnTo>
                  <a:lnTo>
                    <a:pt x="651" y="1028"/>
                  </a:lnTo>
                  <a:lnTo>
                    <a:pt x="644" y="1031"/>
                  </a:lnTo>
                  <a:lnTo>
                    <a:pt x="638" y="1034"/>
                  </a:lnTo>
                  <a:lnTo>
                    <a:pt x="632" y="1039"/>
                  </a:lnTo>
                  <a:lnTo>
                    <a:pt x="627" y="1043"/>
                  </a:lnTo>
                  <a:lnTo>
                    <a:pt x="620" y="1047"/>
                  </a:lnTo>
                  <a:lnTo>
                    <a:pt x="615" y="1051"/>
                  </a:lnTo>
                  <a:lnTo>
                    <a:pt x="609" y="1054"/>
                  </a:lnTo>
                  <a:lnTo>
                    <a:pt x="603" y="1057"/>
                  </a:lnTo>
                  <a:lnTo>
                    <a:pt x="598" y="1058"/>
                  </a:lnTo>
                  <a:lnTo>
                    <a:pt x="592" y="1059"/>
                  </a:lnTo>
                  <a:lnTo>
                    <a:pt x="587" y="1059"/>
                  </a:lnTo>
                  <a:lnTo>
                    <a:pt x="583" y="1059"/>
                  </a:lnTo>
                  <a:lnTo>
                    <a:pt x="577" y="1061"/>
                  </a:lnTo>
                  <a:lnTo>
                    <a:pt x="569" y="1065"/>
                  </a:lnTo>
                  <a:lnTo>
                    <a:pt x="559" y="1069"/>
                  </a:lnTo>
                  <a:lnTo>
                    <a:pt x="548" y="1075"/>
                  </a:lnTo>
                  <a:lnTo>
                    <a:pt x="534" y="1081"/>
                  </a:lnTo>
                  <a:lnTo>
                    <a:pt x="515" y="1086"/>
                  </a:lnTo>
                  <a:lnTo>
                    <a:pt x="495" y="1093"/>
                  </a:lnTo>
                  <a:lnTo>
                    <a:pt x="487" y="1090"/>
                  </a:lnTo>
                  <a:lnTo>
                    <a:pt x="481" y="1085"/>
                  </a:lnTo>
                  <a:lnTo>
                    <a:pt x="477" y="1080"/>
                  </a:lnTo>
                  <a:lnTo>
                    <a:pt x="472" y="1076"/>
                  </a:lnTo>
                  <a:lnTo>
                    <a:pt x="469" y="1071"/>
                  </a:lnTo>
                  <a:lnTo>
                    <a:pt x="467" y="1065"/>
                  </a:lnTo>
                  <a:lnTo>
                    <a:pt x="464" y="1060"/>
                  </a:lnTo>
                  <a:lnTo>
                    <a:pt x="461" y="1054"/>
                  </a:lnTo>
                  <a:lnTo>
                    <a:pt x="456" y="1047"/>
                  </a:lnTo>
                  <a:lnTo>
                    <a:pt x="449" y="1039"/>
                  </a:lnTo>
                  <a:lnTo>
                    <a:pt x="442" y="1030"/>
                  </a:lnTo>
                  <a:lnTo>
                    <a:pt x="433" y="1021"/>
                  </a:lnTo>
                  <a:lnTo>
                    <a:pt x="425" y="1014"/>
                  </a:lnTo>
                  <a:lnTo>
                    <a:pt x="415" y="1007"/>
                  </a:lnTo>
                  <a:lnTo>
                    <a:pt x="408" y="1001"/>
                  </a:lnTo>
                  <a:lnTo>
                    <a:pt x="402" y="998"/>
                  </a:lnTo>
                  <a:lnTo>
                    <a:pt x="397" y="995"/>
                  </a:lnTo>
                  <a:lnTo>
                    <a:pt x="392" y="990"/>
                  </a:lnTo>
                  <a:lnTo>
                    <a:pt x="387" y="983"/>
                  </a:lnTo>
                  <a:lnTo>
                    <a:pt x="383" y="977"/>
                  </a:lnTo>
                  <a:lnTo>
                    <a:pt x="379" y="972"/>
                  </a:lnTo>
                  <a:lnTo>
                    <a:pt x="373" y="969"/>
                  </a:lnTo>
                  <a:lnTo>
                    <a:pt x="369" y="969"/>
                  </a:lnTo>
                  <a:lnTo>
                    <a:pt x="365" y="972"/>
                  </a:lnTo>
                  <a:lnTo>
                    <a:pt x="361" y="975"/>
                  </a:lnTo>
                  <a:lnTo>
                    <a:pt x="359" y="973"/>
                  </a:lnTo>
                  <a:lnTo>
                    <a:pt x="358" y="968"/>
                  </a:lnTo>
                  <a:lnTo>
                    <a:pt x="357" y="961"/>
                  </a:lnTo>
                  <a:lnTo>
                    <a:pt x="357" y="953"/>
                  </a:lnTo>
                  <a:lnTo>
                    <a:pt x="357" y="946"/>
                  </a:lnTo>
                  <a:lnTo>
                    <a:pt x="357" y="941"/>
                  </a:lnTo>
                  <a:lnTo>
                    <a:pt x="357" y="939"/>
                  </a:lnTo>
                  <a:lnTo>
                    <a:pt x="358" y="938"/>
                  </a:lnTo>
                  <a:lnTo>
                    <a:pt x="361" y="936"/>
                  </a:lnTo>
                  <a:lnTo>
                    <a:pt x="365" y="933"/>
                  </a:lnTo>
                  <a:lnTo>
                    <a:pt x="370" y="930"/>
                  </a:lnTo>
                  <a:lnTo>
                    <a:pt x="376" y="925"/>
                  </a:lnTo>
                  <a:lnTo>
                    <a:pt x="381" y="919"/>
                  </a:lnTo>
                  <a:lnTo>
                    <a:pt x="385" y="913"/>
                  </a:lnTo>
                  <a:lnTo>
                    <a:pt x="388" y="905"/>
                  </a:lnTo>
                  <a:lnTo>
                    <a:pt x="390" y="896"/>
                  </a:lnTo>
                  <a:lnTo>
                    <a:pt x="390" y="884"/>
                  </a:lnTo>
                  <a:lnTo>
                    <a:pt x="391" y="872"/>
                  </a:lnTo>
                  <a:lnTo>
                    <a:pt x="391" y="858"/>
                  </a:lnTo>
                  <a:lnTo>
                    <a:pt x="391" y="844"/>
                  </a:lnTo>
                  <a:lnTo>
                    <a:pt x="392" y="827"/>
                  </a:lnTo>
                  <a:lnTo>
                    <a:pt x="394" y="812"/>
                  </a:lnTo>
                  <a:lnTo>
                    <a:pt x="397" y="796"/>
                  </a:lnTo>
                  <a:lnTo>
                    <a:pt x="398" y="782"/>
                  </a:lnTo>
                  <a:lnTo>
                    <a:pt x="392" y="773"/>
                  </a:lnTo>
                  <a:lnTo>
                    <a:pt x="384" y="768"/>
                  </a:lnTo>
                  <a:lnTo>
                    <a:pt x="373" y="764"/>
                  </a:lnTo>
                  <a:lnTo>
                    <a:pt x="364" y="761"/>
                  </a:lnTo>
                  <a:lnTo>
                    <a:pt x="358" y="757"/>
                  </a:lnTo>
                  <a:lnTo>
                    <a:pt x="358" y="750"/>
                  </a:lnTo>
                  <a:lnTo>
                    <a:pt x="365" y="739"/>
                  </a:lnTo>
                  <a:lnTo>
                    <a:pt x="375" y="727"/>
                  </a:lnTo>
                  <a:lnTo>
                    <a:pt x="381" y="718"/>
                  </a:lnTo>
                  <a:lnTo>
                    <a:pt x="382" y="713"/>
                  </a:lnTo>
                  <a:lnTo>
                    <a:pt x="381" y="709"/>
                  </a:lnTo>
                  <a:lnTo>
                    <a:pt x="376" y="706"/>
                  </a:lnTo>
                  <a:lnTo>
                    <a:pt x="367" y="704"/>
                  </a:lnTo>
                  <a:lnTo>
                    <a:pt x="358" y="702"/>
                  </a:lnTo>
                  <a:lnTo>
                    <a:pt x="346" y="700"/>
                  </a:lnTo>
                  <a:lnTo>
                    <a:pt x="336" y="696"/>
                  </a:lnTo>
                  <a:lnTo>
                    <a:pt x="329" y="691"/>
                  </a:lnTo>
                  <a:lnTo>
                    <a:pt x="326" y="684"/>
                  </a:lnTo>
                  <a:lnTo>
                    <a:pt x="326" y="677"/>
                  </a:lnTo>
                  <a:lnTo>
                    <a:pt x="328" y="669"/>
                  </a:lnTo>
                  <a:lnTo>
                    <a:pt x="333" y="661"/>
                  </a:lnTo>
                  <a:lnTo>
                    <a:pt x="340" y="652"/>
                  </a:lnTo>
                  <a:lnTo>
                    <a:pt x="349" y="644"/>
                  </a:lnTo>
                  <a:lnTo>
                    <a:pt x="357" y="634"/>
                  </a:lnTo>
                  <a:lnTo>
                    <a:pt x="362" y="626"/>
                  </a:lnTo>
                  <a:lnTo>
                    <a:pt x="365" y="617"/>
                  </a:lnTo>
                  <a:lnTo>
                    <a:pt x="367" y="610"/>
                  </a:lnTo>
                  <a:lnTo>
                    <a:pt x="368" y="604"/>
                  </a:lnTo>
                  <a:lnTo>
                    <a:pt x="371" y="599"/>
                  </a:lnTo>
                  <a:lnTo>
                    <a:pt x="376" y="598"/>
                  </a:lnTo>
                  <a:lnTo>
                    <a:pt x="383" y="599"/>
                  </a:lnTo>
                  <a:lnTo>
                    <a:pt x="389" y="600"/>
                  </a:lnTo>
                  <a:lnTo>
                    <a:pt x="391" y="599"/>
                  </a:lnTo>
                  <a:lnTo>
                    <a:pt x="389" y="596"/>
                  </a:lnTo>
                  <a:lnTo>
                    <a:pt x="384" y="591"/>
                  </a:lnTo>
                  <a:lnTo>
                    <a:pt x="377" y="584"/>
                  </a:lnTo>
                  <a:lnTo>
                    <a:pt x="368" y="577"/>
                  </a:lnTo>
                  <a:lnTo>
                    <a:pt x="358" y="571"/>
                  </a:lnTo>
                  <a:lnTo>
                    <a:pt x="349" y="565"/>
                  </a:lnTo>
                  <a:lnTo>
                    <a:pt x="340" y="558"/>
                  </a:lnTo>
                  <a:lnTo>
                    <a:pt x="332" y="549"/>
                  </a:lnTo>
                  <a:lnTo>
                    <a:pt x="323" y="539"/>
                  </a:lnTo>
                  <a:lnTo>
                    <a:pt x="317" y="527"/>
                  </a:lnTo>
                  <a:lnTo>
                    <a:pt x="311" y="517"/>
                  </a:lnTo>
                  <a:lnTo>
                    <a:pt x="307" y="508"/>
                  </a:lnTo>
                  <a:lnTo>
                    <a:pt x="305" y="502"/>
                  </a:lnTo>
                  <a:lnTo>
                    <a:pt x="304" y="500"/>
                  </a:lnTo>
                  <a:lnTo>
                    <a:pt x="306" y="500"/>
                  </a:lnTo>
                  <a:lnTo>
                    <a:pt x="312" y="498"/>
                  </a:lnTo>
                  <a:lnTo>
                    <a:pt x="318" y="494"/>
                  </a:lnTo>
                  <a:lnTo>
                    <a:pt x="321" y="486"/>
                  </a:lnTo>
                  <a:lnTo>
                    <a:pt x="321" y="480"/>
                  </a:lnTo>
                  <a:lnTo>
                    <a:pt x="320" y="474"/>
                  </a:lnTo>
                  <a:lnTo>
                    <a:pt x="319" y="467"/>
                  </a:lnTo>
                  <a:lnTo>
                    <a:pt x="319" y="461"/>
                  </a:lnTo>
                  <a:lnTo>
                    <a:pt x="319" y="454"/>
                  </a:lnTo>
                  <a:lnTo>
                    <a:pt x="320" y="448"/>
                  </a:lnTo>
                  <a:lnTo>
                    <a:pt x="323" y="442"/>
                  </a:lnTo>
                  <a:lnTo>
                    <a:pt x="330" y="436"/>
                  </a:lnTo>
                  <a:lnTo>
                    <a:pt x="335" y="430"/>
                  </a:lnTo>
                  <a:lnTo>
                    <a:pt x="335" y="425"/>
                  </a:lnTo>
                  <a:lnTo>
                    <a:pt x="333" y="421"/>
                  </a:lnTo>
                  <a:lnTo>
                    <a:pt x="329" y="417"/>
                  </a:lnTo>
                  <a:lnTo>
                    <a:pt x="322" y="414"/>
                  </a:lnTo>
                  <a:lnTo>
                    <a:pt x="317" y="412"/>
                  </a:lnTo>
                  <a:lnTo>
                    <a:pt x="314" y="410"/>
                  </a:lnTo>
                  <a:lnTo>
                    <a:pt x="312" y="410"/>
                  </a:lnTo>
                  <a:lnTo>
                    <a:pt x="313" y="409"/>
                  </a:lnTo>
                  <a:lnTo>
                    <a:pt x="315" y="406"/>
                  </a:lnTo>
                  <a:lnTo>
                    <a:pt x="317" y="401"/>
                  </a:lnTo>
                  <a:lnTo>
                    <a:pt x="318" y="395"/>
                  </a:lnTo>
                  <a:lnTo>
                    <a:pt x="318" y="390"/>
                  </a:lnTo>
                  <a:lnTo>
                    <a:pt x="317" y="383"/>
                  </a:lnTo>
                  <a:lnTo>
                    <a:pt x="312" y="379"/>
                  </a:lnTo>
                  <a:lnTo>
                    <a:pt x="304" y="376"/>
                  </a:lnTo>
                  <a:lnTo>
                    <a:pt x="295" y="376"/>
                  </a:lnTo>
                  <a:lnTo>
                    <a:pt x="287" y="377"/>
                  </a:lnTo>
                  <a:lnTo>
                    <a:pt x="280" y="381"/>
                  </a:lnTo>
                  <a:lnTo>
                    <a:pt x="273" y="386"/>
                  </a:lnTo>
                  <a:lnTo>
                    <a:pt x="267" y="391"/>
                  </a:lnTo>
                  <a:lnTo>
                    <a:pt x="263" y="395"/>
                  </a:lnTo>
                  <a:lnTo>
                    <a:pt x="258" y="398"/>
                  </a:lnTo>
                  <a:lnTo>
                    <a:pt x="254" y="399"/>
                  </a:lnTo>
                  <a:lnTo>
                    <a:pt x="249" y="399"/>
                  </a:lnTo>
                  <a:lnTo>
                    <a:pt x="244" y="398"/>
                  </a:lnTo>
                  <a:lnTo>
                    <a:pt x="239" y="396"/>
                  </a:lnTo>
                  <a:lnTo>
                    <a:pt x="233" y="395"/>
                  </a:lnTo>
                  <a:lnTo>
                    <a:pt x="229" y="394"/>
                  </a:lnTo>
                  <a:lnTo>
                    <a:pt x="225" y="392"/>
                  </a:lnTo>
                  <a:lnTo>
                    <a:pt x="221" y="391"/>
                  </a:lnTo>
                  <a:lnTo>
                    <a:pt x="220" y="391"/>
                  </a:lnTo>
                  <a:lnTo>
                    <a:pt x="221" y="390"/>
                  </a:lnTo>
                  <a:lnTo>
                    <a:pt x="225" y="386"/>
                  </a:lnTo>
                  <a:lnTo>
                    <a:pt x="229" y="380"/>
                  </a:lnTo>
                  <a:lnTo>
                    <a:pt x="232" y="373"/>
                  </a:lnTo>
                  <a:lnTo>
                    <a:pt x="235" y="366"/>
                  </a:lnTo>
                  <a:lnTo>
                    <a:pt x="236" y="359"/>
                  </a:lnTo>
                  <a:lnTo>
                    <a:pt x="234" y="353"/>
                  </a:lnTo>
                  <a:lnTo>
                    <a:pt x="229" y="348"/>
                  </a:lnTo>
                  <a:lnTo>
                    <a:pt x="223" y="344"/>
                  </a:lnTo>
                  <a:lnTo>
                    <a:pt x="222" y="339"/>
                  </a:lnTo>
                  <a:lnTo>
                    <a:pt x="222" y="334"/>
                  </a:lnTo>
                  <a:lnTo>
                    <a:pt x="225" y="328"/>
                  </a:lnTo>
                  <a:lnTo>
                    <a:pt x="226" y="323"/>
                  </a:lnTo>
                  <a:lnTo>
                    <a:pt x="226" y="318"/>
                  </a:lnTo>
                  <a:lnTo>
                    <a:pt x="222" y="315"/>
                  </a:lnTo>
                  <a:lnTo>
                    <a:pt x="214" y="312"/>
                  </a:lnTo>
                  <a:lnTo>
                    <a:pt x="204" y="311"/>
                  </a:lnTo>
                  <a:lnTo>
                    <a:pt x="196" y="312"/>
                  </a:lnTo>
                  <a:lnTo>
                    <a:pt x="189" y="314"/>
                  </a:lnTo>
                  <a:lnTo>
                    <a:pt x="184" y="318"/>
                  </a:lnTo>
                  <a:lnTo>
                    <a:pt x="180" y="323"/>
                  </a:lnTo>
                  <a:lnTo>
                    <a:pt x="179" y="330"/>
                  </a:lnTo>
                  <a:lnTo>
                    <a:pt x="179" y="338"/>
                  </a:lnTo>
                  <a:lnTo>
                    <a:pt x="181" y="346"/>
                  </a:lnTo>
                  <a:lnTo>
                    <a:pt x="183" y="353"/>
                  </a:lnTo>
                  <a:lnTo>
                    <a:pt x="184" y="360"/>
                  </a:lnTo>
                  <a:lnTo>
                    <a:pt x="184" y="365"/>
                  </a:lnTo>
                  <a:lnTo>
                    <a:pt x="183" y="371"/>
                  </a:lnTo>
                  <a:lnTo>
                    <a:pt x="182" y="377"/>
                  </a:lnTo>
                  <a:lnTo>
                    <a:pt x="183" y="385"/>
                  </a:lnTo>
                  <a:lnTo>
                    <a:pt x="185" y="394"/>
                  </a:lnTo>
                  <a:lnTo>
                    <a:pt x="190" y="405"/>
                  </a:lnTo>
                  <a:lnTo>
                    <a:pt x="194" y="416"/>
                  </a:lnTo>
                  <a:lnTo>
                    <a:pt x="196" y="424"/>
                  </a:lnTo>
                  <a:lnTo>
                    <a:pt x="195" y="430"/>
                  </a:lnTo>
                  <a:lnTo>
                    <a:pt x="193" y="435"/>
                  </a:lnTo>
                  <a:lnTo>
                    <a:pt x="190" y="437"/>
                  </a:lnTo>
                  <a:lnTo>
                    <a:pt x="187" y="438"/>
                  </a:lnTo>
                  <a:lnTo>
                    <a:pt x="185" y="439"/>
                  </a:lnTo>
                  <a:lnTo>
                    <a:pt x="184" y="439"/>
                  </a:lnTo>
                  <a:lnTo>
                    <a:pt x="184" y="436"/>
                  </a:lnTo>
                  <a:lnTo>
                    <a:pt x="183" y="428"/>
                  </a:lnTo>
                  <a:lnTo>
                    <a:pt x="181" y="417"/>
                  </a:lnTo>
                  <a:lnTo>
                    <a:pt x="179" y="405"/>
                  </a:lnTo>
                  <a:lnTo>
                    <a:pt x="176" y="392"/>
                  </a:lnTo>
                  <a:lnTo>
                    <a:pt x="172" y="378"/>
                  </a:lnTo>
                  <a:lnTo>
                    <a:pt x="168" y="367"/>
                  </a:lnTo>
                  <a:lnTo>
                    <a:pt x="164" y="360"/>
                  </a:lnTo>
                  <a:lnTo>
                    <a:pt x="160" y="354"/>
                  </a:lnTo>
                  <a:lnTo>
                    <a:pt x="156" y="347"/>
                  </a:lnTo>
                  <a:lnTo>
                    <a:pt x="152" y="340"/>
                  </a:lnTo>
                  <a:lnTo>
                    <a:pt x="149" y="331"/>
                  </a:lnTo>
                  <a:lnTo>
                    <a:pt x="146" y="325"/>
                  </a:lnTo>
                  <a:lnTo>
                    <a:pt x="144" y="319"/>
                  </a:lnTo>
                  <a:lnTo>
                    <a:pt x="142" y="315"/>
                  </a:lnTo>
                  <a:lnTo>
                    <a:pt x="142" y="314"/>
                  </a:lnTo>
                  <a:lnTo>
                    <a:pt x="140" y="315"/>
                  </a:lnTo>
                  <a:lnTo>
                    <a:pt x="136" y="319"/>
                  </a:lnTo>
                  <a:lnTo>
                    <a:pt x="129" y="324"/>
                  </a:lnTo>
                  <a:lnTo>
                    <a:pt x="120" y="329"/>
                  </a:lnTo>
                  <a:lnTo>
                    <a:pt x="110" y="336"/>
                  </a:lnTo>
                  <a:lnTo>
                    <a:pt x="100" y="341"/>
                  </a:lnTo>
                  <a:lnTo>
                    <a:pt x="90" y="345"/>
                  </a:lnTo>
                  <a:lnTo>
                    <a:pt x="80" y="346"/>
                  </a:lnTo>
                  <a:lnTo>
                    <a:pt x="70" y="344"/>
                  </a:lnTo>
                  <a:lnTo>
                    <a:pt x="62" y="340"/>
                  </a:lnTo>
                  <a:lnTo>
                    <a:pt x="55" y="334"/>
                  </a:lnTo>
                  <a:lnTo>
                    <a:pt x="49" y="325"/>
                  </a:lnTo>
                  <a:lnTo>
                    <a:pt x="46" y="318"/>
                  </a:lnTo>
                  <a:lnTo>
                    <a:pt x="47" y="312"/>
                  </a:lnTo>
                  <a:lnTo>
                    <a:pt x="50" y="308"/>
                  </a:lnTo>
                  <a:lnTo>
                    <a:pt x="58" y="306"/>
                  </a:lnTo>
                  <a:lnTo>
                    <a:pt x="66" y="306"/>
                  </a:lnTo>
                  <a:lnTo>
                    <a:pt x="72" y="305"/>
                  </a:lnTo>
                  <a:lnTo>
                    <a:pt x="74" y="304"/>
                  </a:lnTo>
                  <a:lnTo>
                    <a:pt x="73" y="302"/>
                  </a:lnTo>
                  <a:lnTo>
                    <a:pt x="71" y="300"/>
                  </a:lnTo>
                  <a:lnTo>
                    <a:pt x="66" y="298"/>
                  </a:lnTo>
                  <a:lnTo>
                    <a:pt x="60" y="295"/>
                  </a:lnTo>
                  <a:lnTo>
                    <a:pt x="52" y="292"/>
                  </a:lnTo>
                  <a:lnTo>
                    <a:pt x="43" y="290"/>
                  </a:lnTo>
                  <a:lnTo>
                    <a:pt x="34" y="290"/>
                  </a:lnTo>
                  <a:lnTo>
                    <a:pt x="23" y="291"/>
                  </a:lnTo>
                  <a:lnTo>
                    <a:pt x="14" y="293"/>
                  </a:lnTo>
                  <a:lnTo>
                    <a:pt x="7" y="294"/>
                  </a:lnTo>
                  <a:lnTo>
                    <a:pt x="2" y="294"/>
                  </a:lnTo>
                  <a:lnTo>
                    <a:pt x="0" y="292"/>
                  </a:lnTo>
                  <a:lnTo>
                    <a:pt x="2" y="287"/>
                  </a:lnTo>
                  <a:lnTo>
                    <a:pt x="7" y="279"/>
                  </a:lnTo>
                  <a:lnTo>
                    <a:pt x="14" y="272"/>
                  </a:lnTo>
                  <a:lnTo>
                    <a:pt x="21" y="265"/>
                  </a:lnTo>
                  <a:lnTo>
                    <a:pt x="29" y="258"/>
                  </a:lnTo>
                  <a:lnTo>
                    <a:pt x="36" y="251"/>
                  </a:lnTo>
                  <a:lnTo>
                    <a:pt x="42" y="246"/>
                  </a:lnTo>
                  <a:lnTo>
                    <a:pt x="46" y="243"/>
                  </a:lnTo>
                  <a:lnTo>
                    <a:pt x="47" y="242"/>
                  </a:lnTo>
                  <a:lnTo>
                    <a:pt x="44" y="197"/>
                  </a:lnTo>
                  <a:lnTo>
                    <a:pt x="66" y="199"/>
                  </a:lnTo>
                  <a:lnTo>
                    <a:pt x="58" y="179"/>
                  </a:lnTo>
                  <a:lnTo>
                    <a:pt x="71" y="174"/>
                  </a:lnTo>
                  <a:lnTo>
                    <a:pt x="74" y="141"/>
                  </a:lnTo>
                  <a:lnTo>
                    <a:pt x="76" y="142"/>
                  </a:lnTo>
                  <a:lnTo>
                    <a:pt x="78" y="144"/>
                  </a:lnTo>
                  <a:lnTo>
                    <a:pt x="81" y="147"/>
                  </a:lnTo>
                  <a:lnTo>
                    <a:pt x="86" y="149"/>
                  </a:lnTo>
                  <a:lnTo>
                    <a:pt x="91" y="151"/>
                  </a:lnTo>
                  <a:lnTo>
                    <a:pt x="98" y="152"/>
                  </a:lnTo>
                  <a:lnTo>
                    <a:pt x="105" y="150"/>
                  </a:lnTo>
                  <a:lnTo>
                    <a:pt x="113" y="146"/>
                  </a:lnTo>
                  <a:lnTo>
                    <a:pt x="120" y="141"/>
                  </a:lnTo>
                  <a:lnTo>
                    <a:pt x="124" y="136"/>
                  </a:lnTo>
                  <a:lnTo>
                    <a:pt x="128" y="133"/>
                  </a:lnTo>
                  <a:lnTo>
                    <a:pt x="129" y="128"/>
                  </a:lnTo>
                  <a:lnTo>
                    <a:pt x="130" y="124"/>
                  </a:lnTo>
                  <a:lnTo>
                    <a:pt x="131" y="120"/>
                  </a:lnTo>
                  <a:lnTo>
                    <a:pt x="133" y="114"/>
                  </a:lnTo>
                  <a:lnTo>
                    <a:pt x="136" y="107"/>
                  </a:lnTo>
                  <a:lnTo>
                    <a:pt x="140" y="99"/>
                  </a:lnTo>
                  <a:lnTo>
                    <a:pt x="142" y="93"/>
                  </a:lnTo>
                  <a:lnTo>
                    <a:pt x="144" y="88"/>
                  </a:lnTo>
                  <a:lnTo>
                    <a:pt x="146" y="83"/>
                  </a:lnTo>
                  <a:lnTo>
                    <a:pt x="146" y="79"/>
                  </a:lnTo>
                  <a:lnTo>
                    <a:pt x="147" y="77"/>
                  </a:lnTo>
                  <a:lnTo>
                    <a:pt x="147" y="75"/>
                  </a:lnTo>
                  <a:lnTo>
                    <a:pt x="147" y="75"/>
                  </a:lnTo>
                  <a:lnTo>
                    <a:pt x="179" y="96"/>
                  </a:lnTo>
                  <a:lnTo>
                    <a:pt x="179" y="97"/>
                  </a:lnTo>
                  <a:lnTo>
                    <a:pt x="178" y="99"/>
                  </a:lnTo>
                  <a:lnTo>
                    <a:pt x="177" y="102"/>
                  </a:lnTo>
                  <a:lnTo>
                    <a:pt x="176" y="107"/>
                  </a:lnTo>
                  <a:lnTo>
                    <a:pt x="175" y="113"/>
                  </a:lnTo>
                  <a:lnTo>
                    <a:pt x="173" y="120"/>
                  </a:lnTo>
                  <a:lnTo>
                    <a:pt x="172" y="128"/>
                  </a:lnTo>
                  <a:lnTo>
                    <a:pt x="172" y="138"/>
                  </a:lnTo>
                  <a:lnTo>
                    <a:pt x="173" y="146"/>
                  </a:lnTo>
                  <a:lnTo>
                    <a:pt x="177" y="153"/>
                  </a:lnTo>
                  <a:lnTo>
                    <a:pt x="181" y="158"/>
                  </a:lnTo>
                  <a:lnTo>
                    <a:pt x="184" y="162"/>
                  </a:lnTo>
                  <a:lnTo>
                    <a:pt x="185" y="164"/>
                  </a:lnTo>
                  <a:lnTo>
                    <a:pt x="184" y="165"/>
                  </a:lnTo>
                  <a:lnTo>
                    <a:pt x="180" y="165"/>
                  </a:lnTo>
                  <a:lnTo>
                    <a:pt x="169" y="165"/>
                  </a:lnTo>
                  <a:lnTo>
                    <a:pt x="161" y="166"/>
                  </a:lnTo>
                  <a:lnTo>
                    <a:pt x="159" y="171"/>
                  </a:lnTo>
                  <a:lnTo>
                    <a:pt x="163" y="177"/>
                  </a:lnTo>
                  <a:lnTo>
                    <a:pt x="171" y="186"/>
                  </a:lnTo>
                  <a:lnTo>
                    <a:pt x="180" y="194"/>
                  </a:lnTo>
                  <a:lnTo>
                    <a:pt x="189" y="201"/>
                  </a:lnTo>
                  <a:lnTo>
                    <a:pt x="195" y="206"/>
                  </a:lnTo>
                  <a:lnTo>
                    <a:pt x="198" y="208"/>
                  </a:lnTo>
                  <a:lnTo>
                    <a:pt x="201" y="165"/>
                  </a:lnTo>
                  <a:lnTo>
                    <a:pt x="226" y="186"/>
                  </a:lnTo>
                  <a:lnTo>
                    <a:pt x="229" y="154"/>
                  </a:lnTo>
                  <a:lnTo>
                    <a:pt x="262" y="165"/>
                  </a:lnTo>
                  <a:lnTo>
                    <a:pt x="248" y="129"/>
                  </a:lnTo>
                  <a:lnTo>
                    <a:pt x="267" y="107"/>
                  </a:lnTo>
                  <a:lnTo>
                    <a:pt x="266" y="106"/>
                  </a:lnTo>
                  <a:lnTo>
                    <a:pt x="263" y="102"/>
                  </a:lnTo>
                  <a:lnTo>
                    <a:pt x="259" y="96"/>
                  </a:lnTo>
                  <a:lnTo>
                    <a:pt x="255" y="89"/>
                  </a:lnTo>
                  <a:lnTo>
                    <a:pt x="251" y="81"/>
                  </a:lnTo>
                  <a:lnTo>
                    <a:pt x="248" y="74"/>
                  </a:lnTo>
                  <a:lnTo>
                    <a:pt x="247" y="67"/>
                  </a:lnTo>
                  <a:lnTo>
                    <a:pt x="248" y="61"/>
                  </a:lnTo>
                  <a:lnTo>
                    <a:pt x="249" y="56"/>
                  </a:lnTo>
                  <a:lnTo>
                    <a:pt x="248" y="50"/>
                  </a:lnTo>
                  <a:lnTo>
                    <a:pt x="246" y="45"/>
                  </a:lnTo>
                  <a:lnTo>
                    <a:pt x="244" y="40"/>
                  </a:lnTo>
                  <a:lnTo>
                    <a:pt x="241" y="35"/>
                  </a:lnTo>
                  <a:lnTo>
                    <a:pt x="240" y="30"/>
                  </a:lnTo>
                  <a:lnTo>
                    <a:pt x="241" y="28"/>
                  </a:lnTo>
                  <a:lnTo>
                    <a:pt x="245" y="27"/>
                  </a:lnTo>
                  <a:lnTo>
                    <a:pt x="249" y="26"/>
                  </a:lnTo>
                  <a:lnTo>
                    <a:pt x="252" y="22"/>
                  </a:lnTo>
                  <a:lnTo>
                    <a:pt x="253" y="17"/>
                  </a:lnTo>
                  <a:lnTo>
                    <a:pt x="255" y="12"/>
                  </a:lnTo>
                  <a:lnTo>
                    <a:pt x="258" y="7"/>
                  </a:lnTo>
                  <a:lnTo>
                    <a:pt x="262" y="4"/>
                  </a:lnTo>
                  <a:lnTo>
                    <a:pt x="268" y="3"/>
                  </a:lnTo>
                  <a:lnTo>
                    <a:pt x="279" y="5"/>
                  </a:lnTo>
                  <a:lnTo>
                    <a:pt x="290" y="8"/>
                  </a:lnTo>
                  <a:lnTo>
                    <a:pt x="301" y="9"/>
                  </a:lnTo>
                  <a:lnTo>
                    <a:pt x="310" y="9"/>
                  </a:lnTo>
                  <a:lnTo>
                    <a:pt x="318" y="8"/>
                  </a:lnTo>
                  <a:lnTo>
                    <a:pt x="326" y="7"/>
                  </a:lnTo>
                  <a:lnTo>
                    <a:pt x="331" y="5"/>
                  </a:lnTo>
                  <a:lnTo>
                    <a:pt x="334" y="4"/>
                  </a:lnTo>
                  <a:lnTo>
                    <a:pt x="335" y="3"/>
                  </a:lnTo>
                  <a:lnTo>
                    <a:pt x="335" y="6"/>
                  </a:lnTo>
                  <a:lnTo>
                    <a:pt x="336" y="16"/>
                  </a:lnTo>
                  <a:lnTo>
                    <a:pt x="336" y="29"/>
                  </a:lnTo>
                  <a:lnTo>
                    <a:pt x="337" y="46"/>
                  </a:lnTo>
                  <a:lnTo>
                    <a:pt x="338" y="63"/>
                  </a:lnTo>
                  <a:lnTo>
                    <a:pt x="339" y="80"/>
                  </a:lnTo>
                  <a:lnTo>
                    <a:pt x="340" y="94"/>
                  </a:lnTo>
                  <a:lnTo>
                    <a:pt x="341" y="104"/>
                  </a:lnTo>
                  <a:lnTo>
                    <a:pt x="341" y="108"/>
                  </a:lnTo>
                  <a:lnTo>
                    <a:pt x="341" y="106"/>
                  </a:lnTo>
                  <a:lnTo>
                    <a:pt x="341" y="100"/>
                  </a:lnTo>
                  <a:lnTo>
                    <a:pt x="341" y="91"/>
                  </a:lnTo>
                  <a:lnTo>
                    <a:pt x="343" y="80"/>
                  </a:lnTo>
                  <a:lnTo>
                    <a:pt x="346" y="69"/>
                  </a:lnTo>
                  <a:lnTo>
                    <a:pt x="352" y="60"/>
                  </a:lnTo>
                  <a:lnTo>
                    <a:pt x="360" y="53"/>
                  </a:lnTo>
                  <a:lnTo>
                    <a:pt x="369" y="49"/>
                  </a:lnTo>
                  <a:lnTo>
                    <a:pt x="378" y="47"/>
                  </a:lnTo>
                  <a:lnTo>
                    <a:pt x="384" y="46"/>
                  </a:lnTo>
                  <a:lnTo>
                    <a:pt x="389" y="46"/>
                  </a:lnTo>
                  <a:lnTo>
                    <a:pt x="393" y="47"/>
                  </a:lnTo>
                  <a:lnTo>
                    <a:pt x="395" y="48"/>
                  </a:lnTo>
                  <a:lnTo>
                    <a:pt x="397" y="50"/>
                  </a:lnTo>
                  <a:lnTo>
                    <a:pt x="397" y="50"/>
                  </a:lnTo>
                  <a:lnTo>
                    <a:pt x="401" y="51"/>
                  </a:lnTo>
                  <a:lnTo>
                    <a:pt x="411" y="51"/>
                  </a:lnTo>
                  <a:lnTo>
                    <a:pt x="419" y="49"/>
                  </a:lnTo>
                  <a:lnTo>
                    <a:pt x="421" y="42"/>
                  </a:lnTo>
                  <a:lnTo>
                    <a:pt x="419" y="36"/>
                  </a:lnTo>
                  <a:lnTo>
                    <a:pt x="419" y="29"/>
                  </a:lnTo>
                  <a:lnTo>
                    <a:pt x="418" y="22"/>
                  </a:lnTo>
                  <a:lnTo>
                    <a:pt x="418" y="15"/>
                  </a:lnTo>
                  <a:lnTo>
                    <a:pt x="418" y="9"/>
                  </a:lnTo>
                  <a:lnTo>
                    <a:pt x="419" y="4"/>
                  </a:lnTo>
                  <a:lnTo>
                    <a:pt x="419" y="1"/>
                  </a:lnTo>
                  <a:lnTo>
                    <a:pt x="419" y="0"/>
                  </a:lnTo>
                  <a:lnTo>
                    <a:pt x="421" y="1"/>
                  </a:lnTo>
                  <a:lnTo>
                    <a:pt x="428" y="2"/>
                  </a:lnTo>
                  <a:lnTo>
                    <a:pt x="436" y="4"/>
                  </a:lnTo>
                  <a:lnTo>
                    <a:pt x="445" y="6"/>
                  </a:lnTo>
                  <a:lnTo>
                    <a:pt x="454" y="7"/>
                  </a:lnTo>
                  <a:lnTo>
                    <a:pt x="463" y="7"/>
                  </a:lnTo>
                  <a:lnTo>
                    <a:pt x="470" y="6"/>
                  </a:lnTo>
                  <a:lnTo>
                    <a:pt x="475" y="3"/>
                  </a:lnTo>
                  <a:lnTo>
                    <a:pt x="477" y="1"/>
                  </a:lnTo>
                  <a:lnTo>
                    <a:pt x="479" y="2"/>
                  </a:lnTo>
                  <a:lnTo>
                    <a:pt x="481" y="6"/>
                  </a:lnTo>
                  <a:lnTo>
                    <a:pt x="483" y="11"/>
                  </a:lnTo>
                  <a:lnTo>
                    <a:pt x="484" y="17"/>
                  </a:lnTo>
                  <a:lnTo>
                    <a:pt x="485" y="22"/>
                  </a:lnTo>
                  <a:lnTo>
                    <a:pt x="486" y="26"/>
                  </a:lnTo>
                  <a:lnTo>
                    <a:pt x="486" y="27"/>
                  </a:lnTo>
                  <a:lnTo>
                    <a:pt x="497" y="61"/>
                  </a:lnTo>
                  <a:lnTo>
                    <a:pt x="497" y="60"/>
                  </a:lnTo>
                  <a:lnTo>
                    <a:pt x="499" y="57"/>
                  </a:lnTo>
                  <a:lnTo>
                    <a:pt x="501" y="54"/>
                  </a:lnTo>
                  <a:lnTo>
                    <a:pt x="504" y="49"/>
                  </a:lnTo>
                  <a:lnTo>
                    <a:pt x="509" y="44"/>
                  </a:lnTo>
                  <a:lnTo>
                    <a:pt x="514" y="39"/>
                  </a:lnTo>
                  <a:lnTo>
                    <a:pt x="520" y="35"/>
                  </a:lnTo>
                  <a:lnTo>
                    <a:pt x="529" y="30"/>
                  </a:lnTo>
                  <a:lnTo>
                    <a:pt x="542" y="24"/>
                  </a:lnTo>
                  <a:lnTo>
                    <a:pt x="550" y="20"/>
                  </a:lnTo>
                  <a:lnTo>
                    <a:pt x="554" y="24"/>
                  </a:lnTo>
                  <a:lnTo>
                    <a:pt x="556" y="39"/>
                  </a:lnTo>
                  <a:lnTo>
                    <a:pt x="557" y="48"/>
                  </a:lnTo>
                  <a:lnTo>
                    <a:pt x="556" y="56"/>
                  </a:lnTo>
                  <a:lnTo>
                    <a:pt x="555" y="61"/>
                  </a:lnTo>
                  <a:lnTo>
                    <a:pt x="553" y="65"/>
                  </a:lnTo>
                  <a:lnTo>
                    <a:pt x="551" y="68"/>
                  </a:lnTo>
                  <a:lnTo>
                    <a:pt x="550" y="69"/>
                  </a:lnTo>
                  <a:lnTo>
                    <a:pt x="548" y="70"/>
                  </a:lnTo>
                  <a:lnTo>
                    <a:pt x="548" y="70"/>
                  </a:lnTo>
                  <a:lnTo>
                    <a:pt x="549" y="69"/>
                  </a:lnTo>
                  <a:lnTo>
                    <a:pt x="551" y="65"/>
                  </a:lnTo>
                  <a:lnTo>
                    <a:pt x="554" y="60"/>
                  </a:lnTo>
                  <a:lnTo>
                    <a:pt x="558" y="55"/>
                  </a:lnTo>
                  <a:lnTo>
                    <a:pt x="563" y="50"/>
                  </a:lnTo>
                  <a:lnTo>
                    <a:pt x="569" y="45"/>
                  </a:lnTo>
                  <a:lnTo>
                    <a:pt x="577" y="42"/>
                  </a:lnTo>
                  <a:lnTo>
                    <a:pt x="584" y="42"/>
                  </a:lnTo>
                  <a:lnTo>
                    <a:pt x="590" y="43"/>
                  </a:lnTo>
                  <a:lnTo>
                    <a:pt x="595" y="45"/>
                  </a:lnTo>
                  <a:lnTo>
                    <a:pt x="598" y="46"/>
                  </a:lnTo>
                  <a:lnTo>
                    <a:pt x="600" y="49"/>
                  </a:lnTo>
                  <a:lnTo>
                    <a:pt x="603" y="52"/>
                  </a:lnTo>
                  <a:lnTo>
                    <a:pt x="607" y="57"/>
                  </a:lnTo>
                  <a:lnTo>
                    <a:pt x="612" y="63"/>
                  </a:lnTo>
                  <a:lnTo>
                    <a:pt x="620" y="70"/>
                  </a:lnTo>
                  <a:lnTo>
                    <a:pt x="630" y="78"/>
                  </a:lnTo>
                  <a:lnTo>
                    <a:pt x="639" y="86"/>
                  </a:lnTo>
                  <a:lnTo>
                    <a:pt x="647" y="92"/>
                  </a:lnTo>
                  <a:lnTo>
                    <a:pt x="654" y="97"/>
                  </a:lnTo>
                  <a:lnTo>
                    <a:pt x="659" y="101"/>
                  </a:lnTo>
                  <a:lnTo>
                    <a:pt x="660" y="105"/>
                  </a:lnTo>
                  <a:lnTo>
                    <a:pt x="659" y="109"/>
                  </a:lnTo>
                  <a:lnTo>
                    <a:pt x="654" y="112"/>
                  </a:lnTo>
                  <a:lnTo>
                    <a:pt x="649" y="114"/>
                  </a:lnTo>
                  <a:lnTo>
                    <a:pt x="646" y="114"/>
                  </a:lnTo>
                  <a:lnTo>
                    <a:pt x="646" y="114"/>
                  </a:lnTo>
                  <a:lnTo>
                    <a:pt x="648" y="114"/>
                  </a:lnTo>
                  <a:lnTo>
                    <a:pt x="652" y="116"/>
                  </a:lnTo>
                  <a:lnTo>
                    <a:pt x="656" y="121"/>
                  </a:lnTo>
                  <a:lnTo>
                    <a:pt x="661" y="129"/>
                  </a:lnTo>
                  <a:lnTo>
                    <a:pt x="665" y="143"/>
                  </a:lnTo>
                  <a:lnTo>
                    <a:pt x="669" y="157"/>
                  </a:lnTo>
                  <a:lnTo>
                    <a:pt x="671" y="168"/>
                  </a:lnTo>
                  <a:lnTo>
                    <a:pt x="674" y="175"/>
                  </a:lnTo>
                  <a:lnTo>
                    <a:pt x="676" y="181"/>
                  </a:lnTo>
                  <a:lnTo>
                    <a:pt x="676" y="185"/>
                  </a:lnTo>
                  <a:lnTo>
                    <a:pt x="677" y="187"/>
                  </a:lnTo>
                  <a:lnTo>
                    <a:pt x="677" y="188"/>
                  </a:lnTo>
                  <a:lnTo>
                    <a:pt x="677" y="188"/>
                  </a:lnTo>
                  <a:lnTo>
                    <a:pt x="677" y="187"/>
                  </a:lnTo>
                  <a:lnTo>
                    <a:pt x="677" y="184"/>
                  </a:lnTo>
                  <a:lnTo>
                    <a:pt x="677" y="178"/>
                  </a:lnTo>
                  <a:lnTo>
                    <a:pt x="678" y="173"/>
                  </a:lnTo>
                  <a:lnTo>
                    <a:pt x="681" y="167"/>
                  </a:lnTo>
                  <a:lnTo>
                    <a:pt x="685" y="161"/>
                  </a:lnTo>
                  <a:lnTo>
                    <a:pt x="692" y="156"/>
                  </a:lnTo>
                  <a:lnTo>
                    <a:pt x="702" y="152"/>
                  </a:lnTo>
                  <a:lnTo>
                    <a:pt x="711" y="147"/>
                  </a:lnTo>
                  <a:lnTo>
                    <a:pt x="715" y="140"/>
                  </a:lnTo>
                  <a:lnTo>
                    <a:pt x="716" y="131"/>
                  </a:lnTo>
                  <a:lnTo>
                    <a:pt x="716" y="123"/>
                  </a:lnTo>
                  <a:lnTo>
                    <a:pt x="716" y="116"/>
                  </a:lnTo>
                  <a:lnTo>
                    <a:pt x="718" y="110"/>
                  </a:lnTo>
                  <a:lnTo>
                    <a:pt x="722" y="108"/>
                  </a:lnTo>
                  <a:lnTo>
                    <a:pt x="733" y="109"/>
                  </a:lnTo>
                  <a:lnTo>
                    <a:pt x="746" y="111"/>
                  </a:lnTo>
                  <a:lnTo>
                    <a:pt x="751" y="107"/>
                  </a:lnTo>
                  <a:lnTo>
                    <a:pt x="752" y="100"/>
                  </a:lnTo>
                  <a:lnTo>
                    <a:pt x="753" y="93"/>
                  </a:lnTo>
                  <a:lnTo>
                    <a:pt x="753" y="93"/>
                  </a:lnTo>
                  <a:lnTo>
                    <a:pt x="753" y="93"/>
                  </a:lnTo>
                  <a:lnTo>
                    <a:pt x="753" y="93"/>
                  </a:lnTo>
                  <a:lnTo>
                    <a:pt x="753" y="93"/>
                  </a:lnTo>
                  <a:lnTo>
                    <a:pt x="760" y="92"/>
                  </a:lnTo>
                  <a:lnTo>
                    <a:pt x="766" y="92"/>
                  </a:lnTo>
                  <a:lnTo>
                    <a:pt x="774" y="91"/>
                  </a:lnTo>
                  <a:lnTo>
                    <a:pt x="780" y="91"/>
                  </a:lnTo>
                  <a:lnTo>
                    <a:pt x="785" y="90"/>
                  </a:lnTo>
                  <a:lnTo>
                    <a:pt x="790" y="90"/>
                  </a:lnTo>
                  <a:lnTo>
                    <a:pt x="794" y="90"/>
                  </a:lnTo>
                  <a:lnTo>
                    <a:pt x="797" y="90"/>
                  </a:lnTo>
                  <a:lnTo>
                    <a:pt x="804" y="88"/>
                  </a:lnTo>
                  <a:lnTo>
                    <a:pt x="811" y="86"/>
                  </a:lnTo>
                  <a:lnTo>
                    <a:pt x="819" y="84"/>
                  </a:lnTo>
                  <a:lnTo>
                    <a:pt x="829" y="81"/>
                  </a:lnTo>
                  <a:lnTo>
                    <a:pt x="838" y="80"/>
                  </a:lnTo>
                  <a:lnTo>
                    <a:pt x="847" y="78"/>
                  </a:lnTo>
                  <a:lnTo>
                    <a:pt x="856" y="77"/>
                  </a:lnTo>
                  <a:lnTo>
                    <a:pt x="864" y="77"/>
                  </a:lnTo>
                  <a:lnTo>
                    <a:pt x="873" y="78"/>
                  </a:lnTo>
                  <a:lnTo>
                    <a:pt x="881" y="80"/>
                  </a:lnTo>
                  <a:lnTo>
                    <a:pt x="888" y="85"/>
                  </a:lnTo>
                  <a:lnTo>
                    <a:pt x="894" y="89"/>
                  </a:lnTo>
                  <a:lnTo>
                    <a:pt x="900" y="93"/>
                  </a:lnTo>
                  <a:lnTo>
                    <a:pt x="904" y="97"/>
                  </a:lnTo>
                  <a:lnTo>
                    <a:pt x="906" y="99"/>
                  </a:lnTo>
                  <a:lnTo>
                    <a:pt x="907" y="100"/>
                  </a:lnTo>
                  <a:lnTo>
                    <a:pt x="908" y="100"/>
                  </a:lnTo>
                  <a:lnTo>
                    <a:pt x="911" y="100"/>
                  </a:lnTo>
                  <a:lnTo>
                    <a:pt x="916" y="99"/>
                  </a:lnTo>
                  <a:lnTo>
                    <a:pt x="925" y="98"/>
                  </a:lnTo>
                  <a:lnTo>
                    <a:pt x="934" y="96"/>
                  </a:lnTo>
                  <a:lnTo>
                    <a:pt x="945" y="93"/>
                  </a:lnTo>
                  <a:lnTo>
                    <a:pt x="959" y="89"/>
                  </a:lnTo>
                  <a:lnTo>
                    <a:pt x="975" y="84"/>
                  </a:lnTo>
                  <a:lnTo>
                    <a:pt x="991" y="80"/>
                  </a:lnTo>
                  <a:lnTo>
                    <a:pt x="1006" y="83"/>
                  </a:lnTo>
                  <a:lnTo>
                    <a:pt x="1020" y="89"/>
                  </a:lnTo>
                  <a:lnTo>
                    <a:pt x="1034" y="97"/>
                  </a:lnTo>
                  <a:lnTo>
                    <a:pt x="1044" y="106"/>
                  </a:lnTo>
                  <a:lnTo>
                    <a:pt x="1051" y="114"/>
                  </a:lnTo>
                  <a:lnTo>
                    <a:pt x="1056" y="120"/>
                  </a:lnTo>
                  <a:lnTo>
                    <a:pt x="1058" y="122"/>
                  </a:lnTo>
                  <a:lnTo>
                    <a:pt x="1058" y="123"/>
                  </a:lnTo>
                  <a:lnTo>
                    <a:pt x="1060" y="125"/>
                  </a:lnTo>
                  <a:lnTo>
                    <a:pt x="1063" y="127"/>
                  </a:lnTo>
                  <a:lnTo>
                    <a:pt x="1066" y="129"/>
                  </a:lnTo>
                  <a:lnTo>
                    <a:pt x="1071" y="130"/>
                  </a:lnTo>
                  <a:lnTo>
                    <a:pt x="1078" y="130"/>
                  </a:lnTo>
                  <a:lnTo>
                    <a:pt x="1086" y="127"/>
                  </a:lnTo>
                  <a:lnTo>
                    <a:pt x="1095" y="122"/>
                  </a:lnTo>
                  <a:lnTo>
                    <a:pt x="1101" y="118"/>
                  </a:lnTo>
                  <a:lnTo>
                    <a:pt x="1107" y="115"/>
                  </a:lnTo>
                  <a:lnTo>
                    <a:pt x="1113" y="111"/>
                  </a:lnTo>
                  <a:lnTo>
                    <a:pt x="1119" y="108"/>
                  </a:lnTo>
                  <a:lnTo>
                    <a:pt x="1119" y="108"/>
                  </a:lnTo>
                  <a:lnTo>
                    <a:pt x="1119" y="108"/>
                  </a:lnTo>
                  <a:lnTo>
                    <a:pt x="1119" y="108"/>
                  </a:lnTo>
                  <a:lnTo>
                    <a:pt x="1119" y="108"/>
                  </a:lnTo>
                  <a:lnTo>
                    <a:pt x="1116" y="115"/>
                  </a:lnTo>
                  <a:lnTo>
                    <a:pt x="1115" y="122"/>
                  </a:lnTo>
                  <a:lnTo>
                    <a:pt x="1116" y="128"/>
                  </a:lnTo>
                  <a:lnTo>
                    <a:pt x="1119" y="135"/>
                  </a:lnTo>
                  <a:lnTo>
                    <a:pt x="1123" y="141"/>
                  </a:lnTo>
                  <a:lnTo>
                    <a:pt x="1128" y="146"/>
                  </a:lnTo>
                  <a:lnTo>
                    <a:pt x="1132" y="151"/>
                  </a:lnTo>
                  <a:lnTo>
                    <a:pt x="1137" y="157"/>
                  </a:lnTo>
                  <a:lnTo>
                    <a:pt x="1142" y="164"/>
                  </a:lnTo>
                  <a:lnTo>
                    <a:pt x="1148" y="172"/>
                  </a:lnTo>
                  <a:lnTo>
                    <a:pt x="1156" y="183"/>
                  </a:lnTo>
                  <a:lnTo>
                    <a:pt x="1164" y="193"/>
                  </a:lnTo>
                  <a:lnTo>
                    <a:pt x="1173" y="203"/>
                  </a:lnTo>
                  <a:lnTo>
                    <a:pt x="1179" y="213"/>
                  </a:lnTo>
                  <a:lnTo>
                    <a:pt x="1184" y="223"/>
                  </a:lnTo>
                  <a:lnTo>
                    <a:pt x="1186" y="232"/>
                  </a:lnTo>
                  <a:lnTo>
                    <a:pt x="1186" y="242"/>
                  </a:lnTo>
                  <a:lnTo>
                    <a:pt x="1186" y="249"/>
                  </a:lnTo>
                  <a:lnTo>
                    <a:pt x="1185" y="256"/>
                  </a:lnTo>
                  <a:lnTo>
                    <a:pt x="1182" y="261"/>
                  </a:lnTo>
                  <a:lnTo>
                    <a:pt x="1178" y="266"/>
                  </a:lnTo>
                  <a:lnTo>
                    <a:pt x="1173" y="270"/>
                  </a:lnTo>
                  <a:lnTo>
                    <a:pt x="1164" y="273"/>
                  </a:lnTo>
                  <a:lnTo>
                    <a:pt x="1155" y="275"/>
                  </a:lnTo>
                  <a:lnTo>
                    <a:pt x="1146" y="276"/>
                  </a:lnTo>
                  <a:lnTo>
                    <a:pt x="1138" y="278"/>
                  </a:lnTo>
                  <a:lnTo>
                    <a:pt x="1133" y="281"/>
                  </a:lnTo>
                  <a:lnTo>
                    <a:pt x="1129" y="286"/>
                  </a:lnTo>
                  <a:lnTo>
                    <a:pt x="1127" y="290"/>
                  </a:lnTo>
                  <a:lnTo>
                    <a:pt x="1127" y="296"/>
                  </a:lnTo>
                  <a:lnTo>
                    <a:pt x="1129" y="302"/>
                  </a:lnTo>
                  <a:lnTo>
                    <a:pt x="1133" y="308"/>
                  </a:lnTo>
                  <a:lnTo>
                    <a:pt x="1137" y="316"/>
                  </a:lnTo>
                  <a:lnTo>
                    <a:pt x="1138" y="323"/>
                  </a:lnTo>
                  <a:lnTo>
                    <a:pt x="1137" y="330"/>
                  </a:lnTo>
                  <a:lnTo>
                    <a:pt x="1134" y="338"/>
                  </a:lnTo>
                  <a:lnTo>
                    <a:pt x="1129" y="344"/>
                  </a:lnTo>
                  <a:lnTo>
                    <a:pt x="1123" y="350"/>
                  </a:lnTo>
                  <a:lnTo>
                    <a:pt x="1115" y="354"/>
                  </a:lnTo>
                  <a:lnTo>
                    <a:pt x="1108" y="357"/>
                  </a:lnTo>
                  <a:lnTo>
                    <a:pt x="1102" y="359"/>
                  </a:lnTo>
                  <a:lnTo>
                    <a:pt x="1097" y="360"/>
                  </a:lnTo>
                  <a:lnTo>
                    <a:pt x="1092" y="361"/>
                  </a:lnTo>
                  <a:lnTo>
                    <a:pt x="1088" y="363"/>
                  </a:lnTo>
                  <a:lnTo>
                    <a:pt x="1085" y="366"/>
                  </a:lnTo>
                  <a:lnTo>
                    <a:pt x="1082" y="371"/>
                  </a:lnTo>
                  <a:lnTo>
                    <a:pt x="1079" y="379"/>
                  </a:lnTo>
                  <a:lnTo>
                    <a:pt x="1076" y="390"/>
                  </a:lnTo>
                  <a:lnTo>
                    <a:pt x="1075" y="403"/>
                  </a:lnTo>
                  <a:lnTo>
                    <a:pt x="1079" y="414"/>
                  </a:lnTo>
                  <a:lnTo>
                    <a:pt x="1086" y="425"/>
                  </a:lnTo>
                  <a:lnTo>
                    <a:pt x="1095" y="436"/>
                  </a:lnTo>
                  <a:lnTo>
                    <a:pt x="1106" y="444"/>
                  </a:lnTo>
                  <a:lnTo>
                    <a:pt x="1117" y="450"/>
                  </a:lnTo>
                  <a:lnTo>
                    <a:pt x="1129" y="454"/>
                  </a:lnTo>
                  <a:lnTo>
                    <a:pt x="1139" y="455"/>
                  </a:lnTo>
                  <a:lnTo>
                    <a:pt x="1147" y="457"/>
                  </a:lnTo>
                  <a:lnTo>
                    <a:pt x="1153" y="462"/>
                  </a:lnTo>
                  <a:lnTo>
                    <a:pt x="1157" y="470"/>
                  </a:lnTo>
                  <a:lnTo>
                    <a:pt x="1160" y="481"/>
                  </a:lnTo>
                  <a:lnTo>
                    <a:pt x="1160" y="495"/>
                  </a:lnTo>
                  <a:lnTo>
                    <a:pt x="1160" y="510"/>
                  </a:lnTo>
                  <a:lnTo>
                    <a:pt x="1160" y="526"/>
                  </a:lnTo>
                  <a:lnTo>
                    <a:pt x="1159" y="545"/>
                  </a:lnTo>
                  <a:lnTo>
                    <a:pt x="1159" y="560"/>
                  </a:lnTo>
                  <a:lnTo>
                    <a:pt x="1161" y="572"/>
                  </a:lnTo>
                  <a:lnTo>
                    <a:pt x="1166" y="581"/>
                  </a:lnTo>
                  <a:lnTo>
                    <a:pt x="1172" y="588"/>
                  </a:lnTo>
                  <a:lnTo>
                    <a:pt x="1179" y="591"/>
                  </a:lnTo>
                  <a:lnTo>
                    <a:pt x="1186" y="593"/>
                  </a:lnTo>
                  <a:lnTo>
                    <a:pt x="1192" y="593"/>
                  </a:lnTo>
                  <a:lnTo>
                    <a:pt x="1198" y="592"/>
                  </a:lnTo>
                  <a:lnTo>
                    <a:pt x="1204" y="594"/>
                  </a:lnTo>
                  <a:lnTo>
                    <a:pt x="1211" y="601"/>
                  </a:lnTo>
                  <a:lnTo>
                    <a:pt x="1220" y="612"/>
                  </a:lnTo>
                  <a:lnTo>
                    <a:pt x="1232" y="625"/>
                  </a:lnTo>
                  <a:lnTo>
                    <a:pt x="1243" y="640"/>
                  </a:lnTo>
                  <a:lnTo>
                    <a:pt x="1254" y="654"/>
                  </a:lnTo>
                  <a:lnTo>
                    <a:pt x="1265" y="667"/>
                  </a:lnTo>
                  <a:lnTo>
                    <a:pt x="1276" y="677"/>
                  </a:lnTo>
                  <a:lnTo>
                    <a:pt x="1284" y="684"/>
                  </a:lnTo>
                  <a:lnTo>
                    <a:pt x="1288" y="692"/>
                  </a:lnTo>
                  <a:lnTo>
                    <a:pt x="1287" y="697"/>
                  </a:lnTo>
                  <a:lnTo>
                    <a:pt x="1285" y="701"/>
                  </a:lnTo>
                  <a:lnTo>
                    <a:pt x="1279" y="706"/>
                  </a:lnTo>
                  <a:lnTo>
                    <a:pt x="1273" y="711"/>
                  </a:lnTo>
                  <a:lnTo>
                    <a:pt x="1265" y="716"/>
                  </a:lnTo>
                  <a:lnTo>
                    <a:pt x="1259" y="722"/>
                  </a:lnTo>
                  <a:lnTo>
                    <a:pt x="1255" y="729"/>
                  </a:lnTo>
                  <a:lnTo>
                    <a:pt x="1253" y="739"/>
                  </a:lnTo>
                  <a:lnTo>
                    <a:pt x="1254" y="750"/>
                  </a:lnTo>
                  <a:lnTo>
                    <a:pt x="1256" y="762"/>
                  </a:lnTo>
                  <a:lnTo>
                    <a:pt x="1258" y="774"/>
                  </a:lnTo>
                  <a:lnTo>
                    <a:pt x="1259" y="785"/>
                  </a:lnTo>
                  <a:lnTo>
                    <a:pt x="1259" y="797"/>
                  </a:lnTo>
                  <a:lnTo>
                    <a:pt x="1257" y="806"/>
                  </a:lnTo>
                  <a:lnTo>
                    <a:pt x="1256" y="815"/>
                  </a:lnTo>
                  <a:lnTo>
                    <a:pt x="1263" y="825"/>
                  </a:lnTo>
                  <a:lnTo>
                    <a:pt x="1275" y="837"/>
                  </a:lnTo>
                  <a:lnTo>
                    <a:pt x="1291" y="847"/>
                  </a:lnTo>
                  <a:lnTo>
                    <a:pt x="1308" y="857"/>
                  </a:lnTo>
                  <a:lnTo>
                    <a:pt x="1327" y="868"/>
                  </a:lnTo>
                  <a:lnTo>
                    <a:pt x="1343" y="878"/>
                  </a:lnTo>
                  <a:lnTo>
                    <a:pt x="1357" y="888"/>
                  </a:lnTo>
                  <a:lnTo>
                    <a:pt x="1368" y="899"/>
                  </a:lnTo>
                  <a:lnTo>
                    <a:pt x="1378" y="914"/>
                  </a:lnTo>
                  <a:lnTo>
                    <a:pt x="1384" y="932"/>
                  </a:lnTo>
                  <a:lnTo>
                    <a:pt x="1389" y="952"/>
                  </a:lnTo>
                  <a:lnTo>
                    <a:pt x="1392" y="971"/>
                  </a:lnTo>
                  <a:lnTo>
                    <a:pt x="1395" y="991"/>
                  </a:lnTo>
                  <a:lnTo>
                    <a:pt x="1397" y="1008"/>
                  </a:lnTo>
                  <a:lnTo>
                    <a:pt x="1400" y="1022"/>
                  </a:lnTo>
                  <a:lnTo>
                    <a:pt x="1402" y="1028"/>
                  </a:lnTo>
                  <a:lnTo>
                    <a:pt x="1405" y="1033"/>
                  </a:lnTo>
                  <a:lnTo>
                    <a:pt x="1410" y="1039"/>
                  </a:lnTo>
                  <a:lnTo>
                    <a:pt x="1416" y="1044"/>
                  </a:lnTo>
                  <a:close/>
                </a:path>
              </a:pathLst>
            </a:custGeom>
            <a:solidFill>
              <a:srgbClr val="6633ff"/>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96" name=""/>
            <p:cNvSpPr/>
            <p:nvPr/>
          </p:nvSpPr>
          <p:spPr>
            <a:xfrm>
              <a:off x="550800" y="3517920"/>
              <a:ext cx="254160" cy="191520"/>
            </a:xfrm>
            <a:custGeom>
              <a:avLst/>
              <a:gdLst/>
              <a:ahLst/>
              <a:rect l="l" t="t" r="r" b="b"/>
              <a:pathLst>
                <a:path w="1416" h="1184">
                  <a:moveTo>
                    <a:pt x="1416" y="1044"/>
                  </a:moveTo>
                  <a:lnTo>
                    <a:pt x="1416" y="1044"/>
                  </a:lnTo>
                  <a:lnTo>
                    <a:pt x="1412" y="1056"/>
                  </a:lnTo>
                  <a:lnTo>
                    <a:pt x="1407" y="1068"/>
                  </a:lnTo>
                  <a:lnTo>
                    <a:pt x="1402" y="1081"/>
                  </a:lnTo>
                  <a:lnTo>
                    <a:pt x="1397" y="1094"/>
                  </a:lnTo>
                  <a:lnTo>
                    <a:pt x="1391" y="1106"/>
                  </a:lnTo>
                  <a:lnTo>
                    <a:pt x="1386" y="1115"/>
                  </a:lnTo>
                  <a:lnTo>
                    <a:pt x="1381" y="1122"/>
                  </a:lnTo>
                  <a:lnTo>
                    <a:pt x="1377" y="1126"/>
                  </a:lnTo>
                  <a:lnTo>
                    <a:pt x="1377" y="1126"/>
                  </a:lnTo>
                  <a:lnTo>
                    <a:pt x="1370" y="1129"/>
                  </a:lnTo>
                  <a:lnTo>
                    <a:pt x="1364" y="1133"/>
                  </a:lnTo>
                  <a:lnTo>
                    <a:pt x="1359" y="1139"/>
                  </a:lnTo>
                  <a:lnTo>
                    <a:pt x="1354" y="1144"/>
                  </a:lnTo>
                  <a:lnTo>
                    <a:pt x="1349" y="1150"/>
                  </a:lnTo>
                  <a:lnTo>
                    <a:pt x="1344" y="1157"/>
                  </a:lnTo>
                  <a:lnTo>
                    <a:pt x="1340" y="1164"/>
                  </a:lnTo>
                  <a:lnTo>
                    <a:pt x="1336" y="1173"/>
                  </a:lnTo>
                  <a:lnTo>
                    <a:pt x="1336" y="1173"/>
                  </a:lnTo>
                  <a:lnTo>
                    <a:pt x="1330" y="1180"/>
                  </a:lnTo>
                  <a:lnTo>
                    <a:pt x="1323" y="1184"/>
                  </a:lnTo>
                  <a:lnTo>
                    <a:pt x="1313" y="1184"/>
                  </a:lnTo>
                  <a:lnTo>
                    <a:pt x="1303" y="1182"/>
                  </a:lnTo>
                  <a:lnTo>
                    <a:pt x="1292" y="1180"/>
                  </a:lnTo>
                  <a:lnTo>
                    <a:pt x="1282" y="1177"/>
                  </a:lnTo>
                  <a:lnTo>
                    <a:pt x="1272" y="1176"/>
                  </a:lnTo>
                  <a:lnTo>
                    <a:pt x="1262" y="1177"/>
                  </a:lnTo>
                  <a:lnTo>
                    <a:pt x="1262" y="1177"/>
                  </a:lnTo>
                  <a:lnTo>
                    <a:pt x="1253" y="1179"/>
                  </a:lnTo>
                  <a:lnTo>
                    <a:pt x="1242" y="1181"/>
                  </a:lnTo>
                  <a:lnTo>
                    <a:pt x="1231" y="1181"/>
                  </a:lnTo>
                  <a:lnTo>
                    <a:pt x="1219" y="1181"/>
                  </a:lnTo>
                  <a:lnTo>
                    <a:pt x="1207" y="1180"/>
                  </a:lnTo>
                  <a:lnTo>
                    <a:pt x="1196" y="1178"/>
                  </a:lnTo>
                  <a:lnTo>
                    <a:pt x="1187" y="1174"/>
                  </a:lnTo>
                  <a:lnTo>
                    <a:pt x="1179" y="1169"/>
                  </a:lnTo>
                  <a:lnTo>
                    <a:pt x="1179" y="1169"/>
                  </a:lnTo>
                  <a:lnTo>
                    <a:pt x="1173" y="1162"/>
                  </a:lnTo>
                  <a:lnTo>
                    <a:pt x="1168" y="1155"/>
                  </a:lnTo>
                  <a:lnTo>
                    <a:pt x="1165" y="1148"/>
                  </a:lnTo>
                  <a:lnTo>
                    <a:pt x="1165" y="1142"/>
                  </a:lnTo>
                  <a:lnTo>
                    <a:pt x="1165" y="1136"/>
                  </a:lnTo>
                  <a:lnTo>
                    <a:pt x="1165" y="1132"/>
                  </a:lnTo>
                  <a:lnTo>
                    <a:pt x="1166" y="1129"/>
                  </a:lnTo>
                  <a:lnTo>
                    <a:pt x="1166" y="1128"/>
                  </a:lnTo>
                  <a:lnTo>
                    <a:pt x="1150" y="1110"/>
                  </a:lnTo>
                  <a:lnTo>
                    <a:pt x="1150" y="1110"/>
                  </a:lnTo>
                  <a:lnTo>
                    <a:pt x="1148" y="1110"/>
                  </a:lnTo>
                  <a:lnTo>
                    <a:pt x="1141" y="1111"/>
                  </a:lnTo>
                  <a:lnTo>
                    <a:pt x="1132" y="1111"/>
                  </a:lnTo>
                  <a:lnTo>
                    <a:pt x="1123" y="1111"/>
                  </a:lnTo>
                  <a:lnTo>
                    <a:pt x="1112" y="1110"/>
                  </a:lnTo>
                  <a:lnTo>
                    <a:pt x="1105" y="1107"/>
                  </a:lnTo>
                  <a:lnTo>
                    <a:pt x="1102" y="1102"/>
                  </a:lnTo>
                  <a:lnTo>
                    <a:pt x="1103" y="1094"/>
                  </a:lnTo>
                  <a:lnTo>
                    <a:pt x="1103" y="1094"/>
                  </a:lnTo>
                  <a:lnTo>
                    <a:pt x="1106" y="1083"/>
                  </a:lnTo>
                  <a:lnTo>
                    <a:pt x="1109" y="1073"/>
                  </a:lnTo>
                  <a:lnTo>
                    <a:pt x="1111" y="1063"/>
                  </a:lnTo>
                  <a:lnTo>
                    <a:pt x="1111" y="1054"/>
                  </a:lnTo>
                  <a:lnTo>
                    <a:pt x="1110" y="1046"/>
                  </a:lnTo>
                  <a:lnTo>
                    <a:pt x="1108" y="1039"/>
                  </a:lnTo>
                  <a:lnTo>
                    <a:pt x="1103" y="1033"/>
                  </a:lnTo>
                  <a:lnTo>
                    <a:pt x="1097" y="1030"/>
                  </a:lnTo>
                  <a:lnTo>
                    <a:pt x="1097" y="1030"/>
                  </a:lnTo>
                  <a:lnTo>
                    <a:pt x="1088" y="1029"/>
                  </a:lnTo>
                  <a:lnTo>
                    <a:pt x="1077" y="1027"/>
                  </a:lnTo>
                  <a:lnTo>
                    <a:pt x="1063" y="1025"/>
                  </a:lnTo>
                  <a:lnTo>
                    <a:pt x="1050" y="1024"/>
                  </a:lnTo>
                  <a:lnTo>
                    <a:pt x="1037" y="1024"/>
                  </a:lnTo>
                  <a:lnTo>
                    <a:pt x="1025" y="1026"/>
                  </a:lnTo>
                  <a:lnTo>
                    <a:pt x="1013" y="1031"/>
                  </a:lnTo>
                  <a:lnTo>
                    <a:pt x="1005" y="1039"/>
                  </a:lnTo>
                  <a:lnTo>
                    <a:pt x="1005" y="1039"/>
                  </a:lnTo>
                  <a:lnTo>
                    <a:pt x="997" y="1047"/>
                  </a:lnTo>
                  <a:lnTo>
                    <a:pt x="987" y="1051"/>
                  </a:lnTo>
                  <a:lnTo>
                    <a:pt x="976" y="1053"/>
                  </a:lnTo>
                  <a:lnTo>
                    <a:pt x="964" y="1052"/>
                  </a:lnTo>
                  <a:lnTo>
                    <a:pt x="952" y="1049"/>
                  </a:lnTo>
                  <a:lnTo>
                    <a:pt x="940" y="1046"/>
                  </a:lnTo>
                  <a:lnTo>
                    <a:pt x="928" y="1042"/>
                  </a:lnTo>
                  <a:lnTo>
                    <a:pt x="915" y="1039"/>
                  </a:lnTo>
                  <a:lnTo>
                    <a:pt x="915" y="1039"/>
                  </a:lnTo>
                  <a:lnTo>
                    <a:pt x="904" y="1036"/>
                  </a:lnTo>
                  <a:lnTo>
                    <a:pt x="893" y="1035"/>
                  </a:lnTo>
                  <a:lnTo>
                    <a:pt x="884" y="1034"/>
                  </a:lnTo>
                  <a:lnTo>
                    <a:pt x="875" y="1034"/>
                  </a:lnTo>
                  <a:lnTo>
                    <a:pt x="866" y="1032"/>
                  </a:lnTo>
                  <a:lnTo>
                    <a:pt x="859" y="1029"/>
                  </a:lnTo>
                  <a:lnTo>
                    <a:pt x="854" y="1024"/>
                  </a:lnTo>
                  <a:lnTo>
                    <a:pt x="850" y="1016"/>
                  </a:lnTo>
                  <a:lnTo>
                    <a:pt x="850" y="1016"/>
                  </a:lnTo>
                  <a:lnTo>
                    <a:pt x="846" y="1008"/>
                  </a:lnTo>
                  <a:lnTo>
                    <a:pt x="840" y="1002"/>
                  </a:lnTo>
                  <a:lnTo>
                    <a:pt x="832" y="998"/>
                  </a:lnTo>
                  <a:lnTo>
                    <a:pt x="824" y="996"/>
                  </a:lnTo>
                  <a:lnTo>
                    <a:pt x="815" y="996"/>
                  </a:lnTo>
                  <a:lnTo>
                    <a:pt x="807" y="998"/>
                  </a:lnTo>
                  <a:lnTo>
                    <a:pt x="801" y="1002"/>
                  </a:lnTo>
                  <a:lnTo>
                    <a:pt x="797" y="1008"/>
                  </a:lnTo>
                  <a:lnTo>
                    <a:pt x="797" y="1008"/>
                  </a:lnTo>
                  <a:lnTo>
                    <a:pt x="793" y="1014"/>
                  </a:lnTo>
                  <a:lnTo>
                    <a:pt x="787" y="1019"/>
                  </a:lnTo>
                  <a:lnTo>
                    <a:pt x="779" y="1023"/>
                  </a:lnTo>
                  <a:lnTo>
                    <a:pt x="770" y="1026"/>
                  </a:lnTo>
                  <a:lnTo>
                    <a:pt x="761" y="1030"/>
                  </a:lnTo>
                  <a:lnTo>
                    <a:pt x="754" y="1034"/>
                  </a:lnTo>
                  <a:lnTo>
                    <a:pt x="747" y="1040"/>
                  </a:lnTo>
                  <a:lnTo>
                    <a:pt x="742" y="1047"/>
                  </a:lnTo>
                  <a:lnTo>
                    <a:pt x="742" y="1047"/>
                  </a:lnTo>
                  <a:lnTo>
                    <a:pt x="737" y="1053"/>
                  </a:lnTo>
                  <a:lnTo>
                    <a:pt x="730" y="1055"/>
                  </a:lnTo>
                  <a:lnTo>
                    <a:pt x="721" y="1055"/>
                  </a:lnTo>
                  <a:lnTo>
                    <a:pt x="712" y="1052"/>
                  </a:lnTo>
                  <a:lnTo>
                    <a:pt x="703" y="1047"/>
                  </a:lnTo>
                  <a:lnTo>
                    <a:pt x="695" y="1042"/>
                  </a:lnTo>
                  <a:lnTo>
                    <a:pt x="688" y="1035"/>
                  </a:lnTo>
                  <a:lnTo>
                    <a:pt x="683" y="1030"/>
                  </a:lnTo>
                  <a:lnTo>
                    <a:pt x="683" y="1030"/>
                  </a:lnTo>
                  <a:lnTo>
                    <a:pt x="679" y="1027"/>
                  </a:lnTo>
                  <a:lnTo>
                    <a:pt x="672" y="1026"/>
                  </a:lnTo>
                  <a:lnTo>
                    <a:pt x="665" y="1025"/>
                  </a:lnTo>
                  <a:lnTo>
                    <a:pt x="659" y="1026"/>
                  </a:lnTo>
                  <a:lnTo>
                    <a:pt x="651" y="1028"/>
                  </a:lnTo>
                  <a:lnTo>
                    <a:pt x="644" y="1031"/>
                  </a:lnTo>
                  <a:lnTo>
                    <a:pt x="638" y="1034"/>
                  </a:lnTo>
                  <a:lnTo>
                    <a:pt x="632" y="1039"/>
                  </a:lnTo>
                  <a:lnTo>
                    <a:pt x="632" y="1039"/>
                  </a:lnTo>
                  <a:lnTo>
                    <a:pt x="627" y="1043"/>
                  </a:lnTo>
                  <a:lnTo>
                    <a:pt x="620" y="1047"/>
                  </a:lnTo>
                  <a:lnTo>
                    <a:pt x="615" y="1051"/>
                  </a:lnTo>
                  <a:lnTo>
                    <a:pt x="609" y="1054"/>
                  </a:lnTo>
                  <a:lnTo>
                    <a:pt x="603" y="1057"/>
                  </a:lnTo>
                  <a:lnTo>
                    <a:pt x="598" y="1058"/>
                  </a:lnTo>
                  <a:lnTo>
                    <a:pt x="592" y="1059"/>
                  </a:lnTo>
                  <a:lnTo>
                    <a:pt x="587" y="1059"/>
                  </a:lnTo>
                  <a:lnTo>
                    <a:pt x="587" y="1059"/>
                  </a:lnTo>
                  <a:lnTo>
                    <a:pt x="583" y="1059"/>
                  </a:lnTo>
                  <a:lnTo>
                    <a:pt x="577" y="1061"/>
                  </a:lnTo>
                  <a:lnTo>
                    <a:pt x="569" y="1065"/>
                  </a:lnTo>
                  <a:lnTo>
                    <a:pt x="559" y="1069"/>
                  </a:lnTo>
                  <a:lnTo>
                    <a:pt x="548" y="1075"/>
                  </a:lnTo>
                  <a:lnTo>
                    <a:pt x="534" y="1081"/>
                  </a:lnTo>
                  <a:lnTo>
                    <a:pt x="515" y="1086"/>
                  </a:lnTo>
                  <a:lnTo>
                    <a:pt x="495" y="1093"/>
                  </a:lnTo>
                  <a:lnTo>
                    <a:pt x="495" y="1093"/>
                  </a:lnTo>
                  <a:lnTo>
                    <a:pt x="487" y="1090"/>
                  </a:lnTo>
                  <a:lnTo>
                    <a:pt x="481" y="1085"/>
                  </a:lnTo>
                  <a:lnTo>
                    <a:pt x="477" y="1080"/>
                  </a:lnTo>
                  <a:lnTo>
                    <a:pt x="472" y="1076"/>
                  </a:lnTo>
                  <a:lnTo>
                    <a:pt x="469" y="1071"/>
                  </a:lnTo>
                  <a:lnTo>
                    <a:pt x="467" y="1065"/>
                  </a:lnTo>
                  <a:lnTo>
                    <a:pt x="464" y="1060"/>
                  </a:lnTo>
                  <a:lnTo>
                    <a:pt x="461" y="1054"/>
                  </a:lnTo>
                  <a:lnTo>
                    <a:pt x="461" y="1054"/>
                  </a:lnTo>
                  <a:lnTo>
                    <a:pt x="456" y="1047"/>
                  </a:lnTo>
                  <a:lnTo>
                    <a:pt x="449" y="1039"/>
                  </a:lnTo>
                  <a:lnTo>
                    <a:pt x="442" y="1030"/>
                  </a:lnTo>
                  <a:lnTo>
                    <a:pt x="433" y="1021"/>
                  </a:lnTo>
                  <a:lnTo>
                    <a:pt x="425" y="1014"/>
                  </a:lnTo>
                  <a:lnTo>
                    <a:pt x="415" y="1007"/>
                  </a:lnTo>
                  <a:lnTo>
                    <a:pt x="408" y="1001"/>
                  </a:lnTo>
                  <a:lnTo>
                    <a:pt x="402" y="998"/>
                  </a:lnTo>
                  <a:lnTo>
                    <a:pt x="402" y="998"/>
                  </a:lnTo>
                  <a:lnTo>
                    <a:pt x="397" y="995"/>
                  </a:lnTo>
                  <a:lnTo>
                    <a:pt x="392" y="990"/>
                  </a:lnTo>
                  <a:lnTo>
                    <a:pt x="387" y="983"/>
                  </a:lnTo>
                  <a:lnTo>
                    <a:pt x="383" y="977"/>
                  </a:lnTo>
                  <a:lnTo>
                    <a:pt x="379" y="972"/>
                  </a:lnTo>
                  <a:lnTo>
                    <a:pt x="373" y="969"/>
                  </a:lnTo>
                  <a:lnTo>
                    <a:pt x="369" y="969"/>
                  </a:lnTo>
                  <a:lnTo>
                    <a:pt x="365" y="972"/>
                  </a:lnTo>
                  <a:lnTo>
                    <a:pt x="365" y="972"/>
                  </a:lnTo>
                  <a:lnTo>
                    <a:pt x="361" y="975"/>
                  </a:lnTo>
                  <a:lnTo>
                    <a:pt x="359" y="973"/>
                  </a:lnTo>
                  <a:lnTo>
                    <a:pt x="358" y="968"/>
                  </a:lnTo>
                  <a:lnTo>
                    <a:pt x="357" y="961"/>
                  </a:lnTo>
                  <a:lnTo>
                    <a:pt x="357" y="953"/>
                  </a:lnTo>
                  <a:lnTo>
                    <a:pt x="357" y="946"/>
                  </a:lnTo>
                  <a:lnTo>
                    <a:pt x="357" y="941"/>
                  </a:lnTo>
                  <a:lnTo>
                    <a:pt x="357" y="939"/>
                  </a:lnTo>
                  <a:lnTo>
                    <a:pt x="357" y="939"/>
                  </a:lnTo>
                  <a:lnTo>
                    <a:pt x="358" y="938"/>
                  </a:lnTo>
                  <a:lnTo>
                    <a:pt x="361" y="936"/>
                  </a:lnTo>
                  <a:lnTo>
                    <a:pt x="365" y="933"/>
                  </a:lnTo>
                  <a:lnTo>
                    <a:pt x="370" y="930"/>
                  </a:lnTo>
                  <a:lnTo>
                    <a:pt x="376" y="925"/>
                  </a:lnTo>
                  <a:lnTo>
                    <a:pt x="381" y="919"/>
                  </a:lnTo>
                  <a:lnTo>
                    <a:pt x="385" y="913"/>
                  </a:lnTo>
                  <a:lnTo>
                    <a:pt x="388" y="905"/>
                  </a:lnTo>
                  <a:lnTo>
                    <a:pt x="388" y="905"/>
                  </a:lnTo>
                  <a:lnTo>
                    <a:pt x="390" y="896"/>
                  </a:lnTo>
                  <a:lnTo>
                    <a:pt x="390" y="884"/>
                  </a:lnTo>
                  <a:lnTo>
                    <a:pt x="391" y="872"/>
                  </a:lnTo>
                  <a:lnTo>
                    <a:pt x="391" y="858"/>
                  </a:lnTo>
                  <a:lnTo>
                    <a:pt x="391" y="844"/>
                  </a:lnTo>
                  <a:lnTo>
                    <a:pt x="392" y="827"/>
                  </a:lnTo>
                  <a:lnTo>
                    <a:pt x="394" y="812"/>
                  </a:lnTo>
                  <a:lnTo>
                    <a:pt x="397" y="796"/>
                  </a:lnTo>
                  <a:lnTo>
                    <a:pt x="397" y="796"/>
                  </a:lnTo>
                  <a:lnTo>
                    <a:pt x="398" y="782"/>
                  </a:lnTo>
                  <a:lnTo>
                    <a:pt x="392" y="773"/>
                  </a:lnTo>
                  <a:lnTo>
                    <a:pt x="384" y="768"/>
                  </a:lnTo>
                  <a:lnTo>
                    <a:pt x="373" y="764"/>
                  </a:lnTo>
                  <a:lnTo>
                    <a:pt x="364" y="761"/>
                  </a:lnTo>
                  <a:lnTo>
                    <a:pt x="358" y="757"/>
                  </a:lnTo>
                  <a:lnTo>
                    <a:pt x="358" y="750"/>
                  </a:lnTo>
                  <a:lnTo>
                    <a:pt x="365" y="739"/>
                  </a:lnTo>
                  <a:lnTo>
                    <a:pt x="365" y="739"/>
                  </a:lnTo>
                  <a:lnTo>
                    <a:pt x="375" y="727"/>
                  </a:lnTo>
                  <a:lnTo>
                    <a:pt x="381" y="718"/>
                  </a:lnTo>
                  <a:lnTo>
                    <a:pt x="382" y="713"/>
                  </a:lnTo>
                  <a:lnTo>
                    <a:pt x="381" y="709"/>
                  </a:lnTo>
                  <a:lnTo>
                    <a:pt x="376" y="706"/>
                  </a:lnTo>
                  <a:lnTo>
                    <a:pt x="367" y="704"/>
                  </a:lnTo>
                  <a:lnTo>
                    <a:pt x="358" y="702"/>
                  </a:lnTo>
                  <a:lnTo>
                    <a:pt x="346" y="700"/>
                  </a:lnTo>
                  <a:lnTo>
                    <a:pt x="346" y="700"/>
                  </a:lnTo>
                  <a:lnTo>
                    <a:pt x="336" y="696"/>
                  </a:lnTo>
                  <a:lnTo>
                    <a:pt x="329" y="691"/>
                  </a:lnTo>
                  <a:lnTo>
                    <a:pt x="326" y="684"/>
                  </a:lnTo>
                  <a:lnTo>
                    <a:pt x="326" y="677"/>
                  </a:lnTo>
                  <a:lnTo>
                    <a:pt x="328" y="669"/>
                  </a:lnTo>
                  <a:lnTo>
                    <a:pt x="333" y="661"/>
                  </a:lnTo>
                  <a:lnTo>
                    <a:pt x="340" y="652"/>
                  </a:lnTo>
                  <a:lnTo>
                    <a:pt x="349" y="644"/>
                  </a:lnTo>
                  <a:lnTo>
                    <a:pt x="349" y="644"/>
                  </a:lnTo>
                  <a:lnTo>
                    <a:pt x="357" y="634"/>
                  </a:lnTo>
                  <a:lnTo>
                    <a:pt x="362" y="626"/>
                  </a:lnTo>
                  <a:lnTo>
                    <a:pt x="365" y="617"/>
                  </a:lnTo>
                  <a:lnTo>
                    <a:pt x="367" y="610"/>
                  </a:lnTo>
                  <a:lnTo>
                    <a:pt x="368" y="604"/>
                  </a:lnTo>
                  <a:lnTo>
                    <a:pt x="371" y="599"/>
                  </a:lnTo>
                  <a:lnTo>
                    <a:pt x="376" y="598"/>
                  </a:lnTo>
                  <a:lnTo>
                    <a:pt x="383" y="599"/>
                  </a:lnTo>
                  <a:lnTo>
                    <a:pt x="383" y="599"/>
                  </a:lnTo>
                  <a:lnTo>
                    <a:pt x="389" y="600"/>
                  </a:lnTo>
                  <a:lnTo>
                    <a:pt x="391" y="599"/>
                  </a:lnTo>
                  <a:lnTo>
                    <a:pt x="389" y="596"/>
                  </a:lnTo>
                  <a:lnTo>
                    <a:pt x="384" y="591"/>
                  </a:lnTo>
                  <a:lnTo>
                    <a:pt x="377" y="584"/>
                  </a:lnTo>
                  <a:lnTo>
                    <a:pt x="368" y="577"/>
                  </a:lnTo>
                  <a:lnTo>
                    <a:pt x="358" y="571"/>
                  </a:lnTo>
                  <a:lnTo>
                    <a:pt x="349" y="565"/>
                  </a:lnTo>
                  <a:lnTo>
                    <a:pt x="349" y="565"/>
                  </a:lnTo>
                  <a:lnTo>
                    <a:pt x="340" y="558"/>
                  </a:lnTo>
                  <a:lnTo>
                    <a:pt x="332" y="549"/>
                  </a:lnTo>
                  <a:lnTo>
                    <a:pt x="323" y="539"/>
                  </a:lnTo>
                  <a:lnTo>
                    <a:pt x="317" y="527"/>
                  </a:lnTo>
                  <a:lnTo>
                    <a:pt x="311" y="517"/>
                  </a:lnTo>
                  <a:lnTo>
                    <a:pt x="307" y="508"/>
                  </a:lnTo>
                  <a:lnTo>
                    <a:pt x="305" y="502"/>
                  </a:lnTo>
                  <a:lnTo>
                    <a:pt x="304" y="500"/>
                  </a:lnTo>
                  <a:lnTo>
                    <a:pt x="304" y="500"/>
                  </a:lnTo>
                  <a:lnTo>
                    <a:pt x="306" y="500"/>
                  </a:lnTo>
                  <a:lnTo>
                    <a:pt x="312" y="498"/>
                  </a:lnTo>
                  <a:lnTo>
                    <a:pt x="318" y="494"/>
                  </a:lnTo>
                  <a:lnTo>
                    <a:pt x="321" y="486"/>
                  </a:lnTo>
                  <a:lnTo>
                    <a:pt x="321" y="486"/>
                  </a:lnTo>
                  <a:lnTo>
                    <a:pt x="321" y="480"/>
                  </a:lnTo>
                  <a:lnTo>
                    <a:pt x="320" y="474"/>
                  </a:lnTo>
                  <a:lnTo>
                    <a:pt x="319" y="467"/>
                  </a:lnTo>
                  <a:lnTo>
                    <a:pt x="319" y="461"/>
                  </a:lnTo>
                  <a:lnTo>
                    <a:pt x="319" y="454"/>
                  </a:lnTo>
                  <a:lnTo>
                    <a:pt x="320" y="448"/>
                  </a:lnTo>
                  <a:lnTo>
                    <a:pt x="323" y="442"/>
                  </a:lnTo>
                  <a:lnTo>
                    <a:pt x="330" y="436"/>
                  </a:lnTo>
                  <a:lnTo>
                    <a:pt x="330" y="436"/>
                  </a:lnTo>
                  <a:lnTo>
                    <a:pt x="335" y="430"/>
                  </a:lnTo>
                  <a:lnTo>
                    <a:pt x="335" y="425"/>
                  </a:lnTo>
                  <a:lnTo>
                    <a:pt x="333" y="421"/>
                  </a:lnTo>
                  <a:lnTo>
                    <a:pt x="329" y="417"/>
                  </a:lnTo>
                  <a:lnTo>
                    <a:pt x="322" y="414"/>
                  </a:lnTo>
                  <a:lnTo>
                    <a:pt x="317" y="412"/>
                  </a:lnTo>
                  <a:lnTo>
                    <a:pt x="314" y="410"/>
                  </a:lnTo>
                  <a:lnTo>
                    <a:pt x="312" y="410"/>
                  </a:lnTo>
                  <a:lnTo>
                    <a:pt x="312" y="410"/>
                  </a:lnTo>
                  <a:lnTo>
                    <a:pt x="313" y="409"/>
                  </a:lnTo>
                  <a:lnTo>
                    <a:pt x="315" y="406"/>
                  </a:lnTo>
                  <a:lnTo>
                    <a:pt x="317" y="401"/>
                  </a:lnTo>
                  <a:lnTo>
                    <a:pt x="318" y="395"/>
                  </a:lnTo>
                  <a:lnTo>
                    <a:pt x="318" y="390"/>
                  </a:lnTo>
                  <a:lnTo>
                    <a:pt x="317" y="383"/>
                  </a:lnTo>
                  <a:lnTo>
                    <a:pt x="312" y="379"/>
                  </a:lnTo>
                  <a:lnTo>
                    <a:pt x="304" y="376"/>
                  </a:lnTo>
                  <a:lnTo>
                    <a:pt x="304" y="376"/>
                  </a:lnTo>
                  <a:lnTo>
                    <a:pt x="295" y="376"/>
                  </a:lnTo>
                  <a:lnTo>
                    <a:pt x="287" y="377"/>
                  </a:lnTo>
                  <a:lnTo>
                    <a:pt x="280" y="381"/>
                  </a:lnTo>
                  <a:lnTo>
                    <a:pt x="273" y="386"/>
                  </a:lnTo>
                  <a:lnTo>
                    <a:pt x="267" y="391"/>
                  </a:lnTo>
                  <a:lnTo>
                    <a:pt x="263" y="395"/>
                  </a:lnTo>
                  <a:lnTo>
                    <a:pt x="258" y="398"/>
                  </a:lnTo>
                  <a:lnTo>
                    <a:pt x="254" y="399"/>
                  </a:lnTo>
                  <a:lnTo>
                    <a:pt x="254" y="399"/>
                  </a:lnTo>
                  <a:lnTo>
                    <a:pt x="249" y="399"/>
                  </a:lnTo>
                  <a:lnTo>
                    <a:pt x="244" y="398"/>
                  </a:lnTo>
                  <a:lnTo>
                    <a:pt x="239" y="396"/>
                  </a:lnTo>
                  <a:lnTo>
                    <a:pt x="233" y="395"/>
                  </a:lnTo>
                  <a:lnTo>
                    <a:pt x="229" y="394"/>
                  </a:lnTo>
                  <a:lnTo>
                    <a:pt x="225" y="392"/>
                  </a:lnTo>
                  <a:lnTo>
                    <a:pt x="221" y="391"/>
                  </a:lnTo>
                  <a:lnTo>
                    <a:pt x="220" y="391"/>
                  </a:lnTo>
                  <a:lnTo>
                    <a:pt x="220" y="391"/>
                  </a:lnTo>
                  <a:lnTo>
                    <a:pt x="221" y="390"/>
                  </a:lnTo>
                  <a:lnTo>
                    <a:pt x="225" y="386"/>
                  </a:lnTo>
                  <a:lnTo>
                    <a:pt x="229" y="380"/>
                  </a:lnTo>
                  <a:lnTo>
                    <a:pt x="232" y="373"/>
                  </a:lnTo>
                  <a:lnTo>
                    <a:pt x="235" y="366"/>
                  </a:lnTo>
                  <a:lnTo>
                    <a:pt x="236" y="359"/>
                  </a:lnTo>
                  <a:lnTo>
                    <a:pt x="234" y="353"/>
                  </a:lnTo>
                  <a:lnTo>
                    <a:pt x="229" y="348"/>
                  </a:lnTo>
                  <a:lnTo>
                    <a:pt x="229" y="348"/>
                  </a:lnTo>
                  <a:lnTo>
                    <a:pt x="223" y="344"/>
                  </a:lnTo>
                  <a:lnTo>
                    <a:pt x="222" y="339"/>
                  </a:lnTo>
                  <a:lnTo>
                    <a:pt x="222" y="334"/>
                  </a:lnTo>
                  <a:lnTo>
                    <a:pt x="225" y="328"/>
                  </a:lnTo>
                  <a:lnTo>
                    <a:pt x="226" y="323"/>
                  </a:lnTo>
                  <a:lnTo>
                    <a:pt x="226" y="318"/>
                  </a:lnTo>
                  <a:lnTo>
                    <a:pt x="222" y="315"/>
                  </a:lnTo>
                  <a:lnTo>
                    <a:pt x="214" y="312"/>
                  </a:lnTo>
                  <a:lnTo>
                    <a:pt x="214" y="312"/>
                  </a:lnTo>
                  <a:lnTo>
                    <a:pt x="204" y="311"/>
                  </a:lnTo>
                  <a:lnTo>
                    <a:pt x="196" y="312"/>
                  </a:lnTo>
                  <a:lnTo>
                    <a:pt x="189" y="314"/>
                  </a:lnTo>
                  <a:lnTo>
                    <a:pt x="184" y="318"/>
                  </a:lnTo>
                  <a:lnTo>
                    <a:pt x="180" y="323"/>
                  </a:lnTo>
                  <a:lnTo>
                    <a:pt x="179" y="330"/>
                  </a:lnTo>
                  <a:lnTo>
                    <a:pt x="179" y="338"/>
                  </a:lnTo>
                  <a:lnTo>
                    <a:pt x="181" y="346"/>
                  </a:lnTo>
                  <a:lnTo>
                    <a:pt x="181" y="346"/>
                  </a:lnTo>
                  <a:lnTo>
                    <a:pt x="183" y="353"/>
                  </a:lnTo>
                  <a:lnTo>
                    <a:pt x="184" y="360"/>
                  </a:lnTo>
                  <a:lnTo>
                    <a:pt x="184" y="365"/>
                  </a:lnTo>
                  <a:lnTo>
                    <a:pt x="183" y="371"/>
                  </a:lnTo>
                  <a:lnTo>
                    <a:pt x="182" y="377"/>
                  </a:lnTo>
                  <a:lnTo>
                    <a:pt x="183" y="385"/>
                  </a:lnTo>
                  <a:lnTo>
                    <a:pt x="185" y="394"/>
                  </a:lnTo>
                  <a:lnTo>
                    <a:pt x="190" y="405"/>
                  </a:lnTo>
                  <a:lnTo>
                    <a:pt x="190" y="405"/>
                  </a:lnTo>
                  <a:lnTo>
                    <a:pt x="194" y="416"/>
                  </a:lnTo>
                  <a:lnTo>
                    <a:pt x="196" y="424"/>
                  </a:lnTo>
                  <a:lnTo>
                    <a:pt x="195" y="430"/>
                  </a:lnTo>
                  <a:lnTo>
                    <a:pt x="193" y="435"/>
                  </a:lnTo>
                  <a:lnTo>
                    <a:pt x="190" y="437"/>
                  </a:lnTo>
                  <a:lnTo>
                    <a:pt x="187" y="438"/>
                  </a:lnTo>
                  <a:lnTo>
                    <a:pt x="185" y="439"/>
                  </a:lnTo>
                  <a:lnTo>
                    <a:pt x="184" y="439"/>
                  </a:lnTo>
                  <a:lnTo>
                    <a:pt x="184" y="439"/>
                  </a:lnTo>
                  <a:lnTo>
                    <a:pt x="184" y="436"/>
                  </a:lnTo>
                  <a:lnTo>
                    <a:pt x="183" y="428"/>
                  </a:lnTo>
                  <a:lnTo>
                    <a:pt x="181" y="417"/>
                  </a:lnTo>
                  <a:lnTo>
                    <a:pt x="179" y="405"/>
                  </a:lnTo>
                  <a:lnTo>
                    <a:pt x="176" y="392"/>
                  </a:lnTo>
                  <a:lnTo>
                    <a:pt x="172" y="378"/>
                  </a:lnTo>
                  <a:lnTo>
                    <a:pt x="168" y="367"/>
                  </a:lnTo>
                  <a:lnTo>
                    <a:pt x="164" y="360"/>
                  </a:lnTo>
                  <a:lnTo>
                    <a:pt x="164" y="360"/>
                  </a:lnTo>
                  <a:lnTo>
                    <a:pt x="160" y="354"/>
                  </a:lnTo>
                  <a:lnTo>
                    <a:pt x="156" y="347"/>
                  </a:lnTo>
                  <a:lnTo>
                    <a:pt x="152" y="340"/>
                  </a:lnTo>
                  <a:lnTo>
                    <a:pt x="149" y="331"/>
                  </a:lnTo>
                  <a:lnTo>
                    <a:pt x="146" y="325"/>
                  </a:lnTo>
                  <a:lnTo>
                    <a:pt x="144" y="319"/>
                  </a:lnTo>
                  <a:lnTo>
                    <a:pt x="142" y="315"/>
                  </a:lnTo>
                  <a:lnTo>
                    <a:pt x="142" y="314"/>
                  </a:lnTo>
                  <a:lnTo>
                    <a:pt x="142" y="314"/>
                  </a:lnTo>
                  <a:lnTo>
                    <a:pt x="140" y="315"/>
                  </a:lnTo>
                  <a:lnTo>
                    <a:pt x="136" y="319"/>
                  </a:lnTo>
                  <a:lnTo>
                    <a:pt x="129" y="324"/>
                  </a:lnTo>
                  <a:lnTo>
                    <a:pt x="120" y="329"/>
                  </a:lnTo>
                  <a:lnTo>
                    <a:pt x="110" y="336"/>
                  </a:lnTo>
                  <a:lnTo>
                    <a:pt x="100" y="341"/>
                  </a:lnTo>
                  <a:lnTo>
                    <a:pt x="90" y="345"/>
                  </a:lnTo>
                  <a:lnTo>
                    <a:pt x="80" y="346"/>
                  </a:lnTo>
                  <a:lnTo>
                    <a:pt x="80" y="346"/>
                  </a:lnTo>
                  <a:lnTo>
                    <a:pt x="70" y="344"/>
                  </a:lnTo>
                  <a:lnTo>
                    <a:pt x="62" y="340"/>
                  </a:lnTo>
                  <a:lnTo>
                    <a:pt x="55" y="334"/>
                  </a:lnTo>
                  <a:lnTo>
                    <a:pt x="49" y="325"/>
                  </a:lnTo>
                  <a:lnTo>
                    <a:pt x="46" y="318"/>
                  </a:lnTo>
                  <a:lnTo>
                    <a:pt x="47" y="312"/>
                  </a:lnTo>
                  <a:lnTo>
                    <a:pt x="50" y="308"/>
                  </a:lnTo>
                  <a:lnTo>
                    <a:pt x="58" y="306"/>
                  </a:lnTo>
                  <a:lnTo>
                    <a:pt x="58" y="306"/>
                  </a:lnTo>
                  <a:lnTo>
                    <a:pt x="66" y="306"/>
                  </a:lnTo>
                  <a:lnTo>
                    <a:pt x="72" y="305"/>
                  </a:lnTo>
                  <a:lnTo>
                    <a:pt x="74" y="304"/>
                  </a:lnTo>
                  <a:lnTo>
                    <a:pt x="73" y="302"/>
                  </a:lnTo>
                  <a:lnTo>
                    <a:pt x="71" y="300"/>
                  </a:lnTo>
                  <a:lnTo>
                    <a:pt x="66" y="298"/>
                  </a:lnTo>
                  <a:lnTo>
                    <a:pt x="60" y="295"/>
                  </a:lnTo>
                  <a:lnTo>
                    <a:pt x="52" y="292"/>
                  </a:lnTo>
                  <a:lnTo>
                    <a:pt x="52" y="292"/>
                  </a:lnTo>
                  <a:lnTo>
                    <a:pt x="43" y="290"/>
                  </a:lnTo>
                  <a:lnTo>
                    <a:pt x="34" y="290"/>
                  </a:lnTo>
                  <a:lnTo>
                    <a:pt x="23" y="291"/>
                  </a:lnTo>
                  <a:lnTo>
                    <a:pt x="14" y="293"/>
                  </a:lnTo>
                  <a:lnTo>
                    <a:pt x="7" y="294"/>
                  </a:lnTo>
                  <a:lnTo>
                    <a:pt x="2" y="294"/>
                  </a:lnTo>
                  <a:lnTo>
                    <a:pt x="0" y="292"/>
                  </a:lnTo>
                  <a:lnTo>
                    <a:pt x="2" y="287"/>
                  </a:lnTo>
                  <a:lnTo>
                    <a:pt x="2" y="287"/>
                  </a:lnTo>
                  <a:lnTo>
                    <a:pt x="7" y="279"/>
                  </a:lnTo>
                  <a:lnTo>
                    <a:pt x="14" y="272"/>
                  </a:lnTo>
                  <a:lnTo>
                    <a:pt x="21" y="265"/>
                  </a:lnTo>
                  <a:lnTo>
                    <a:pt x="29" y="258"/>
                  </a:lnTo>
                  <a:lnTo>
                    <a:pt x="36" y="251"/>
                  </a:lnTo>
                  <a:lnTo>
                    <a:pt x="42" y="246"/>
                  </a:lnTo>
                  <a:lnTo>
                    <a:pt x="46" y="243"/>
                  </a:lnTo>
                  <a:lnTo>
                    <a:pt x="47" y="242"/>
                  </a:lnTo>
                  <a:lnTo>
                    <a:pt x="44" y="197"/>
                  </a:lnTo>
                  <a:lnTo>
                    <a:pt x="66" y="199"/>
                  </a:lnTo>
                  <a:lnTo>
                    <a:pt x="58" y="179"/>
                  </a:lnTo>
                  <a:lnTo>
                    <a:pt x="71" y="174"/>
                  </a:lnTo>
                  <a:lnTo>
                    <a:pt x="74" y="141"/>
                  </a:lnTo>
                  <a:lnTo>
                    <a:pt x="74" y="141"/>
                  </a:lnTo>
                  <a:lnTo>
                    <a:pt x="76" y="142"/>
                  </a:lnTo>
                  <a:lnTo>
                    <a:pt x="78" y="144"/>
                  </a:lnTo>
                  <a:lnTo>
                    <a:pt x="81" y="147"/>
                  </a:lnTo>
                  <a:lnTo>
                    <a:pt x="86" y="149"/>
                  </a:lnTo>
                  <a:lnTo>
                    <a:pt x="91" y="151"/>
                  </a:lnTo>
                  <a:lnTo>
                    <a:pt x="98" y="152"/>
                  </a:lnTo>
                  <a:lnTo>
                    <a:pt x="105" y="150"/>
                  </a:lnTo>
                  <a:lnTo>
                    <a:pt x="113" y="146"/>
                  </a:lnTo>
                  <a:lnTo>
                    <a:pt x="113" y="146"/>
                  </a:lnTo>
                  <a:lnTo>
                    <a:pt x="120" y="141"/>
                  </a:lnTo>
                  <a:lnTo>
                    <a:pt x="124" y="136"/>
                  </a:lnTo>
                  <a:lnTo>
                    <a:pt x="128" y="133"/>
                  </a:lnTo>
                  <a:lnTo>
                    <a:pt x="129" y="128"/>
                  </a:lnTo>
                  <a:lnTo>
                    <a:pt x="130" y="124"/>
                  </a:lnTo>
                  <a:lnTo>
                    <a:pt x="131" y="120"/>
                  </a:lnTo>
                  <a:lnTo>
                    <a:pt x="133" y="114"/>
                  </a:lnTo>
                  <a:lnTo>
                    <a:pt x="136" y="107"/>
                  </a:lnTo>
                  <a:lnTo>
                    <a:pt x="136" y="107"/>
                  </a:lnTo>
                  <a:lnTo>
                    <a:pt x="140" y="99"/>
                  </a:lnTo>
                  <a:lnTo>
                    <a:pt x="142" y="93"/>
                  </a:lnTo>
                  <a:lnTo>
                    <a:pt x="144" y="88"/>
                  </a:lnTo>
                  <a:lnTo>
                    <a:pt x="146" y="83"/>
                  </a:lnTo>
                  <a:lnTo>
                    <a:pt x="146" y="79"/>
                  </a:lnTo>
                  <a:lnTo>
                    <a:pt x="147" y="77"/>
                  </a:lnTo>
                  <a:lnTo>
                    <a:pt x="147" y="75"/>
                  </a:lnTo>
                  <a:lnTo>
                    <a:pt x="147" y="75"/>
                  </a:lnTo>
                  <a:lnTo>
                    <a:pt x="179" y="96"/>
                  </a:lnTo>
                  <a:lnTo>
                    <a:pt x="179" y="96"/>
                  </a:lnTo>
                  <a:lnTo>
                    <a:pt x="179" y="97"/>
                  </a:lnTo>
                  <a:lnTo>
                    <a:pt x="178" y="99"/>
                  </a:lnTo>
                  <a:lnTo>
                    <a:pt x="177" y="102"/>
                  </a:lnTo>
                  <a:lnTo>
                    <a:pt x="176" y="107"/>
                  </a:lnTo>
                  <a:lnTo>
                    <a:pt x="175" y="113"/>
                  </a:lnTo>
                  <a:lnTo>
                    <a:pt x="173" y="120"/>
                  </a:lnTo>
                  <a:lnTo>
                    <a:pt x="172" y="128"/>
                  </a:lnTo>
                  <a:lnTo>
                    <a:pt x="172" y="138"/>
                  </a:lnTo>
                  <a:lnTo>
                    <a:pt x="172" y="138"/>
                  </a:lnTo>
                  <a:lnTo>
                    <a:pt x="173" y="146"/>
                  </a:lnTo>
                  <a:lnTo>
                    <a:pt x="177" y="153"/>
                  </a:lnTo>
                  <a:lnTo>
                    <a:pt x="181" y="158"/>
                  </a:lnTo>
                  <a:lnTo>
                    <a:pt x="184" y="162"/>
                  </a:lnTo>
                  <a:lnTo>
                    <a:pt x="185" y="164"/>
                  </a:lnTo>
                  <a:lnTo>
                    <a:pt x="184" y="165"/>
                  </a:lnTo>
                  <a:lnTo>
                    <a:pt x="180" y="165"/>
                  </a:lnTo>
                  <a:lnTo>
                    <a:pt x="169" y="165"/>
                  </a:lnTo>
                  <a:lnTo>
                    <a:pt x="169" y="165"/>
                  </a:lnTo>
                  <a:lnTo>
                    <a:pt x="161" y="166"/>
                  </a:lnTo>
                  <a:lnTo>
                    <a:pt x="159" y="171"/>
                  </a:lnTo>
                  <a:lnTo>
                    <a:pt x="163" y="177"/>
                  </a:lnTo>
                  <a:lnTo>
                    <a:pt x="171" y="186"/>
                  </a:lnTo>
                  <a:lnTo>
                    <a:pt x="180" y="194"/>
                  </a:lnTo>
                  <a:lnTo>
                    <a:pt x="189" y="201"/>
                  </a:lnTo>
                  <a:lnTo>
                    <a:pt x="195" y="206"/>
                  </a:lnTo>
                  <a:lnTo>
                    <a:pt x="198" y="208"/>
                  </a:lnTo>
                  <a:lnTo>
                    <a:pt x="201" y="165"/>
                  </a:lnTo>
                  <a:lnTo>
                    <a:pt x="226" y="186"/>
                  </a:lnTo>
                  <a:lnTo>
                    <a:pt x="229" y="154"/>
                  </a:lnTo>
                  <a:lnTo>
                    <a:pt x="262" y="165"/>
                  </a:lnTo>
                  <a:lnTo>
                    <a:pt x="248" y="129"/>
                  </a:lnTo>
                  <a:lnTo>
                    <a:pt x="267" y="107"/>
                  </a:lnTo>
                  <a:lnTo>
                    <a:pt x="267" y="107"/>
                  </a:lnTo>
                  <a:lnTo>
                    <a:pt x="266" y="106"/>
                  </a:lnTo>
                  <a:lnTo>
                    <a:pt x="263" y="102"/>
                  </a:lnTo>
                  <a:lnTo>
                    <a:pt x="259" y="96"/>
                  </a:lnTo>
                  <a:lnTo>
                    <a:pt x="255" y="89"/>
                  </a:lnTo>
                  <a:lnTo>
                    <a:pt x="251" y="81"/>
                  </a:lnTo>
                  <a:lnTo>
                    <a:pt x="248" y="74"/>
                  </a:lnTo>
                  <a:lnTo>
                    <a:pt x="247" y="67"/>
                  </a:lnTo>
                  <a:lnTo>
                    <a:pt x="248" y="61"/>
                  </a:lnTo>
                  <a:lnTo>
                    <a:pt x="248" y="61"/>
                  </a:lnTo>
                  <a:lnTo>
                    <a:pt x="249" y="56"/>
                  </a:lnTo>
                  <a:lnTo>
                    <a:pt x="248" y="50"/>
                  </a:lnTo>
                  <a:lnTo>
                    <a:pt x="246" y="45"/>
                  </a:lnTo>
                  <a:lnTo>
                    <a:pt x="244" y="40"/>
                  </a:lnTo>
                  <a:lnTo>
                    <a:pt x="241" y="35"/>
                  </a:lnTo>
                  <a:lnTo>
                    <a:pt x="240" y="30"/>
                  </a:lnTo>
                  <a:lnTo>
                    <a:pt x="241" y="28"/>
                  </a:lnTo>
                  <a:lnTo>
                    <a:pt x="245" y="27"/>
                  </a:lnTo>
                  <a:lnTo>
                    <a:pt x="245" y="27"/>
                  </a:lnTo>
                  <a:lnTo>
                    <a:pt x="249" y="26"/>
                  </a:lnTo>
                  <a:lnTo>
                    <a:pt x="252" y="22"/>
                  </a:lnTo>
                  <a:lnTo>
                    <a:pt x="253" y="17"/>
                  </a:lnTo>
                  <a:lnTo>
                    <a:pt x="255" y="12"/>
                  </a:lnTo>
                  <a:lnTo>
                    <a:pt x="258" y="7"/>
                  </a:lnTo>
                  <a:lnTo>
                    <a:pt x="262" y="4"/>
                  </a:lnTo>
                  <a:lnTo>
                    <a:pt x="268" y="3"/>
                  </a:lnTo>
                  <a:lnTo>
                    <a:pt x="279" y="5"/>
                  </a:lnTo>
                  <a:lnTo>
                    <a:pt x="279" y="5"/>
                  </a:lnTo>
                  <a:lnTo>
                    <a:pt x="290" y="8"/>
                  </a:lnTo>
                  <a:lnTo>
                    <a:pt x="301" y="9"/>
                  </a:lnTo>
                  <a:lnTo>
                    <a:pt x="310" y="9"/>
                  </a:lnTo>
                  <a:lnTo>
                    <a:pt x="318" y="8"/>
                  </a:lnTo>
                  <a:lnTo>
                    <a:pt x="326" y="7"/>
                  </a:lnTo>
                  <a:lnTo>
                    <a:pt x="331" y="5"/>
                  </a:lnTo>
                  <a:lnTo>
                    <a:pt x="334" y="4"/>
                  </a:lnTo>
                  <a:lnTo>
                    <a:pt x="335" y="3"/>
                  </a:lnTo>
                  <a:lnTo>
                    <a:pt x="335" y="3"/>
                  </a:lnTo>
                  <a:lnTo>
                    <a:pt x="335" y="6"/>
                  </a:lnTo>
                  <a:lnTo>
                    <a:pt x="336" y="16"/>
                  </a:lnTo>
                  <a:lnTo>
                    <a:pt x="336" y="29"/>
                  </a:lnTo>
                  <a:lnTo>
                    <a:pt x="337" y="46"/>
                  </a:lnTo>
                  <a:lnTo>
                    <a:pt x="338" y="63"/>
                  </a:lnTo>
                  <a:lnTo>
                    <a:pt x="339" y="80"/>
                  </a:lnTo>
                  <a:lnTo>
                    <a:pt x="340" y="94"/>
                  </a:lnTo>
                  <a:lnTo>
                    <a:pt x="341" y="104"/>
                  </a:lnTo>
                  <a:lnTo>
                    <a:pt x="341" y="104"/>
                  </a:lnTo>
                  <a:lnTo>
                    <a:pt x="341" y="108"/>
                  </a:lnTo>
                  <a:lnTo>
                    <a:pt x="341" y="106"/>
                  </a:lnTo>
                  <a:lnTo>
                    <a:pt x="341" y="100"/>
                  </a:lnTo>
                  <a:lnTo>
                    <a:pt x="341" y="91"/>
                  </a:lnTo>
                  <a:lnTo>
                    <a:pt x="343" y="80"/>
                  </a:lnTo>
                  <a:lnTo>
                    <a:pt x="346" y="69"/>
                  </a:lnTo>
                  <a:lnTo>
                    <a:pt x="352" y="60"/>
                  </a:lnTo>
                  <a:lnTo>
                    <a:pt x="360" y="53"/>
                  </a:lnTo>
                  <a:lnTo>
                    <a:pt x="360" y="53"/>
                  </a:lnTo>
                  <a:lnTo>
                    <a:pt x="369" y="49"/>
                  </a:lnTo>
                  <a:lnTo>
                    <a:pt x="378" y="47"/>
                  </a:lnTo>
                  <a:lnTo>
                    <a:pt x="384" y="46"/>
                  </a:lnTo>
                  <a:lnTo>
                    <a:pt x="389" y="46"/>
                  </a:lnTo>
                  <a:lnTo>
                    <a:pt x="393" y="47"/>
                  </a:lnTo>
                  <a:lnTo>
                    <a:pt x="395" y="48"/>
                  </a:lnTo>
                  <a:lnTo>
                    <a:pt x="397" y="50"/>
                  </a:lnTo>
                  <a:lnTo>
                    <a:pt x="397" y="50"/>
                  </a:lnTo>
                  <a:lnTo>
                    <a:pt x="397" y="50"/>
                  </a:lnTo>
                  <a:lnTo>
                    <a:pt x="401" y="51"/>
                  </a:lnTo>
                  <a:lnTo>
                    <a:pt x="411" y="51"/>
                  </a:lnTo>
                  <a:lnTo>
                    <a:pt x="419" y="49"/>
                  </a:lnTo>
                  <a:lnTo>
                    <a:pt x="421" y="42"/>
                  </a:lnTo>
                  <a:lnTo>
                    <a:pt x="421" y="42"/>
                  </a:lnTo>
                  <a:lnTo>
                    <a:pt x="419" y="36"/>
                  </a:lnTo>
                  <a:lnTo>
                    <a:pt x="419" y="29"/>
                  </a:lnTo>
                  <a:lnTo>
                    <a:pt x="418" y="22"/>
                  </a:lnTo>
                  <a:lnTo>
                    <a:pt x="418" y="15"/>
                  </a:lnTo>
                  <a:lnTo>
                    <a:pt x="418" y="9"/>
                  </a:lnTo>
                  <a:lnTo>
                    <a:pt x="419" y="4"/>
                  </a:lnTo>
                  <a:lnTo>
                    <a:pt x="419" y="1"/>
                  </a:lnTo>
                  <a:lnTo>
                    <a:pt x="419" y="0"/>
                  </a:lnTo>
                  <a:lnTo>
                    <a:pt x="419" y="0"/>
                  </a:lnTo>
                  <a:lnTo>
                    <a:pt x="421" y="1"/>
                  </a:lnTo>
                  <a:lnTo>
                    <a:pt x="428" y="2"/>
                  </a:lnTo>
                  <a:lnTo>
                    <a:pt x="436" y="4"/>
                  </a:lnTo>
                  <a:lnTo>
                    <a:pt x="445" y="6"/>
                  </a:lnTo>
                  <a:lnTo>
                    <a:pt x="454" y="7"/>
                  </a:lnTo>
                  <a:lnTo>
                    <a:pt x="463" y="7"/>
                  </a:lnTo>
                  <a:lnTo>
                    <a:pt x="470" y="6"/>
                  </a:lnTo>
                  <a:lnTo>
                    <a:pt x="475" y="3"/>
                  </a:lnTo>
                  <a:lnTo>
                    <a:pt x="475" y="3"/>
                  </a:lnTo>
                  <a:lnTo>
                    <a:pt x="477" y="1"/>
                  </a:lnTo>
                  <a:lnTo>
                    <a:pt x="479" y="2"/>
                  </a:lnTo>
                  <a:lnTo>
                    <a:pt x="481" y="6"/>
                  </a:lnTo>
                  <a:lnTo>
                    <a:pt x="483" y="11"/>
                  </a:lnTo>
                  <a:lnTo>
                    <a:pt x="484" y="17"/>
                  </a:lnTo>
                  <a:lnTo>
                    <a:pt x="485" y="22"/>
                  </a:lnTo>
                  <a:lnTo>
                    <a:pt x="486" y="26"/>
                  </a:lnTo>
                  <a:lnTo>
                    <a:pt x="486" y="27"/>
                  </a:lnTo>
                  <a:lnTo>
                    <a:pt x="497" y="61"/>
                  </a:lnTo>
                  <a:lnTo>
                    <a:pt x="497" y="61"/>
                  </a:lnTo>
                  <a:lnTo>
                    <a:pt x="497" y="60"/>
                  </a:lnTo>
                  <a:lnTo>
                    <a:pt x="499" y="57"/>
                  </a:lnTo>
                  <a:lnTo>
                    <a:pt x="501" y="54"/>
                  </a:lnTo>
                  <a:lnTo>
                    <a:pt x="504" y="49"/>
                  </a:lnTo>
                  <a:lnTo>
                    <a:pt x="509" y="44"/>
                  </a:lnTo>
                  <a:lnTo>
                    <a:pt x="514" y="39"/>
                  </a:lnTo>
                  <a:lnTo>
                    <a:pt x="520" y="35"/>
                  </a:lnTo>
                  <a:lnTo>
                    <a:pt x="529" y="30"/>
                  </a:lnTo>
                  <a:lnTo>
                    <a:pt x="529" y="30"/>
                  </a:lnTo>
                  <a:lnTo>
                    <a:pt x="542" y="24"/>
                  </a:lnTo>
                  <a:lnTo>
                    <a:pt x="550" y="20"/>
                  </a:lnTo>
                  <a:lnTo>
                    <a:pt x="554" y="24"/>
                  </a:lnTo>
                  <a:lnTo>
                    <a:pt x="556" y="39"/>
                  </a:lnTo>
                  <a:lnTo>
                    <a:pt x="556" y="39"/>
                  </a:lnTo>
                  <a:lnTo>
                    <a:pt x="557" y="48"/>
                  </a:lnTo>
                  <a:lnTo>
                    <a:pt x="556" y="56"/>
                  </a:lnTo>
                  <a:lnTo>
                    <a:pt x="555" y="61"/>
                  </a:lnTo>
                  <a:lnTo>
                    <a:pt x="553" y="65"/>
                  </a:lnTo>
                  <a:lnTo>
                    <a:pt x="551" y="68"/>
                  </a:lnTo>
                  <a:lnTo>
                    <a:pt x="550" y="69"/>
                  </a:lnTo>
                  <a:lnTo>
                    <a:pt x="548" y="70"/>
                  </a:lnTo>
                  <a:lnTo>
                    <a:pt x="548" y="70"/>
                  </a:lnTo>
                  <a:lnTo>
                    <a:pt x="548" y="70"/>
                  </a:lnTo>
                  <a:lnTo>
                    <a:pt x="549" y="69"/>
                  </a:lnTo>
                  <a:lnTo>
                    <a:pt x="551" y="65"/>
                  </a:lnTo>
                  <a:lnTo>
                    <a:pt x="554" y="60"/>
                  </a:lnTo>
                  <a:lnTo>
                    <a:pt x="558" y="55"/>
                  </a:lnTo>
                  <a:lnTo>
                    <a:pt x="563" y="50"/>
                  </a:lnTo>
                  <a:lnTo>
                    <a:pt x="569" y="45"/>
                  </a:lnTo>
                  <a:lnTo>
                    <a:pt x="577" y="42"/>
                  </a:lnTo>
                  <a:lnTo>
                    <a:pt x="584" y="42"/>
                  </a:lnTo>
                  <a:lnTo>
                    <a:pt x="584" y="42"/>
                  </a:lnTo>
                  <a:lnTo>
                    <a:pt x="590" y="43"/>
                  </a:lnTo>
                  <a:lnTo>
                    <a:pt x="595" y="45"/>
                  </a:lnTo>
                  <a:lnTo>
                    <a:pt x="598" y="46"/>
                  </a:lnTo>
                  <a:lnTo>
                    <a:pt x="600" y="49"/>
                  </a:lnTo>
                  <a:lnTo>
                    <a:pt x="603" y="52"/>
                  </a:lnTo>
                  <a:lnTo>
                    <a:pt x="607" y="57"/>
                  </a:lnTo>
                  <a:lnTo>
                    <a:pt x="612" y="63"/>
                  </a:lnTo>
                  <a:lnTo>
                    <a:pt x="620" y="70"/>
                  </a:lnTo>
                  <a:lnTo>
                    <a:pt x="620" y="70"/>
                  </a:lnTo>
                  <a:lnTo>
                    <a:pt x="630" y="78"/>
                  </a:lnTo>
                  <a:lnTo>
                    <a:pt x="639" y="86"/>
                  </a:lnTo>
                  <a:lnTo>
                    <a:pt x="647" y="92"/>
                  </a:lnTo>
                  <a:lnTo>
                    <a:pt x="654" y="97"/>
                  </a:lnTo>
                  <a:lnTo>
                    <a:pt x="659" y="101"/>
                  </a:lnTo>
                  <a:lnTo>
                    <a:pt x="660" y="105"/>
                  </a:lnTo>
                  <a:lnTo>
                    <a:pt x="659" y="109"/>
                  </a:lnTo>
                  <a:lnTo>
                    <a:pt x="654" y="112"/>
                  </a:lnTo>
                  <a:lnTo>
                    <a:pt x="654" y="112"/>
                  </a:lnTo>
                  <a:lnTo>
                    <a:pt x="649" y="114"/>
                  </a:lnTo>
                  <a:lnTo>
                    <a:pt x="646" y="114"/>
                  </a:lnTo>
                  <a:lnTo>
                    <a:pt x="646" y="114"/>
                  </a:lnTo>
                  <a:lnTo>
                    <a:pt x="648" y="114"/>
                  </a:lnTo>
                  <a:lnTo>
                    <a:pt x="652" y="116"/>
                  </a:lnTo>
                  <a:lnTo>
                    <a:pt x="656" y="121"/>
                  </a:lnTo>
                  <a:lnTo>
                    <a:pt x="661" y="129"/>
                  </a:lnTo>
                  <a:lnTo>
                    <a:pt x="665" y="143"/>
                  </a:lnTo>
                  <a:lnTo>
                    <a:pt x="665" y="143"/>
                  </a:lnTo>
                  <a:lnTo>
                    <a:pt x="669" y="157"/>
                  </a:lnTo>
                  <a:lnTo>
                    <a:pt x="671" y="168"/>
                  </a:lnTo>
                  <a:lnTo>
                    <a:pt x="674" y="175"/>
                  </a:lnTo>
                  <a:lnTo>
                    <a:pt x="676" y="181"/>
                  </a:lnTo>
                  <a:lnTo>
                    <a:pt x="676" y="185"/>
                  </a:lnTo>
                  <a:lnTo>
                    <a:pt x="677" y="187"/>
                  </a:lnTo>
                  <a:lnTo>
                    <a:pt x="677" y="188"/>
                  </a:lnTo>
                  <a:lnTo>
                    <a:pt x="677" y="188"/>
                  </a:lnTo>
                  <a:lnTo>
                    <a:pt x="677" y="188"/>
                  </a:lnTo>
                  <a:lnTo>
                    <a:pt x="677" y="187"/>
                  </a:lnTo>
                  <a:lnTo>
                    <a:pt x="677" y="184"/>
                  </a:lnTo>
                  <a:lnTo>
                    <a:pt x="677" y="178"/>
                  </a:lnTo>
                  <a:lnTo>
                    <a:pt x="678" y="173"/>
                  </a:lnTo>
                  <a:lnTo>
                    <a:pt x="681" y="167"/>
                  </a:lnTo>
                  <a:lnTo>
                    <a:pt x="685" y="161"/>
                  </a:lnTo>
                  <a:lnTo>
                    <a:pt x="692" y="156"/>
                  </a:lnTo>
                  <a:lnTo>
                    <a:pt x="702" y="152"/>
                  </a:lnTo>
                  <a:lnTo>
                    <a:pt x="702" y="152"/>
                  </a:lnTo>
                  <a:lnTo>
                    <a:pt x="711" y="147"/>
                  </a:lnTo>
                  <a:lnTo>
                    <a:pt x="715" y="140"/>
                  </a:lnTo>
                  <a:lnTo>
                    <a:pt x="716" y="131"/>
                  </a:lnTo>
                  <a:lnTo>
                    <a:pt x="716" y="123"/>
                  </a:lnTo>
                  <a:lnTo>
                    <a:pt x="716" y="116"/>
                  </a:lnTo>
                  <a:lnTo>
                    <a:pt x="718" y="110"/>
                  </a:lnTo>
                  <a:lnTo>
                    <a:pt x="722" y="108"/>
                  </a:lnTo>
                  <a:lnTo>
                    <a:pt x="733" y="109"/>
                  </a:lnTo>
                  <a:lnTo>
                    <a:pt x="733" y="109"/>
                  </a:lnTo>
                  <a:lnTo>
                    <a:pt x="746" y="111"/>
                  </a:lnTo>
                  <a:lnTo>
                    <a:pt x="751" y="107"/>
                  </a:lnTo>
                  <a:lnTo>
                    <a:pt x="752" y="100"/>
                  </a:lnTo>
                  <a:lnTo>
                    <a:pt x="753" y="93"/>
                  </a:lnTo>
                  <a:lnTo>
                    <a:pt x="753" y="93"/>
                  </a:lnTo>
                  <a:lnTo>
                    <a:pt x="753" y="93"/>
                  </a:lnTo>
                  <a:lnTo>
                    <a:pt x="753" y="93"/>
                  </a:lnTo>
                  <a:lnTo>
                    <a:pt x="753" y="93"/>
                  </a:lnTo>
                  <a:lnTo>
                    <a:pt x="753" y="93"/>
                  </a:lnTo>
                  <a:lnTo>
                    <a:pt x="753" y="93"/>
                  </a:lnTo>
                  <a:lnTo>
                    <a:pt x="760" y="92"/>
                  </a:lnTo>
                  <a:lnTo>
                    <a:pt x="766" y="92"/>
                  </a:lnTo>
                  <a:lnTo>
                    <a:pt x="774" y="91"/>
                  </a:lnTo>
                  <a:lnTo>
                    <a:pt x="780" y="91"/>
                  </a:lnTo>
                  <a:lnTo>
                    <a:pt x="785" y="90"/>
                  </a:lnTo>
                  <a:lnTo>
                    <a:pt x="790" y="90"/>
                  </a:lnTo>
                  <a:lnTo>
                    <a:pt x="794" y="90"/>
                  </a:lnTo>
                  <a:lnTo>
                    <a:pt x="797" y="90"/>
                  </a:lnTo>
                  <a:lnTo>
                    <a:pt x="797" y="90"/>
                  </a:lnTo>
                  <a:lnTo>
                    <a:pt x="804" y="88"/>
                  </a:lnTo>
                  <a:lnTo>
                    <a:pt x="811" y="86"/>
                  </a:lnTo>
                  <a:lnTo>
                    <a:pt x="819" y="84"/>
                  </a:lnTo>
                  <a:lnTo>
                    <a:pt x="829" y="81"/>
                  </a:lnTo>
                  <a:lnTo>
                    <a:pt x="838" y="80"/>
                  </a:lnTo>
                  <a:lnTo>
                    <a:pt x="847" y="78"/>
                  </a:lnTo>
                  <a:lnTo>
                    <a:pt x="856" y="77"/>
                  </a:lnTo>
                  <a:lnTo>
                    <a:pt x="864" y="77"/>
                  </a:lnTo>
                  <a:lnTo>
                    <a:pt x="864" y="77"/>
                  </a:lnTo>
                  <a:lnTo>
                    <a:pt x="873" y="78"/>
                  </a:lnTo>
                  <a:lnTo>
                    <a:pt x="881" y="80"/>
                  </a:lnTo>
                  <a:lnTo>
                    <a:pt x="888" y="85"/>
                  </a:lnTo>
                  <a:lnTo>
                    <a:pt x="894" y="89"/>
                  </a:lnTo>
                  <a:lnTo>
                    <a:pt x="900" y="93"/>
                  </a:lnTo>
                  <a:lnTo>
                    <a:pt x="904" y="97"/>
                  </a:lnTo>
                  <a:lnTo>
                    <a:pt x="906" y="99"/>
                  </a:lnTo>
                  <a:lnTo>
                    <a:pt x="907" y="100"/>
                  </a:lnTo>
                  <a:lnTo>
                    <a:pt x="907" y="100"/>
                  </a:lnTo>
                  <a:lnTo>
                    <a:pt x="908" y="100"/>
                  </a:lnTo>
                  <a:lnTo>
                    <a:pt x="911" y="100"/>
                  </a:lnTo>
                  <a:lnTo>
                    <a:pt x="916" y="99"/>
                  </a:lnTo>
                  <a:lnTo>
                    <a:pt x="925" y="98"/>
                  </a:lnTo>
                  <a:lnTo>
                    <a:pt x="934" y="96"/>
                  </a:lnTo>
                  <a:lnTo>
                    <a:pt x="945" y="93"/>
                  </a:lnTo>
                  <a:lnTo>
                    <a:pt x="959" y="89"/>
                  </a:lnTo>
                  <a:lnTo>
                    <a:pt x="975" y="84"/>
                  </a:lnTo>
                  <a:lnTo>
                    <a:pt x="975" y="84"/>
                  </a:lnTo>
                  <a:lnTo>
                    <a:pt x="991" y="80"/>
                  </a:lnTo>
                  <a:lnTo>
                    <a:pt x="1006" y="83"/>
                  </a:lnTo>
                  <a:lnTo>
                    <a:pt x="1020" y="89"/>
                  </a:lnTo>
                  <a:lnTo>
                    <a:pt x="1034" y="97"/>
                  </a:lnTo>
                  <a:lnTo>
                    <a:pt x="1044" y="106"/>
                  </a:lnTo>
                  <a:lnTo>
                    <a:pt x="1051" y="114"/>
                  </a:lnTo>
                  <a:lnTo>
                    <a:pt x="1056" y="120"/>
                  </a:lnTo>
                  <a:lnTo>
                    <a:pt x="1058" y="122"/>
                  </a:lnTo>
                  <a:lnTo>
                    <a:pt x="1058" y="122"/>
                  </a:lnTo>
                  <a:lnTo>
                    <a:pt x="1058" y="123"/>
                  </a:lnTo>
                  <a:lnTo>
                    <a:pt x="1060" y="125"/>
                  </a:lnTo>
                  <a:lnTo>
                    <a:pt x="1063" y="127"/>
                  </a:lnTo>
                  <a:lnTo>
                    <a:pt x="1066" y="129"/>
                  </a:lnTo>
                  <a:lnTo>
                    <a:pt x="1071" y="130"/>
                  </a:lnTo>
                  <a:lnTo>
                    <a:pt x="1078" y="130"/>
                  </a:lnTo>
                  <a:lnTo>
                    <a:pt x="1086" y="127"/>
                  </a:lnTo>
                  <a:lnTo>
                    <a:pt x="1095" y="122"/>
                  </a:lnTo>
                  <a:lnTo>
                    <a:pt x="1095" y="122"/>
                  </a:lnTo>
                  <a:lnTo>
                    <a:pt x="1101" y="118"/>
                  </a:lnTo>
                  <a:lnTo>
                    <a:pt x="1107" y="115"/>
                  </a:lnTo>
                  <a:lnTo>
                    <a:pt x="1113" y="111"/>
                  </a:lnTo>
                  <a:lnTo>
                    <a:pt x="1119" y="108"/>
                  </a:lnTo>
                  <a:lnTo>
                    <a:pt x="1119" y="108"/>
                  </a:lnTo>
                  <a:lnTo>
                    <a:pt x="1119" y="108"/>
                  </a:lnTo>
                  <a:lnTo>
                    <a:pt x="1119" y="108"/>
                  </a:lnTo>
                  <a:lnTo>
                    <a:pt x="1119" y="108"/>
                  </a:lnTo>
                  <a:lnTo>
                    <a:pt x="1119" y="108"/>
                  </a:lnTo>
                  <a:lnTo>
                    <a:pt x="1119" y="108"/>
                  </a:lnTo>
                  <a:lnTo>
                    <a:pt x="1116" y="115"/>
                  </a:lnTo>
                  <a:lnTo>
                    <a:pt x="1115" y="122"/>
                  </a:lnTo>
                  <a:lnTo>
                    <a:pt x="1116" y="128"/>
                  </a:lnTo>
                  <a:lnTo>
                    <a:pt x="1119" y="135"/>
                  </a:lnTo>
                  <a:lnTo>
                    <a:pt x="1123" y="141"/>
                  </a:lnTo>
                  <a:lnTo>
                    <a:pt x="1128" y="146"/>
                  </a:lnTo>
                  <a:lnTo>
                    <a:pt x="1132" y="151"/>
                  </a:lnTo>
                  <a:lnTo>
                    <a:pt x="1137" y="157"/>
                  </a:lnTo>
                  <a:lnTo>
                    <a:pt x="1137" y="157"/>
                  </a:lnTo>
                  <a:lnTo>
                    <a:pt x="1142" y="164"/>
                  </a:lnTo>
                  <a:lnTo>
                    <a:pt x="1148" y="172"/>
                  </a:lnTo>
                  <a:lnTo>
                    <a:pt x="1156" y="183"/>
                  </a:lnTo>
                  <a:lnTo>
                    <a:pt x="1164" y="193"/>
                  </a:lnTo>
                  <a:lnTo>
                    <a:pt x="1173" y="203"/>
                  </a:lnTo>
                  <a:lnTo>
                    <a:pt x="1179" y="213"/>
                  </a:lnTo>
                  <a:lnTo>
                    <a:pt x="1184" y="223"/>
                  </a:lnTo>
                  <a:lnTo>
                    <a:pt x="1186" y="232"/>
                  </a:lnTo>
                  <a:lnTo>
                    <a:pt x="1186" y="232"/>
                  </a:lnTo>
                  <a:lnTo>
                    <a:pt x="1186" y="242"/>
                  </a:lnTo>
                  <a:lnTo>
                    <a:pt x="1186" y="249"/>
                  </a:lnTo>
                  <a:lnTo>
                    <a:pt x="1185" y="256"/>
                  </a:lnTo>
                  <a:lnTo>
                    <a:pt x="1182" y="261"/>
                  </a:lnTo>
                  <a:lnTo>
                    <a:pt x="1178" y="266"/>
                  </a:lnTo>
                  <a:lnTo>
                    <a:pt x="1173" y="270"/>
                  </a:lnTo>
                  <a:lnTo>
                    <a:pt x="1164" y="273"/>
                  </a:lnTo>
                  <a:lnTo>
                    <a:pt x="1155" y="275"/>
                  </a:lnTo>
                  <a:lnTo>
                    <a:pt x="1155" y="275"/>
                  </a:lnTo>
                  <a:lnTo>
                    <a:pt x="1146" y="276"/>
                  </a:lnTo>
                  <a:lnTo>
                    <a:pt x="1138" y="278"/>
                  </a:lnTo>
                  <a:lnTo>
                    <a:pt x="1133" y="281"/>
                  </a:lnTo>
                  <a:lnTo>
                    <a:pt x="1129" y="286"/>
                  </a:lnTo>
                  <a:lnTo>
                    <a:pt x="1127" y="290"/>
                  </a:lnTo>
                  <a:lnTo>
                    <a:pt x="1127" y="296"/>
                  </a:lnTo>
                  <a:lnTo>
                    <a:pt x="1129" y="302"/>
                  </a:lnTo>
                  <a:lnTo>
                    <a:pt x="1133" y="308"/>
                  </a:lnTo>
                  <a:lnTo>
                    <a:pt x="1133" y="308"/>
                  </a:lnTo>
                  <a:lnTo>
                    <a:pt x="1137" y="316"/>
                  </a:lnTo>
                  <a:lnTo>
                    <a:pt x="1138" y="323"/>
                  </a:lnTo>
                  <a:lnTo>
                    <a:pt x="1137" y="330"/>
                  </a:lnTo>
                  <a:lnTo>
                    <a:pt x="1134" y="338"/>
                  </a:lnTo>
                  <a:lnTo>
                    <a:pt x="1129" y="344"/>
                  </a:lnTo>
                  <a:lnTo>
                    <a:pt x="1123" y="350"/>
                  </a:lnTo>
                  <a:lnTo>
                    <a:pt x="1115" y="354"/>
                  </a:lnTo>
                  <a:lnTo>
                    <a:pt x="1108" y="357"/>
                  </a:lnTo>
                  <a:lnTo>
                    <a:pt x="1108" y="357"/>
                  </a:lnTo>
                  <a:lnTo>
                    <a:pt x="1102" y="359"/>
                  </a:lnTo>
                  <a:lnTo>
                    <a:pt x="1097" y="360"/>
                  </a:lnTo>
                  <a:lnTo>
                    <a:pt x="1092" y="361"/>
                  </a:lnTo>
                  <a:lnTo>
                    <a:pt x="1088" y="363"/>
                  </a:lnTo>
                  <a:lnTo>
                    <a:pt x="1085" y="366"/>
                  </a:lnTo>
                  <a:lnTo>
                    <a:pt x="1082" y="371"/>
                  </a:lnTo>
                  <a:lnTo>
                    <a:pt x="1079" y="379"/>
                  </a:lnTo>
                  <a:lnTo>
                    <a:pt x="1076" y="390"/>
                  </a:lnTo>
                  <a:lnTo>
                    <a:pt x="1076" y="390"/>
                  </a:lnTo>
                  <a:lnTo>
                    <a:pt x="1075" y="403"/>
                  </a:lnTo>
                  <a:lnTo>
                    <a:pt x="1079" y="414"/>
                  </a:lnTo>
                  <a:lnTo>
                    <a:pt x="1086" y="425"/>
                  </a:lnTo>
                  <a:lnTo>
                    <a:pt x="1095" y="436"/>
                  </a:lnTo>
                  <a:lnTo>
                    <a:pt x="1106" y="444"/>
                  </a:lnTo>
                  <a:lnTo>
                    <a:pt x="1117" y="450"/>
                  </a:lnTo>
                  <a:lnTo>
                    <a:pt x="1129" y="454"/>
                  </a:lnTo>
                  <a:lnTo>
                    <a:pt x="1139" y="455"/>
                  </a:lnTo>
                  <a:lnTo>
                    <a:pt x="1139" y="455"/>
                  </a:lnTo>
                  <a:lnTo>
                    <a:pt x="1147" y="457"/>
                  </a:lnTo>
                  <a:lnTo>
                    <a:pt x="1153" y="462"/>
                  </a:lnTo>
                  <a:lnTo>
                    <a:pt x="1157" y="470"/>
                  </a:lnTo>
                  <a:lnTo>
                    <a:pt x="1160" y="481"/>
                  </a:lnTo>
                  <a:lnTo>
                    <a:pt x="1160" y="495"/>
                  </a:lnTo>
                  <a:lnTo>
                    <a:pt x="1160" y="510"/>
                  </a:lnTo>
                  <a:lnTo>
                    <a:pt x="1160" y="526"/>
                  </a:lnTo>
                  <a:lnTo>
                    <a:pt x="1159" y="545"/>
                  </a:lnTo>
                  <a:lnTo>
                    <a:pt x="1159" y="545"/>
                  </a:lnTo>
                  <a:lnTo>
                    <a:pt x="1159" y="560"/>
                  </a:lnTo>
                  <a:lnTo>
                    <a:pt x="1161" y="572"/>
                  </a:lnTo>
                  <a:lnTo>
                    <a:pt x="1166" y="581"/>
                  </a:lnTo>
                  <a:lnTo>
                    <a:pt x="1172" y="588"/>
                  </a:lnTo>
                  <a:lnTo>
                    <a:pt x="1179" y="591"/>
                  </a:lnTo>
                  <a:lnTo>
                    <a:pt x="1186" y="593"/>
                  </a:lnTo>
                  <a:lnTo>
                    <a:pt x="1192" y="593"/>
                  </a:lnTo>
                  <a:lnTo>
                    <a:pt x="1198" y="592"/>
                  </a:lnTo>
                  <a:lnTo>
                    <a:pt x="1198" y="592"/>
                  </a:lnTo>
                  <a:lnTo>
                    <a:pt x="1204" y="594"/>
                  </a:lnTo>
                  <a:lnTo>
                    <a:pt x="1211" y="601"/>
                  </a:lnTo>
                  <a:lnTo>
                    <a:pt x="1220" y="612"/>
                  </a:lnTo>
                  <a:lnTo>
                    <a:pt x="1232" y="625"/>
                  </a:lnTo>
                  <a:lnTo>
                    <a:pt x="1243" y="640"/>
                  </a:lnTo>
                  <a:lnTo>
                    <a:pt x="1254" y="654"/>
                  </a:lnTo>
                  <a:lnTo>
                    <a:pt x="1265" y="667"/>
                  </a:lnTo>
                  <a:lnTo>
                    <a:pt x="1276" y="677"/>
                  </a:lnTo>
                  <a:lnTo>
                    <a:pt x="1276" y="677"/>
                  </a:lnTo>
                  <a:lnTo>
                    <a:pt x="1284" y="684"/>
                  </a:lnTo>
                  <a:lnTo>
                    <a:pt x="1288" y="692"/>
                  </a:lnTo>
                  <a:lnTo>
                    <a:pt x="1287" y="697"/>
                  </a:lnTo>
                  <a:lnTo>
                    <a:pt x="1285" y="701"/>
                  </a:lnTo>
                  <a:lnTo>
                    <a:pt x="1279" y="706"/>
                  </a:lnTo>
                  <a:lnTo>
                    <a:pt x="1273" y="711"/>
                  </a:lnTo>
                  <a:lnTo>
                    <a:pt x="1265" y="716"/>
                  </a:lnTo>
                  <a:lnTo>
                    <a:pt x="1259" y="722"/>
                  </a:lnTo>
                  <a:lnTo>
                    <a:pt x="1259" y="722"/>
                  </a:lnTo>
                  <a:lnTo>
                    <a:pt x="1255" y="729"/>
                  </a:lnTo>
                  <a:lnTo>
                    <a:pt x="1253" y="739"/>
                  </a:lnTo>
                  <a:lnTo>
                    <a:pt x="1254" y="750"/>
                  </a:lnTo>
                  <a:lnTo>
                    <a:pt x="1256" y="762"/>
                  </a:lnTo>
                  <a:lnTo>
                    <a:pt x="1258" y="774"/>
                  </a:lnTo>
                  <a:lnTo>
                    <a:pt x="1259" y="785"/>
                  </a:lnTo>
                  <a:lnTo>
                    <a:pt x="1259" y="797"/>
                  </a:lnTo>
                  <a:lnTo>
                    <a:pt x="1257" y="806"/>
                  </a:lnTo>
                  <a:lnTo>
                    <a:pt x="1257" y="806"/>
                  </a:lnTo>
                  <a:lnTo>
                    <a:pt x="1256" y="815"/>
                  </a:lnTo>
                  <a:lnTo>
                    <a:pt x="1263" y="825"/>
                  </a:lnTo>
                  <a:lnTo>
                    <a:pt x="1275" y="837"/>
                  </a:lnTo>
                  <a:lnTo>
                    <a:pt x="1291" y="847"/>
                  </a:lnTo>
                  <a:lnTo>
                    <a:pt x="1308" y="857"/>
                  </a:lnTo>
                  <a:lnTo>
                    <a:pt x="1327" y="868"/>
                  </a:lnTo>
                  <a:lnTo>
                    <a:pt x="1343" y="878"/>
                  </a:lnTo>
                  <a:lnTo>
                    <a:pt x="1357" y="888"/>
                  </a:lnTo>
                  <a:lnTo>
                    <a:pt x="1357" y="888"/>
                  </a:lnTo>
                  <a:lnTo>
                    <a:pt x="1368" y="899"/>
                  </a:lnTo>
                  <a:lnTo>
                    <a:pt x="1378" y="914"/>
                  </a:lnTo>
                  <a:lnTo>
                    <a:pt x="1384" y="932"/>
                  </a:lnTo>
                  <a:lnTo>
                    <a:pt x="1389" y="952"/>
                  </a:lnTo>
                  <a:lnTo>
                    <a:pt x="1392" y="971"/>
                  </a:lnTo>
                  <a:lnTo>
                    <a:pt x="1395" y="991"/>
                  </a:lnTo>
                  <a:lnTo>
                    <a:pt x="1397" y="1008"/>
                  </a:lnTo>
                  <a:lnTo>
                    <a:pt x="1400" y="1022"/>
                  </a:lnTo>
                  <a:lnTo>
                    <a:pt x="1400" y="1022"/>
                  </a:lnTo>
                  <a:lnTo>
                    <a:pt x="1402" y="1028"/>
                  </a:lnTo>
                  <a:lnTo>
                    <a:pt x="1405" y="1033"/>
                  </a:lnTo>
                  <a:lnTo>
                    <a:pt x="1410" y="1039"/>
                  </a:lnTo>
                  <a:lnTo>
                    <a:pt x="1416" y="1044"/>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897" name=""/>
            <p:cNvSpPr/>
            <p:nvPr/>
          </p:nvSpPr>
          <p:spPr>
            <a:xfrm>
              <a:off x="457200" y="3580920"/>
              <a:ext cx="3240" cy="4320"/>
            </a:xfrm>
            <a:custGeom>
              <a:avLst/>
              <a:gdLst/>
              <a:ahLst/>
              <a:rect l="l" t="t" r="r" b="b"/>
              <a:pathLst>
                <a:path w="22" h="28">
                  <a:moveTo>
                    <a:pt x="0" y="28"/>
                  </a:moveTo>
                  <a:lnTo>
                    <a:pt x="6" y="0"/>
                  </a:lnTo>
                  <a:lnTo>
                    <a:pt x="22" y="14"/>
                  </a:lnTo>
                  <a:lnTo>
                    <a:pt x="20" y="17"/>
                  </a:lnTo>
                  <a:lnTo>
                    <a:pt x="14" y="23"/>
                  </a:lnTo>
                  <a:lnTo>
                    <a:pt x="7" y="28"/>
                  </a:lnTo>
                  <a:lnTo>
                    <a:pt x="0" y="28"/>
                  </a:lnTo>
                  <a:close/>
                </a:path>
              </a:pathLst>
            </a:custGeom>
            <a:solidFill>
              <a:srgbClr val="6633ff"/>
            </a:solidFill>
            <a:ln w="0">
              <a:no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8898" name=""/>
            <p:cNvSpPr/>
            <p:nvPr/>
          </p:nvSpPr>
          <p:spPr>
            <a:xfrm>
              <a:off x="457200" y="3580920"/>
              <a:ext cx="3240" cy="4320"/>
            </a:xfrm>
            <a:custGeom>
              <a:avLst/>
              <a:gdLst/>
              <a:ahLst/>
              <a:rect l="l" t="t" r="r" b="b"/>
              <a:pathLst>
                <a:path w="22" h="28">
                  <a:moveTo>
                    <a:pt x="0" y="28"/>
                  </a:moveTo>
                  <a:lnTo>
                    <a:pt x="6" y="0"/>
                  </a:lnTo>
                  <a:lnTo>
                    <a:pt x="22" y="14"/>
                  </a:lnTo>
                  <a:lnTo>
                    <a:pt x="22" y="14"/>
                  </a:lnTo>
                  <a:lnTo>
                    <a:pt x="20" y="17"/>
                  </a:lnTo>
                  <a:lnTo>
                    <a:pt x="14" y="23"/>
                  </a:lnTo>
                  <a:lnTo>
                    <a:pt x="7" y="28"/>
                  </a:lnTo>
                  <a:lnTo>
                    <a:pt x="0" y="28"/>
                  </a:lnTo>
                </a:path>
              </a:pathLst>
            </a:custGeom>
            <a:noFill/>
            <a:ln w="0">
              <a:solidFill>
                <a:srgbClr val="000000"/>
              </a:solid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8899" name=""/>
            <p:cNvSpPr/>
            <p:nvPr/>
          </p:nvSpPr>
          <p:spPr>
            <a:xfrm>
              <a:off x="586800" y="3591360"/>
              <a:ext cx="9720" cy="32760"/>
            </a:xfrm>
            <a:custGeom>
              <a:avLst/>
              <a:gdLst/>
              <a:ahLst/>
              <a:rect l="l" t="t" r="r" b="b"/>
              <a:pathLst>
                <a:path w="56" h="205">
                  <a:moveTo>
                    <a:pt x="28" y="0"/>
                  </a:moveTo>
                  <a:lnTo>
                    <a:pt x="35" y="141"/>
                  </a:lnTo>
                  <a:lnTo>
                    <a:pt x="56" y="155"/>
                  </a:lnTo>
                  <a:lnTo>
                    <a:pt x="56" y="205"/>
                  </a:lnTo>
                  <a:lnTo>
                    <a:pt x="55" y="204"/>
                  </a:lnTo>
                  <a:lnTo>
                    <a:pt x="52" y="202"/>
                  </a:lnTo>
                  <a:lnTo>
                    <a:pt x="48" y="199"/>
                  </a:lnTo>
                  <a:lnTo>
                    <a:pt x="44" y="194"/>
                  </a:lnTo>
                  <a:lnTo>
                    <a:pt x="39" y="189"/>
                  </a:lnTo>
                  <a:lnTo>
                    <a:pt x="34" y="182"/>
                  </a:lnTo>
                  <a:lnTo>
                    <a:pt x="29" y="175"/>
                  </a:lnTo>
                  <a:lnTo>
                    <a:pt x="25" y="167"/>
                  </a:lnTo>
                  <a:lnTo>
                    <a:pt x="22" y="157"/>
                  </a:lnTo>
                  <a:lnTo>
                    <a:pt x="17" y="143"/>
                  </a:lnTo>
                  <a:lnTo>
                    <a:pt x="13" y="125"/>
                  </a:lnTo>
                  <a:lnTo>
                    <a:pt x="8" y="107"/>
                  </a:lnTo>
                  <a:lnTo>
                    <a:pt x="4" y="90"/>
                  </a:lnTo>
                  <a:lnTo>
                    <a:pt x="1" y="73"/>
                  </a:lnTo>
                  <a:lnTo>
                    <a:pt x="0" y="60"/>
                  </a:lnTo>
                  <a:lnTo>
                    <a:pt x="1" y="52"/>
                  </a:lnTo>
                  <a:lnTo>
                    <a:pt x="4" y="46"/>
                  </a:lnTo>
                  <a:lnTo>
                    <a:pt x="7" y="38"/>
                  </a:lnTo>
                  <a:lnTo>
                    <a:pt x="11" y="29"/>
                  </a:lnTo>
                  <a:lnTo>
                    <a:pt x="16" y="20"/>
                  </a:lnTo>
                  <a:lnTo>
                    <a:pt x="20" y="12"/>
                  </a:lnTo>
                  <a:lnTo>
                    <a:pt x="24" y="6"/>
                  </a:lnTo>
                  <a:lnTo>
                    <a:pt x="27" y="2"/>
                  </a:lnTo>
                  <a:lnTo>
                    <a:pt x="28" y="0"/>
                  </a:lnTo>
                  <a:close/>
                </a:path>
              </a:pathLst>
            </a:custGeom>
            <a:solidFill>
              <a:srgbClr val="6633ff"/>
            </a:solidFill>
            <a:ln w="0">
              <a:noFill/>
            </a:ln>
          </p:spPr>
          <p:style>
            <a:lnRef idx="0"/>
            <a:fillRef idx="0"/>
            <a:effectRef idx="0"/>
            <a:fontRef idx="minor"/>
          </p:style>
          <p:txBody>
            <a:bodyPr lIns="90000" rIns="90000" tIns="-14040" bIns="-14040" anchor="t">
              <a:noAutofit/>
            </a:bodyPr>
            <a:p>
              <a:endParaRPr b="0" lang="en-US" sz="2400" spc="-1" strike="noStrike">
                <a:solidFill>
                  <a:srgbClr val="000000"/>
                </a:solidFill>
                <a:latin typeface="Times New Roman"/>
              </a:endParaRPr>
            </a:p>
          </p:txBody>
        </p:sp>
        <p:sp>
          <p:nvSpPr>
            <p:cNvPr id="8900" name=""/>
            <p:cNvSpPr/>
            <p:nvPr/>
          </p:nvSpPr>
          <p:spPr>
            <a:xfrm>
              <a:off x="586800" y="3591360"/>
              <a:ext cx="9720" cy="32760"/>
            </a:xfrm>
            <a:custGeom>
              <a:avLst/>
              <a:gdLst/>
              <a:ahLst/>
              <a:rect l="l" t="t" r="r" b="b"/>
              <a:pathLst>
                <a:path w="56" h="205">
                  <a:moveTo>
                    <a:pt x="28" y="0"/>
                  </a:moveTo>
                  <a:lnTo>
                    <a:pt x="35" y="141"/>
                  </a:lnTo>
                  <a:lnTo>
                    <a:pt x="56" y="155"/>
                  </a:lnTo>
                  <a:lnTo>
                    <a:pt x="56" y="205"/>
                  </a:lnTo>
                  <a:lnTo>
                    <a:pt x="56" y="205"/>
                  </a:lnTo>
                  <a:lnTo>
                    <a:pt x="55" y="204"/>
                  </a:lnTo>
                  <a:lnTo>
                    <a:pt x="52" y="202"/>
                  </a:lnTo>
                  <a:lnTo>
                    <a:pt x="48" y="199"/>
                  </a:lnTo>
                  <a:lnTo>
                    <a:pt x="44" y="194"/>
                  </a:lnTo>
                  <a:lnTo>
                    <a:pt x="39" y="189"/>
                  </a:lnTo>
                  <a:lnTo>
                    <a:pt x="34" y="182"/>
                  </a:lnTo>
                  <a:lnTo>
                    <a:pt x="29" y="175"/>
                  </a:lnTo>
                  <a:lnTo>
                    <a:pt x="25" y="167"/>
                  </a:lnTo>
                  <a:lnTo>
                    <a:pt x="25" y="167"/>
                  </a:lnTo>
                  <a:lnTo>
                    <a:pt x="22" y="157"/>
                  </a:lnTo>
                  <a:lnTo>
                    <a:pt x="17" y="143"/>
                  </a:lnTo>
                  <a:lnTo>
                    <a:pt x="13" y="125"/>
                  </a:lnTo>
                  <a:lnTo>
                    <a:pt x="8" y="107"/>
                  </a:lnTo>
                  <a:lnTo>
                    <a:pt x="4" y="90"/>
                  </a:lnTo>
                  <a:lnTo>
                    <a:pt x="1" y="73"/>
                  </a:lnTo>
                  <a:lnTo>
                    <a:pt x="0" y="60"/>
                  </a:lnTo>
                  <a:lnTo>
                    <a:pt x="1" y="52"/>
                  </a:lnTo>
                  <a:lnTo>
                    <a:pt x="1" y="52"/>
                  </a:lnTo>
                  <a:lnTo>
                    <a:pt x="4" y="46"/>
                  </a:lnTo>
                  <a:lnTo>
                    <a:pt x="7" y="38"/>
                  </a:lnTo>
                  <a:lnTo>
                    <a:pt x="11" y="29"/>
                  </a:lnTo>
                  <a:lnTo>
                    <a:pt x="16" y="20"/>
                  </a:lnTo>
                  <a:lnTo>
                    <a:pt x="20" y="12"/>
                  </a:lnTo>
                  <a:lnTo>
                    <a:pt x="24" y="6"/>
                  </a:lnTo>
                  <a:lnTo>
                    <a:pt x="27" y="2"/>
                  </a:lnTo>
                  <a:lnTo>
                    <a:pt x="28" y="0"/>
                  </a:lnTo>
                </a:path>
              </a:pathLst>
            </a:custGeom>
            <a:noFill/>
            <a:ln w="0">
              <a:solidFill>
                <a:srgbClr val="000000"/>
              </a:solidFill>
            </a:ln>
          </p:spPr>
          <p:style>
            <a:lnRef idx="0"/>
            <a:fillRef idx="0"/>
            <a:effectRef idx="0"/>
            <a:fontRef idx="minor"/>
          </p:style>
          <p:txBody>
            <a:bodyPr lIns="90000" rIns="90000" tIns="-14040" bIns="-14040" anchor="t">
              <a:noAutofit/>
            </a:bodyPr>
            <a:p>
              <a:endParaRPr b="0" lang="en-US" sz="2400" spc="-1" strike="noStrike">
                <a:solidFill>
                  <a:srgbClr val="000000"/>
                </a:solidFill>
                <a:latin typeface="Times New Roman"/>
              </a:endParaRPr>
            </a:p>
          </p:txBody>
        </p:sp>
        <p:sp>
          <p:nvSpPr>
            <p:cNvPr id="8901" name=""/>
            <p:cNvSpPr/>
            <p:nvPr/>
          </p:nvSpPr>
          <p:spPr>
            <a:xfrm>
              <a:off x="524880" y="3681360"/>
              <a:ext cx="2880" cy="6840"/>
            </a:xfrm>
            <a:custGeom>
              <a:avLst/>
              <a:gdLst/>
              <a:ahLst/>
              <a:rect l="l" t="t" r="r" b="b"/>
              <a:pathLst>
                <a:path w="19" h="42">
                  <a:moveTo>
                    <a:pt x="0" y="0"/>
                  </a:moveTo>
                  <a:lnTo>
                    <a:pt x="0" y="42"/>
                  </a:lnTo>
                  <a:lnTo>
                    <a:pt x="19" y="16"/>
                  </a:lnTo>
                  <a:lnTo>
                    <a:pt x="17" y="15"/>
                  </a:lnTo>
                  <a:lnTo>
                    <a:pt x="11" y="11"/>
                  </a:lnTo>
                  <a:lnTo>
                    <a:pt x="5" y="6"/>
                  </a:lnTo>
                  <a:lnTo>
                    <a:pt x="0" y="0"/>
                  </a:lnTo>
                  <a:close/>
                </a:path>
              </a:pathLst>
            </a:custGeom>
            <a:solidFill>
              <a:srgbClr val="6633ff"/>
            </a:solidFill>
            <a:ln w="0">
              <a:no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902" name=""/>
            <p:cNvSpPr/>
            <p:nvPr/>
          </p:nvSpPr>
          <p:spPr>
            <a:xfrm>
              <a:off x="524880" y="3681360"/>
              <a:ext cx="2880" cy="6840"/>
            </a:xfrm>
            <a:custGeom>
              <a:avLst/>
              <a:gdLst/>
              <a:ahLst/>
              <a:rect l="l" t="t" r="r" b="b"/>
              <a:pathLst>
                <a:path w="19" h="42">
                  <a:moveTo>
                    <a:pt x="0" y="0"/>
                  </a:moveTo>
                  <a:lnTo>
                    <a:pt x="0" y="42"/>
                  </a:lnTo>
                  <a:lnTo>
                    <a:pt x="19" y="16"/>
                  </a:lnTo>
                  <a:lnTo>
                    <a:pt x="19" y="16"/>
                  </a:lnTo>
                  <a:lnTo>
                    <a:pt x="17" y="15"/>
                  </a:lnTo>
                  <a:lnTo>
                    <a:pt x="11" y="11"/>
                  </a:lnTo>
                  <a:lnTo>
                    <a:pt x="5" y="6"/>
                  </a:lnTo>
                  <a:lnTo>
                    <a:pt x="0" y="0"/>
                  </a:lnTo>
                </a:path>
              </a:pathLst>
            </a:custGeom>
            <a:noFill/>
            <a:ln w="0">
              <a:solidFill>
                <a:srgbClr val="000000"/>
              </a:solid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903" name=""/>
            <p:cNvSpPr/>
            <p:nvPr/>
          </p:nvSpPr>
          <p:spPr>
            <a:xfrm>
              <a:off x="581760" y="3642480"/>
              <a:ext cx="2520" cy="6840"/>
            </a:xfrm>
            <a:custGeom>
              <a:avLst/>
              <a:gdLst/>
              <a:ahLst/>
              <a:rect l="l" t="t" r="r" b="b"/>
              <a:pathLst>
                <a:path w="20" h="42">
                  <a:moveTo>
                    <a:pt x="0" y="0"/>
                  </a:moveTo>
                  <a:lnTo>
                    <a:pt x="0" y="42"/>
                  </a:lnTo>
                  <a:lnTo>
                    <a:pt x="20" y="16"/>
                  </a:lnTo>
                  <a:lnTo>
                    <a:pt x="18" y="15"/>
                  </a:lnTo>
                  <a:lnTo>
                    <a:pt x="12" y="11"/>
                  </a:lnTo>
                  <a:lnTo>
                    <a:pt x="6" y="6"/>
                  </a:lnTo>
                  <a:lnTo>
                    <a:pt x="0" y="0"/>
                  </a:lnTo>
                  <a:close/>
                </a:path>
              </a:pathLst>
            </a:custGeom>
            <a:solidFill>
              <a:srgbClr val="6633ff"/>
            </a:solidFill>
            <a:ln w="0">
              <a:no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904" name=""/>
            <p:cNvSpPr/>
            <p:nvPr/>
          </p:nvSpPr>
          <p:spPr>
            <a:xfrm>
              <a:off x="581760" y="3642480"/>
              <a:ext cx="2520" cy="6840"/>
            </a:xfrm>
            <a:custGeom>
              <a:avLst/>
              <a:gdLst/>
              <a:ahLst/>
              <a:rect l="l" t="t" r="r" b="b"/>
              <a:pathLst>
                <a:path w="20" h="42">
                  <a:moveTo>
                    <a:pt x="0" y="0"/>
                  </a:moveTo>
                  <a:lnTo>
                    <a:pt x="0" y="42"/>
                  </a:lnTo>
                  <a:lnTo>
                    <a:pt x="20" y="16"/>
                  </a:lnTo>
                  <a:lnTo>
                    <a:pt x="20" y="16"/>
                  </a:lnTo>
                  <a:lnTo>
                    <a:pt x="18" y="15"/>
                  </a:lnTo>
                  <a:lnTo>
                    <a:pt x="12" y="11"/>
                  </a:lnTo>
                  <a:lnTo>
                    <a:pt x="6" y="6"/>
                  </a:lnTo>
                  <a:lnTo>
                    <a:pt x="0" y="0"/>
                  </a:lnTo>
                </a:path>
              </a:pathLst>
            </a:custGeom>
            <a:noFill/>
            <a:ln w="0">
              <a:solidFill>
                <a:srgbClr val="000000"/>
              </a:solid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905" name=""/>
            <p:cNvSpPr/>
            <p:nvPr/>
          </p:nvSpPr>
          <p:spPr>
            <a:xfrm>
              <a:off x="522720" y="3694320"/>
              <a:ext cx="3240" cy="2880"/>
            </a:xfrm>
            <a:custGeom>
              <a:avLst/>
              <a:gdLst/>
              <a:ahLst/>
              <a:rect l="l" t="t" r="r" b="b"/>
              <a:pathLst>
                <a:path w="16" h="20">
                  <a:moveTo>
                    <a:pt x="0" y="0"/>
                  </a:moveTo>
                  <a:lnTo>
                    <a:pt x="0" y="20"/>
                  </a:lnTo>
                  <a:lnTo>
                    <a:pt x="16" y="20"/>
                  </a:lnTo>
                  <a:lnTo>
                    <a:pt x="0" y="0"/>
                  </a:lnTo>
                  <a:close/>
                </a:path>
              </a:pathLst>
            </a:custGeom>
            <a:solidFill>
              <a:srgbClr val="6633ff"/>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906" name=""/>
            <p:cNvSpPr/>
            <p:nvPr/>
          </p:nvSpPr>
          <p:spPr>
            <a:xfrm>
              <a:off x="522720" y="3694320"/>
              <a:ext cx="3240" cy="2880"/>
            </a:xfrm>
            <a:custGeom>
              <a:avLst/>
              <a:gdLst/>
              <a:ahLst/>
              <a:rect l="l" t="t" r="r" b="b"/>
              <a:pathLst>
                <a:path w="16" h="20">
                  <a:moveTo>
                    <a:pt x="0" y="0"/>
                  </a:moveTo>
                  <a:lnTo>
                    <a:pt x="0" y="20"/>
                  </a:lnTo>
                  <a:lnTo>
                    <a:pt x="16" y="20"/>
                  </a:lnTo>
                  <a:lnTo>
                    <a:pt x="0" y="0"/>
                  </a:lnTo>
                </a:path>
              </a:pathLst>
            </a:custGeom>
            <a:noFill/>
            <a:ln w="0">
              <a:solidFill>
                <a:srgbClr val="000000"/>
              </a:solid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907" name=""/>
            <p:cNvSpPr/>
            <p:nvPr/>
          </p:nvSpPr>
          <p:spPr>
            <a:xfrm>
              <a:off x="597960" y="3679560"/>
              <a:ext cx="258480" cy="156600"/>
            </a:xfrm>
            <a:custGeom>
              <a:avLst/>
              <a:gdLst/>
              <a:ahLst/>
              <a:rect l="l" t="t" r="r" b="b"/>
              <a:pathLst>
                <a:path w="1437" h="966">
                  <a:moveTo>
                    <a:pt x="1397" y="73"/>
                  </a:moveTo>
                  <a:lnTo>
                    <a:pt x="1426" y="100"/>
                  </a:lnTo>
                  <a:lnTo>
                    <a:pt x="1427" y="103"/>
                  </a:lnTo>
                  <a:lnTo>
                    <a:pt x="1430" y="110"/>
                  </a:lnTo>
                  <a:lnTo>
                    <a:pt x="1433" y="121"/>
                  </a:lnTo>
                  <a:lnTo>
                    <a:pt x="1436" y="133"/>
                  </a:lnTo>
                  <a:lnTo>
                    <a:pt x="1437" y="147"/>
                  </a:lnTo>
                  <a:lnTo>
                    <a:pt x="1436" y="159"/>
                  </a:lnTo>
                  <a:lnTo>
                    <a:pt x="1431" y="169"/>
                  </a:lnTo>
                  <a:lnTo>
                    <a:pt x="1422" y="175"/>
                  </a:lnTo>
                  <a:lnTo>
                    <a:pt x="1411" y="181"/>
                  </a:lnTo>
                  <a:lnTo>
                    <a:pt x="1400" y="189"/>
                  </a:lnTo>
                  <a:lnTo>
                    <a:pt x="1394" y="200"/>
                  </a:lnTo>
                  <a:lnTo>
                    <a:pt x="1389" y="211"/>
                  </a:lnTo>
                  <a:lnTo>
                    <a:pt x="1385" y="223"/>
                  </a:lnTo>
                  <a:lnTo>
                    <a:pt x="1383" y="233"/>
                  </a:lnTo>
                  <a:lnTo>
                    <a:pt x="1383" y="244"/>
                  </a:lnTo>
                  <a:lnTo>
                    <a:pt x="1383" y="251"/>
                  </a:lnTo>
                  <a:lnTo>
                    <a:pt x="1382" y="256"/>
                  </a:lnTo>
                  <a:lnTo>
                    <a:pt x="1376" y="257"/>
                  </a:lnTo>
                  <a:lnTo>
                    <a:pt x="1367" y="256"/>
                  </a:lnTo>
                  <a:lnTo>
                    <a:pt x="1355" y="255"/>
                  </a:lnTo>
                  <a:lnTo>
                    <a:pt x="1342" y="254"/>
                  </a:lnTo>
                  <a:lnTo>
                    <a:pt x="1327" y="256"/>
                  </a:lnTo>
                  <a:lnTo>
                    <a:pt x="1313" y="261"/>
                  </a:lnTo>
                  <a:lnTo>
                    <a:pt x="1297" y="271"/>
                  </a:lnTo>
                  <a:lnTo>
                    <a:pt x="1283" y="283"/>
                  </a:lnTo>
                  <a:lnTo>
                    <a:pt x="1271" y="296"/>
                  </a:lnTo>
                  <a:lnTo>
                    <a:pt x="1261" y="307"/>
                  </a:lnTo>
                  <a:lnTo>
                    <a:pt x="1252" y="319"/>
                  </a:lnTo>
                  <a:lnTo>
                    <a:pt x="1245" y="330"/>
                  </a:lnTo>
                  <a:lnTo>
                    <a:pt x="1241" y="340"/>
                  </a:lnTo>
                  <a:lnTo>
                    <a:pt x="1239" y="350"/>
                  </a:lnTo>
                  <a:lnTo>
                    <a:pt x="1240" y="359"/>
                  </a:lnTo>
                  <a:lnTo>
                    <a:pt x="1241" y="367"/>
                  </a:lnTo>
                  <a:lnTo>
                    <a:pt x="1241" y="375"/>
                  </a:lnTo>
                  <a:lnTo>
                    <a:pt x="1241" y="381"/>
                  </a:lnTo>
                  <a:lnTo>
                    <a:pt x="1239" y="387"/>
                  </a:lnTo>
                  <a:lnTo>
                    <a:pt x="1236" y="392"/>
                  </a:lnTo>
                  <a:lnTo>
                    <a:pt x="1231" y="397"/>
                  </a:lnTo>
                  <a:lnTo>
                    <a:pt x="1225" y="399"/>
                  </a:lnTo>
                  <a:lnTo>
                    <a:pt x="1218" y="400"/>
                  </a:lnTo>
                  <a:lnTo>
                    <a:pt x="1209" y="401"/>
                  </a:lnTo>
                  <a:lnTo>
                    <a:pt x="1200" y="404"/>
                  </a:lnTo>
                  <a:lnTo>
                    <a:pt x="1191" y="409"/>
                  </a:lnTo>
                  <a:lnTo>
                    <a:pt x="1184" y="416"/>
                  </a:lnTo>
                  <a:lnTo>
                    <a:pt x="1178" y="426"/>
                  </a:lnTo>
                  <a:lnTo>
                    <a:pt x="1174" y="437"/>
                  </a:lnTo>
                  <a:lnTo>
                    <a:pt x="1174" y="452"/>
                  </a:lnTo>
                  <a:lnTo>
                    <a:pt x="1177" y="467"/>
                  </a:lnTo>
                  <a:lnTo>
                    <a:pt x="1181" y="483"/>
                  </a:lnTo>
                  <a:lnTo>
                    <a:pt x="1183" y="500"/>
                  </a:lnTo>
                  <a:lnTo>
                    <a:pt x="1183" y="516"/>
                  </a:lnTo>
                  <a:lnTo>
                    <a:pt x="1182" y="530"/>
                  </a:lnTo>
                  <a:lnTo>
                    <a:pt x="1178" y="543"/>
                  </a:lnTo>
                  <a:lnTo>
                    <a:pt x="1173" y="556"/>
                  </a:lnTo>
                  <a:lnTo>
                    <a:pt x="1167" y="567"/>
                  </a:lnTo>
                  <a:lnTo>
                    <a:pt x="1159" y="575"/>
                  </a:lnTo>
                  <a:lnTo>
                    <a:pt x="1150" y="582"/>
                  </a:lnTo>
                  <a:lnTo>
                    <a:pt x="1142" y="591"/>
                  </a:lnTo>
                  <a:lnTo>
                    <a:pt x="1136" y="602"/>
                  </a:lnTo>
                  <a:lnTo>
                    <a:pt x="1131" y="613"/>
                  </a:lnTo>
                  <a:lnTo>
                    <a:pt x="1127" y="625"/>
                  </a:lnTo>
                  <a:lnTo>
                    <a:pt x="1126" y="638"/>
                  </a:lnTo>
                  <a:lnTo>
                    <a:pt x="1128" y="652"/>
                  </a:lnTo>
                  <a:lnTo>
                    <a:pt x="1132" y="665"/>
                  </a:lnTo>
                  <a:lnTo>
                    <a:pt x="1138" y="679"/>
                  </a:lnTo>
                  <a:lnTo>
                    <a:pt x="1143" y="696"/>
                  </a:lnTo>
                  <a:lnTo>
                    <a:pt x="1147" y="713"/>
                  </a:lnTo>
                  <a:lnTo>
                    <a:pt x="1150" y="729"/>
                  </a:lnTo>
                  <a:lnTo>
                    <a:pt x="1151" y="746"/>
                  </a:lnTo>
                  <a:lnTo>
                    <a:pt x="1150" y="760"/>
                  </a:lnTo>
                  <a:lnTo>
                    <a:pt x="1147" y="771"/>
                  </a:lnTo>
                  <a:lnTo>
                    <a:pt x="1142" y="779"/>
                  </a:lnTo>
                  <a:lnTo>
                    <a:pt x="1136" y="785"/>
                  </a:lnTo>
                  <a:lnTo>
                    <a:pt x="1130" y="792"/>
                  </a:lnTo>
                  <a:lnTo>
                    <a:pt x="1125" y="801"/>
                  </a:lnTo>
                  <a:lnTo>
                    <a:pt x="1121" y="810"/>
                  </a:lnTo>
                  <a:lnTo>
                    <a:pt x="1118" y="820"/>
                  </a:lnTo>
                  <a:lnTo>
                    <a:pt x="1116" y="831"/>
                  </a:lnTo>
                  <a:lnTo>
                    <a:pt x="1114" y="844"/>
                  </a:lnTo>
                  <a:lnTo>
                    <a:pt x="1114" y="859"/>
                  </a:lnTo>
                  <a:lnTo>
                    <a:pt x="1113" y="872"/>
                  </a:lnTo>
                  <a:lnTo>
                    <a:pt x="1112" y="884"/>
                  </a:lnTo>
                  <a:lnTo>
                    <a:pt x="1109" y="894"/>
                  </a:lnTo>
                  <a:lnTo>
                    <a:pt x="1106" y="903"/>
                  </a:lnTo>
                  <a:lnTo>
                    <a:pt x="1105" y="910"/>
                  </a:lnTo>
                  <a:lnTo>
                    <a:pt x="1104" y="917"/>
                  </a:lnTo>
                  <a:lnTo>
                    <a:pt x="1104" y="923"/>
                  </a:lnTo>
                  <a:lnTo>
                    <a:pt x="1108" y="928"/>
                  </a:lnTo>
                  <a:lnTo>
                    <a:pt x="1110" y="933"/>
                  </a:lnTo>
                  <a:lnTo>
                    <a:pt x="1106" y="937"/>
                  </a:lnTo>
                  <a:lnTo>
                    <a:pt x="1098" y="939"/>
                  </a:lnTo>
                  <a:lnTo>
                    <a:pt x="1088" y="940"/>
                  </a:lnTo>
                  <a:lnTo>
                    <a:pt x="1075" y="940"/>
                  </a:lnTo>
                  <a:lnTo>
                    <a:pt x="1061" y="938"/>
                  </a:lnTo>
                  <a:lnTo>
                    <a:pt x="1045" y="933"/>
                  </a:lnTo>
                  <a:lnTo>
                    <a:pt x="1030" y="926"/>
                  </a:lnTo>
                  <a:lnTo>
                    <a:pt x="1017" y="920"/>
                  </a:lnTo>
                  <a:lnTo>
                    <a:pt x="1006" y="920"/>
                  </a:lnTo>
                  <a:lnTo>
                    <a:pt x="999" y="923"/>
                  </a:lnTo>
                  <a:lnTo>
                    <a:pt x="994" y="929"/>
                  </a:lnTo>
                  <a:lnTo>
                    <a:pt x="990" y="937"/>
                  </a:lnTo>
                  <a:lnTo>
                    <a:pt x="986" y="947"/>
                  </a:lnTo>
                  <a:lnTo>
                    <a:pt x="983" y="955"/>
                  </a:lnTo>
                  <a:lnTo>
                    <a:pt x="979" y="963"/>
                  </a:lnTo>
                  <a:lnTo>
                    <a:pt x="971" y="966"/>
                  </a:lnTo>
                  <a:lnTo>
                    <a:pt x="958" y="963"/>
                  </a:lnTo>
                  <a:lnTo>
                    <a:pt x="942" y="956"/>
                  </a:lnTo>
                  <a:lnTo>
                    <a:pt x="926" y="947"/>
                  </a:lnTo>
                  <a:lnTo>
                    <a:pt x="910" y="936"/>
                  </a:lnTo>
                  <a:lnTo>
                    <a:pt x="896" y="927"/>
                  </a:lnTo>
                  <a:lnTo>
                    <a:pt x="886" y="921"/>
                  </a:lnTo>
                  <a:lnTo>
                    <a:pt x="883" y="918"/>
                  </a:lnTo>
                  <a:lnTo>
                    <a:pt x="881" y="918"/>
                  </a:lnTo>
                  <a:lnTo>
                    <a:pt x="875" y="919"/>
                  </a:lnTo>
                  <a:lnTo>
                    <a:pt x="866" y="920"/>
                  </a:lnTo>
                  <a:lnTo>
                    <a:pt x="855" y="922"/>
                  </a:lnTo>
                  <a:lnTo>
                    <a:pt x="843" y="925"/>
                  </a:lnTo>
                  <a:lnTo>
                    <a:pt x="832" y="929"/>
                  </a:lnTo>
                  <a:lnTo>
                    <a:pt x="822" y="935"/>
                  </a:lnTo>
                  <a:lnTo>
                    <a:pt x="814" y="942"/>
                  </a:lnTo>
                  <a:lnTo>
                    <a:pt x="804" y="949"/>
                  </a:lnTo>
                  <a:lnTo>
                    <a:pt x="794" y="953"/>
                  </a:lnTo>
                  <a:lnTo>
                    <a:pt x="783" y="953"/>
                  </a:lnTo>
                  <a:lnTo>
                    <a:pt x="773" y="951"/>
                  </a:lnTo>
                  <a:lnTo>
                    <a:pt x="763" y="948"/>
                  </a:lnTo>
                  <a:lnTo>
                    <a:pt x="754" y="943"/>
                  </a:lnTo>
                  <a:lnTo>
                    <a:pt x="748" y="937"/>
                  </a:lnTo>
                  <a:lnTo>
                    <a:pt x="746" y="932"/>
                  </a:lnTo>
                  <a:lnTo>
                    <a:pt x="746" y="927"/>
                  </a:lnTo>
                  <a:lnTo>
                    <a:pt x="745" y="921"/>
                  </a:lnTo>
                  <a:lnTo>
                    <a:pt x="744" y="916"/>
                  </a:lnTo>
                  <a:lnTo>
                    <a:pt x="742" y="912"/>
                  </a:lnTo>
                  <a:lnTo>
                    <a:pt x="739" y="910"/>
                  </a:lnTo>
                  <a:lnTo>
                    <a:pt x="735" y="910"/>
                  </a:lnTo>
                  <a:lnTo>
                    <a:pt x="729" y="912"/>
                  </a:lnTo>
                  <a:lnTo>
                    <a:pt x="722" y="918"/>
                  </a:lnTo>
                  <a:lnTo>
                    <a:pt x="713" y="924"/>
                  </a:lnTo>
                  <a:lnTo>
                    <a:pt x="702" y="929"/>
                  </a:lnTo>
                  <a:lnTo>
                    <a:pt x="692" y="933"/>
                  </a:lnTo>
                  <a:lnTo>
                    <a:pt x="682" y="935"/>
                  </a:lnTo>
                  <a:lnTo>
                    <a:pt x="672" y="936"/>
                  </a:lnTo>
                  <a:lnTo>
                    <a:pt x="662" y="935"/>
                  </a:lnTo>
                  <a:lnTo>
                    <a:pt x="653" y="932"/>
                  </a:lnTo>
                  <a:lnTo>
                    <a:pt x="646" y="926"/>
                  </a:lnTo>
                  <a:lnTo>
                    <a:pt x="639" y="919"/>
                  </a:lnTo>
                  <a:lnTo>
                    <a:pt x="631" y="914"/>
                  </a:lnTo>
                  <a:lnTo>
                    <a:pt x="623" y="909"/>
                  </a:lnTo>
                  <a:lnTo>
                    <a:pt x="616" y="905"/>
                  </a:lnTo>
                  <a:lnTo>
                    <a:pt x="607" y="901"/>
                  </a:lnTo>
                  <a:lnTo>
                    <a:pt x="599" y="898"/>
                  </a:lnTo>
                  <a:lnTo>
                    <a:pt x="593" y="893"/>
                  </a:lnTo>
                  <a:lnTo>
                    <a:pt x="587" y="889"/>
                  </a:lnTo>
                  <a:lnTo>
                    <a:pt x="583" y="881"/>
                  </a:lnTo>
                  <a:lnTo>
                    <a:pt x="582" y="868"/>
                  </a:lnTo>
                  <a:lnTo>
                    <a:pt x="583" y="852"/>
                  </a:lnTo>
                  <a:lnTo>
                    <a:pt x="583" y="834"/>
                  </a:lnTo>
                  <a:lnTo>
                    <a:pt x="582" y="819"/>
                  </a:lnTo>
                  <a:lnTo>
                    <a:pt x="579" y="807"/>
                  </a:lnTo>
                  <a:lnTo>
                    <a:pt x="572" y="800"/>
                  </a:lnTo>
                  <a:lnTo>
                    <a:pt x="561" y="800"/>
                  </a:lnTo>
                  <a:lnTo>
                    <a:pt x="546" y="804"/>
                  </a:lnTo>
                  <a:lnTo>
                    <a:pt x="531" y="809"/>
                  </a:lnTo>
                  <a:lnTo>
                    <a:pt x="518" y="813"/>
                  </a:lnTo>
                  <a:lnTo>
                    <a:pt x="503" y="817"/>
                  </a:lnTo>
                  <a:lnTo>
                    <a:pt x="491" y="819"/>
                  </a:lnTo>
                  <a:lnTo>
                    <a:pt x="479" y="820"/>
                  </a:lnTo>
                  <a:lnTo>
                    <a:pt x="469" y="818"/>
                  </a:lnTo>
                  <a:lnTo>
                    <a:pt x="461" y="814"/>
                  </a:lnTo>
                  <a:lnTo>
                    <a:pt x="452" y="807"/>
                  </a:lnTo>
                  <a:lnTo>
                    <a:pt x="445" y="799"/>
                  </a:lnTo>
                  <a:lnTo>
                    <a:pt x="437" y="791"/>
                  </a:lnTo>
                  <a:lnTo>
                    <a:pt x="430" y="782"/>
                  </a:lnTo>
                  <a:lnTo>
                    <a:pt x="424" y="774"/>
                  </a:lnTo>
                  <a:lnTo>
                    <a:pt x="418" y="766"/>
                  </a:lnTo>
                  <a:lnTo>
                    <a:pt x="412" y="757"/>
                  </a:lnTo>
                  <a:lnTo>
                    <a:pt x="407" y="749"/>
                  </a:lnTo>
                  <a:lnTo>
                    <a:pt x="401" y="741"/>
                  </a:lnTo>
                  <a:lnTo>
                    <a:pt x="392" y="735"/>
                  </a:lnTo>
                  <a:lnTo>
                    <a:pt x="379" y="732"/>
                  </a:lnTo>
                  <a:lnTo>
                    <a:pt x="364" y="730"/>
                  </a:lnTo>
                  <a:lnTo>
                    <a:pt x="349" y="731"/>
                  </a:lnTo>
                  <a:lnTo>
                    <a:pt x="335" y="735"/>
                  </a:lnTo>
                  <a:lnTo>
                    <a:pt x="324" y="741"/>
                  </a:lnTo>
                  <a:lnTo>
                    <a:pt x="316" y="751"/>
                  </a:lnTo>
                  <a:lnTo>
                    <a:pt x="308" y="761"/>
                  </a:lnTo>
                  <a:lnTo>
                    <a:pt x="299" y="770"/>
                  </a:lnTo>
                  <a:lnTo>
                    <a:pt x="289" y="779"/>
                  </a:lnTo>
                  <a:lnTo>
                    <a:pt x="279" y="788"/>
                  </a:lnTo>
                  <a:lnTo>
                    <a:pt x="270" y="798"/>
                  </a:lnTo>
                  <a:lnTo>
                    <a:pt x="262" y="808"/>
                  </a:lnTo>
                  <a:lnTo>
                    <a:pt x="257" y="819"/>
                  </a:lnTo>
                  <a:lnTo>
                    <a:pt x="256" y="832"/>
                  </a:lnTo>
                  <a:lnTo>
                    <a:pt x="256" y="847"/>
                  </a:lnTo>
                  <a:lnTo>
                    <a:pt x="253" y="861"/>
                  </a:lnTo>
                  <a:lnTo>
                    <a:pt x="249" y="875"/>
                  </a:lnTo>
                  <a:lnTo>
                    <a:pt x="243" y="888"/>
                  </a:lnTo>
                  <a:lnTo>
                    <a:pt x="236" y="901"/>
                  </a:lnTo>
                  <a:lnTo>
                    <a:pt x="227" y="911"/>
                  </a:lnTo>
                  <a:lnTo>
                    <a:pt x="217" y="918"/>
                  </a:lnTo>
                  <a:lnTo>
                    <a:pt x="205" y="922"/>
                  </a:lnTo>
                  <a:lnTo>
                    <a:pt x="194" y="925"/>
                  </a:lnTo>
                  <a:lnTo>
                    <a:pt x="183" y="928"/>
                  </a:lnTo>
                  <a:lnTo>
                    <a:pt x="173" y="931"/>
                  </a:lnTo>
                  <a:lnTo>
                    <a:pt x="162" y="933"/>
                  </a:lnTo>
                  <a:lnTo>
                    <a:pt x="148" y="933"/>
                  </a:lnTo>
                  <a:lnTo>
                    <a:pt x="135" y="930"/>
                  </a:lnTo>
                  <a:lnTo>
                    <a:pt x="120" y="924"/>
                  </a:lnTo>
                  <a:lnTo>
                    <a:pt x="101" y="914"/>
                  </a:lnTo>
                  <a:lnTo>
                    <a:pt x="91" y="907"/>
                  </a:lnTo>
                  <a:lnTo>
                    <a:pt x="79" y="901"/>
                  </a:lnTo>
                  <a:lnTo>
                    <a:pt x="67" y="893"/>
                  </a:lnTo>
                  <a:lnTo>
                    <a:pt x="53" y="887"/>
                  </a:lnTo>
                  <a:lnTo>
                    <a:pt x="40" y="881"/>
                  </a:lnTo>
                  <a:lnTo>
                    <a:pt x="26" y="875"/>
                  </a:lnTo>
                  <a:lnTo>
                    <a:pt x="13" y="869"/>
                  </a:lnTo>
                  <a:lnTo>
                    <a:pt x="0" y="863"/>
                  </a:lnTo>
                  <a:lnTo>
                    <a:pt x="2" y="859"/>
                  </a:lnTo>
                  <a:lnTo>
                    <a:pt x="4" y="854"/>
                  </a:lnTo>
                  <a:lnTo>
                    <a:pt x="6" y="850"/>
                  </a:lnTo>
                  <a:lnTo>
                    <a:pt x="8" y="845"/>
                  </a:lnTo>
                  <a:lnTo>
                    <a:pt x="12" y="841"/>
                  </a:lnTo>
                  <a:lnTo>
                    <a:pt x="16" y="837"/>
                  </a:lnTo>
                  <a:lnTo>
                    <a:pt x="21" y="834"/>
                  </a:lnTo>
                  <a:lnTo>
                    <a:pt x="26" y="831"/>
                  </a:lnTo>
                  <a:lnTo>
                    <a:pt x="35" y="827"/>
                  </a:lnTo>
                  <a:lnTo>
                    <a:pt x="42" y="822"/>
                  </a:lnTo>
                  <a:lnTo>
                    <a:pt x="46" y="817"/>
                  </a:lnTo>
                  <a:lnTo>
                    <a:pt x="49" y="811"/>
                  </a:lnTo>
                  <a:lnTo>
                    <a:pt x="50" y="806"/>
                  </a:lnTo>
                  <a:lnTo>
                    <a:pt x="51" y="800"/>
                  </a:lnTo>
                  <a:lnTo>
                    <a:pt x="51" y="793"/>
                  </a:lnTo>
                  <a:lnTo>
                    <a:pt x="51" y="788"/>
                  </a:lnTo>
                  <a:lnTo>
                    <a:pt x="51" y="783"/>
                  </a:lnTo>
                  <a:lnTo>
                    <a:pt x="51" y="777"/>
                  </a:lnTo>
                  <a:lnTo>
                    <a:pt x="50" y="771"/>
                  </a:lnTo>
                  <a:lnTo>
                    <a:pt x="51" y="765"/>
                  </a:lnTo>
                  <a:lnTo>
                    <a:pt x="52" y="760"/>
                  </a:lnTo>
                  <a:lnTo>
                    <a:pt x="55" y="755"/>
                  </a:lnTo>
                  <a:lnTo>
                    <a:pt x="59" y="750"/>
                  </a:lnTo>
                  <a:lnTo>
                    <a:pt x="66" y="747"/>
                  </a:lnTo>
                  <a:lnTo>
                    <a:pt x="72" y="742"/>
                  </a:lnTo>
                  <a:lnTo>
                    <a:pt x="75" y="737"/>
                  </a:lnTo>
                  <a:lnTo>
                    <a:pt x="76" y="730"/>
                  </a:lnTo>
                  <a:lnTo>
                    <a:pt x="77" y="723"/>
                  </a:lnTo>
                  <a:lnTo>
                    <a:pt x="78" y="715"/>
                  </a:lnTo>
                  <a:lnTo>
                    <a:pt x="79" y="708"/>
                  </a:lnTo>
                  <a:lnTo>
                    <a:pt x="82" y="702"/>
                  </a:lnTo>
                  <a:lnTo>
                    <a:pt x="88" y="696"/>
                  </a:lnTo>
                  <a:lnTo>
                    <a:pt x="96" y="691"/>
                  </a:lnTo>
                  <a:lnTo>
                    <a:pt x="104" y="689"/>
                  </a:lnTo>
                  <a:lnTo>
                    <a:pt x="114" y="689"/>
                  </a:lnTo>
                  <a:lnTo>
                    <a:pt x="122" y="688"/>
                  </a:lnTo>
                  <a:lnTo>
                    <a:pt x="131" y="688"/>
                  </a:lnTo>
                  <a:lnTo>
                    <a:pt x="139" y="687"/>
                  </a:lnTo>
                  <a:lnTo>
                    <a:pt x="146" y="684"/>
                  </a:lnTo>
                  <a:lnTo>
                    <a:pt x="152" y="679"/>
                  </a:lnTo>
                  <a:lnTo>
                    <a:pt x="158" y="674"/>
                  </a:lnTo>
                  <a:lnTo>
                    <a:pt x="165" y="671"/>
                  </a:lnTo>
                  <a:lnTo>
                    <a:pt x="173" y="669"/>
                  </a:lnTo>
                  <a:lnTo>
                    <a:pt x="180" y="667"/>
                  </a:lnTo>
                  <a:lnTo>
                    <a:pt x="188" y="666"/>
                  </a:lnTo>
                  <a:lnTo>
                    <a:pt x="196" y="664"/>
                  </a:lnTo>
                  <a:lnTo>
                    <a:pt x="203" y="660"/>
                  </a:lnTo>
                  <a:lnTo>
                    <a:pt x="211" y="654"/>
                  </a:lnTo>
                  <a:lnTo>
                    <a:pt x="216" y="647"/>
                  </a:lnTo>
                  <a:lnTo>
                    <a:pt x="220" y="639"/>
                  </a:lnTo>
                  <a:lnTo>
                    <a:pt x="222" y="633"/>
                  </a:lnTo>
                  <a:lnTo>
                    <a:pt x="222" y="628"/>
                  </a:lnTo>
                  <a:lnTo>
                    <a:pt x="220" y="623"/>
                  </a:lnTo>
                  <a:lnTo>
                    <a:pt x="217" y="620"/>
                  </a:lnTo>
                  <a:lnTo>
                    <a:pt x="212" y="618"/>
                  </a:lnTo>
                  <a:lnTo>
                    <a:pt x="205" y="617"/>
                  </a:lnTo>
                  <a:lnTo>
                    <a:pt x="198" y="616"/>
                  </a:lnTo>
                  <a:lnTo>
                    <a:pt x="190" y="613"/>
                  </a:lnTo>
                  <a:lnTo>
                    <a:pt x="182" y="610"/>
                  </a:lnTo>
                  <a:lnTo>
                    <a:pt x="173" y="606"/>
                  </a:lnTo>
                  <a:lnTo>
                    <a:pt x="164" y="603"/>
                  </a:lnTo>
                  <a:lnTo>
                    <a:pt x="153" y="602"/>
                  </a:lnTo>
                  <a:lnTo>
                    <a:pt x="143" y="602"/>
                  </a:lnTo>
                  <a:lnTo>
                    <a:pt x="133" y="606"/>
                  </a:lnTo>
                  <a:lnTo>
                    <a:pt x="123" y="610"/>
                  </a:lnTo>
                  <a:lnTo>
                    <a:pt x="113" y="613"/>
                  </a:lnTo>
                  <a:lnTo>
                    <a:pt x="103" y="615"/>
                  </a:lnTo>
                  <a:lnTo>
                    <a:pt x="94" y="615"/>
                  </a:lnTo>
                  <a:lnTo>
                    <a:pt x="85" y="614"/>
                  </a:lnTo>
                  <a:lnTo>
                    <a:pt x="76" y="613"/>
                  </a:lnTo>
                  <a:lnTo>
                    <a:pt x="67" y="611"/>
                  </a:lnTo>
                  <a:lnTo>
                    <a:pt x="57" y="609"/>
                  </a:lnTo>
                  <a:lnTo>
                    <a:pt x="50" y="607"/>
                  </a:lnTo>
                  <a:lnTo>
                    <a:pt x="47" y="607"/>
                  </a:lnTo>
                  <a:lnTo>
                    <a:pt x="48" y="606"/>
                  </a:lnTo>
                  <a:lnTo>
                    <a:pt x="53" y="605"/>
                  </a:lnTo>
                  <a:lnTo>
                    <a:pt x="59" y="604"/>
                  </a:lnTo>
                  <a:lnTo>
                    <a:pt x="68" y="600"/>
                  </a:lnTo>
                  <a:lnTo>
                    <a:pt x="78" y="592"/>
                  </a:lnTo>
                  <a:lnTo>
                    <a:pt x="88" y="583"/>
                  </a:lnTo>
                  <a:lnTo>
                    <a:pt x="97" y="573"/>
                  </a:lnTo>
                  <a:lnTo>
                    <a:pt x="102" y="564"/>
                  </a:lnTo>
                  <a:lnTo>
                    <a:pt x="107" y="556"/>
                  </a:lnTo>
                  <a:lnTo>
                    <a:pt x="111" y="549"/>
                  </a:lnTo>
                  <a:lnTo>
                    <a:pt x="115" y="542"/>
                  </a:lnTo>
                  <a:lnTo>
                    <a:pt x="120" y="536"/>
                  </a:lnTo>
                  <a:lnTo>
                    <a:pt x="128" y="529"/>
                  </a:lnTo>
                  <a:lnTo>
                    <a:pt x="138" y="521"/>
                  </a:lnTo>
                  <a:lnTo>
                    <a:pt x="148" y="512"/>
                  </a:lnTo>
                  <a:lnTo>
                    <a:pt x="155" y="504"/>
                  </a:lnTo>
                  <a:lnTo>
                    <a:pt x="159" y="495"/>
                  </a:lnTo>
                  <a:lnTo>
                    <a:pt x="162" y="486"/>
                  </a:lnTo>
                  <a:lnTo>
                    <a:pt x="165" y="479"/>
                  </a:lnTo>
                  <a:lnTo>
                    <a:pt x="170" y="474"/>
                  </a:lnTo>
                  <a:lnTo>
                    <a:pt x="177" y="471"/>
                  </a:lnTo>
                  <a:lnTo>
                    <a:pt x="188" y="471"/>
                  </a:lnTo>
                  <a:lnTo>
                    <a:pt x="200" y="472"/>
                  </a:lnTo>
                  <a:lnTo>
                    <a:pt x="208" y="472"/>
                  </a:lnTo>
                  <a:lnTo>
                    <a:pt x="214" y="471"/>
                  </a:lnTo>
                  <a:lnTo>
                    <a:pt x="216" y="470"/>
                  </a:lnTo>
                  <a:lnTo>
                    <a:pt x="217" y="467"/>
                  </a:lnTo>
                  <a:lnTo>
                    <a:pt x="216" y="464"/>
                  </a:lnTo>
                  <a:lnTo>
                    <a:pt x="215" y="459"/>
                  </a:lnTo>
                  <a:lnTo>
                    <a:pt x="214" y="454"/>
                  </a:lnTo>
                  <a:lnTo>
                    <a:pt x="213" y="447"/>
                  </a:lnTo>
                  <a:lnTo>
                    <a:pt x="211" y="437"/>
                  </a:lnTo>
                  <a:lnTo>
                    <a:pt x="211" y="427"/>
                  </a:lnTo>
                  <a:lnTo>
                    <a:pt x="211" y="417"/>
                  </a:lnTo>
                  <a:lnTo>
                    <a:pt x="212" y="406"/>
                  </a:lnTo>
                  <a:lnTo>
                    <a:pt x="215" y="397"/>
                  </a:lnTo>
                  <a:lnTo>
                    <a:pt x="220" y="387"/>
                  </a:lnTo>
                  <a:lnTo>
                    <a:pt x="228" y="381"/>
                  </a:lnTo>
                  <a:lnTo>
                    <a:pt x="236" y="376"/>
                  </a:lnTo>
                  <a:lnTo>
                    <a:pt x="243" y="370"/>
                  </a:lnTo>
                  <a:lnTo>
                    <a:pt x="249" y="365"/>
                  </a:lnTo>
                  <a:lnTo>
                    <a:pt x="254" y="360"/>
                  </a:lnTo>
                  <a:lnTo>
                    <a:pt x="258" y="357"/>
                  </a:lnTo>
                  <a:lnTo>
                    <a:pt x="265" y="356"/>
                  </a:lnTo>
                  <a:lnTo>
                    <a:pt x="271" y="357"/>
                  </a:lnTo>
                  <a:lnTo>
                    <a:pt x="278" y="361"/>
                  </a:lnTo>
                  <a:lnTo>
                    <a:pt x="286" y="366"/>
                  </a:lnTo>
                  <a:lnTo>
                    <a:pt x="292" y="369"/>
                  </a:lnTo>
                  <a:lnTo>
                    <a:pt x="298" y="370"/>
                  </a:lnTo>
                  <a:lnTo>
                    <a:pt x="303" y="370"/>
                  </a:lnTo>
                  <a:lnTo>
                    <a:pt x="307" y="369"/>
                  </a:lnTo>
                  <a:lnTo>
                    <a:pt x="311" y="367"/>
                  </a:lnTo>
                  <a:lnTo>
                    <a:pt x="313" y="364"/>
                  </a:lnTo>
                  <a:lnTo>
                    <a:pt x="315" y="359"/>
                  </a:lnTo>
                  <a:lnTo>
                    <a:pt x="317" y="353"/>
                  </a:lnTo>
                  <a:lnTo>
                    <a:pt x="321" y="347"/>
                  </a:lnTo>
                  <a:lnTo>
                    <a:pt x="326" y="339"/>
                  </a:lnTo>
                  <a:lnTo>
                    <a:pt x="331" y="332"/>
                  </a:lnTo>
                  <a:lnTo>
                    <a:pt x="335" y="325"/>
                  </a:lnTo>
                  <a:lnTo>
                    <a:pt x="337" y="318"/>
                  </a:lnTo>
                  <a:lnTo>
                    <a:pt x="336" y="311"/>
                  </a:lnTo>
                  <a:lnTo>
                    <a:pt x="331" y="305"/>
                  </a:lnTo>
                  <a:lnTo>
                    <a:pt x="325" y="299"/>
                  </a:lnTo>
                  <a:lnTo>
                    <a:pt x="319" y="295"/>
                  </a:lnTo>
                  <a:lnTo>
                    <a:pt x="314" y="290"/>
                  </a:lnTo>
                  <a:lnTo>
                    <a:pt x="308" y="287"/>
                  </a:lnTo>
                  <a:lnTo>
                    <a:pt x="301" y="285"/>
                  </a:lnTo>
                  <a:lnTo>
                    <a:pt x="293" y="283"/>
                  </a:lnTo>
                  <a:lnTo>
                    <a:pt x="282" y="281"/>
                  </a:lnTo>
                  <a:lnTo>
                    <a:pt x="267" y="280"/>
                  </a:lnTo>
                  <a:lnTo>
                    <a:pt x="249" y="279"/>
                  </a:lnTo>
                  <a:lnTo>
                    <a:pt x="230" y="277"/>
                  </a:lnTo>
                  <a:lnTo>
                    <a:pt x="213" y="274"/>
                  </a:lnTo>
                  <a:lnTo>
                    <a:pt x="195" y="271"/>
                  </a:lnTo>
                  <a:lnTo>
                    <a:pt x="182" y="267"/>
                  </a:lnTo>
                  <a:lnTo>
                    <a:pt x="172" y="261"/>
                  </a:lnTo>
                  <a:lnTo>
                    <a:pt x="167" y="255"/>
                  </a:lnTo>
                  <a:lnTo>
                    <a:pt x="169" y="247"/>
                  </a:lnTo>
                  <a:lnTo>
                    <a:pt x="176" y="237"/>
                  </a:lnTo>
                  <a:lnTo>
                    <a:pt x="186" y="227"/>
                  </a:lnTo>
                  <a:lnTo>
                    <a:pt x="198" y="217"/>
                  </a:lnTo>
                  <a:lnTo>
                    <a:pt x="211" y="208"/>
                  </a:lnTo>
                  <a:lnTo>
                    <a:pt x="224" y="199"/>
                  </a:lnTo>
                  <a:lnTo>
                    <a:pt x="237" y="193"/>
                  </a:lnTo>
                  <a:lnTo>
                    <a:pt x="247" y="188"/>
                  </a:lnTo>
                  <a:lnTo>
                    <a:pt x="255" y="187"/>
                  </a:lnTo>
                  <a:lnTo>
                    <a:pt x="263" y="186"/>
                  </a:lnTo>
                  <a:lnTo>
                    <a:pt x="270" y="183"/>
                  </a:lnTo>
                  <a:lnTo>
                    <a:pt x="277" y="178"/>
                  </a:lnTo>
                  <a:lnTo>
                    <a:pt x="283" y="172"/>
                  </a:lnTo>
                  <a:lnTo>
                    <a:pt x="289" y="166"/>
                  </a:lnTo>
                  <a:lnTo>
                    <a:pt x="294" y="161"/>
                  </a:lnTo>
                  <a:lnTo>
                    <a:pt x="297" y="157"/>
                  </a:lnTo>
                  <a:lnTo>
                    <a:pt x="298" y="156"/>
                  </a:lnTo>
                  <a:lnTo>
                    <a:pt x="294" y="155"/>
                  </a:lnTo>
                  <a:lnTo>
                    <a:pt x="284" y="151"/>
                  </a:lnTo>
                  <a:lnTo>
                    <a:pt x="274" y="144"/>
                  </a:lnTo>
                  <a:lnTo>
                    <a:pt x="270" y="133"/>
                  </a:lnTo>
                  <a:lnTo>
                    <a:pt x="270" y="127"/>
                  </a:lnTo>
                  <a:lnTo>
                    <a:pt x="270" y="122"/>
                  </a:lnTo>
                  <a:lnTo>
                    <a:pt x="270" y="118"/>
                  </a:lnTo>
                  <a:lnTo>
                    <a:pt x="269" y="113"/>
                  </a:lnTo>
                  <a:lnTo>
                    <a:pt x="266" y="110"/>
                  </a:lnTo>
                  <a:lnTo>
                    <a:pt x="261" y="106"/>
                  </a:lnTo>
                  <a:lnTo>
                    <a:pt x="253" y="103"/>
                  </a:lnTo>
                  <a:lnTo>
                    <a:pt x="242" y="100"/>
                  </a:lnTo>
                  <a:lnTo>
                    <a:pt x="239" y="100"/>
                  </a:lnTo>
                  <a:lnTo>
                    <a:pt x="236" y="99"/>
                  </a:lnTo>
                  <a:lnTo>
                    <a:pt x="233" y="98"/>
                  </a:lnTo>
                  <a:lnTo>
                    <a:pt x="231" y="97"/>
                  </a:lnTo>
                  <a:lnTo>
                    <a:pt x="251" y="90"/>
                  </a:lnTo>
                  <a:lnTo>
                    <a:pt x="270" y="85"/>
                  </a:lnTo>
                  <a:lnTo>
                    <a:pt x="284" y="79"/>
                  </a:lnTo>
                  <a:lnTo>
                    <a:pt x="295" y="73"/>
                  </a:lnTo>
                  <a:lnTo>
                    <a:pt x="305" y="69"/>
                  </a:lnTo>
                  <a:lnTo>
                    <a:pt x="313" y="65"/>
                  </a:lnTo>
                  <a:lnTo>
                    <a:pt x="319" y="63"/>
                  </a:lnTo>
                  <a:lnTo>
                    <a:pt x="323" y="63"/>
                  </a:lnTo>
                  <a:lnTo>
                    <a:pt x="328" y="63"/>
                  </a:lnTo>
                  <a:lnTo>
                    <a:pt x="334" y="62"/>
                  </a:lnTo>
                  <a:lnTo>
                    <a:pt x="339" y="61"/>
                  </a:lnTo>
                  <a:lnTo>
                    <a:pt x="345" y="58"/>
                  </a:lnTo>
                  <a:lnTo>
                    <a:pt x="351" y="55"/>
                  </a:lnTo>
                  <a:lnTo>
                    <a:pt x="356" y="51"/>
                  </a:lnTo>
                  <a:lnTo>
                    <a:pt x="363" y="47"/>
                  </a:lnTo>
                  <a:lnTo>
                    <a:pt x="368" y="43"/>
                  </a:lnTo>
                  <a:lnTo>
                    <a:pt x="374" y="38"/>
                  </a:lnTo>
                  <a:lnTo>
                    <a:pt x="380" y="35"/>
                  </a:lnTo>
                  <a:lnTo>
                    <a:pt x="387" y="32"/>
                  </a:lnTo>
                  <a:lnTo>
                    <a:pt x="395" y="30"/>
                  </a:lnTo>
                  <a:lnTo>
                    <a:pt x="401" y="29"/>
                  </a:lnTo>
                  <a:lnTo>
                    <a:pt x="408" y="30"/>
                  </a:lnTo>
                  <a:lnTo>
                    <a:pt x="415" y="31"/>
                  </a:lnTo>
                  <a:lnTo>
                    <a:pt x="419" y="34"/>
                  </a:lnTo>
                  <a:lnTo>
                    <a:pt x="424" y="39"/>
                  </a:lnTo>
                  <a:lnTo>
                    <a:pt x="431" y="46"/>
                  </a:lnTo>
                  <a:lnTo>
                    <a:pt x="439" y="51"/>
                  </a:lnTo>
                  <a:lnTo>
                    <a:pt x="448" y="56"/>
                  </a:lnTo>
                  <a:lnTo>
                    <a:pt x="457" y="59"/>
                  </a:lnTo>
                  <a:lnTo>
                    <a:pt x="466" y="59"/>
                  </a:lnTo>
                  <a:lnTo>
                    <a:pt x="473" y="57"/>
                  </a:lnTo>
                  <a:lnTo>
                    <a:pt x="478" y="51"/>
                  </a:lnTo>
                  <a:lnTo>
                    <a:pt x="483" y="44"/>
                  </a:lnTo>
                  <a:lnTo>
                    <a:pt x="490" y="38"/>
                  </a:lnTo>
                  <a:lnTo>
                    <a:pt x="497" y="34"/>
                  </a:lnTo>
                  <a:lnTo>
                    <a:pt x="506" y="30"/>
                  </a:lnTo>
                  <a:lnTo>
                    <a:pt x="515" y="27"/>
                  </a:lnTo>
                  <a:lnTo>
                    <a:pt x="523" y="23"/>
                  </a:lnTo>
                  <a:lnTo>
                    <a:pt x="529" y="18"/>
                  </a:lnTo>
                  <a:lnTo>
                    <a:pt x="533" y="12"/>
                  </a:lnTo>
                  <a:lnTo>
                    <a:pt x="537" y="6"/>
                  </a:lnTo>
                  <a:lnTo>
                    <a:pt x="543" y="2"/>
                  </a:lnTo>
                  <a:lnTo>
                    <a:pt x="551" y="0"/>
                  </a:lnTo>
                  <a:lnTo>
                    <a:pt x="560" y="0"/>
                  </a:lnTo>
                  <a:lnTo>
                    <a:pt x="568" y="2"/>
                  </a:lnTo>
                  <a:lnTo>
                    <a:pt x="576" y="6"/>
                  </a:lnTo>
                  <a:lnTo>
                    <a:pt x="582" y="12"/>
                  </a:lnTo>
                  <a:lnTo>
                    <a:pt x="586" y="20"/>
                  </a:lnTo>
                  <a:lnTo>
                    <a:pt x="590" y="28"/>
                  </a:lnTo>
                  <a:lnTo>
                    <a:pt x="595" y="33"/>
                  </a:lnTo>
                  <a:lnTo>
                    <a:pt x="602" y="36"/>
                  </a:lnTo>
                  <a:lnTo>
                    <a:pt x="611" y="38"/>
                  </a:lnTo>
                  <a:lnTo>
                    <a:pt x="620" y="38"/>
                  </a:lnTo>
                  <a:lnTo>
                    <a:pt x="629" y="39"/>
                  </a:lnTo>
                  <a:lnTo>
                    <a:pt x="640" y="40"/>
                  </a:lnTo>
                  <a:lnTo>
                    <a:pt x="651" y="43"/>
                  </a:lnTo>
                  <a:lnTo>
                    <a:pt x="664" y="46"/>
                  </a:lnTo>
                  <a:lnTo>
                    <a:pt x="676" y="50"/>
                  </a:lnTo>
                  <a:lnTo>
                    <a:pt x="688" y="53"/>
                  </a:lnTo>
                  <a:lnTo>
                    <a:pt x="700" y="56"/>
                  </a:lnTo>
                  <a:lnTo>
                    <a:pt x="712" y="57"/>
                  </a:lnTo>
                  <a:lnTo>
                    <a:pt x="723" y="55"/>
                  </a:lnTo>
                  <a:lnTo>
                    <a:pt x="733" y="51"/>
                  </a:lnTo>
                  <a:lnTo>
                    <a:pt x="741" y="43"/>
                  </a:lnTo>
                  <a:lnTo>
                    <a:pt x="749" y="35"/>
                  </a:lnTo>
                  <a:lnTo>
                    <a:pt x="761" y="30"/>
                  </a:lnTo>
                  <a:lnTo>
                    <a:pt x="773" y="28"/>
                  </a:lnTo>
                  <a:lnTo>
                    <a:pt x="786" y="28"/>
                  </a:lnTo>
                  <a:lnTo>
                    <a:pt x="799" y="29"/>
                  </a:lnTo>
                  <a:lnTo>
                    <a:pt x="813" y="31"/>
                  </a:lnTo>
                  <a:lnTo>
                    <a:pt x="824" y="33"/>
                  </a:lnTo>
                  <a:lnTo>
                    <a:pt x="833" y="34"/>
                  </a:lnTo>
                  <a:lnTo>
                    <a:pt x="839" y="37"/>
                  </a:lnTo>
                  <a:lnTo>
                    <a:pt x="844" y="43"/>
                  </a:lnTo>
                  <a:lnTo>
                    <a:pt x="846" y="50"/>
                  </a:lnTo>
                  <a:lnTo>
                    <a:pt x="847" y="58"/>
                  </a:lnTo>
                  <a:lnTo>
                    <a:pt x="847" y="67"/>
                  </a:lnTo>
                  <a:lnTo>
                    <a:pt x="845" y="77"/>
                  </a:lnTo>
                  <a:lnTo>
                    <a:pt x="842" y="87"/>
                  </a:lnTo>
                  <a:lnTo>
                    <a:pt x="839" y="98"/>
                  </a:lnTo>
                  <a:lnTo>
                    <a:pt x="838" y="106"/>
                  </a:lnTo>
                  <a:lnTo>
                    <a:pt x="841" y="111"/>
                  </a:lnTo>
                  <a:lnTo>
                    <a:pt x="848" y="114"/>
                  </a:lnTo>
                  <a:lnTo>
                    <a:pt x="859" y="115"/>
                  </a:lnTo>
                  <a:lnTo>
                    <a:pt x="868" y="115"/>
                  </a:lnTo>
                  <a:lnTo>
                    <a:pt x="877" y="115"/>
                  </a:lnTo>
                  <a:lnTo>
                    <a:pt x="884" y="114"/>
                  </a:lnTo>
                  <a:lnTo>
                    <a:pt x="886" y="114"/>
                  </a:lnTo>
                  <a:lnTo>
                    <a:pt x="902" y="132"/>
                  </a:lnTo>
                  <a:lnTo>
                    <a:pt x="902" y="133"/>
                  </a:lnTo>
                  <a:lnTo>
                    <a:pt x="901" y="136"/>
                  </a:lnTo>
                  <a:lnTo>
                    <a:pt x="901" y="140"/>
                  </a:lnTo>
                  <a:lnTo>
                    <a:pt x="901" y="146"/>
                  </a:lnTo>
                  <a:lnTo>
                    <a:pt x="901" y="152"/>
                  </a:lnTo>
                  <a:lnTo>
                    <a:pt x="904" y="159"/>
                  </a:lnTo>
                  <a:lnTo>
                    <a:pt x="909" y="166"/>
                  </a:lnTo>
                  <a:lnTo>
                    <a:pt x="915" y="173"/>
                  </a:lnTo>
                  <a:lnTo>
                    <a:pt x="923" y="178"/>
                  </a:lnTo>
                  <a:lnTo>
                    <a:pt x="932" y="182"/>
                  </a:lnTo>
                  <a:lnTo>
                    <a:pt x="943" y="184"/>
                  </a:lnTo>
                  <a:lnTo>
                    <a:pt x="955" y="185"/>
                  </a:lnTo>
                  <a:lnTo>
                    <a:pt x="967" y="185"/>
                  </a:lnTo>
                  <a:lnTo>
                    <a:pt x="978" y="185"/>
                  </a:lnTo>
                  <a:lnTo>
                    <a:pt x="989" y="183"/>
                  </a:lnTo>
                  <a:lnTo>
                    <a:pt x="998" y="181"/>
                  </a:lnTo>
                  <a:lnTo>
                    <a:pt x="1008" y="180"/>
                  </a:lnTo>
                  <a:lnTo>
                    <a:pt x="1018" y="181"/>
                  </a:lnTo>
                  <a:lnTo>
                    <a:pt x="1028" y="184"/>
                  </a:lnTo>
                  <a:lnTo>
                    <a:pt x="1039" y="186"/>
                  </a:lnTo>
                  <a:lnTo>
                    <a:pt x="1049" y="188"/>
                  </a:lnTo>
                  <a:lnTo>
                    <a:pt x="1059" y="188"/>
                  </a:lnTo>
                  <a:lnTo>
                    <a:pt x="1066" y="184"/>
                  </a:lnTo>
                  <a:lnTo>
                    <a:pt x="1072" y="177"/>
                  </a:lnTo>
                  <a:lnTo>
                    <a:pt x="1076" y="168"/>
                  </a:lnTo>
                  <a:lnTo>
                    <a:pt x="1080" y="161"/>
                  </a:lnTo>
                  <a:lnTo>
                    <a:pt x="1085" y="154"/>
                  </a:lnTo>
                  <a:lnTo>
                    <a:pt x="1090" y="148"/>
                  </a:lnTo>
                  <a:lnTo>
                    <a:pt x="1095" y="143"/>
                  </a:lnTo>
                  <a:lnTo>
                    <a:pt x="1100" y="137"/>
                  </a:lnTo>
                  <a:lnTo>
                    <a:pt x="1106" y="133"/>
                  </a:lnTo>
                  <a:lnTo>
                    <a:pt x="1113" y="130"/>
                  </a:lnTo>
                  <a:lnTo>
                    <a:pt x="1117" y="126"/>
                  </a:lnTo>
                  <a:lnTo>
                    <a:pt x="1122" y="119"/>
                  </a:lnTo>
                  <a:lnTo>
                    <a:pt x="1127" y="110"/>
                  </a:lnTo>
                  <a:lnTo>
                    <a:pt x="1133" y="98"/>
                  </a:lnTo>
                  <a:lnTo>
                    <a:pt x="1138" y="85"/>
                  </a:lnTo>
                  <a:lnTo>
                    <a:pt x="1143" y="72"/>
                  </a:lnTo>
                  <a:lnTo>
                    <a:pt x="1148" y="60"/>
                  </a:lnTo>
                  <a:lnTo>
                    <a:pt x="1152" y="48"/>
                  </a:lnTo>
                  <a:lnTo>
                    <a:pt x="1159" y="52"/>
                  </a:lnTo>
                  <a:lnTo>
                    <a:pt x="1166" y="55"/>
                  </a:lnTo>
                  <a:lnTo>
                    <a:pt x="1174" y="58"/>
                  </a:lnTo>
                  <a:lnTo>
                    <a:pt x="1182" y="62"/>
                  </a:lnTo>
                  <a:lnTo>
                    <a:pt x="1191" y="64"/>
                  </a:lnTo>
                  <a:lnTo>
                    <a:pt x="1201" y="67"/>
                  </a:lnTo>
                  <a:lnTo>
                    <a:pt x="1212" y="70"/>
                  </a:lnTo>
                  <a:lnTo>
                    <a:pt x="1223" y="72"/>
                  </a:lnTo>
                  <a:lnTo>
                    <a:pt x="1234" y="75"/>
                  </a:lnTo>
                  <a:lnTo>
                    <a:pt x="1246" y="77"/>
                  </a:lnTo>
                  <a:lnTo>
                    <a:pt x="1259" y="79"/>
                  </a:lnTo>
                  <a:lnTo>
                    <a:pt x="1272" y="81"/>
                  </a:lnTo>
                  <a:lnTo>
                    <a:pt x="1285" y="83"/>
                  </a:lnTo>
                  <a:lnTo>
                    <a:pt x="1298" y="84"/>
                  </a:lnTo>
                  <a:lnTo>
                    <a:pt x="1312" y="86"/>
                  </a:lnTo>
                  <a:lnTo>
                    <a:pt x="1326" y="87"/>
                  </a:lnTo>
                  <a:lnTo>
                    <a:pt x="1338" y="88"/>
                  </a:lnTo>
                  <a:lnTo>
                    <a:pt x="1348" y="89"/>
                  </a:lnTo>
                  <a:lnTo>
                    <a:pt x="1359" y="88"/>
                  </a:lnTo>
                  <a:lnTo>
                    <a:pt x="1368" y="86"/>
                  </a:lnTo>
                  <a:lnTo>
                    <a:pt x="1377" y="84"/>
                  </a:lnTo>
                  <a:lnTo>
                    <a:pt x="1384" y="81"/>
                  </a:lnTo>
                  <a:lnTo>
                    <a:pt x="1391" y="77"/>
                  </a:lnTo>
                  <a:lnTo>
                    <a:pt x="1397" y="73"/>
                  </a:lnTo>
                  <a:close/>
                </a:path>
              </a:pathLst>
            </a:custGeom>
            <a:solidFill>
              <a:srgbClr val="cc99ff"/>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08" name=""/>
            <p:cNvSpPr/>
            <p:nvPr/>
          </p:nvSpPr>
          <p:spPr>
            <a:xfrm>
              <a:off x="597960" y="3679560"/>
              <a:ext cx="258480" cy="156600"/>
            </a:xfrm>
            <a:custGeom>
              <a:avLst/>
              <a:gdLst/>
              <a:ahLst/>
              <a:rect l="l" t="t" r="r" b="b"/>
              <a:pathLst>
                <a:path w="1437" h="966">
                  <a:moveTo>
                    <a:pt x="1397" y="73"/>
                  </a:moveTo>
                  <a:lnTo>
                    <a:pt x="1426" y="100"/>
                  </a:lnTo>
                  <a:lnTo>
                    <a:pt x="1426" y="100"/>
                  </a:lnTo>
                  <a:lnTo>
                    <a:pt x="1427" y="103"/>
                  </a:lnTo>
                  <a:lnTo>
                    <a:pt x="1430" y="110"/>
                  </a:lnTo>
                  <a:lnTo>
                    <a:pt x="1433" y="121"/>
                  </a:lnTo>
                  <a:lnTo>
                    <a:pt x="1436" y="133"/>
                  </a:lnTo>
                  <a:lnTo>
                    <a:pt x="1437" y="147"/>
                  </a:lnTo>
                  <a:lnTo>
                    <a:pt x="1436" y="159"/>
                  </a:lnTo>
                  <a:lnTo>
                    <a:pt x="1431" y="169"/>
                  </a:lnTo>
                  <a:lnTo>
                    <a:pt x="1422" y="175"/>
                  </a:lnTo>
                  <a:lnTo>
                    <a:pt x="1422" y="175"/>
                  </a:lnTo>
                  <a:lnTo>
                    <a:pt x="1411" y="181"/>
                  </a:lnTo>
                  <a:lnTo>
                    <a:pt x="1400" y="189"/>
                  </a:lnTo>
                  <a:lnTo>
                    <a:pt x="1394" y="200"/>
                  </a:lnTo>
                  <a:lnTo>
                    <a:pt x="1389" y="211"/>
                  </a:lnTo>
                  <a:lnTo>
                    <a:pt x="1385" y="223"/>
                  </a:lnTo>
                  <a:lnTo>
                    <a:pt x="1383" y="233"/>
                  </a:lnTo>
                  <a:lnTo>
                    <a:pt x="1383" y="244"/>
                  </a:lnTo>
                  <a:lnTo>
                    <a:pt x="1383" y="251"/>
                  </a:lnTo>
                  <a:lnTo>
                    <a:pt x="1383" y="251"/>
                  </a:lnTo>
                  <a:lnTo>
                    <a:pt x="1382" y="256"/>
                  </a:lnTo>
                  <a:lnTo>
                    <a:pt x="1376" y="257"/>
                  </a:lnTo>
                  <a:lnTo>
                    <a:pt x="1367" y="256"/>
                  </a:lnTo>
                  <a:lnTo>
                    <a:pt x="1355" y="255"/>
                  </a:lnTo>
                  <a:lnTo>
                    <a:pt x="1342" y="254"/>
                  </a:lnTo>
                  <a:lnTo>
                    <a:pt x="1327" y="256"/>
                  </a:lnTo>
                  <a:lnTo>
                    <a:pt x="1313" y="261"/>
                  </a:lnTo>
                  <a:lnTo>
                    <a:pt x="1297" y="271"/>
                  </a:lnTo>
                  <a:lnTo>
                    <a:pt x="1297" y="271"/>
                  </a:lnTo>
                  <a:lnTo>
                    <a:pt x="1283" y="283"/>
                  </a:lnTo>
                  <a:lnTo>
                    <a:pt x="1271" y="296"/>
                  </a:lnTo>
                  <a:lnTo>
                    <a:pt x="1261" y="307"/>
                  </a:lnTo>
                  <a:lnTo>
                    <a:pt x="1252" y="319"/>
                  </a:lnTo>
                  <a:lnTo>
                    <a:pt x="1245" y="330"/>
                  </a:lnTo>
                  <a:lnTo>
                    <a:pt x="1241" y="340"/>
                  </a:lnTo>
                  <a:lnTo>
                    <a:pt x="1239" y="350"/>
                  </a:lnTo>
                  <a:lnTo>
                    <a:pt x="1240" y="359"/>
                  </a:lnTo>
                  <a:lnTo>
                    <a:pt x="1240" y="359"/>
                  </a:lnTo>
                  <a:lnTo>
                    <a:pt x="1241" y="367"/>
                  </a:lnTo>
                  <a:lnTo>
                    <a:pt x="1241" y="375"/>
                  </a:lnTo>
                  <a:lnTo>
                    <a:pt x="1241" y="381"/>
                  </a:lnTo>
                  <a:lnTo>
                    <a:pt x="1239" y="387"/>
                  </a:lnTo>
                  <a:lnTo>
                    <a:pt x="1236" y="392"/>
                  </a:lnTo>
                  <a:lnTo>
                    <a:pt x="1231" y="397"/>
                  </a:lnTo>
                  <a:lnTo>
                    <a:pt x="1225" y="399"/>
                  </a:lnTo>
                  <a:lnTo>
                    <a:pt x="1218" y="400"/>
                  </a:lnTo>
                  <a:lnTo>
                    <a:pt x="1218" y="400"/>
                  </a:lnTo>
                  <a:lnTo>
                    <a:pt x="1209" y="401"/>
                  </a:lnTo>
                  <a:lnTo>
                    <a:pt x="1200" y="404"/>
                  </a:lnTo>
                  <a:lnTo>
                    <a:pt x="1191" y="409"/>
                  </a:lnTo>
                  <a:lnTo>
                    <a:pt x="1184" y="416"/>
                  </a:lnTo>
                  <a:lnTo>
                    <a:pt x="1178" y="426"/>
                  </a:lnTo>
                  <a:lnTo>
                    <a:pt x="1174" y="437"/>
                  </a:lnTo>
                  <a:lnTo>
                    <a:pt x="1174" y="452"/>
                  </a:lnTo>
                  <a:lnTo>
                    <a:pt x="1177" y="467"/>
                  </a:lnTo>
                  <a:lnTo>
                    <a:pt x="1177" y="467"/>
                  </a:lnTo>
                  <a:lnTo>
                    <a:pt x="1181" y="483"/>
                  </a:lnTo>
                  <a:lnTo>
                    <a:pt x="1183" y="500"/>
                  </a:lnTo>
                  <a:lnTo>
                    <a:pt x="1183" y="516"/>
                  </a:lnTo>
                  <a:lnTo>
                    <a:pt x="1182" y="530"/>
                  </a:lnTo>
                  <a:lnTo>
                    <a:pt x="1178" y="543"/>
                  </a:lnTo>
                  <a:lnTo>
                    <a:pt x="1173" y="556"/>
                  </a:lnTo>
                  <a:lnTo>
                    <a:pt x="1167" y="567"/>
                  </a:lnTo>
                  <a:lnTo>
                    <a:pt x="1159" y="575"/>
                  </a:lnTo>
                  <a:lnTo>
                    <a:pt x="1159" y="575"/>
                  </a:lnTo>
                  <a:lnTo>
                    <a:pt x="1150" y="582"/>
                  </a:lnTo>
                  <a:lnTo>
                    <a:pt x="1142" y="591"/>
                  </a:lnTo>
                  <a:lnTo>
                    <a:pt x="1136" y="602"/>
                  </a:lnTo>
                  <a:lnTo>
                    <a:pt x="1131" y="613"/>
                  </a:lnTo>
                  <a:lnTo>
                    <a:pt x="1127" y="625"/>
                  </a:lnTo>
                  <a:lnTo>
                    <a:pt x="1126" y="638"/>
                  </a:lnTo>
                  <a:lnTo>
                    <a:pt x="1128" y="652"/>
                  </a:lnTo>
                  <a:lnTo>
                    <a:pt x="1132" y="665"/>
                  </a:lnTo>
                  <a:lnTo>
                    <a:pt x="1132" y="665"/>
                  </a:lnTo>
                  <a:lnTo>
                    <a:pt x="1138" y="679"/>
                  </a:lnTo>
                  <a:lnTo>
                    <a:pt x="1143" y="696"/>
                  </a:lnTo>
                  <a:lnTo>
                    <a:pt x="1147" y="713"/>
                  </a:lnTo>
                  <a:lnTo>
                    <a:pt x="1150" y="729"/>
                  </a:lnTo>
                  <a:lnTo>
                    <a:pt x="1151" y="746"/>
                  </a:lnTo>
                  <a:lnTo>
                    <a:pt x="1150" y="760"/>
                  </a:lnTo>
                  <a:lnTo>
                    <a:pt x="1147" y="771"/>
                  </a:lnTo>
                  <a:lnTo>
                    <a:pt x="1142" y="779"/>
                  </a:lnTo>
                  <a:lnTo>
                    <a:pt x="1142" y="779"/>
                  </a:lnTo>
                  <a:lnTo>
                    <a:pt x="1136" y="785"/>
                  </a:lnTo>
                  <a:lnTo>
                    <a:pt x="1130" y="792"/>
                  </a:lnTo>
                  <a:lnTo>
                    <a:pt x="1125" y="801"/>
                  </a:lnTo>
                  <a:lnTo>
                    <a:pt x="1121" y="810"/>
                  </a:lnTo>
                  <a:lnTo>
                    <a:pt x="1118" y="820"/>
                  </a:lnTo>
                  <a:lnTo>
                    <a:pt x="1116" y="831"/>
                  </a:lnTo>
                  <a:lnTo>
                    <a:pt x="1114" y="844"/>
                  </a:lnTo>
                  <a:lnTo>
                    <a:pt x="1114" y="859"/>
                  </a:lnTo>
                  <a:lnTo>
                    <a:pt x="1114" y="859"/>
                  </a:lnTo>
                  <a:lnTo>
                    <a:pt x="1113" y="872"/>
                  </a:lnTo>
                  <a:lnTo>
                    <a:pt x="1112" y="884"/>
                  </a:lnTo>
                  <a:lnTo>
                    <a:pt x="1109" y="894"/>
                  </a:lnTo>
                  <a:lnTo>
                    <a:pt x="1106" y="903"/>
                  </a:lnTo>
                  <a:lnTo>
                    <a:pt x="1105" y="910"/>
                  </a:lnTo>
                  <a:lnTo>
                    <a:pt x="1104" y="917"/>
                  </a:lnTo>
                  <a:lnTo>
                    <a:pt x="1104" y="923"/>
                  </a:lnTo>
                  <a:lnTo>
                    <a:pt x="1108" y="928"/>
                  </a:lnTo>
                  <a:lnTo>
                    <a:pt x="1108" y="928"/>
                  </a:lnTo>
                  <a:lnTo>
                    <a:pt x="1110" y="933"/>
                  </a:lnTo>
                  <a:lnTo>
                    <a:pt x="1106" y="937"/>
                  </a:lnTo>
                  <a:lnTo>
                    <a:pt x="1098" y="939"/>
                  </a:lnTo>
                  <a:lnTo>
                    <a:pt x="1088" y="940"/>
                  </a:lnTo>
                  <a:lnTo>
                    <a:pt x="1075" y="940"/>
                  </a:lnTo>
                  <a:lnTo>
                    <a:pt x="1061" y="938"/>
                  </a:lnTo>
                  <a:lnTo>
                    <a:pt x="1045" y="933"/>
                  </a:lnTo>
                  <a:lnTo>
                    <a:pt x="1030" y="926"/>
                  </a:lnTo>
                  <a:lnTo>
                    <a:pt x="1030" y="926"/>
                  </a:lnTo>
                  <a:lnTo>
                    <a:pt x="1017" y="920"/>
                  </a:lnTo>
                  <a:lnTo>
                    <a:pt x="1006" y="920"/>
                  </a:lnTo>
                  <a:lnTo>
                    <a:pt x="999" y="923"/>
                  </a:lnTo>
                  <a:lnTo>
                    <a:pt x="994" y="929"/>
                  </a:lnTo>
                  <a:lnTo>
                    <a:pt x="990" y="937"/>
                  </a:lnTo>
                  <a:lnTo>
                    <a:pt x="986" y="947"/>
                  </a:lnTo>
                  <a:lnTo>
                    <a:pt x="983" y="955"/>
                  </a:lnTo>
                  <a:lnTo>
                    <a:pt x="979" y="963"/>
                  </a:lnTo>
                  <a:lnTo>
                    <a:pt x="979" y="963"/>
                  </a:lnTo>
                  <a:lnTo>
                    <a:pt x="971" y="966"/>
                  </a:lnTo>
                  <a:lnTo>
                    <a:pt x="958" y="963"/>
                  </a:lnTo>
                  <a:lnTo>
                    <a:pt x="942" y="956"/>
                  </a:lnTo>
                  <a:lnTo>
                    <a:pt x="926" y="947"/>
                  </a:lnTo>
                  <a:lnTo>
                    <a:pt x="910" y="936"/>
                  </a:lnTo>
                  <a:lnTo>
                    <a:pt x="896" y="927"/>
                  </a:lnTo>
                  <a:lnTo>
                    <a:pt x="886" y="921"/>
                  </a:lnTo>
                  <a:lnTo>
                    <a:pt x="883" y="918"/>
                  </a:lnTo>
                  <a:lnTo>
                    <a:pt x="883" y="918"/>
                  </a:lnTo>
                  <a:lnTo>
                    <a:pt x="881" y="918"/>
                  </a:lnTo>
                  <a:lnTo>
                    <a:pt x="875" y="919"/>
                  </a:lnTo>
                  <a:lnTo>
                    <a:pt x="866" y="920"/>
                  </a:lnTo>
                  <a:lnTo>
                    <a:pt x="855" y="922"/>
                  </a:lnTo>
                  <a:lnTo>
                    <a:pt x="843" y="925"/>
                  </a:lnTo>
                  <a:lnTo>
                    <a:pt x="832" y="929"/>
                  </a:lnTo>
                  <a:lnTo>
                    <a:pt x="822" y="935"/>
                  </a:lnTo>
                  <a:lnTo>
                    <a:pt x="814" y="942"/>
                  </a:lnTo>
                  <a:lnTo>
                    <a:pt x="814" y="942"/>
                  </a:lnTo>
                  <a:lnTo>
                    <a:pt x="804" y="949"/>
                  </a:lnTo>
                  <a:lnTo>
                    <a:pt x="794" y="953"/>
                  </a:lnTo>
                  <a:lnTo>
                    <a:pt x="783" y="953"/>
                  </a:lnTo>
                  <a:lnTo>
                    <a:pt x="773" y="951"/>
                  </a:lnTo>
                  <a:lnTo>
                    <a:pt x="763" y="948"/>
                  </a:lnTo>
                  <a:lnTo>
                    <a:pt x="754" y="943"/>
                  </a:lnTo>
                  <a:lnTo>
                    <a:pt x="748" y="937"/>
                  </a:lnTo>
                  <a:lnTo>
                    <a:pt x="746" y="932"/>
                  </a:lnTo>
                  <a:lnTo>
                    <a:pt x="746" y="932"/>
                  </a:lnTo>
                  <a:lnTo>
                    <a:pt x="746" y="927"/>
                  </a:lnTo>
                  <a:lnTo>
                    <a:pt x="745" y="921"/>
                  </a:lnTo>
                  <a:lnTo>
                    <a:pt x="744" y="916"/>
                  </a:lnTo>
                  <a:lnTo>
                    <a:pt x="742" y="912"/>
                  </a:lnTo>
                  <a:lnTo>
                    <a:pt x="739" y="910"/>
                  </a:lnTo>
                  <a:lnTo>
                    <a:pt x="735" y="910"/>
                  </a:lnTo>
                  <a:lnTo>
                    <a:pt x="729" y="912"/>
                  </a:lnTo>
                  <a:lnTo>
                    <a:pt x="722" y="918"/>
                  </a:lnTo>
                  <a:lnTo>
                    <a:pt x="722" y="918"/>
                  </a:lnTo>
                  <a:lnTo>
                    <a:pt x="713" y="924"/>
                  </a:lnTo>
                  <a:lnTo>
                    <a:pt x="702" y="929"/>
                  </a:lnTo>
                  <a:lnTo>
                    <a:pt x="692" y="933"/>
                  </a:lnTo>
                  <a:lnTo>
                    <a:pt x="682" y="935"/>
                  </a:lnTo>
                  <a:lnTo>
                    <a:pt x="672" y="936"/>
                  </a:lnTo>
                  <a:lnTo>
                    <a:pt x="662" y="935"/>
                  </a:lnTo>
                  <a:lnTo>
                    <a:pt x="653" y="932"/>
                  </a:lnTo>
                  <a:lnTo>
                    <a:pt x="646" y="926"/>
                  </a:lnTo>
                  <a:lnTo>
                    <a:pt x="646" y="926"/>
                  </a:lnTo>
                  <a:lnTo>
                    <a:pt x="639" y="919"/>
                  </a:lnTo>
                  <a:lnTo>
                    <a:pt x="631" y="914"/>
                  </a:lnTo>
                  <a:lnTo>
                    <a:pt x="623" y="909"/>
                  </a:lnTo>
                  <a:lnTo>
                    <a:pt x="616" y="905"/>
                  </a:lnTo>
                  <a:lnTo>
                    <a:pt x="607" y="901"/>
                  </a:lnTo>
                  <a:lnTo>
                    <a:pt x="599" y="898"/>
                  </a:lnTo>
                  <a:lnTo>
                    <a:pt x="593" y="893"/>
                  </a:lnTo>
                  <a:lnTo>
                    <a:pt x="587" y="889"/>
                  </a:lnTo>
                  <a:lnTo>
                    <a:pt x="587" y="889"/>
                  </a:lnTo>
                  <a:lnTo>
                    <a:pt x="583" y="881"/>
                  </a:lnTo>
                  <a:lnTo>
                    <a:pt x="582" y="868"/>
                  </a:lnTo>
                  <a:lnTo>
                    <a:pt x="583" y="852"/>
                  </a:lnTo>
                  <a:lnTo>
                    <a:pt x="583" y="834"/>
                  </a:lnTo>
                  <a:lnTo>
                    <a:pt x="582" y="819"/>
                  </a:lnTo>
                  <a:lnTo>
                    <a:pt x="579" y="807"/>
                  </a:lnTo>
                  <a:lnTo>
                    <a:pt x="572" y="800"/>
                  </a:lnTo>
                  <a:lnTo>
                    <a:pt x="561" y="800"/>
                  </a:lnTo>
                  <a:lnTo>
                    <a:pt x="561" y="800"/>
                  </a:lnTo>
                  <a:lnTo>
                    <a:pt x="546" y="804"/>
                  </a:lnTo>
                  <a:lnTo>
                    <a:pt x="531" y="809"/>
                  </a:lnTo>
                  <a:lnTo>
                    <a:pt x="518" y="813"/>
                  </a:lnTo>
                  <a:lnTo>
                    <a:pt x="503" y="817"/>
                  </a:lnTo>
                  <a:lnTo>
                    <a:pt x="491" y="819"/>
                  </a:lnTo>
                  <a:lnTo>
                    <a:pt x="479" y="820"/>
                  </a:lnTo>
                  <a:lnTo>
                    <a:pt x="469" y="818"/>
                  </a:lnTo>
                  <a:lnTo>
                    <a:pt x="461" y="814"/>
                  </a:lnTo>
                  <a:lnTo>
                    <a:pt x="461" y="814"/>
                  </a:lnTo>
                  <a:lnTo>
                    <a:pt x="452" y="807"/>
                  </a:lnTo>
                  <a:lnTo>
                    <a:pt x="445" y="799"/>
                  </a:lnTo>
                  <a:lnTo>
                    <a:pt x="437" y="791"/>
                  </a:lnTo>
                  <a:lnTo>
                    <a:pt x="430" y="782"/>
                  </a:lnTo>
                  <a:lnTo>
                    <a:pt x="424" y="774"/>
                  </a:lnTo>
                  <a:lnTo>
                    <a:pt x="418" y="766"/>
                  </a:lnTo>
                  <a:lnTo>
                    <a:pt x="412" y="757"/>
                  </a:lnTo>
                  <a:lnTo>
                    <a:pt x="407" y="749"/>
                  </a:lnTo>
                  <a:lnTo>
                    <a:pt x="407" y="749"/>
                  </a:lnTo>
                  <a:lnTo>
                    <a:pt x="401" y="741"/>
                  </a:lnTo>
                  <a:lnTo>
                    <a:pt x="392" y="735"/>
                  </a:lnTo>
                  <a:lnTo>
                    <a:pt x="379" y="732"/>
                  </a:lnTo>
                  <a:lnTo>
                    <a:pt x="364" y="730"/>
                  </a:lnTo>
                  <a:lnTo>
                    <a:pt x="349" y="731"/>
                  </a:lnTo>
                  <a:lnTo>
                    <a:pt x="335" y="735"/>
                  </a:lnTo>
                  <a:lnTo>
                    <a:pt x="324" y="741"/>
                  </a:lnTo>
                  <a:lnTo>
                    <a:pt x="316" y="751"/>
                  </a:lnTo>
                  <a:lnTo>
                    <a:pt x="316" y="751"/>
                  </a:lnTo>
                  <a:lnTo>
                    <a:pt x="308" y="761"/>
                  </a:lnTo>
                  <a:lnTo>
                    <a:pt x="299" y="770"/>
                  </a:lnTo>
                  <a:lnTo>
                    <a:pt x="289" y="779"/>
                  </a:lnTo>
                  <a:lnTo>
                    <a:pt x="279" y="788"/>
                  </a:lnTo>
                  <a:lnTo>
                    <a:pt x="270" y="798"/>
                  </a:lnTo>
                  <a:lnTo>
                    <a:pt x="262" y="808"/>
                  </a:lnTo>
                  <a:lnTo>
                    <a:pt x="257" y="819"/>
                  </a:lnTo>
                  <a:lnTo>
                    <a:pt x="256" y="832"/>
                  </a:lnTo>
                  <a:lnTo>
                    <a:pt x="256" y="832"/>
                  </a:lnTo>
                  <a:lnTo>
                    <a:pt x="256" y="847"/>
                  </a:lnTo>
                  <a:lnTo>
                    <a:pt x="253" y="861"/>
                  </a:lnTo>
                  <a:lnTo>
                    <a:pt x="249" y="875"/>
                  </a:lnTo>
                  <a:lnTo>
                    <a:pt x="243" y="888"/>
                  </a:lnTo>
                  <a:lnTo>
                    <a:pt x="236" y="901"/>
                  </a:lnTo>
                  <a:lnTo>
                    <a:pt x="227" y="911"/>
                  </a:lnTo>
                  <a:lnTo>
                    <a:pt x="217" y="918"/>
                  </a:lnTo>
                  <a:lnTo>
                    <a:pt x="205" y="922"/>
                  </a:lnTo>
                  <a:lnTo>
                    <a:pt x="205" y="922"/>
                  </a:lnTo>
                  <a:lnTo>
                    <a:pt x="194" y="925"/>
                  </a:lnTo>
                  <a:lnTo>
                    <a:pt x="183" y="928"/>
                  </a:lnTo>
                  <a:lnTo>
                    <a:pt x="173" y="931"/>
                  </a:lnTo>
                  <a:lnTo>
                    <a:pt x="162" y="933"/>
                  </a:lnTo>
                  <a:lnTo>
                    <a:pt x="148" y="933"/>
                  </a:lnTo>
                  <a:lnTo>
                    <a:pt x="135" y="930"/>
                  </a:lnTo>
                  <a:lnTo>
                    <a:pt x="120" y="924"/>
                  </a:lnTo>
                  <a:lnTo>
                    <a:pt x="101" y="914"/>
                  </a:lnTo>
                  <a:lnTo>
                    <a:pt x="101" y="914"/>
                  </a:lnTo>
                  <a:lnTo>
                    <a:pt x="91" y="907"/>
                  </a:lnTo>
                  <a:lnTo>
                    <a:pt x="79" y="901"/>
                  </a:lnTo>
                  <a:lnTo>
                    <a:pt x="67" y="893"/>
                  </a:lnTo>
                  <a:lnTo>
                    <a:pt x="53" y="887"/>
                  </a:lnTo>
                  <a:lnTo>
                    <a:pt x="40" y="881"/>
                  </a:lnTo>
                  <a:lnTo>
                    <a:pt x="26" y="875"/>
                  </a:lnTo>
                  <a:lnTo>
                    <a:pt x="13" y="869"/>
                  </a:lnTo>
                  <a:lnTo>
                    <a:pt x="0" y="863"/>
                  </a:lnTo>
                  <a:lnTo>
                    <a:pt x="0" y="863"/>
                  </a:lnTo>
                  <a:lnTo>
                    <a:pt x="2" y="859"/>
                  </a:lnTo>
                  <a:lnTo>
                    <a:pt x="4" y="854"/>
                  </a:lnTo>
                  <a:lnTo>
                    <a:pt x="6" y="850"/>
                  </a:lnTo>
                  <a:lnTo>
                    <a:pt x="8" y="845"/>
                  </a:lnTo>
                  <a:lnTo>
                    <a:pt x="12" y="841"/>
                  </a:lnTo>
                  <a:lnTo>
                    <a:pt x="16" y="837"/>
                  </a:lnTo>
                  <a:lnTo>
                    <a:pt x="21" y="834"/>
                  </a:lnTo>
                  <a:lnTo>
                    <a:pt x="26" y="831"/>
                  </a:lnTo>
                  <a:lnTo>
                    <a:pt x="26" y="831"/>
                  </a:lnTo>
                  <a:lnTo>
                    <a:pt x="35" y="827"/>
                  </a:lnTo>
                  <a:lnTo>
                    <a:pt x="42" y="822"/>
                  </a:lnTo>
                  <a:lnTo>
                    <a:pt x="46" y="817"/>
                  </a:lnTo>
                  <a:lnTo>
                    <a:pt x="49" y="811"/>
                  </a:lnTo>
                  <a:lnTo>
                    <a:pt x="50" y="806"/>
                  </a:lnTo>
                  <a:lnTo>
                    <a:pt x="51" y="800"/>
                  </a:lnTo>
                  <a:lnTo>
                    <a:pt x="51" y="793"/>
                  </a:lnTo>
                  <a:lnTo>
                    <a:pt x="51" y="788"/>
                  </a:lnTo>
                  <a:lnTo>
                    <a:pt x="51" y="788"/>
                  </a:lnTo>
                  <a:lnTo>
                    <a:pt x="51" y="783"/>
                  </a:lnTo>
                  <a:lnTo>
                    <a:pt x="51" y="777"/>
                  </a:lnTo>
                  <a:lnTo>
                    <a:pt x="50" y="771"/>
                  </a:lnTo>
                  <a:lnTo>
                    <a:pt x="51" y="765"/>
                  </a:lnTo>
                  <a:lnTo>
                    <a:pt x="52" y="760"/>
                  </a:lnTo>
                  <a:lnTo>
                    <a:pt x="55" y="755"/>
                  </a:lnTo>
                  <a:lnTo>
                    <a:pt x="59" y="750"/>
                  </a:lnTo>
                  <a:lnTo>
                    <a:pt x="66" y="747"/>
                  </a:lnTo>
                  <a:lnTo>
                    <a:pt x="66" y="747"/>
                  </a:lnTo>
                  <a:lnTo>
                    <a:pt x="72" y="742"/>
                  </a:lnTo>
                  <a:lnTo>
                    <a:pt x="75" y="737"/>
                  </a:lnTo>
                  <a:lnTo>
                    <a:pt x="76" y="730"/>
                  </a:lnTo>
                  <a:lnTo>
                    <a:pt x="77" y="723"/>
                  </a:lnTo>
                  <a:lnTo>
                    <a:pt x="78" y="715"/>
                  </a:lnTo>
                  <a:lnTo>
                    <a:pt x="79" y="708"/>
                  </a:lnTo>
                  <a:lnTo>
                    <a:pt x="82" y="702"/>
                  </a:lnTo>
                  <a:lnTo>
                    <a:pt x="88" y="696"/>
                  </a:lnTo>
                  <a:lnTo>
                    <a:pt x="88" y="696"/>
                  </a:lnTo>
                  <a:lnTo>
                    <a:pt x="96" y="691"/>
                  </a:lnTo>
                  <a:lnTo>
                    <a:pt x="104" y="689"/>
                  </a:lnTo>
                  <a:lnTo>
                    <a:pt x="114" y="689"/>
                  </a:lnTo>
                  <a:lnTo>
                    <a:pt x="122" y="688"/>
                  </a:lnTo>
                  <a:lnTo>
                    <a:pt x="131" y="688"/>
                  </a:lnTo>
                  <a:lnTo>
                    <a:pt x="139" y="687"/>
                  </a:lnTo>
                  <a:lnTo>
                    <a:pt x="146" y="684"/>
                  </a:lnTo>
                  <a:lnTo>
                    <a:pt x="152" y="679"/>
                  </a:lnTo>
                  <a:lnTo>
                    <a:pt x="152" y="679"/>
                  </a:lnTo>
                  <a:lnTo>
                    <a:pt x="158" y="674"/>
                  </a:lnTo>
                  <a:lnTo>
                    <a:pt x="165" y="671"/>
                  </a:lnTo>
                  <a:lnTo>
                    <a:pt x="173" y="669"/>
                  </a:lnTo>
                  <a:lnTo>
                    <a:pt x="180" y="667"/>
                  </a:lnTo>
                  <a:lnTo>
                    <a:pt x="188" y="666"/>
                  </a:lnTo>
                  <a:lnTo>
                    <a:pt x="196" y="664"/>
                  </a:lnTo>
                  <a:lnTo>
                    <a:pt x="203" y="660"/>
                  </a:lnTo>
                  <a:lnTo>
                    <a:pt x="211" y="654"/>
                  </a:lnTo>
                  <a:lnTo>
                    <a:pt x="211" y="654"/>
                  </a:lnTo>
                  <a:lnTo>
                    <a:pt x="216" y="647"/>
                  </a:lnTo>
                  <a:lnTo>
                    <a:pt x="220" y="639"/>
                  </a:lnTo>
                  <a:lnTo>
                    <a:pt x="222" y="633"/>
                  </a:lnTo>
                  <a:lnTo>
                    <a:pt x="222" y="628"/>
                  </a:lnTo>
                  <a:lnTo>
                    <a:pt x="220" y="623"/>
                  </a:lnTo>
                  <a:lnTo>
                    <a:pt x="217" y="620"/>
                  </a:lnTo>
                  <a:lnTo>
                    <a:pt x="212" y="618"/>
                  </a:lnTo>
                  <a:lnTo>
                    <a:pt x="205" y="617"/>
                  </a:lnTo>
                  <a:lnTo>
                    <a:pt x="205" y="617"/>
                  </a:lnTo>
                  <a:lnTo>
                    <a:pt x="198" y="616"/>
                  </a:lnTo>
                  <a:lnTo>
                    <a:pt x="190" y="613"/>
                  </a:lnTo>
                  <a:lnTo>
                    <a:pt x="182" y="610"/>
                  </a:lnTo>
                  <a:lnTo>
                    <a:pt x="173" y="606"/>
                  </a:lnTo>
                  <a:lnTo>
                    <a:pt x="164" y="603"/>
                  </a:lnTo>
                  <a:lnTo>
                    <a:pt x="153" y="602"/>
                  </a:lnTo>
                  <a:lnTo>
                    <a:pt x="143" y="602"/>
                  </a:lnTo>
                  <a:lnTo>
                    <a:pt x="133" y="606"/>
                  </a:lnTo>
                  <a:lnTo>
                    <a:pt x="133" y="606"/>
                  </a:lnTo>
                  <a:lnTo>
                    <a:pt x="123" y="610"/>
                  </a:lnTo>
                  <a:lnTo>
                    <a:pt x="113" y="613"/>
                  </a:lnTo>
                  <a:lnTo>
                    <a:pt x="103" y="615"/>
                  </a:lnTo>
                  <a:lnTo>
                    <a:pt x="94" y="615"/>
                  </a:lnTo>
                  <a:lnTo>
                    <a:pt x="85" y="614"/>
                  </a:lnTo>
                  <a:lnTo>
                    <a:pt x="76" y="613"/>
                  </a:lnTo>
                  <a:lnTo>
                    <a:pt x="67" y="611"/>
                  </a:lnTo>
                  <a:lnTo>
                    <a:pt x="57" y="609"/>
                  </a:lnTo>
                  <a:lnTo>
                    <a:pt x="57" y="609"/>
                  </a:lnTo>
                  <a:lnTo>
                    <a:pt x="50" y="607"/>
                  </a:lnTo>
                  <a:lnTo>
                    <a:pt x="47" y="607"/>
                  </a:lnTo>
                  <a:lnTo>
                    <a:pt x="48" y="606"/>
                  </a:lnTo>
                  <a:lnTo>
                    <a:pt x="53" y="605"/>
                  </a:lnTo>
                  <a:lnTo>
                    <a:pt x="59" y="604"/>
                  </a:lnTo>
                  <a:lnTo>
                    <a:pt x="68" y="600"/>
                  </a:lnTo>
                  <a:lnTo>
                    <a:pt x="78" y="592"/>
                  </a:lnTo>
                  <a:lnTo>
                    <a:pt x="88" y="583"/>
                  </a:lnTo>
                  <a:lnTo>
                    <a:pt x="88" y="583"/>
                  </a:lnTo>
                  <a:lnTo>
                    <a:pt x="97" y="573"/>
                  </a:lnTo>
                  <a:lnTo>
                    <a:pt x="102" y="564"/>
                  </a:lnTo>
                  <a:lnTo>
                    <a:pt x="107" y="556"/>
                  </a:lnTo>
                  <a:lnTo>
                    <a:pt x="111" y="549"/>
                  </a:lnTo>
                  <a:lnTo>
                    <a:pt x="115" y="542"/>
                  </a:lnTo>
                  <a:lnTo>
                    <a:pt x="120" y="536"/>
                  </a:lnTo>
                  <a:lnTo>
                    <a:pt x="128" y="529"/>
                  </a:lnTo>
                  <a:lnTo>
                    <a:pt x="138" y="521"/>
                  </a:lnTo>
                  <a:lnTo>
                    <a:pt x="138" y="521"/>
                  </a:lnTo>
                  <a:lnTo>
                    <a:pt x="148" y="512"/>
                  </a:lnTo>
                  <a:lnTo>
                    <a:pt x="155" y="504"/>
                  </a:lnTo>
                  <a:lnTo>
                    <a:pt x="159" y="495"/>
                  </a:lnTo>
                  <a:lnTo>
                    <a:pt x="162" y="486"/>
                  </a:lnTo>
                  <a:lnTo>
                    <a:pt x="165" y="479"/>
                  </a:lnTo>
                  <a:lnTo>
                    <a:pt x="170" y="474"/>
                  </a:lnTo>
                  <a:lnTo>
                    <a:pt x="177" y="471"/>
                  </a:lnTo>
                  <a:lnTo>
                    <a:pt x="188" y="471"/>
                  </a:lnTo>
                  <a:lnTo>
                    <a:pt x="188" y="471"/>
                  </a:lnTo>
                  <a:lnTo>
                    <a:pt x="200" y="472"/>
                  </a:lnTo>
                  <a:lnTo>
                    <a:pt x="208" y="472"/>
                  </a:lnTo>
                  <a:lnTo>
                    <a:pt x="214" y="471"/>
                  </a:lnTo>
                  <a:lnTo>
                    <a:pt x="216" y="470"/>
                  </a:lnTo>
                  <a:lnTo>
                    <a:pt x="217" y="467"/>
                  </a:lnTo>
                  <a:lnTo>
                    <a:pt x="216" y="464"/>
                  </a:lnTo>
                  <a:lnTo>
                    <a:pt x="215" y="459"/>
                  </a:lnTo>
                  <a:lnTo>
                    <a:pt x="214" y="454"/>
                  </a:lnTo>
                  <a:lnTo>
                    <a:pt x="214" y="454"/>
                  </a:lnTo>
                  <a:lnTo>
                    <a:pt x="213" y="447"/>
                  </a:lnTo>
                  <a:lnTo>
                    <a:pt x="211" y="437"/>
                  </a:lnTo>
                  <a:lnTo>
                    <a:pt x="211" y="427"/>
                  </a:lnTo>
                  <a:lnTo>
                    <a:pt x="211" y="417"/>
                  </a:lnTo>
                  <a:lnTo>
                    <a:pt x="212" y="406"/>
                  </a:lnTo>
                  <a:lnTo>
                    <a:pt x="215" y="397"/>
                  </a:lnTo>
                  <a:lnTo>
                    <a:pt x="220" y="387"/>
                  </a:lnTo>
                  <a:lnTo>
                    <a:pt x="228" y="381"/>
                  </a:lnTo>
                  <a:lnTo>
                    <a:pt x="228" y="381"/>
                  </a:lnTo>
                  <a:lnTo>
                    <a:pt x="236" y="376"/>
                  </a:lnTo>
                  <a:lnTo>
                    <a:pt x="243" y="370"/>
                  </a:lnTo>
                  <a:lnTo>
                    <a:pt x="249" y="365"/>
                  </a:lnTo>
                  <a:lnTo>
                    <a:pt x="254" y="360"/>
                  </a:lnTo>
                  <a:lnTo>
                    <a:pt x="258" y="357"/>
                  </a:lnTo>
                  <a:lnTo>
                    <a:pt x="265" y="356"/>
                  </a:lnTo>
                  <a:lnTo>
                    <a:pt x="271" y="357"/>
                  </a:lnTo>
                  <a:lnTo>
                    <a:pt x="278" y="361"/>
                  </a:lnTo>
                  <a:lnTo>
                    <a:pt x="278" y="361"/>
                  </a:lnTo>
                  <a:lnTo>
                    <a:pt x="286" y="366"/>
                  </a:lnTo>
                  <a:lnTo>
                    <a:pt x="292" y="369"/>
                  </a:lnTo>
                  <a:lnTo>
                    <a:pt x="298" y="370"/>
                  </a:lnTo>
                  <a:lnTo>
                    <a:pt x="303" y="370"/>
                  </a:lnTo>
                  <a:lnTo>
                    <a:pt x="307" y="369"/>
                  </a:lnTo>
                  <a:lnTo>
                    <a:pt x="311" y="367"/>
                  </a:lnTo>
                  <a:lnTo>
                    <a:pt x="313" y="364"/>
                  </a:lnTo>
                  <a:lnTo>
                    <a:pt x="315" y="359"/>
                  </a:lnTo>
                  <a:lnTo>
                    <a:pt x="315" y="359"/>
                  </a:lnTo>
                  <a:lnTo>
                    <a:pt x="317" y="353"/>
                  </a:lnTo>
                  <a:lnTo>
                    <a:pt x="321" y="347"/>
                  </a:lnTo>
                  <a:lnTo>
                    <a:pt x="326" y="339"/>
                  </a:lnTo>
                  <a:lnTo>
                    <a:pt x="331" y="332"/>
                  </a:lnTo>
                  <a:lnTo>
                    <a:pt x="335" y="325"/>
                  </a:lnTo>
                  <a:lnTo>
                    <a:pt x="337" y="318"/>
                  </a:lnTo>
                  <a:lnTo>
                    <a:pt x="336" y="311"/>
                  </a:lnTo>
                  <a:lnTo>
                    <a:pt x="331" y="305"/>
                  </a:lnTo>
                  <a:lnTo>
                    <a:pt x="331" y="305"/>
                  </a:lnTo>
                  <a:lnTo>
                    <a:pt x="325" y="299"/>
                  </a:lnTo>
                  <a:lnTo>
                    <a:pt x="319" y="295"/>
                  </a:lnTo>
                  <a:lnTo>
                    <a:pt x="314" y="290"/>
                  </a:lnTo>
                  <a:lnTo>
                    <a:pt x="308" y="287"/>
                  </a:lnTo>
                  <a:lnTo>
                    <a:pt x="301" y="285"/>
                  </a:lnTo>
                  <a:lnTo>
                    <a:pt x="293" y="283"/>
                  </a:lnTo>
                  <a:lnTo>
                    <a:pt x="282" y="281"/>
                  </a:lnTo>
                  <a:lnTo>
                    <a:pt x="267" y="280"/>
                  </a:lnTo>
                  <a:lnTo>
                    <a:pt x="267" y="280"/>
                  </a:lnTo>
                  <a:lnTo>
                    <a:pt x="249" y="279"/>
                  </a:lnTo>
                  <a:lnTo>
                    <a:pt x="230" y="277"/>
                  </a:lnTo>
                  <a:lnTo>
                    <a:pt x="213" y="274"/>
                  </a:lnTo>
                  <a:lnTo>
                    <a:pt x="195" y="271"/>
                  </a:lnTo>
                  <a:lnTo>
                    <a:pt x="182" y="267"/>
                  </a:lnTo>
                  <a:lnTo>
                    <a:pt x="172" y="261"/>
                  </a:lnTo>
                  <a:lnTo>
                    <a:pt x="167" y="255"/>
                  </a:lnTo>
                  <a:lnTo>
                    <a:pt x="169" y="247"/>
                  </a:lnTo>
                  <a:lnTo>
                    <a:pt x="169" y="247"/>
                  </a:lnTo>
                  <a:lnTo>
                    <a:pt x="176" y="237"/>
                  </a:lnTo>
                  <a:lnTo>
                    <a:pt x="186" y="227"/>
                  </a:lnTo>
                  <a:lnTo>
                    <a:pt x="198" y="217"/>
                  </a:lnTo>
                  <a:lnTo>
                    <a:pt x="211" y="208"/>
                  </a:lnTo>
                  <a:lnTo>
                    <a:pt x="224" y="199"/>
                  </a:lnTo>
                  <a:lnTo>
                    <a:pt x="237" y="193"/>
                  </a:lnTo>
                  <a:lnTo>
                    <a:pt x="247" y="188"/>
                  </a:lnTo>
                  <a:lnTo>
                    <a:pt x="255" y="187"/>
                  </a:lnTo>
                  <a:lnTo>
                    <a:pt x="255" y="187"/>
                  </a:lnTo>
                  <a:lnTo>
                    <a:pt x="263" y="186"/>
                  </a:lnTo>
                  <a:lnTo>
                    <a:pt x="270" y="183"/>
                  </a:lnTo>
                  <a:lnTo>
                    <a:pt x="277" y="178"/>
                  </a:lnTo>
                  <a:lnTo>
                    <a:pt x="283" y="172"/>
                  </a:lnTo>
                  <a:lnTo>
                    <a:pt x="289" y="166"/>
                  </a:lnTo>
                  <a:lnTo>
                    <a:pt x="294" y="161"/>
                  </a:lnTo>
                  <a:lnTo>
                    <a:pt x="297" y="157"/>
                  </a:lnTo>
                  <a:lnTo>
                    <a:pt x="298" y="156"/>
                  </a:lnTo>
                  <a:lnTo>
                    <a:pt x="298" y="156"/>
                  </a:lnTo>
                  <a:lnTo>
                    <a:pt x="294" y="155"/>
                  </a:lnTo>
                  <a:lnTo>
                    <a:pt x="284" y="151"/>
                  </a:lnTo>
                  <a:lnTo>
                    <a:pt x="274" y="144"/>
                  </a:lnTo>
                  <a:lnTo>
                    <a:pt x="270" y="133"/>
                  </a:lnTo>
                  <a:lnTo>
                    <a:pt x="270" y="133"/>
                  </a:lnTo>
                  <a:lnTo>
                    <a:pt x="270" y="127"/>
                  </a:lnTo>
                  <a:lnTo>
                    <a:pt x="270" y="122"/>
                  </a:lnTo>
                  <a:lnTo>
                    <a:pt x="270" y="118"/>
                  </a:lnTo>
                  <a:lnTo>
                    <a:pt x="269" y="113"/>
                  </a:lnTo>
                  <a:lnTo>
                    <a:pt x="266" y="110"/>
                  </a:lnTo>
                  <a:lnTo>
                    <a:pt x="261" y="106"/>
                  </a:lnTo>
                  <a:lnTo>
                    <a:pt x="253" y="103"/>
                  </a:lnTo>
                  <a:lnTo>
                    <a:pt x="242" y="100"/>
                  </a:lnTo>
                  <a:lnTo>
                    <a:pt x="242" y="100"/>
                  </a:lnTo>
                  <a:lnTo>
                    <a:pt x="239" y="100"/>
                  </a:lnTo>
                  <a:lnTo>
                    <a:pt x="236" y="99"/>
                  </a:lnTo>
                  <a:lnTo>
                    <a:pt x="233" y="98"/>
                  </a:lnTo>
                  <a:lnTo>
                    <a:pt x="231" y="97"/>
                  </a:lnTo>
                  <a:lnTo>
                    <a:pt x="231" y="97"/>
                  </a:lnTo>
                  <a:lnTo>
                    <a:pt x="251" y="90"/>
                  </a:lnTo>
                  <a:lnTo>
                    <a:pt x="270" y="85"/>
                  </a:lnTo>
                  <a:lnTo>
                    <a:pt x="284" y="79"/>
                  </a:lnTo>
                  <a:lnTo>
                    <a:pt x="295" y="73"/>
                  </a:lnTo>
                  <a:lnTo>
                    <a:pt x="305" y="69"/>
                  </a:lnTo>
                  <a:lnTo>
                    <a:pt x="313" y="65"/>
                  </a:lnTo>
                  <a:lnTo>
                    <a:pt x="319" y="63"/>
                  </a:lnTo>
                  <a:lnTo>
                    <a:pt x="323" y="63"/>
                  </a:lnTo>
                  <a:lnTo>
                    <a:pt x="323" y="63"/>
                  </a:lnTo>
                  <a:lnTo>
                    <a:pt x="328" y="63"/>
                  </a:lnTo>
                  <a:lnTo>
                    <a:pt x="334" y="62"/>
                  </a:lnTo>
                  <a:lnTo>
                    <a:pt x="339" y="61"/>
                  </a:lnTo>
                  <a:lnTo>
                    <a:pt x="345" y="58"/>
                  </a:lnTo>
                  <a:lnTo>
                    <a:pt x="351" y="55"/>
                  </a:lnTo>
                  <a:lnTo>
                    <a:pt x="356" y="51"/>
                  </a:lnTo>
                  <a:lnTo>
                    <a:pt x="363" y="47"/>
                  </a:lnTo>
                  <a:lnTo>
                    <a:pt x="368" y="43"/>
                  </a:lnTo>
                  <a:lnTo>
                    <a:pt x="368" y="43"/>
                  </a:lnTo>
                  <a:lnTo>
                    <a:pt x="374" y="38"/>
                  </a:lnTo>
                  <a:lnTo>
                    <a:pt x="380" y="35"/>
                  </a:lnTo>
                  <a:lnTo>
                    <a:pt x="387" y="32"/>
                  </a:lnTo>
                  <a:lnTo>
                    <a:pt x="395" y="30"/>
                  </a:lnTo>
                  <a:lnTo>
                    <a:pt x="401" y="29"/>
                  </a:lnTo>
                  <a:lnTo>
                    <a:pt x="408" y="30"/>
                  </a:lnTo>
                  <a:lnTo>
                    <a:pt x="415" y="31"/>
                  </a:lnTo>
                  <a:lnTo>
                    <a:pt x="419" y="34"/>
                  </a:lnTo>
                  <a:lnTo>
                    <a:pt x="419" y="34"/>
                  </a:lnTo>
                  <a:lnTo>
                    <a:pt x="424" y="39"/>
                  </a:lnTo>
                  <a:lnTo>
                    <a:pt x="431" y="46"/>
                  </a:lnTo>
                  <a:lnTo>
                    <a:pt x="439" y="51"/>
                  </a:lnTo>
                  <a:lnTo>
                    <a:pt x="448" y="56"/>
                  </a:lnTo>
                  <a:lnTo>
                    <a:pt x="457" y="59"/>
                  </a:lnTo>
                  <a:lnTo>
                    <a:pt x="466" y="59"/>
                  </a:lnTo>
                  <a:lnTo>
                    <a:pt x="473" y="57"/>
                  </a:lnTo>
                  <a:lnTo>
                    <a:pt x="478" y="51"/>
                  </a:lnTo>
                  <a:lnTo>
                    <a:pt x="478" y="51"/>
                  </a:lnTo>
                  <a:lnTo>
                    <a:pt x="483" y="44"/>
                  </a:lnTo>
                  <a:lnTo>
                    <a:pt x="490" y="38"/>
                  </a:lnTo>
                  <a:lnTo>
                    <a:pt x="497" y="34"/>
                  </a:lnTo>
                  <a:lnTo>
                    <a:pt x="506" y="30"/>
                  </a:lnTo>
                  <a:lnTo>
                    <a:pt x="515" y="27"/>
                  </a:lnTo>
                  <a:lnTo>
                    <a:pt x="523" y="23"/>
                  </a:lnTo>
                  <a:lnTo>
                    <a:pt x="529" y="18"/>
                  </a:lnTo>
                  <a:lnTo>
                    <a:pt x="533" y="12"/>
                  </a:lnTo>
                  <a:lnTo>
                    <a:pt x="533" y="12"/>
                  </a:lnTo>
                  <a:lnTo>
                    <a:pt x="537" y="6"/>
                  </a:lnTo>
                  <a:lnTo>
                    <a:pt x="543" y="2"/>
                  </a:lnTo>
                  <a:lnTo>
                    <a:pt x="551" y="0"/>
                  </a:lnTo>
                  <a:lnTo>
                    <a:pt x="560" y="0"/>
                  </a:lnTo>
                  <a:lnTo>
                    <a:pt x="568" y="2"/>
                  </a:lnTo>
                  <a:lnTo>
                    <a:pt x="576" y="6"/>
                  </a:lnTo>
                  <a:lnTo>
                    <a:pt x="582" y="12"/>
                  </a:lnTo>
                  <a:lnTo>
                    <a:pt x="586" y="20"/>
                  </a:lnTo>
                  <a:lnTo>
                    <a:pt x="586" y="20"/>
                  </a:lnTo>
                  <a:lnTo>
                    <a:pt x="590" y="28"/>
                  </a:lnTo>
                  <a:lnTo>
                    <a:pt x="595" y="33"/>
                  </a:lnTo>
                  <a:lnTo>
                    <a:pt x="602" y="36"/>
                  </a:lnTo>
                  <a:lnTo>
                    <a:pt x="611" y="38"/>
                  </a:lnTo>
                  <a:lnTo>
                    <a:pt x="620" y="38"/>
                  </a:lnTo>
                  <a:lnTo>
                    <a:pt x="629" y="39"/>
                  </a:lnTo>
                  <a:lnTo>
                    <a:pt x="640" y="40"/>
                  </a:lnTo>
                  <a:lnTo>
                    <a:pt x="651" y="43"/>
                  </a:lnTo>
                  <a:lnTo>
                    <a:pt x="651" y="43"/>
                  </a:lnTo>
                  <a:lnTo>
                    <a:pt x="664" y="46"/>
                  </a:lnTo>
                  <a:lnTo>
                    <a:pt x="676" y="50"/>
                  </a:lnTo>
                  <a:lnTo>
                    <a:pt x="688" y="53"/>
                  </a:lnTo>
                  <a:lnTo>
                    <a:pt x="700" y="56"/>
                  </a:lnTo>
                  <a:lnTo>
                    <a:pt x="712" y="57"/>
                  </a:lnTo>
                  <a:lnTo>
                    <a:pt x="723" y="55"/>
                  </a:lnTo>
                  <a:lnTo>
                    <a:pt x="733" y="51"/>
                  </a:lnTo>
                  <a:lnTo>
                    <a:pt x="741" y="43"/>
                  </a:lnTo>
                  <a:lnTo>
                    <a:pt x="741" y="43"/>
                  </a:lnTo>
                  <a:lnTo>
                    <a:pt x="749" y="35"/>
                  </a:lnTo>
                  <a:lnTo>
                    <a:pt x="761" y="30"/>
                  </a:lnTo>
                  <a:lnTo>
                    <a:pt x="773" y="28"/>
                  </a:lnTo>
                  <a:lnTo>
                    <a:pt x="786" y="28"/>
                  </a:lnTo>
                  <a:lnTo>
                    <a:pt x="799" y="29"/>
                  </a:lnTo>
                  <a:lnTo>
                    <a:pt x="813" y="31"/>
                  </a:lnTo>
                  <a:lnTo>
                    <a:pt x="824" y="33"/>
                  </a:lnTo>
                  <a:lnTo>
                    <a:pt x="833" y="34"/>
                  </a:lnTo>
                  <a:lnTo>
                    <a:pt x="833" y="34"/>
                  </a:lnTo>
                  <a:lnTo>
                    <a:pt x="839" y="37"/>
                  </a:lnTo>
                  <a:lnTo>
                    <a:pt x="844" y="43"/>
                  </a:lnTo>
                  <a:lnTo>
                    <a:pt x="846" y="50"/>
                  </a:lnTo>
                  <a:lnTo>
                    <a:pt x="847" y="58"/>
                  </a:lnTo>
                  <a:lnTo>
                    <a:pt x="847" y="67"/>
                  </a:lnTo>
                  <a:lnTo>
                    <a:pt x="845" y="77"/>
                  </a:lnTo>
                  <a:lnTo>
                    <a:pt x="842" y="87"/>
                  </a:lnTo>
                  <a:lnTo>
                    <a:pt x="839" y="98"/>
                  </a:lnTo>
                  <a:lnTo>
                    <a:pt x="839" y="98"/>
                  </a:lnTo>
                  <a:lnTo>
                    <a:pt x="838" y="106"/>
                  </a:lnTo>
                  <a:lnTo>
                    <a:pt x="841" y="111"/>
                  </a:lnTo>
                  <a:lnTo>
                    <a:pt x="848" y="114"/>
                  </a:lnTo>
                  <a:lnTo>
                    <a:pt x="859" y="115"/>
                  </a:lnTo>
                  <a:lnTo>
                    <a:pt x="868" y="115"/>
                  </a:lnTo>
                  <a:lnTo>
                    <a:pt x="877" y="115"/>
                  </a:lnTo>
                  <a:lnTo>
                    <a:pt x="884" y="114"/>
                  </a:lnTo>
                  <a:lnTo>
                    <a:pt x="886" y="114"/>
                  </a:lnTo>
                  <a:lnTo>
                    <a:pt x="902" y="132"/>
                  </a:lnTo>
                  <a:lnTo>
                    <a:pt x="902" y="132"/>
                  </a:lnTo>
                  <a:lnTo>
                    <a:pt x="902" y="133"/>
                  </a:lnTo>
                  <a:lnTo>
                    <a:pt x="901" y="136"/>
                  </a:lnTo>
                  <a:lnTo>
                    <a:pt x="901" y="140"/>
                  </a:lnTo>
                  <a:lnTo>
                    <a:pt x="901" y="146"/>
                  </a:lnTo>
                  <a:lnTo>
                    <a:pt x="901" y="152"/>
                  </a:lnTo>
                  <a:lnTo>
                    <a:pt x="904" y="159"/>
                  </a:lnTo>
                  <a:lnTo>
                    <a:pt x="909" y="166"/>
                  </a:lnTo>
                  <a:lnTo>
                    <a:pt x="915" y="173"/>
                  </a:lnTo>
                  <a:lnTo>
                    <a:pt x="915" y="173"/>
                  </a:lnTo>
                  <a:lnTo>
                    <a:pt x="923" y="178"/>
                  </a:lnTo>
                  <a:lnTo>
                    <a:pt x="932" y="182"/>
                  </a:lnTo>
                  <a:lnTo>
                    <a:pt x="943" y="184"/>
                  </a:lnTo>
                  <a:lnTo>
                    <a:pt x="955" y="185"/>
                  </a:lnTo>
                  <a:lnTo>
                    <a:pt x="967" y="185"/>
                  </a:lnTo>
                  <a:lnTo>
                    <a:pt x="978" y="185"/>
                  </a:lnTo>
                  <a:lnTo>
                    <a:pt x="989" y="183"/>
                  </a:lnTo>
                  <a:lnTo>
                    <a:pt x="998" y="181"/>
                  </a:lnTo>
                  <a:lnTo>
                    <a:pt x="998" y="181"/>
                  </a:lnTo>
                  <a:lnTo>
                    <a:pt x="1008" y="180"/>
                  </a:lnTo>
                  <a:lnTo>
                    <a:pt x="1018" y="181"/>
                  </a:lnTo>
                  <a:lnTo>
                    <a:pt x="1028" y="184"/>
                  </a:lnTo>
                  <a:lnTo>
                    <a:pt x="1039" y="186"/>
                  </a:lnTo>
                  <a:lnTo>
                    <a:pt x="1049" y="188"/>
                  </a:lnTo>
                  <a:lnTo>
                    <a:pt x="1059" y="188"/>
                  </a:lnTo>
                  <a:lnTo>
                    <a:pt x="1066" y="184"/>
                  </a:lnTo>
                  <a:lnTo>
                    <a:pt x="1072" y="177"/>
                  </a:lnTo>
                  <a:lnTo>
                    <a:pt x="1072" y="177"/>
                  </a:lnTo>
                  <a:lnTo>
                    <a:pt x="1076" y="168"/>
                  </a:lnTo>
                  <a:lnTo>
                    <a:pt x="1080" y="161"/>
                  </a:lnTo>
                  <a:lnTo>
                    <a:pt x="1085" y="154"/>
                  </a:lnTo>
                  <a:lnTo>
                    <a:pt x="1090" y="148"/>
                  </a:lnTo>
                  <a:lnTo>
                    <a:pt x="1095" y="143"/>
                  </a:lnTo>
                  <a:lnTo>
                    <a:pt x="1100" y="137"/>
                  </a:lnTo>
                  <a:lnTo>
                    <a:pt x="1106" y="133"/>
                  </a:lnTo>
                  <a:lnTo>
                    <a:pt x="1113" y="130"/>
                  </a:lnTo>
                  <a:lnTo>
                    <a:pt x="1113" y="130"/>
                  </a:lnTo>
                  <a:lnTo>
                    <a:pt x="1117" y="126"/>
                  </a:lnTo>
                  <a:lnTo>
                    <a:pt x="1122" y="119"/>
                  </a:lnTo>
                  <a:lnTo>
                    <a:pt x="1127" y="110"/>
                  </a:lnTo>
                  <a:lnTo>
                    <a:pt x="1133" y="98"/>
                  </a:lnTo>
                  <a:lnTo>
                    <a:pt x="1138" y="85"/>
                  </a:lnTo>
                  <a:lnTo>
                    <a:pt x="1143" y="72"/>
                  </a:lnTo>
                  <a:lnTo>
                    <a:pt x="1148" y="60"/>
                  </a:lnTo>
                  <a:lnTo>
                    <a:pt x="1152" y="48"/>
                  </a:lnTo>
                  <a:lnTo>
                    <a:pt x="1152" y="48"/>
                  </a:lnTo>
                  <a:lnTo>
                    <a:pt x="1159" y="52"/>
                  </a:lnTo>
                  <a:lnTo>
                    <a:pt x="1166" y="55"/>
                  </a:lnTo>
                  <a:lnTo>
                    <a:pt x="1174" y="58"/>
                  </a:lnTo>
                  <a:lnTo>
                    <a:pt x="1182" y="62"/>
                  </a:lnTo>
                  <a:lnTo>
                    <a:pt x="1191" y="64"/>
                  </a:lnTo>
                  <a:lnTo>
                    <a:pt x="1201" y="67"/>
                  </a:lnTo>
                  <a:lnTo>
                    <a:pt x="1212" y="70"/>
                  </a:lnTo>
                  <a:lnTo>
                    <a:pt x="1223" y="72"/>
                  </a:lnTo>
                  <a:lnTo>
                    <a:pt x="1234" y="75"/>
                  </a:lnTo>
                  <a:lnTo>
                    <a:pt x="1246" y="77"/>
                  </a:lnTo>
                  <a:lnTo>
                    <a:pt x="1259" y="79"/>
                  </a:lnTo>
                  <a:lnTo>
                    <a:pt x="1272" y="81"/>
                  </a:lnTo>
                  <a:lnTo>
                    <a:pt x="1285" y="83"/>
                  </a:lnTo>
                  <a:lnTo>
                    <a:pt x="1298" y="84"/>
                  </a:lnTo>
                  <a:lnTo>
                    <a:pt x="1312" y="86"/>
                  </a:lnTo>
                  <a:lnTo>
                    <a:pt x="1326" y="87"/>
                  </a:lnTo>
                  <a:lnTo>
                    <a:pt x="1326" y="87"/>
                  </a:lnTo>
                  <a:lnTo>
                    <a:pt x="1338" y="88"/>
                  </a:lnTo>
                  <a:lnTo>
                    <a:pt x="1348" y="89"/>
                  </a:lnTo>
                  <a:lnTo>
                    <a:pt x="1359" y="88"/>
                  </a:lnTo>
                  <a:lnTo>
                    <a:pt x="1368" y="86"/>
                  </a:lnTo>
                  <a:lnTo>
                    <a:pt x="1377" y="84"/>
                  </a:lnTo>
                  <a:lnTo>
                    <a:pt x="1384" y="81"/>
                  </a:lnTo>
                  <a:lnTo>
                    <a:pt x="1391" y="77"/>
                  </a:lnTo>
                  <a:lnTo>
                    <a:pt x="1397" y="73"/>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09" name=""/>
            <p:cNvSpPr/>
            <p:nvPr/>
          </p:nvSpPr>
          <p:spPr>
            <a:xfrm>
              <a:off x="587160" y="3727440"/>
              <a:ext cx="3960" cy="4320"/>
            </a:xfrm>
            <a:custGeom>
              <a:avLst/>
              <a:gdLst/>
              <a:ahLst/>
              <a:rect l="l" t="t" r="r" b="b"/>
              <a:pathLst>
                <a:path w="27" h="26">
                  <a:moveTo>
                    <a:pt x="1" y="26"/>
                  </a:moveTo>
                  <a:lnTo>
                    <a:pt x="27" y="3"/>
                  </a:lnTo>
                  <a:lnTo>
                    <a:pt x="19" y="0"/>
                  </a:lnTo>
                  <a:lnTo>
                    <a:pt x="14" y="1"/>
                  </a:lnTo>
                  <a:lnTo>
                    <a:pt x="9" y="5"/>
                  </a:lnTo>
                  <a:lnTo>
                    <a:pt x="5" y="10"/>
                  </a:lnTo>
                  <a:lnTo>
                    <a:pt x="3" y="17"/>
                  </a:lnTo>
                  <a:lnTo>
                    <a:pt x="1" y="22"/>
                  </a:lnTo>
                  <a:lnTo>
                    <a:pt x="0" y="26"/>
                  </a:lnTo>
                  <a:lnTo>
                    <a:pt x="1" y="26"/>
                  </a:lnTo>
                  <a:close/>
                </a:path>
              </a:pathLst>
            </a:custGeom>
            <a:solidFill>
              <a:srgbClr val="cc99ff"/>
            </a:solidFill>
            <a:ln w="0">
              <a:no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8910" name=""/>
            <p:cNvSpPr/>
            <p:nvPr/>
          </p:nvSpPr>
          <p:spPr>
            <a:xfrm>
              <a:off x="587160" y="3727440"/>
              <a:ext cx="3960" cy="4320"/>
            </a:xfrm>
            <a:custGeom>
              <a:avLst/>
              <a:gdLst/>
              <a:ahLst/>
              <a:rect l="l" t="t" r="r" b="b"/>
              <a:pathLst>
                <a:path w="27" h="26">
                  <a:moveTo>
                    <a:pt x="1" y="26"/>
                  </a:moveTo>
                  <a:lnTo>
                    <a:pt x="27" y="3"/>
                  </a:lnTo>
                  <a:lnTo>
                    <a:pt x="27" y="3"/>
                  </a:lnTo>
                  <a:lnTo>
                    <a:pt x="19" y="0"/>
                  </a:lnTo>
                  <a:lnTo>
                    <a:pt x="14" y="1"/>
                  </a:lnTo>
                  <a:lnTo>
                    <a:pt x="9" y="5"/>
                  </a:lnTo>
                  <a:lnTo>
                    <a:pt x="5" y="10"/>
                  </a:lnTo>
                  <a:lnTo>
                    <a:pt x="3" y="17"/>
                  </a:lnTo>
                  <a:lnTo>
                    <a:pt x="1" y="22"/>
                  </a:lnTo>
                  <a:lnTo>
                    <a:pt x="0" y="26"/>
                  </a:lnTo>
                  <a:lnTo>
                    <a:pt x="1" y="26"/>
                  </a:lnTo>
                </a:path>
              </a:pathLst>
            </a:custGeom>
            <a:noFill/>
            <a:ln w="0">
              <a:solidFill>
                <a:srgbClr val="000000"/>
              </a:solid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8911" name=""/>
            <p:cNvSpPr/>
            <p:nvPr/>
          </p:nvSpPr>
          <p:spPr>
            <a:xfrm>
              <a:off x="573120" y="3776040"/>
              <a:ext cx="6840" cy="7560"/>
            </a:xfrm>
            <a:custGeom>
              <a:avLst/>
              <a:gdLst/>
              <a:ahLst/>
              <a:rect l="l" t="t" r="r" b="b"/>
              <a:pathLst>
                <a:path w="38" h="46">
                  <a:moveTo>
                    <a:pt x="34" y="1"/>
                  </a:moveTo>
                  <a:lnTo>
                    <a:pt x="36" y="3"/>
                  </a:lnTo>
                  <a:lnTo>
                    <a:pt x="38" y="6"/>
                  </a:lnTo>
                  <a:lnTo>
                    <a:pt x="38" y="9"/>
                  </a:lnTo>
                  <a:lnTo>
                    <a:pt x="38" y="13"/>
                  </a:lnTo>
                  <a:lnTo>
                    <a:pt x="37" y="18"/>
                  </a:lnTo>
                  <a:lnTo>
                    <a:pt x="36" y="22"/>
                  </a:lnTo>
                  <a:lnTo>
                    <a:pt x="34" y="27"/>
                  </a:lnTo>
                  <a:lnTo>
                    <a:pt x="31" y="32"/>
                  </a:lnTo>
                  <a:lnTo>
                    <a:pt x="26" y="39"/>
                  </a:lnTo>
                  <a:lnTo>
                    <a:pt x="19" y="44"/>
                  </a:lnTo>
                  <a:lnTo>
                    <a:pt x="12" y="46"/>
                  </a:lnTo>
                  <a:lnTo>
                    <a:pt x="6" y="45"/>
                  </a:lnTo>
                  <a:lnTo>
                    <a:pt x="2" y="40"/>
                  </a:lnTo>
                  <a:lnTo>
                    <a:pt x="0" y="32"/>
                  </a:lnTo>
                  <a:lnTo>
                    <a:pt x="3" y="24"/>
                  </a:lnTo>
                  <a:lnTo>
                    <a:pt x="7" y="16"/>
                  </a:lnTo>
                  <a:lnTo>
                    <a:pt x="14" y="8"/>
                  </a:lnTo>
                  <a:lnTo>
                    <a:pt x="21" y="2"/>
                  </a:lnTo>
                  <a:lnTo>
                    <a:pt x="28" y="0"/>
                  </a:lnTo>
                  <a:lnTo>
                    <a:pt x="34" y="1"/>
                  </a:lnTo>
                  <a:close/>
                </a:path>
              </a:pathLst>
            </a:custGeom>
            <a:solidFill>
              <a:srgbClr val="cc99ff"/>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912" name=""/>
            <p:cNvSpPr/>
            <p:nvPr/>
          </p:nvSpPr>
          <p:spPr>
            <a:xfrm>
              <a:off x="573120" y="3776040"/>
              <a:ext cx="6840" cy="7560"/>
            </a:xfrm>
            <a:custGeom>
              <a:avLst/>
              <a:gdLst/>
              <a:ahLst/>
              <a:rect l="l" t="t" r="r" b="b"/>
              <a:pathLst>
                <a:path w="38" h="46">
                  <a:moveTo>
                    <a:pt x="34" y="1"/>
                  </a:moveTo>
                  <a:lnTo>
                    <a:pt x="34" y="1"/>
                  </a:lnTo>
                  <a:lnTo>
                    <a:pt x="36" y="3"/>
                  </a:lnTo>
                  <a:lnTo>
                    <a:pt x="38" y="6"/>
                  </a:lnTo>
                  <a:lnTo>
                    <a:pt x="38" y="9"/>
                  </a:lnTo>
                  <a:lnTo>
                    <a:pt x="38" y="13"/>
                  </a:lnTo>
                  <a:lnTo>
                    <a:pt x="37" y="18"/>
                  </a:lnTo>
                  <a:lnTo>
                    <a:pt x="36" y="22"/>
                  </a:lnTo>
                  <a:lnTo>
                    <a:pt x="34" y="27"/>
                  </a:lnTo>
                  <a:lnTo>
                    <a:pt x="31" y="32"/>
                  </a:lnTo>
                  <a:lnTo>
                    <a:pt x="31" y="32"/>
                  </a:lnTo>
                  <a:lnTo>
                    <a:pt x="26" y="39"/>
                  </a:lnTo>
                  <a:lnTo>
                    <a:pt x="19" y="44"/>
                  </a:lnTo>
                  <a:lnTo>
                    <a:pt x="12" y="46"/>
                  </a:lnTo>
                  <a:lnTo>
                    <a:pt x="6" y="45"/>
                  </a:lnTo>
                  <a:lnTo>
                    <a:pt x="6" y="45"/>
                  </a:lnTo>
                  <a:lnTo>
                    <a:pt x="2" y="40"/>
                  </a:lnTo>
                  <a:lnTo>
                    <a:pt x="0" y="32"/>
                  </a:lnTo>
                  <a:lnTo>
                    <a:pt x="3" y="24"/>
                  </a:lnTo>
                  <a:lnTo>
                    <a:pt x="7" y="16"/>
                  </a:lnTo>
                  <a:lnTo>
                    <a:pt x="7" y="16"/>
                  </a:lnTo>
                  <a:lnTo>
                    <a:pt x="14" y="8"/>
                  </a:lnTo>
                  <a:lnTo>
                    <a:pt x="21" y="2"/>
                  </a:lnTo>
                  <a:lnTo>
                    <a:pt x="28" y="0"/>
                  </a:lnTo>
                  <a:lnTo>
                    <a:pt x="34" y="1"/>
                  </a:lnTo>
                </a:path>
              </a:pathLst>
            </a:custGeom>
            <a:noFill/>
            <a:ln w="0">
              <a:solidFill>
                <a:srgbClr val="000000"/>
              </a:solid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8913" name=""/>
            <p:cNvSpPr/>
            <p:nvPr/>
          </p:nvSpPr>
          <p:spPr>
            <a:xfrm>
              <a:off x="534960" y="3769200"/>
              <a:ext cx="6480" cy="5040"/>
            </a:xfrm>
            <a:custGeom>
              <a:avLst/>
              <a:gdLst/>
              <a:ahLst/>
              <a:rect l="l" t="t" r="r" b="b"/>
              <a:pathLst>
                <a:path w="36" h="31">
                  <a:moveTo>
                    <a:pt x="32" y="0"/>
                  </a:moveTo>
                  <a:lnTo>
                    <a:pt x="0" y="31"/>
                  </a:lnTo>
                  <a:lnTo>
                    <a:pt x="17" y="20"/>
                  </a:lnTo>
                  <a:lnTo>
                    <a:pt x="27" y="12"/>
                  </a:lnTo>
                  <a:lnTo>
                    <a:pt x="33" y="6"/>
                  </a:lnTo>
                  <a:lnTo>
                    <a:pt x="36" y="3"/>
                  </a:lnTo>
                  <a:lnTo>
                    <a:pt x="36" y="1"/>
                  </a:lnTo>
                  <a:lnTo>
                    <a:pt x="34" y="0"/>
                  </a:lnTo>
                  <a:lnTo>
                    <a:pt x="33" y="0"/>
                  </a:lnTo>
                  <a:lnTo>
                    <a:pt x="32" y="0"/>
                  </a:lnTo>
                  <a:close/>
                </a:path>
              </a:pathLst>
            </a:custGeom>
            <a:solidFill>
              <a:srgbClr val="cc99ff"/>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14" name=""/>
            <p:cNvSpPr/>
            <p:nvPr/>
          </p:nvSpPr>
          <p:spPr>
            <a:xfrm>
              <a:off x="534960" y="3769200"/>
              <a:ext cx="6480" cy="5040"/>
            </a:xfrm>
            <a:custGeom>
              <a:avLst/>
              <a:gdLst/>
              <a:ahLst/>
              <a:rect l="l" t="t" r="r" b="b"/>
              <a:pathLst>
                <a:path w="36" h="31">
                  <a:moveTo>
                    <a:pt x="32" y="0"/>
                  </a:moveTo>
                  <a:lnTo>
                    <a:pt x="0" y="31"/>
                  </a:lnTo>
                  <a:lnTo>
                    <a:pt x="0" y="31"/>
                  </a:lnTo>
                  <a:lnTo>
                    <a:pt x="17" y="20"/>
                  </a:lnTo>
                  <a:lnTo>
                    <a:pt x="27" y="12"/>
                  </a:lnTo>
                  <a:lnTo>
                    <a:pt x="33" y="6"/>
                  </a:lnTo>
                  <a:lnTo>
                    <a:pt x="36" y="3"/>
                  </a:lnTo>
                  <a:lnTo>
                    <a:pt x="36" y="1"/>
                  </a:lnTo>
                  <a:lnTo>
                    <a:pt x="34" y="0"/>
                  </a:lnTo>
                  <a:lnTo>
                    <a:pt x="33" y="0"/>
                  </a:lnTo>
                  <a:lnTo>
                    <a:pt x="32" y="0"/>
                  </a:lnTo>
                </a:path>
              </a:pathLst>
            </a:custGeom>
            <a:noFill/>
            <a:ln w="0">
              <a:solidFill>
                <a:srgbClr val="000000"/>
              </a:solid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15" name=""/>
            <p:cNvSpPr/>
            <p:nvPr/>
          </p:nvSpPr>
          <p:spPr>
            <a:xfrm>
              <a:off x="526320" y="3772800"/>
              <a:ext cx="5400" cy="2160"/>
            </a:xfrm>
            <a:custGeom>
              <a:avLst/>
              <a:gdLst/>
              <a:ahLst/>
              <a:rect l="l" t="t" r="r" b="b"/>
              <a:pathLst>
                <a:path w="35" h="18">
                  <a:moveTo>
                    <a:pt x="32" y="0"/>
                  </a:moveTo>
                  <a:lnTo>
                    <a:pt x="0" y="13"/>
                  </a:lnTo>
                  <a:lnTo>
                    <a:pt x="16" y="17"/>
                  </a:lnTo>
                  <a:lnTo>
                    <a:pt x="27" y="18"/>
                  </a:lnTo>
                  <a:lnTo>
                    <a:pt x="32" y="16"/>
                  </a:lnTo>
                  <a:lnTo>
                    <a:pt x="35" y="12"/>
                  </a:lnTo>
                  <a:lnTo>
                    <a:pt x="35" y="8"/>
                  </a:lnTo>
                  <a:lnTo>
                    <a:pt x="34" y="4"/>
                  </a:lnTo>
                  <a:lnTo>
                    <a:pt x="33" y="1"/>
                  </a:lnTo>
                  <a:lnTo>
                    <a:pt x="32" y="0"/>
                  </a:lnTo>
                  <a:close/>
                </a:path>
              </a:pathLst>
            </a:custGeom>
            <a:solidFill>
              <a:srgbClr val="cc99ff"/>
            </a:solidFill>
            <a:ln w="0">
              <a:noFill/>
            </a:ln>
          </p:spPr>
          <p:style>
            <a:lnRef idx="0"/>
            <a:fillRef idx="0"/>
            <a:effectRef idx="0"/>
            <a:fontRef idx="minor"/>
          </p:style>
          <p:txBody>
            <a:bodyPr lIns="90000" rIns="90000" tIns="-44640" bIns="-44640" anchor="t">
              <a:noAutofit/>
            </a:bodyPr>
            <a:p>
              <a:endParaRPr b="0" lang="en-US" sz="2400" spc="-1" strike="noStrike">
                <a:solidFill>
                  <a:srgbClr val="000000"/>
                </a:solidFill>
                <a:latin typeface="Times New Roman"/>
              </a:endParaRPr>
            </a:p>
          </p:txBody>
        </p:sp>
        <p:sp>
          <p:nvSpPr>
            <p:cNvPr id="8916" name=""/>
            <p:cNvSpPr/>
            <p:nvPr/>
          </p:nvSpPr>
          <p:spPr>
            <a:xfrm>
              <a:off x="526320" y="3772800"/>
              <a:ext cx="5400" cy="2160"/>
            </a:xfrm>
            <a:custGeom>
              <a:avLst/>
              <a:gdLst/>
              <a:ahLst/>
              <a:rect l="l" t="t" r="r" b="b"/>
              <a:pathLst>
                <a:path w="35" h="18">
                  <a:moveTo>
                    <a:pt x="32" y="0"/>
                  </a:moveTo>
                  <a:lnTo>
                    <a:pt x="0" y="13"/>
                  </a:lnTo>
                  <a:lnTo>
                    <a:pt x="0" y="13"/>
                  </a:lnTo>
                  <a:lnTo>
                    <a:pt x="16" y="17"/>
                  </a:lnTo>
                  <a:lnTo>
                    <a:pt x="27" y="18"/>
                  </a:lnTo>
                  <a:lnTo>
                    <a:pt x="32" y="16"/>
                  </a:lnTo>
                  <a:lnTo>
                    <a:pt x="35" y="12"/>
                  </a:lnTo>
                  <a:lnTo>
                    <a:pt x="35" y="8"/>
                  </a:lnTo>
                  <a:lnTo>
                    <a:pt x="34" y="4"/>
                  </a:lnTo>
                  <a:lnTo>
                    <a:pt x="33" y="1"/>
                  </a:lnTo>
                  <a:lnTo>
                    <a:pt x="32" y="0"/>
                  </a:lnTo>
                </a:path>
              </a:pathLst>
            </a:custGeom>
            <a:noFill/>
            <a:ln w="0">
              <a:solidFill>
                <a:srgbClr val="000000"/>
              </a:solidFill>
            </a:ln>
          </p:spPr>
          <p:style>
            <a:lnRef idx="0"/>
            <a:fillRef idx="0"/>
            <a:effectRef idx="0"/>
            <a:fontRef idx="minor"/>
          </p:style>
          <p:txBody>
            <a:bodyPr lIns="90000" rIns="90000" tIns="-44640" bIns="-44640" anchor="t">
              <a:noAutofit/>
            </a:bodyPr>
            <a:p>
              <a:endParaRPr b="0" lang="en-US" sz="2400" spc="-1" strike="noStrike">
                <a:solidFill>
                  <a:srgbClr val="000000"/>
                </a:solidFill>
                <a:latin typeface="Times New Roman"/>
              </a:endParaRPr>
            </a:p>
          </p:txBody>
        </p:sp>
        <p:sp>
          <p:nvSpPr>
            <p:cNvPr id="8917" name=""/>
            <p:cNvSpPr/>
            <p:nvPr/>
          </p:nvSpPr>
          <p:spPr>
            <a:xfrm>
              <a:off x="796320" y="3720240"/>
              <a:ext cx="326880" cy="213840"/>
            </a:xfrm>
            <a:custGeom>
              <a:avLst/>
              <a:gdLst/>
              <a:ahLst/>
              <a:rect l="l" t="t" r="r" b="b"/>
              <a:pathLst>
                <a:path w="1820" h="1320">
                  <a:moveTo>
                    <a:pt x="280" y="0"/>
                  </a:moveTo>
                  <a:lnTo>
                    <a:pt x="283" y="4"/>
                  </a:lnTo>
                  <a:lnTo>
                    <a:pt x="286" y="9"/>
                  </a:lnTo>
                  <a:lnTo>
                    <a:pt x="289" y="14"/>
                  </a:lnTo>
                  <a:lnTo>
                    <a:pt x="292" y="19"/>
                  </a:lnTo>
                  <a:lnTo>
                    <a:pt x="294" y="25"/>
                  </a:lnTo>
                  <a:lnTo>
                    <a:pt x="296" y="31"/>
                  </a:lnTo>
                  <a:lnTo>
                    <a:pt x="298" y="37"/>
                  </a:lnTo>
                  <a:lnTo>
                    <a:pt x="299" y="45"/>
                  </a:lnTo>
                  <a:lnTo>
                    <a:pt x="304" y="62"/>
                  </a:lnTo>
                  <a:lnTo>
                    <a:pt x="308" y="75"/>
                  </a:lnTo>
                  <a:lnTo>
                    <a:pt x="314" y="84"/>
                  </a:lnTo>
                  <a:lnTo>
                    <a:pt x="320" y="92"/>
                  </a:lnTo>
                  <a:lnTo>
                    <a:pt x="325" y="98"/>
                  </a:lnTo>
                  <a:lnTo>
                    <a:pt x="331" y="104"/>
                  </a:lnTo>
                  <a:lnTo>
                    <a:pt x="335" y="111"/>
                  </a:lnTo>
                  <a:lnTo>
                    <a:pt x="338" y="120"/>
                  </a:lnTo>
                  <a:lnTo>
                    <a:pt x="342" y="129"/>
                  </a:lnTo>
                  <a:lnTo>
                    <a:pt x="347" y="134"/>
                  </a:lnTo>
                  <a:lnTo>
                    <a:pt x="356" y="137"/>
                  </a:lnTo>
                  <a:lnTo>
                    <a:pt x="365" y="138"/>
                  </a:lnTo>
                  <a:lnTo>
                    <a:pt x="374" y="138"/>
                  </a:lnTo>
                  <a:lnTo>
                    <a:pt x="383" y="137"/>
                  </a:lnTo>
                  <a:lnTo>
                    <a:pt x="392" y="136"/>
                  </a:lnTo>
                  <a:lnTo>
                    <a:pt x="399" y="136"/>
                  </a:lnTo>
                  <a:lnTo>
                    <a:pt x="408" y="134"/>
                  </a:lnTo>
                  <a:lnTo>
                    <a:pt x="417" y="131"/>
                  </a:lnTo>
                  <a:lnTo>
                    <a:pt x="426" y="125"/>
                  </a:lnTo>
                  <a:lnTo>
                    <a:pt x="435" y="119"/>
                  </a:lnTo>
                  <a:lnTo>
                    <a:pt x="444" y="114"/>
                  </a:lnTo>
                  <a:lnTo>
                    <a:pt x="454" y="111"/>
                  </a:lnTo>
                  <a:lnTo>
                    <a:pt x="462" y="110"/>
                  </a:lnTo>
                  <a:lnTo>
                    <a:pt x="469" y="112"/>
                  </a:lnTo>
                  <a:lnTo>
                    <a:pt x="476" y="115"/>
                  </a:lnTo>
                  <a:lnTo>
                    <a:pt x="482" y="118"/>
                  </a:lnTo>
                  <a:lnTo>
                    <a:pt x="488" y="120"/>
                  </a:lnTo>
                  <a:lnTo>
                    <a:pt x="494" y="122"/>
                  </a:lnTo>
                  <a:lnTo>
                    <a:pt x="500" y="125"/>
                  </a:lnTo>
                  <a:lnTo>
                    <a:pt x="508" y="129"/>
                  </a:lnTo>
                  <a:lnTo>
                    <a:pt x="517" y="134"/>
                  </a:lnTo>
                  <a:lnTo>
                    <a:pt x="528" y="143"/>
                  </a:lnTo>
                  <a:lnTo>
                    <a:pt x="539" y="152"/>
                  </a:lnTo>
                  <a:lnTo>
                    <a:pt x="548" y="162"/>
                  </a:lnTo>
                  <a:lnTo>
                    <a:pt x="555" y="172"/>
                  </a:lnTo>
                  <a:lnTo>
                    <a:pt x="560" y="183"/>
                  </a:lnTo>
                  <a:lnTo>
                    <a:pt x="563" y="196"/>
                  </a:lnTo>
                  <a:lnTo>
                    <a:pt x="565" y="207"/>
                  </a:lnTo>
                  <a:lnTo>
                    <a:pt x="566" y="219"/>
                  </a:lnTo>
                  <a:lnTo>
                    <a:pt x="567" y="232"/>
                  </a:lnTo>
                  <a:lnTo>
                    <a:pt x="566" y="244"/>
                  </a:lnTo>
                  <a:lnTo>
                    <a:pt x="563" y="251"/>
                  </a:lnTo>
                  <a:lnTo>
                    <a:pt x="557" y="254"/>
                  </a:lnTo>
                  <a:lnTo>
                    <a:pt x="553" y="255"/>
                  </a:lnTo>
                  <a:lnTo>
                    <a:pt x="549" y="255"/>
                  </a:lnTo>
                  <a:lnTo>
                    <a:pt x="550" y="256"/>
                  </a:lnTo>
                  <a:lnTo>
                    <a:pt x="557" y="257"/>
                  </a:lnTo>
                  <a:lnTo>
                    <a:pt x="571" y="261"/>
                  </a:lnTo>
                  <a:lnTo>
                    <a:pt x="588" y="265"/>
                  </a:lnTo>
                  <a:lnTo>
                    <a:pt x="607" y="265"/>
                  </a:lnTo>
                  <a:lnTo>
                    <a:pt x="624" y="265"/>
                  </a:lnTo>
                  <a:lnTo>
                    <a:pt x="641" y="263"/>
                  </a:lnTo>
                  <a:lnTo>
                    <a:pt x="658" y="262"/>
                  </a:lnTo>
                  <a:lnTo>
                    <a:pt x="672" y="262"/>
                  </a:lnTo>
                  <a:lnTo>
                    <a:pt x="685" y="265"/>
                  </a:lnTo>
                  <a:lnTo>
                    <a:pt x="695" y="271"/>
                  </a:lnTo>
                  <a:lnTo>
                    <a:pt x="706" y="279"/>
                  </a:lnTo>
                  <a:lnTo>
                    <a:pt x="716" y="286"/>
                  </a:lnTo>
                  <a:lnTo>
                    <a:pt x="726" y="291"/>
                  </a:lnTo>
                  <a:lnTo>
                    <a:pt x="735" y="295"/>
                  </a:lnTo>
                  <a:lnTo>
                    <a:pt x="743" y="297"/>
                  </a:lnTo>
                  <a:lnTo>
                    <a:pt x="749" y="296"/>
                  </a:lnTo>
                  <a:lnTo>
                    <a:pt x="754" y="293"/>
                  </a:lnTo>
                  <a:lnTo>
                    <a:pt x="755" y="285"/>
                  </a:lnTo>
                  <a:lnTo>
                    <a:pt x="757" y="277"/>
                  </a:lnTo>
                  <a:lnTo>
                    <a:pt x="763" y="270"/>
                  </a:lnTo>
                  <a:lnTo>
                    <a:pt x="771" y="265"/>
                  </a:lnTo>
                  <a:lnTo>
                    <a:pt x="780" y="260"/>
                  </a:lnTo>
                  <a:lnTo>
                    <a:pt x="790" y="258"/>
                  </a:lnTo>
                  <a:lnTo>
                    <a:pt x="800" y="257"/>
                  </a:lnTo>
                  <a:lnTo>
                    <a:pt x="809" y="259"/>
                  </a:lnTo>
                  <a:lnTo>
                    <a:pt x="814" y="263"/>
                  </a:lnTo>
                  <a:lnTo>
                    <a:pt x="819" y="266"/>
                  </a:lnTo>
                  <a:lnTo>
                    <a:pt x="826" y="267"/>
                  </a:lnTo>
                  <a:lnTo>
                    <a:pt x="834" y="265"/>
                  </a:lnTo>
                  <a:lnTo>
                    <a:pt x="842" y="261"/>
                  </a:lnTo>
                  <a:lnTo>
                    <a:pt x="849" y="256"/>
                  </a:lnTo>
                  <a:lnTo>
                    <a:pt x="856" y="250"/>
                  </a:lnTo>
                  <a:lnTo>
                    <a:pt x="860" y="244"/>
                  </a:lnTo>
                  <a:lnTo>
                    <a:pt x="861" y="238"/>
                  </a:lnTo>
                  <a:lnTo>
                    <a:pt x="862" y="231"/>
                  </a:lnTo>
                  <a:lnTo>
                    <a:pt x="864" y="222"/>
                  </a:lnTo>
                  <a:lnTo>
                    <a:pt x="867" y="212"/>
                  </a:lnTo>
                  <a:lnTo>
                    <a:pt x="871" y="202"/>
                  </a:lnTo>
                  <a:lnTo>
                    <a:pt x="876" y="194"/>
                  </a:lnTo>
                  <a:lnTo>
                    <a:pt x="880" y="189"/>
                  </a:lnTo>
                  <a:lnTo>
                    <a:pt x="885" y="189"/>
                  </a:lnTo>
                  <a:lnTo>
                    <a:pt x="889" y="196"/>
                  </a:lnTo>
                  <a:lnTo>
                    <a:pt x="892" y="206"/>
                  </a:lnTo>
                  <a:lnTo>
                    <a:pt x="893" y="217"/>
                  </a:lnTo>
                  <a:lnTo>
                    <a:pt x="894" y="227"/>
                  </a:lnTo>
                  <a:lnTo>
                    <a:pt x="895" y="236"/>
                  </a:lnTo>
                  <a:lnTo>
                    <a:pt x="896" y="245"/>
                  </a:lnTo>
                  <a:lnTo>
                    <a:pt x="900" y="252"/>
                  </a:lnTo>
                  <a:lnTo>
                    <a:pt x="907" y="258"/>
                  </a:lnTo>
                  <a:lnTo>
                    <a:pt x="916" y="263"/>
                  </a:lnTo>
                  <a:lnTo>
                    <a:pt x="926" y="266"/>
                  </a:lnTo>
                  <a:lnTo>
                    <a:pt x="934" y="267"/>
                  </a:lnTo>
                  <a:lnTo>
                    <a:pt x="941" y="267"/>
                  </a:lnTo>
                  <a:lnTo>
                    <a:pt x="948" y="266"/>
                  </a:lnTo>
                  <a:lnTo>
                    <a:pt x="955" y="267"/>
                  </a:lnTo>
                  <a:lnTo>
                    <a:pt x="962" y="270"/>
                  </a:lnTo>
                  <a:lnTo>
                    <a:pt x="970" y="275"/>
                  </a:lnTo>
                  <a:lnTo>
                    <a:pt x="979" y="285"/>
                  </a:lnTo>
                  <a:lnTo>
                    <a:pt x="990" y="297"/>
                  </a:lnTo>
                  <a:lnTo>
                    <a:pt x="1002" y="305"/>
                  </a:lnTo>
                  <a:lnTo>
                    <a:pt x="1013" y="311"/>
                  </a:lnTo>
                  <a:lnTo>
                    <a:pt x="1023" y="315"/>
                  </a:lnTo>
                  <a:lnTo>
                    <a:pt x="1034" y="318"/>
                  </a:lnTo>
                  <a:lnTo>
                    <a:pt x="1045" y="318"/>
                  </a:lnTo>
                  <a:lnTo>
                    <a:pt x="1057" y="318"/>
                  </a:lnTo>
                  <a:lnTo>
                    <a:pt x="1069" y="316"/>
                  </a:lnTo>
                  <a:lnTo>
                    <a:pt x="1080" y="314"/>
                  </a:lnTo>
                  <a:lnTo>
                    <a:pt x="1091" y="310"/>
                  </a:lnTo>
                  <a:lnTo>
                    <a:pt x="1104" y="306"/>
                  </a:lnTo>
                  <a:lnTo>
                    <a:pt x="1115" y="303"/>
                  </a:lnTo>
                  <a:lnTo>
                    <a:pt x="1127" y="300"/>
                  </a:lnTo>
                  <a:lnTo>
                    <a:pt x="1140" y="299"/>
                  </a:lnTo>
                  <a:lnTo>
                    <a:pt x="1155" y="301"/>
                  </a:lnTo>
                  <a:lnTo>
                    <a:pt x="1169" y="306"/>
                  </a:lnTo>
                  <a:lnTo>
                    <a:pt x="1184" y="311"/>
                  </a:lnTo>
                  <a:lnTo>
                    <a:pt x="1197" y="315"/>
                  </a:lnTo>
                  <a:lnTo>
                    <a:pt x="1210" y="317"/>
                  </a:lnTo>
                  <a:lnTo>
                    <a:pt x="1220" y="318"/>
                  </a:lnTo>
                  <a:lnTo>
                    <a:pt x="1228" y="317"/>
                  </a:lnTo>
                  <a:lnTo>
                    <a:pt x="1235" y="315"/>
                  </a:lnTo>
                  <a:lnTo>
                    <a:pt x="1240" y="311"/>
                  </a:lnTo>
                  <a:lnTo>
                    <a:pt x="1244" y="306"/>
                  </a:lnTo>
                  <a:lnTo>
                    <a:pt x="1251" y="302"/>
                  </a:lnTo>
                  <a:lnTo>
                    <a:pt x="1260" y="299"/>
                  </a:lnTo>
                  <a:lnTo>
                    <a:pt x="1272" y="299"/>
                  </a:lnTo>
                  <a:lnTo>
                    <a:pt x="1285" y="298"/>
                  </a:lnTo>
                  <a:lnTo>
                    <a:pt x="1297" y="298"/>
                  </a:lnTo>
                  <a:lnTo>
                    <a:pt x="1310" y="295"/>
                  </a:lnTo>
                  <a:lnTo>
                    <a:pt x="1319" y="289"/>
                  </a:lnTo>
                  <a:lnTo>
                    <a:pt x="1324" y="281"/>
                  </a:lnTo>
                  <a:lnTo>
                    <a:pt x="1328" y="270"/>
                  </a:lnTo>
                  <a:lnTo>
                    <a:pt x="1335" y="257"/>
                  </a:lnTo>
                  <a:lnTo>
                    <a:pt x="1344" y="245"/>
                  </a:lnTo>
                  <a:lnTo>
                    <a:pt x="1355" y="232"/>
                  </a:lnTo>
                  <a:lnTo>
                    <a:pt x="1365" y="223"/>
                  </a:lnTo>
                  <a:lnTo>
                    <a:pt x="1377" y="216"/>
                  </a:lnTo>
                  <a:lnTo>
                    <a:pt x="1388" y="214"/>
                  </a:lnTo>
                  <a:lnTo>
                    <a:pt x="1399" y="216"/>
                  </a:lnTo>
                  <a:lnTo>
                    <a:pt x="1410" y="218"/>
                  </a:lnTo>
                  <a:lnTo>
                    <a:pt x="1421" y="216"/>
                  </a:lnTo>
                  <a:lnTo>
                    <a:pt x="1432" y="211"/>
                  </a:lnTo>
                  <a:lnTo>
                    <a:pt x="1443" y="204"/>
                  </a:lnTo>
                  <a:lnTo>
                    <a:pt x="1456" y="198"/>
                  </a:lnTo>
                  <a:lnTo>
                    <a:pt x="1469" y="194"/>
                  </a:lnTo>
                  <a:lnTo>
                    <a:pt x="1483" y="194"/>
                  </a:lnTo>
                  <a:lnTo>
                    <a:pt x="1500" y="200"/>
                  </a:lnTo>
                  <a:lnTo>
                    <a:pt x="1514" y="209"/>
                  </a:lnTo>
                  <a:lnTo>
                    <a:pt x="1523" y="219"/>
                  </a:lnTo>
                  <a:lnTo>
                    <a:pt x="1529" y="230"/>
                  </a:lnTo>
                  <a:lnTo>
                    <a:pt x="1532" y="239"/>
                  </a:lnTo>
                  <a:lnTo>
                    <a:pt x="1532" y="248"/>
                  </a:lnTo>
                  <a:lnTo>
                    <a:pt x="1532" y="255"/>
                  </a:lnTo>
                  <a:lnTo>
                    <a:pt x="1531" y="259"/>
                  </a:lnTo>
                  <a:lnTo>
                    <a:pt x="1530" y="261"/>
                  </a:lnTo>
                  <a:lnTo>
                    <a:pt x="1533" y="262"/>
                  </a:lnTo>
                  <a:lnTo>
                    <a:pt x="1540" y="265"/>
                  </a:lnTo>
                  <a:lnTo>
                    <a:pt x="1551" y="269"/>
                  </a:lnTo>
                  <a:lnTo>
                    <a:pt x="1565" y="273"/>
                  </a:lnTo>
                  <a:lnTo>
                    <a:pt x="1579" y="277"/>
                  </a:lnTo>
                  <a:lnTo>
                    <a:pt x="1593" y="279"/>
                  </a:lnTo>
                  <a:lnTo>
                    <a:pt x="1608" y="278"/>
                  </a:lnTo>
                  <a:lnTo>
                    <a:pt x="1620" y="275"/>
                  </a:lnTo>
                  <a:lnTo>
                    <a:pt x="1630" y="268"/>
                  </a:lnTo>
                  <a:lnTo>
                    <a:pt x="1641" y="260"/>
                  </a:lnTo>
                  <a:lnTo>
                    <a:pt x="1652" y="252"/>
                  </a:lnTo>
                  <a:lnTo>
                    <a:pt x="1662" y="244"/>
                  </a:lnTo>
                  <a:lnTo>
                    <a:pt x="1672" y="237"/>
                  </a:lnTo>
                  <a:lnTo>
                    <a:pt x="1681" y="235"/>
                  </a:lnTo>
                  <a:lnTo>
                    <a:pt x="1690" y="237"/>
                  </a:lnTo>
                  <a:lnTo>
                    <a:pt x="1700" y="247"/>
                  </a:lnTo>
                  <a:lnTo>
                    <a:pt x="1706" y="252"/>
                  </a:lnTo>
                  <a:lnTo>
                    <a:pt x="1715" y="257"/>
                  </a:lnTo>
                  <a:lnTo>
                    <a:pt x="1727" y="261"/>
                  </a:lnTo>
                  <a:lnTo>
                    <a:pt x="1742" y="264"/>
                  </a:lnTo>
                  <a:lnTo>
                    <a:pt x="1759" y="267"/>
                  </a:lnTo>
                  <a:lnTo>
                    <a:pt x="1776" y="270"/>
                  </a:lnTo>
                  <a:lnTo>
                    <a:pt x="1795" y="272"/>
                  </a:lnTo>
                  <a:lnTo>
                    <a:pt x="1814" y="274"/>
                  </a:lnTo>
                  <a:lnTo>
                    <a:pt x="1814" y="274"/>
                  </a:lnTo>
                  <a:lnTo>
                    <a:pt x="1814" y="274"/>
                  </a:lnTo>
                  <a:lnTo>
                    <a:pt x="1814" y="274"/>
                  </a:lnTo>
                  <a:lnTo>
                    <a:pt x="1815" y="274"/>
                  </a:lnTo>
                  <a:lnTo>
                    <a:pt x="1815" y="274"/>
                  </a:lnTo>
                  <a:lnTo>
                    <a:pt x="1815" y="274"/>
                  </a:lnTo>
                  <a:lnTo>
                    <a:pt x="1815" y="274"/>
                  </a:lnTo>
                  <a:lnTo>
                    <a:pt x="1816" y="274"/>
                  </a:lnTo>
                  <a:lnTo>
                    <a:pt x="1816" y="279"/>
                  </a:lnTo>
                  <a:lnTo>
                    <a:pt x="1817" y="284"/>
                  </a:lnTo>
                  <a:lnTo>
                    <a:pt x="1818" y="288"/>
                  </a:lnTo>
                  <a:lnTo>
                    <a:pt x="1819" y="293"/>
                  </a:lnTo>
                  <a:lnTo>
                    <a:pt x="1820" y="308"/>
                  </a:lnTo>
                  <a:lnTo>
                    <a:pt x="1815" y="322"/>
                  </a:lnTo>
                  <a:lnTo>
                    <a:pt x="1808" y="334"/>
                  </a:lnTo>
                  <a:lnTo>
                    <a:pt x="1797" y="347"/>
                  </a:lnTo>
                  <a:lnTo>
                    <a:pt x="1789" y="358"/>
                  </a:lnTo>
                  <a:lnTo>
                    <a:pt x="1782" y="370"/>
                  </a:lnTo>
                  <a:lnTo>
                    <a:pt x="1781" y="383"/>
                  </a:lnTo>
                  <a:lnTo>
                    <a:pt x="1785" y="399"/>
                  </a:lnTo>
                  <a:lnTo>
                    <a:pt x="1790" y="413"/>
                  </a:lnTo>
                  <a:lnTo>
                    <a:pt x="1789" y="423"/>
                  </a:lnTo>
                  <a:lnTo>
                    <a:pt x="1784" y="431"/>
                  </a:lnTo>
                  <a:lnTo>
                    <a:pt x="1777" y="437"/>
                  </a:lnTo>
                  <a:lnTo>
                    <a:pt x="1767" y="444"/>
                  </a:lnTo>
                  <a:lnTo>
                    <a:pt x="1757" y="450"/>
                  </a:lnTo>
                  <a:lnTo>
                    <a:pt x="1747" y="458"/>
                  </a:lnTo>
                  <a:lnTo>
                    <a:pt x="1740" y="469"/>
                  </a:lnTo>
                  <a:lnTo>
                    <a:pt x="1736" y="481"/>
                  </a:lnTo>
                  <a:lnTo>
                    <a:pt x="1733" y="494"/>
                  </a:lnTo>
                  <a:lnTo>
                    <a:pt x="1732" y="504"/>
                  </a:lnTo>
                  <a:lnTo>
                    <a:pt x="1729" y="514"/>
                  </a:lnTo>
                  <a:lnTo>
                    <a:pt x="1726" y="523"/>
                  </a:lnTo>
                  <a:lnTo>
                    <a:pt x="1719" y="531"/>
                  </a:lnTo>
                  <a:lnTo>
                    <a:pt x="1710" y="537"/>
                  </a:lnTo>
                  <a:lnTo>
                    <a:pt x="1695" y="542"/>
                  </a:lnTo>
                  <a:lnTo>
                    <a:pt x="1682" y="550"/>
                  </a:lnTo>
                  <a:lnTo>
                    <a:pt x="1676" y="562"/>
                  </a:lnTo>
                  <a:lnTo>
                    <a:pt x="1674" y="576"/>
                  </a:lnTo>
                  <a:lnTo>
                    <a:pt x="1673" y="592"/>
                  </a:lnTo>
                  <a:lnTo>
                    <a:pt x="1673" y="610"/>
                  </a:lnTo>
                  <a:lnTo>
                    <a:pt x="1672" y="624"/>
                  </a:lnTo>
                  <a:lnTo>
                    <a:pt x="1666" y="636"/>
                  </a:lnTo>
                  <a:lnTo>
                    <a:pt x="1654" y="643"/>
                  </a:lnTo>
                  <a:lnTo>
                    <a:pt x="1640" y="651"/>
                  </a:lnTo>
                  <a:lnTo>
                    <a:pt x="1630" y="663"/>
                  </a:lnTo>
                  <a:lnTo>
                    <a:pt x="1623" y="679"/>
                  </a:lnTo>
                  <a:lnTo>
                    <a:pt x="1618" y="697"/>
                  </a:lnTo>
                  <a:lnTo>
                    <a:pt x="1614" y="715"/>
                  </a:lnTo>
                  <a:lnTo>
                    <a:pt x="1611" y="730"/>
                  </a:lnTo>
                  <a:lnTo>
                    <a:pt x="1606" y="743"/>
                  </a:lnTo>
                  <a:lnTo>
                    <a:pt x="1601" y="751"/>
                  </a:lnTo>
                  <a:lnTo>
                    <a:pt x="1593" y="756"/>
                  </a:lnTo>
                  <a:lnTo>
                    <a:pt x="1586" y="763"/>
                  </a:lnTo>
                  <a:lnTo>
                    <a:pt x="1578" y="771"/>
                  </a:lnTo>
                  <a:lnTo>
                    <a:pt x="1571" y="781"/>
                  </a:lnTo>
                  <a:lnTo>
                    <a:pt x="1565" y="792"/>
                  </a:lnTo>
                  <a:lnTo>
                    <a:pt x="1559" y="805"/>
                  </a:lnTo>
                  <a:lnTo>
                    <a:pt x="1555" y="818"/>
                  </a:lnTo>
                  <a:lnTo>
                    <a:pt x="1553" y="831"/>
                  </a:lnTo>
                  <a:lnTo>
                    <a:pt x="1548" y="842"/>
                  </a:lnTo>
                  <a:lnTo>
                    <a:pt x="1540" y="849"/>
                  </a:lnTo>
                  <a:lnTo>
                    <a:pt x="1528" y="853"/>
                  </a:lnTo>
                  <a:lnTo>
                    <a:pt x="1515" y="856"/>
                  </a:lnTo>
                  <a:lnTo>
                    <a:pt x="1502" y="860"/>
                  </a:lnTo>
                  <a:lnTo>
                    <a:pt x="1489" y="865"/>
                  </a:lnTo>
                  <a:lnTo>
                    <a:pt x="1479" y="874"/>
                  </a:lnTo>
                  <a:lnTo>
                    <a:pt x="1474" y="888"/>
                  </a:lnTo>
                  <a:lnTo>
                    <a:pt x="1471" y="904"/>
                  </a:lnTo>
                  <a:lnTo>
                    <a:pt x="1467" y="915"/>
                  </a:lnTo>
                  <a:lnTo>
                    <a:pt x="1463" y="921"/>
                  </a:lnTo>
                  <a:lnTo>
                    <a:pt x="1459" y="925"/>
                  </a:lnTo>
                  <a:lnTo>
                    <a:pt x="1454" y="925"/>
                  </a:lnTo>
                  <a:lnTo>
                    <a:pt x="1450" y="922"/>
                  </a:lnTo>
                  <a:lnTo>
                    <a:pt x="1444" y="918"/>
                  </a:lnTo>
                  <a:lnTo>
                    <a:pt x="1440" y="911"/>
                  </a:lnTo>
                  <a:lnTo>
                    <a:pt x="1435" y="906"/>
                  </a:lnTo>
                  <a:lnTo>
                    <a:pt x="1429" y="907"/>
                  </a:lnTo>
                  <a:lnTo>
                    <a:pt x="1423" y="911"/>
                  </a:lnTo>
                  <a:lnTo>
                    <a:pt x="1415" y="918"/>
                  </a:lnTo>
                  <a:lnTo>
                    <a:pt x="1408" y="927"/>
                  </a:lnTo>
                  <a:lnTo>
                    <a:pt x="1399" y="936"/>
                  </a:lnTo>
                  <a:lnTo>
                    <a:pt x="1392" y="943"/>
                  </a:lnTo>
                  <a:lnTo>
                    <a:pt x="1385" y="950"/>
                  </a:lnTo>
                  <a:lnTo>
                    <a:pt x="1379" y="954"/>
                  </a:lnTo>
                  <a:lnTo>
                    <a:pt x="1373" y="958"/>
                  </a:lnTo>
                  <a:lnTo>
                    <a:pt x="1367" y="960"/>
                  </a:lnTo>
                  <a:lnTo>
                    <a:pt x="1362" y="961"/>
                  </a:lnTo>
                  <a:lnTo>
                    <a:pt x="1357" y="961"/>
                  </a:lnTo>
                  <a:lnTo>
                    <a:pt x="1353" y="957"/>
                  </a:lnTo>
                  <a:lnTo>
                    <a:pt x="1348" y="951"/>
                  </a:lnTo>
                  <a:lnTo>
                    <a:pt x="1345" y="941"/>
                  </a:lnTo>
                  <a:lnTo>
                    <a:pt x="1342" y="931"/>
                  </a:lnTo>
                  <a:lnTo>
                    <a:pt x="1339" y="922"/>
                  </a:lnTo>
                  <a:lnTo>
                    <a:pt x="1335" y="916"/>
                  </a:lnTo>
                  <a:lnTo>
                    <a:pt x="1331" y="913"/>
                  </a:lnTo>
                  <a:lnTo>
                    <a:pt x="1326" y="913"/>
                  </a:lnTo>
                  <a:lnTo>
                    <a:pt x="1320" y="917"/>
                  </a:lnTo>
                  <a:lnTo>
                    <a:pt x="1314" y="925"/>
                  </a:lnTo>
                  <a:lnTo>
                    <a:pt x="1307" y="938"/>
                  </a:lnTo>
                  <a:lnTo>
                    <a:pt x="1301" y="951"/>
                  </a:lnTo>
                  <a:lnTo>
                    <a:pt x="1296" y="957"/>
                  </a:lnTo>
                  <a:lnTo>
                    <a:pt x="1293" y="958"/>
                  </a:lnTo>
                  <a:lnTo>
                    <a:pt x="1290" y="954"/>
                  </a:lnTo>
                  <a:lnTo>
                    <a:pt x="1288" y="949"/>
                  </a:lnTo>
                  <a:lnTo>
                    <a:pt x="1285" y="940"/>
                  </a:lnTo>
                  <a:lnTo>
                    <a:pt x="1280" y="932"/>
                  </a:lnTo>
                  <a:lnTo>
                    <a:pt x="1273" y="924"/>
                  </a:lnTo>
                  <a:lnTo>
                    <a:pt x="1266" y="917"/>
                  </a:lnTo>
                  <a:lnTo>
                    <a:pt x="1260" y="912"/>
                  </a:lnTo>
                  <a:lnTo>
                    <a:pt x="1256" y="909"/>
                  </a:lnTo>
                  <a:lnTo>
                    <a:pt x="1253" y="908"/>
                  </a:lnTo>
                  <a:lnTo>
                    <a:pt x="1251" y="910"/>
                  </a:lnTo>
                  <a:lnTo>
                    <a:pt x="1249" y="916"/>
                  </a:lnTo>
                  <a:lnTo>
                    <a:pt x="1248" y="926"/>
                  </a:lnTo>
                  <a:lnTo>
                    <a:pt x="1247" y="941"/>
                  </a:lnTo>
                  <a:lnTo>
                    <a:pt x="1245" y="956"/>
                  </a:lnTo>
                  <a:lnTo>
                    <a:pt x="1242" y="963"/>
                  </a:lnTo>
                  <a:lnTo>
                    <a:pt x="1238" y="966"/>
                  </a:lnTo>
                  <a:lnTo>
                    <a:pt x="1234" y="966"/>
                  </a:lnTo>
                  <a:lnTo>
                    <a:pt x="1230" y="967"/>
                  </a:lnTo>
                  <a:lnTo>
                    <a:pt x="1227" y="970"/>
                  </a:lnTo>
                  <a:lnTo>
                    <a:pt x="1225" y="977"/>
                  </a:lnTo>
                  <a:lnTo>
                    <a:pt x="1225" y="991"/>
                  </a:lnTo>
                  <a:lnTo>
                    <a:pt x="1224" y="1005"/>
                  </a:lnTo>
                  <a:lnTo>
                    <a:pt x="1219" y="1010"/>
                  </a:lnTo>
                  <a:lnTo>
                    <a:pt x="1212" y="1009"/>
                  </a:lnTo>
                  <a:lnTo>
                    <a:pt x="1204" y="1004"/>
                  </a:lnTo>
                  <a:lnTo>
                    <a:pt x="1195" y="997"/>
                  </a:lnTo>
                  <a:lnTo>
                    <a:pt x="1187" y="988"/>
                  </a:lnTo>
                  <a:lnTo>
                    <a:pt x="1182" y="982"/>
                  </a:lnTo>
                  <a:lnTo>
                    <a:pt x="1180" y="980"/>
                  </a:lnTo>
                  <a:lnTo>
                    <a:pt x="1178" y="977"/>
                  </a:lnTo>
                  <a:lnTo>
                    <a:pt x="1172" y="968"/>
                  </a:lnTo>
                  <a:lnTo>
                    <a:pt x="1164" y="956"/>
                  </a:lnTo>
                  <a:lnTo>
                    <a:pt x="1154" y="943"/>
                  </a:lnTo>
                  <a:lnTo>
                    <a:pt x="1142" y="932"/>
                  </a:lnTo>
                  <a:lnTo>
                    <a:pt x="1131" y="925"/>
                  </a:lnTo>
                  <a:lnTo>
                    <a:pt x="1121" y="925"/>
                  </a:lnTo>
                  <a:lnTo>
                    <a:pt x="1113" y="933"/>
                  </a:lnTo>
                  <a:lnTo>
                    <a:pt x="1107" y="943"/>
                  </a:lnTo>
                  <a:lnTo>
                    <a:pt x="1104" y="947"/>
                  </a:lnTo>
                  <a:lnTo>
                    <a:pt x="1100" y="947"/>
                  </a:lnTo>
                  <a:lnTo>
                    <a:pt x="1099" y="942"/>
                  </a:lnTo>
                  <a:lnTo>
                    <a:pt x="1096" y="936"/>
                  </a:lnTo>
                  <a:lnTo>
                    <a:pt x="1093" y="930"/>
                  </a:lnTo>
                  <a:lnTo>
                    <a:pt x="1087" y="926"/>
                  </a:lnTo>
                  <a:lnTo>
                    <a:pt x="1079" y="924"/>
                  </a:lnTo>
                  <a:lnTo>
                    <a:pt x="1069" y="922"/>
                  </a:lnTo>
                  <a:lnTo>
                    <a:pt x="1060" y="918"/>
                  </a:lnTo>
                  <a:lnTo>
                    <a:pt x="1053" y="911"/>
                  </a:lnTo>
                  <a:lnTo>
                    <a:pt x="1045" y="903"/>
                  </a:lnTo>
                  <a:lnTo>
                    <a:pt x="1039" y="895"/>
                  </a:lnTo>
                  <a:lnTo>
                    <a:pt x="1035" y="888"/>
                  </a:lnTo>
                  <a:lnTo>
                    <a:pt x="1033" y="884"/>
                  </a:lnTo>
                  <a:lnTo>
                    <a:pt x="1032" y="882"/>
                  </a:lnTo>
                  <a:lnTo>
                    <a:pt x="1029" y="881"/>
                  </a:lnTo>
                  <a:lnTo>
                    <a:pt x="1023" y="878"/>
                  </a:lnTo>
                  <a:lnTo>
                    <a:pt x="1015" y="875"/>
                  </a:lnTo>
                  <a:lnTo>
                    <a:pt x="1006" y="872"/>
                  </a:lnTo>
                  <a:lnTo>
                    <a:pt x="998" y="872"/>
                  </a:lnTo>
                  <a:lnTo>
                    <a:pt x="995" y="875"/>
                  </a:lnTo>
                  <a:lnTo>
                    <a:pt x="997" y="883"/>
                  </a:lnTo>
                  <a:lnTo>
                    <a:pt x="1007" y="897"/>
                  </a:lnTo>
                  <a:lnTo>
                    <a:pt x="1019" y="909"/>
                  </a:lnTo>
                  <a:lnTo>
                    <a:pt x="1028" y="914"/>
                  </a:lnTo>
                  <a:lnTo>
                    <a:pt x="1035" y="913"/>
                  </a:lnTo>
                  <a:lnTo>
                    <a:pt x="1041" y="910"/>
                  </a:lnTo>
                  <a:lnTo>
                    <a:pt x="1045" y="908"/>
                  </a:lnTo>
                  <a:lnTo>
                    <a:pt x="1049" y="907"/>
                  </a:lnTo>
                  <a:lnTo>
                    <a:pt x="1053" y="912"/>
                  </a:lnTo>
                  <a:lnTo>
                    <a:pt x="1057" y="924"/>
                  </a:lnTo>
                  <a:lnTo>
                    <a:pt x="1061" y="939"/>
                  </a:lnTo>
                  <a:lnTo>
                    <a:pt x="1064" y="950"/>
                  </a:lnTo>
                  <a:lnTo>
                    <a:pt x="1066" y="958"/>
                  </a:lnTo>
                  <a:lnTo>
                    <a:pt x="1065" y="962"/>
                  </a:lnTo>
                  <a:lnTo>
                    <a:pt x="1061" y="965"/>
                  </a:lnTo>
                  <a:lnTo>
                    <a:pt x="1054" y="965"/>
                  </a:lnTo>
                  <a:lnTo>
                    <a:pt x="1041" y="964"/>
                  </a:lnTo>
                  <a:lnTo>
                    <a:pt x="1024" y="961"/>
                  </a:lnTo>
                  <a:lnTo>
                    <a:pt x="1007" y="960"/>
                  </a:lnTo>
                  <a:lnTo>
                    <a:pt x="996" y="962"/>
                  </a:lnTo>
                  <a:lnTo>
                    <a:pt x="989" y="966"/>
                  </a:lnTo>
                  <a:lnTo>
                    <a:pt x="985" y="970"/>
                  </a:lnTo>
                  <a:lnTo>
                    <a:pt x="983" y="974"/>
                  </a:lnTo>
                  <a:lnTo>
                    <a:pt x="981" y="976"/>
                  </a:lnTo>
                  <a:lnTo>
                    <a:pt x="978" y="975"/>
                  </a:lnTo>
                  <a:lnTo>
                    <a:pt x="973" y="969"/>
                  </a:lnTo>
                  <a:lnTo>
                    <a:pt x="965" y="963"/>
                  </a:lnTo>
                  <a:lnTo>
                    <a:pt x="955" y="962"/>
                  </a:lnTo>
                  <a:lnTo>
                    <a:pt x="943" y="964"/>
                  </a:lnTo>
                  <a:lnTo>
                    <a:pt x="933" y="968"/>
                  </a:lnTo>
                  <a:lnTo>
                    <a:pt x="923" y="972"/>
                  </a:lnTo>
                  <a:lnTo>
                    <a:pt x="914" y="975"/>
                  </a:lnTo>
                  <a:lnTo>
                    <a:pt x="909" y="976"/>
                  </a:lnTo>
                  <a:lnTo>
                    <a:pt x="906" y="972"/>
                  </a:lnTo>
                  <a:lnTo>
                    <a:pt x="907" y="965"/>
                  </a:lnTo>
                  <a:lnTo>
                    <a:pt x="909" y="958"/>
                  </a:lnTo>
                  <a:lnTo>
                    <a:pt x="913" y="949"/>
                  </a:lnTo>
                  <a:lnTo>
                    <a:pt x="918" y="940"/>
                  </a:lnTo>
                  <a:lnTo>
                    <a:pt x="923" y="933"/>
                  </a:lnTo>
                  <a:lnTo>
                    <a:pt x="927" y="927"/>
                  </a:lnTo>
                  <a:lnTo>
                    <a:pt x="930" y="923"/>
                  </a:lnTo>
                  <a:lnTo>
                    <a:pt x="931" y="922"/>
                  </a:lnTo>
                  <a:lnTo>
                    <a:pt x="932" y="918"/>
                  </a:lnTo>
                  <a:lnTo>
                    <a:pt x="931" y="909"/>
                  </a:lnTo>
                  <a:lnTo>
                    <a:pt x="926" y="901"/>
                  </a:lnTo>
                  <a:lnTo>
                    <a:pt x="912" y="900"/>
                  </a:lnTo>
                  <a:lnTo>
                    <a:pt x="903" y="901"/>
                  </a:lnTo>
                  <a:lnTo>
                    <a:pt x="895" y="902"/>
                  </a:lnTo>
                  <a:lnTo>
                    <a:pt x="889" y="902"/>
                  </a:lnTo>
                  <a:lnTo>
                    <a:pt x="883" y="903"/>
                  </a:lnTo>
                  <a:lnTo>
                    <a:pt x="878" y="906"/>
                  </a:lnTo>
                  <a:lnTo>
                    <a:pt x="872" y="911"/>
                  </a:lnTo>
                  <a:lnTo>
                    <a:pt x="866" y="919"/>
                  </a:lnTo>
                  <a:lnTo>
                    <a:pt x="859" y="930"/>
                  </a:lnTo>
                  <a:lnTo>
                    <a:pt x="852" y="942"/>
                  </a:lnTo>
                  <a:lnTo>
                    <a:pt x="847" y="951"/>
                  </a:lnTo>
                  <a:lnTo>
                    <a:pt x="843" y="958"/>
                  </a:lnTo>
                  <a:lnTo>
                    <a:pt x="840" y="962"/>
                  </a:lnTo>
                  <a:lnTo>
                    <a:pt x="836" y="965"/>
                  </a:lnTo>
                  <a:lnTo>
                    <a:pt x="833" y="967"/>
                  </a:lnTo>
                  <a:lnTo>
                    <a:pt x="828" y="969"/>
                  </a:lnTo>
                  <a:lnTo>
                    <a:pt x="822" y="972"/>
                  </a:lnTo>
                  <a:lnTo>
                    <a:pt x="814" y="976"/>
                  </a:lnTo>
                  <a:lnTo>
                    <a:pt x="806" y="981"/>
                  </a:lnTo>
                  <a:lnTo>
                    <a:pt x="796" y="988"/>
                  </a:lnTo>
                  <a:lnTo>
                    <a:pt x="789" y="995"/>
                  </a:lnTo>
                  <a:lnTo>
                    <a:pt x="783" y="1003"/>
                  </a:lnTo>
                  <a:lnTo>
                    <a:pt x="780" y="1009"/>
                  </a:lnTo>
                  <a:lnTo>
                    <a:pt x="779" y="1014"/>
                  </a:lnTo>
                  <a:lnTo>
                    <a:pt x="783" y="1017"/>
                  </a:lnTo>
                  <a:lnTo>
                    <a:pt x="789" y="1019"/>
                  </a:lnTo>
                  <a:lnTo>
                    <a:pt x="797" y="1019"/>
                  </a:lnTo>
                  <a:lnTo>
                    <a:pt x="805" y="1019"/>
                  </a:lnTo>
                  <a:lnTo>
                    <a:pt x="813" y="1018"/>
                  </a:lnTo>
                  <a:lnTo>
                    <a:pt x="820" y="1016"/>
                  </a:lnTo>
                  <a:lnTo>
                    <a:pt x="827" y="1013"/>
                  </a:lnTo>
                  <a:lnTo>
                    <a:pt x="833" y="1010"/>
                  </a:lnTo>
                  <a:lnTo>
                    <a:pt x="838" y="1006"/>
                  </a:lnTo>
                  <a:lnTo>
                    <a:pt x="842" y="1002"/>
                  </a:lnTo>
                  <a:lnTo>
                    <a:pt x="846" y="997"/>
                  </a:lnTo>
                  <a:lnTo>
                    <a:pt x="852" y="992"/>
                  </a:lnTo>
                  <a:lnTo>
                    <a:pt x="857" y="989"/>
                  </a:lnTo>
                  <a:lnTo>
                    <a:pt x="862" y="988"/>
                  </a:lnTo>
                  <a:lnTo>
                    <a:pt x="867" y="989"/>
                  </a:lnTo>
                  <a:lnTo>
                    <a:pt x="872" y="994"/>
                  </a:lnTo>
                  <a:lnTo>
                    <a:pt x="878" y="1004"/>
                  </a:lnTo>
                  <a:lnTo>
                    <a:pt x="884" y="1014"/>
                  </a:lnTo>
                  <a:lnTo>
                    <a:pt x="888" y="1020"/>
                  </a:lnTo>
                  <a:lnTo>
                    <a:pt x="892" y="1025"/>
                  </a:lnTo>
                  <a:lnTo>
                    <a:pt x="895" y="1028"/>
                  </a:lnTo>
                  <a:lnTo>
                    <a:pt x="897" y="1031"/>
                  </a:lnTo>
                  <a:lnTo>
                    <a:pt x="898" y="1035"/>
                  </a:lnTo>
                  <a:lnTo>
                    <a:pt x="898" y="1040"/>
                  </a:lnTo>
                  <a:lnTo>
                    <a:pt x="897" y="1049"/>
                  </a:lnTo>
                  <a:lnTo>
                    <a:pt x="895" y="1057"/>
                  </a:lnTo>
                  <a:lnTo>
                    <a:pt x="893" y="1064"/>
                  </a:lnTo>
                  <a:lnTo>
                    <a:pt x="891" y="1069"/>
                  </a:lnTo>
                  <a:lnTo>
                    <a:pt x="888" y="1072"/>
                  </a:lnTo>
                  <a:lnTo>
                    <a:pt x="885" y="1073"/>
                  </a:lnTo>
                  <a:lnTo>
                    <a:pt x="881" y="1073"/>
                  </a:lnTo>
                  <a:lnTo>
                    <a:pt x="876" y="1070"/>
                  </a:lnTo>
                  <a:lnTo>
                    <a:pt x="870" y="1065"/>
                  </a:lnTo>
                  <a:lnTo>
                    <a:pt x="864" y="1061"/>
                  </a:lnTo>
                  <a:lnTo>
                    <a:pt x="859" y="1061"/>
                  </a:lnTo>
                  <a:lnTo>
                    <a:pt x="855" y="1063"/>
                  </a:lnTo>
                  <a:lnTo>
                    <a:pt x="852" y="1068"/>
                  </a:lnTo>
                  <a:lnTo>
                    <a:pt x="849" y="1074"/>
                  </a:lnTo>
                  <a:lnTo>
                    <a:pt x="847" y="1081"/>
                  </a:lnTo>
                  <a:lnTo>
                    <a:pt x="847" y="1087"/>
                  </a:lnTo>
                  <a:lnTo>
                    <a:pt x="847" y="1093"/>
                  </a:lnTo>
                  <a:lnTo>
                    <a:pt x="848" y="1100"/>
                  </a:lnTo>
                  <a:lnTo>
                    <a:pt x="848" y="1108"/>
                  </a:lnTo>
                  <a:lnTo>
                    <a:pt x="848" y="1116"/>
                  </a:lnTo>
                  <a:lnTo>
                    <a:pt x="848" y="1125"/>
                  </a:lnTo>
                  <a:lnTo>
                    <a:pt x="848" y="1133"/>
                  </a:lnTo>
                  <a:lnTo>
                    <a:pt x="847" y="1140"/>
                  </a:lnTo>
                  <a:lnTo>
                    <a:pt x="847" y="1144"/>
                  </a:lnTo>
                  <a:lnTo>
                    <a:pt x="847" y="1146"/>
                  </a:lnTo>
                  <a:lnTo>
                    <a:pt x="856" y="1177"/>
                  </a:lnTo>
                  <a:lnTo>
                    <a:pt x="856" y="1176"/>
                  </a:lnTo>
                  <a:lnTo>
                    <a:pt x="856" y="1175"/>
                  </a:lnTo>
                  <a:lnTo>
                    <a:pt x="858" y="1173"/>
                  </a:lnTo>
                  <a:lnTo>
                    <a:pt x="860" y="1170"/>
                  </a:lnTo>
                  <a:lnTo>
                    <a:pt x="865" y="1167"/>
                  </a:lnTo>
                  <a:lnTo>
                    <a:pt x="872" y="1165"/>
                  </a:lnTo>
                  <a:lnTo>
                    <a:pt x="881" y="1163"/>
                  </a:lnTo>
                  <a:lnTo>
                    <a:pt x="894" y="1161"/>
                  </a:lnTo>
                  <a:lnTo>
                    <a:pt x="908" y="1159"/>
                  </a:lnTo>
                  <a:lnTo>
                    <a:pt x="919" y="1156"/>
                  </a:lnTo>
                  <a:lnTo>
                    <a:pt x="928" y="1153"/>
                  </a:lnTo>
                  <a:lnTo>
                    <a:pt x="936" y="1149"/>
                  </a:lnTo>
                  <a:lnTo>
                    <a:pt x="942" y="1145"/>
                  </a:lnTo>
                  <a:lnTo>
                    <a:pt x="948" y="1143"/>
                  </a:lnTo>
                  <a:lnTo>
                    <a:pt x="955" y="1142"/>
                  </a:lnTo>
                  <a:lnTo>
                    <a:pt x="962" y="1143"/>
                  </a:lnTo>
                  <a:lnTo>
                    <a:pt x="970" y="1145"/>
                  </a:lnTo>
                  <a:lnTo>
                    <a:pt x="978" y="1145"/>
                  </a:lnTo>
                  <a:lnTo>
                    <a:pt x="986" y="1145"/>
                  </a:lnTo>
                  <a:lnTo>
                    <a:pt x="994" y="1144"/>
                  </a:lnTo>
                  <a:lnTo>
                    <a:pt x="1002" y="1143"/>
                  </a:lnTo>
                  <a:lnTo>
                    <a:pt x="1008" y="1141"/>
                  </a:lnTo>
                  <a:lnTo>
                    <a:pt x="1012" y="1140"/>
                  </a:lnTo>
                  <a:lnTo>
                    <a:pt x="1013" y="1140"/>
                  </a:lnTo>
                  <a:lnTo>
                    <a:pt x="1024" y="1121"/>
                  </a:lnTo>
                  <a:lnTo>
                    <a:pt x="1023" y="1120"/>
                  </a:lnTo>
                  <a:lnTo>
                    <a:pt x="1021" y="1117"/>
                  </a:lnTo>
                  <a:lnTo>
                    <a:pt x="1019" y="1113"/>
                  </a:lnTo>
                  <a:lnTo>
                    <a:pt x="1015" y="1108"/>
                  </a:lnTo>
                  <a:lnTo>
                    <a:pt x="1012" y="1102"/>
                  </a:lnTo>
                  <a:lnTo>
                    <a:pt x="1008" y="1095"/>
                  </a:lnTo>
                  <a:lnTo>
                    <a:pt x="1005" y="1089"/>
                  </a:lnTo>
                  <a:lnTo>
                    <a:pt x="1002" y="1084"/>
                  </a:lnTo>
                  <a:lnTo>
                    <a:pt x="999" y="1078"/>
                  </a:lnTo>
                  <a:lnTo>
                    <a:pt x="997" y="1070"/>
                  </a:lnTo>
                  <a:lnTo>
                    <a:pt x="996" y="1061"/>
                  </a:lnTo>
                  <a:lnTo>
                    <a:pt x="995" y="1054"/>
                  </a:lnTo>
                  <a:lnTo>
                    <a:pt x="996" y="1049"/>
                  </a:lnTo>
                  <a:lnTo>
                    <a:pt x="999" y="1047"/>
                  </a:lnTo>
                  <a:lnTo>
                    <a:pt x="1005" y="1050"/>
                  </a:lnTo>
                  <a:lnTo>
                    <a:pt x="1013" y="1060"/>
                  </a:lnTo>
                  <a:lnTo>
                    <a:pt x="1021" y="1071"/>
                  </a:lnTo>
                  <a:lnTo>
                    <a:pt x="1026" y="1077"/>
                  </a:lnTo>
                  <a:lnTo>
                    <a:pt x="1029" y="1079"/>
                  </a:lnTo>
                  <a:lnTo>
                    <a:pt x="1031" y="1078"/>
                  </a:lnTo>
                  <a:lnTo>
                    <a:pt x="1033" y="1075"/>
                  </a:lnTo>
                  <a:lnTo>
                    <a:pt x="1035" y="1071"/>
                  </a:lnTo>
                  <a:lnTo>
                    <a:pt x="1037" y="1065"/>
                  </a:lnTo>
                  <a:lnTo>
                    <a:pt x="1040" y="1060"/>
                  </a:lnTo>
                  <a:lnTo>
                    <a:pt x="1044" y="1054"/>
                  </a:lnTo>
                  <a:lnTo>
                    <a:pt x="1048" y="1045"/>
                  </a:lnTo>
                  <a:lnTo>
                    <a:pt x="1052" y="1037"/>
                  </a:lnTo>
                  <a:lnTo>
                    <a:pt x="1055" y="1029"/>
                  </a:lnTo>
                  <a:lnTo>
                    <a:pt x="1057" y="1021"/>
                  </a:lnTo>
                  <a:lnTo>
                    <a:pt x="1059" y="1015"/>
                  </a:lnTo>
                  <a:lnTo>
                    <a:pt x="1060" y="1011"/>
                  </a:lnTo>
                  <a:lnTo>
                    <a:pt x="1060" y="1009"/>
                  </a:lnTo>
                  <a:lnTo>
                    <a:pt x="1061" y="1008"/>
                  </a:lnTo>
                  <a:lnTo>
                    <a:pt x="1065" y="1007"/>
                  </a:lnTo>
                  <a:lnTo>
                    <a:pt x="1069" y="1006"/>
                  </a:lnTo>
                  <a:lnTo>
                    <a:pt x="1075" y="1005"/>
                  </a:lnTo>
                  <a:lnTo>
                    <a:pt x="1080" y="1007"/>
                  </a:lnTo>
                  <a:lnTo>
                    <a:pt x="1084" y="1011"/>
                  </a:lnTo>
                  <a:lnTo>
                    <a:pt x="1086" y="1019"/>
                  </a:lnTo>
                  <a:lnTo>
                    <a:pt x="1085" y="1031"/>
                  </a:lnTo>
                  <a:lnTo>
                    <a:pt x="1083" y="1044"/>
                  </a:lnTo>
                  <a:lnTo>
                    <a:pt x="1082" y="1055"/>
                  </a:lnTo>
                  <a:lnTo>
                    <a:pt x="1082" y="1062"/>
                  </a:lnTo>
                  <a:lnTo>
                    <a:pt x="1083" y="1067"/>
                  </a:lnTo>
                  <a:lnTo>
                    <a:pt x="1085" y="1072"/>
                  </a:lnTo>
                  <a:lnTo>
                    <a:pt x="1088" y="1075"/>
                  </a:lnTo>
                  <a:lnTo>
                    <a:pt x="1091" y="1079"/>
                  </a:lnTo>
                  <a:lnTo>
                    <a:pt x="1096" y="1084"/>
                  </a:lnTo>
                  <a:lnTo>
                    <a:pt x="1100" y="1090"/>
                  </a:lnTo>
                  <a:lnTo>
                    <a:pt x="1104" y="1099"/>
                  </a:lnTo>
                  <a:lnTo>
                    <a:pt x="1106" y="1108"/>
                  </a:lnTo>
                  <a:lnTo>
                    <a:pt x="1107" y="1117"/>
                  </a:lnTo>
                  <a:lnTo>
                    <a:pt x="1108" y="1127"/>
                  </a:lnTo>
                  <a:lnTo>
                    <a:pt x="1109" y="1137"/>
                  </a:lnTo>
                  <a:lnTo>
                    <a:pt x="1110" y="1146"/>
                  </a:lnTo>
                  <a:lnTo>
                    <a:pt x="1113" y="1155"/>
                  </a:lnTo>
                  <a:lnTo>
                    <a:pt x="1117" y="1162"/>
                  </a:lnTo>
                  <a:lnTo>
                    <a:pt x="1120" y="1168"/>
                  </a:lnTo>
                  <a:lnTo>
                    <a:pt x="1123" y="1173"/>
                  </a:lnTo>
                  <a:lnTo>
                    <a:pt x="1126" y="1178"/>
                  </a:lnTo>
                  <a:lnTo>
                    <a:pt x="1128" y="1183"/>
                  </a:lnTo>
                  <a:lnTo>
                    <a:pt x="1128" y="1188"/>
                  </a:lnTo>
                  <a:lnTo>
                    <a:pt x="1127" y="1194"/>
                  </a:lnTo>
                  <a:lnTo>
                    <a:pt x="1124" y="1203"/>
                  </a:lnTo>
                  <a:lnTo>
                    <a:pt x="1120" y="1211"/>
                  </a:lnTo>
                  <a:lnTo>
                    <a:pt x="1117" y="1220"/>
                  </a:lnTo>
                  <a:lnTo>
                    <a:pt x="1115" y="1228"/>
                  </a:lnTo>
                  <a:lnTo>
                    <a:pt x="1113" y="1236"/>
                  </a:lnTo>
                  <a:lnTo>
                    <a:pt x="1112" y="1243"/>
                  </a:lnTo>
                  <a:lnTo>
                    <a:pt x="1111" y="1249"/>
                  </a:lnTo>
                  <a:lnTo>
                    <a:pt x="1111" y="1253"/>
                  </a:lnTo>
                  <a:lnTo>
                    <a:pt x="1111" y="1254"/>
                  </a:lnTo>
                  <a:lnTo>
                    <a:pt x="1110" y="1254"/>
                  </a:lnTo>
                  <a:lnTo>
                    <a:pt x="1106" y="1254"/>
                  </a:lnTo>
                  <a:lnTo>
                    <a:pt x="1100" y="1255"/>
                  </a:lnTo>
                  <a:lnTo>
                    <a:pt x="1094" y="1255"/>
                  </a:lnTo>
                  <a:lnTo>
                    <a:pt x="1086" y="1255"/>
                  </a:lnTo>
                  <a:lnTo>
                    <a:pt x="1078" y="1255"/>
                  </a:lnTo>
                  <a:lnTo>
                    <a:pt x="1070" y="1255"/>
                  </a:lnTo>
                  <a:lnTo>
                    <a:pt x="1063" y="1254"/>
                  </a:lnTo>
                  <a:lnTo>
                    <a:pt x="1058" y="1255"/>
                  </a:lnTo>
                  <a:lnTo>
                    <a:pt x="1056" y="1258"/>
                  </a:lnTo>
                  <a:lnTo>
                    <a:pt x="1057" y="1263"/>
                  </a:lnTo>
                  <a:lnTo>
                    <a:pt x="1060" y="1269"/>
                  </a:lnTo>
                  <a:lnTo>
                    <a:pt x="1063" y="1276"/>
                  </a:lnTo>
                  <a:lnTo>
                    <a:pt x="1067" y="1281"/>
                  </a:lnTo>
                  <a:lnTo>
                    <a:pt x="1070" y="1285"/>
                  </a:lnTo>
                  <a:lnTo>
                    <a:pt x="1071" y="1287"/>
                  </a:lnTo>
                  <a:lnTo>
                    <a:pt x="1070" y="1287"/>
                  </a:lnTo>
                  <a:lnTo>
                    <a:pt x="1067" y="1288"/>
                  </a:lnTo>
                  <a:lnTo>
                    <a:pt x="1063" y="1289"/>
                  </a:lnTo>
                  <a:lnTo>
                    <a:pt x="1058" y="1290"/>
                  </a:lnTo>
                  <a:lnTo>
                    <a:pt x="1052" y="1294"/>
                  </a:lnTo>
                  <a:lnTo>
                    <a:pt x="1046" y="1299"/>
                  </a:lnTo>
                  <a:lnTo>
                    <a:pt x="1041" y="1305"/>
                  </a:lnTo>
                  <a:lnTo>
                    <a:pt x="1037" y="1313"/>
                  </a:lnTo>
                  <a:lnTo>
                    <a:pt x="1034" y="1319"/>
                  </a:lnTo>
                  <a:lnTo>
                    <a:pt x="1030" y="1320"/>
                  </a:lnTo>
                  <a:lnTo>
                    <a:pt x="1025" y="1318"/>
                  </a:lnTo>
                  <a:lnTo>
                    <a:pt x="1020" y="1313"/>
                  </a:lnTo>
                  <a:lnTo>
                    <a:pt x="1014" y="1308"/>
                  </a:lnTo>
                  <a:lnTo>
                    <a:pt x="1008" y="1302"/>
                  </a:lnTo>
                  <a:lnTo>
                    <a:pt x="1000" y="1299"/>
                  </a:lnTo>
                  <a:lnTo>
                    <a:pt x="992" y="1299"/>
                  </a:lnTo>
                  <a:lnTo>
                    <a:pt x="986" y="1300"/>
                  </a:lnTo>
                  <a:lnTo>
                    <a:pt x="984" y="1299"/>
                  </a:lnTo>
                  <a:lnTo>
                    <a:pt x="985" y="1295"/>
                  </a:lnTo>
                  <a:lnTo>
                    <a:pt x="988" y="1290"/>
                  </a:lnTo>
                  <a:lnTo>
                    <a:pt x="991" y="1285"/>
                  </a:lnTo>
                  <a:lnTo>
                    <a:pt x="996" y="1279"/>
                  </a:lnTo>
                  <a:lnTo>
                    <a:pt x="999" y="1273"/>
                  </a:lnTo>
                  <a:lnTo>
                    <a:pt x="1002" y="1267"/>
                  </a:lnTo>
                  <a:lnTo>
                    <a:pt x="1004" y="1261"/>
                  </a:lnTo>
                  <a:lnTo>
                    <a:pt x="1006" y="1257"/>
                  </a:lnTo>
                  <a:lnTo>
                    <a:pt x="1009" y="1253"/>
                  </a:lnTo>
                  <a:lnTo>
                    <a:pt x="1010" y="1250"/>
                  </a:lnTo>
                  <a:lnTo>
                    <a:pt x="1008" y="1247"/>
                  </a:lnTo>
                  <a:lnTo>
                    <a:pt x="1000" y="1245"/>
                  </a:lnTo>
                  <a:lnTo>
                    <a:pt x="989" y="1244"/>
                  </a:lnTo>
                  <a:lnTo>
                    <a:pt x="970" y="1244"/>
                  </a:lnTo>
                  <a:lnTo>
                    <a:pt x="948" y="1243"/>
                  </a:lnTo>
                  <a:lnTo>
                    <a:pt x="931" y="1242"/>
                  </a:lnTo>
                  <a:lnTo>
                    <a:pt x="917" y="1240"/>
                  </a:lnTo>
                  <a:lnTo>
                    <a:pt x="907" y="1239"/>
                  </a:lnTo>
                  <a:lnTo>
                    <a:pt x="897" y="1238"/>
                  </a:lnTo>
                  <a:lnTo>
                    <a:pt x="892" y="1238"/>
                  </a:lnTo>
                  <a:lnTo>
                    <a:pt x="888" y="1239"/>
                  </a:lnTo>
                  <a:lnTo>
                    <a:pt x="886" y="1242"/>
                  </a:lnTo>
                  <a:lnTo>
                    <a:pt x="884" y="1244"/>
                  </a:lnTo>
                  <a:lnTo>
                    <a:pt x="881" y="1243"/>
                  </a:lnTo>
                  <a:lnTo>
                    <a:pt x="877" y="1241"/>
                  </a:lnTo>
                  <a:lnTo>
                    <a:pt x="872" y="1238"/>
                  </a:lnTo>
                  <a:lnTo>
                    <a:pt x="866" y="1235"/>
                  </a:lnTo>
                  <a:lnTo>
                    <a:pt x="859" y="1235"/>
                  </a:lnTo>
                  <a:lnTo>
                    <a:pt x="850" y="1237"/>
                  </a:lnTo>
                  <a:lnTo>
                    <a:pt x="841" y="1244"/>
                  </a:lnTo>
                  <a:lnTo>
                    <a:pt x="833" y="1253"/>
                  </a:lnTo>
                  <a:lnTo>
                    <a:pt x="826" y="1260"/>
                  </a:lnTo>
                  <a:lnTo>
                    <a:pt x="821" y="1264"/>
                  </a:lnTo>
                  <a:lnTo>
                    <a:pt x="817" y="1267"/>
                  </a:lnTo>
                  <a:lnTo>
                    <a:pt x="812" y="1267"/>
                  </a:lnTo>
                  <a:lnTo>
                    <a:pt x="807" y="1264"/>
                  </a:lnTo>
                  <a:lnTo>
                    <a:pt x="799" y="1259"/>
                  </a:lnTo>
                  <a:lnTo>
                    <a:pt x="791" y="1251"/>
                  </a:lnTo>
                  <a:lnTo>
                    <a:pt x="782" y="1243"/>
                  </a:lnTo>
                  <a:lnTo>
                    <a:pt x="774" y="1239"/>
                  </a:lnTo>
                  <a:lnTo>
                    <a:pt x="769" y="1237"/>
                  </a:lnTo>
                  <a:lnTo>
                    <a:pt x="766" y="1236"/>
                  </a:lnTo>
                  <a:lnTo>
                    <a:pt x="767" y="1236"/>
                  </a:lnTo>
                  <a:lnTo>
                    <a:pt x="772" y="1235"/>
                  </a:lnTo>
                  <a:lnTo>
                    <a:pt x="783" y="1231"/>
                  </a:lnTo>
                  <a:lnTo>
                    <a:pt x="799" y="1225"/>
                  </a:lnTo>
                  <a:lnTo>
                    <a:pt x="817" y="1217"/>
                  </a:lnTo>
                  <a:lnTo>
                    <a:pt x="829" y="1209"/>
                  </a:lnTo>
                  <a:lnTo>
                    <a:pt x="837" y="1201"/>
                  </a:lnTo>
                  <a:lnTo>
                    <a:pt x="840" y="1193"/>
                  </a:lnTo>
                  <a:lnTo>
                    <a:pt x="840" y="1187"/>
                  </a:lnTo>
                  <a:lnTo>
                    <a:pt x="838" y="1182"/>
                  </a:lnTo>
                  <a:lnTo>
                    <a:pt x="832" y="1179"/>
                  </a:lnTo>
                  <a:lnTo>
                    <a:pt x="825" y="1177"/>
                  </a:lnTo>
                  <a:lnTo>
                    <a:pt x="817" y="1176"/>
                  </a:lnTo>
                  <a:lnTo>
                    <a:pt x="811" y="1174"/>
                  </a:lnTo>
                  <a:lnTo>
                    <a:pt x="805" y="1172"/>
                  </a:lnTo>
                  <a:lnTo>
                    <a:pt x="799" y="1170"/>
                  </a:lnTo>
                  <a:lnTo>
                    <a:pt x="794" y="1169"/>
                  </a:lnTo>
                  <a:lnTo>
                    <a:pt x="790" y="1170"/>
                  </a:lnTo>
                  <a:lnTo>
                    <a:pt x="785" y="1172"/>
                  </a:lnTo>
                  <a:lnTo>
                    <a:pt x="780" y="1177"/>
                  </a:lnTo>
                  <a:lnTo>
                    <a:pt x="775" y="1181"/>
                  </a:lnTo>
                  <a:lnTo>
                    <a:pt x="769" y="1181"/>
                  </a:lnTo>
                  <a:lnTo>
                    <a:pt x="763" y="1178"/>
                  </a:lnTo>
                  <a:lnTo>
                    <a:pt x="759" y="1174"/>
                  </a:lnTo>
                  <a:lnTo>
                    <a:pt x="755" y="1170"/>
                  </a:lnTo>
                  <a:lnTo>
                    <a:pt x="751" y="1168"/>
                  </a:lnTo>
                  <a:lnTo>
                    <a:pt x="750" y="1169"/>
                  </a:lnTo>
                  <a:lnTo>
                    <a:pt x="751" y="1175"/>
                  </a:lnTo>
                  <a:lnTo>
                    <a:pt x="751" y="1180"/>
                  </a:lnTo>
                  <a:lnTo>
                    <a:pt x="748" y="1180"/>
                  </a:lnTo>
                  <a:lnTo>
                    <a:pt x="743" y="1177"/>
                  </a:lnTo>
                  <a:lnTo>
                    <a:pt x="736" y="1171"/>
                  </a:lnTo>
                  <a:lnTo>
                    <a:pt x="729" y="1164"/>
                  </a:lnTo>
                  <a:lnTo>
                    <a:pt x="722" y="1157"/>
                  </a:lnTo>
                  <a:lnTo>
                    <a:pt x="718" y="1152"/>
                  </a:lnTo>
                  <a:lnTo>
                    <a:pt x="716" y="1150"/>
                  </a:lnTo>
                  <a:lnTo>
                    <a:pt x="714" y="1149"/>
                  </a:lnTo>
                  <a:lnTo>
                    <a:pt x="710" y="1145"/>
                  </a:lnTo>
                  <a:lnTo>
                    <a:pt x="705" y="1141"/>
                  </a:lnTo>
                  <a:lnTo>
                    <a:pt x="697" y="1136"/>
                  </a:lnTo>
                  <a:lnTo>
                    <a:pt x="691" y="1133"/>
                  </a:lnTo>
                  <a:lnTo>
                    <a:pt x="686" y="1130"/>
                  </a:lnTo>
                  <a:lnTo>
                    <a:pt x="684" y="1130"/>
                  </a:lnTo>
                  <a:lnTo>
                    <a:pt x="684" y="1132"/>
                  </a:lnTo>
                  <a:lnTo>
                    <a:pt x="685" y="1141"/>
                  </a:lnTo>
                  <a:lnTo>
                    <a:pt x="682" y="1151"/>
                  </a:lnTo>
                  <a:lnTo>
                    <a:pt x="678" y="1158"/>
                  </a:lnTo>
                  <a:lnTo>
                    <a:pt x="676" y="1161"/>
                  </a:lnTo>
                  <a:lnTo>
                    <a:pt x="674" y="1161"/>
                  </a:lnTo>
                  <a:lnTo>
                    <a:pt x="670" y="1161"/>
                  </a:lnTo>
                  <a:lnTo>
                    <a:pt x="663" y="1160"/>
                  </a:lnTo>
                  <a:lnTo>
                    <a:pt x="655" y="1159"/>
                  </a:lnTo>
                  <a:lnTo>
                    <a:pt x="646" y="1158"/>
                  </a:lnTo>
                  <a:lnTo>
                    <a:pt x="637" y="1157"/>
                  </a:lnTo>
                  <a:lnTo>
                    <a:pt x="629" y="1155"/>
                  </a:lnTo>
                  <a:lnTo>
                    <a:pt x="623" y="1153"/>
                  </a:lnTo>
                  <a:lnTo>
                    <a:pt x="618" y="1150"/>
                  </a:lnTo>
                  <a:lnTo>
                    <a:pt x="612" y="1145"/>
                  </a:lnTo>
                  <a:lnTo>
                    <a:pt x="607" y="1142"/>
                  </a:lnTo>
                  <a:lnTo>
                    <a:pt x="601" y="1139"/>
                  </a:lnTo>
                  <a:lnTo>
                    <a:pt x="595" y="1137"/>
                  </a:lnTo>
                  <a:lnTo>
                    <a:pt x="590" y="1138"/>
                  </a:lnTo>
                  <a:lnTo>
                    <a:pt x="584" y="1142"/>
                  </a:lnTo>
                  <a:lnTo>
                    <a:pt x="578" y="1150"/>
                  </a:lnTo>
                  <a:lnTo>
                    <a:pt x="573" y="1158"/>
                  </a:lnTo>
                  <a:lnTo>
                    <a:pt x="568" y="1164"/>
                  </a:lnTo>
                  <a:lnTo>
                    <a:pt x="563" y="1169"/>
                  </a:lnTo>
                  <a:lnTo>
                    <a:pt x="559" y="1172"/>
                  </a:lnTo>
                  <a:lnTo>
                    <a:pt x="553" y="1174"/>
                  </a:lnTo>
                  <a:lnTo>
                    <a:pt x="546" y="1175"/>
                  </a:lnTo>
                  <a:lnTo>
                    <a:pt x="538" y="1175"/>
                  </a:lnTo>
                  <a:lnTo>
                    <a:pt x="528" y="1175"/>
                  </a:lnTo>
                  <a:lnTo>
                    <a:pt x="518" y="1174"/>
                  </a:lnTo>
                  <a:lnTo>
                    <a:pt x="510" y="1171"/>
                  </a:lnTo>
                  <a:lnTo>
                    <a:pt x="504" y="1167"/>
                  </a:lnTo>
                  <a:lnTo>
                    <a:pt x="499" y="1162"/>
                  </a:lnTo>
                  <a:lnTo>
                    <a:pt x="497" y="1158"/>
                  </a:lnTo>
                  <a:lnTo>
                    <a:pt x="495" y="1154"/>
                  </a:lnTo>
                  <a:lnTo>
                    <a:pt x="494" y="1151"/>
                  </a:lnTo>
                  <a:lnTo>
                    <a:pt x="494" y="1150"/>
                  </a:lnTo>
                  <a:lnTo>
                    <a:pt x="492" y="1148"/>
                  </a:lnTo>
                  <a:lnTo>
                    <a:pt x="487" y="1142"/>
                  </a:lnTo>
                  <a:lnTo>
                    <a:pt x="480" y="1135"/>
                  </a:lnTo>
                  <a:lnTo>
                    <a:pt x="472" y="1126"/>
                  </a:lnTo>
                  <a:lnTo>
                    <a:pt x="463" y="1117"/>
                  </a:lnTo>
                  <a:lnTo>
                    <a:pt x="456" y="1107"/>
                  </a:lnTo>
                  <a:lnTo>
                    <a:pt x="449" y="1098"/>
                  </a:lnTo>
                  <a:lnTo>
                    <a:pt x="446" y="1090"/>
                  </a:lnTo>
                  <a:lnTo>
                    <a:pt x="445" y="1082"/>
                  </a:lnTo>
                  <a:lnTo>
                    <a:pt x="446" y="1073"/>
                  </a:lnTo>
                  <a:lnTo>
                    <a:pt x="447" y="1063"/>
                  </a:lnTo>
                  <a:lnTo>
                    <a:pt x="448" y="1052"/>
                  </a:lnTo>
                  <a:lnTo>
                    <a:pt x="449" y="1041"/>
                  </a:lnTo>
                  <a:lnTo>
                    <a:pt x="451" y="1033"/>
                  </a:lnTo>
                  <a:lnTo>
                    <a:pt x="453" y="1028"/>
                  </a:lnTo>
                  <a:lnTo>
                    <a:pt x="453" y="1026"/>
                  </a:lnTo>
                  <a:lnTo>
                    <a:pt x="453" y="1024"/>
                  </a:lnTo>
                  <a:lnTo>
                    <a:pt x="454" y="1020"/>
                  </a:lnTo>
                  <a:lnTo>
                    <a:pt x="455" y="1015"/>
                  </a:lnTo>
                  <a:lnTo>
                    <a:pt x="454" y="1011"/>
                  </a:lnTo>
                  <a:lnTo>
                    <a:pt x="450" y="1009"/>
                  </a:lnTo>
                  <a:lnTo>
                    <a:pt x="444" y="1012"/>
                  </a:lnTo>
                  <a:lnTo>
                    <a:pt x="435" y="1021"/>
                  </a:lnTo>
                  <a:lnTo>
                    <a:pt x="422" y="1037"/>
                  </a:lnTo>
                  <a:lnTo>
                    <a:pt x="410" y="1055"/>
                  </a:lnTo>
                  <a:lnTo>
                    <a:pt x="402" y="1065"/>
                  </a:lnTo>
                  <a:lnTo>
                    <a:pt x="398" y="1071"/>
                  </a:lnTo>
                  <a:lnTo>
                    <a:pt x="397" y="1072"/>
                  </a:lnTo>
                  <a:lnTo>
                    <a:pt x="397" y="1070"/>
                  </a:lnTo>
                  <a:lnTo>
                    <a:pt x="394" y="1067"/>
                  </a:lnTo>
                  <a:lnTo>
                    <a:pt x="389" y="1063"/>
                  </a:lnTo>
                  <a:lnTo>
                    <a:pt x="379" y="1060"/>
                  </a:lnTo>
                  <a:lnTo>
                    <a:pt x="369" y="1059"/>
                  </a:lnTo>
                  <a:lnTo>
                    <a:pt x="364" y="1061"/>
                  </a:lnTo>
                  <a:lnTo>
                    <a:pt x="362" y="1066"/>
                  </a:lnTo>
                  <a:lnTo>
                    <a:pt x="361" y="1071"/>
                  </a:lnTo>
                  <a:lnTo>
                    <a:pt x="360" y="1077"/>
                  </a:lnTo>
                  <a:lnTo>
                    <a:pt x="358" y="1082"/>
                  </a:lnTo>
                  <a:lnTo>
                    <a:pt x="351" y="1087"/>
                  </a:lnTo>
                  <a:lnTo>
                    <a:pt x="340" y="1090"/>
                  </a:lnTo>
                  <a:lnTo>
                    <a:pt x="329" y="1093"/>
                  </a:lnTo>
                  <a:lnTo>
                    <a:pt x="325" y="1098"/>
                  </a:lnTo>
                  <a:lnTo>
                    <a:pt x="325" y="1103"/>
                  </a:lnTo>
                  <a:lnTo>
                    <a:pt x="327" y="1108"/>
                  </a:lnTo>
                  <a:lnTo>
                    <a:pt x="329" y="1112"/>
                  </a:lnTo>
                  <a:lnTo>
                    <a:pt x="330" y="1115"/>
                  </a:lnTo>
                  <a:lnTo>
                    <a:pt x="327" y="1115"/>
                  </a:lnTo>
                  <a:lnTo>
                    <a:pt x="318" y="1113"/>
                  </a:lnTo>
                  <a:lnTo>
                    <a:pt x="307" y="1111"/>
                  </a:lnTo>
                  <a:lnTo>
                    <a:pt x="298" y="1113"/>
                  </a:lnTo>
                  <a:lnTo>
                    <a:pt x="291" y="1117"/>
                  </a:lnTo>
                  <a:lnTo>
                    <a:pt x="285" y="1122"/>
                  </a:lnTo>
                  <a:lnTo>
                    <a:pt x="280" y="1127"/>
                  </a:lnTo>
                  <a:lnTo>
                    <a:pt x="274" y="1130"/>
                  </a:lnTo>
                  <a:lnTo>
                    <a:pt x="266" y="1132"/>
                  </a:lnTo>
                  <a:lnTo>
                    <a:pt x="257" y="1129"/>
                  </a:lnTo>
                  <a:lnTo>
                    <a:pt x="246" y="1123"/>
                  </a:lnTo>
                  <a:lnTo>
                    <a:pt x="236" y="1115"/>
                  </a:lnTo>
                  <a:lnTo>
                    <a:pt x="226" y="1107"/>
                  </a:lnTo>
                  <a:lnTo>
                    <a:pt x="218" y="1098"/>
                  </a:lnTo>
                  <a:lnTo>
                    <a:pt x="211" y="1089"/>
                  </a:lnTo>
                  <a:lnTo>
                    <a:pt x="206" y="1082"/>
                  </a:lnTo>
                  <a:lnTo>
                    <a:pt x="201" y="1078"/>
                  </a:lnTo>
                  <a:lnTo>
                    <a:pt x="200" y="1076"/>
                  </a:lnTo>
                  <a:lnTo>
                    <a:pt x="199" y="1077"/>
                  </a:lnTo>
                  <a:lnTo>
                    <a:pt x="197" y="1081"/>
                  </a:lnTo>
                  <a:lnTo>
                    <a:pt x="194" y="1087"/>
                  </a:lnTo>
                  <a:lnTo>
                    <a:pt x="190" y="1094"/>
                  </a:lnTo>
                  <a:lnTo>
                    <a:pt x="184" y="1087"/>
                  </a:lnTo>
                  <a:lnTo>
                    <a:pt x="179" y="1079"/>
                  </a:lnTo>
                  <a:lnTo>
                    <a:pt x="174" y="1072"/>
                  </a:lnTo>
                  <a:lnTo>
                    <a:pt x="169" y="1064"/>
                  </a:lnTo>
                  <a:lnTo>
                    <a:pt x="166" y="1058"/>
                  </a:lnTo>
                  <a:lnTo>
                    <a:pt x="163" y="1052"/>
                  </a:lnTo>
                  <a:lnTo>
                    <a:pt x="162" y="1047"/>
                  </a:lnTo>
                  <a:lnTo>
                    <a:pt x="162" y="1042"/>
                  </a:lnTo>
                  <a:lnTo>
                    <a:pt x="162" y="1035"/>
                  </a:lnTo>
                  <a:lnTo>
                    <a:pt x="161" y="1027"/>
                  </a:lnTo>
                  <a:lnTo>
                    <a:pt x="159" y="1018"/>
                  </a:lnTo>
                  <a:lnTo>
                    <a:pt x="156" y="1009"/>
                  </a:lnTo>
                  <a:lnTo>
                    <a:pt x="151" y="1000"/>
                  </a:lnTo>
                  <a:lnTo>
                    <a:pt x="148" y="990"/>
                  </a:lnTo>
                  <a:lnTo>
                    <a:pt x="146" y="982"/>
                  </a:lnTo>
                  <a:lnTo>
                    <a:pt x="145" y="975"/>
                  </a:lnTo>
                  <a:lnTo>
                    <a:pt x="144" y="969"/>
                  </a:lnTo>
                  <a:lnTo>
                    <a:pt x="142" y="964"/>
                  </a:lnTo>
                  <a:lnTo>
                    <a:pt x="139" y="960"/>
                  </a:lnTo>
                  <a:lnTo>
                    <a:pt x="135" y="957"/>
                  </a:lnTo>
                  <a:lnTo>
                    <a:pt x="130" y="952"/>
                  </a:lnTo>
                  <a:lnTo>
                    <a:pt x="125" y="945"/>
                  </a:lnTo>
                  <a:lnTo>
                    <a:pt x="120" y="936"/>
                  </a:lnTo>
                  <a:lnTo>
                    <a:pt x="115" y="924"/>
                  </a:lnTo>
                  <a:lnTo>
                    <a:pt x="111" y="911"/>
                  </a:lnTo>
                  <a:lnTo>
                    <a:pt x="108" y="900"/>
                  </a:lnTo>
                  <a:lnTo>
                    <a:pt x="106" y="891"/>
                  </a:lnTo>
                  <a:lnTo>
                    <a:pt x="105" y="886"/>
                  </a:lnTo>
                  <a:lnTo>
                    <a:pt x="103" y="882"/>
                  </a:lnTo>
                  <a:lnTo>
                    <a:pt x="105" y="880"/>
                  </a:lnTo>
                  <a:lnTo>
                    <a:pt x="105" y="879"/>
                  </a:lnTo>
                  <a:lnTo>
                    <a:pt x="105" y="879"/>
                  </a:lnTo>
                  <a:lnTo>
                    <a:pt x="43" y="834"/>
                  </a:lnTo>
                  <a:lnTo>
                    <a:pt x="43" y="832"/>
                  </a:lnTo>
                  <a:lnTo>
                    <a:pt x="43" y="827"/>
                  </a:lnTo>
                  <a:lnTo>
                    <a:pt x="42" y="818"/>
                  </a:lnTo>
                  <a:lnTo>
                    <a:pt x="42" y="808"/>
                  </a:lnTo>
                  <a:lnTo>
                    <a:pt x="41" y="796"/>
                  </a:lnTo>
                  <a:lnTo>
                    <a:pt x="40" y="782"/>
                  </a:lnTo>
                  <a:lnTo>
                    <a:pt x="40" y="768"/>
                  </a:lnTo>
                  <a:lnTo>
                    <a:pt x="39" y="755"/>
                  </a:lnTo>
                  <a:lnTo>
                    <a:pt x="38" y="748"/>
                  </a:lnTo>
                  <a:lnTo>
                    <a:pt x="35" y="740"/>
                  </a:lnTo>
                  <a:lnTo>
                    <a:pt x="31" y="731"/>
                  </a:lnTo>
                  <a:lnTo>
                    <a:pt x="26" y="723"/>
                  </a:lnTo>
                  <a:lnTo>
                    <a:pt x="21" y="714"/>
                  </a:lnTo>
                  <a:lnTo>
                    <a:pt x="14" y="705"/>
                  </a:lnTo>
                  <a:lnTo>
                    <a:pt x="8" y="696"/>
                  </a:lnTo>
                  <a:lnTo>
                    <a:pt x="0" y="686"/>
                  </a:lnTo>
                  <a:lnTo>
                    <a:pt x="3" y="684"/>
                  </a:lnTo>
                  <a:lnTo>
                    <a:pt x="6" y="682"/>
                  </a:lnTo>
                  <a:lnTo>
                    <a:pt x="6" y="679"/>
                  </a:lnTo>
                  <a:lnTo>
                    <a:pt x="5" y="676"/>
                  </a:lnTo>
                  <a:lnTo>
                    <a:pt x="1" y="671"/>
                  </a:lnTo>
                  <a:lnTo>
                    <a:pt x="1" y="665"/>
                  </a:lnTo>
                  <a:lnTo>
                    <a:pt x="2" y="658"/>
                  </a:lnTo>
                  <a:lnTo>
                    <a:pt x="3" y="651"/>
                  </a:lnTo>
                  <a:lnTo>
                    <a:pt x="6" y="642"/>
                  </a:lnTo>
                  <a:lnTo>
                    <a:pt x="9" y="632"/>
                  </a:lnTo>
                  <a:lnTo>
                    <a:pt x="10" y="620"/>
                  </a:lnTo>
                  <a:lnTo>
                    <a:pt x="11" y="607"/>
                  </a:lnTo>
                  <a:lnTo>
                    <a:pt x="11" y="592"/>
                  </a:lnTo>
                  <a:lnTo>
                    <a:pt x="13" y="579"/>
                  </a:lnTo>
                  <a:lnTo>
                    <a:pt x="15" y="568"/>
                  </a:lnTo>
                  <a:lnTo>
                    <a:pt x="18" y="558"/>
                  </a:lnTo>
                  <a:lnTo>
                    <a:pt x="22" y="549"/>
                  </a:lnTo>
                  <a:lnTo>
                    <a:pt x="27" y="540"/>
                  </a:lnTo>
                  <a:lnTo>
                    <a:pt x="33" y="533"/>
                  </a:lnTo>
                  <a:lnTo>
                    <a:pt x="39" y="527"/>
                  </a:lnTo>
                  <a:lnTo>
                    <a:pt x="44" y="519"/>
                  </a:lnTo>
                  <a:lnTo>
                    <a:pt x="47" y="508"/>
                  </a:lnTo>
                  <a:lnTo>
                    <a:pt x="48" y="494"/>
                  </a:lnTo>
                  <a:lnTo>
                    <a:pt x="47" y="477"/>
                  </a:lnTo>
                  <a:lnTo>
                    <a:pt x="44" y="461"/>
                  </a:lnTo>
                  <a:lnTo>
                    <a:pt x="40" y="444"/>
                  </a:lnTo>
                  <a:lnTo>
                    <a:pt x="35" y="427"/>
                  </a:lnTo>
                  <a:lnTo>
                    <a:pt x="29" y="413"/>
                  </a:lnTo>
                  <a:lnTo>
                    <a:pt x="25" y="400"/>
                  </a:lnTo>
                  <a:lnTo>
                    <a:pt x="23" y="386"/>
                  </a:lnTo>
                  <a:lnTo>
                    <a:pt x="24" y="373"/>
                  </a:lnTo>
                  <a:lnTo>
                    <a:pt x="28" y="361"/>
                  </a:lnTo>
                  <a:lnTo>
                    <a:pt x="33" y="350"/>
                  </a:lnTo>
                  <a:lnTo>
                    <a:pt x="39" y="339"/>
                  </a:lnTo>
                  <a:lnTo>
                    <a:pt x="47" y="330"/>
                  </a:lnTo>
                  <a:lnTo>
                    <a:pt x="56" y="323"/>
                  </a:lnTo>
                  <a:lnTo>
                    <a:pt x="64" y="315"/>
                  </a:lnTo>
                  <a:lnTo>
                    <a:pt x="70" y="304"/>
                  </a:lnTo>
                  <a:lnTo>
                    <a:pt x="75" y="291"/>
                  </a:lnTo>
                  <a:lnTo>
                    <a:pt x="79" y="278"/>
                  </a:lnTo>
                  <a:lnTo>
                    <a:pt x="80" y="264"/>
                  </a:lnTo>
                  <a:lnTo>
                    <a:pt x="80" y="248"/>
                  </a:lnTo>
                  <a:lnTo>
                    <a:pt x="78" y="231"/>
                  </a:lnTo>
                  <a:lnTo>
                    <a:pt x="74" y="215"/>
                  </a:lnTo>
                  <a:lnTo>
                    <a:pt x="71" y="200"/>
                  </a:lnTo>
                  <a:lnTo>
                    <a:pt x="71" y="185"/>
                  </a:lnTo>
                  <a:lnTo>
                    <a:pt x="75" y="174"/>
                  </a:lnTo>
                  <a:lnTo>
                    <a:pt x="81" y="164"/>
                  </a:lnTo>
                  <a:lnTo>
                    <a:pt x="88" y="157"/>
                  </a:lnTo>
                  <a:lnTo>
                    <a:pt x="97" y="152"/>
                  </a:lnTo>
                  <a:lnTo>
                    <a:pt x="106" y="149"/>
                  </a:lnTo>
                  <a:lnTo>
                    <a:pt x="115" y="148"/>
                  </a:lnTo>
                  <a:lnTo>
                    <a:pt x="122" y="147"/>
                  </a:lnTo>
                  <a:lnTo>
                    <a:pt x="128" y="145"/>
                  </a:lnTo>
                  <a:lnTo>
                    <a:pt x="133" y="140"/>
                  </a:lnTo>
                  <a:lnTo>
                    <a:pt x="136" y="135"/>
                  </a:lnTo>
                  <a:lnTo>
                    <a:pt x="138" y="129"/>
                  </a:lnTo>
                  <a:lnTo>
                    <a:pt x="138" y="123"/>
                  </a:lnTo>
                  <a:lnTo>
                    <a:pt x="138" y="115"/>
                  </a:lnTo>
                  <a:lnTo>
                    <a:pt x="137" y="107"/>
                  </a:lnTo>
                  <a:lnTo>
                    <a:pt x="136" y="98"/>
                  </a:lnTo>
                  <a:lnTo>
                    <a:pt x="138" y="88"/>
                  </a:lnTo>
                  <a:lnTo>
                    <a:pt x="142" y="78"/>
                  </a:lnTo>
                  <a:lnTo>
                    <a:pt x="149" y="67"/>
                  </a:lnTo>
                  <a:lnTo>
                    <a:pt x="158" y="55"/>
                  </a:lnTo>
                  <a:lnTo>
                    <a:pt x="168" y="44"/>
                  </a:lnTo>
                  <a:lnTo>
                    <a:pt x="180" y="31"/>
                  </a:lnTo>
                  <a:lnTo>
                    <a:pt x="194" y="19"/>
                  </a:lnTo>
                  <a:lnTo>
                    <a:pt x="209" y="9"/>
                  </a:lnTo>
                  <a:lnTo>
                    <a:pt x="224" y="4"/>
                  </a:lnTo>
                  <a:lnTo>
                    <a:pt x="238" y="3"/>
                  </a:lnTo>
                  <a:lnTo>
                    <a:pt x="251" y="3"/>
                  </a:lnTo>
                  <a:lnTo>
                    <a:pt x="263" y="5"/>
                  </a:lnTo>
                  <a:lnTo>
                    <a:pt x="272" y="5"/>
                  </a:lnTo>
                  <a:lnTo>
                    <a:pt x="278" y="4"/>
                  </a:lnTo>
                  <a:lnTo>
                    <a:pt x="280" y="0"/>
                  </a:lnTo>
                  <a:lnTo>
                    <a:pt x="280" y="0"/>
                  </a:lnTo>
                  <a:lnTo>
                    <a:pt x="280" y="0"/>
                  </a:lnTo>
                  <a:lnTo>
                    <a:pt x="280" y="0"/>
                  </a:lnTo>
                  <a:lnTo>
                    <a:pt x="280" y="0"/>
                  </a:lnTo>
                  <a:close/>
                </a:path>
              </a:pathLst>
            </a:custGeom>
            <a:solidFill>
              <a:srgbClr val="ffff66"/>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18" name=""/>
            <p:cNvSpPr/>
            <p:nvPr/>
          </p:nvSpPr>
          <p:spPr>
            <a:xfrm>
              <a:off x="796320" y="3720240"/>
              <a:ext cx="326880" cy="213840"/>
            </a:xfrm>
            <a:custGeom>
              <a:avLst/>
              <a:gdLst/>
              <a:ahLst/>
              <a:rect l="l" t="t" r="r" b="b"/>
              <a:pathLst>
                <a:path w="1820" h="1320">
                  <a:moveTo>
                    <a:pt x="280" y="0"/>
                  </a:moveTo>
                  <a:lnTo>
                    <a:pt x="280" y="0"/>
                  </a:lnTo>
                  <a:lnTo>
                    <a:pt x="283" y="4"/>
                  </a:lnTo>
                  <a:lnTo>
                    <a:pt x="286" y="9"/>
                  </a:lnTo>
                  <a:lnTo>
                    <a:pt x="289" y="14"/>
                  </a:lnTo>
                  <a:lnTo>
                    <a:pt x="292" y="19"/>
                  </a:lnTo>
                  <a:lnTo>
                    <a:pt x="294" y="25"/>
                  </a:lnTo>
                  <a:lnTo>
                    <a:pt x="296" y="31"/>
                  </a:lnTo>
                  <a:lnTo>
                    <a:pt x="298" y="37"/>
                  </a:lnTo>
                  <a:lnTo>
                    <a:pt x="299" y="45"/>
                  </a:lnTo>
                  <a:lnTo>
                    <a:pt x="299" y="45"/>
                  </a:lnTo>
                  <a:lnTo>
                    <a:pt x="304" y="62"/>
                  </a:lnTo>
                  <a:lnTo>
                    <a:pt x="308" y="75"/>
                  </a:lnTo>
                  <a:lnTo>
                    <a:pt x="314" y="84"/>
                  </a:lnTo>
                  <a:lnTo>
                    <a:pt x="320" y="92"/>
                  </a:lnTo>
                  <a:lnTo>
                    <a:pt x="325" y="98"/>
                  </a:lnTo>
                  <a:lnTo>
                    <a:pt x="331" y="104"/>
                  </a:lnTo>
                  <a:lnTo>
                    <a:pt x="335" y="111"/>
                  </a:lnTo>
                  <a:lnTo>
                    <a:pt x="338" y="120"/>
                  </a:lnTo>
                  <a:lnTo>
                    <a:pt x="338" y="120"/>
                  </a:lnTo>
                  <a:lnTo>
                    <a:pt x="342" y="129"/>
                  </a:lnTo>
                  <a:lnTo>
                    <a:pt x="347" y="134"/>
                  </a:lnTo>
                  <a:lnTo>
                    <a:pt x="356" y="137"/>
                  </a:lnTo>
                  <a:lnTo>
                    <a:pt x="365" y="138"/>
                  </a:lnTo>
                  <a:lnTo>
                    <a:pt x="374" y="138"/>
                  </a:lnTo>
                  <a:lnTo>
                    <a:pt x="383" y="137"/>
                  </a:lnTo>
                  <a:lnTo>
                    <a:pt x="392" y="136"/>
                  </a:lnTo>
                  <a:lnTo>
                    <a:pt x="399" y="136"/>
                  </a:lnTo>
                  <a:lnTo>
                    <a:pt x="399" y="136"/>
                  </a:lnTo>
                  <a:lnTo>
                    <a:pt x="408" y="134"/>
                  </a:lnTo>
                  <a:lnTo>
                    <a:pt x="417" y="131"/>
                  </a:lnTo>
                  <a:lnTo>
                    <a:pt x="426" y="125"/>
                  </a:lnTo>
                  <a:lnTo>
                    <a:pt x="435" y="119"/>
                  </a:lnTo>
                  <a:lnTo>
                    <a:pt x="444" y="114"/>
                  </a:lnTo>
                  <a:lnTo>
                    <a:pt x="454" y="111"/>
                  </a:lnTo>
                  <a:lnTo>
                    <a:pt x="462" y="110"/>
                  </a:lnTo>
                  <a:lnTo>
                    <a:pt x="469" y="112"/>
                  </a:lnTo>
                  <a:lnTo>
                    <a:pt x="469" y="112"/>
                  </a:lnTo>
                  <a:lnTo>
                    <a:pt x="476" y="115"/>
                  </a:lnTo>
                  <a:lnTo>
                    <a:pt x="482" y="118"/>
                  </a:lnTo>
                  <a:lnTo>
                    <a:pt x="488" y="120"/>
                  </a:lnTo>
                  <a:lnTo>
                    <a:pt x="494" y="122"/>
                  </a:lnTo>
                  <a:lnTo>
                    <a:pt x="500" y="125"/>
                  </a:lnTo>
                  <a:lnTo>
                    <a:pt x="508" y="129"/>
                  </a:lnTo>
                  <a:lnTo>
                    <a:pt x="517" y="134"/>
                  </a:lnTo>
                  <a:lnTo>
                    <a:pt x="528" y="143"/>
                  </a:lnTo>
                  <a:lnTo>
                    <a:pt x="528" y="143"/>
                  </a:lnTo>
                  <a:lnTo>
                    <a:pt x="539" y="152"/>
                  </a:lnTo>
                  <a:lnTo>
                    <a:pt x="548" y="162"/>
                  </a:lnTo>
                  <a:lnTo>
                    <a:pt x="555" y="172"/>
                  </a:lnTo>
                  <a:lnTo>
                    <a:pt x="560" y="183"/>
                  </a:lnTo>
                  <a:lnTo>
                    <a:pt x="563" y="196"/>
                  </a:lnTo>
                  <a:lnTo>
                    <a:pt x="565" y="207"/>
                  </a:lnTo>
                  <a:lnTo>
                    <a:pt x="566" y="219"/>
                  </a:lnTo>
                  <a:lnTo>
                    <a:pt x="567" y="232"/>
                  </a:lnTo>
                  <a:lnTo>
                    <a:pt x="567" y="232"/>
                  </a:lnTo>
                  <a:lnTo>
                    <a:pt x="566" y="244"/>
                  </a:lnTo>
                  <a:lnTo>
                    <a:pt x="563" y="251"/>
                  </a:lnTo>
                  <a:lnTo>
                    <a:pt x="557" y="254"/>
                  </a:lnTo>
                  <a:lnTo>
                    <a:pt x="553" y="255"/>
                  </a:lnTo>
                  <a:lnTo>
                    <a:pt x="549" y="255"/>
                  </a:lnTo>
                  <a:lnTo>
                    <a:pt x="550" y="256"/>
                  </a:lnTo>
                  <a:lnTo>
                    <a:pt x="557" y="257"/>
                  </a:lnTo>
                  <a:lnTo>
                    <a:pt x="571" y="261"/>
                  </a:lnTo>
                  <a:lnTo>
                    <a:pt x="571" y="261"/>
                  </a:lnTo>
                  <a:lnTo>
                    <a:pt x="588" y="265"/>
                  </a:lnTo>
                  <a:lnTo>
                    <a:pt x="607" y="265"/>
                  </a:lnTo>
                  <a:lnTo>
                    <a:pt x="624" y="265"/>
                  </a:lnTo>
                  <a:lnTo>
                    <a:pt x="641" y="263"/>
                  </a:lnTo>
                  <a:lnTo>
                    <a:pt x="658" y="262"/>
                  </a:lnTo>
                  <a:lnTo>
                    <a:pt x="672" y="262"/>
                  </a:lnTo>
                  <a:lnTo>
                    <a:pt x="685" y="265"/>
                  </a:lnTo>
                  <a:lnTo>
                    <a:pt x="695" y="271"/>
                  </a:lnTo>
                  <a:lnTo>
                    <a:pt x="695" y="271"/>
                  </a:lnTo>
                  <a:lnTo>
                    <a:pt x="706" y="279"/>
                  </a:lnTo>
                  <a:lnTo>
                    <a:pt x="716" y="286"/>
                  </a:lnTo>
                  <a:lnTo>
                    <a:pt x="726" y="291"/>
                  </a:lnTo>
                  <a:lnTo>
                    <a:pt x="735" y="295"/>
                  </a:lnTo>
                  <a:lnTo>
                    <a:pt x="743" y="297"/>
                  </a:lnTo>
                  <a:lnTo>
                    <a:pt x="749" y="296"/>
                  </a:lnTo>
                  <a:lnTo>
                    <a:pt x="754" y="293"/>
                  </a:lnTo>
                  <a:lnTo>
                    <a:pt x="755" y="285"/>
                  </a:lnTo>
                  <a:lnTo>
                    <a:pt x="755" y="285"/>
                  </a:lnTo>
                  <a:lnTo>
                    <a:pt x="757" y="277"/>
                  </a:lnTo>
                  <a:lnTo>
                    <a:pt x="763" y="270"/>
                  </a:lnTo>
                  <a:lnTo>
                    <a:pt x="771" y="265"/>
                  </a:lnTo>
                  <a:lnTo>
                    <a:pt x="780" y="260"/>
                  </a:lnTo>
                  <a:lnTo>
                    <a:pt x="790" y="258"/>
                  </a:lnTo>
                  <a:lnTo>
                    <a:pt x="800" y="257"/>
                  </a:lnTo>
                  <a:lnTo>
                    <a:pt x="809" y="259"/>
                  </a:lnTo>
                  <a:lnTo>
                    <a:pt x="814" y="263"/>
                  </a:lnTo>
                  <a:lnTo>
                    <a:pt x="814" y="263"/>
                  </a:lnTo>
                  <a:lnTo>
                    <a:pt x="819" y="266"/>
                  </a:lnTo>
                  <a:lnTo>
                    <a:pt x="826" y="267"/>
                  </a:lnTo>
                  <a:lnTo>
                    <a:pt x="834" y="265"/>
                  </a:lnTo>
                  <a:lnTo>
                    <a:pt x="842" y="261"/>
                  </a:lnTo>
                  <a:lnTo>
                    <a:pt x="849" y="256"/>
                  </a:lnTo>
                  <a:lnTo>
                    <a:pt x="856" y="250"/>
                  </a:lnTo>
                  <a:lnTo>
                    <a:pt x="860" y="244"/>
                  </a:lnTo>
                  <a:lnTo>
                    <a:pt x="861" y="238"/>
                  </a:lnTo>
                  <a:lnTo>
                    <a:pt x="861" y="238"/>
                  </a:lnTo>
                  <a:lnTo>
                    <a:pt x="862" y="231"/>
                  </a:lnTo>
                  <a:lnTo>
                    <a:pt x="864" y="222"/>
                  </a:lnTo>
                  <a:lnTo>
                    <a:pt x="867" y="212"/>
                  </a:lnTo>
                  <a:lnTo>
                    <a:pt x="871" y="202"/>
                  </a:lnTo>
                  <a:lnTo>
                    <a:pt x="876" y="194"/>
                  </a:lnTo>
                  <a:lnTo>
                    <a:pt x="880" y="189"/>
                  </a:lnTo>
                  <a:lnTo>
                    <a:pt x="885" y="189"/>
                  </a:lnTo>
                  <a:lnTo>
                    <a:pt x="889" y="196"/>
                  </a:lnTo>
                  <a:lnTo>
                    <a:pt x="889" y="196"/>
                  </a:lnTo>
                  <a:lnTo>
                    <a:pt x="892" y="206"/>
                  </a:lnTo>
                  <a:lnTo>
                    <a:pt x="893" y="217"/>
                  </a:lnTo>
                  <a:lnTo>
                    <a:pt x="894" y="227"/>
                  </a:lnTo>
                  <a:lnTo>
                    <a:pt x="895" y="236"/>
                  </a:lnTo>
                  <a:lnTo>
                    <a:pt x="896" y="245"/>
                  </a:lnTo>
                  <a:lnTo>
                    <a:pt x="900" y="252"/>
                  </a:lnTo>
                  <a:lnTo>
                    <a:pt x="907" y="258"/>
                  </a:lnTo>
                  <a:lnTo>
                    <a:pt x="916" y="263"/>
                  </a:lnTo>
                  <a:lnTo>
                    <a:pt x="916" y="263"/>
                  </a:lnTo>
                  <a:lnTo>
                    <a:pt x="926" y="266"/>
                  </a:lnTo>
                  <a:lnTo>
                    <a:pt x="934" y="267"/>
                  </a:lnTo>
                  <a:lnTo>
                    <a:pt x="941" y="267"/>
                  </a:lnTo>
                  <a:lnTo>
                    <a:pt x="948" y="266"/>
                  </a:lnTo>
                  <a:lnTo>
                    <a:pt x="955" y="267"/>
                  </a:lnTo>
                  <a:lnTo>
                    <a:pt x="962" y="270"/>
                  </a:lnTo>
                  <a:lnTo>
                    <a:pt x="970" y="275"/>
                  </a:lnTo>
                  <a:lnTo>
                    <a:pt x="979" y="285"/>
                  </a:lnTo>
                  <a:lnTo>
                    <a:pt x="979" y="285"/>
                  </a:lnTo>
                  <a:lnTo>
                    <a:pt x="990" y="297"/>
                  </a:lnTo>
                  <a:lnTo>
                    <a:pt x="1002" y="305"/>
                  </a:lnTo>
                  <a:lnTo>
                    <a:pt x="1013" y="311"/>
                  </a:lnTo>
                  <a:lnTo>
                    <a:pt x="1023" y="315"/>
                  </a:lnTo>
                  <a:lnTo>
                    <a:pt x="1034" y="318"/>
                  </a:lnTo>
                  <a:lnTo>
                    <a:pt x="1045" y="318"/>
                  </a:lnTo>
                  <a:lnTo>
                    <a:pt x="1057" y="318"/>
                  </a:lnTo>
                  <a:lnTo>
                    <a:pt x="1069" y="316"/>
                  </a:lnTo>
                  <a:lnTo>
                    <a:pt x="1069" y="316"/>
                  </a:lnTo>
                  <a:lnTo>
                    <a:pt x="1080" y="314"/>
                  </a:lnTo>
                  <a:lnTo>
                    <a:pt x="1091" y="310"/>
                  </a:lnTo>
                  <a:lnTo>
                    <a:pt x="1104" y="306"/>
                  </a:lnTo>
                  <a:lnTo>
                    <a:pt x="1115" y="303"/>
                  </a:lnTo>
                  <a:lnTo>
                    <a:pt x="1127" y="300"/>
                  </a:lnTo>
                  <a:lnTo>
                    <a:pt x="1140" y="299"/>
                  </a:lnTo>
                  <a:lnTo>
                    <a:pt x="1155" y="301"/>
                  </a:lnTo>
                  <a:lnTo>
                    <a:pt x="1169" y="306"/>
                  </a:lnTo>
                  <a:lnTo>
                    <a:pt x="1169" y="306"/>
                  </a:lnTo>
                  <a:lnTo>
                    <a:pt x="1184" y="311"/>
                  </a:lnTo>
                  <a:lnTo>
                    <a:pt x="1197" y="315"/>
                  </a:lnTo>
                  <a:lnTo>
                    <a:pt x="1210" y="317"/>
                  </a:lnTo>
                  <a:lnTo>
                    <a:pt x="1220" y="318"/>
                  </a:lnTo>
                  <a:lnTo>
                    <a:pt x="1228" y="317"/>
                  </a:lnTo>
                  <a:lnTo>
                    <a:pt x="1235" y="315"/>
                  </a:lnTo>
                  <a:lnTo>
                    <a:pt x="1240" y="311"/>
                  </a:lnTo>
                  <a:lnTo>
                    <a:pt x="1244" y="306"/>
                  </a:lnTo>
                  <a:lnTo>
                    <a:pt x="1244" y="306"/>
                  </a:lnTo>
                  <a:lnTo>
                    <a:pt x="1251" y="302"/>
                  </a:lnTo>
                  <a:lnTo>
                    <a:pt x="1260" y="299"/>
                  </a:lnTo>
                  <a:lnTo>
                    <a:pt x="1272" y="299"/>
                  </a:lnTo>
                  <a:lnTo>
                    <a:pt x="1285" y="298"/>
                  </a:lnTo>
                  <a:lnTo>
                    <a:pt x="1297" y="298"/>
                  </a:lnTo>
                  <a:lnTo>
                    <a:pt x="1310" y="295"/>
                  </a:lnTo>
                  <a:lnTo>
                    <a:pt x="1319" y="289"/>
                  </a:lnTo>
                  <a:lnTo>
                    <a:pt x="1324" y="281"/>
                  </a:lnTo>
                  <a:lnTo>
                    <a:pt x="1324" y="281"/>
                  </a:lnTo>
                  <a:lnTo>
                    <a:pt x="1328" y="270"/>
                  </a:lnTo>
                  <a:lnTo>
                    <a:pt x="1335" y="257"/>
                  </a:lnTo>
                  <a:lnTo>
                    <a:pt x="1344" y="245"/>
                  </a:lnTo>
                  <a:lnTo>
                    <a:pt x="1355" y="232"/>
                  </a:lnTo>
                  <a:lnTo>
                    <a:pt x="1365" y="223"/>
                  </a:lnTo>
                  <a:lnTo>
                    <a:pt x="1377" y="216"/>
                  </a:lnTo>
                  <a:lnTo>
                    <a:pt x="1388" y="214"/>
                  </a:lnTo>
                  <a:lnTo>
                    <a:pt x="1399" y="216"/>
                  </a:lnTo>
                  <a:lnTo>
                    <a:pt x="1399" y="216"/>
                  </a:lnTo>
                  <a:lnTo>
                    <a:pt x="1410" y="218"/>
                  </a:lnTo>
                  <a:lnTo>
                    <a:pt x="1421" y="216"/>
                  </a:lnTo>
                  <a:lnTo>
                    <a:pt x="1432" y="211"/>
                  </a:lnTo>
                  <a:lnTo>
                    <a:pt x="1443" y="204"/>
                  </a:lnTo>
                  <a:lnTo>
                    <a:pt x="1456" y="198"/>
                  </a:lnTo>
                  <a:lnTo>
                    <a:pt x="1469" y="194"/>
                  </a:lnTo>
                  <a:lnTo>
                    <a:pt x="1483" y="194"/>
                  </a:lnTo>
                  <a:lnTo>
                    <a:pt x="1500" y="200"/>
                  </a:lnTo>
                  <a:lnTo>
                    <a:pt x="1500" y="200"/>
                  </a:lnTo>
                  <a:lnTo>
                    <a:pt x="1514" y="209"/>
                  </a:lnTo>
                  <a:lnTo>
                    <a:pt x="1523" y="219"/>
                  </a:lnTo>
                  <a:lnTo>
                    <a:pt x="1529" y="230"/>
                  </a:lnTo>
                  <a:lnTo>
                    <a:pt x="1532" y="239"/>
                  </a:lnTo>
                  <a:lnTo>
                    <a:pt x="1532" y="248"/>
                  </a:lnTo>
                  <a:lnTo>
                    <a:pt x="1532" y="255"/>
                  </a:lnTo>
                  <a:lnTo>
                    <a:pt x="1531" y="259"/>
                  </a:lnTo>
                  <a:lnTo>
                    <a:pt x="1530" y="261"/>
                  </a:lnTo>
                  <a:lnTo>
                    <a:pt x="1530" y="261"/>
                  </a:lnTo>
                  <a:lnTo>
                    <a:pt x="1533" y="262"/>
                  </a:lnTo>
                  <a:lnTo>
                    <a:pt x="1540" y="265"/>
                  </a:lnTo>
                  <a:lnTo>
                    <a:pt x="1551" y="269"/>
                  </a:lnTo>
                  <a:lnTo>
                    <a:pt x="1565" y="273"/>
                  </a:lnTo>
                  <a:lnTo>
                    <a:pt x="1579" y="277"/>
                  </a:lnTo>
                  <a:lnTo>
                    <a:pt x="1593" y="279"/>
                  </a:lnTo>
                  <a:lnTo>
                    <a:pt x="1608" y="278"/>
                  </a:lnTo>
                  <a:lnTo>
                    <a:pt x="1620" y="275"/>
                  </a:lnTo>
                  <a:lnTo>
                    <a:pt x="1620" y="275"/>
                  </a:lnTo>
                  <a:lnTo>
                    <a:pt x="1630" y="268"/>
                  </a:lnTo>
                  <a:lnTo>
                    <a:pt x="1641" y="260"/>
                  </a:lnTo>
                  <a:lnTo>
                    <a:pt x="1652" y="252"/>
                  </a:lnTo>
                  <a:lnTo>
                    <a:pt x="1662" y="244"/>
                  </a:lnTo>
                  <a:lnTo>
                    <a:pt x="1672" y="237"/>
                  </a:lnTo>
                  <a:lnTo>
                    <a:pt x="1681" y="235"/>
                  </a:lnTo>
                  <a:lnTo>
                    <a:pt x="1690" y="237"/>
                  </a:lnTo>
                  <a:lnTo>
                    <a:pt x="1700" y="247"/>
                  </a:lnTo>
                  <a:lnTo>
                    <a:pt x="1700" y="247"/>
                  </a:lnTo>
                  <a:lnTo>
                    <a:pt x="1706" y="252"/>
                  </a:lnTo>
                  <a:lnTo>
                    <a:pt x="1715" y="257"/>
                  </a:lnTo>
                  <a:lnTo>
                    <a:pt x="1727" y="261"/>
                  </a:lnTo>
                  <a:lnTo>
                    <a:pt x="1742" y="264"/>
                  </a:lnTo>
                  <a:lnTo>
                    <a:pt x="1759" y="267"/>
                  </a:lnTo>
                  <a:lnTo>
                    <a:pt x="1776" y="270"/>
                  </a:lnTo>
                  <a:lnTo>
                    <a:pt x="1795" y="272"/>
                  </a:lnTo>
                  <a:lnTo>
                    <a:pt x="1814" y="274"/>
                  </a:lnTo>
                  <a:lnTo>
                    <a:pt x="1814" y="274"/>
                  </a:lnTo>
                  <a:lnTo>
                    <a:pt x="1814" y="274"/>
                  </a:lnTo>
                  <a:lnTo>
                    <a:pt x="1814" y="274"/>
                  </a:lnTo>
                  <a:lnTo>
                    <a:pt x="1814" y="274"/>
                  </a:lnTo>
                  <a:lnTo>
                    <a:pt x="1815" y="274"/>
                  </a:lnTo>
                  <a:lnTo>
                    <a:pt x="1815" y="274"/>
                  </a:lnTo>
                  <a:lnTo>
                    <a:pt x="1815" y="274"/>
                  </a:lnTo>
                  <a:lnTo>
                    <a:pt x="1815" y="274"/>
                  </a:lnTo>
                  <a:lnTo>
                    <a:pt x="1815" y="274"/>
                  </a:lnTo>
                  <a:lnTo>
                    <a:pt x="1816" y="274"/>
                  </a:lnTo>
                  <a:lnTo>
                    <a:pt x="1816" y="274"/>
                  </a:lnTo>
                  <a:lnTo>
                    <a:pt x="1816" y="279"/>
                  </a:lnTo>
                  <a:lnTo>
                    <a:pt x="1817" y="284"/>
                  </a:lnTo>
                  <a:lnTo>
                    <a:pt x="1818" y="288"/>
                  </a:lnTo>
                  <a:lnTo>
                    <a:pt x="1819" y="293"/>
                  </a:lnTo>
                  <a:lnTo>
                    <a:pt x="1819" y="293"/>
                  </a:lnTo>
                  <a:lnTo>
                    <a:pt x="1820" y="308"/>
                  </a:lnTo>
                  <a:lnTo>
                    <a:pt x="1815" y="322"/>
                  </a:lnTo>
                  <a:lnTo>
                    <a:pt x="1808" y="334"/>
                  </a:lnTo>
                  <a:lnTo>
                    <a:pt x="1797" y="347"/>
                  </a:lnTo>
                  <a:lnTo>
                    <a:pt x="1789" y="358"/>
                  </a:lnTo>
                  <a:lnTo>
                    <a:pt x="1782" y="370"/>
                  </a:lnTo>
                  <a:lnTo>
                    <a:pt x="1781" y="383"/>
                  </a:lnTo>
                  <a:lnTo>
                    <a:pt x="1785" y="399"/>
                  </a:lnTo>
                  <a:lnTo>
                    <a:pt x="1785" y="399"/>
                  </a:lnTo>
                  <a:lnTo>
                    <a:pt x="1790" y="413"/>
                  </a:lnTo>
                  <a:lnTo>
                    <a:pt x="1789" y="423"/>
                  </a:lnTo>
                  <a:lnTo>
                    <a:pt x="1784" y="431"/>
                  </a:lnTo>
                  <a:lnTo>
                    <a:pt x="1777" y="437"/>
                  </a:lnTo>
                  <a:lnTo>
                    <a:pt x="1767" y="444"/>
                  </a:lnTo>
                  <a:lnTo>
                    <a:pt x="1757" y="450"/>
                  </a:lnTo>
                  <a:lnTo>
                    <a:pt x="1747" y="458"/>
                  </a:lnTo>
                  <a:lnTo>
                    <a:pt x="1740" y="469"/>
                  </a:lnTo>
                  <a:lnTo>
                    <a:pt x="1740" y="469"/>
                  </a:lnTo>
                  <a:lnTo>
                    <a:pt x="1736" y="481"/>
                  </a:lnTo>
                  <a:lnTo>
                    <a:pt x="1733" y="494"/>
                  </a:lnTo>
                  <a:lnTo>
                    <a:pt x="1732" y="504"/>
                  </a:lnTo>
                  <a:lnTo>
                    <a:pt x="1729" y="514"/>
                  </a:lnTo>
                  <a:lnTo>
                    <a:pt x="1726" y="523"/>
                  </a:lnTo>
                  <a:lnTo>
                    <a:pt x="1719" y="531"/>
                  </a:lnTo>
                  <a:lnTo>
                    <a:pt x="1710" y="537"/>
                  </a:lnTo>
                  <a:lnTo>
                    <a:pt x="1695" y="542"/>
                  </a:lnTo>
                  <a:lnTo>
                    <a:pt x="1695" y="542"/>
                  </a:lnTo>
                  <a:lnTo>
                    <a:pt x="1682" y="550"/>
                  </a:lnTo>
                  <a:lnTo>
                    <a:pt x="1676" y="562"/>
                  </a:lnTo>
                  <a:lnTo>
                    <a:pt x="1674" y="576"/>
                  </a:lnTo>
                  <a:lnTo>
                    <a:pt x="1673" y="592"/>
                  </a:lnTo>
                  <a:lnTo>
                    <a:pt x="1673" y="610"/>
                  </a:lnTo>
                  <a:lnTo>
                    <a:pt x="1672" y="624"/>
                  </a:lnTo>
                  <a:lnTo>
                    <a:pt x="1666" y="636"/>
                  </a:lnTo>
                  <a:lnTo>
                    <a:pt x="1654" y="643"/>
                  </a:lnTo>
                  <a:lnTo>
                    <a:pt x="1654" y="643"/>
                  </a:lnTo>
                  <a:lnTo>
                    <a:pt x="1640" y="651"/>
                  </a:lnTo>
                  <a:lnTo>
                    <a:pt x="1630" y="663"/>
                  </a:lnTo>
                  <a:lnTo>
                    <a:pt x="1623" y="679"/>
                  </a:lnTo>
                  <a:lnTo>
                    <a:pt x="1618" y="697"/>
                  </a:lnTo>
                  <a:lnTo>
                    <a:pt x="1614" y="715"/>
                  </a:lnTo>
                  <a:lnTo>
                    <a:pt x="1611" y="730"/>
                  </a:lnTo>
                  <a:lnTo>
                    <a:pt x="1606" y="743"/>
                  </a:lnTo>
                  <a:lnTo>
                    <a:pt x="1601" y="751"/>
                  </a:lnTo>
                  <a:lnTo>
                    <a:pt x="1601" y="751"/>
                  </a:lnTo>
                  <a:lnTo>
                    <a:pt x="1593" y="756"/>
                  </a:lnTo>
                  <a:lnTo>
                    <a:pt x="1586" y="763"/>
                  </a:lnTo>
                  <a:lnTo>
                    <a:pt x="1578" y="771"/>
                  </a:lnTo>
                  <a:lnTo>
                    <a:pt x="1571" y="781"/>
                  </a:lnTo>
                  <a:lnTo>
                    <a:pt x="1565" y="792"/>
                  </a:lnTo>
                  <a:lnTo>
                    <a:pt x="1559" y="805"/>
                  </a:lnTo>
                  <a:lnTo>
                    <a:pt x="1555" y="818"/>
                  </a:lnTo>
                  <a:lnTo>
                    <a:pt x="1553" y="831"/>
                  </a:lnTo>
                  <a:lnTo>
                    <a:pt x="1553" y="831"/>
                  </a:lnTo>
                  <a:lnTo>
                    <a:pt x="1548" y="842"/>
                  </a:lnTo>
                  <a:lnTo>
                    <a:pt x="1540" y="849"/>
                  </a:lnTo>
                  <a:lnTo>
                    <a:pt x="1528" y="853"/>
                  </a:lnTo>
                  <a:lnTo>
                    <a:pt x="1515" y="856"/>
                  </a:lnTo>
                  <a:lnTo>
                    <a:pt x="1502" y="860"/>
                  </a:lnTo>
                  <a:lnTo>
                    <a:pt x="1489" y="865"/>
                  </a:lnTo>
                  <a:lnTo>
                    <a:pt x="1479" y="874"/>
                  </a:lnTo>
                  <a:lnTo>
                    <a:pt x="1474" y="888"/>
                  </a:lnTo>
                  <a:lnTo>
                    <a:pt x="1474" y="888"/>
                  </a:lnTo>
                  <a:lnTo>
                    <a:pt x="1471" y="904"/>
                  </a:lnTo>
                  <a:lnTo>
                    <a:pt x="1467" y="915"/>
                  </a:lnTo>
                  <a:lnTo>
                    <a:pt x="1463" y="921"/>
                  </a:lnTo>
                  <a:lnTo>
                    <a:pt x="1459" y="925"/>
                  </a:lnTo>
                  <a:lnTo>
                    <a:pt x="1454" y="925"/>
                  </a:lnTo>
                  <a:lnTo>
                    <a:pt x="1450" y="922"/>
                  </a:lnTo>
                  <a:lnTo>
                    <a:pt x="1444" y="918"/>
                  </a:lnTo>
                  <a:lnTo>
                    <a:pt x="1440" y="911"/>
                  </a:lnTo>
                  <a:lnTo>
                    <a:pt x="1440" y="911"/>
                  </a:lnTo>
                  <a:lnTo>
                    <a:pt x="1435" y="906"/>
                  </a:lnTo>
                  <a:lnTo>
                    <a:pt x="1429" y="907"/>
                  </a:lnTo>
                  <a:lnTo>
                    <a:pt x="1423" y="911"/>
                  </a:lnTo>
                  <a:lnTo>
                    <a:pt x="1415" y="918"/>
                  </a:lnTo>
                  <a:lnTo>
                    <a:pt x="1408" y="927"/>
                  </a:lnTo>
                  <a:lnTo>
                    <a:pt x="1399" y="936"/>
                  </a:lnTo>
                  <a:lnTo>
                    <a:pt x="1392" y="943"/>
                  </a:lnTo>
                  <a:lnTo>
                    <a:pt x="1385" y="950"/>
                  </a:lnTo>
                  <a:lnTo>
                    <a:pt x="1385" y="950"/>
                  </a:lnTo>
                  <a:lnTo>
                    <a:pt x="1379" y="954"/>
                  </a:lnTo>
                  <a:lnTo>
                    <a:pt x="1373" y="958"/>
                  </a:lnTo>
                  <a:lnTo>
                    <a:pt x="1367" y="960"/>
                  </a:lnTo>
                  <a:lnTo>
                    <a:pt x="1362" y="961"/>
                  </a:lnTo>
                  <a:lnTo>
                    <a:pt x="1357" y="961"/>
                  </a:lnTo>
                  <a:lnTo>
                    <a:pt x="1353" y="957"/>
                  </a:lnTo>
                  <a:lnTo>
                    <a:pt x="1348" y="951"/>
                  </a:lnTo>
                  <a:lnTo>
                    <a:pt x="1345" y="941"/>
                  </a:lnTo>
                  <a:lnTo>
                    <a:pt x="1345" y="941"/>
                  </a:lnTo>
                  <a:lnTo>
                    <a:pt x="1342" y="931"/>
                  </a:lnTo>
                  <a:lnTo>
                    <a:pt x="1339" y="922"/>
                  </a:lnTo>
                  <a:lnTo>
                    <a:pt x="1335" y="916"/>
                  </a:lnTo>
                  <a:lnTo>
                    <a:pt x="1331" y="913"/>
                  </a:lnTo>
                  <a:lnTo>
                    <a:pt x="1326" y="913"/>
                  </a:lnTo>
                  <a:lnTo>
                    <a:pt x="1320" y="917"/>
                  </a:lnTo>
                  <a:lnTo>
                    <a:pt x="1314" y="925"/>
                  </a:lnTo>
                  <a:lnTo>
                    <a:pt x="1307" y="938"/>
                  </a:lnTo>
                  <a:lnTo>
                    <a:pt x="1307" y="938"/>
                  </a:lnTo>
                  <a:lnTo>
                    <a:pt x="1301" y="951"/>
                  </a:lnTo>
                  <a:lnTo>
                    <a:pt x="1296" y="957"/>
                  </a:lnTo>
                  <a:lnTo>
                    <a:pt x="1293" y="958"/>
                  </a:lnTo>
                  <a:lnTo>
                    <a:pt x="1290" y="954"/>
                  </a:lnTo>
                  <a:lnTo>
                    <a:pt x="1288" y="949"/>
                  </a:lnTo>
                  <a:lnTo>
                    <a:pt x="1285" y="940"/>
                  </a:lnTo>
                  <a:lnTo>
                    <a:pt x="1280" y="932"/>
                  </a:lnTo>
                  <a:lnTo>
                    <a:pt x="1273" y="924"/>
                  </a:lnTo>
                  <a:lnTo>
                    <a:pt x="1273" y="924"/>
                  </a:lnTo>
                  <a:lnTo>
                    <a:pt x="1266" y="917"/>
                  </a:lnTo>
                  <a:lnTo>
                    <a:pt x="1260" y="912"/>
                  </a:lnTo>
                  <a:lnTo>
                    <a:pt x="1256" y="909"/>
                  </a:lnTo>
                  <a:lnTo>
                    <a:pt x="1253" y="908"/>
                  </a:lnTo>
                  <a:lnTo>
                    <a:pt x="1251" y="910"/>
                  </a:lnTo>
                  <a:lnTo>
                    <a:pt x="1249" y="916"/>
                  </a:lnTo>
                  <a:lnTo>
                    <a:pt x="1248" y="926"/>
                  </a:lnTo>
                  <a:lnTo>
                    <a:pt x="1247" y="941"/>
                  </a:lnTo>
                  <a:lnTo>
                    <a:pt x="1247" y="941"/>
                  </a:lnTo>
                  <a:lnTo>
                    <a:pt x="1245" y="956"/>
                  </a:lnTo>
                  <a:lnTo>
                    <a:pt x="1242" y="963"/>
                  </a:lnTo>
                  <a:lnTo>
                    <a:pt x="1238" y="966"/>
                  </a:lnTo>
                  <a:lnTo>
                    <a:pt x="1234" y="966"/>
                  </a:lnTo>
                  <a:lnTo>
                    <a:pt x="1230" y="967"/>
                  </a:lnTo>
                  <a:lnTo>
                    <a:pt x="1227" y="970"/>
                  </a:lnTo>
                  <a:lnTo>
                    <a:pt x="1225" y="977"/>
                  </a:lnTo>
                  <a:lnTo>
                    <a:pt x="1225" y="991"/>
                  </a:lnTo>
                  <a:lnTo>
                    <a:pt x="1225" y="991"/>
                  </a:lnTo>
                  <a:lnTo>
                    <a:pt x="1224" y="1005"/>
                  </a:lnTo>
                  <a:lnTo>
                    <a:pt x="1219" y="1010"/>
                  </a:lnTo>
                  <a:lnTo>
                    <a:pt x="1212" y="1009"/>
                  </a:lnTo>
                  <a:lnTo>
                    <a:pt x="1204" y="1004"/>
                  </a:lnTo>
                  <a:lnTo>
                    <a:pt x="1195" y="997"/>
                  </a:lnTo>
                  <a:lnTo>
                    <a:pt x="1187" y="988"/>
                  </a:lnTo>
                  <a:lnTo>
                    <a:pt x="1182" y="982"/>
                  </a:lnTo>
                  <a:lnTo>
                    <a:pt x="1180" y="980"/>
                  </a:lnTo>
                  <a:lnTo>
                    <a:pt x="1180" y="980"/>
                  </a:lnTo>
                  <a:lnTo>
                    <a:pt x="1178" y="977"/>
                  </a:lnTo>
                  <a:lnTo>
                    <a:pt x="1172" y="968"/>
                  </a:lnTo>
                  <a:lnTo>
                    <a:pt x="1164" y="956"/>
                  </a:lnTo>
                  <a:lnTo>
                    <a:pt x="1154" y="943"/>
                  </a:lnTo>
                  <a:lnTo>
                    <a:pt x="1142" y="932"/>
                  </a:lnTo>
                  <a:lnTo>
                    <a:pt x="1131" y="925"/>
                  </a:lnTo>
                  <a:lnTo>
                    <a:pt x="1121" y="925"/>
                  </a:lnTo>
                  <a:lnTo>
                    <a:pt x="1113" y="933"/>
                  </a:lnTo>
                  <a:lnTo>
                    <a:pt x="1113" y="933"/>
                  </a:lnTo>
                  <a:lnTo>
                    <a:pt x="1107" y="943"/>
                  </a:lnTo>
                  <a:lnTo>
                    <a:pt x="1104" y="947"/>
                  </a:lnTo>
                  <a:lnTo>
                    <a:pt x="1100" y="947"/>
                  </a:lnTo>
                  <a:lnTo>
                    <a:pt x="1099" y="942"/>
                  </a:lnTo>
                  <a:lnTo>
                    <a:pt x="1096" y="936"/>
                  </a:lnTo>
                  <a:lnTo>
                    <a:pt x="1093" y="930"/>
                  </a:lnTo>
                  <a:lnTo>
                    <a:pt x="1087" y="926"/>
                  </a:lnTo>
                  <a:lnTo>
                    <a:pt x="1079" y="924"/>
                  </a:lnTo>
                  <a:lnTo>
                    <a:pt x="1079" y="924"/>
                  </a:lnTo>
                  <a:lnTo>
                    <a:pt x="1069" y="922"/>
                  </a:lnTo>
                  <a:lnTo>
                    <a:pt x="1060" y="918"/>
                  </a:lnTo>
                  <a:lnTo>
                    <a:pt x="1053" y="911"/>
                  </a:lnTo>
                  <a:lnTo>
                    <a:pt x="1045" y="903"/>
                  </a:lnTo>
                  <a:lnTo>
                    <a:pt x="1039" y="895"/>
                  </a:lnTo>
                  <a:lnTo>
                    <a:pt x="1035" y="888"/>
                  </a:lnTo>
                  <a:lnTo>
                    <a:pt x="1033" y="884"/>
                  </a:lnTo>
                  <a:lnTo>
                    <a:pt x="1032" y="882"/>
                  </a:lnTo>
                  <a:lnTo>
                    <a:pt x="1032" y="882"/>
                  </a:lnTo>
                  <a:lnTo>
                    <a:pt x="1029" y="881"/>
                  </a:lnTo>
                  <a:lnTo>
                    <a:pt x="1023" y="878"/>
                  </a:lnTo>
                  <a:lnTo>
                    <a:pt x="1015" y="875"/>
                  </a:lnTo>
                  <a:lnTo>
                    <a:pt x="1006" y="872"/>
                  </a:lnTo>
                  <a:lnTo>
                    <a:pt x="998" y="872"/>
                  </a:lnTo>
                  <a:lnTo>
                    <a:pt x="995" y="875"/>
                  </a:lnTo>
                  <a:lnTo>
                    <a:pt x="997" y="883"/>
                  </a:lnTo>
                  <a:lnTo>
                    <a:pt x="1007" y="897"/>
                  </a:lnTo>
                  <a:lnTo>
                    <a:pt x="1007" y="897"/>
                  </a:lnTo>
                  <a:lnTo>
                    <a:pt x="1019" y="909"/>
                  </a:lnTo>
                  <a:lnTo>
                    <a:pt x="1028" y="914"/>
                  </a:lnTo>
                  <a:lnTo>
                    <a:pt x="1035" y="913"/>
                  </a:lnTo>
                  <a:lnTo>
                    <a:pt x="1041" y="910"/>
                  </a:lnTo>
                  <a:lnTo>
                    <a:pt x="1045" y="908"/>
                  </a:lnTo>
                  <a:lnTo>
                    <a:pt x="1049" y="907"/>
                  </a:lnTo>
                  <a:lnTo>
                    <a:pt x="1053" y="912"/>
                  </a:lnTo>
                  <a:lnTo>
                    <a:pt x="1057" y="924"/>
                  </a:lnTo>
                  <a:lnTo>
                    <a:pt x="1057" y="924"/>
                  </a:lnTo>
                  <a:lnTo>
                    <a:pt x="1061" y="939"/>
                  </a:lnTo>
                  <a:lnTo>
                    <a:pt x="1064" y="950"/>
                  </a:lnTo>
                  <a:lnTo>
                    <a:pt x="1066" y="958"/>
                  </a:lnTo>
                  <a:lnTo>
                    <a:pt x="1065" y="962"/>
                  </a:lnTo>
                  <a:lnTo>
                    <a:pt x="1061" y="965"/>
                  </a:lnTo>
                  <a:lnTo>
                    <a:pt x="1054" y="965"/>
                  </a:lnTo>
                  <a:lnTo>
                    <a:pt x="1041" y="964"/>
                  </a:lnTo>
                  <a:lnTo>
                    <a:pt x="1024" y="961"/>
                  </a:lnTo>
                  <a:lnTo>
                    <a:pt x="1024" y="961"/>
                  </a:lnTo>
                  <a:lnTo>
                    <a:pt x="1007" y="960"/>
                  </a:lnTo>
                  <a:lnTo>
                    <a:pt x="996" y="962"/>
                  </a:lnTo>
                  <a:lnTo>
                    <a:pt x="989" y="966"/>
                  </a:lnTo>
                  <a:lnTo>
                    <a:pt x="985" y="970"/>
                  </a:lnTo>
                  <a:lnTo>
                    <a:pt x="983" y="974"/>
                  </a:lnTo>
                  <a:lnTo>
                    <a:pt x="981" y="976"/>
                  </a:lnTo>
                  <a:lnTo>
                    <a:pt x="978" y="975"/>
                  </a:lnTo>
                  <a:lnTo>
                    <a:pt x="973" y="969"/>
                  </a:lnTo>
                  <a:lnTo>
                    <a:pt x="973" y="969"/>
                  </a:lnTo>
                  <a:lnTo>
                    <a:pt x="965" y="963"/>
                  </a:lnTo>
                  <a:lnTo>
                    <a:pt x="955" y="962"/>
                  </a:lnTo>
                  <a:lnTo>
                    <a:pt x="943" y="964"/>
                  </a:lnTo>
                  <a:lnTo>
                    <a:pt x="933" y="968"/>
                  </a:lnTo>
                  <a:lnTo>
                    <a:pt x="923" y="972"/>
                  </a:lnTo>
                  <a:lnTo>
                    <a:pt x="914" y="975"/>
                  </a:lnTo>
                  <a:lnTo>
                    <a:pt x="909" y="976"/>
                  </a:lnTo>
                  <a:lnTo>
                    <a:pt x="906" y="972"/>
                  </a:lnTo>
                  <a:lnTo>
                    <a:pt x="906" y="972"/>
                  </a:lnTo>
                  <a:lnTo>
                    <a:pt x="907" y="965"/>
                  </a:lnTo>
                  <a:lnTo>
                    <a:pt x="909" y="958"/>
                  </a:lnTo>
                  <a:lnTo>
                    <a:pt x="913" y="949"/>
                  </a:lnTo>
                  <a:lnTo>
                    <a:pt x="918" y="940"/>
                  </a:lnTo>
                  <a:lnTo>
                    <a:pt x="923" y="933"/>
                  </a:lnTo>
                  <a:lnTo>
                    <a:pt x="927" y="927"/>
                  </a:lnTo>
                  <a:lnTo>
                    <a:pt x="930" y="923"/>
                  </a:lnTo>
                  <a:lnTo>
                    <a:pt x="931" y="922"/>
                  </a:lnTo>
                  <a:lnTo>
                    <a:pt x="931" y="922"/>
                  </a:lnTo>
                  <a:lnTo>
                    <a:pt x="932" y="918"/>
                  </a:lnTo>
                  <a:lnTo>
                    <a:pt x="931" y="909"/>
                  </a:lnTo>
                  <a:lnTo>
                    <a:pt x="926" y="901"/>
                  </a:lnTo>
                  <a:lnTo>
                    <a:pt x="912" y="900"/>
                  </a:lnTo>
                  <a:lnTo>
                    <a:pt x="912" y="900"/>
                  </a:lnTo>
                  <a:lnTo>
                    <a:pt x="903" y="901"/>
                  </a:lnTo>
                  <a:lnTo>
                    <a:pt x="895" y="902"/>
                  </a:lnTo>
                  <a:lnTo>
                    <a:pt x="889" y="902"/>
                  </a:lnTo>
                  <a:lnTo>
                    <a:pt x="883" y="903"/>
                  </a:lnTo>
                  <a:lnTo>
                    <a:pt x="878" y="906"/>
                  </a:lnTo>
                  <a:lnTo>
                    <a:pt x="872" y="911"/>
                  </a:lnTo>
                  <a:lnTo>
                    <a:pt x="866" y="919"/>
                  </a:lnTo>
                  <a:lnTo>
                    <a:pt x="859" y="930"/>
                  </a:lnTo>
                  <a:lnTo>
                    <a:pt x="859" y="930"/>
                  </a:lnTo>
                  <a:lnTo>
                    <a:pt x="852" y="942"/>
                  </a:lnTo>
                  <a:lnTo>
                    <a:pt x="847" y="951"/>
                  </a:lnTo>
                  <a:lnTo>
                    <a:pt x="843" y="958"/>
                  </a:lnTo>
                  <a:lnTo>
                    <a:pt x="840" y="962"/>
                  </a:lnTo>
                  <a:lnTo>
                    <a:pt x="836" y="965"/>
                  </a:lnTo>
                  <a:lnTo>
                    <a:pt x="833" y="967"/>
                  </a:lnTo>
                  <a:lnTo>
                    <a:pt x="828" y="969"/>
                  </a:lnTo>
                  <a:lnTo>
                    <a:pt x="822" y="972"/>
                  </a:lnTo>
                  <a:lnTo>
                    <a:pt x="822" y="972"/>
                  </a:lnTo>
                  <a:lnTo>
                    <a:pt x="814" y="976"/>
                  </a:lnTo>
                  <a:lnTo>
                    <a:pt x="806" y="981"/>
                  </a:lnTo>
                  <a:lnTo>
                    <a:pt x="796" y="988"/>
                  </a:lnTo>
                  <a:lnTo>
                    <a:pt x="789" y="995"/>
                  </a:lnTo>
                  <a:lnTo>
                    <a:pt x="783" y="1003"/>
                  </a:lnTo>
                  <a:lnTo>
                    <a:pt x="780" y="1009"/>
                  </a:lnTo>
                  <a:lnTo>
                    <a:pt x="779" y="1014"/>
                  </a:lnTo>
                  <a:lnTo>
                    <a:pt x="783" y="1017"/>
                  </a:lnTo>
                  <a:lnTo>
                    <a:pt x="783" y="1017"/>
                  </a:lnTo>
                  <a:lnTo>
                    <a:pt x="789" y="1019"/>
                  </a:lnTo>
                  <a:lnTo>
                    <a:pt x="797" y="1019"/>
                  </a:lnTo>
                  <a:lnTo>
                    <a:pt x="805" y="1019"/>
                  </a:lnTo>
                  <a:lnTo>
                    <a:pt x="813" y="1018"/>
                  </a:lnTo>
                  <a:lnTo>
                    <a:pt x="820" y="1016"/>
                  </a:lnTo>
                  <a:lnTo>
                    <a:pt x="827" y="1013"/>
                  </a:lnTo>
                  <a:lnTo>
                    <a:pt x="833" y="1010"/>
                  </a:lnTo>
                  <a:lnTo>
                    <a:pt x="838" y="1006"/>
                  </a:lnTo>
                  <a:lnTo>
                    <a:pt x="838" y="1006"/>
                  </a:lnTo>
                  <a:lnTo>
                    <a:pt x="842" y="1002"/>
                  </a:lnTo>
                  <a:lnTo>
                    <a:pt x="846" y="997"/>
                  </a:lnTo>
                  <a:lnTo>
                    <a:pt x="852" y="992"/>
                  </a:lnTo>
                  <a:lnTo>
                    <a:pt x="857" y="989"/>
                  </a:lnTo>
                  <a:lnTo>
                    <a:pt x="862" y="988"/>
                  </a:lnTo>
                  <a:lnTo>
                    <a:pt x="867" y="989"/>
                  </a:lnTo>
                  <a:lnTo>
                    <a:pt x="872" y="994"/>
                  </a:lnTo>
                  <a:lnTo>
                    <a:pt x="878" y="1004"/>
                  </a:lnTo>
                  <a:lnTo>
                    <a:pt x="878" y="1004"/>
                  </a:lnTo>
                  <a:lnTo>
                    <a:pt x="884" y="1014"/>
                  </a:lnTo>
                  <a:lnTo>
                    <a:pt x="888" y="1020"/>
                  </a:lnTo>
                  <a:lnTo>
                    <a:pt x="892" y="1025"/>
                  </a:lnTo>
                  <a:lnTo>
                    <a:pt x="895" y="1028"/>
                  </a:lnTo>
                  <a:lnTo>
                    <a:pt x="897" y="1031"/>
                  </a:lnTo>
                  <a:lnTo>
                    <a:pt x="898" y="1035"/>
                  </a:lnTo>
                  <a:lnTo>
                    <a:pt x="898" y="1040"/>
                  </a:lnTo>
                  <a:lnTo>
                    <a:pt x="897" y="1049"/>
                  </a:lnTo>
                  <a:lnTo>
                    <a:pt x="897" y="1049"/>
                  </a:lnTo>
                  <a:lnTo>
                    <a:pt x="895" y="1057"/>
                  </a:lnTo>
                  <a:lnTo>
                    <a:pt x="893" y="1064"/>
                  </a:lnTo>
                  <a:lnTo>
                    <a:pt x="891" y="1069"/>
                  </a:lnTo>
                  <a:lnTo>
                    <a:pt x="888" y="1072"/>
                  </a:lnTo>
                  <a:lnTo>
                    <a:pt x="885" y="1073"/>
                  </a:lnTo>
                  <a:lnTo>
                    <a:pt x="881" y="1073"/>
                  </a:lnTo>
                  <a:lnTo>
                    <a:pt x="876" y="1070"/>
                  </a:lnTo>
                  <a:lnTo>
                    <a:pt x="870" y="1065"/>
                  </a:lnTo>
                  <a:lnTo>
                    <a:pt x="870" y="1065"/>
                  </a:lnTo>
                  <a:lnTo>
                    <a:pt x="864" y="1061"/>
                  </a:lnTo>
                  <a:lnTo>
                    <a:pt x="859" y="1061"/>
                  </a:lnTo>
                  <a:lnTo>
                    <a:pt x="855" y="1063"/>
                  </a:lnTo>
                  <a:lnTo>
                    <a:pt x="852" y="1068"/>
                  </a:lnTo>
                  <a:lnTo>
                    <a:pt x="849" y="1074"/>
                  </a:lnTo>
                  <a:lnTo>
                    <a:pt x="847" y="1081"/>
                  </a:lnTo>
                  <a:lnTo>
                    <a:pt x="847" y="1087"/>
                  </a:lnTo>
                  <a:lnTo>
                    <a:pt x="847" y="1093"/>
                  </a:lnTo>
                  <a:lnTo>
                    <a:pt x="847" y="1093"/>
                  </a:lnTo>
                  <a:lnTo>
                    <a:pt x="848" y="1100"/>
                  </a:lnTo>
                  <a:lnTo>
                    <a:pt x="848" y="1108"/>
                  </a:lnTo>
                  <a:lnTo>
                    <a:pt x="848" y="1116"/>
                  </a:lnTo>
                  <a:lnTo>
                    <a:pt x="848" y="1125"/>
                  </a:lnTo>
                  <a:lnTo>
                    <a:pt x="848" y="1133"/>
                  </a:lnTo>
                  <a:lnTo>
                    <a:pt x="847" y="1140"/>
                  </a:lnTo>
                  <a:lnTo>
                    <a:pt x="847" y="1144"/>
                  </a:lnTo>
                  <a:lnTo>
                    <a:pt x="847" y="1146"/>
                  </a:lnTo>
                  <a:lnTo>
                    <a:pt x="856" y="1177"/>
                  </a:lnTo>
                  <a:lnTo>
                    <a:pt x="856" y="1177"/>
                  </a:lnTo>
                  <a:lnTo>
                    <a:pt x="856" y="1176"/>
                  </a:lnTo>
                  <a:lnTo>
                    <a:pt x="856" y="1175"/>
                  </a:lnTo>
                  <a:lnTo>
                    <a:pt x="858" y="1173"/>
                  </a:lnTo>
                  <a:lnTo>
                    <a:pt x="860" y="1170"/>
                  </a:lnTo>
                  <a:lnTo>
                    <a:pt x="865" y="1167"/>
                  </a:lnTo>
                  <a:lnTo>
                    <a:pt x="872" y="1165"/>
                  </a:lnTo>
                  <a:lnTo>
                    <a:pt x="881" y="1163"/>
                  </a:lnTo>
                  <a:lnTo>
                    <a:pt x="894" y="1161"/>
                  </a:lnTo>
                  <a:lnTo>
                    <a:pt x="894" y="1161"/>
                  </a:lnTo>
                  <a:lnTo>
                    <a:pt x="908" y="1159"/>
                  </a:lnTo>
                  <a:lnTo>
                    <a:pt x="919" y="1156"/>
                  </a:lnTo>
                  <a:lnTo>
                    <a:pt x="928" y="1153"/>
                  </a:lnTo>
                  <a:lnTo>
                    <a:pt x="936" y="1149"/>
                  </a:lnTo>
                  <a:lnTo>
                    <a:pt x="942" y="1145"/>
                  </a:lnTo>
                  <a:lnTo>
                    <a:pt x="948" y="1143"/>
                  </a:lnTo>
                  <a:lnTo>
                    <a:pt x="955" y="1142"/>
                  </a:lnTo>
                  <a:lnTo>
                    <a:pt x="962" y="1143"/>
                  </a:lnTo>
                  <a:lnTo>
                    <a:pt x="962" y="1143"/>
                  </a:lnTo>
                  <a:lnTo>
                    <a:pt x="970" y="1145"/>
                  </a:lnTo>
                  <a:lnTo>
                    <a:pt x="978" y="1145"/>
                  </a:lnTo>
                  <a:lnTo>
                    <a:pt x="986" y="1145"/>
                  </a:lnTo>
                  <a:lnTo>
                    <a:pt x="994" y="1144"/>
                  </a:lnTo>
                  <a:lnTo>
                    <a:pt x="1002" y="1143"/>
                  </a:lnTo>
                  <a:lnTo>
                    <a:pt x="1008" y="1141"/>
                  </a:lnTo>
                  <a:lnTo>
                    <a:pt x="1012" y="1140"/>
                  </a:lnTo>
                  <a:lnTo>
                    <a:pt x="1013" y="1140"/>
                  </a:lnTo>
                  <a:lnTo>
                    <a:pt x="1024" y="1121"/>
                  </a:lnTo>
                  <a:lnTo>
                    <a:pt x="1024" y="1121"/>
                  </a:lnTo>
                  <a:lnTo>
                    <a:pt x="1023" y="1120"/>
                  </a:lnTo>
                  <a:lnTo>
                    <a:pt x="1021" y="1117"/>
                  </a:lnTo>
                  <a:lnTo>
                    <a:pt x="1019" y="1113"/>
                  </a:lnTo>
                  <a:lnTo>
                    <a:pt x="1015" y="1108"/>
                  </a:lnTo>
                  <a:lnTo>
                    <a:pt x="1012" y="1102"/>
                  </a:lnTo>
                  <a:lnTo>
                    <a:pt x="1008" y="1095"/>
                  </a:lnTo>
                  <a:lnTo>
                    <a:pt x="1005" y="1089"/>
                  </a:lnTo>
                  <a:lnTo>
                    <a:pt x="1002" y="1084"/>
                  </a:lnTo>
                  <a:lnTo>
                    <a:pt x="1002" y="1084"/>
                  </a:lnTo>
                  <a:lnTo>
                    <a:pt x="999" y="1078"/>
                  </a:lnTo>
                  <a:lnTo>
                    <a:pt x="997" y="1070"/>
                  </a:lnTo>
                  <a:lnTo>
                    <a:pt x="996" y="1061"/>
                  </a:lnTo>
                  <a:lnTo>
                    <a:pt x="995" y="1054"/>
                  </a:lnTo>
                  <a:lnTo>
                    <a:pt x="996" y="1049"/>
                  </a:lnTo>
                  <a:lnTo>
                    <a:pt x="999" y="1047"/>
                  </a:lnTo>
                  <a:lnTo>
                    <a:pt x="1005" y="1050"/>
                  </a:lnTo>
                  <a:lnTo>
                    <a:pt x="1013" y="1060"/>
                  </a:lnTo>
                  <a:lnTo>
                    <a:pt x="1013" y="1060"/>
                  </a:lnTo>
                  <a:lnTo>
                    <a:pt x="1021" y="1071"/>
                  </a:lnTo>
                  <a:lnTo>
                    <a:pt x="1026" y="1077"/>
                  </a:lnTo>
                  <a:lnTo>
                    <a:pt x="1029" y="1079"/>
                  </a:lnTo>
                  <a:lnTo>
                    <a:pt x="1031" y="1078"/>
                  </a:lnTo>
                  <a:lnTo>
                    <a:pt x="1033" y="1075"/>
                  </a:lnTo>
                  <a:lnTo>
                    <a:pt x="1035" y="1071"/>
                  </a:lnTo>
                  <a:lnTo>
                    <a:pt x="1037" y="1065"/>
                  </a:lnTo>
                  <a:lnTo>
                    <a:pt x="1040" y="1060"/>
                  </a:lnTo>
                  <a:lnTo>
                    <a:pt x="1040" y="1060"/>
                  </a:lnTo>
                  <a:lnTo>
                    <a:pt x="1044" y="1054"/>
                  </a:lnTo>
                  <a:lnTo>
                    <a:pt x="1048" y="1045"/>
                  </a:lnTo>
                  <a:lnTo>
                    <a:pt x="1052" y="1037"/>
                  </a:lnTo>
                  <a:lnTo>
                    <a:pt x="1055" y="1029"/>
                  </a:lnTo>
                  <a:lnTo>
                    <a:pt x="1057" y="1021"/>
                  </a:lnTo>
                  <a:lnTo>
                    <a:pt x="1059" y="1015"/>
                  </a:lnTo>
                  <a:lnTo>
                    <a:pt x="1060" y="1011"/>
                  </a:lnTo>
                  <a:lnTo>
                    <a:pt x="1060" y="1009"/>
                  </a:lnTo>
                  <a:lnTo>
                    <a:pt x="1060" y="1009"/>
                  </a:lnTo>
                  <a:lnTo>
                    <a:pt x="1061" y="1008"/>
                  </a:lnTo>
                  <a:lnTo>
                    <a:pt x="1065" y="1007"/>
                  </a:lnTo>
                  <a:lnTo>
                    <a:pt x="1069" y="1006"/>
                  </a:lnTo>
                  <a:lnTo>
                    <a:pt x="1075" y="1005"/>
                  </a:lnTo>
                  <a:lnTo>
                    <a:pt x="1080" y="1007"/>
                  </a:lnTo>
                  <a:lnTo>
                    <a:pt x="1084" y="1011"/>
                  </a:lnTo>
                  <a:lnTo>
                    <a:pt x="1086" y="1019"/>
                  </a:lnTo>
                  <a:lnTo>
                    <a:pt x="1085" y="1031"/>
                  </a:lnTo>
                  <a:lnTo>
                    <a:pt x="1085" y="1031"/>
                  </a:lnTo>
                  <a:lnTo>
                    <a:pt x="1083" y="1044"/>
                  </a:lnTo>
                  <a:lnTo>
                    <a:pt x="1082" y="1055"/>
                  </a:lnTo>
                  <a:lnTo>
                    <a:pt x="1082" y="1062"/>
                  </a:lnTo>
                  <a:lnTo>
                    <a:pt x="1083" y="1067"/>
                  </a:lnTo>
                  <a:lnTo>
                    <a:pt x="1085" y="1072"/>
                  </a:lnTo>
                  <a:lnTo>
                    <a:pt x="1088" y="1075"/>
                  </a:lnTo>
                  <a:lnTo>
                    <a:pt x="1091" y="1079"/>
                  </a:lnTo>
                  <a:lnTo>
                    <a:pt x="1096" y="1084"/>
                  </a:lnTo>
                  <a:lnTo>
                    <a:pt x="1096" y="1084"/>
                  </a:lnTo>
                  <a:lnTo>
                    <a:pt x="1100" y="1090"/>
                  </a:lnTo>
                  <a:lnTo>
                    <a:pt x="1104" y="1099"/>
                  </a:lnTo>
                  <a:lnTo>
                    <a:pt x="1106" y="1108"/>
                  </a:lnTo>
                  <a:lnTo>
                    <a:pt x="1107" y="1117"/>
                  </a:lnTo>
                  <a:lnTo>
                    <a:pt x="1108" y="1127"/>
                  </a:lnTo>
                  <a:lnTo>
                    <a:pt x="1109" y="1137"/>
                  </a:lnTo>
                  <a:lnTo>
                    <a:pt x="1110" y="1146"/>
                  </a:lnTo>
                  <a:lnTo>
                    <a:pt x="1113" y="1155"/>
                  </a:lnTo>
                  <a:lnTo>
                    <a:pt x="1113" y="1155"/>
                  </a:lnTo>
                  <a:lnTo>
                    <a:pt x="1117" y="1162"/>
                  </a:lnTo>
                  <a:lnTo>
                    <a:pt x="1120" y="1168"/>
                  </a:lnTo>
                  <a:lnTo>
                    <a:pt x="1123" y="1173"/>
                  </a:lnTo>
                  <a:lnTo>
                    <a:pt x="1126" y="1178"/>
                  </a:lnTo>
                  <a:lnTo>
                    <a:pt x="1128" y="1183"/>
                  </a:lnTo>
                  <a:lnTo>
                    <a:pt x="1128" y="1188"/>
                  </a:lnTo>
                  <a:lnTo>
                    <a:pt x="1127" y="1194"/>
                  </a:lnTo>
                  <a:lnTo>
                    <a:pt x="1124" y="1203"/>
                  </a:lnTo>
                  <a:lnTo>
                    <a:pt x="1124" y="1203"/>
                  </a:lnTo>
                  <a:lnTo>
                    <a:pt x="1120" y="1211"/>
                  </a:lnTo>
                  <a:lnTo>
                    <a:pt x="1117" y="1220"/>
                  </a:lnTo>
                  <a:lnTo>
                    <a:pt x="1115" y="1228"/>
                  </a:lnTo>
                  <a:lnTo>
                    <a:pt x="1113" y="1236"/>
                  </a:lnTo>
                  <a:lnTo>
                    <a:pt x="1112" y="1243"/>
                  </a:lnTo>
                  <a:lnTo>
                    <a:pt x="1111" y="1249"/>
                  </a:lnTo>
                  <a:lnTo>
                    <a:pt x="1111" y="1253"/>
                  </a:lnTo>
                  <a:lnTo>
                    <a:pt x="1111" y="1254"/>
                  </a:lnTo>
                  <a:lnTo>
                    <a:pt x="1111" y="1254"/>
                  </a:lnTo>
                  <a:lnTo>
                    <a:pt x="1110" y="1254"/>
                  </a:lnTo>
                  <a:lnTo>
                    <a:pt x="1106" y="1254"/>
                  </a:lnTo>
                  <a:lnTo>
                    <a:pt x="1100" y="1255"/>
                  </a:lnTo>
                  <a:lnTo>
                    <a:pt x="1094" y="1255"/>
                  </a:lnTo>
                  <a:lnTo>
                    <a:pt x="1086" y="1255"/>
                  </a:lnTo>
                  <a:lnTo>
                    <a:pt x="1078" y="1255"/>
                  </a:lnTo>
                  <a:lnTo>
                    <a:pt x="1070" y="1255"/>
                  </a:lnTo>
                  <a:lnTo>
                    <a:pt x="1063" y="1254"/>
                  </a:lnTo>
                  <a:lnTo>
                    <a:pt x="1063" y="1254"/>
                  </a:lnTo>
                  <a:lnTo>
                    <a:pt x="1058" y="1255"/>
                  </a:lnTo>
                  <a:lnTo>
                    <a:pt x="1056" y="1258"/>
                  </a:lnTo>
                  <a:lnTo>
                    <a:pt x="1057" y="1263"/>
                  </a:lnTo>
                  <a:lnTo>
                    <a:pt x="1060" y="1269"/>
                  </a:lnTo>
                  <a:lnTo>
                    <a:pt x="1063" y="1276"/>
                  </a:lnTo>
                  <a:lnTo>
                    <a:pt x="1067" y="1281"/>
                  </a:lnTo>
                  <a:lnTo>
                    <a:pt x="1070" y="1285"/>
                  </a:lnTo>
                  <a:lnTo>
                    <a:pt x="1071" y="1287"/>
                  </a:lnTo>
                  <a:lnTo>
                    <a:pt x="1071" y="1287"/>
                  </a:lnTo>
                  <a:lnTo>
                    <a:pt x="1070" y="1287"/>
                  </a:lnTo>
                  <a:lnTo>
                    <a:pt x="1067" y="1288"/>
                  </a:lnTo>
                  <a:lnTo>
                    <a:pt x="1063" y="1289"/>
                  </a:lnTo>
                  <a:lnTo>
                    <a:pt x="1058" y="1290"/>
                  </a:lnTo>
                  <a:lnTo>
                    <a:pt x="1052" y="1294"/>
                  </a:lnTo>
                  <a:lnTo>
                    <a:pt x="1046" y="1299"/>
                  </a:lnTo>
                  <a:lnTo>
                    <a:pt x="1041" y="1305"/>
                  </a:lnTo>
                  <a:lnTo>
                    <a:pt x="1037" y="1313"/>
                  </a:lnTo>
                  <a:lnTo>
                    <a:pt x="1037" y="1313"/>
                  </a:lnTo>
                  <a:lnTo>
                    <a:pt x="1034" y="1319"/>
                  </a:lnTo>
                  <a:lnTo>
                    <a:pt x="1030" y="1320"/>
                  </a:lnTo>
                  <a:lnTo>
                    <a:pt x="1025" y="1318"/>
                  </a:lnTo>
                  <a:lnTo>
                    <a:pt x="1020" y="1313"/>
                  </a:lnTo>
                  <a:lnTo>
                    <a:pt x="1014" y="1308"/>
                  </a:lnTo>
                  <a:lnTo>
                    <a:pt x="1008" y="1302"/>
                  </a:lnTo>
                  <a:lnTo>
                    <a:pt x="1000" y="1299"/>
                  </a:lnTo>
                  <a:lnTo>
                    <a:pt x="992" y="1299"/>
                  </a:lnTo>
                  <a:lnTo>
                    <a:pt x="992" y="1299"/>
                  </a:lnTo>
                  <a:lnTo>
                    <a:pt x="986" y="1300"/>
                  </a:lnTo>
                  <a:lnTo>
                    <a:pt x="984" y="1299"/>
                  </a:lnTo>
                  <a:lnTo>
                    <a:pt x="985" y="1295"/>
                  </a:lnTo>
                  <a:lnTo>
                    <a:pt x="988" y="1290"/>
                  </a:lnTo>
                  <a:lnTo>
                    <a:pt x="991" y="1285"/>
                  </a:lnTo>
                  <a:lnTo>
                    <a:pt x="996" y="1279"/>
                  </a:lnTo>
                  <a:lnTo>
                    <a:pt x="999" y="1273"/>
                  </a:lnTo>
                  <a:lnTo>
                    <a:pt x="1002" y="1267"/>
                  </a:lnTo>
                  <a:lnTo>
                    <a:pt x="1002" y="1267"/>
                  </a:lnTo>
                  <a:lnTo>
                    <a:pt x="1004" y="1261"/>
                  </a:lnTo>
                  <a:lnTo>
                    <a:pt x="1006" y="1257"/>
                  </a:lnTo>
                  <a:lnTo>
                    <a:pt x="1009" y="1253"/>
                  </a:lnTo>
                  <a:lnTo>
                    <a:pt x="1010" y="1250"/>
                  </a:lnTo>
                  <a:lnTo>
                    <a:pt x="1008" y="1247"/>
                  </a:lnTo>
                  <a:lnTo>
                    <a:pt x="1000" y="1245"/>
                  </a:lnTo>
                  <a:lnTo>
                    <a:pt x="989" y="1244"/>
                  </a:lnTo>
                  <a:lnTo>
                    <a:pt x="970" y="1244"/>
                  </a:lnTo>
                  <a:lnTo>
                    <a:pt x="970" y="1244"/>
                  </a:lnTo>
                  <a:lnTo>
                    <a:pt x="948" y="1243"/>
                  </a:lnTo>
                  <a:lnTo>
                    <a:pt x="931" y="1242"/>
                  </a:lnTo>
                  <a:lnTo>
                    <a:pt x="917" y="1240"/>
                  </a:lnTo>
                  <a:lnTo>
                    <a:pt x="907" y="1239"/>
                  </a:lnTo>
                  <a:lnTo>
                    <a:pt x="897" y="1238"/>
                  </a:lnTo>
                  <a:lnTo>
                    <a:pt x="892" y="1238"/>
                  </a:lnTo>
                  <a:lnTo>
                    <a:pt x="888" y="1239"/>
                  </a:lnTo>
                  <a:lnTo>
                    <a:pt x="886" y="1242"/>
                  </a:lnTo>
                  <a:lnTo>
                    <a:pt x="886" y="1242"/>
                  </a:lnTo>
                  <a:lnTo>
                    <a:pt x="884" y="1244"/>
                  </a:lnTo>
                  <a:lnTo>
                    <a:pt x="881" y="1243"/>
                  </a:lnTo>
                  <a:lnTo>
                    <a:pt x="877" y="1241"/>
                  </a:lnTo>
                  <a:lnTo>
                    <a:pt x="872" y="1238"/>
                  </a:lnTo>
                  <a:lnTo>
                    <a:pt x="866" y="1235"/>
                  </a:lnTo>
                  <a:lnTo>
                    <a:pt x="859" y="1235"/>
                  </a:lnTo>
                  <a:lnTo>
                    <a:pt x="850" y="1237"/>
                  </a:lnTo>
                  <a:lnTo>
                    <a:pt x="841" y="1244"/>
                  </a:lnTo>
                  <a:lnTo>
                    <a:pt x="841" y="1244"/>
                  </a:lnTo>
                  <a:lnTo>
                    <a:pt x="833" y="1253"/>
                  </a:lnTo>
                  <a:lnTo>
                    <a:pt x="826" y="1260"/>
                  </a:lnTo>
                  <a:lnTo>
                    <a:pt x="821" y="1264"/>
                  </a:lnTo>
                  <a:lnTo>
                    <a:pt x="817" y="1267"/>
                  </a:lnTo>
                  <a:lnTo>
                    <a:pt x="812" y="1267"/>
                  </a:lnTo>
                  <a:lnTo>
                    <a:pt x="807" y="1264"/>
                  </a:lnTo>
                  <a:lnTo>
                    <a:pt x="799" y="1259"/>
                  </a:lnTo>
                  <a:lnTo>
                    <a:pt x="791" y="1251"/>
                  </a:lnTo>
                  <a:lnTo>
                    <a:pt x="791" y="1251"/>
                  </a:lnTo>
                  <a:lnTo>
                    <a:pt x="782" y="1243"/>
                  </a:lnTo>
                  <a:lnTo>
                    <a:pt x="774" y="1239"/>
                  </a:lnTo>
                  <a:lnTo>
                    <a:pt x="769" y="1237"/>
                  </a:lnTo>
                  <a:lnTo>
                    <a:pt x="766" y="1236"/>
                  </a:lnTo>
                  <a:lnTo>
                    <a:pt x="767" y="1236"/>
                  </a:lnTo>
                  <a:lnTo>
                    <a:pt x="772" y="1235"/>
                  </a:lnTo>
                  <a:lnTo>
                    <a:pt x="783" y="1231"/>
                  </a:lnTo>
                  <a:lnTo>
                    <a:pt x="799" y="1225"/>
                  </a:lnTo>
                  <a:lnTo>
                    <a:pt x="799" y="1225"/>
                  </a:lnTo>
                  <a:lnTo>
                    <a:pt x="817" y="1217"/>
                  </a:lnTo>
                  <a:lnTo>
                    <a:pt x="829" y="1209"/>
                  </a:lnTo>
                  <a:lnTo>
                    <a:pt x="837" y="1201"/>
                  </a:lnTo>
                  <a:lnTo>
                    <a:pt x="840" y="1193"/>
                  </a:lnTo>
                  <a:lnTo>
                    <a:pt x="840" y="1187"/>
                  </a:lnTo>
                  <a:lnTo>
                    <a:pt x="838" y="1182"/>
                  </a:lnTo>
                  <a:lnTo>
                    <a:pt x="832" y="1179"/>
                  </a:lnTo>
                  <a:lnTo>
                    <a:pt x="825" y="1177"/>
                  </a:lnTo>
                  <a:lnTo>
                    <a:pt x="825" y="1177"/>
                  </a:lnTo>
                  <a:lnTo>
                    <a:pt x="817" y="1176"/>
                  </a:lnTo>
                  <a:lnTo>
                    <a:pt x="811" y="1174"/>
                  </a:lnTo>
                  <a:lnTo>
                    <a:pt x="805" y="1172"/>
                  </a:lnTo>
                  <a:lnTo>
                    <a:pt x="799" y="1170"/>
                  </a:lnTo>
                  <a:lnTo>
                    <a:pt x="794" y="1169"/>
                  </a:lnTo>
                  <a:lnTo>
                    <a:pt x="790" y="1170"/>
                  </a:lnTo>
                  <a:lnTo>
                    <a:pt x="785" y="1172"/>
                  </a:lnTo>
                  <a:lnTo>
                    <a:pt x="780" y="1177"/>
                  </a:lnTo>
                  <a:lnTo>
                    <a:pt x="780" y="1177"/>
                  </a:lnTo>
                  <a:lnTo>
                    <a:pt x="775" y="1181"/>
                  </a:lnTo>
                  <a:lnTo>
                    <a:pt x="769" y="1181"/>
                  </a:lnTo>
                  <a:lnTo>
                    <a:pt x="763" y="1178"/>
                  </a:lnTo>
                  <a:lnTo>
                    <a:pt x="759" y="1174"/>
                  </a:lnTo>
                  <a:lnTo>
                    <a:pt x="755" y="1170"/>
                  </a:lnTo>
                  <a:lnTo>
                    <a:pt x="751" y="1168"/>
                  </a:lnTo>
                  <a:lnTo>
                    <a:pt x="750" y="1169"/>
                  </a:lnTo>
                  <a:lnTo>
                    <a:pt x="751" y="1175"/>
                  </a:lnTo>
                  <a:lnTo>
                    <a:pt x="751" y="1175"/>
                  </a:lnTo>
                  <a:lnTo>
                    <a:pt x="751" y="1180"/>
                  </a:lnTo>
                  <a:lnTo>
                    <a:pt x="748" y="1180"/>
                  </a:lnTo>
                  <a:lnTo>
                    <a:pt x="743" y="1177"/>
                  </a:lnTo>
                  <a:lnTo>
                    <a:pt x="736" y="1171"/>
                  </a:lnTo>
                  <a:lnTo>
                    <a:pt x="729" y="1164"/>
                  </a:lnTo>
                  <a:lnTo>
                    <a:pt x="722" y="1157"/>
                  </a:lnTo>
                  <a:lnTo>
                    <a:pt x="718" y="1152"/>
                  </a:lnTo>
                  <a:lnTo>
                    <a:pt x="716" y="1150"/>
                  </a:lnTo>
                  <a:lnTo>
                    <a:pt x="716" y="1150"/>
                  </a:lnTo>
                  <a:lnTo>
                    <a:pt x="714" y="1149"/>
                  </a:lnTo>
                  <a:lnTo>
                    <a:pt x="710" y="1145"/>
                  </a:lnTo>
                  <a:lnTo>
                    <a:pt x="705" y="1141"/>
                  </a:lnTo>
                  <a:lnTo>
                    <a:pt x="697" y="1136"/>
                  </a:lnTo>
                  <a:lnTo>
                    <a:pt x="691" y="1133"/>
                  </a:lnTo>
                  <a:lnTo>
                    <a:pt x="686" y="1130"/>
                  </a:lnTo>
                  <a:lnTo>
                    <a:pt x="684" y="1130"/>
                  </a:lnTo>
                  <a:lnTo>
                    <a:pt x="684" y="1132"/>
                  </a:lnTo>
                  <a:lnTo>
                    <a:pt x="684" y="1132"/>
                  </a:lnTo>
                  <a:lnTo>
                    <a:pt x="685" y="1141"/>
                  </a:lnTo>
                  <a:lnTo>
                    <a:pt x="682" y="1151"/>
                  </a:lnTo>
                  <a:lnTo>
                    <a:pt x="678" y="1158"/>
                  </a:lnTo>
                  <a:lnTo>
                    <a:pt x="676" y="1161"/>
                  </a:lnTo>
                  <a:lnTo>
                    <a:pt x="676" y="1161"/>
                  </a:lnTo>
                  <a:lnTo>
                    <a:pt x="674" y="1161"/>
                  </a:lnTo>
                  <a:lnTo>
                    <a:pt x="670" y="1161"/>
                  </a:lnTo>
                  <a:lnTo>
                    <a:pt x="663" y="1160"/>
                  </a:lnTo>
                  <a:lnTo>
                    <a:pt x="655" y="1159"/>
                  </a:lnTo>
                  <a:lnTo>
                    <a:pt x="646" y="1158"/>
                  </a:lnTo>
                  <a:lnTo>
                    <a:pt x="637" y="1157"/>
                  </a:lnTo>
                  <a:lnTo>
                    <a:pt x="629" y="1155"/>
                  </a:lnTo>
                  <a:lnTo>
                    <a:pt x="623" y="1153"/>
                  </a:lnTo>
                  <a:lnTo>
                    <a:pt x="623" y="1153"/>
                  </a:lnTo>
                  <a:lnTo>
                    <a:pt x="618" y="1150"/>
                  </a:lnTo>
                  <a:lnTo>
                    <a:pt x="612" y="1145"/>
                  </a:lnTo>
                  <a:lnTo>
                    <a:pt x="607" y="1142"/>
                  </a:lnTo>
                  <a:lnTo>
                    <a:pt x="601" y="1139"/>
                  </a:lnTo>
                  <a:lnTo>
                    <a:pt x="595" y="1137"/>
                  </a:lnTo>
                  <a:lnTo>
                    <a:pt x="590" y="1138"/>
                  </a:lnTo>
                  <a:lnTo>
                    <a:pt x="584" y="1142"/>
                  </a:lnTo>
                  <a:lnTo>
                    <a:pt x="578" y="1150"/>
                  </a:lnTo>
                  <a:lnTo>
                    <a:pt x="578" y="1150"/>
                  </a:lnTo>
                  <a:lnTo>
                    <a:pt x="573" y="1158"/>
                  </a:lnTo>
                  <a:lnTo>
                    <a:pt x="568" y="1164"/>
                  </a:lnTo>
                  <a:lnTo>
                    <a:pt x="563" y="1169"/>
                  </a:lnTo>
                  <a:lnTo>
                    <a:pt x="559" y="1172"/>
                  </a:lnTo>
                  <a:lnTo>
                    <a:pt x="553" y="1174"/>
                  </a:lnTo>
                  <a:lnTo>
                    <a:pt x="546" y="1175"/>
                  </a:lnTo>
                  <a:lnTo>
                    <a:pt x="538" y="1175"/>
                  </a:lnTo>
                  <a:lnTo>
                    <a:pt x="528" y="1175"/>
                  </a:lnTo>
                  <a:lnTo>
                    <a:pt x="528" y="1175"/>
                  </a:lnTo>
                  <a:lnTo>
                    <a:pt x="518" y="1174"/>
                  </a:lnTo>
                  <a:lnTo>
                    <a:pt x="510" y="1171"/>
                  </a:lnTo>
                  <a:lnTo>
                    <a:pt x="504" y="1167"/>
                  </a:lnTo>
                  <a:lnTo>
                    <a:pt x="499" y="1162"/>
                  </a:lnTo>
                  <a:lnTo>
                    <a:pt x="497" y="1158"/>
                  </a:lnTo>
                  <a:lnTo>
                    <a:pt x="495" y="1154"/>
                  </a:lnTo>
                  <a:lnTo>
                    <a:pt x="494" y="1151"/>
                  </a:lnTo>
                  <a:lnTo>
                    <a:pt x="494" y="1150"/>
                  </a:lnTo>
                  <a:lnTo>
                    <a:pt x="494" y="1150"/>
                  </a:lnTo>
                  <a:lnTo>
                    <a:pt x="492" y="1148"/>
                  </a:lnTo>
                  <a:lnTo>
                    <a:pt x="487" y="1142"/>
                  </a:lnTo>
                  <a:lnTo>
                    <a:pt x="480" y="1135"/>
                  </a:lnTo>
                  <a:lnTo>
                    <a:pt x="472" y="1126"/>
                  </a:lnTo>
                  <a:lnTo>
                    <a:pt x="463" y="1117"/>
                  </a:lnTo>
                  <a:lnTo>
                    <a:pt x="456" y="1107"/>
                  </a:lnTo>
                  <a:lnTo>
                    <a:pt x="449" y="1098"/>
                  </a:lnTo>
                  <a:lnTo>
                    <a:pt x="446" y="1090"/>
                  </a:lnTo>
                  <a:lnTo>
                    <a:pt x="446" y="1090"/>
                  </a:lnTo>
                  <a:lnTo>
                    <a:pt x="445" y="1082"/>
                  </a:lnTo>
                  <a:lnTo>
                    <a:pt x="446" y="1073"/>
                  </a:lnTo>
                  <a:lnTo>
                    <a:pt x="447" y="1063"/>
                  </a:lnTo>
                  <a:lnTo>
                    <a:pt x="448" y="1052"/>
                  </a:lnTo>
                  <a:lnTo>
                    <a:pt x="449" y="1041"/>
                  </a:lnTo>
                  <a:lnTo>
                    <a:pt x="451" y="1033"/>
                  </a:lnTo>
                  <a:lnTo>
                    <a:pt x="453" y="1028"/>
                  </a:lnTo>
                  <a:lnTo>
                    <a:pt x="453" y="1026"/>
                  </a:lnTo>
                  <a:lnTo>
                    <a:pt x="453" y="1026"/>
                  </a:lnTo>
                  <a:lnTo>
                    <a:pt x="453" y="1024"/>
                  </a:lnTo>
                  <a:lnTo>
                    <a:pt x="454" y="1020"/>
                  </a:lnTo>
                  <a:lnTo>
                    <a:pt x="455" y="1015"/>
                  </a:lnTo>
                  <a:lnTo>
                    <a:pt x="454" y="1011"/>
                  </a:lnTo>
                  <a:lnTo>
                    <a:pt x="450" y="1009"/>
                  </a:lnTo>
                  <a:lnTo>
                    <a:pt x="444" y="1012"/>
                  </a:lnTo>
                  <a:lnTo>
                    <a:pt x="435" y="1021"/>
                  </a:lnTo>
                  <a:lnTo>
                    <a:pt x="422" y="1037"/>
                  </a:lnTo>
                  <a:lnTo>
                    <a:pt x="422" y="1037"/>
                  </a:lnTo>
                  <a:lnTo>
                    <a:pt x="410" y="1055"/>
                  </a:lnTo>
                  <a:lnTo>
                    <a:pt x="402" y="1065"/>
                  </a:lnTo>
                  <a:lnTo>
                    <a:pt x="398" y="1071"/>
                  </a:lnTo>
                  <a:lnTo>
                    <a:pt x="397" y="1072"/>
                  </a:lnTo>
                  <a:lnTo>
                    <a:pt x="397" y="1070"/>
                  </a:lnTo>
                  <a:lnTo>
                    <a:pt x="394" y="1067"/>
                  </a:lnTo>
                  <a:lnTo>
                    <a:pt x="389" y="1063"/>
                  </a:lnTo>
                  <a:lnTo>
                    <a:pt x="379" y="1060"/>
                  </a:lnTo>
                  <a:lnTo>
                    <a:pt x="379" y="1060"/>
                  </a:lnTo>
                  <a:lnTo>
                    <a:pt x="369" y="1059"/>
                  </a:lnTo>
                  <a:lnTo>
                    <a:pt x="364" y="1061"/>
                  </a:lnTo>
                  <a:lnTo>
                    <a:pt x="362" y="1066"/>
                  </a:lnTo>
                  <a:lnTo>
                    <a:pt x="361" y="1071"/>
                  </a:lnTo>
                  <a:lnTo>
                    <a:pt x="360" y="1077"/>
                  </a:lnTo>
                  <a:lnTo>
                    <a:pt x="358" y="1082"/>
                  </a:lnTo>
                  <a:lnTo>
                    <a:pt x="351" y="1087"/>
                  </a:lnTo>
                  <a:lnTo>
                    <a:pt x="340" y="1090"/>
                  </a:lnTo>
                  <a:lnTo>
                    <a:pt x="340" y="1090"/>
                  </a:lnTo>
                  <a:lnTo>
                    <a:pt x="329" y="1093"/>
                  </a:lnTo>
                  <a:lnTo>
                    <a:pt x="325" y="1098"/>
                  </a:lnTo>
                  <a:lnTo>
                    <a:pt x="325" y="1103"/>
                  </a:lnTo>
                  <a:lnTo>
                    <a:pt x="327" y="1108"/>
                  </a:lnTo>
                  <a:lnTo>
                    <a:pt x="329" y="1112"/>
                  </a:lnTo>
                  <a:lnTo>
                    <a:pt x="330" y="1115"/>
                  </a:lnTo>
                  <a:lnTo>
                    <a:pt x="327" y="1115"/>
                  </a:lnTo>
                  <a:lnTo>
                    <a:pt x="318" y="1113"/>
                  </a:lnTo>
                  <a:lnTo>
                    <a:pt x="318" y="1113"/>
                  </a:lnTo>
                  <a:lnTo>
                    <a:pt x="307" y="1111"/>
                  </a:lnTo>
                  <a:lnTo>
                    <a:pt x="298" y="1113"/>
                  </a:lnTo>
                  <a:lnTo>
                    <a:pt x="291" y="1117"/>
                  </a:lnTo>
                  <a:lnTo>
                    <a:pt x="285" y="1122"/>
                  </a:lnTo>
                  <a:lnTo>
                    <a:pt x="280" y="1127"/>
                  </a:lnTo>
                  <a:lnTo>
                    <a:pt x="274" y="1130"/>
                  </a:lnTo>
                  <a:lnTo>
                    <a:pt x="266" y="1132"/>
                  </a:lnTo>
                  <a:lnTo>
                    <a:pt x="257" y="1129"/>
                  </a:lnTo>
                  <a:lnTo>
                    <a:pt x="257" y="1129"/>
                  </a:lnTo>
                  <a:lnTo>
                    <a:pt x="246" y="1123"/>
                  </a:lnTo>
                  <a:lnTo>
                    <a:pt x="236" y="1115"/>
                  </a:lnTo>
                  <a:lnTo>
                    <a:pt x="226" y="1107"/>
                  </a:lnTo>
                  <a:lnTo>
                    <a:pt x="218" y="1098"/>
                  </a:lnTo>
                  <a:lnTo>
                    <a:pt x="211" y="1089"/>
                  </a:lnTo>
                  <a:lnTo>
                    <a:pt x="206" y="1082"/>
                  </a:lnTo>
                  <a:lnTo>
                    <a:pt x="201" y="1078"/>
                  </a:lnTo>
                  <a:lnTo>
                    <a:pt x="200" y="1076"/>
                  </a:lnTo>
                  <a:lnTo>
                    <a:pt x="200" y="1076"/>
                  </a:lnTo>
                  <a:lnTo>
                    <a:pt x="199" y="1077"/>
                  </a:lnTo>
                  <a:lnTo>
                    <a:pt x="197" y="1081"/>
                  </a:lnTo>
                  <a:lnTo>
                    <a:pt x="194" y="1087"/>
                  </a:lnTo>
                  <a:lnTo>
                    <a:pt x="190" y="1094"/>
                  </a:lnTo>
                  <a:lnTo>
                    <a:pt x="190" y="1094"/>
                  </a:lnTo>
                  <a:lnTo>
                    <a:pt x="184" y="1087"/>
                  </a:lnTo>
                  <a:lnTo>
                    <a:pt x="179" y="1079"/>
                  </a:lnTo>
                  <a:lnTo>
                    <a:pt x="174" y="1072"/>
                  </a:lnTo>
                  <a:lnTo>
                    <a:pt x="169" y="1064"/>
                  </a:lnTo>
                  <a:lnTo>
                    <a:pt x="166" y="1058"/>
                  </a:lnTo>
                  <a:lnTo>
                    <a:pt x="163" y="1052"/>
                  </a:lnTo>
                  <a:lnTo>
                    <a:pt x="162" y="1047"/>
                  </a:lnTo>
                  <a:lnTo>
                    <a:pt x="162" y="1042"/>
                  </a:lnTo>
                  <a:lnTo>
                    <a:pt x="162" y="1042"/>
                  </a:lnTo>
                  <a:lnTo>
                    <a:pt x="162" y="1035"/>
                  </a:lnTo>
                  <a:lnTo>
                    <a:pt x="161" y="1027"/>
                  </a:lnTo>
                  <a:lnTo>
                    <a:pt x="159" y="1018"/>
                  </a:lnTo>
                  <a:lnTo>
                    <a:pt x="156" y="1009"/>
                  </a:lnTo>
                  <a:lnTo>
                    <a:pt x="151" y="1000"/>
                  </a:lnTo>
                  <a:lnTo>
                    <a:pt x="148" y="990"/>
                  </a:lnTo>
                  <a:lnTo>
                    <a:pt x="146" y="982"/>
                  </a:lnTo>
                  <a:lnTo>
                    <a:pt x="145" y="975"/>
                  </a:lnTo>
                  <a:lnTo>
                    <a:pt x="145" y="975"/>
                  </a:lnTo>
                  <a:lnTo>
                    <a:pt x="144" y="969"/>
                  </a:lnTo>
                  <a:lnTo>
                    <a:pt x="142" y="964"/>
                  </a:lnTo>
                  <a:lnTo>
                    <a:pt x="139" y="960"/>
                  </a:lnTo>
                  <a:lnTo>
                    <a:pt x="135" y="957"/>
                  </a:lnTo>
                  <a:lnTo>
                    <a:pt x="130" y="952"/>
                  </a:lnTo>
                  <a:lnTo>
                    <a:pt x="125" y="945"/>
                  </a:lnTo>
                  <a:lnTo>
                    <a:pt x="120" y="936"/>
                  </a:lnTo>
                  <a:lnTo>
                    <a:pt x="115" y="924"/>
                  </a:lnTo>
                  <a:lnTo>
                    <a:pt x="115" y="924"/>
                  </a:lnTo>
                  <a:lnTo>
                    <a:pt x="111" y="911"/>
                  </a:lnTo>
                  <a:lnTo>
                    <a:pt x="108" y="900"/>
                  </a:lnTo>
                  <a:lnTo>
                    <a:pt x="106" y="891"/>
                  </a:lnTo>
                  <a:lnTo>
                    <a:pt x="105" y="886"/>
                  </a:lnTo>
                  <a:lnTo>
                    <a:pt x="103" y="882"/>
                  </a:lnTo>
                  <a:lnTo>
                    <a:pt x="105" y="880"/>
                  </a:lnTo>
                  <a:lnTo>
                    <a:pt x="105" y="879"/>
                  </a:lnTo>
                  <a:lnTo>
                    <a:pt x="105" y="879"/>
                  </a:lnTo>
                  <a:lnTo>
                    <a:pt x="43" y="834"/>
                  </a:lnTo>
                  <a:lnTo>
                    <a:pt x="43" y="834"/>
                  </a:lnTo>
                  <a:lnTo>
                    <a:pt x="43" y="832"/>
                  </a:lnTo>
                  <a:lnTo>
                    <a:pt x="43" y="827"/>
                  </a:lnTo>
                  <a:lnTo>
                    <a:pt x="42" y="818"/>
                  </a:lnTo>
                  <a:lnTo>
                    <a:pt x="42" y="808"/>
                  </a:lnTo>
                  <a:lnTo>
                    <a:pt x="41" y="796"/>
                  </a:lnTo>
                  <a:lnTo>
                    <a:pt x="40" y="782"/>
                  </a:lnTo>
                  <a:lnTo>
                    <a:pt x="40" y="768"/>
                  </a:lnTo>
                  <a:lnTo>
                    <a:pt x="39" y="755"/>
                  </a:lnTo>
                  <a:lnTo>
                    <a:pt x="39" y="755"/>
                  </a:lnTo>
                  <a:lnTo>
                    <a:pt x="38" y="748"/>
                  </a:lnTo>
                  <a:lnTo>
                    <a:pt x="35" y="740"/>
                  </a:lnTo>
                  <a:lnTo>
                    <a:pt x="31" y="731"/>
                  </a:lnTo>
                  <a:lnTo>
                    <a:pt x="26" y="723"/>
                  </a:lnTo>
                  <a:lnTo>
                    <a:pt x="21" y="714"/>
                  </a:lnTo>
                  <a:lnTo>
                    <a:pt x="14" y="705"/>
                  </a:lnTo>
                  <a:lnTo>
                    <a:pt x="8" y="696"/>
                  </a:lnTo>
                  <a:lnTo>
                    <a:pt x="0" y="686"/>
                  </a:lnTo>
                  <a:lnTo>
                    <a:pt x="0" y="686"/>
                  </a:lnTo>
                  <a:lnTo>
                    <a:pt x="3" y="684"/>
                  </a:lnTo>
                  <a:lnTo>
                    <a:pt x="6" y="682"/>
                  </a:lnTo>
                  <a:lnTo>
                    <a:pt x="6" y="679"/>
                  </a:lnTo>
                  <a:lnTo>
                    <a:pt x="5" y="676"/>
                  </a:lnTo>
                  <a:lnTo>
                    <a:pt x="5" y="676"/>
                  </a:lnTo>
                  <a:lnTo>
                    <a:pt x="1" y="671"/>
                  </a:lnTo>
                  <a:lnTo>
                    <a:pt x="1" y="665"/>
                  </a:lnTo>
                  <a:lnTo>
                    <a:pt x="2" y="658"/>
                  </a:lnTo>
                  <a:lnTo>
                    <a:pt x="3" y="651"/>
                  </a:lnTo>
                  <a:lnTo>
                    <a:pt x="6" y="642"/>
                  </a:lnTo>
                  <a:lnTo>
                    <a:pt x="9" y="632"/>
                  </a:lnTo>
                  <a:lnTo>
                    <a:pt x="10" y="620"/>
                  </a:lnTo>
                  <a:lnTo>
                    <a:pt x="11" y="607"/>
                  </a:lnTo>
                  <a:lnTo>
                    <a:pt x="11" y="607"/>
                  </a:lnTo>
                  <a:lnTo>
                    <a:pt x="11" y="592"/>
                  </a:lnTo>
                  <a:lnTo>
                    <a:pt x="13" y="579"/>
                  </a:lnTo>
                  <a:lnTo>
                    <a:pt x="15" y="568"/>
                  </a:lnTo>
                  <a:lnTo>
                    <a:pt x="18" y="558"/>
                  </a:lnTo>
                  <a:lnTo>
                    <a:pt x="22" y="549"/>
                  </a:lnTo>
                  <a:lnTo>
                    <a:pt x="27" y="540"/>
                  </a:lnTo>
                  <a:lnTo>
                    <a:pt x="33" y="533"/>
                  </a:lnTo>
                  <a:lnTo>
                    <a:pt x="39" y="527"/>
                  </a:lnTo>
                  <a:lnTo>
                    <a:pt x="39" y="527"/>
                  </a:lnTo>
                  <a:lnTo>
                    <a:pt x="44" y="519"/>
                  </a:lnTo>
                  <a:lnTo>
                    <a:pt x="47" y="508"/>
                  </a:lnTo>
                  <a:lnTo>
                    <a:pt x="48" y="494"/>
                  </a:lnTo>
                  <a:lnTo>
                    <a:pt x="47" y="477"/>
                  </a:lnTo>
                  <a:lnTo>
                    <a:pt x="44" y="461"/>
                  </a:lnTo>
                  <a:lnTo>
                    <a:pt x="40" y="444"/>
                  </a:lnTo>
                  <a:lnTo>
                    <a:pt x="35" y="427"/>
                  </a:lnTo>
                  <a:lnTo>
                    <a:pt x="29" y="413"/>
                  </a:lnTo>
                  <a:lnTo>
                    <a:pt x="29" y="413"/>
                  </a:lnTo>
                  <a:lnTo>
                    <a:pt x="25" y="400"/>
                  </a:lnTo>
                  <a:lnTo>
                    <a:pt x="23" y="386"/>
                  </a:lnTo>
                  <a:lnTo>
                    <a:pt x="24" y="373"/>
                  </a:lnTo>
                  <a:lnTo>
                    <a:pt x="28" y="361"/>
                  </a:lnTo>
                  <a:lnTo>
                    <a:pt x="33" y="350"/>
                  </a:lnTo>
                  <a:lnTo>
                    <a:pt x="39" y="339"/>
                  </a:lnTo>
                  <a:lnTo>
                    <a:pt x="47" y="330"/>
                  </a:lnTo>
                  <a:lnTo>
                    <a:pt x="56" y="323"/>
                  </a:lnTo>
                  <a:lnTo>
                    <a:pt x="56" y="323"/>
                  </a:lnTo>
                  <a:lnTo>
                    <a:pt x="64" y="315"/>
                  </a:lnTo>
                  <a:lnTo>
                    <a:pt x="70" y="304"/>
                  </a:lnTo>
                  <a:lnTo>
                    <a:pt x="75" y="291"/>
                  </a:lnTo>
                  <a:lnTo>
                    <a:pt x="79" y="278"/>
                  </a:lnTo>
                  <a:lnTo>
                    <a:pt x="80" y="264"/>
                  </a:lnTo>
                  <a:lnTo>
                    <a:pt x="80" y="248"/>
                  </a:lnTo>
                  <a:lnTo>
                    <a:pt x="78" y="231"/>
                  </a:lnTo>
                  <a:lnTo>
                    <a:pt x="74" y="215"/>
                  </a:lnTo>
                  <a:lnTo>
                    <a:pt x="74" y="215"/>
                  </a:lnTo>
                  <a:lnTo>
                    <a:pt x="71" y="200"/>
                  </a:lnTo>
                  <a:lnTo>
                    <a:pt x="71" y="185"/>
                  </a:lnTo>
                  <a:lnTo>
                    <a:pt x="75" y="174"/>
                  </a:lnTo>
                  <a:lnTo>
                    <a:pt x="81" y="164"/>
                  </a:lnTo>
                  <a:lnTo>
                    <a:pt x="88" y="157"/>
                  </a:lnTo>
                  <a:lnTo>
                    <a:pt x="97" y="152"/>
                  </a:lnTo>
                  <a:lnTo>
                    <a:pt x="106" y="149"/>
                  </a:lnTo>
                  <a:lnTo>
                    <a:pt x="115" y="148"/>
                  </a:lnTo>
                  <a:lnTo>
                    <a:pt x="115" y="148"/>
                  </a:lnTo>
                  <a:lnTo>
                    <a:pt x="122" y="147"/>
                  </a:lnTo>
                  <a:lnTo>
                    <a:pt x="128" y="145"/>
                  </a:lnTo>
                  <a:lnTo>
                    <a:pt x="133" y="140"/>
                  </a:lnTo>
                  <a:lnTo>
                    <a:pt x="136" y="135"/>
                  </a:lnTo>
                  <a:lnTo>
                    <a:pt x="138" y="129"/>
                  </a:lnTo>
                  <a:lnTo>
                    <a:pt x="138" y="123"/>
                  </a:lnTo>
                  <a:lnTo>
                    <a:pt x="138" y="115"/>
                  </a:lnTo>
                  <a:lnTo>
                    <a:pt x="137" y="107"/>
                  </a:lnTo>
                  <a:lnTo>
                    <a:pt x="137" y="107"/>
                  </a:lnTo>
                  <a:lnTo>
                    <a:pt x="136" y="98"/>
                  </a:lnTo>
                  <a:lnTo>
                    <a:pt x="138" y="88"/>
                  </a:lnTo>
                  <a:lnTo>
                    <a:pt x="142" y="78"/>
                  </a:lnTo>
                  <a:lnTo>
                    <a:pt x="149" y="67"/>
                  </a:lnTo>
                  <a:lnTo>
                    <a:pt x="158" y="55"/>
                  </a:lnTo>
                  <a:lnTo>
                    <a:pt x="168" y="44"/>
                  </a:lnTo>
                  <a:lnTo>
                    <a:pt x="180" y="31"/>
                  </a:lnTo>
                  <a:lnTo>
                    <a:pt x="194" y="19"/>
                  </a:lnTo>
                  <a:lnTo>
                    <a:pt x="194" y="19"/>
                  </a:lnTo>
                  <a:lnTo>
                    <a:pt x="209" y="9"/>
                  </a:lnTo>
                  <a:lnTo>
                    <a:pt x="224" y="4"/>
                  </a:lnTo>
                  <a:lnTo>
                    <a:pt x="238" y="3"/>
                  </a:lnTo>
                  <a:lnTo>
                    <a:pt x="251" y="3"/>
                  </a:lnTo>
                  <a:lnTo>
                    <a:pt x="263" y="5"/>
                  </a:lnTo>
                  <a:lnTo>
                    <a:pt x="272" y="5"/>
                  </a:lnTo>
                  <a:lnTo>
                    <a:pt x="278" y="4"/>
                  </a:lnTo>
                  <a:lnTo>
                    <a:pt x="280" y="0"/>
                  </a:lnTo>
                  <a:lnTo>
                    <a:pt x="280" y="0"/>
                  </a:lnTo>
                  <a:lnTo>
                    <a:pt x="280" y="0"/>
                  </a:lnTo>
                  <a:lnTo>
                    <a:pt x="280" y="0"/>
                  </a:lnTo>
                  <a:lnTo>
                    <a:pt x="280" y="0"/>
                  </a:lnTo>
                  <a:lnTo>
                    <a:pt x="280" y="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19" name=""/>
            <p:cNvSpPr/>
            <p:nvPr/>
          </p:nvSpPr>
          <p:spPr>
            <a:xfrm>
              <a:off x="840960" y="3905640"/>
              <a:ext cx="42120" cy="40680"/>
            </a:xfrm>
            <a:custGeom>
              <a:avLst/>
              <a:gdLst/>
              <a:ahLst/>
              <a:rect l="l" t="t" r="r" b="b"/>
              <a:pathLst>
                <a:path w="238" h="253">
                  <a:moveTo>
                    <a:pt x="37" y="0"/>
                  </a:moveTo>
                  <a:lnTo>
                    <a:pt x="36" y="1"/>
                  </a:lnTo>
                  <a:lnTo>
                    <a:pt x="32" y="5"/>
                  </a:lnTo>
                  <a:lnTo>
                    <a:pt x="26" y="9"/>
                  </a:lnTo>
                  <a:lnTo>
                    <a:pt x="21" y="14"/>
                  </a:lnTo>
                  <a:lnTo>
                    <a:pt x="16" y="20"/>
                  </a:lnTo>
                  <a:lnTo>
                    <a:pt x="12" y="26"/>
                  </a:lnTo>
                  <a:lnTo>
                    <a:pt x="10" y="33"/>
                  </a:lnTo>
                  <a:lnTo>
                    <a:pt x="12" y="40"/>
                  </a:lnTo>
                  <a:lnTo>
                    <a:pt x="14" y="47"/>
                  </a:lnTo>
                  <a:lnTo>
                    <a:pt x="15" y="57"/>
                  </a:lnTo>
                  <a:lnTo>
                    <a:pt x="13" y="65"/>
                  </a:lnTo>
                  <a:lnTo>
                    <a:pt x="10" y="74"/>
                  </a:lnTo>
                  <a:lnTo>
                    <a:pt x="7" y="81"/>
                  </a:lnTo>
                  <a:lnTo>
                    <a:pt x="3" y="87"/>
                  </a:lnTo>
                  <a:lnTo>
                    <a:pt x="1" y="92"/>
                  </a:lnTo>
                  <a:lnTo>
                    <a:pt x="0" y="93"/>
                  </a:lnTo>
                  <a:lnTo>
                    <a:pt x="2" y="93"/>
                  </a:lnTo>
                  <a:lnTo>
                    <a:pt x="8" y="95"/>
                  </a:lnTo>
                  <a:lnTo>
                    <a:pt x="15" y="101"/>
                  </a:lnTo>
                  <a:lnTo>
                    <a:pt x="21" y="111"/>
                  </a:lnTo>
                  <a:lnTo>
                    <a:pt x="24" y="117"/>
                  </a:lnTo>
                  <a:lnTo>
                    <a:pt x="26" y="122"/>
                  </a:lnTo>
                  <a:lnTo>
                    <a:pt x="27" y="127"/>
                  </a:lnTo>
                  <a:lnTo>
                    <a:pt x="28" y="132"/>
                  </a:lnTo>
                  <a:lnTo>
                    <a:pt x="28" y="137"/>
                  </a:lnTo>
                  <a:lnTo>
                    <a:pt x="27" y="142"/>
                  </a:lnTo>
                  <a:lnTo>
                    <a:pt x="24" y="147"/>
                  </a:lnTo>
                  <a:lnTo>
                    <a:pt x="21" y="152"/>
                  </a:lnTo>
                  <a:lnTo>
                    <a:pt x="17" y="157"/>
                  </a:lnTo>
                  <a:lnTo>
                    <a:pt x="13" y="160"/>
                  </a:lnTo>
                  <a:lnTo>
                    <a:pt x="9" y="162"/>
                  </a:lnTo>
                  <a:lnTo>
                    <a:pt x="7" y="164"/>
                  </a:lnTo>
                  <a:lnTo>
                    <a:pt x="7" y="166"/>
                  </a:lnTo>
                  <a:lnTo>
                    <a:pt x="10" y="169"/>
                  </a:lnTo>
                  <a:lnTo>
                    <a:pt x="16" y="174"/>
                  </a:lnTo>
                  <a:lnTo>
                    <a:pt x="26" y="181"/>
                  </a:lnTo>
                  <a:lnTo>
                    <a:pt x="35" y="188"/>
                  </a:lnTo>
                  <a:lnTo>
                    <a:pt x="39" y="194"/>
                  </a:lnTo>
                  <a:lnTo>
                    <a:pt x="39" y="199"/>
                  </a:lnTo>
                  <a:lnTo>
                    <a:pt x="37" y="203"/>
                  </a:lnTo>
                  <a:lnTo>
                    <a:pt x="35" y="207"/>
                  </a:lnTo>
                  <a:lnTo>
                    <a:pt x="35" y="210"/>
                  </a:lnTo>
                  <a:lnTo>
                    <a:pt x="39" y="212"/>
                  </a:lnTo>
                  <a:lnTo>
                    <a:pt x="48" y="215"/>
                  </a:lnTo>
                  <a:lnTo>
                    <a:pt x="60" y="218"/>
                  </a:lnTo>
                  <a:lnTo>
                    <a:pt x="67" y="223"/>
                  </a:lnTo>
                  <a:lnTo>
                    <a:pt x="71" y="227"/>
                  </a:lnTo>
                  <a:lnTo>
                    <a:pt x="74" y="231"/>
                  </a:lnTo>
                  <a:lnTo>
                    <a:pt x="75" y="236"/>
                  </a:lnTo>
                  <a:lnTo>
                    <a:pt x="75" y="239"/>
                  </a:lnTo>
                  <a:lnTo>
                    <a:pt x="74" y="241"/>
                  </a:lnTo>
                  <a:lnTo>
                    <a:pt x="74" y="242"/>
                  </a:lnTo>
                  <a:lnTo>
                    <a:pt x="75" y="243"/>
                  </a:lnTo>
                  <a:lnTo>
                    <a:pt x="79" y="245"/>
                  </a:lnTo>
                  <a:lnTo>
                    <a:pt x="84" y="248"/>
                  </a:lnTo>
                  <a:lnTo>
                    <a:pt x="90" y="250"/>
                  </a:lnTo>
                  <a:lnTo>
                    <a:pt x="96" y="250"/>
                  </a:lnTo>
                  <a:lnTo>
                    <a:pt x="101" y="248"/>
                  </a:lnTo>
                  <a:lnTo>
                    <a:pt x="104" y="242"/>
                  </a:lnTo>
                  <a:lnTo>
                    <a:pt x="104" y="231"/>
                  </a:lnTo>
                  <a:lnTo>
                    <a:pt x="103" y="219"/>
                  </a:lnTo>
                  <a:lnTo>
                    <a:pt x="104" y="209"/>
                  </a:lnTo>
                  <a:lnTo>
                    <a:pt x="105" y="201"/>
                  </a:lnTo>
                  <a:lnTo>
                    <a:pt x="108" y="196"/>
                  </a:lnTo>
                  <a:lnTo>
                    <a:pt x="110" y="192"/>
                  </a:lnTo>
                  <a:lnTo>
                    <a:pt x="111" y="190"/>
                  </a:lnTo>
                  <a:lnTo>
                    <a:pt x="113" y="189"/>
                  </a:lnTo>
                  <a:lnTo>
                    <a:pt x="113" y="189"/>
                  </a:lnTo>
                  <a:lnTo>
                    <a:pt x="115" y="189"/>
                  </a:lnTo>
                  <a:lnTo>
                    <a:pt x="121" y="192"/>
                  </a:lnTo>
                  <a:lnTo>
                    <a:pt x="130" y="198"/>
                  </a:lnTo>
                  <a:lnTo>
                    <a:pt x="141" y="212"/>
                  </a:lnTo>
                  <a:lnTo>
                    <a:pt x="145" y="220"/>
                  </a:lnTo>
                  <a:lnTo>
                    <a:pt x="146" y="228"/>
                  </a:lnTo>
                  <a:lnTo>
                    <a:pt x="146" y="235"/>
                  </a:lnTo>
                  <a:lnTo>
                    <a:pt x="144" y="241"/>
                  </a:lnTo>
                  <a:lnTo>
                    <a:pt x="142" y="246"/>
                  </a:lnTo>
                  <a:lnTo>
                    <a:pt x="142" y="250"/>
                  </a:lnTo>
                  <a:lnTo>
                    <a:pt x="144" y="252"/>
                  </a:lnTo>
                  <a:lnTo>
                    <a:pt x="149" y="253"/>
                  </a:lnTo>
                  <a:lnTo>
                    <a:pt x="159" y="253"/>
                  </a:lnTo>
                  <a:lnTo>
                    <a:pt x="171" y="253"/>
                  </a:lnTo>
                  <a:lnTo>
                    <a:pt x="185" y="253"/>
                  </a:lnTo>
                  <a:lnTo>
                    <a:pt x="200" y="253"/>
                  </a:lnTo>
                  <a:lnTo>
                    <a:pt x="214" y="253"/>
                  </a:lnTo>
                  <a:lnTo>
                    <a:pt x="225" y="253"/>
                  </a:lnTo>
                  <a:lnTo>
                    <a:pt x="233" y="253"/>
                  </a:lnTo>
                  <a:lnTo>
                    <a:pt x="236" y="253"/>
                  </a:lnTo>
                  <a:lnTo>
                    <a:pt x="236" y="253"/>
                  </a:lnTo>
                  <a:lnTo>
                    <a:pt x="237" y="252"/>
                  </a:lnTo>
                  <a:lnTo>
                    <a:pt x="238" y="250"/>
                  </a:lnTo>
                  <a:lnTo>
                    <a:pt x="238" y="247"/>
                  </a:lnTo>
                  <a:lnTo>
                    <a:pt x="238" y="243"/>
                  </a:lnTo>
                  <a:lnTo>
                    <a:pt x="236" y="238"/>
                  </a:lnTo>
                  <a:lnTo>
                    <a:pt x="233" y="231"/>
                  </a:lnTo>
                  <a:lnTo>
                    <a:pt x="228" y="223"/>
                  </a:lnTo>
                  <a:lnTo>
                    <a:pt x="223" y="214"/>
                  </a:lnTo>
                  <a:lnTo>
                    <a:pt x="220" y="206"/>
                  </a:lnTo>
                  <a:lnTo>
                    <a:pt x="219" y="197"/>
                  </a:lnTo>
                  <a:lnTo>
                    <a:pt x="219" y="190"/>
                  </a:lnTo>
                  <a:lnTo>
                    <a:pt x="219" y="183"/>
                  </a:lnTo>
                  <a:lnTo>
                    <a:pt x="221" y="176"/>
                  </a:lnTo>
                  <a:lnTo>
                    <a:pt x="222" y="170"/>
                  </a:lnTo>
                  <a:lnTo>
                    <a:pt x="222" y="164"/>
                  </a:lnTo>
                  <a:lnTo>
                    <a:pt x="223" y="157"/>
                  </a:lnTo>
                  <a:lnTo>
                    <a:pt x="224" y="149"/>
                  </a:lnTo>
                  <a:lnTo>
                    <a:pt x="225" y="140"/>
                  </a:lnTo>
                  <a:lnTo>
                    <a:pt x="225" y="132"/>
                  </a:lnTo>
                  <a:lnTo>
                    <a:pt x="224" y="125"/>
                  </a:lnTo>
                  <a:lnTo>
                    <a:pt x="219" y="118"/>
                  </a:lnTo>
                  <a:lnTo>
                    <a:pt x="212" y="113"/>
                  </a:lnTo>
                  <a:lnTo>
                    <a:pt x="199" y="111"/>
                  </a:lnTo>
                  <a:lnTo>
                    <a:pt x="187" y="110"/>
                  </a:lnTo>
                  <a:lnTo>
                    <a:pt x="178" y="108"/>
                  </a:lnTo>
                  <a:lnTo>
                    <a:pt x="171" y="104"/>
                  </a:lnTo>
                  <a:lnTo>
                    <a:pt x="167" y="102"/>
                  </a:lnTo>
                  <a:lnTo>
                    <a:pt x="165" y="100"/>
                  </a:lnTo>
                  <a:lnTo>
                    <a:pt x="164" y="98"/>
                  </a:lnTo>
                  <a:lnTo>
                    <a:pt x="164" y="96"/>
                  </a:lnTo>
                  <a:lnTo>
                    <a:pt x="164" y="96"/>
                  </a:lnTo>
                  <a:lnTo>
                    <a:pt x="164" y="95"/>
                  </a:lnTo>
                  <a:lnTo>
                    <a:pt x="164" y="94"/>
                  </a:lnTo>
                  <a:lnTo>
                    <a:pt x="162" y="92"/>
                  </a:lnTo>
                  <a:lnTo>
                    <a:pt x="160" y="91"/>
                  </a:lnTo>
                  <a:lnTo>
                    <a:pt x="154" y="90"/>
                  </a:lnTo>
                  <a:lnTo>
                    <a:pt x="147" y="92"/>
                  </a:lnTo>
                  <a:lnTo>
                    <a:pt x="137" y="96"/>
                  </a:lnTo>
                  <a:lnTo>
                    <a:pt x="124" y="104"/>
                  </a:lnTo>
                  <a:lnTo>
                    <a:pt x="111" y="111"/>
                  </a:lnTo>
                  <a:lnTo>
                    <a:pt x="100" y="110"/>
                  </a:lnTo>
                  <a:lnTo>
                    <a:pt x="94" y="104"/>
                  </a:lnTo>
                  <a:lnTo>
                    <a:pt x="90" y="95"/>
                  </a:lnTo>
                  <a:lnTo>
                    <a:pt x="88" y="86"/>
                  </a:lnTo>
                  <a:lnTo>
                    <a:pt x="87" y="77"/>
                  </a:lnTo>
                  <a:lnTo>
                    <a:pt x="87" y="71"/>
                  </a:lnTo>
                  <a:lnTo>
                    <a:pt x="87" y="68"/>
                  </a:lnTo>
                  <a:lnTo>
                    <a:pt x="85" y="66"/>
                  </a:lnTo>
                  <a:lnTo>
                    <a:pt x="81" y="61"/>
                  </a:lnTo>
                  <a:lnTo>
                    <a:pt x="75" y="53"/>
                  </a:lnTo>
                  <a:lnTo>
                    <a:pt x="69" y="45"/>
                  </a:lnTo>
                  <a:lnTo>
                    <a:pt x="64" y="37"/>
                  </a:lnTo>
                  <a:lnTo>
                    <a:pt x="62" y="30"/>
                  </a:lnTo>
                  <a:lnTo>
                    <a:pt x="64" y="25"/>
                  </a:lnTo>
                  <a:lnTo>
                    <a:pt x="70" y="23"/>
                  </a:lnTo>
                  <a:lnTo>
                    <a:pt x="76" y="22"/>
                  </a:lnTo>
                  <a:lnTo>
                    <a:pt x="76" y="20"/>
                  </a:lnTo>
                  <a:lnTo>
                    <a:pt x="71" y="16"/>
                  </a:lnTo>
                  <a:lnTo>
                    <a:pt x="63" y="12"/>
                  </a:lnTo>
                  <a:lnTo>
                    <a:pt x="54" y="8"/>
                  </a:lnTo>
                  <a:lnTo>
                    <a:pt x="46" y="3"/>
                  </a:lnTo>
                  <a:lnTo>
                    <a:pt x="39" y="1"/>
                  </a:lnTo>
                  <a:lnTo>
                    <a:pt x="37" y="0"/>
                  </a:lnTo>
                  <a:close/>
                </a:path>
              </a:pathLst>
            </a:custGeom>
            <a:solidFill>
              <a:srgbClr val="ffff66"/>
            </a:solidFill>
            <a:ln w="0">
              <a:noFill/>
            </a:ln>
          </p:spPr>
          <p:style>
            <a:lnRef idx="0"/>
            <a:fillRef idx="0"/>
            <a:effectRef idx="0"/>
            <a:fontRef idx="minor"/>
          </p:style>
          <p:txBody>
            <a:bodyPr lIns="90000" rIns="90000" tIns="-6120" bIns="-6120" anchor="t">
              <a:noAutofit/>
            </a:bodyPr>
            <a:p>
              <a:endParaRPr b="0" lang="en-US" sz="2400" spc="-1" strike="noStrike">
                <a:solidFill>
                  <a:srgbClr val="000000"/>
                </a:solidFill>
                <a:latin typeface="Times New Roman"/>
              </a:endParaRPr>
            </a:p>
          </p:txBody>
        </p:sp>
        <p:sp>
          <p:nvSpPr>
            <p:cNvPr id="8920" name=""/>
            <p:cNvSpPr/>
            <p:nvPr/>
          </p:nvSpPr>
          <p:spPr>
            <a:xfrm>
              <a:off x="840960" y="3905640"/>
              <a:ext cx="42120" cy="40680"/>
            </a:xfrm>
            <a:custGeom>
              <a:avLst/>
              <a:gdLst/>
              <a:ahLst/>
              <a:rect l="l" t="t" r="r" b="b"/>
              <a:pathLst>
                <a:path w="238" h="253">
                  <a:moveTo>
                    <a:pt x="37" y="0"/>
                  </a:moveTo>
                  <a:lnTo>
                    <a:pt x="37" y="0"/>
                  </a:lnTo>
                  <a:lnTo>
                    <a:pt x="36" y="1"/>
                  </a:lnTo>
                  <a:lnTo>
                    <a:pt x="32" y="5"/>
                  </a:lnTo>
                  <a:lnTo>
                    <a:pt x="26" y="9"/>
                  </a:lnTo>
                  <a:lnTo>
                    <a:pt x="21" y="14"/>
                  </a:lnTo>
                  <a:lnTo>
                    <a:pt x="16" y="20"/>
                  </a:lnTo>
                  <a:lnTo>
                    <a:pt x="12" y="26"/>
                  </a:lnTo>
                  <a:lnTo>
                    <a:pt x="10" y="33"/>
                  </a:lnTo>
                  <a:lnTo>
                    <a:pt x="12" y="40"/>
                  </a:lnTo>
                  <a:lnTo>
                    <a:pt x="12" y="40"/>
                  </a:lnTo>
                  <a:lnTo>
                    <a:pt x="14" y="47"/>
                  </a:lnTo>
                  <a:lnTo>
                    <a:pt x="15" y="57"/>
                  </a:lnTo>
                  <a:lnTo>
                    <a:pt x="13" y="65"/>
                  </a:lnTo>
                  <a:lnTo>
                    <a:pt x="10" y="74"/>
                  </a:lnTo>
                  <a:lnTo>
                    <a:pt x="7" y="81"/>
                  </a:lnTo>
                  <a:lnTo>
                    <a:pt x="3" y="87"/>
                  </a:lnTo>
                  <a:lnTo>
                    <a:pt x="1" y="92"/>
                  </a:lnTo>
                  <a:lnTo>
                    <a:pt x="0" y="93"/>
                  </a:lnTo>
                  <a:lnTo>
                    <a:pt x="0" y="93"/>
                  </a:lnTo>
                  <a:lnTo>
                    <a:pt x="2" y="93"/>
                  </a:lnTo>
                  <a:lnTo>
                    <a:pt x="8" y="95"/>
                  </a:lnTo>
                  <a:lnTo>
                    <a:pt x="15" y="101"/>
                  </a:lnTo>
                  <a:lnTo>
                    <a:pt x="21" y="111"/>
                  </a:lnTo>
                  <a:lnTo>
                    <a:pt x="21" y="111"/>
                  </a:lnTo>
                  <a:lnTo>
                    <a:pt x="24" y="117"/>
                  </a:lnTo>
                  <a:lnTo>
                    <a:pt x="26" y="122"/>
                  </a:lnTo>
                  <a:lnTo>
                    <a:pt x="27" y="127"/>
                  </a:lnTo>
                  <a:lnTo>
                    <a:pt x="28" y="132"/>
                  </a:lnTo>
                  <a:lnTo>
                    <a:pt x="28" y="137"/>
                  </a:lnTo>
                  <a:lnTo>
                    <a:pt x="27" y="142"/>
                  </a:lnTo>
                  <a:lnTo>
                    <a:pt x="24" y="147"/>
                  </a:lnTo>
                  <a:lnTo>
                    <a:pt x="21" y="152"/>
                  </a:lnTo>
                  <a:lnTo>
                    <a:pt x="21" y="152"/>
                  </a:lnTo>
                  <a:lnTo>
                    <a:pt x="17" y="157"/>
                  </a:lnTo>
                  <a:lnTo>
                    <a:pt x="13" y="160"/>
                  </a:lnTo>
                  <a:lnTo>
                    <a:pt x="9" y="162"/>
                  </a:lnTo>
                  <a:lnTo>
                    <a:pt x="7" y="164"/>
                  </a:lnTo>
                  <a:lnTo>
                    <a:pt x="7" y="166"/>
                  </a:lnTo>
                  <a:lnTo>
                    <a:pt x="10" y="169"/>
                  </a:lnTo>
                  <a:lnTo>
                    <a:pt x="16" y="174"/>
                  </a:lnTo>
                  <a:lnTo>
                    <a:pt x="26" y="181"/>
                  </a:lnTo>
                  <a:lnTo>
                    <a:pt x="26" y="181"/>
                  </a:lnTo>
                  <a:lnTo>
                    <a:pt x="35" y="188"/>
                  </a:lnTo>
                  <a:lnTo>
                    <a:pt x="39" y="194"/>
                  </a:lnTo>
                  <a:lnTo>
                    <a:pt x="39" y="199"/>
                  </a:lnTo>
                  <a:lnTo>
                    <a:pt x="37" y="203"/>
                  </a:lnTo>
                  <a:lnTo>
                    <a:pt x="35" y="207"/>
                  </a:lnTo>
                  <a:lnTo>
                    <a:pt x="35" y="210"/>
                  </a:lnTo>
                  <a:lnTo>
                    <a:pt x="39" y="212"/>
                  </a:lnTo>
                  <a:lnTo>
                    <a:pt x="48" y="215"/>
                  </a:lnTo>
                  <a:lnTo>
                    <a:pt x="48" y="215"/>
                  </a:lnTo>
                  <a:lnTo>
                    <a:pt x="60" y="218"/>
                  </a:lnTo>
                  <a:lnTo>
                    <a:pt x="67" y="223"/>
                  </a:lnTo>
                  <a:lnTo>
                    <a:pt x="71" y="227"/>
                  </a:lnTo>
                  <a:lnTo>
                    <a:pt x="74" y="231"/>
                  </a:lnTo>
                  <a:lnTo>
                    <a:pt x="75" y="236"/>
                  </a:lnTo>
                  <a:lnTo>
                    <a:pt x="75" y="239"/>
                  </a:lnTo>
                  <a:lnTo>
                    <a:pt x="74" y="241"/>
                  </a:lnTo>
                  <a:lnTo>
                    <a:pt x="74" y="242"/>
                  </a:lnTo>
                  <a:lnTo>
                    <a:pt x="74" y="242"/>
                  </a:lnTo>
                  <a:lnTo>
                    <a:pt x="75" y="243"/>
                  </a:lnTo>
                  <a:lnTo>
                    <a:pt x="79" y="245"/>
                  </a:lnTo>
                  <a:lnTo>
                    <a:pt x="84" y="248"/>
                  </a:lnTo>
                  <a:lnTo>
                    <a:pt x="90" y="250"/>
                  </a:lnTo>
                  <a:lnTo>
                    <a:pt x="96" y="250"/>
                  </a:lnTo>
                  <a:lnTo>
                    <a:pt x="101" y="248"/>
                  </a:lnTo>
                  <a:lnTo>
                    <a:pt x="104" y="242"/>
                  </a:lnTo>
                  <a:lnTo>
                    <a:pt x="104" y="231"/>
                  </a:lnTo>
                  <a:lnTo>
                    <a:pt x="104" y="231"/>
                  </a:lnTo>
                  <a:lnTo>
                    <a:pt x="103" y="219"/>
                  </a:lnTo>
                  <a:lnTo>
                    <a:pt x="104" y="209"/>
                  </a:lnTo>
                  <a:lnTo>
                    <a:pt x="105" y="201"/>
                  </a:lnTo>
                  <a:lnTo>
                    <a:pt x="108" y="196"/>
                  </a:lnTo>
                  <a:lnTo>
                    <a:pt x="110" y="192"/>
                  </a:lnTo>
                  <a:lnTo>
                    <a:pt x="111" y="190"/>
                  </a:lnTo>
                  <a:lnTo>
                    <a:pt x="113" y="189"/>
                  </a:lnTo>
                  <a:lnTo>
                    <a:pt x="113" y="189"/>
                  </a:lnTo>
                  <a:lnTo>
                    <a:pt x="113" y="189"/>
                  </a:lnTo>
                  <a:lnTo>
                    <a:pt x="115" y="189"/>
                  </a:lnTo>
                  <a:lnTo>
                    <a:pt x="121" y="192"/>
                  </a:lnTo>
                  <a:lnTo>
                    <a:pt x="130" y="198"/>
                  </a:lnTo>
                  <a:lnTo>
                    <a:pt x="141" y="212"/>
                  </a:lnTo>
                  <a:lnTo>
                    <a:pt x="141" y="212"/>
                  </a:lnTo>
                  <a:lnTo>
                    <a:pt x="145" y="220"/>
                  </a:lnTo>
                  <a:lnTo>
                    <a:pt x="146" y="228"/>
                  </a:lnTo>
                  <a:lnTo>
                    <a:pt x="146" y="235"/>
                  </a:lnTo>
                  <a:lnTo>
                    <a:pt x="144" y="241"/>
                  </a:lnTo>
                  <a:lnTo>
                    <a:pt x="142" y="246"/>
                  </a:lnTo>
                  <a:lnTo>
                    <a:pt x="142" y="250"/>
                  </a:lnTo>
                  <a:lnTo>
                    <a:pt x="144" y="252"/>
                  </a:lnTo>
                  <a:lnTo>
                    <a:pt x="149" y="253"/>
                  </a:lnTo>
                  <a:lnTo>
                    <a:pt x="149" y="253"/>
                  </a:lnTo>
                  <a:lnTo>
                    <a:pt x="159" y="253"/>
                  </a:lnTo>
                  <a:lnTo>
                    <a:pt x="171" y="253"/>
                  </a:lnTo>
                  <a:lnTo>
                    <a:pt x="185" y="253"/>
                  </a:lnTo>
                  <a:lnTo>
                    <a:pt x="200" y="253"/>
                  </a:lnTo>
                  <a:lnTo>
                    <a:pt x="214" y="253"/>
                  </a:lnTo>
                  <a:lnTo>
                    <a:pt x="225" y="253"/>
                  </a:lnTo>
                  <a:lnTo>
                    <a:pt x="233" y="253"/>
                  </a:lnTo>
                  <a:lnTo>
                    <a:pt x="236" y="253"/>
                  </a:lnTo>
                  <a:lnTo>
                    <a:pt x="236" y="253"/>
                  </a:lnTo>
                  <a:lnTo>
                    <a:pt x="236" y="253"/>
                  </a:lnTo>
                  <a:lnTo>
                    <a:pt x="237" y="252"/>
                  </a:lnTo>
                  <a:lnTo>
                    <a:pt x="238" y="250"/>
                  </a:lnTo>
                  <a:lnTo>
                    <a:pt x="238" y="247"/>
                  </a:lnTo>
                  <a:lnTo>
                    <a:pt x="238" y="243"/>
                  </a:lnTo>
                  <a:lnTo>
                    <a:pt x="236" y="238"/>
                  </a:lnTo>
                  <a:lnTo>
                    <a:pt x="233" y="231"/>
                  </a:lnTo>
                  <a:lnTo>
                    <a:pt x="228" y="223"/>
                  </a:lnTo>
                  <a:lnTo>
                    <a:pt x="228" y="223"/>
                  </a:lnTo>
                  <a:lnTo>
                    <a:pt x="223" y="214"/>
                  </a:lnTo>
                  <a:lnTo>
                    <a:pt x="220" y="206"/>
                  </a:lnTo>
                  <a:lnTo>
                    <a:pt x="219" y="197"/>
                  </a:lnTo>
                  <a:lnTo>
                    <a:pt x="219" y="190"/>
                  </a:lnTo>
                  <a:lnTo>
                    <a:pt x="219" y="183"/>
                  </a:lnTo>
                  <a:lnTo>
                    <a:pt x="221" y="176"/>
                  </a:lnTo>
                  <a:lnTo>
                    <a:pt x="222" y="170"/>
                  </a:lnTo>
                  <a:lnTo>
                    <a:pt x="222" y="164"/>
                  </a:lnTo>
                  <a:lnTo>
                    <a:pt x="222" y="164"/>
                  </a:lnTo>
                  <a:lnTo>
                    <a:pt x="223" y="157"/>
                  </a:lnTo>
                  <a:lnTo>
                    <a:pt x="224" y="149"/>
                  </a:lnTo>
                  <a:lnTo>
                    <a:pt x="225" y="140"/>
                  </a:lnTo>
                  <a:lnTo>
                    <a:pt x="225" y="132"/>
                  </a:lnTo>
                  <a:lnTo>
                    <a:pt x="224" y="125"/>
                  </a:lnTo>
                  <a:lnTo>
                    <a:pt x="219" y="118"/>
                  </a:lnTo>
                  <a:lnTo>
                    <a:pt x="212" y="113"/>
                  </a:lnTo>
                  <a:lnTo>
                    <a:pt x="199" y="111"/>
                  </a:lnTo>
                  <a:lnTo>
                    <a:pt x="199" y="111"/>
                  </a:lnTo>
                  <a:lnTo>
                    <a:pt x="187" y="110"/>
                  </a:lnTo>
                  <a:lnTo>
                    <a:pt x="178" y="108"/>
                  </a:lnTo>
                  <a:lnTo>
                    <a:pt x="171" y="104"/>
                  </a:lnTo>
                  <a:lnTo>
                    <a:pt x="167" y="102"/>
                  </a:lnTo>
                  <a:lnTo>
                    <a:pt x="165" y="100"/>
                  </a:lnTo>
                  <a:lnTo>
                    <a:pt x="164" y="98"/>
                  </a:lnTo>
                  <a:lnTo>
                    <a:pt x="164" y="96"/>
                  </a:lnTo>
                  <a:lnTo>
                    <a:pt x="164" y="96"/>
                  </a:lnTo>
                  <a:lnTo>
                    <a:pt x="164" y="96"/>
                  </a:lnTo>
                  <a:lnTo>
                    <a:pt x="164" y="95"/>
                  </a:lnTo>
                  <a:lnTo>
                    <a:pt x="164" y="94"/>
                  </a:lnTo>
                  <a:lnTo>
                    <a:pt x="162" y="92"/>
                  </a:lnTo>
                  <a:lnTo>
                    <a:pt x="160" y="91"/>
                  </a:lnTo>
                  <a:lnTo>
                    <a:pt x="154" y="90"/>
                  </a:lnTo>
                  <a:lnTo>
                    <a:pt x="147" y="92"/>
                  </a:lnTo>
                  <a:lnTo>
                    <a:pt x="137" y="96"/>
                  </a:lnTo>
                  <a:lnTo>
                    <a:pt x="124" y="104"/>
                  </a:lnTo>
                  <a:lnTo>
                    <a:pt x="124" y="104"/>
                  </a:lnTo>
                  <a:lnTo>
                    <a:pt x="111" y="111"/>
                  </a:lnTo>
                  <a:lnTo>
                    <a:pt x="100" y="110"/>
                  </a:lnTo>
                  <a:lnTo>
                    <a:pt x="94" y="104"/>
                  </a:lnTo>
                  <a:lnTo>
                    <a:pt x="90" y="95"/>
                  </a:lnTo>
                  <a:lnTo>
                    <a:pt x="88" y="86"/>
                  </a:lnTo>
                  <a:lnTo>
                    <a:pt x="87" y="77"/>
                  </a:lnTo>
                  <a:lnTo>
                    <a:pt x="87" y="71"/>
                  </a:lnTo>
                  <a:lnTo>
                    <a:pt x="87" y="68"/>
                  </a:lnTo>
                  <a:lnTo>
                    <a:pt x="87" y="68"/>
                  </a:lnTo>
                  <a:lnTo>
                    <a:pt x="85" y="66"/>
                  </a:lnTo>
                  <a:lnTo>
                    <a:pt x="81" y="61"/>
                  </a:lnTo>
                  <a:lnTo>
                    <a:pt x="75" y="53"/>
                  </a:lnTo>
                  <a:lnTo>
                    <a:pt x="69" y="45"/>
                  </a:lnTo>
                  <a:lnTo>
                    <a:pt x="64" y="37"/>
                  </a:lnTo>
                  <a:lnTo>
                    <a:pt x="62" y="30"/>
                  </a:lnTo>
                  <a:lnTo>
                    <a:pt x="64" y="25"/>
                  </a:lnTo>
                  <a:lnTo>
                    <a:pt x="70" y="23"/>
                  </a:lnTo>
                  <a:lnTo>
                    <a:pt x="70" y="23"/>
                  </a:lnTo>
                  <a:lnTo>
                    <a:pt x="76" y="22"/>
                  </a:lnTo>
                  <a:lnTo>
                    <a:pt x="76" y="20"/>
                  </a:lnTo>
                  <a:lnTo>
                    <a:pt x="71" y="16"/>
                  </a:lnTo>
                  <a:lnTo>
                    <a:pt x="63" y="12"/>
                  </a:lnTo>
                  <a:lnTo>
                    <a:pt x="54" y="8"/>
                  </a:lnTo>
                  <a:lnTo>
                    <a:pt x="46" y="3"/>
                  </a:lnTo>
                  <a:lnTo>
                    <a:pt x="39" y="1"/>
                  </a:lnTo>
                  <a:lnTo>
                    <a:pt x="37" y="0"/>
                  </a:lnTo>
                </a:path>
              </a:pathLst>
            </a:custGeom>
            <a:noFill/>
            <a:ln w="0">
              <a:solidFill>
                <a:srgbClr val="000000"/>
              </a:solidFill>
            </a:ln>
          </p:spPr>
          <p:style>
            <a:lnRef idx="0"/>
            <a:fillRef idx="0"/>
            <a:effectRef idx="0"/>
            <a:fontRef idx="minor"/>
          </p:style>
          <p:txBody>
            <a:bodyPr lIns="90000" rIns="90000" tIns="-6120" bIns="-6120" anchor="t">
              <a:noAutofit/>
            </a:bodyPr>
            <a:p>
              <a:endParaRPr b="0" lang="en-US" sz="2400" spc="-1" strike="noStrike">
                <a:solidFill>
                  <a:srgbClr val="000000"/>
                </a:solidFill>
                <a:latin typeface="Times New Roman"/>
              </a:endParaRPr>
            </a:p>
          </p:txBody>
        </p:sp>
        <p:sp>
          <p:nvSpPr>
            <p:cNvPr id="8921" name=""/>
            <p:cNvSpPr/>
            <p:nvPr/>
          </p:nvSpPr>
          <p:spPr>
            <a:xfrm>
              <a:off x="868320" y="3906720"/>
              <a:ext cx="15480" cy="13320"/>
            </a:xfrm>
            <a:custGeom>
              <a:avLst/>
              <a:gdLst/>
              <a:ahLst/>
              <a:rect l="l" t="t" r="r" b="b"/>
              <a:pathLst>
                <a:path w="89" h="83">
                  <a:moveTo>
                    <a:pt x="89" y="72"/>
                  </a:moveTo>
                  <a:lnTo>
                    <a:pt x="88" y="71"/>
                  </a:lnTo>
                  <a:lnTo>
                    <a:pt x="86" y="69"/>
                  </a:lnTo>
                  <a:lnTo>
                    <a:pt x="83" y="66"/>
                  </a:lnTo>
                  <a:lnTo>
                    <a:pt x="80" y="62"/>
                  </a:lnTo>
                  <a:lnTo>
                    <a:pt x="76" y="58"/>
                  </a:lnTo>
                  <a:lnTo>
                    <a:pt x="73" y="53"/>
                  </a:lnTo>
                  <a:lnTo>
                    <a:pt x="71" y="47"/>
                  </a:lnTo>
                  <a:lnTo>
                    <a:pt x="70" y="41"/>
                  </a:lnTo>
                  <a:lnTo>
                    <a:pt x="69" y="35"/>
                  </a:lnTo>
                  <a:lnTo>
                    <a:pt x="67" y="28"/>
                  </a:lnTo>
                  <a:lnTo>
                    <a:pt x="63" y="21"/>
                  </a:lnTo>
                  <a:lnTo>
                    <a:pt x="58" y="13"/>
                  </a:lnTo>
                  <a:lnTo>
                    <a:pt x="52" y="7"/>
                  </a:lnTo>
                  <a:lnTo>
                    <a:pt x="47" y="2"/>
                  </a:lnTo>
                  <a:lnTo>
                    <a:pt x="41" y="0"/>
                  </a:lnTo>
                  <a:lnTo>
                    <a:pt x="36" y="0"/>
                  </a:lnTo>
                  <a:lnTo>
                    <a:pt x="31" y="3"/>
                  </a:lnTo>
                  <a:lnTo>
                    <a:pt x="25" y="6"/>
                  </a:lnTo>
                  <a:lnTo>
                    <a:pt x="20" y="11"/>
                  </a:lnTo>
                  <a:lnTo>
                    <a:pt x="15" y="15"/>
                  </a:lnTo>
                  <a:lnTo>
                    <a:pt x="10" y="20"/>
                  </a:lnTo>
                  <a:lnTo>
                    <a:pt x="6" y="23"/>
                  </a:lnTo>
                  <a:lnTo>
                    <a:pt x="3" y="26"/>
                  </a:lnTo>
                  <a:lnTo>
                    <a:pt x="2" y="27"/>
                  </a:lnTo>
                  <a:lnTo>
                    <a:pt x="0" y="56"/>
                  </a:lnTo>
                  <a:lnTo>
                    <a:pt x="0" y="57"/>
                  </a:lnTo>
                  <a:lnTo>
                    <a:pt x="1" y="61"/>
                  </a:lnTo>
                  <a:lnTo>
                    <a:pt x="2" y="65"/>
                  </a:lnTo>
                  <a:lnTo>
                    <a:pt x="6" y="71"/>
                  </a:lnTo>
                  <a:lnTo>
                    <a:pt x="10" y="76"/>
                  </a:lnTo>
                  <a:lnTo>
                    <a:pt x="17" y="80"/>
                  </a:lnTo>
                  <a:lnTo>
                    <a:pt x="26" y="83"/>
                  </a:lnTo>
                  <a:lnTo>
                    <a:pt x="39" y="83"/>
                  </a:lnTo>
                  <a:lnTo>
                    <a:pt x="52" y="81"/>
                  </a:lnTo>
                  <a:lnTo>
                    <a:pt x="64" y="79"/>
                  </a:lnTo>
                  <a:lnTo>
                    <a:pt x="73" y="77"/>
                  </a:lnTo>
                  <a:lnTo>
                    <a:pt x="80" y="74"/>
                  </a:lnTo>
                  <a:lnTo>
                    <a:pt x="84" y="72"/>
                  </a:lnTo>
                  <a:lnTo>
                    <a:pt x="88" y="71"/>
                  </a:lnTo>
                  <a:lnTo>
                    <a:pt x="89" y="71"/>
                  </a:lnTo>
                  <a:lnTo>
                    <a:pt x="89" y="72"/>
                  </a:lnTo>
                  <a:close/>
                </a:path>
              </a:pathLst>
            </a:custGeom>
            <a:solidFill>
              <a:srgbClr val="ffff66"/>
            </a:solidFill>
            <a:ln w="0">
              <a:noFill/>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8922" name=""/>
            <p:cNvSpPr/>
            <p:nvPr/>
          </p:nvSpPr>
          <p:spPr>
            <a:xfrm>
              <a:off x="868320" y="3906720"/>
              <a:ext cx="15480" cy="13320"/>
            </a:xfrm>
            <a:custGeom>
              <a:avLst/>
              <a:gdLst/>
              <a:ahLst/>
              <a:rect l="l" t="t" r="r" b="b"/>
              <a:pathLst>
                <a:path w="89" h="83">
                  <a:moveTo>
                    <a:pt x="89" y="72"/>
                  </a:moveTo>
                  <a:lnTo>
                    <a:pt x="89" y="72"/>
                  </a:lnTo>
                  <a:lnTo>
                    <a:pt x="88" y="71"/>
                  </a:lnTo>
                  <a:lnTo>
                    <a:pt x="86" y="69"/>
                  </a:lnTo>
                  <a:lnTo>
                    <a:pt x="83" y="66"/>
                  </a:lnTo>
                  <a:lnTo>
                    <a:pt x="80" y="62"/>
                  </a:lnTo>
                  <a:lnTo>
                    <a:pt x="76" y="58"/>
                  </a:lnTo>
                  <a:lnTo>
                    <a:pt x="73" y="53"/>
                  </a:lnTo>
                  <a:lnTo>
                    <a:pt x="71" y="47"/>
                  </a:lnTo>
                  <a:lnTo>
                    <a:pt x="70" y="41"/>
                  </a:lnTo>
                  <a:lnTo>
                    <a:pt x="70" y="41"/>
                  </a:lnTo>
                  <a:lnTo>
                    <a:pt x="69" y="35"/>
                  </a:lnTo>
                  <a:lnTo>
                    <a:pt x="67" y="28"/>
                  </a:lnTo>
                  <a:lnTo>
                    <a:pt x="63" y="21"/>
                  </a:lnTo>
                  <a:lnTo>
                    <a:pt x="58" y="13"/>
                  </a:lnTo>
                  <a:lnTo>
                    <a:pt x="52" y="7"/>
                  </a:lnTo>
                  <a:lnTo>
                    <a:pt x="47" y="2"/>
                  </a:lnTo>
                  <a:lnTo>
                    <a:pt x="41" y="0"/>
                  </a:lnTo>
                  <a:lnTo>
                    <a:pt x="36" y="0"/>
                  </a:lnTo>
                  <a:lnTo>
                    <a:pt x="36" y="0"/>
                  </a:lnTo>
                  <a:lnTo>
                    <a:pt x="31" y="3"/>
                  </a:lnTo>
                  <a:lnTo>
                    <a:pt x="25" y="6"/>
                  </a:lnTo>
                  <a:lnTo>
                    <a:pt x="20" y="11"/>
                  </a:lnTo>
                  <a:lnTo>
                    <a:pt x="15" y="15"/>
                  </a:lnTo>
                  <a:lnTo>
                    <a:pt x="10" y="20"/>
                  </a:lnTo>
                  <a:lnTo>
                    <a:pt x="6" y="23"/>
                  </a:lnTo>
                  <a:lnTo>
                    <a:pt x="3" y="26"/>
                  </a:lnTo>
                  <a:lnTo>
                    <a:pt x="2" y="27"/>
                  </a:lnTo>
                  <a:lnTo>
                    <a:pt x="0" y="56"/>
                  </a:lnTo>
                  <a:lnTo>
                    <a:pt x="0" y="56"/>
                  </a:lnTo>
                  <a:lnTo>
                    <a:pt x="0" y="57"/>
                  </a:lnTo>
                  <a:lnTo>
                    <a:pt x="1" y="61"/>
                  </a:lnTo>
                  <a:lnTo>
                    <a:pt x="2" y="65"/>
                  </a:lnTo>
                  <a:lnTo>
                    <a:pt x="6" y="71"/>
                  </a:lnTo>
                  <a:lnTo>
                    <a:pt x="10" y="76"/>
                  </a:lnTo>
                  <a:lnTo>
                    <a:pt x="17" y="80"/>
                  </a:lnTo>
                  <a:lnTo>
                    <a:pt x="26" y="83"/>
                  </a:lnTo>
                  <a:lnTo>
                    <a:pt x="39" y="83"/>
                  </a:lnTo>
                  <a:lnTo>
                    <a:pt x="39" y="83"/>
                  </a:lnTo>
                  <a:lnTo>
                    <a:pt x="52" y="81"/>
                  </a:lnTo>
                  <a:lnTo>
                    <a:pt x="64" y="79"/>
                  </a:lnTo>
                  <a:lnTo>
                    <a:pt x="73" y="77"/>
                  </a:lnTo>
                  <a:lnTo>
                    <a:pt x="80" y="74"/>
                  </a:lnTo>
                  <a:lnTo>
                    <a:pt x="84" y="72"/>
                  </a:lnTo>
                  <a:lnTo>
                    <a:pt x="88" y="71"/>
                  </a:lnTo>
                  <a:lnTo>
                    <a:pt x="89" y="71"/>
                  </a:lnTo>
                  <a:lnTo>
                    <a:pt x="89" y="72"/>
                  </a:lnTo>
                </a:path>
              </a:pathLst>
            </a:custGeom>
            <a:noFill/>
            <a:ln w="0">
              <a:solidFill>
                <a:srgbClr val="000000"/>
              </a:solidFill>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8923" name=""/>
            <p:cNvSpPr/>
            <p:nvPr/>
          </p:nvSpPr>
          <p:spPr>
            <a:xfrm>
              <a:off x="908640" y="3920400"/>
              <a:ext cx="7920" cy="5760"/>
            </a:xfrm>
            <a:custGeom>
              <a:avLst/>
              <a:gdLst/>
              <a:ahLst/>
              <a:rect l="l" t="t" r="r" b="b"/>
              <a:pathLst>
                <a:path w="41" h="38">
                  <a:moveTo>
                    <a:pt x="31" y="0"/>
                  </a:moveTo>
                  <a:lnTo>
                    <a:pt x="11" y="21"/>
                  </a:lnTo>
                  <a:lnTo>
                    <a:pt x="10" y="22"/>
                  </a:lnTo>
                  <a:lnTo>
                    <a:pt x="7" y="24"/>
                  </a:lnTo>
                  <a:lnTo>
                    <a:pt x="4" y="27"/>
                  </a:lnTo>
                  <a:lnTo>
                    <a:pt x="1" y="31"/>
                  </a:lnTo>
                  <a:lnTo>
                    <a:pt x="0" y="34"/>
                  </a:lnTo>
                  <a:lnTo>
                    <a:pt x="1" y="37"/>
                  </a:lnTo>
                  <a:lnTo>
                    <a:pt x="6" y="38"/>
                  </a:lnTo>
                  <a:lnTo>
                    <a:pt x="16" y="37"/>
                  </a:lnTo>
                  <a:lnTo>
                    <a:pt x="27" y="34"/>
                  </a:lnTo>
                  <a:lnTo>
                    <a:pt x="34" y="31"/>
                  </a:lnTo>
                  <a:lnTo>
                    <a:pt x="38" y="27"/>
                  </a:lnTo>
                  <a:lnTo>
                    <a:pt x="40" y="23"/>
                  </a:lnTo>
                  <a:lnTo>
                    <a:pt x="41" y="19"/>
                  </a:lnTo>
                  <a:lnTo>
                    <a:pt x="40" y="14"/>
                  </a:lnTo>
                  <a:lnTo>
                    <a:pt x="39" y="12"/>
                  </a:lnTo>
                  <a:lnTo>
                    <a:pt x="39" y="11"/>
                  </a:lnTo>
                  <a:lnTo>
                    <a:pt x="31" y="0"/>
                  </a:lnTo>
                  <a:close/>
                </a:path>
              </a:pathLst>
            </a:custGeom>
            <a:solidFill>
              <a:srgbClr val="ffff66"/>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924" name=""/>
            <p:cNvSpPr/>
            <p:nvPr/>
          </p:nvSpPr>
          <p:spPr>
            <a:xfrm>
              <a:off x="908640" y="3920400"/>
              <a:ext cx="7920" cy="5760"/>
            </a:xfrm>
            <a:custGeom>
              <a:avLst/>
              <a:gdLst/>
              <a:ahLst/>
              <a:rect l="l" t="t" r="r" b="b"/>
              <a:pathLst>
                <a:path w="41" h="38">
                  <a:moveTo>
                    <a:pt x="31" y="0"/>
                  </a:moveTo>
                  <a:lnTo>
                    <a:pt x="11" y="21"/>
                  </a:lnTo>
                  <a:lnTo>
                    <a:pt x="11" y="21"/>
                  </a:lnTo>
                  <a:lnTo>
                    <a:pt x="10" y="22"/>
                  </a:lnTo>
                  <a:lnTo>
                    <a:pt x="7" y="24"/>
                  </a:lnTo>
                  <a:lnTo>
                    <a:pt x="4" y="27"/>
                  </a:lnTo>
                  <a:lnTo>
                    <a:pt x="1" y="31"/>
                  </a:lnTo>
                  <a:lnTo>
                    <a:pt x="0" y="34"/>
                  </a:lnTo>
                  <a:lnTo>
                    <a:pt x="1" y="37"/>
                  </a:lnTo>
                  <a:lnTo>
                    <a:pt x="6" y="38"/>
                  </a:lnTo>
                  <a:lnTo>
                    <a:pt x="16" y="37"/>
                  </a:lnTo>
                  <a:lnTo>
                    <a:pt x="16" y="37"/>
                  </a:lnTo>
                  <a:lnTo>
                    <a:pt x="27" y="34"/>
                  </a:lnTo>
                  <a:lnTo>
                    <a:pt x="34" y="31"/>
                  </a:lnTo>
                  <a:lnTo>
                    <a:pt x="38" y="27"/>
                  </a:lnTo>
                  <a:lnTo>
                    <a:pt x="40" y="23"/>
                  </a:lnTo>
                  <a:lnTo>
                    <a:pt x="41" y="19"/>
                  </a:lnTo>
                  <a:lnTo>
                    <a:pt x="40" y="14"/>
                  </a:lnTo>
                  <a:lnTo>
                    <a:pt x="39" y="12"/>
                  </a:lnTo>
                  <a:lnTo>
                    <a:pt x="39" y="11"/>
                  </a:lnTo>
                  <a:lnTo>
                    <a:pt x="31" y="0"/>
                  </a:lnTo>
                </a:path>
              </a:pathLst>
            </a:custGeom>
            <a:noFill/>
            <a:ln w="0">
              <a:solidFill>
                <a:srgbClr val="000000"/>
              </a:solid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925" name=""/>
            <p:cNvSpPr/>
            <p:nvPr/>
          </p:nvSpPr>
          <p:spPr>
            <a:xfrm>
              <a:off x="904320" y="3915360"/>
              <a:ext cx="4680" cy="3600"/>
            </a:xfrm>
            <a:custGeom>
              <a:avLst/>
              <a:gdLst/>
              <a:ahLst/>
              <a:rect l="l" t="t" r="r" b="b"/>
              <a:pathLst>
                <a:path w="26" h="24">
                  <a:moveTo>
                    <a:pt x="14" y="24"/>
                  </a:moveTo>
                  <a:lnTo>
                    <a:pt x="10" y="22"/>
                  </a:lnTo>
                  <a:lnTo>
                    <a:pt x="4" y="17"/>
                  </a:lnTo>
                  <a:lnTo>
                    <a:pt x="0" y="10"/>
                  </a:lnTo>
                  <a:lnTo>
                    <a:pt x="8" y="2"/>
                  </a:lnTo>
                  <a:lnTo>
                    <a:pt x="15" y="0"/>
                  </a:lnTo>
                  <a:lnTo>
                    <a:pt x="20" y="0"/>
                  </a:lnTo>
                  <a:lnTo>
                    <a:pt x="24" y="3"/>
                  </a:lnTo>
                  <a:lnTo>
                    <a:pt x="26" y="8"/>
                  </a:lnTo>
                  <a:lnTo>
                    <a:pt x="26" y="13"/>
                  </a:lnTo>
                  <a:lnTo>
                    <a:pt x="24" y="18"/>
                  </a:lnTo>
                  <a:lnTo>
                    <a:pt x="20" y="22"/>
                  </a:lnTo>
                  <a:lnTo>
                    <a:pt x="14" y="24"/>
                  </a:lnTo>
                  <a:close/>
                </a:path>
              </a:pathLst>
            </a:custGeom>
            <a:solidFill>
              <a:srgbClr val="ffff66"/>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8926" name=""/>
            <p:cNvSpPr/>
            <p:nvPr/>
          </p:nvSpPr>
          <p:spPr>
            <a:xfrm>
              <a:off x="904320" y="3915360"/>
              <a:ext cx="4680" cy="3600"/>
            </a:xfrm>
            <a:custGeom>
              <a:avLst/>
              <a:gdLst/>
              <a:ahLst/>
              <a:rect l="l" t="t" r="r" b="b"/>
              <a:pathLst>
                <a:path w="26" h="24">
                  <a:moveTo>
                    <a:pt x="14" y="24"/>
                  </a:moveTo>
                  <a:lnTo>
                    <a:pt x="14" y="24"/>
                  </a:lnTo>
                  <a:lnTo>
                    <a:pt x="10" y="22"/>
                  </a:lnTo>
                  <a:lnTo>
                    <a:pt x="4" y="17"/>
                  </a:lnTo>
                  <a:lnTo>
                    <a:pt x="0" y="10"/>
                  </a:lnTo>
                  <a:lnTo>
                    <a:pt x="8" y="2"/>
                  </a:lnTo>
                  <a:lnTo>
                    <a:pt x="8" y="2"/>
                  </a:lnTo>
                  <a:lnTo>
                    <a:pt x="15" y="0"/>
                  </a:lnTo>
                  <a:lnTo>
                    <a:pt x="20" y="0"/>
                  </a:lnTo>
                  <a:lnTo>
                    <a:pt x="24" y="3"/>
                  </a:lnTo>
                  <a:lnTo>
                    <a:pt x="26" y="8"/>
                  </a:lnTo>
                  <a:lnTo>
                    <a:pt x="26" y="13"/>
                  </a:lnTo>
                  <a:lnTo>
                    <a:pt x="24" y="18"/>
                  </a:lnTo>
                  <a:lnTo>
                    <a:pt x="20" y="22"/>
                  </a:lnTo>
                  <a:lnTo>
                    <a:pt x="14" y="24"/>
                  </a:lnTo>
                </a:path>
              </a:pathLst>
            </a:custGeom>
            <a:noFill/>
            <a:ln w="0">
              <a:solidFill>
                <a:srgbClr val="000000"/>
              </a:solid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8927" name=""/>
            <p:cNvSpPr/>
            <p:nvPr/>
          </p:nvSpPr>
          <p:spPr>
            <a:xfrm>
              <a:off x="916560" y="3947040"/>
              <a:ext cx="11160" cy="5040"/>
            </a:xfrm>
            <a:custGeom>
              <a:avLst/>
              <a:gdLst/>
              <a:ahLst/>
              <a:rect l="l" t="t" r="r" b="b"/>
              <a:pathLst>
                <a:path w="65" h="35">
                  <a:moveTo>
                    <a:pt x="29" y="3"/>
                  </a:moveTo>
                  <a:lnTo>
                    <a:pt x="30" y="3"/>
                  </a:lnTo>
                  <a:lnTo>
                    <a:pt x="33" y="2"/>
                  </a:lnTo>
                  <a:lnTo>
                    <a:pt x="38" y="0"/>
                  </a:lnTo>
                  <a:lnTo>
                    <a:pt x="44" y="0"/>
                  </a:lnTo>
                  <a:lnTo>
                    <a:pt x="49" y="2"/>
                  </a:lnTo>
                  <a:lnTo>
                    <a:pt x="54" y="4"/>
                  </a:lnTo>
                  <a:lnTo>
                    <a:pt x="59" y="9"/>
                  </a:lnTo>
                  <a:lnTo>
                    <a:pt x="63" y="17"/>
                  </a:lnTo>
                  <a:lnTo>
                    <a:pt x="65" y="25"/>
                  </a:lnTo>
                  <a:lnTo>
                    <a:pt x="65" y="29"/>
                  </a:lnTo>
                  <a:lnTo>
                    <a:pt x="63" y="31"/>
                  </a:lnTo>
                  <a:lnTo>
                    <a:pt x="60" y="31"/>
                  </a:lnTo>
                  <a:lnTo>
                    <a:pt x="56" y="31"/>
                  </a:lnTo>
                  <a:lnTo>
                    <a:pt x="51" y="30"/>
                  </a:lnTo>
                  <a:lnTo>
                    <a:pt x="46" y="30"/>
                  </a:lnTo>
                  <a:lnTo>
                    <a:pt x="41" y="31"/>
                  </a:lnTo>
                  <a:lnTo>
                    <a:pt x="34" y="33"/>
                  </a:lnTo>
                  <a:lnTo>
                    <a:pt x="27" y="34"/>
                  </a:lnTo>
                  <a:lnTo>
                    <a:pt x="19" y="35"/>
                  </a:lnTo>
                  <a:lnTo>
                    <a:pt x="12" y="35"/>
                  </a:lnTo>
                  <a:lnTo>
                    <a:pt x="5" y="35"/>
                  </a:lnTo>
                  <a:lnTo>
                    <a:pt x="1" y="32"/>
                  </a:lnTo>
                  <a:lnTo>
                    <a:pt x="0" y="28"/>
                  </a:lnTo>
                  <a:lnTo>
                    <a:pt x="2" y="22"/>
                  </a:lnTo>
                  <a:lnTo>
                    <a:pt x="11" y="11"/>
                  </a:lnTo>
                  <a:lnTo>
                    <a:pt x="20" y="5"/>
                  </a:lnTo>
                  <a:lnTo>
                    <a:pt x="26" y="3"/>
                  </a:lnTo>
                  <a:lnTo>
                    <a:pt x="29" y="3"/>
                  </a:lnTo>
                  <a:close/>
                </a:path>
              </a:pathLst>
            </a:custGeom>
            <a:solidFill>
              <a:srgbClr val="ffff66"/>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28" name=""/>
            <p:cNvSpPr/>
            <p:nvPr/>
          </p:nvSpPr>
          <p:spPr>
            <a:xfrm>
              <a:off x="916560" y="3947040"/>
              <a:ext cx="11160" cy="5040"/>
            </a:xfrm>
            <a:custGeom>
              <a:avLst/>
              <a:gdLst/>
              <a:ahLst/>
              <a:rect l="l" t="t" r="r" b="b"/>
              <a:pathLst>
                <a:path w="65" h="35">
                  <a:moveTo>
                    <a:pt x="29" y="3"/>
                  </a:moveTo>
                  <a:lnTo>
                    <a:pt x="29" y="3"/>
                  </a:lnTo>
                  <a:lnTo>
                    <a:pt x="30" y="3"/>
                  </a:lnTo>
                  <a:lnTo>
                    <a:pt x="33" y="2"/>
                  </a:lnTo>
                  <a:lnTo>
                    <a:pt x="38" y="0"/>
                  </a:lnTo>
                  <a:lnTo>
                    <a:pt x="44" y="0"/>
                  </a:lnTo>
                  <a:lnTo>
                    <a:pt x="49" y="2"/>
                  </a:lnTo>
                  <a:lnTo>
                    <a:pt x="54" y="4"/>
                  </a:lnTo>
                  <a:lnTo>
                    <a:pt x="59" y="9"/>
                  </a:lnTo>
                  <a:lnTo>
                    <a:pt x="63" y="17"/>
                  </a:lnTo>
                  <a:lnTo>
                    <a:pt x="63" y="17"/>
                  </a:lnTo>
                  <a:lnTo>
                    <a:pt x="65" y="25"/>
                  </a:lnTo>
                  <a:lnTo>
                    <a:pt x="65" y="29"/>
                  </a:lnTo>
                  <a:lnTo>
                    <a:pt x="63" y="31"/>
                  </a:lnTo>
                  <a:lnTo>
                    <a:pt x="60" y="31"/>
                  </a:lnTo>
                  <a:lnTo>
                    <a:pt x="56" y="31"/>
                  </a:lnTo>
                  <a:lnTo>
                    <a:pt x="51" y="30"/>
                  </a:lnTo>
                  <a:lnTo>
                    <a:pt x="46" y="30"/>
                  </a:lnTo>
                  <a:lnTo>
                    <a:pt x="41" y="31"/>
                  </a:lnTo>
                  <a:lnTo>
                    <a:pt x="41" y="31"/>
                  </a:lnTo>
                  <a:lnTo>
                    <a:pt x="34" y="33"/>
                  </a:lnTo>
                  <a:lnTo>
                    <a:pt x="27" y="34"/>
                  </a:lnTo>
                  <a:lnTo>
                    <a:pt x="19" y="35"/>
                  </a:lnTo>
                  <a:lnTo>
                    <a:pt x="12" y="35"/>
                  </a:lnTo>
                  <a:lnTo>
                    <a:pt x="5" y="35"/>
                  </a:lnTo>
                  <a:lnTo>
                    <a:pt x="1" y="32"/>
                  </a:lnTo>
                  <a:lnTo>
                    <a:pt x="0" y="28"/>
                  </a:lnTo>
                  <a:lnTo>
                    <a:pt x="2" y="22"/>
                  </a:lnTo>
                  <a:lnTo>
                    <a:pt x="2" y="22"/>
                  </a:lnTo>
                  <a:lnTo>
                    <a:pt x="11" y="11"/>
                  </a:lnTo>
                  <a:lnTo>
                    <a:pt x="20" y="5"/>
                  </a:lnTo>
                  <a:lnTo>
                    <a:pt x="26" y="3"/>
                  </a:lnTo>
                  <a:lnTo>
                    <a:pt x="29" y="3"/>
                  </a:lnTo>
                </a:path>
              </a:pathLst>
            </a:custGeom>
            <a:noFill/>
            <a:ln w="0">
              <a:solidFill>
                <a:srgbClr val="000000"/>
              </a:solid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29" name=""/>
            <p:cNvSpPr/>
            <p:nvPr/>
          </p:nvSpPr>
          <p:spPr>
            <a:xfrm>
              <a:off x="1011960" y="3887280"/>
              <a:ext cx="6480" cy="10080"/>
            </a:xfrm>
            <a:custGeom>
              <a:avLst/>
              <a:gdLst/>
              <a:ahLst/>
              <a:rect l="l" t="t" r="r" b="b"/>
              <a:pathLst>
                <a:path w="36" h="64">
                  <a:moveTo>
                    <a:pt x="0" y="30"/>
                  </a:moveTo>
                  <a:lnTo>
                    <a:pt x="0" y="26"/>
                  </a:lnTo>
                  <a:lnTo>
                    <a:pt x="1" y="16"/>
                  </a:lnTo>
                  <a:lnTo>
                    <a:pt x="8" y="5"/>
                  </a:lnTo>
                  <a:lnTo>
                    <a:pt x="22" y="0"/>
                  </a:lnTo>
                  <a:lnTo>
                    <a:pt x="34" y="1"/>
                  </a:lnTo>
                  <a:lnTo>
                    <a:pt x="36" y="6"/>
                  </a:lnTo>
                  <a:lnTo>
                    <a:pt x="32" y="16"/>
                  </a:lnTo>
                  <a:lnTo>
                    <a:pt x="31" y="26"/>
                  </a:lnTo>
                  <a:lnTo>
                    <a:pt x="31" y="32"/>
                  </a:lnTo>
                  <a:lnTo>
                    <a:pt x="31" y="40"/>
                  </a:lnTo>
                  <a:lnTo>
                    <a:pt x="30" y="48"/>
                  </a:lnTo>
                  <a:lnTo>
                    <a:pt x="28" y="55"/>
                  </a:lnTo>
                  <a:lnTo>
                    <a:pt x="26" y="60"/>
                  </a:lnTo>
                  <a:lnTo>
                    <a:pt x="23" y="64"/>
                  </a:lnTo>
                  <a:lnTo>
                    <a:pt x="18" y="64"/>
                  </a:lnTo>
                  <a:lnTo>
                    <a:pt x="13" y="61"/>
                  </a:lnTo>
                  <a:lnTo>
                    <a:pt x="8" y="55"/>
                  </a:lnTo>
                  <a:lnTo>
                    <a:pt x="4" y="50"/>
                  </a:lnTo>
                  <a:lnTo>
                    <a:pt x="1" y="45"/>
                  </a:lnTo>
                  <a:lnTo>
                    <a:pt x="0" y="40"/>
                  </a:lnTo>
                  <a:lnTo>
                    <a:pt x="0" y="36"/>
                  </a:lnTo>
                  <a:lnTo>
                    <a:pt x="0" y="33"/>
                  </a:lnTo>
                  <a:lnTo>
                    <a:pt x="0" y="31"/>
                  </a:lnTo>
                  <a:lnTo>
                    <a:pt x="0" y="30"/>
                  </a:lnTo>
                  <a:close/>
                </a:path>
              </a:pathLst>
            </a:custGeom>
            <a:solidFill>
              <a:srgbClr val="ffff66"/>
            </a:solidFill>
            <a:ln w="0">
              <a:noFill/>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930" name=""/>
            <p:cNvSpPr/>
            <p:nvPr/>
          </p:nvSpPr>
          <p:spPr>
            <a:xfrm>
              <a:off x="1011960" y="3887280"/>
              <a:ext cx="6480" cy="10080"/>
            </a:xfrm>
            <a:custGeom>
              <a:avLst/>
              <a:gdLst/>
              <a:ahLst/>
              <a:rect l="l" t="t" r="r" b="b"/>
              <a:pathLst>
                <a:path w="36" h="64">
                  <a:moveTo>
                    <a:pt x="0" y="30"/>
                  </a:moveTo>
                  <a:lnTo>
                    <a:pt x="0" y="30"/>
                  </a:lnTo>
                  <a:lnTo>
                    <a:pt x="0" y="26"/>
                  </a:lnTo>
                  <a:lnTo>
                    <a:pt x="1" y="16"/>
                  </a:lnTo>
                  <a:lnTo>
                    <a:pt x="8" y="5"/>
                  </a:lnTo>
                  <a:lnTo>
                    <a:pt x="22" y="0"/>
                  </a:lnTo>
                  <a:lnTo>
                    <a:pt x="22" y="0"/>
                  </a:lnTo>
                  <a:lnTo>
                    <a:pt x="34" y="1"/>
                  </a:lnTo>
                  <a:lnTo>
                    <a:pt x="36" y="6"/>
                  </a:lnTo>
                  <a:lnTo>
                    <a:pt x="32" y="16"/>
                  </a:lnTo>
                  <a:lnTo>
                    <a:pt x="31" y="26"/>
                  </a:lnTo>
                  <a:lnTo>
                    <a:pt x="31" y="26"/>
                  </a:lnTo>
                  <a:lnTo>
                    <a:pt x="31" y="32"/>
                  </a:lnTo>
                  <a:lnTo>
                    <a:pt x="31" y="40"/>
                  </a:lnTo>
                  <a:lnTo>
                    <a:pt x="30" y="48"/>
                  </a:lnTo>
                  <a:lnTo>
                    <a:pt x="28" y="55"/>
                  </a:lnTo>
                  <a:lnTo>
                    <a:pt x="26" y="60"/>
                  </a:lnTo>
                  <a:lnTo>
                    <a:pt x="23" y="64"/>
                  </a:lnTo>
                  <a:lnTo>
                    <a:pt x="18" y="64"/>
                  </a:lnTo>
                  <a:lnTo>
                    <a:pt x="13" y="61"/>
                  </a:lnTo>
                  <a:lnTo>
                    <a:pt x="13" y="61"/>
                  </a:lnTo>
                  <a:lnTo>
                    <a:pt x="8" y="55"/>
                  </a:lnTo>
                  <a:lnTo>
                    <a:pt x="4" y="50"/>
                  </a:lnTo>
                  <a:lnTo>
                    <a:pt x="1" y="45"/>
                  </a:lnTo>
                  <a:lnTo>
                    <a:pt x="0" y="40"/>
                  </a:lnTo>
                  <a:lnTo>
                    <a:pt x="0" y="36"/>
                  </a:lnTo>
                  <a:lnTo>
                    <a:pt x="0" y="33"/>
                  </a:lnTo>
                  <a:lnTo>
                    <a:pt x="0" y="31"/>
                  </a:lnTo>
                  <a:lnTo>
                    <a:pt x="0" y="30"/>
                  </a:lnTo>
                </a:path>
              </a:pathLst>
            </a:custGeom>
            <a:noFill/>
            <a:ln w="0">
              <a:solidFill>
                <a:srgbClr val="000000"/>
              </a:solidFill>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931" name=""/>
            <p:cNvSpPr/>
            <p:nvPr/>
          </p:nvSpPr>
          <p:spPr>
            <a:xfrm>
              <a:off x="269640" y="2632320"/>
              <a:ext cx="542880" cy="411840"/>
            </a:xfrm>
            <a:custGeom>
              <a:avLst/>
              <a:gdLst/>
              <a:ahLst/>
              <a:rect l="l" t="t" r="r" b="b"/>
              <a:pathLst>
                <a:path w="3021" h="2545">
                  <a:moveTo>
                    <a:pt x="3001" y="368"/>
                  </a:moveTo>
                  <a:lnTo>
                    <a:pt x="3007" y="388"/>
                  </a:lnTo>
                  <a:lnTo>
                    <a:pt x="3009" y="391"/>
                  </a:lnTo>
                  <a:lnTo>
                    <a:pt x="3012" y="400"/>
                  </a:lnTo>
                  <a:lnTo>
                    <a:pt x="3017" y="413"/>
                  </a:lnTo>
                  <a:lnTo>
                    <a:pt x="3020" y="430"/>
                  </a:lnTo>
                  <a:lnTo>
                    <a:pt x="3021" y="446"/>
                  </a:lnTo>
                  <a:lnTo>
                    <a:pt x="3017" y="462"/>
                  </a:lnTo>
                  <a:lnTo>
                    <a:pt x="3008" y="477"/>
                  </a:lnTo>
                  <a:lnTo>
                    <a:pt x="2991" y="488"/>
                  </a:lnTo>
                  <a:lnTo>
                    <a:pt x="2979" y="492"/>
                  </a:lnTo>
                  <a:lnTo>
                    <a:pt x="2968" y="496"/>
                  </a:lnTo>
                  <a:lnTo>
                    <a:pt x="2956" y="500"/>
                  </a:lnTo>
                  <a:lnTo>
                    <a:pt x="2944" y="503"/>
                  </a:lnTo>
                  <a:lnTo>
                    <a:pt x="2931" y="507"/>
                  </a:lnTo>
                  <a:lnTo>
                    <a:pt x="2918" y="510"/>
                  </a:lnTo>
                  <a:lnTo>
                    <a:pt x="2905" y="513"/>
                  </a:lnTo>
                  <a:lnTo>
                    <a:pt x="2892" y="516"/>
                  </a:lnTo>
                  <a:lnTo>
                    <a:pt x="2878" y="518"/>
                  </a:lnTo>
                  <a:lnTo>
                    <a:pt x="2866" y="522"/>
                  </a:lnTo>
                  <a:lnTo>
                    <a:pt x="2854" y="524"/>
                  </a:lnTo>
                  <a:lnTo>
                    <a:pt x="2843" y="525"/>
                  </a:lnTo>
                  <a:lnTo>
                    <a:pt x="2831" y="526"/>
                  </a:lnTo>
                  <a:lnTo>
                    <a:pt x="2822" y="527"/>
                  </a:lnTo>
                  <a:lnTo>
                    <a:pt x="2813" y="527"/>
                  </a:lnTo>
                  <a:lnTo>
                    <a:pt x="2805" y="527"/>
                  </a:lnTo>
                  <a:lnTo>
                    <a:pt x="2797" y="528"/>
                  </a:lnTo>
                  <a:lnTo>
                    <a:pt x="2789" y="531"/>
                  </a:lnTo>
                  <a:lnTo>
                    <a:pt x="2779" y="537"/>
                  </a:lnTo>
                  <a:lnTo>
                    <a:pt x="2769" y="545"/>
                  </a:lnTo>
                  <a:lnTo>
                    <a:pt x="2758" y="555"/>
                  </a:lnTo>
                  <a:lnTo>
                    <a:pt x="2747" y="566"/>
                  </a:lnTo>
                  <a:lnTo>
                    <a:pt x="2736" y="579"/>
                  </a:lnTo>
                  <a:lnTo>
                    <a:pt x="2723" y="592"/>
                  </a:lnTo>
                  <a:lnTo>
                    <a:pt x="2711" y="606"/>
                  </a:lnTo>
                  <a:lnTo>
                    <a:pt x="2700" y="621"/>
                  </a:lnTo>
                  <a:lnTo>
                    <a:pt x="2688" y="636"/>
                  </a:lnTo>
                  <a:lnTo>
                    <a:pt x="2676" y="650"/>
                  </a:lnTo>
                  <a:lnTo>
                    <a:pt x="2665" y="663"/>
                  </a:lnTo>
                  <a:lnTo>
                    <a:pt x="2655" y="677"/>
                  </a:lnTo>
                  <a:lnTo>
                    <a:pt x="2645" y="688"/>
                  </a:lnTo>
                  <a:lnTo>
                    <a:pt x="2636" y="698"/>
                  </a:lnTo>
                  <a:lnTo>
                    <a:pt x="2625" y="707"/>
                  </a:lnTo>
                  <a:lnTo>
                    <a:pt x="2614" y="718"/>
                  </a:lnTo>
                  <a:lnTo>
                    <a:pt x="2601" y="730"/>
                  </a:lnTo>
                  <a:lnTo>
                    <a:pt x="2587" y="742"/>
                  </a:lnTo>
                  <a:lnTo>
                    <a:pt x="2571" y="754"/>
                  </a:lnTo>
                  <a:lnTo>
                    <a:pt x="2557" y="766"/>
                  </a:lnTo>
                  <a:lnTo>
                    <a:pt x="2542" y="779"/>
                  </a:lnTo>
                  <a:lnTo>
                    <a:pt x="2526" y="791"/>
                  </a:lnTo>
                  <a:lnTo>
                    <a:pt x="2512" y="803"/>
                  </a:lnTo>
                  <a:lnTo>
                    <a:pt x="2499" y="813"/>
                  </a:lnTo>
                  <a:lnTo>
                    <a:pt x="2487" y="824"/>
                  </a:lnTo>
                  <a:lnTo>
                    <a:pt x="2475" y="832"/>
                  </a:lnTo>
                  <a:lnTo>
                    <a:pt x="2466" y="839"/>
                  </a:lnTo>
                  <a:lnTo>
                    <a:pt x="2460" y="845"/>
                  </a:lnTo>
                  <a:lnTo>
                    <a:pt x="2455" y="848"/>
                  </a:lnTo>
                  <a:lnTo>
                    <a:pt x="2454" y="849"/>
                  </a:lnTo>
                  <a:lnTo>
                    <a:pt x="2450" y="851"/>
                  </a:lnTo>
                  <a:lnTo>
                    <a:pt x="2440" y="856"/>
                  </a:lnTo>
                  <a:lnTo>
                    <a:pt x="2424" y="864"/>
                  </a:lnTo>
                  <a:lnTo>
                    <a:pt x="2407" y="875"/>
                  </a:lnTo>
                  <a:lnTo>
                    <a:pt x="2390" y="887"/>
                  </a:lnTo>
                  <a:lnTo>
                    <a:pt x="2374" y="899"/>
                  </a:lnTo>
                  <a:lnTo>
                    <a:pt x="2364" y="912"/>
                  </a:lnTo>
                  <a:lnTo>
                    <a:pt x="2360" y="925"/>
                  </a:lnTo>
                  <a:lnTo>
                    <a:pt x="2360" y="938"/>
                  </a:lnTo>
                  <a:lnTo>
                    <a:pt x="2360" y="950"/>
                  </a:lnTo>
                  <a:lnTo>
                    <a:pt x="2359" y="963"/>
                  </a:lnTo>
                  <a:lnTo>
                    <a:pt x="2358" y="977"/>
                  </a:lnTo>
                  <a:lnTo>
                    <a:pt x="2356" y="989"/>
                  </a:lnTo>
                  <a:lnTo>
                    <a:pt x="2352" y="1002"/>
                  </a:lnTo>
                  <a:lnTo>
                    <a:pt x="2348" y="1014"/>
                  </a:lnTo>
                  <a:lnTo>
                    <a:pt x="2342" y="1027"/>
                  </a:lnTo>
                  <a:lnTo>
                    <a:pt x="2334" y="1039"/>
                  </a:lnTo>
                  <a:lnTo>
                    <a:pt x="2329" y="1051"/>
                  </a:lnTo>
                  <a:lnTo>
                    <a:pt x="2326" y="1063"/>
                  </a:lnTo>
                  <a:lnTo>
                    <a:pt x="2324" y="1077"/>
                  </a:lnTo>
                  <a:lnTo>
                    <a:pt x="2323" y="1090"/>
                  </a:lnTo>
                  <a:lnTo>
                    <a:pt x="2323" y="1103"/>
                  </a:lnTo>
                  <a:lnTo>
                    <a:pt x="2324" y="1117"/>
                  </a:lnTo>
                  <a:lnTo>
                    <a:pt x="2327" y="1131"/>
                  </a:lnTo>
                  <a:lnTo>
                    <a:pt x="2331" y="1144"/>
                  </a:lnTo>
                  <a:lnTo>
                    <a:pt x="2338" y="1158"/>
                  </a:lnTo>
                  <a:lnTo>
                    <a:pt x="2344" y="1172"/>
                  </a:lnTo>
                  <a:lnTo>
                    <a:pt x="2350" y="1188"/>
                  </a:lnTo>
                  <a:lnTo>
                    <a:pt x="2354" y="1205"/>
                  </a:lnTo>
                  <a:lnTo>
                    <a:pt x="2354" y="1223"/>
                  </a:lnTo>
                  <a:lnTo>
                    <a:pt x="2351" y="1244"/>
                  </a:lnTo>
                  <a:lnTo>
                    <a:pt x="2342" y="1267"/>
                  </a:lnTo>
                  <a:lnTo>
                    <a:pt x="2331" y="1289"/>
                  </a:lnTo>
                  <a:lnTo>
                    <a:pt x="2327" y="1306"/>
                  </a:lnTo>
                  <a:lnTo>
                    <a:pt x="2327" y="1320"/>
                  </a:lnTo>
                  <a:lnTo>
                    <a:pt x="2331" y="1330"/>
                  </a:lnTo>
                  <a:lnTo>
                    <a:pt x="2337" y="1338"/>
                  </a:lnTo>
                  <a:lnTo>
                    <a:pt x="2344" y="1344"/>
                  </a:lnTo>
                  <a:lnTo>
                    <a:pt x="2351" y="1349"/>
                  </a:lnTo>
                  <a:lnTo>
                    <a:pt x="2356" y="1353"/>
                  </a:lnTo>
                  <a:lnTo>
                    <a:pt x="2362" y="1357"/>
                  </a:lnTo>
                  <a:lnTo>
                    <a:pt x="2372" y="1360"/>
                  </a:lnTo>
                  <a:lnTo>
                    <a:pt x="2384" y="1365"/>
                  </a:lnTo>
                  <a:lnTo>
                    <a:pt x="2397" y="1371"/>
                  </a:lnTo>
                  <a:lnTo>
                    <a:pt x="2407" y="1380"/>
                  </a:lnTo>
                  <a:lnTo>
                    <a:pt x="2414" y="1391"/>
                  </a:lnTo>
                  <a:lnTo>
                    <a:pt x="2416" y="1405"/>
                  </a:lnTo>
                  <a:lnTo>
                    <a:pt x="2411" y="1424"/>
                  </a:lnTo>
                  <a:lnTo>
                    <a:pt x="2401" y="1446"/>
                  </a:lnTo>
                  <a:lnTo>
                    <a:pt x="2390" y="1468"/>
                  </a:lnTo>
                  <a:lnTo>
                    <a:pt x="2378" y="1490"/>
                  </a:lnTo>
                  <a:lnTo>
                    <a:pt x="2368" y="1509"/>
                  </a:lnTo>
                  <a:lnTo>
                    <a:pt x="2360" y="1528"/>
                  </a:lnTo>
                  <a:lnTo>
                    <a:pt x="2357" y="1544"/>
                  </a:lnTo>
                  <a:lnTo>
                    <a:pt x="2358" y="1556"/>
                  </a:lnTo>
                  <a:lnTo>
                    <a:pt x="2366" y="1565"/>
                  </a:lnTo>
                  <a:lnTo>
                    <a:pt x="2375" y="1572"/>
                  </a:lnTo>
                  <a:lnTo>
                    <a:pt x="2382" y="1578"/>
                  </a:lnTo>
                  <a:lnTo>
                    <a:pt x="2387" y="1582"/>
                  </a:lnTo>
                  <a:lnTo>
                    <a:pt x="2388" y="1584"/>
                  </a:lnTo>
                  <a:lnTo>
                    <a:pt x="2389" y="1586"/>
                  </a:lnTo>
                  <a:lnTo>
                    <a:pt x="2388" y="1587"/>
                  </a:lnTo>
                  <a:lnTo>
                    <a:pt x="2387" y="1588"/>
                  </a:lnTo>
                  <a:lnTo>
                    <a:pt x="2387" y="1588"/>
                  </a:lnTo>
                  <a:lnTo>
                    <a:pt x="2382" y="1590"/>
                  </a:lnTo>
                  <a:lnTo>
                    <a:pt x="2372" y="1597"/>
                  </a:lnTo>
                  <a:lnTo>
                    <a:pt x="2358" y="1607"/>
                  </a:lnTo>
                  <a:lnTo>
                    <a:pt x="2342" y="1618"/>
                  </a:lnTo>
                  <a:lnTo>
                    <a:pt x="2325" y="1631"/>
                  </a:lnTo>
                  <a:lnTo>
                    <a:pt x="2310" y="1643"/>
                  </a:lnTo>
                  <a:lnTo>
                    <a:pt x="2299" y="1653"/>
                  </a:lnTo>
                  <a:lnTo>
                    <a:pt x="2293" y="1661"/>
                  </a:lnTo>
                  <a:lnTo>
                    <a:pt x="2290" y="1669"/>
                  </a:lnTo>
                  <a:lnTo>
                    <a:pt x="2284" y="1681"/>
                  </a:lnTo>
                  <a:lnTo>
                    <a:pt x="2276" y="1696"/>
                  </a:lnTo>
                  <a:lnTo>
                    <a:pt x="2268" y="1713"/>
                  </a:lnTo>
                  <a:lnTo>
                    <a:pt x="2259" y="1734"/>
                  </a:lnTo>
                  <a:lnTo>
                    <a:pt x="2250" y="1756"/>
                  </a:lnTo>
                  <a:lnTo>
                    <a:pt x="2242" y="1780"/>
                  </a:lnTo>
                  <a:lnTo>
                    <a:pt x="2235" y="1804"/>
                  </a:lnTo>
                  <a:lnTo>
                    <a:pt x="2229" y="1827"/>
                  </a:lnTo>
                  <a:lnTo>
                    <a:pt x="2220" y="1846"/>
                  </a:lnTo>
                  <a:lnTo>
                    <a:pt x="2209" y="1861"/>
                  </a:lnTo>
                  <a:lnTo>
                    <a:pt x="2196" y="1873"/>
                  </a:lnTo>
                  <a:lnTo>
                    <a:pt x="2181" y="1883"/>
                  </a:lnTo>
                  <a:lnTo>
                    <a:pt x="2165" y="1891"/>
                  </a:lnTo>
                  <a:lnTo>
                    <a:pt x="2147" y="1898"/>
                  </a:lnTo>
                  <a:lnTo>
                    <a:pt x="2127" y="1904"/>
                  </a:lnTo>
                  <a:lnTo>
                    <a:pt x="2117" y="1907"/>
                  </a:lnTo>
                  <a:lnTo>
                    <a:pt x="2107" y="1909"/>
                  </a:lnTo>
                  <a:lnTo>
                    <a:pt x="2097" y="1910"/>
                  </a:lnTo>
                  <a:lnTo>
                    <a:pt x="2085" y="1912"/>
                  </a:lnTo>
                  <a:lnTo>
                    <a:pt x="2075" y="1914"/>
                  </a:lnTo>
                  <a:lnTo>
                    <a:pt x="2064" y="1915"/>
                  </a:lnTo>
                  <a:lnTo>
                    <a:pt x="2053" y="1917"/>
                  </a:lnTo>
                  <a:lnTo>
                    <a:pt x="2043" y="1920"/>
                  </a:lnTo>
                  <a:lnTo>
                    <a:pt x="2031" y="1923"/>
                  </a:lnTo>
                  <a:lnTo>
                    <a:pt x="2020" y="1928"/>
                  </a:lnTo>
                  <a:lnTo>
                    <a:pt x="2010" y="1934"/>
                  </a:lnTo>
                  <a:lnTo>
                    <a:pt x="2000" y="1941"/>
                  </a:lnTo>
                  <a:lnTo>
                    <a:pt x="1990" y="1949"/>
                  </a:lnTo>
                  <a:lnTo>
                    <a:pt x="1979" y="1959"/>
                  </a:lnTo>
                  <a:lnTo>
                    <a:pt x="1969" y="1971"/>
                  </a:lnTo>
                  <a:lnTo>
                    <a:pt x="1960" y="1986"/>
                  </a:lnTo>
                  <a:lnTo>
                    <a:pt x="1943" y="2010"/>
                  </a:lnTo>
                  <a:lnTo>
                    <a:pt x="1927" y="2026"/>
                  </a:lnTo>
                  <a:lnTo>
                    <a:pt x="1912" y="2035"/>
                  </a:lnTo>
                  <a:lnTo>
                    <a:pt x="1898" y="2038"/>
                  </a:lnTo>
                  <a:lnTo>
                    <a:pt x="1882" y="2040"/>
                  </a:lnTo>
                  <a:lnTo>
                    <a:pt x="1867" y="2041"/>
                  </a:lnTo>
                  <a:lnTo>
                    <a:pt x="1851" y="2046"/>
                  </a:lnTo>
                  <a:lnTo>
                    <a:pt x="1833" y="2055"/>
                  </a:lnTo>
                  <a:lnTo>
                    <a:pt x="1815" y="2070"/>
                  </a:lnTo>
                  <a:lnTo>
                    <a:pt x="1797" y="2090"/>
                  </a:lnTo>
                  <a:lnTo>
                    <a:pt x="1778" y="2110"/>
                  </a:lnTo>
                  <a:lnTo>
                    <a:pt x="1761" y="2131"/>
                  </a:lnTo>
                  <a:lnTo>
                    <a:pt x="1745" y="2151"/>
                  </a:lnTo>
                  <a:lnTo>
                    <a:pt x="1730" y="2168"/>
                  </a:lnTo>
                  <a:lnTo>
                    <a:pt x="1719" y="2183"/>
                  </a:lnTo>
                  <a:lnTo>
                    <a:pt x="1711" y="2192"/>
                  </a:lnTo>
                  <a:lnTo>
                    <a:pt x="1702" y="2200"/>
                  </a:lnTo>
                  <a:lnTo>
                    <a:pt x="1686" y="2211"/>
                  </a:lnTo>
                  <a:lnTo>
                    <a:pt x="1669" y="2222"/>
                  </a:lnTo>
                  <a:lnTo>
                    <a:pt x="1650" y="2235"/>
                  </a:lnTo>
                  <a:lnTo>
                    <a:pt x="1631" y="2246"/>
                  </a:lnTo>
                  <a:lnTo>
                    <a:pt x="1616" y="2255"/>
                  </a:lnTo>
                  <a:lnTo>
                    <a:pt x="1605" y="2261"/>
                  </a:lnTo>
                  <a:lnTo>
                    <a:pt x="1601" y="2263"/>
                  </a:lnTo>
                  <a:lnTo>
                    <a:pt x="1599" y="2262"/>
                  </a:lnTo>
                  <a:lnTo>
                    <a:pt x="1594" y="2261"/>
                  </a:lnTo>
                  <a:lnTo>
                    <a:pt x="1585" y="2258"/>
                  </a:lnTo>
                  <a:lnTo>
                    <a:pt x="1576" y="2254"/>
                  </a:lnTo>
                  <a:lnTo>
                    <a:pt x="1565" y="2249"/>
                  </a:lnTo>
                  <a:lnTo>
                    <a:pt x="1554" y="2244"/>
                  </a:lnTo>
                  <a:lnTo>
                    <a:pt x="1542" y="2237"/>
                  </a:lnTo>
                  <a:lnTo>
                    <a:pt x="1531" y="2228"/>
                  </a:lnTo>
                  <a:lnTo>
                    <a:pt x="1522" y="2222"/>
                  </a:lnTo>
                  <a:lnTo>
                    <a:pt x="1514" y="2220"/>
                  </a:lnTo>
                  <a:lnTo>
                    <a:pt x="1506" y="2222"/>
                  </a:lnTo>
                  <a:lnTo>
                    <a:pt x="1498" y="2227"/>
                  </a:lnTo>
                  <a:lnTo>
                    <a:pt x="1491" y="2235"/>
                  </a:lnTo>
                  <a:lnTo>
                    <a:pt x="1483" y="2243"/>
                  </a:lnTo>
                  <a:lnTo>
                    <a:pt x="1476" y="2252"/>
                  </a:lnTo>
                  <a:lnTo>
                    <a:pt x="1470" y="2261"/>
                  </a:lnTo>
                  <a:lnTo>
                    <a:pt x="1459" y="2271"/>
                  </a:lnTo>
                  <a:lnTo>
                    <a:pt x="1441" y="2283"/>
                  </a:lnTo>
                  <a:lnTo>
                    <a:pt x="1418" y="2295"/>
                  </a:lnTo>
                  <a:lnTo>
                    <a:pt x="1392" y="2307"/>
                  </a:lnTo>
                  <a:lnTo>
                    <a:pt x="1366" y="2319"/>
                  </a:lnTo>
                  <a:lnTo>
                    <a:pt x="1343" y="2330"/>
                  </a:lnTo>
                  <a:lnTo>
                    <a:pt x="1325" y="2342"/>
                  </a:lnTo>
                  <a:lnTo>
                    <a:pt x="1315" y="2351"/>
                  </a:lnTo>
                  <a:lnTo>
                    <a:pt x="1312" y="2355"/>
                  </a:lnTo>
                  <a:lnTo>
                    <a:pt x="1309" y="2360"/>
                  </a:lnTo>
                  <a:lnTo>
                    <a:pt x="1305" y="2366"/>
                  </a:lnTo>
                  <a:lnTo>
                    <a:pt x="1301" y="2372"/>
                  </a:lnTo>
                  <a:lnTo>
                    <a:pt x="1295" y="2378"/>
                  </a:lnTo>
                  <a:lnTo>
                    <a:pt x="1287" y="2385"/>
                  </a:lnTo>
                  <a:lnTo>
                    <a:pt x="1280" y="2392"/>
                  </a:lnTo>
                  <a:lnTo>
                    <a:pt x="1271" y="2398"/>
                  </a:lnTo>
                  <a:lnTo>
                    <a:pt x="1261" y="2405"/>
                  </a:lnTo>
                  <a:lnTo>
                    <a:pt x="1250" y="2411"/>
                  </a:lnTo>
                  <a:lnTo>
                    <a:pt x="1236" y="2418"/>
                  </a:lnTo>
                  <a:lnTo>
                    <a:pt x="1222" y="2423"/>
                  </a:lnTo>
                  <a:lnTo>
                    <a:pt x="1206" y="2429"/>
                  </a:lnTo>
                  <a:lnTo>
                    <a:pt x="1188" y="2435"/>
                  </a:lnTo>
                  <a:lnTo>
                    <a:pt x="1169" y="2439"/>
                  </a:lnTo>
                  <a:lnTo>
                    <a:pt x="1148" y="2443"/>
                  </a:lnTo>
                  <a:lnTo>
                    <a:pt x="1130" y="2446"/>
                  </a:lnTo>
                  <a:lnTo>
                    <a:pt x="1114" y="2451"/>
                  </a:lnTo>
                  <a:lnTo>
                    <a:pt x="1100" y="2456"/>
                  </a:lnTo>
                  <a:lnTo>
                    <a:pt x="1085" y="2461"/>
                  </a:lnTo>
                  <a:lnTo>
                    <a:pt x="1073" y="2467"/>
                  </a:lnTo>
                  <a:lnTo>
                    <a:pt x="1061" y="2474"/>
                  </a:lnTo>
                  <a:lnTo>
                    <a:pt x="1050" y="2481"/>
                  </a:lnTo>
                  <a:lnTo>
                    <a:pt x="1039" y="2490"/>
                  </a:lnTo>
                  <a:lnTo>
                    <a:pt x="1033" y="2491"/>
                  </a:lnTo>
                  <a:lnTo>
                    <a:pt x="1030" y="2491"/>
                  </a:lnTo>
                  <a:lnTo>
                    <a:pt x="1027" y="2490"/>
                  </a:lnTo>
                  <a:lnTo>
                    <a:pt x="1027" y="2487"/>
                  </a:lnTo>
                  <a:lnTo>
                    <a:pt x="1029" y="2483"/>
                  </a:lnTo>
                  <a:lnTo>
                    <a:pt x="1032" y="2475"/>
                  </a:lnTo>
                  <a:lnTo>
                    <a:pt x="1038" y="2467"/>
                  </a:lnTo>
                  <a:lnTo>
                    <a:pt x="1047" y="2457"/>
                  </a:lnTo>
                  <a:lnTo>
                    <a:pt x="1058" y="2444"/>
                  </a:lnTo>
                  <a:lnTo>
                    <a:pt x="1069" y="2431"/>
                  </a:lnTo>
                  <a:lnTo>
                    <a:pt x="1079" y="2422"/>
                  </a:lnTo>
                  <a:lnTo>
                    <a:pt x="1087" y="2414"/>
                  </a:lnTo>
                  <a:lnTo>
                    <a:pt x="1096" y="2408"/>
                  </a:lnTo>
                  <a:lnTo>
                    <a:pt x="1101" y="2404"/>
                  </a:lnTo>
                  <a:lnTo>
                    <a:pt x="1105" y="2402"/>
                  </a:lnTo>
                  <a:lnTo>
                    <a:pt x="1106" y="2401"/>
                  </a:lnTo>
                  <a:lnTo>
                    <a:pt x="1103" y="2402"/>
                  </a:lnTo>
                  <a:lnTo>
                    <a:pt x="1097" y="2405"/>
                  </a:lnTo>
                  <a:lnTo>
                    <a:pt x="1086" y="2409"/>
                  </a:lnTo>
                  <a:lnTo>
                    <a:pt x="1074" y="2415"/>
                  </a:lnTo>
                  <a:lnTo>
                    <a:pt x="1061" y="2421"/>
                  </a:lnTo>
                  <a:lnTo>
                    <a:pt x="1050" y="2428"/>
                  </a:lnTo>
                  <a:lnTo>
                    <a:pt x="1039" y="2437"/>
                  </a:lnTo>
                  <a:lnTo>
                    <a:pt x="1032" y="2444"/>
                  </a:lnTo>
                  <a:lnTo>
                    <a:pt x="1026" y="2451"/>
                  </a:lnTo>
                  <a:lnTo>
                    <a:pt x="1017" y="2459"/>
                  </a:lnTo>
                  <a:lnTo>
                    <a:pt x="1007" y="2466"/>
                  </a:lnTo>
                  <a:lnTo>
                    <a:pt x="996" y="2473"/>
                  </a:lnTo>
                  <a:lnTo>
                    <a:pt x="983" y="2479"/>
                  </a:lnTo>
                  <a:lnTo>
                    <a:pt x="972" y="2485"/>
                  </a:lnTo>
                  <a:lnTo>
                    <a:pt x="962" y="2488"/>
                  </a:lnTo>
                  <a:lnTo>
                    <a:pt x="954" y="2489"/>
                  </a:lnTo>
                  <a:lnTo>
                    <a:pt x="947" y="2489"/>
                  </a:lnTo>
                  <a:lnTo>
                    <a:pt x="941" y="2490"/>
                  </a:lnTo>
                  <a:lnTo>
                    <a:pt x="934" y="2492"/>
                  </a:lnTo>
                  <a:lnTo>
                    <a:pt x="929" y="2494"/>
                  </a:lnTo>
                  <a:lnTo>
                    <a:pt x="925" y="2498"/>
                  </a:lnTo>
                  <a:lnTo>
                    <a:pt x="921" y="2502"/>
                  </a:lnTo>
                  <a:lnTo>
                    <a:pt x="918" y="2509"/>
                  </a:lnTo>
                  <a:lnTo>
                    <a:pt x="915" y="2516"/>
                  </a:lnTo>
                  <a:lnTo>
                    <a:pt x="912" y="2524"/>
                  </a:lnTo>
                  <a:lnTo>
                    <a:pt x="908" y="2531"/>
                  </a:lnTo>
                  <a:lnTo>
                    <a:pt x="903" y="2538"/>
                  </a:lnTo>
                  <a:lnTo>
                    <a:pt x="897" y="2543"/>
                  </a:lnTo>
                  <a:lnTo>
                    <a:pt x="888" y="2545"/>
                  </a:lnTo>
                  <a:lnTo>
                    <a:pt x="879" y="2545"/>
                  </a:lnTo>
                  <a:lnTo>
                    <a:pt x="868" y="2543"/>
                  </a:lnTo>
                  <a:lnTo>
                    <a:pt x="856" y="2537"/>
                  </a:lnTo>
                  <a:lnTo>
                    <a:pt x="845" y="2528"/>
                  </a:lnTo>
                  <a:lnTo>
                    <a:pt x="836" y="2520"/>
                  </a:lnTo>
                  <a:lnTo>
                    <a:pt x="831" y="2511"/>
                  </a:lnTo>
                  <a:lnTo>
                    <a:pt x="828" y="2503"/>
                  </a:lnTo>
                  <a:lnTo>
                    <a:pt x="828" y="2496"/>
                  </a:lnTo>
                  <a:lnTo>
                    <a:pt x="829" y="2490"/>
                  </a:lnTo>
                  <a:lnTo>
                    <a:pt x="832" y="2485"/>
                  </a:lnTo>
                  <a:lnTo>
                    <a:pt x="836" y="2483"/>
                  </a:lnTo>
                  <a:lnTo>
                    <a:pt x="837" y="2481"/>
                  </a:lnTo>
                  <a:lnTo>
                    <a:pt x="831" y="2480"/>
                  </a:lnTo>
                  <a:lnTo>
                    <a:pt x="822" y="2479"/>
                  </a:lnTo>
                  <a:lnTo>
                    <a:pt x="810" y="2480"/>
                  </a:lnTo>
                  <a:lnTo>
                    <a:pt x="796" y="2481"/>
                  </a:lnTo>
                  <a:lnTo>
                    <a:pt x="783" y="2485"/>
                  </a:lnTo>
                  <a:lnTo>
                    <a:pt x="773" y="2490"/>
                  </a:lnTo>
                  <a:lnTo>
                    <a:pt x="767" y="2497"/>
                  </a:lnTo>
                  <a:lnTo>
                    <a:pt x="764" y="2503"/>
                  </a:lnTo>
                  <a:lnTo>
                    <a:pt x="761" y="2505"/>
                  </a:lnTo>
                  <a:lnTo>
                    <a:pt x="758" y="2505"/>
                  </a:lnTo>
                  <a:lnTo>
                    <a:pt x="755" y="2502"/>
                  </a:lnTo>
                  <a:lnTo>
                    <a:pt x="751" y="2499"/>
                  </a:lnTo>
                  <a:lnTo>
                    <a:pt x="746" y="2495"/>
                  </a:lnTo>
                  <a:lnTo>
                    <a:pt x="740" y="2491"/>
                  </a:lnTo>
                  <a:lnTo>
                    <a:pt x="733" y="2489"/>
                  </a:lnTo>
                  <a:lnTo>
                    <a:pt x="724" y="2485"/>
                  </a:lnTo>
                  <a:lnTo>
                    <a:pt x="711" y="2475"/>
                  </a:lnTo>
                  <a:lnTo>
                    <a:pt x="696" y="2464"/>
                  </a:lnTo>
                  <a:lnTo>
                    <a:pt x="679" y="2452"/>
                  </a:lnTo>
                  <a:lnTo>
                    <a:pt x="663" y="2441"/>
                  </a:lnTo>
                  <a:lnTo>
                    <a:pt x="648" y="2431"/>
                  </a:lnTo>
                  <a:lnTo>
                    <a:pt x="634" y="2427"/>
                  </a:lnTo>
                  <a:lnTo>
                    <a:pt x="624" y="2429"/>
                  </a:lnTo>
                  <a:lnTo>
                    <a:pt x="615" y="2435"/>
                  </a:lnTo>
                  <a:lnTo>
                    <a:pt x="606" y="2437"/>
                  </a:lnTo>
                  <a:lnTo>
                    <a:pt x="596" y="2438"/>
                  </a:lnTo>
                  <a:lnTo>
                    <a:pt x="585" y="2436"/>
                  </a:lnTo>
                  <a:lnTo>
                    <a:pt x="576" y="2433"/>
                  </a:lnTo>
                  <a:lnTo>
                    <a:pt x="568" y="2427"/>
                  </a:lnTo>
                  <a:lnTo>
                    <a:pt x="562" y="2420"/>
                  </a:lnTo>
                  <a:lnTo>
                    <a:pt x="557" y="2412"/>
                  </a:lnTo>
                  <a:lnTo>
                    <a:pt x="552" y="2401"/>
                  </a:lnTo>
                  <a:lnTo>
                    <a:pt x="543" y="2387"/>
                  </a:lnTo>
                  <a:lnTo>
                    <a:pt x="530" y="2372"/>
                  </a:lnTo>
                  <a:lnTo>
                    <a:pt x="518" y="2357"/>
                  </a:lnTo>
                  <a:lnTo>
                    <a:pt x="504" y="2345"/>
                  </a:lnTo>
                  <a:lnTo>
                    <a:pt x="490" y="2335"/>
                  </a:lnTo>
                  <a:lnTo>
                    <a:pt x="479" y="2330"/>
                  </a:lnTo>
                  <a:lnTo>
                    <a:pt x="470" y="2334"/>
                  </a:lnTo>
                  <a:lnTo>
                    <a:pt x="462" y="2339"/>
                  </a:lnTo>
                  <a:lnTo>
                    <a:pt x="453" y="2340"/>
                  </a:lnTo>
                  <a:lnTo>
                    <a:pt x="443" y="2339"/>
                  </a:lnTo>
                  <a:lnTo>
                    <a:pt x="433" y="2336"/>
                  </a:lnTo>
                  <a:lnTo>
                    <a:pt x="424" y="2330"/>
                  </a:lnTo>
                  <a:lnTo>
                    <a:pt x="417" y="2324"/>
                  </a:lnTo>
                  <a:lnTo>
                    <a:pt x="413" y="2316"/>
                  </a:lnTo>
                  <a:lnTo>
                    <a:pt x="411" y="2308"/>
                  </a:lnTo>
                  <a:lnTo>
                    <a:pt x="409" y="2303"/>
                  </a:lnTo>
                  <a:lnTo>
                    <a:pt x="404" y="2304"/>
                  </a:lnTo>
                  <a:lnTo>
                    <a:pt x="397" y="2310"/>
                  </a:lnTo>
                  <a:lnTo>
                    <a:pt x="389" y="2320"/>
                  </a:lnTo>
                  <a:lnTo>
                    <a:pt x="381" y="2333"/>
                  </a:lnTo>
                  <a:lnTo>
                    <a:pt x="376" y="2346"/>
                  </a:lnTo>
                  <a:lnTo>
                    <a:pt x="373" y="2358"/>
                  </a:lnTo>
                  <a:lnTo>
                    <a:pt x="374" y="2370"/>
                  </a:lnTo>
                  <a:lnTo>
                    <a:pt x="376" y="2379"/>
                  </a:lnTo>
                  <a:lnTo>
                    <a:pt x="376" y="2386"/>
                  </a:lnTo>
                  <a:lnTo>
                    <a:pt x="373" y="2390"/>
                  </a:lnTo>
                  <a:lnTo>
                    <a:pt x="369" y="2392"/>
                  </a:lnTo>
                  <a:lnTo>
                    <a:pt x="363" y="2393"/>
                  </a:lnTo>
                  <a:lnTo>
                    <a:pt x="356" y="2393"/>
                  </a:lnTo>
                  <a:lnTo>
                    <a:pt x="348" y="2393"/>
                  </a:lnTo>
                  <a:lnTo>
                    <a:pt x="338" y="2393"/>
                  </a:lnTo>
                  <a:lnTo>
                    <a:pt x="330" y="2395"/>
                  </a:lnTo>
                  <a:lnTo>
                    <a:pt x="325" y="2399"/>
                  </a:lnTo>
                  <a:lnTo>
                    <a:pt x="322" y="2405"/>
                  </a:lnTo>
                  <a:lnTo>
                    <a:pt x="319" y="2412"/>
                  </a:lnTo>
                  <a:lnTo>
                    <a:pt x="316" y="2419"/>
                  </a:lnTo>
                  <a:lnTo>
                    <a:pt x="311" y="2425"/>
                  </a:lnTo>
                  <a:lnTo>
                    <a:pt x="304" y="2428"/>
                  </a:lnTo>
                  <a:lnTo>
                    <a:pt x="294" y="2429"/>
                  </a:lnTo>
                  <a:lnTo>
                    <a:pt x="286" y="2430"/>
                  </a:lnTo>
                  <a:lnTo>
                    <a:pt x="282" y="2435"/>
                  </a:lnTo>
                  <a:lnTo>
                    <a:pt x="278" y="2439"/>
                  </a:lnTo>
                  <a:lnTo>
                    <a:pt x="276" y="2442"/>
                  </a:lnTo>
                  <a:lnTo>
                    <a:pt x="274" y="2442"/>
                  </a:lnTo>
                  <a:lnTo>
                    <a:pt x="272" y="2438"/>
                  </a:lnTo>
                  <a:lnTo>
                    <a:pt x="270" y="2426"/>
                  </a:lnTo>
                  <a:lnTo>
                    <a:pt x="268" y="2407"/>
                  </a:lnTo>
                  <a:lnTo>
                    <a:pt x="267" y="2397"/>
                  </a:lnTo>
                  <a:lnTo>
                    <a:pt x="267" y="2385"/>
                  </a:lnTo>
                  <a:lnTo>
                    <a:pt x="267" y="2373"/>
                  </a:lnTo>
                  <a:lnTo>
                    <a:pt x="267" y="2361"/>
                  </a:lnTo>
                  <a:lnTo>
                    <a:pt x="266" y="2350"/>
                  </a:lnTo>
                  <a:lnTo>
                    <a:pt x="263" y="2341"/>
                  </a:lnTo>
                  <a:lnTo>
                    <a:pt x="259" y="2335"/>
                  </a:lnTo>
                  <a:lnTo>
                    <a:pt x="252" y="2330"/>
                  </a:lnTo>
                  <a:lnTo>
                    <a:pt x="237" y="2324"/>
                  </a:lnTo>
                  <a:lnTo>
                    <a:pt x="229" y="2316"/>
                  </a:lnTo>
                  <a:lnTo>
                    <a:pt x="224" y="2309"/>
                  </a:lnTo>
                  <a:lnTo>
                    <a:pt x="223" y="2306"/>
                  </a:lnTo>
                  <a:lnTo>
                    <a:pt x="243" y="2284"/>
                  </a:lnTo>
                  <a:lnTo>
                    <a:pt x="223" y="2239"/>
                  </a:lnTo>
                  <a:lnTo>
                    <a:pt x="222" y="2238"/>
                  </a:lnTo>
                  <a:lnTo>
                    <a:pt x="220" y="2234"/>
                  </a:lnTo>
                  <a:lnTo>
                    <a:pt x="217" y="2228"/>
                  </a:lnTo>
                  <a:lnTo>
                    <a:pt x="211" y="2223"/>
                  </a:lnTo>
                  <a:lnTo>
                    <a:pt x="204" y="2218"/>
                  </a:lnTo>
                  <a:lnTo>
                    <a:pt x="195" y="2213"/>
                  </a:lnTo>
                  <a:lnTo>
                    <a:pt x="183" y="2210"/>
                  </a:lnTo>
                  <a:lnTo>
                    <a:pt x="170" y="2210"/>
                  </a:lnTo>
                  <a:lnTo>
                    <a:pt x="158" y="2209"/>
                  </a:lnTo>
                  <a:lnTo>
                    <a:pt x="148" y="2206"/>
                  </a:lnTo>
                  <a:lnTo>
                    <a:pt x="140" y="2201"/>
                  </a:lnTo>
                  <a:lnTo>
                    <a:pt x="133" y="2196"/>
                  </a:lnTo>
                  <a:lnTo>
                    <a:pt x="126" y="2192"/>
                  </a:lnTo>
                  <a:lnTo>
                    <a:pt x="119" y="2189"/>
                  </a:lnTo>
                  <a:lnTo>
                    <a:pt x="108" y="2189"/>
                  </a:lnTo>
                  <a:lnTo>
                    <a:pt x="95" y="2193"/>
                  </a:lnTo>
                  <a:lnTo>
                    <a:pt x="82" y="2197"/>
                  </a:lnTo>
                  <a:lnTo>
                    <a:pt x="77" y="2196"/>
                  </a:lnTo>
                  <a:lnTo>
                    <a:pt x="76" y="2191"/>
                  </a:lnTo>
                  <a:lnTo>
                    <a:pt x="78" y="2184"/>
                  </a:lnTo>
                  <a:lnTo>
                    <a:pt x="82" y="2175"/>
                  </a:lnTo>
                  <a:lnTo>
                    <a:pt x="85" y="2167"/>
                  </a:lnTo>
                  <a:lnTo>
                    <a:pt x="86" y="2159"/>
                  </a:lnTo>
                  <a:lnTo>
                    <a:pt x="83" y="2154"/>
                  </a:lnTo>
                  <a:lnTo>
                    <a:pt x="77" y="2150"/>
                  </a:lnTo>
                  <a:lnTo>
                    <a:pt x="70" y="2147"/>
                  </a:lnTo>
                  <a:lnTo>
                    <a:pt x="62" y="2144"/>
                  </a:lnTo>
                  <a:lnTo>
                    <a:pt x="54" y="2141"/>
                  </a:lnTo>
                  <a:lnTo>
                    <a:pt x="45" y="2139"/>
                  </a:lnTo>
                  <a:lnTo>
                    <a:pt x="37" y="2138"/>
                  </a:lnTo>
                  <a:lnTo>
                    <a:pt x="30" y="2136"/>
                  </a:lnTo>
                  <a:lnTo>
                    <a:pt x="24" y="2135"/>
                  </a:lnTo>
                  <a:lnTo>
                    <a:pt x="15" y="2129"/>
                  </a:lnTo>
                  <a:lnTo>
                    <a:pt x="7" y="2120"/>
                  </a:lnTo>
                  <a:lnTo>
                    <a:pt x="2" y="2112"/>
                  </a:lnTo>
                  <a:lnTo>
                    <a:pt x="0" y="2109"/>
                  </a:lnTo>
                  <a:lnTo>
                    <a:pt x="1" y="2108"/>
                  </a:lnTo>
                  <a:lnTo>
                    <a:pt x="3" y="2106"/>
                  </a:lnTo>
                  <a:lnTo>
                    <a:pt x="6" y="2102"/>
                  </a:lnTo>
                  <a:lnTo>
                    <a:pt x="9" y="2098"/>
                  </a:lnTo>
                  <a:lnTo>
                    <a:pt x="12" y="2093"/>
                  </a:lnTo>
                  <a:lnTo>
                    <a:pt x="15" y="2087"/>
                  </a:lnTo>
                  <a:lnTo>
                    <a:pt x="16" y="2081"/>
                  </a:lnTo>
                  <a:lnTo>
                    <a:pt x="16" y="2075"/>
                  </a:lnTo>
                  <a:lnTo>
                    <a:pt x="15" y="2069"/>
                  </a:lnTo>
                  <a:lnTo>
                    <a:pt x="16" y="2063"/>
                  </a:lnTo>
                  <a:lnTo>
                    <a:pt x="17" y="2057"/>
                  </a:lnTo>
                  <a:lnTo>
                    <a:pt x="19" y="2050"/>
                  </a:lnTo>
                  <a:lnTo>
                    <a:pt x="21" y="2045"/>
                  </a:lnTo>
                  <a:lnTo>
                    <a:pt x="22" y="2040"/>
                  </a:lnTo>
                  <a:lnTo>
                    <a:pt x="24" y="2037"/>
                  </a:lnTo>
                  <a:lnTo>
                    <a:pt x="24" y="2036"/>
                  </a:lnTo>
                  <a:lnTo>
                    <a:pt x="25" y="2034"/>
                  </a:lnTo>
                  <a:lnTo>
                    <a:pt x="27" y="2029"/>
                  </a:lnTo>
                  <a:lnTo>
                    <a:pt x="29" y="2022"/>
                  </a:lnTo>
                  <a:lnTo>
                    <a:pt x="32" y="2014"/>
                  </a:lnTo>
                  <a:lnTo>
                    <a:pt x="35" y="2005"/>
                  </a:lnTo>
                  <a:lnTo>
                    <a:pt x="37" y="1995"/>
                  </a:lnTo>
                  <a:lnTo>
                    <a:pt x="38" y="1986"/>
                  </a:lnTo>
                  <a:lnTo>
                    <a:pt x="38" y="1976"/>
                  </a:lnTo>
                  <a:lnTo>
                    <a:pt x="40" y="1968"/>
                  </a:lnTo>
                  <a:lnTo>
                    <a:pt x="47" y="1962"/>
                  </a:lnTo>
                  <a:lnTo>
                    <a:pt x="57" y="1955"/>
                  </a:lnTo>
                  <a:lnTo>
                    <a:pt x="68" y="1949"/>
                  </a:lnTo>
                  <a:lnTo>
                    <a:pt x="80" y="1942"/>
                  </a:lnTo>
                  <a:lnTo>
                    <a:pt x="90" y="1934"/>
                  </a:lnTo>
                  <a:lnTo>
                    <a:pt x="99" y="1923"/>
                  </a:lnTo>
                  <a:lnTo>
                    <a:pt x="103" y="1912"/>
                  </a:lnTo>
                  <a:lnTo>
                    <a:pt x="103" y="1901"/>
                  </a:lnTo>
                  <a:lnTo>
                    <a:pt x="101" y="1894"/>
                  </a:lnTo>
                  <a:lnTo>
                    <a:pt x="97" y="1888"/>
                  </a:lnTo>
                  <a:lnTo>
                    <a:pt x="94" y="1883"/>
                  </a:lnTo>
                  <a:lnTo>
                    <a:pt x="93" y="1877"/>
                  </a:lnTo>
                  <a:lnTo>
                    <a:pt x="93" y="1869"/>
                  </a:lnTo>
                  <a:lnTo>
                    <a:pt x="97" y="1859"/>
                  </a:lnTo>
                  <a:lnTo>
                    <a:pt x="106" y="1845"/>
                  </a:lnTo>
                  <a:lnTo>
                    <a:pt x="115" y="1830"/>
                  </a:lnTo>
                  <a:lnTo>
                    <a:pt x="120" y="1815"/>
                  </a:lnTo>
                  <a:lnTo>
                    <a:pt x="124" y="1803"/>
                  </a:lnTo>
                  <a:lnTo>
                    <a:pt x="127" y="1793"/>
                  </a:lnTo>
                  <a:lnTo>
                    <a:pt x="131" y="1783"/>
                  </a:lnTo>
                  <a:lnTo>
                    <a:pt x="139" y="1773"/>
                  </a:lnTo>
                  <a:lnTo>
                    <a:pt x="152" y="1764"/>
                  </a:lnTo>
                  <a:lnTo>
                    <a:pt x="170" y="1755"/>
                  </a:lnTo>
                  <a:lnTo>
                    <a:pt x="190" y="1746"/>
                  </a:lnTo>
                  <a:lnTo>
                    <a:pt x="206" y="1737"/>
                  </a:lnTo>
                  <a:lnTo>
                    <a:pt x="219" y="1729"/>
                  </a:lnTo>
                  <a:lnTo>
                    <a:pt x="230" y="1720"/>
                  </a:lnTo>
                  <a:lnTo>
                    <a:pt x="239" y="1712"/>
                  </a:lnTo>
                  <a:lnTo>
                    <a:pt x="248" y="1704"/>
                  </a:lnTo>
                  <a:lnTo>
                    <a:pt x="256" y="1697"/>
                  </a:lnTo>
                  <a:lnTo>
                    <a:pt x="265" y="1690"/>
                  </a:lnTo>
                  <a:lnTo>
                    <a:pt x="276" y="1683"/>
                  </a:lnTo>
                  <a:lnTo>
                    <a:pt x="289" y="1676"/>
                  </a:lnTo>
                  <a:lnTo>
                    <a:pt x="304" y="1671"/>
                  </a:lnTo>
                  <a:lnTo>
                    <a:pt x="319" y="1665"/>
                  </a:lnTo>
                  <a:lnTo>
                    <a:pt x="333" y="1659"/>
                  </a:lnTo>
                  <a:lnTo>
                    <a:pt x="347" y="1651"/>
                  </a:lnTo>
                  <a:lnTo>
                    <a:pt x="358" y="1643"/>
                  </a:lnTo>
                  <a:lnTo>
                    <a:pt x="366" y="1632"/>
                  </a:lnTo>
                  <a:lnTo>
                    <a:pt x="373" y="1620"/>
                  </a:lnTo>
                  <a:lnTo>
                    <a:pt x="380" y="1609"/>
                  </a:lnTo>
                  <a:lnTo>
                    <a:pt x="388" y="1600"/>
                  </a:lnTo>
                  <a:lnTo>
                    <a:pt x="398" y="1592"/>
                  </a:lnTo>
                  <a:lnTo>
                    <a:pt x="406" y="1585"/>
                  </a:lnTo>
                  <a:lnTo>
                    <a:pt x="415" y="1580"/>
                  </a:lnTo>
                  <a:lnTo>
                    <a:pt x="423" y="1576"/>
                  </a:lnTo>
                  <a:lnTo>
                    <a:pt x="430" y="1574"/>
                  </a:lnTo>
                  <a:lnTo>
                    <a:pt x="438" y="1572"/>
                  </a:lnTo>
                  <a:lnTo>
                    <a:pt x="450" y="1567"/>
                  </a:lnTo>
                  <a:lnTo>
                    <a:pt x="463" y="1560"/>
                  </a:lnTo>
                  <a:lnTo>
                    <a:pt x="477" y="1552"/>
                  </a:lnTo>
                  <a:lnTo>
                    <a:pt x="493" y="1543"/>
                  </a:lnTo>
                  <a:lnTo>
                    <a:pt x="509" y="1536"/>
                  </a:lnTo>
                  <a:lnTo>
                    <a:pt x="524" y="1529"/>
                  </a:lnTo>
                  <a:lnTo>
                    <a:pt x="539" y="1524"/>
                  </a:lnTo>
                  <a:lnTo>
                    <a:pt x="554" y="1520"/>
                  </a:lnTo>
                  <a:lnTo>
                    <a:pt x="566" y="1514"/>
                  </a:lnTo>
                  <a:lnTo>
                    <a:pt x="577" y="1507"/>
                  </a:lnTo>
                  <a:lnTo>
                    <a:pt x="586" y="1499"/>
                  </a:lnTo>
                  <a:lnTo>
                    <a:pt x="594" y="1492"/>
                  </a:lnTo>
                  <a:lnTo>
                    <a:pt x="600" y="1486"/>
                  </a:lnTo>
                  <a:lnTo>
                    <a:pt x="603" y="1482"/>
                  </a:lnTo>
                  <a:lnTo>
                    <a:pt x="604" y="1480"/>
                  </a:lnTo>
                  <a:lnTo>
                    <a:pt x="605" y="1480"/>
                  </a:lnTo>
                  <a:lnTo>
                    <a:pt x="609" y="1479"/>
                  </a:lnTo>
                  <a:lnTo>
                    <a:pt x="614" y="1478"/>
                  </a:lnTo>
                  <a:lnTo>
                    <a:pt x="621" y="1473"/>
                  </a:lnTo>
                  <a:lnTo>
                    <a:pt x="628" y="1467"/>
                  </a:lnTo>
                  <a:lnTo>
                    <a:pt x="635" y="1457"/>
                  </a:lnTo>
                  <a:lnTo>
                    <a:pt x="642" y="1444"/>
                  </a:lnTo>
                  <a:lnTo>
                    <a:pt x="647" y="1425"/>
                  </a:lnTo>
                  <a:lnTo>
                    <a:pt x="653" y="1407"/>
                  </a:lnTo>
                  <a:lnTo>
                    <a:pt x="662" y="1392"/>
                  </a:lnTo>
                  <a:lnTo>
                    <a:pt x="674" y="1382"/>
                  </a:lnTo>
                  <a:lnTo>
                    <a:pt x="687" y="1373"/>
                  </a:lnTo>
                  <a:lnTo>
                    <a:pt x="702" y="1367"/>
                  </a:lnTo>
                  <a:lnTo>
                    <a:pt x="717" y="1363"/>
                  </a:lnTo>
                  <a:lnTo>
                    <a:pt x="731" y="1359"/>
                  </a:lnTo>
                  <a:lnTo>
                    <a:pt x="745" y="1356"/>
                  </a:lnTo>
                  <a:lnTo>
                    <a:pt x="757" y="1353"/>
                  </a:lnTo>
                  <a:lnTo>
                    <a:pt x="768" y="1351"/>
                  </a:lnTo>
                  <a:lnTo>
                    <a:pt x="779" y="1349"/>
                  </a:lnTo>
                  <a:lnTo>
                    <a:pt x="788" y="1347"/>
                  </a:lnTo>
                  <a:lnTo>
                    <a:pt x="798" y="1345"/>
                  </a:lnTo>
                  <a:lnTo>
                    <a:pt x="805" y="1342"/>
                  </a:lnTo>
                  <a:lnTo>
                    <a:pt x="810" y="1339"/>
                  </a:lnTo>
                  <a:lnTo>
                    <a:pt x="814" y="1334"/>
                  </a:lnTo>
                  <a:lnTo>
                    <a:pt x="819" y="1329"/>
                  </a:lnTo>
                  <a:lnTo>
                    <a:pt x="826" y="1324"/>
                  </a:lnTo>
                  <a:lnTo>
                    <a:pt x="835" y="1321"/>
                  </a:lnTo>
                  <a:lnTo>
                    <a:pt x="846" y="1318"/>
                  </a:lnTo>
                  <a:lnTo>
                    <a:pt x="856" y="1315"/>
                  </a:lnTo>
                  <a:lnTo>
                    <a:pt x="866" y="1312"/>
                  </a:lnTo>
                  <a:lnTo>
                    <a:pt x="874" y="1309"/>
                  </a:lnTo>
                  <a:lnTo>
                    <a:pt x="881" y="1305"/>
                  </a:lnTo>
                  <a:lnTo>
                    <a:pt x="888" y="1301"/>
                  </a:lnTo>
                  <a:lnTo>
                    <a:pt x="901" y="1297"/>
                  </a:lnTo>
                  <a:lnTo>
                    <a:pt x="914" y="1294"/>
                  </a:lnTo>
                  <a:lnTo>
                    <a:pt x="930" y="1291"/>
                  </a:lnTo>
                  <a:lnTo>
                    <a:pt x="947" y="1289"/>
                  </a:lnTo>
                  <a:lnTo>
                    <a:pt x="962" y="1288"/>
                  </a:lnTo>
                  <a:lnTo>
                    <a:pt x="976" y="1287"/>
                  </a:lnTo>
                  <a:lnTo>
                    <a:pt x="987" y="1288"/>
                  </a:lnTo>
                  <a:lnTo>
                    <a:pt x="996" y="1287"/>
                  </a:lnTo>
                  <a:lnTo>
                    <a:pt x="1002" y="1284"/>
                  </a:lnTo>
                  <a:lnTo>
                    <a:pt x="1006" y="1277"/>
                  </a:lnTo>
                  <a:lnTo>
                    <a:pt x="1010" y="1268"/>
                  </a:lnTo>
                  <a:lnTo>
                    <a:pt x="1013" y="1258"/>
                  </a:lnTo>
                  <a:lnTo>
                    <a:pt x="1017" y="1247"/>
                  </a:lnTo>
                  <a:lnTo>
                    <a:pt x="1022" y="1235"/>
                  </a:lnTo>
                  <a:lnTo>
                    <a:pt x="1029" y="1223"/>
                  </a:lnTo>
                  <a:lnTo>
                    <a:pt x="1039" y="1212"/>
                  </a:lnTo>
                  <a:lnTo>
                    <a:pt x="1051" y="1202"/>
                  </a:lnTo>
                  <a:lnTo>
                    <a:pt x="1064" y="1193"/>
                  </a:lnTo>
                  <a:lnTo>
                    <a:pt x="1078" y="1185"/>
                  </a:lnTo>
                  <a:lnTo>
                    <a:pt x="1093" y="1179"/>
                  </a:lnTo>
                  <a:lnTo>
                    <a:pt x="1106" y="1173"/>
                  </a:lnTo>
                  <a:lnTo>
                    <a:pt x="1118" y="1169"/>
                  </a:lnTo>
                  <a:lnTo>
                    <a:pt x="1128" y="1167"/>
                  </a:lnTo>
                  <a:lnTo>
                    <a:pt x="1137" y="1165"/>
                  </a:lnTo>
                  <a:lnTo>
                    <a:pt x="1149" y="1161"/>
                  </a:lnTo>
                  <a:lnTo>
                    <a:pt x="1159" y="1155"/>
                  </a:lnTo>
                  <a:lnTo>
                    <a:pt x="1168" y="1149"/>
                  </a:lnTo>
                  <a:lnTo>
                    <a:pt x="1176" y="1142"/>
                  </a:lnTo>
                  <a:lnTo>
                    <a:pt x="1183" y="1135"/>
                  </a:lnTo>
                  <a:lnTo>
                    <a:pt x="1187" y="1129"/>
                  </a:lnTo>
                  <a:lnTo>
                    <a:pt x="1190" y="1122"/>
                  </a:lnTo>
                  <a:lnTo>
                    <a:pt x="1190" y="1116"/>
                  </a:lnTo>
                  <a:lnTo>
                    <a:pt x="1188" y="1107"/>
                  </a:lnTo>
                  <a:lnTo>
                    <a:pt x="1188" y="1097"/>
                  </a:lnTo>
                  <a:lnTo>
                    <a:pt x="1190" y="1086"/>
                  </a:lnTo>
                  <a:lnTo>
                    <a:pt x="1192" y="1075"/>
                  </a:lnTo>
                  <a:lnTo>
                    <a:pt x="1195" y="1063"/>
                  </a:lnTo>
                  <a:lnTo>
                    <a:pt x="1201" y="1053"/>
                  </a:lnTo>
                  <a:lnTo>
                    <a:pt x="1209" y="1044"/>
                  </a:lnTo>
                  <a:lnTo>
                    <a:pt x="1217" y="1038"/>
                  </a:lnTo>
                  <a:lnTo>
                    <a:pt x="1223" y="1036"/>
                  </a:lnTo>
                  <a:lnTo>
                    <a:pt x="1228" y="1036"/>
                  </a:lnTo>
                  <a:lnTo>
                    <a:pt x="1235" y="1038"/>
                  </a:lnTo>
                  <a:lnTo>
                    <a:pt x="1244" y="1041"/>
                  </a:lnTo>
                  <a:lnTo>
                    <a:pt x="1257" y="1043"/>
                  </a:lnTo>
                  <a:lnTo>
                    <a:pt x="1274" y="1043"/>
                  </a:lnTo>
                  <a:lnTo>
                    <a:pt x="1299" y="1041"/>
                  </a:lnTo>
                  <a:lnTo>
                    <a:pt x="1313" y="1039"/>
                  </a:lnTo>
                  <a:lnTo>
                    <a:pt x="1327" y="1037"/>
                  </a:lnTo>
                  <a:lnTo>
                    <a:pt x="1343" y="1035"/>
                  </a:lnTo>
                  <a:lnTo>
                    <a:pt x="1357" y="1033"/>
                  </a:lnTo>
                  <a:lnTo>
                    <a:pt x="1371" y="1030"/>
                  </a:lnTo>
                  <a:lnTo>
                    <a:pt x="1384" y="1028"/>
                  </a:lnTo>
                  <a:lnTo>
                    <a:pt x="1399" y="1025"/>
                  </a:lnTo>
                  <a:lnTo>
                    <a:pt x="1411" y="1022"/>
                  </a:lnTo>
                  <a:lnTo>
                    <a:pt x="1423" y="1019"/>
                  </a:lnTo>
                  <a:lnTo>
                    <a:pt x="1434" y="1016"/>
                  </a:lnTo>
                  <a:lnTo>
                    <a:pt x="1445" y="1013"/>
                  </a:lnTo>
                  <a:lnTo>
                    <a:pt x="1454" y="1009"/>
                  </a:lnTo>
                  <a:lnTo>
                    <a:pt x="1461" y="1006"/>
                  </a:lnTo>
                  <a:lnTo>
                    <a:pt x="1467" y="1002"/>
                  </a:lnTo>
                  <a:lnTo>
                    <a:pt x="1472" y="998"/>
                  </a:lnTo>
                  <a:lnTo>
                    <a:pt x="1475" y="993"/>
                  </a:lnTo>
                  <a:lnTo>
                    <a:pt x="1483" y="982"/>
                  </a:lnTo>
                  <a:lnTo>
                    <a:pt x="1497" y="966"/>
                  </a:lnTo>
                  <a:lnTo>
                    <a:pt x="1514" y="950"/>
                  </a:lnTo>
                  <a:lnTo>
                    <a:pt x="1533" y="933"/>
                  </a:lnTo>
                  <a:lnTo>
                    <a:pt x="1554" y="915"/>
                  </a:lnTo>
                  <a:lnTo>
                    <a:pt x="1573" y="899"/>
                  </a:lnTo>
                  <a:lnTo>
                    <a:pt x="1590" y="885"/>
                  </a:lnTo>
                  <a:lnTo>
                    <a:pt x="1601" y="875"/>
                  </a:lnTo>
                  <a:lnTo>
                    <a:pt x="1610" y="863"/>
                  </a:lnTo>
                  <a:lnTo>
                    <a:pt x="1621" y="846"/>
                  </a:lnTo>
                  <a:lnTo>
                    <a:pt x="1632" y="827"/>
                  </a:lnTo>
                  <a:lnTo>
                    <a:pt x="1645" y="805"/>
                  </a:lnTo>
                  <a:lnTo>
                    <a:pt x="1657" y="785"/>
                  </a:lnTo>
                  <a:lnTo>
                    <a:pt x="1669" y="766"/>
                  </a:lnTo>
                  <a:lnTo>
                    <a:pt x="1680" y="753"/>
                  </a:lnTo>
                  <a:lnTo>
                    <a:pt x="1691" y="746"/>
                  </a:lnTo>
                  <a:lnTo>
                    <a:pt x="1699" y="742"/>
                  </a:lnTo>
                  <a:lnTo>
                    <a:pt x="1705" y="736"/>
                  </a:lnTo>
                  <a:lnTo>
                    <a:pt x="1710" y="729"/>
                  </a:lnTo>
                  <a:lnTo>
                    <a:pt x="1714" y="720"/>
                  </a:lnTo>
                  <a:lnTo>
                    <a:pt x="1719" y="712"/>
                  </a:lnTo>
                  <a:lnTo>
                    <a:pt x="1726" y="704"/>
                  </a:lnTo>
                  <a:lnTo>
                    <a:pt x="1736" y="698"/>
                  </a:lnTo>
                  <a:lnTo>
                    <a:pt x="1750" y="692"/>
                  </a:lnTo>
                  <a:lnTo>
                    <a:pt x="1764" y="687"/>
                  </a:lnTo>
                  <a:lnTo>
                    <a:pt x="1774" y="681"/>
                  </a:lnTo>
                  <a:lnTo>
                    <a:pt x="1781" y="675"/>
                  </a:lnTo>
                  <a:lnTo>
                    <a:pt x="1786" y="668"/>
                  </a:lnTo>
                  <a:lnTo>
                    <a:pt x="1790" y="662"/>
                  </a:lnTo>
                  <a:lnTo>
                    <a:pt x="1791" y="656"/>
                  </a:lnTo>
                  <a:lnTo>
                    <a:pt x="1792" y="650"/>
                  </a:lnTo>
                  <a:lnTo>
                    <a:pt x="1792" y="645"/>
                  </a:lnTo>
                  <a:lnTo>
                    <a:pt x="1792" y="640"/>
                  </a:lnTo>
                  <a:lnTo>
                    <a:pt x="1791" y="636"/>
                  </a:lnTo>
                  <a:lnTo>
                    <a:pt x="1791" y="632"/>
                  </a:lnTo>
                  <a:lnTo>
                    <a:pt x="1792" y="627"/>
                  </a:lnTo>
                  <a:lnTo>
                    <a:pt x="1795" y="623"/>
                  </a:lnTo>
                  <a:lnTo>
                    <a:pt x="1801" y="617"/>
                  </a:lnTo>
                  <a:lnTo>
                    <a:pt x="1811" y="612"/>
                  </a:lnTo>
                  <a:lnTo>
                    <a:pt x="1825" y="605"/>
                  </a:lnTo>
                  <a:lnTo>
                    <a:pt x="1841" y="596"/>
                  </a:lnTo>
                  <a:lnTo>
                    <a:pt x="1852" y="582"/>
                  </a:lnTo>
                  <a:lnTo>
                    <a:pt x="1861" y="566"/>
                  </a:lnTo>
                  <a:lnTo>
                    <a:pt x="1868" y="550"/>
                  </a:lnTo>
                  <a:lnTo>
                    <a:pt x="1874" y="534"/>
                  </a:lnTo>
                  <a:lnTo>
                    <a:pt x="1880" y="519"/>
                  </a:lnTo>
                  <a:lnTo>
                    <a:pt x="1888" y="509"/>
                  </a:lnTo>
                  <a:lnTo>
                    <a:pt x="1895" y="504"/>
                  </a:lnTo>
                  <a:lnTo>
                    <a:pt x="1903" y="500"/>
                  </a:lnTo>
                  <a:lnTo>
                    <a:pt x="1911" y="494"/>
                  </a:lnTo>
                  <a:lnTo>
                    <a:pt x="1919" y="486"/>
                  </a:lnTo>
                  <a:lnTo>
                    <a:pt x="1927" y="477"/>
                  </a:lnTo>
                  <a:lnTo>
                    <a:pt x="1934" y="466"/>
                  </a:lnTo>
                  <a:lnTo>
                    <a:pt x="1940" y="456"/>
                  </a:lnTo>
                  <a:lnTo>
                    <a:pt x="1945" y="447"/>
                  </a:lnTo>
                  <a:lnTo>
                    <a:pt x="1949" y="439"/>
                  </a:lnTo>
                  <a:lnTo>
                    <a:pt x="1952" y="431"/>
                  </a:lnTo>
                  <a:lnTo>
                    <a:pt x="1956" y="420"/>
                  </a:lnTo>
                  <a:lnTo>
                    <a:pt x="1960" y="409"/>
                  </a:lnTo>
                  <a:lnTo>
                    <a:pt x="1964" y="397"/>
                  </a:lnTo>
                  <a:lnTo>
                    <a:pt x="1968" y="385"/>
                  </a:lnTo>
                  <a:lnTo>
                    <a:pt x="1970" y="374"/>
                  </a:lnTo>
                  <a:lnTo>
                    <a:pt x="1972" y="363"/>
                  </a:lnTo>
                  <a:lnTo>
                    <a:pt x="1973" y="355"/>
                  </a:lnTo>
                  <a:lnTo>
                    <a:pt x="1972" y="347"/>
                  </a:lnTo>
                  <a:lnTo>
                    <a:pt x="1969" y="337"/>
                  </a:lnTo>
                  <a:lnTo>
                    <a:pt x="1966" y="327"/>
                  </a:lnTo>
                  <a:lnTo>
                    <a:pt x="1963" y="315"/>
                  </a:lnTo>
                  <a:lnTo>
                    <a:pt x="1962" y="305"/>
                  </a:lnTo>
                  <a:lnTo>
                    <a:pt x="1965" y="295"/>
                  </a:lnTo>
                  <a:lnTo>
                    <a:pt x="1971" y="287"/>
                  </a:lnTo>
                  <a:lnTo>
                    <a:pt x="1982" y="282"/>
                  </a:lnTo>
                  <a:lnTo>
                    <a:pt x="1996" y="277"/>
                  </a:lnTo>
                  <a:lnTo>
                    <a:pt x="2006" y="272"/>
                  </a:lnTo>
                  <a:lnTo>
                    <a:pt x="2014" y="265"/>
                  </a:lnTo>
                  <a:lnTo>
                    <a:pt x="2019" y="257"/>
                  </a:lnTo>
                  <a:lnTo>
                    <a:pt x="2023" y="249"/>
                  </a:lnTo>
                  <a:lnTo>
                    <a:pt x="2024" y="241"/>
                  </a:lnTo>
                  <a:lnTo>
                    <a:pt x="2023" y="231"/>
                  </a:lnTo>
                  <a:lnTo>
                    <a:pt x="2021" y="221"/>
                  </a:lnTo>
                  <a:lnTo>
                    <a:pt x="2018" y="209"/>
                  </a:lnTo>
                  <a:lnTo>
                    <a:pt x="2015" y="197"/>
                  </a:lnTo>
                  <a:lnTo>
                    <a:pt x="2012" y="185"/>
                  </a:lnTo>
                  <a:lnTo>
                    <a:pt x="2012" y="173"/>
                  </a:lnTo>
                  <a:lnTo>
                    <a:pt x="2014" y="161"/>
                  </a:lnTo>
                  <a:lnTo>
                    <a:pt x="2020" y="151"/>
                  </a:lnTo>
                  <a:lnTo>
                    <a:pt x="2031" y="142"/>
                  </a:lnTo>
                  <a:lnTo>
                    <a:pt x="2047" y="136"/>
                  </a:lnTo>
                  <a:lnTo>
                    <a:pt x="2064" y="130"/>
                  </a:lnTo>
                  <a:lnTo>
                    <a:pt x="2079" y="122"/>
                  </a:lnTo>
                  <a:lnTo>
                    <a:pt x="2093" y="113"/>
                  </a:lnTo>
                  <a:lnTo>
                    <a:pt x="2103" y="105"/>
                  </a:lnTo>
                  <a:lnTo>
                    <a:pt x="2112" y="97"/>
                  </a:lnTo>
                  <a:lnTo>
                    <a:pt x="2117" y="91"/>
                  </a:lnTo>
                  <a:lnTo>
                    <a:pt x="2121" y="87"/>
                  </a:lnTo>
                  <a:lnTo>
                    <a:pt x="2122" y="85"/>
                  </a:lnTo>
                  <a:lnTo>
                    <a:pt x="2122" y="83"/>
                  </a:lnTo>
                  <a:lnTo>
                    <a:pt x="2121" y="78"/>
                  </a:lnTo>
                  <a:lnTo>
                    <a:pt x="2120" y="70"/>
                  </a:lnTo>
                  <a:lnTo>
                    <a:pt x="2121" y="60"/>
                  </a:lnTo>
                  <a:lnTo>
                    <a:pt x="2123" y="52"/>
                  </a:lnTo>
                  <a:lnTo>
                    <a:pt x="2128" y="44"/>
                  </a:lnTo>
                  <a:lnTo>
                    <a:pt x="2138" y="39"/>
                  </a:lnTo>
                  <a:lnTo>
                    <a:pt x="2150" y="38"/>
                  </a:lnTo>
                  <a:lnTo>
                    <a:pt x="2163" y="38"/>
                  </a:lnTo>
                  <a:lnTo>
                    <a:pt x="2172" y="37"/>
                  </a:lnTo>
                  <a:lnTo>
                    <a:pt x="2179" y="35"/>
                  </a:lnTo>
                  <a:lnTo>
                    <a:pt x="2187" y="33"/>
                  </a:lnTo>
                  <a:lnTo>
                    <a:pt x="2195" y="31"/>
                  </a:lnTo>
                  <a:lnTo>
                    <a:pt x="2205" y="32"/>
                  </a:lnTo>
                  <a:lnTo>
                    <a:pt x="2220" y="33"/>
                  </a:lnTo>
                  <a:lnTo>
                    <a:pt x="2240" y="38"/>
                  </a:lnTo>
                  <a:lnTo>
                    <a:pt x="2258" y="41"/>
                  </a:lnTo>
                  <a:lnTo>
                    <a:pt x="2268" y="37"/>
                  </a:lnTo>
                  <a:lnTo>
                    <a:pt x="2273" y="31"/>
                  </a:lnTo>
                  <a:lnTo>
                    <a:pt x="2276" y="22"/>
                  </a:lnTo>
                  <a:lnTo>
                    <a:pt x="2278" y="12"/>
                  </a:lnTo>
                  <a:lnTo>
                    <a:pt x="2283" y="5"/>
                  </a:lnTo>
                  <a:lnTo>
                    <a:pt x="2293" y="1"/>
                  </a:lnTo>
                  <a:lnTo>
                    <a:pt x="2310" y="3"/>
                  </a:lnTo>
                  <a:lnTo>
                    <a:pt x="2329" y="6"/>
                  </a:lnTo>
                  <a:lnTo>
                    <a:pt x="2345" y="5"/>
                  </a:lnTo>
                  <a:lnTo>
                    <a:pt x="2357" y="3"/>
                  </a:lnTo>
                  <a:lnTo>
                    <a:pt x="2367" y="0"/>
                  </a:lnTo>
                  <a:lnTo>
                    <a:pt x="2374" y="0"/>
                  </a:lnTo>
                  <a:lnTo>
                    <a:pt x="2381" y="2"/>
                  </a:lnTo>
                  <a:lnTo>
                    <a:pt x="2389" y="11"/>
                  </a:lnTo>
                  <a:lnTo>
                    <a:pt x="2397" y="27"/>
                  </a:lnTo>
                  <a:lnTo>
                    <a:pt x="2402" y="37"/>
                  </a:lnTo>
                  <a:lnTo>
                    <a:pt x="2407" y="49"/>
                  </a:lnTo>
                  <a:lnTo>
                    <a:pt x="2413" y="61"/>
                  </a:lnTo>
                  <a:lnTo>
                    <a:pt x="2420" y="75"/>
                  </a:lnTo>
                  <a:lnTo>
                    <a:pt x="2428" y="88"/>
                  </a:lnTo>
                  <a:lnTo>
                    <a:pt x="2437" y="101"/>
                  </a:lnTo>
                  <a:lnTo>
                    <a:pt x="2445" y="114"/>
                  </a:lnTo>
                  <a:lnTo>
                    <a:pt x="2453" y="128"/>
                  </a:lnTo>
                  <a:lnTo>
                    <a:pt x="2461" y="141"/>
                  </a:lnTo>
                  <a:lnTo>
                    <a:pt x="2469" y="153"/>
                  </a:lnTo>
                  <a:lnTo>
                    <a:pt x="2477" y="164"/>
                  </a:lnTo>
                  <a:lnTo>
                    <a:pt x="2486" y="174"/>
                  </a:lnTo>
                  <a:lnTo>
                    <a:pt x="2493" y="183"/>
                  </a:lnTo>
                  <a:lnTo>
                    <a:pt x="2500" y="190"/>
                  </a:lnTo>
                  <a:lnTo>
                    <a:pt x="2506" y="195"/>
                  </a:lnTo>
                  <a:lnTo>
                    <a:pt x="2511" y="198"/>
                  </a:lnTo>
                  <a:lnTo>
                    <a:pt x="2522" y="204"/>
                  </a:lnTo>
                  <a:lnTo>
                    <a:pt x="2538" y="214"/>
                  </a:lnTo>
                  <a:lnTo>
                    <a:pt x="2555" y="227"/>
                  </a:lnTo>
                  <a:lnTo>
                    <a:pt x="2573" y="242"/>
                  </a:lnTo>
                  <a:lnTo>
                    <a:pt x="2591" y="258"/>
                  </a:lnTo>
                  <a:lnTo>
                    <a:pt x="2608" y="275"/>
                  </a:lnTo>
                  <a:lnTo>
                    <a:pt x="2623" y="292"/>
                  </a:lnTo>
                  <a:lnTo>
                    <a:pt x="2634" y="307"/>
                  </a:lnTo>
                  <a:lnTo>
                    <a:pt x="2640" y="314"/>
                  </a:lnTo>
                  <a:lnTo>
                    <a:pt x="2647" y="321"/>
                  </a:lnTo>
                  <a:lnTo>
                    <a:pt x="2654" y="326"/>
                  </a:lnTo>
                  <a:lnTo>
                    <a:pt x="2662" y="330"/>
                  </a:lnTo>
                  <a:lnTo>
                    <a:pt x="2671" y="333"/>
                  </a:lnTo>
                  <a:lnTo>
                    <a:pt x="2681" y="336"/>
                  </a:lnTo>
                  <a:lnTo>
                    <a:pt x="2692" y="338"/>
                  </a:lnTo>
                  <a:lnTo>
                    <a:pt x="2704" y="339"/>
                  </a:lnTo>
                  <a:lnTo>
                    <a:pt x="2715" y="341"/>
                  </a:lnTo>
                  <a:lnTo>
                    <a:pt x="2727" y="342"/>
                  </a:lnTo>
                  <a:lnTo>
                    <a:pt x="2740" y="342"/>
                  </a:lnTo>
                  <a:lnTo>
                    <a:pt x="2752" y="343"/>
                  </a:lnTo>
                  <a:lnTo>
                    <a:pt x="2765" y="343"/>
                  </a:lnTo>
                  <a:lnTo>
                    <a:pt x="2777" y="343"/>
                  </a:lnTo>
                  <a:lnTo>
                    <a:pt x="2791" y="344"/>
                  </a:lnTo>
                  <a:lnTo>
                    <a:pt x="2803" y="344"/>
                  </a:lnTo>
                  <a:lnTo>
                    <a:pt x="2825" y="344"/>
                  </a:lnTo>
                  <a:lnTo>
                    <a:pt x="2843" y="342"/>
                  </a:lnTo>
                  <a:lnTo>
                    <a:pt x="2858" y="340"/>
                  </a:lnTo>
                  <a:lnTo>
                    <a:pt x="2870" y="338"/>
                  </a:lnTo>
                  <a:lnTo>
                    <a:pt x="2881" y="338"/>
                  </a:lnTo>
                  <a:lnTo>
                    <a:pt x="2892" y="340"/>
                  </a:lnTo>
                  <a:lnTo>
                    <a:pt x="2904" y="345"/>
                  </a:lnTo>
                  <a:lnTo>
                    <a:pt x="2917" y="355"/>
                  </a:lnTo>
                  <a:lnTo>
                    <a:pt x="2924" y="360"/>
                  </a:lnTo>
                  <a:lnTo>
                    <a:pt x="2933" y="364"/>
                  </a:lnTo>
                  <a:lnTo>
                    <a:pt x="2943" y="367"/>
                  </a:lnTo>
                  <a:lnTo>
                    <a:pt x="2954" y="369"/>
                  </a:lnTo>
                  <a:lnTo>
                    <a:pt x="2965" y="369"/>
                  </a:lnTo>
                  <a:lnTo>
                    <a:pt x="2976" y="369"/>
                  </a:lnTo>
                  <a:lnTo>
                    <a:pt x="2989" y="369"/>
                  </a:lnTo>
                  <a:lnTo>
                    <a:pt x="3001" y="368"/>
                  </a:lnTo>
                  <a:close/>
                </a:path>
              </a:pathLst>
            </a:custGeom>
            <a:solidFill>
              <a:srgbClr val="ff99ff"/>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32" name=""/>
            <p:cNvSpPr/>
            <p:nvPr/>
          </p:nvSpPr>
          <p:spPr>
            <a:xfrm>
              <a:off x="269640" y="2632320"/>
              <a:ext cx="542880" cy="411840"/>
            </a:xfrm>
            <a:custGeom>
              <a:avLst/>
              <a:gdLst/>
              <a:ahLst/>
              <a:rect l="l" t="t" r="r" b="b"/>
              <a:pathLst>
                <a:path w="3021" h="2545">
                  <a:moveTo>
                    <a:pt x="3001" y="368"/>
                  </a:moveTo>
                  <a:lnTo>
                    <a:pt x="3007" y="388"/>
                  </a:lnTo>
                  <a:lnTo>
                    <a:pt x="3007" y="388"/>
                  </a:lnTo>
                  <a:lnTo>
                    <a:pt x="3009" y="391"/>
                  </a:lnTo>
                  <a:lnTo>
                    <a:pt x="3012" y="400"/>
                  </a:lnTo>
                  <a:lnTo>
                    <a:pt x="3017" y="413"/>
                  </a:lnTo>
                  <a:lnTo>
                    <a:pt x="3020" y="430"/>
                  </a:lnTo>
                  <a:lnTo>
                    <a:pt x="3021" y="446"/>
                  </a:lnTo>
                  <a:lnTo>
                    <a:pt x="3017" y="462"/>
                  </a:lnTo>
                  <a:lnTo>
                    <a:pt x="3008" y="477"/>
                  </a:lnTo>
                  <a:lnTo>
                    <a:pt x="2991" y="488"/>
                  </a:lnTo>
                  <a:lnTo>
                    <a:pt x="2991" y="488"/>
                  </a:lnTo>
                  <a:lnTo>
                    <a:pt x="2979" y="492"/>
                  </a:lnTo>
                  <a:lnTo>
                    <a:pt x="2968" y="496"/>
                  </a:lnTo>
                  <a:lnTo>
                    <a:pt x="2956" y="500"/>
                  </a:lnTo>
                  <a:lnTo>
                    <a:pt x="2944" y="503"/>
                  </a:lnTo>
                  <a:lnTo>
                    <a:pt x="2931" y="507"/>
                  </a:lnTo>
                  <a:lnTo>
                    <a:pt x="2918" y="510"/>
                  </a:lnTo>
                  <a:lnTo>
                    <a:pt x="2905" y="513"/>
                  </a:lnTo>
                  <a:lnTo>
                    <a:pt x="2892" y="516"/>
                  </a:lnTo>
                  <a:lnTo>
                    <a:pt x="2878" y="518"/>
                  </a:lnTo>
                  <a:lnTo>
                    <a:pt x="2866" y="522"/>
                  </a:lnTo>
                  <a:lnTo>
                    <a:pt x="2854" y="524"/>
                  </a:lnTo>
                  <a:lnTo>
                    <a:pt x="2843" y="525"/>
                  </a:lnTo>
                  <a:lnTo>
                    <a:pt x="2831" y="526"/>
                  </a:lnTo>
                  <a:lnTo>
                    <a:pt x="2822" y="527"/>
                  </a:lnTo>
                  <a:lnTo>
                    <a:pt x="2813" y="527"/>
                  </a:lnTo>
                  <a:lnTo>
                    <a:pt x="2805" y="527"/>
                  </a:lnTo>
                  <a:lnTo>
                    <a:pt x="2805" y="527"/>
                  </a:lnTo>
                  <a:lnTo>
                    <a:pt x="2797" y="528"/>
                  </a:lnTo>
                  <a:lnTo>
                    <a:pt x="2789" y="531"/>
                  </a:lnTo>
                  <a:lnTo>
                    <a:pt x="2779" y="537"/>
                  </a:lnTo>
                  <a:lnTo>
                    <a:pt x="2769" y="545"/>
                  </a:lnTo>
                  <a:lnTo>
                    <a:pt x="2758" y="555"/>
                  </a:lnTo>
                  <a:lnTo>
                    <a:pt x="2747" y="566"/>
                  </a:lnTo>
                  <a:lnTo>
                    <a:pt x="2736" y="579"/>
                  </a:lnTo>
                  <a:lnTo>
                    <a:pt x="2723" y="592"/>
                  </a:lnTo>
                  <a:lnTo>
                    <a:pt x="2711" y="606"/>
                  </a:lnTo>
                  <a:lnTo>
                    <a:pt x="2700" y="621"/>
                  </a:lnTo>
                  <a:lnTo>
                    <a:pt x="2688" y="636"/>
                  </a:lnTo>
                  <a:lnTo>
                    <a:pt x="2676" y="650"/>
                  </a:lnTo>
                  <a:lnTo>
                    <a:pt x="2665" y="663"/>
                  </a:lnTo>
                  <a:lnTo>
                    <a:pt x="2655" y="677"/>
                  </a:lnTo>
                  <a:lnTo>
                    <a:pt x="2645" y="688"/>
                  </a:lnTo>
                  <a:lnTo>
                    <a:pt x="2636" y="698"/>
                  </a:lnTo>
                  <a:lnTo>
                    <a:pt x="2636" y="698"/>
                  </a:lnTo>
                  <a:lnTo>
                    <a:pt x="2625" y="707"/>
                  </a:lnTo>
                  <a:lnTo>
                    <a:pt x="2614" y="718"/>
                  </a:lnTo>
                  <a:lnTo>
                    <a:pt x="2601" y="730"/>
                  </a:lnTo>
                  <a:lnTo>
                    <a:pt x="2587" y="742"/>
                  </a:lnTo>
                  <a:lnTo>
                    <a:pt x="2571" y="754"/>
                  </a:lnTo>
                  <a:lnTo>
                    <a:pt x="2557" y="766"/>
                  </a:lnTo>
                  <a:lnTo>
                    <a:pt x="2542" y="779"/>
                  </a:lnTo>
                  <a:lnTo>
                    <a:pt x="2526" y="791"/>
                  </a:lnTo>
                  <a:lnTo>
                    <a:pt x="2512" y="803"/>
                  </a:lnTo>
                  <a:lnTo>
                    <a:pt x="2499" y="813"/>
                  </a:lnTo>
                  <a:lnTo>
                    <a:pt x="2487" y="824"/>
                  </a:lnTo>
                  <a:lnTo>
                    <a:pt x="2475" y="832"/>
                  </a:lnTo>
                  <a:lnTo>
                    <a:pt x="2466" y="839"/>
                  </a:lnTo>
                  <a:lnTo>
                    <a:pt x="2460" y="845"/>
                  </a:lnTo>
                  <a:lnTo>
                    <a:pt x="2455" y="848"/>
                  </a:lnTo>
                  <a:lnTo>
                    <a:pt x="2454" y="849"/>
                  </a:lnTo>
                  <a:lnTo>
                    <a:pt x="2454" y="849"/>
                  </a:lnTo>
                  <a:lnTo>
                    <a:pt x="2450" y="851"/>
                  </a:lnTo>
                  <a:lnTo>
                    <a:pt x="2440" y="856"/>
                  </a:lnTo>
                  <a:lnTo>
                    <a:pt x="2424" y="864"/>
                  </a:lnTo>
                  <a:lnTo>
                    <a:pt x="2407" y="875"/>
                  </a:lnTo>
                  <a:lnTo>
                    <a:pt x="2390" y="887"/>
                  </a:lnTo>
                  <a:lnTo>
                    <a:pt x="2374" y="899"/>
                  </a:lnTo>
                  <a:lnTo>
                    <a:pt x="2364" y="912"/>
                  </a:lnTo>
                  <a:lnTo>
                    <a:pt x="2360" y="925"/>
                  </a:lnTo>
                  <a:lnTo>
                    <a:pt x="2360" y="925"/>
                  </a:lnTo>
                  <a:lnTo>
                    <a:pt x="2360" y="938"/>
                  </a:lnTo>
                  <a:lnTo>
                    <a:pt x="2360" y="950"/>
                  </a:lnTo>
                  <a:lnTo>
                    <a:pt x="2359" y="963"/>
                  </a:lnTo>
                  <a:lnTo>
                    <a:pt x="2358" y="977"/>
                  </a:lnTo>
                  <a:lnTo>
                    <a:pt x="2356" y="989"/>
                  </a:lnTo>
                  <a:lnTo>
                    <a:pt x="2352" y="1002"/>
                  </a:lnTo>
                  <a:lnTo>
                    <a:pt x="2348" y="1014"/>
                  </a:lnTo>
                  <a:lnTo>
                    <a:pt x="2342" y="1027"/>
                  </a:lnTo>
                  <a:lnTo>
                    <a:pt x="2342" y="1027"/>
                  </a:lnTo>
                  <a:lnTo>
                    <a:pt x="2334" y="1039"/>
                  </a:lnTo>
                  <a:lnTo>
                    <a:pt x="2329" y="1051"/>
                  </a:lnTo>
                  <a:lnTo>
                    <a:pt x="2326" y="1063"/>
                  </a:lnTo>
                  <a:lnTo>
                    <a:pt x="2324" y="1077"/>
                  </a:lnTo>
                  <a:lnTo>
                    <a:pt x="2323" y="1090"/>
                  </a:lnTo>
                  <a:lnTo>
                    <a:pt x="2323" y="1103"/>
                  </a:lnTo>
                  <a:lnTo>
                    <a:pt x="2324" y="1117"/>
                  </a:lnTo>
                  <a:lnTo>
                    <a:pt x="2327" y="1131"/>
                  </a:lnTo>
                  <a:lnTo>
                    <a:pt x="2327" y="1131"/>
                  </a:lnTo>
                  <a:lnTo>
                    <a:pt x="2331" y="1144"/>
                  </a:lnTo>
                  <a:lnTo>
                    <a:pt x="2338" y="1158"/>
                  </a:lnTo>
                  <a:lnTo>
                    <a:pt x="2344" y="1172"/>
                  </a:lnTo>
                  <a:lnTo>
                    <a:pt x="2350" y="1188"/>
                  </a:lnTo>
                  <a:lnTo>
                    <a:pt x="2354" y="1205"/>
                  </a:lnTo>
                  <a:lnTo>
                    <a:pt x="2354" y="1223"/>
                  </a:lnTo>
                  <a:lnTo>
                    <a:pt x="2351" y="1244"/>
                  </a:lnTo>
                  <a:lnTo>
                    <a:pt x="2342" y="1267"/>
                  </a:lnTo>
                  <a:lnTo>
                    <a:pt x="2342" y="1267"/>
                  </a:lnTo>
                  <a:lnTo>
                    <a:pt x="2331" y="1289"/>
                  </a:lnTo>
                  <a:lnTo>
                    <a:pt x="2327" y="1306"/>
                  </a:lnTo>
                  <a:lnTo>
                    <a:pt x="2327" y="1320"/>
                  </a:lnTo>
                  <a:lnTo>
                    <a:pt x="2331" y="1330"/>
                  </a:lnTo>
                  <a:lnTo>
                    <a:pt x="2337" y="1338"/>
                  </a:lnTo>
                  <a:lnTo>
                    <a:pt x="2344" y="1344"/>
                  </a:lnTo>
                  <a:lnTo>
                    <a:pt x="2351" y="1349"/>
                  </a:lnTo>
                  <a:lnTo>
                    <a:pt x="2356" y="1353"/>
                  </a:lnTo>
                  <a:lnTo>
                    <a:pt x="2356" y="1353"/>
                  </a:lnTo>
                  <a:lnTo>
                    <a:pt x="2362" y="1357"/>
                  </a:lnTo>
                  <a:lnTo>
                    <a:pt x="2372" y="1360"/>
                  </a:lnTo>
                  <a:lnTo>
                    <a:pt x="2384" y="1365"/>
                  </a:lnTo>
                  <a:lnTo>
                    <a:pt x="2397" y="1371"/>
                  </a:lnTo>
                  <a:lnTo>
                    <a:pt x="2407" y="1380"/>
                  </a:lnTo>
                  <a:lnTo>
                    <a:pt x="2414" y="1391"/>
                  </a:lnTo>
                  <a:lnTo>
                    <a:pt x="2416" y="1405"/>
                  </a:lnTo>
                  <a:lnTo>
                    <a:pt x="2411" y="1424"/>
                  </a:lnTo>
                  <a:lnTo>
                    <a:pt x="2411" y="1424"/>
                  </a:lnTo>
                  <a:lnTo>
                    <a:pt x="2401" y="1446"/>
                  </a:lnTo>
                  <a:lnTo>
                    <a:pt x="2390" y="1468"/>
                  </a:lnTo>
                  <a:lnTo>
                    <a:pt x="2378" y="1490"/>
                  </a:lnTo>
                  <a:lnTo>
                    <a:pt x="2368" y="1509"/>
                  </a:lnTo>
                  <a:lnTo>
                    <a:pt x="2360" y="1528"/>
                  </a:lnTo>
                  <a:lnTo>
                    <a:pt x="2357" y="1544"/>
                  </a:lnTo>
                  <a:lnTo>
                    <a:pt x="2358" y="1556"/>
                  </a:lnTo>
                  <a:lnTo>
                    <a:pt x="2366" y="1565"/>
                  </a:lnTo>
                  <a:lnTo>
                    <a:pt x="2366" y="1565"/>
                  </a:lnTo>
                  <a:lnTo>
                    <a:pt x="2375" y="1572"/>
                  </a:lnTo>
                  <a:lnTo>
                    <a:pt x="2382" y="1578"/>
                  </a:lnTo>
                  <a:lnTo>
                    <a:pt x="2387" y="1582"/>
                  </a:lnTo>
                  <a:lnTo>
                    <a:pt x="2388" y="1584"/>
                  </a:lnTo>
                  <a:lnTo>
                    <a:pt x="2389" y="1586"/>
                  </a:lnTo>
                  <a:lnTo>
                    <a:pt x="2388" y="1587"/>
                  </a:lnTo>
                  <a:lnTo>
                    <a:pt x="2387" y="1588"/>
                  </a:lnTo>
                  <a:lnTo>
                    <a:pt x="2387" y="1588"/>
                  </a:lnTo>
                  <a:lnTo>
                    <a:pt x="2387" y="1588"/>
                  </a:lnTo>
                  <a:lnTo>
                    <a:pt x="2382" y="1590"/>
                  </a:lnTo>
                  <a:lnTo>
                    <a:pt x="2372" y="1597"/>
                  </a:lnTo>
                  <a:lnTo>
                    <a:pt x="2358" y="1607"/>
                  </a:lnTo>
                  <a:lnTo>
                    <a:pt x="2342" y="1618"/>
                  </a:lnTo>
                  <a:lnTo>
                    <a:pt x="2325" y="1631"/>
                  </a:lnTo>
                  <a:lnTo>
                    <a:pt x="2310" y="1643"/>
                  </a:lnTo>
                  <a:lnTo>
                    <a:pt x="2299" y="1653"/>
                  </a:lnTo>
                  <a:lnTo>
                    <a:pt x="2293" y="1661"/>
                  </a:lnTo>
                  <a:lnTo>
                    <a:pt x="2293" y="1661"/>
                  </a:lnTo>
                  <a:lnTo>
                    <a:pt x="2290" y="1669"/>
                  </a:lnTo>
                  <a:lnTo>
                    <a:pt x="2284" y="1681"/>
                  </a:lnTo>
                  <a:lnTo>
                    <a:pt x="2276" y="1696"/>
                  </a:lnTo>
                  <a:lnTo>
                    <a:pt x="2268" y="1713"/>
                  </a:lnTo>
                  <a:lnTo>
                    <a:pt x="2259" y="1734"/>
                  </a:lnTo>
                  <a:lnTo>
                    <a:pt x="2250" y="1756"/>
                  </a:lnTo>
                  <a:lnTo>
                    <a:pt x="2242" y="1780"/>
                  </a:lnTo>
                  <a:lnTo>
                    <a:pt x="2235" y="1804"/>
                  </a:lnTo>
                  <a:lnTo>
                    <a:pt x="2235" y="1804"/>
                  </a:lnTo>
                  <a:lnTo>
                    <a:pt x="2229" y="1827"/>
                  </a:lnTo>
                  <a:lnTo>
                    <a:pt x="2220" y="1846"/>
                  </a:lnTo>
                  <a:lnTo>
                    <a:pt x="2209" y="1861"/>
                  </a:lnTo>
                  <a:lnTo>
                    <a:pt x="2196" y="1873"/>
                  </a:lnTo>
                  <a:lnTo>
                    <a:pt x="2181" y="1883"/>
                  </a:lnTo>
                  <a:lnTo>
                    <a:pt x="2165" y="1891"/>
                  </a:lnTo>
                  <a:lnTo>
                    <a:pt x="2147" y="1898"/>
                  </a:lnTo>
                  <a:lnTo>
                    <a:pt x="2127" y="1904"/>
                  </a:lnTo>
                  <a:lnTo>
                    <a:pt x="2127" y="1904"/>
                  </a:lnTo>
                  <a:lnTo>
                    <a:pt x="2117" y="1907"/>
                  </a:lnTo>
                  <a:lnTo>
                    <a:pt x="2107" y="1909"/>
                  </a:lnTo>
                  <a:lnTo>
                    <a:pt x="2097" y="1910"/>
                  </a:lnTo>
                  <a:lnTo>
                    <a:pt x="2085" y="1912"/>
                  </a:lnTo>
                  <a:lnTo>
                    <a:pt x="2075" y="1914"/>
                  </a:lnTo>
                  <a:lnTo>
                    <a:pt x="2064" y="1915"/>
                  </a:lnTo>
                  <a:lnTo>
                    <a:pt x="2053" y="1917"/>
                  </a:lnTo>
                  <a:lnTo>
                    <a:pt x="2043" y="1920"/>
                  </a:lnTo>
                  <a:lnTo>
                    <a:pt x="2031" y="1923"/>
                  </a:lnTo>
                  <a:lnTo>
                    <a:pt x="2020" y="1928"/>
                  </a:lnTo>
                  <a:lnTo>
                    <a:pt x="2010" y="1934"/>
                  </a:lnTo>
                  <a:lnTo>
                    <a:pt x="2000" y="1941"/>
                  </a:lnTo>
                  <a:lnTo>
                    <a:pt x="1990" y="1949"/>
                  </a:lnTo>
                  <a:lnTo>
                    <a:pt x="1979" y="1959"/>
                  </a:lnTo>
                  <a:lnTo>
                    <a:pt x="1969" y="1971"/>
                  </a:lnTo>
                  <a:lnTo>
                    <a:pt x="1960" y="1986"/>
                  </a:lnTo>
                  <a:lnTo>
                    <a:pt x="1960" y="1986"/>
                  </a:lnTo>
                  <a:lnTo>
                    <a:pt x="1943" y="2010"/>
                  </a:lnTo>
                  <a:lnTo>
                    <a:pt x="1927" y="2026"/>
                  </a:lnTo>
                  <a:lnTo>
                    <a:pt x="1912" y="2035"/>
                  </a:lnTo>
                  <a:lnTo>
                    <a:pt x="1898" y="2038"/>
                  </a:lnTo>
                  <a:lnTo>
                    <a:pt x="1882" y="2040"/>
                  </a:lnTo>
                  <a:lnTo>
                    <a:pt x="1867" y="2041"/>
                  </a:lnTo>
                  <a:lnTo>
                    <a:pt x="1851" y="2046"/>
                  </a:lnTo>
                  <a:lnTo>
                    <a:pt x="1833" y="2055"/>
                  </a:lnTo>
                  <a:lnTo>
                    <a:pt x="1833" y="2055"/>
                  </a:lnTo>
                  <a:lnTo>
                    <a:pt x="1815" y="2070"/>
                  </a:lnTo>
                  <a:lnTo>
                    <a:pt x="1797" y="2090"/>
                  </a:lnTo>
                  <a:lnTo>
                    <a:pt x="1778" y="2110"/>
                  </a:lnTo>
                  <a:lnTo>
                    <a:pt x="1761" y="2131"/>
                  </a:lnTo>
                  <a:lnTo>
                    <a:pt x="1745" y="2151"/>
                  </a:lnTo>
                  <a:lnTo>
                    <a:pt x="1730" y="2168"/>
                  </a:lnTo>
                  <a:lnTo>
                    <a:pt x="1719" y="2183"/>
                  </a:lnTo>
                  <a:lnTo>
                    <a:pt x="1711" y="2192"/>
                  </a:lnTo>
                  <a:lnTo>
                    <a:pt x="1711" y="2192"/>
                  </a:lnTo>
                  <a:lnTo>
                    <a:pt x="1702" y="2200"/>
                  </a:lnTo>
                  <a:lnTo>
                    <a:pt x="1686" y="2211"/>
                  </a:lnTo>
                  <a:lnTo>
                    <a:pt x="1669" y="2222"/>
                  </a:lnTo>
                  <a:lnTo>
                    <a:pt x="1650" y="2235"/>
                  </a:lnTo>
                  <a:lnTo>
                    <a:pt x="1631" y="2246"/>
                  </a:lnTo>
                  <a:lnTo>
                    <a:pt x="1616" y="2255"/>
                  </a:lnTo>
                  <a:lnTo>
                    <a:pt x="1605" y="2261"/>
                  </a:lnTo>
                  <a:lnTo>
                    <a:pt x="1601" y="2263"/>
                  </a:lnTo>
                  <a:lnTo>
                    <a:pt x="1601" y="2263"/>
                  </a:lnTo>
                  <a:lnTo>
                    <a:pt x="1599" y="2262"/>
                  </a:lnTo>
                  <a:lnTo>
                    <a:pt x="1594" y="2261"/>
                  </a:lnTo>
                  <a:lnTo>
                    <a:pt x="1585" y="2258"/>
                  </a:lnTo>
                  <a:lnTo>
                    <a:pt x="1576" y="2254"/>
                  </a:lnTo>
                  <a:lnTo>
                    <a:pt x="1565" y="2249"/>
                  </a:lnTo>
                  <a:lnTo>
                    <a:pt x="1554" y="2244"/>
                  </a:lnTo>
                  <a:lnTo>
                    <a:pt x="1542" y="2237"/>
                  </a:lnTo>
                  <a:lnTo>
                    <a:pt x="1531" y="2228"/>
                  </a:lnTo>
                  <a:lnTo>
                    <a:pt x="1531" y="2228"/>
                  </a:lnTo>
                  <a:lnTo>
                    <a:pt x="1522" y="2222"/>
                  </a:lnTo>
                  <a:lnTo>
                    <a:pt x="1514" y="2220"/>
                  </a:lnTo>
                  <a:lnTo>
                    <a:pt x="1506" y="2222"/>
                  </a:lnTo>
                  <a:lnTo>
                    <a:pt x="1498" y="2227"/>
                  </a:lnTo>
                  <a:lnTo>
                    <a:pt x="1491" y="2235"/>
                  </a:lnTo>
                  <a:lnTo>
                    <a:pt x="1483" y="2243"/>
                  </a:lnTo>
                  <a:lnTo>
                    <a:pt x="1476" y="2252"/>
                  </a:lnTo>
                  <a:lnTo>
                    <a:pt x="1470" y="2261"/>
                  </a:lnTo>
                  <a:lnTo>
                    <a:pt x="1470" y="2261"/>
                  </a:lnTo>
                  <a:lnTo>
                    <a:pt x="1459" y="2271"/>
                  </a:lnTo>
                  <a:lnTo>
                    <a:pt x="1441" y="2283"/>
                  </a:lnTo>
                  <a:lnTo>
                    <a:pt x="1418" y="2295"/>
                  </a:lnTo>
                  <a:lnTo>
                    <a:pt x="1392" y="2307"/>
                  </a:lnTo>
                  <a:lnTo>
                    <a:pt x="1366" y="2319"/>
                  </a:lnTo>
                  <a:lnTo>
                    <a:pt x="1343" y="2330"/>
                  </a:lnTo>
                  <a:lnTo>
                    <a:pt x="1325" y="2342"/>
                  </a:lnTo>
                  <a:lnTo>
                    <a:pt x="1315" y="2351"/>
                  </a:lnTo>
                  <a:lnTo>
                    <a:pt x="1315" y="2351"/>
                  </a:lnTo>
                  <a:lnTo>
                    <a:pt x="1312" y="2355"/>
                  </a:lnTo>
                  <a:lnTo>
                    <a:pt x="1309" y="2360"/>
                  </a:lnTo>
                  <a:lnTo>
                    <a:pt x="1305" y="2366"/>
                  </a:lnTo>
                  <a:lnTo>
                    <a:pt x="1301" y="2372"/>
                  </a:lnTo>
                  <a:lnTo>
                    <a:pt x="1295" y="2378"/>
                  </a:lnTo>
                  <a:lnTo>
                    <a:pt x="1287" y="2385"/>
                  </a:lnTo>
                  <a:lnTo>
                    <a:pt x="1280" y="2392"/>
                  </a:lnTo>
                  <a:lnTo>
                    <a:pt x="1271" y="2398"/>
                  </a:lnTo>
                  <a:lnTo>
                    <a:pt x="1261" y="2405"/>
                  </a:lnTo>
                  <a:lnTo>
                    <a:pt x="1250" y="2411"/>
                  </a:lnTo>
                  <a:lnTo>
                    <a:pt x="1236" y="2418"/>
                  </a:lnTo>
                  <a:lnTo>
                    <a:pt x="1222" y="2423"/>
                  </a:lnTo>
                  <a:lnTo>
                    <a:pt x="1206" y="2429"/>
                  </a:lnTo>
                  <a:lnTo>
                    <a:pt x="1188" y="2435"/>
                  </a:lnTo>
                  <a:lnTo>
                    <a:pt x="1169" y="2439"/>
                  </a:lnTo>
                  <a:lnTo>
                    <a:pt x="1148" y="2443"/>
                  </a:lnTo>
                  <a:lnTo>
                    <a:pt x="1148" y="2443"/>
                  </a:lnTo>
                  <a:lnTo>
                    <a:pt x="1130" y="2446"/>
                  </a:lnTo>
                  <a:lnTo>
                    <a:pt x="1114" y="2451"/>
                  </a:lnTo>
                  <a:lnTo>
                    <a:pt x="1100" y="2456"/>
                  </a:lnTo>
                  <a:lnTo>
                    <a:pt x="1085" y="2461"/>
                  </a:lnTo>
                  <a:lnTo>
                    <a:pt x="1073" y="2467"/>
                  </a:lnTo>
                  <a:lnTo>
                    <a:pt x="1061" y="2474"/>
                  </a:lnTo>
                  <a:lnTo>
                    <a:pt x="1050" y="2481"/>
                  </a:lnTo>
                  <a:lnTo>
                    <a:pt x="1039" y="2490"/>
                  </a:lnTo>
                  <a:lnTo>
                    <a:pt x="1039" y="2490"/>
                  </a:lnTo>
                  <a:lnTo>
                    <a:pt x="1033" y="2491"/>
                  </a:lnTo>
                  <a:lnTo>
                    <a:pt x="1030" y="2491"/>
                  </a:lnTo>
                  <a:lnTo>
                    <a:pt x="1027" y="2490"/>
                  </a:lnTo>
                  <a:lnTo>
                    <a:pt x="1027" y="2487"/>
                  </a:lnTo>
                  <a:lnTo>
                    <a:pt x="1029" y="2483"/>
                  </a:lnTo>
                  <a:lnTo>
                    <a:pt x="1032" y="2475"/>
                  </a:lnTo>
                  <a:lnTo>
                    <a:pt x="1038" y="2467"/>
                  </a:lnTo>
                  <a:lnTo>
                    <a:pt x="1047" y="2457"/>
                  </a:lnTo>
                  <a:lnTo>
                    <a:pt x="1047" y="2457"/>
                  </a:lnTo>
                  <a:lnTo>
                    <a:pt x="1058" y="2444"/>
                  </a:lnTo>
                  <a:lnTo>
                    <a:pt x="1069" y="2431"/>
                  </a:lnTo>
                  <a:lnTo>
                    <a:pt x="1079" y="2422"/>
                  </a:lnTo>
                  <a:lnTo>
                    <a:pt x="1087" y="2414"/>
                  </a:lnTo>
                  <a:lnTo>
                    <a:pt x="1096" y="2408"/>
                  </a:lnTo>
                  <a:lnTo>
                    <a:pt x="1101" y="2404"/>
                  </a:lnTo>
                  <a:lnTo>
                    <a:pt x="1105" y="2402"/>
                  </a:lnTo>
                  <a:lnTo>
                    <a:pt x="1106" y="2401"/>
                  </a:lnTo>
                  <a:lnTo>
                    <a:pt x="1106" y="2401"/>
                  </a:lnTo>
                  <a:lnTo>
                    <a:pt x="1103" y="2402"/>
                  </a:lnTo>
                  <a:lnTo>
                    <a:pt x="1097" y="2405"/>
                  </a:lnTo>
                  <a:lnTo>
                    <a:pt x="1086" y="2409"/>
                  </a:lnTo>
                  <a:lnTo>
                    <a:pt x="1074" y="2415"/>
                  </a:lnTo>
                  <a:lnTo>
                    <a:pt x="1061" y="2421"/>
                  </a:lnTo>
                  <a:lnTo>
                    <a:pt x="1050" y="2428"/>
                  </a:lnTo>
                  <a:lnTo>
                    <a:pt x="1039" y="2437"/>
                  </a:lnTo>
                  <a:lnTo>
                    <a:pt x="1032" y="2444"/>
                  </a:lnTo>
                  <a:lnTo>
                    <a:pt x="1032" y="2444"/>
                  </a:lnTo>
                  <a:lnTo>
                    <a:pt x="1026" y="2451"/>
                  </a:lnTo>
                  <a:lnTo>
                    <a:pt x="1017" y="2459"/>
                  </a:lnTo>
                  <a:lnTo>
                    <a:pt x="1007" y="2466"/>
                  </a:lnTo>
                  <a:lnTo>
                    <a:pt x="996" y="2473"/>
                  </a:lnTo>
                  <a:lnTo>
                    <a:pt x="983" y="2479"/>
                  </a:lnTo>
                  <a:lnTo>
                    <a:pt x="972" y="2485"/>
                  </a:lnTo>
                  <a:lnTo>
                    <a:pt x="962" y="2488"/>
                  </a:lnTo>
                  <a:lnTo>
                    <a:pt x="954" y="2489"/>
                  </a:lnTo>
                  <a:lnTo>
                    <a:pt x="954" y="2489"/>
                  </a:lnTo>
                  <a:lnTo>
                    <a:pt x="947" y="2489"/>
                  </a:lnTo>
                  <a:lnTo>
                    <a:pt x="941" y="2490"/>
                  </a:lnTo>
                  <a:lnTo>
                    <a:pt x="934" y="2492"/>
                  </a:lnTo>
                  <a:lnTo>
                    <a:pt x="929" y="2494"/>
                  </a:lnTo>
                  <a:lnTo>
                    <a:pt x="925" y="2498"/>
                  </a:lnTo>
                  <a:lnTo>
                    <a:pt x="921" y="2502"/>
                  </a:lnTo>
                  <a:lnTo>
                    <a:pt x="918" y="2509"/>
                  </a:lnTo>
                  <a:lnTo>
                    <a:pt x="915" y="2516"/>
                  </a:lnTo>
                  <a:lnTo>
                    <a:pt x="915" y="2516"/>
                  </a:lnTo>
                  <a:lnTo>
                    <a:pt x="912" y="2524"/>
                  </a:lnTo>
                  <a:lnTo>
                    <a:pt x="908" y="2531"/>
                  </a:lnTo>
                  <a:lnTo>
                    <a:pt x="903" y="2538"/>
                  </a:lnTo>
                  <a:lnTo>
                    <a:pt x="897" y="2543"/>
                  </a:lnTo>
                  <a:lnTo>
                    <a:pt x="888" y="2545"/>
                  </a:lnTo>
                  <a:lnTo>
                    <a:pt x="879" y="2545"/>
                  </a:lnTo>
                  <a:lnTo>
                    <a:pt x="868" y="2543"/>
                  </a:lnTo>
                  <a:lnTo>
                    <a:pt x="856" y="2537"/>
                  </a:lnTo>
                  <a:lnTo>
                    <a:pt x="856" y="2537"/>
                  </a:lnTo>
                  <a:lnTo>
                    <a:pt x="845" y="2528"/>
                  </a:lnTo>
                  <a:lnTo>
                    <a:pt x="836" y="2520"/>
                  </a:lnTo>
                  <a:lnTo>
                    <a:pt x="831" y="2511"/>
                  </a:lnTo>
                  <a:lnTo>
                    <a:pt x="828" y="2503"/>
                  </a:lnTo>
                  <a:lnTo>
                    <a:pt x="828" y="2496"/>
                  </a:lnTo>
                  <a:lnTo>
                    <a:pt x="829" y="2490"/>
                  </a:lnTo>
                  <a:lnTo>
                    <a:pt x="832" y="2485"/>
                  </a:lnTo>
                  <a:lnTo>
                    <a:pt x="836" y="2483"/>
                  </a:lnTo>
                  <a:lnTo>
                    <a:pt x="836" y="2483"/>
                  </a:lnTo>
                  <a:lnTo>
                    <a:pt x="837" y="2481"/>
                  </a:lnTo>
                  <a:lnTo>
                    <a:pt x="831" y="2480"/>
                  </a:lnTo>
                  <a:lnTo>
                    <a:pt x="822" y="2479"/>
                  </a:lnTo>
                  <a:lnTo>
                    <a:pt x="810" y="2480"/>
                  </a:lnTo>
                  <a:lnTo>
                    <a:pt x="796" y="2481"/>
                  </a:lnTo>
                  <a:lnTo>
                    <a:pt x="783" y="2485"/>
                  </a:lnTo>
                  <a:lnTo>
                    <a:pt x="773" y="2490"/>
                  </a:lnTo>
                  <a:lnTo>
                    <a:pt x="767" y="2497"/>
                  </a:lnTo>
                  <a:lnTo>
                    <a:pt x="767" y="2497"/>
                  </a:lnTo>
                  <a:lnTo>
                    <a:pt x="764" y="2503"/>
                  </a:lnTo>
                  <a:lnTo>
                    <a:pt x="761" y="2505"/>
                  </a:lnTo>
                  <a:lnTo>
                    <a:pt x="758" y="2505"/>
                  </a:lnTo>
                  <a:lnTo>
                    <a:pt x="755" y="2502"/>
                  </a:lnTo>
                  <a:lnTo>
                    <a:pt x="751" y="2499"/>
                  </a:lnTo>
                  <a:lnTo>
                    <a:pt x="746" y="2495"/>
                  </a:lnTo>
                  <a:lnTo>
                    <a:pt x="740" y="2491"/>
                  </a:lnTo>
                  <a:lnTo>
                    <a:pt x="733" y="2489"/>
                  </a:lnTo>
                  <a:lnTo>
                    <a:pt x="733" y="2489"/>
                  </a:lnTo>
                  <a:lnTo>
                    <a:pt x="724" y="2485"/>
                  </a:lnTo>
                  <a:lnTo>
                    <a:pt x="711" y="2475"/>
                  </a:lnTo>
                  <a:lnTo>
                    <a:pt x="696" y="2464"/>
                  </a:lnTo>
                  <a:lnTo>
                    <a:pt x="679" y="2452"/>
                  </a:lnTo>
                  <a:lnTo>
                    <a:pt x="663" y="2441"/>
                  </a:lnTo>
                  <a:lnTo>
                    <a:pt x="648" y="2431"/>
                  </a:lnTo>
                  <a:lnTo>
                    <a:pt x="634" y="2427"/>
                  </a:lnTo>
                  <a:lnTo>
                    <a:pt x="624" y="2429"/>
                  </a:lnTo>
                  <a:lnTo>
                    <a:pt x="624" y="2429"/>
                  </a:lnTo>
                  <a:lnTo>
                    <a:pt x="615" y="2435"/>
                  </a:lnTo>
                  <a:lnTo>
                    <a:pt x="606" y="2437"/>
                  </a:lnTo>
                  <a:lnTo>
                    <a:pt x="596" y="2438"/>
                  </a:lnTo>
                  <a:lnTo>
                    <a:pt x="585" y="2436"/>
                  </a:lnTo>
                  <a:lnTo>
                    <a:pt x="576" y="2433"/>
                  </a:lnTo>
                  <a:lnTo>
                    <a:pt x="568" y="2427"/>
                  </a:lnTo>
                  <a:lnTo>
                    <a:pt x="562" y="2420"/>
                  </a:lnTo>
                  <a:lnTo>
                    <a:pt x="557" y="2412"/>
                  </a:lnTo>
                  <a:lnTo>
                    <a:pt x="557" y="2412"/>
                  </a:lnTo>
                  <a:lnTo>
                    <a:pt x="552" y="2401"/>
                  </a:lnTo>
                  <a:lnTo>
                    <a:pt x="543" y="2387"/>
                  </a:lnTo>
                  <a:lnTo>
                    <a:pt x="530" y="2372"/>
                  </a:lnTo>
                  <a:lnTo>
                    <a:pt x="518" y="2357"/>
                  </a:lnTo>
                  <a:lnTo>
                    <a:pt x="504" y="2345"/>
                  </a:lnTo>
                  <a:lnTo>
                    <a:pt x="490" y="2335"/>
                  </a:lnTo>
                  <a:lnTo>
                    <a:pt x="479" y="2330"/>
                  </a:lnTo>
                  <a:lnTo>
                    <a:pt x="470" y="2334"/>
                  </a:lnTo>
                  <a:lnTo>
                    <a:pt x="470" y="2334"/>
                  </a:lnTo>
                  <a:lnTo>
                    <a:pt x="462" y="2339"/>
                  </a:lnTo>
                  <a:lnTo>
                    <a:pt x="453" y="2340"/>
                  </a:lnTo>
                  <a:lnTo>
                    <a:pt x="443" y="2339"/>
                  </a:lnTo>
                  <a:lnTo>
                    <a:pt x="433" y="2336"/>
                  </a:lnTo>
                  <a:lnTo>
                    <a:pt x="424" y="2330"/>
                  </a:lnTo>
                  <a:lnTo>
                    <a:pt x="417" y="2324"/>
                  </a:lnTo>
                  <a:lnTo>
                    <a:pt x="413" y="2316"/>
                  </a:lnTo>
                  <a:lnTo>
                    <a:pt x="411" y="2308"/>
                  </a:lnTo>
                  <a:lnTo>
                    <a:pt x="411" y="2308"/>
                  </a:lnTo>
                  <a:lnTo>
                    <a:pt x="409" y="2303"/>
                  </a:lnTo>
                  <a:lnTo>
                    <a:pt x="404" y="2304"/>
                  </a:lnTo>
                  <a:lnTo>
                    <a:pt x="397" y="2310"/>
                  </a:lnTo>
                  <a:lnTo>
                    <a:pt x="389" y="2320"/>
                  </a:lnTo>
                  <a:lnTo>
                    <a:pt x="381" y="2333"/>
                  </a:lnTo>
                  <a:lnTo>
                    <a:pt x="376" y="2346"/>
                  </a:lnTo>
                  <a:lnTo>
                    <a:pt x="373" y="2358"/>
                  </a:lnTo>
                  <a:lnTo>
                    <a:pt x="374" y="2370"/>
                  </a:lnTo>
                  <a:lnTo>
                    <a:pt x="374" y="2370"/>
                  </a:lnTo>
                  <a:lnTo>
                    <a:pt x="376" y="2379"/>
                  </a:lnTo>
                  <a:lnTo>
                    <a:pt x="376" y="2386"/>
                  </a:lnTo>
                  <a:lnTo>
                    <a:pt x="373" y="2390"/>
                  </a:lnTo>
                  <a:lnTo>
                    <a:pt x="369" y="2392"/>
                  </a:lnTo>
                  <a:lnTo>
                    <a:pt x="363" y="2393"/>
                  </a:lnTo>
                  <a:lnTo>
                    <a:pt x="356" y="2393"/>
                  </a:lnTo>
                  <a:lnTo>
                    <a:pt x="348" y="2393"/>
                  </a:lnTo>
                  <a:lnTo>
                    <a:pt x="338" y="2393"/>
                  </a:lnTo>
                  <a:lnTo>
                    <a:pt x="338" y="2393"/>
                  </a:lnTo>
                  <a:lnTo>
                    <a:pt x="330" y="2395"/>
                  </a:lnTo>
                  <a:lnTo>
                    <a:pt x="325" y="2399"/>
                  </a:lnTo>
                  <a:lnTo>
                    <a:pt x="322" y="2405"/>
                  </a:lnTo>
                  <a:lnTo>
                    <a:pt x="319" y="2412"/>
                  </a:lnTo>
                  <a:lnTo>
                    <a:pt x="316" y="2419"/>
                  </a:lnTo>
                  <a:lnTo>
                    <a:pt x="311" y="2425"/>
                  </a:lnTo>
                  <a:lnTo>
                    <a:pt x="304" y="2428"/>
                  </a:lnTo>
                  <a:lnTo>
                    <a:pt x="294" y="2429"/>
                  </a:lnTo>
                  <a:lnTo>
                    <a:pt x="294" y="2429"/>
                  </a:lnTo>
                  <a:lnTo>
                    <a:pt x="286" y="2430"/>
                  </a:lnTo>
                  <a:lnTo>
                    <a:pt x="282" y="2435"/>
                  </a:lnTo>
                  <a:lnTo>
                    <a:pt x="278" y="2439"/>
                  </a:lnTo>
                  <a:lnTo>
                    <a:pt x="276" y="2442"/>
                  </a:lnTo>
                  <a:lnTo>
                    <a:pt x="274" y="2442"/>
                  </a:lnTo>
                  <a:lnTo>
                    <a:pt x="272" y="2438"/>
                  </a:lnTo>
                  <a:lnTo>
                    <a:pt x="270" y="2426"/>
                  </a:lnTo>
                  <a:lnTo>
                    <a:pt x="268" y="2407"/>
                  </a:lnTo>
                  <a:lnTo>
                    <a:pt x="268" y="2407"/>
                  </a:lnTo>
                  <a:lnTo>
                    <a:pt x="267" y="2397"/>
                  </a:lnTo>
                  <a:lnTo>
                    <a:pt x="267" y="2385"/>
                  </a:lnTo>
                  <a:lnTo>
                    <a:pt x="267" y="2373"/>
                  </a:lnTo>
                  <a:lnTo>
                    <a:pt x="267" y="2361"/>
                  </a:lnTo>
                  <a:lnTo>
                    <a:pt x="266" y="2350"/>
                  </a:lnTo>
                  <a:lnTo>
                    <a:pt x="263" y="2341"/>
                  </a:lnTo>
                  <a:lnTo>
                    <a:pt x="259" y="2335"/>
                  </a:lnTo>
                  <a:lnTo>
                    <a:pt x="252" y="2330"/>
                  </a:lnTo>
                  <a:lnTo>
                    <a:pt x="252" y="2330"/>
                  </a:lnTo>
                  <a:lnTo>
                    <a:pt x="237" y="2324"/>
                  </a:lnTo>
                  <a:lnTo>
                    <a:pt x="229" y="2316"/>
                  </a:lnTo>
                  <a:lnTo>
                    <a:pt x="224" y="2309"/>
                  </a:lnTo>
                  <a:lnTo>
                    <a:pt x="223" y="2306"/>
                  </a:lnTo>
                  <a:lnTo>
                    <a:pt x="243" y="2284"/>
                  </a:lnTo>
                  <a:lnTo>
                    <a:pt x="223" y="2239"/>
                  </a:lnTo>
                  <a:lnTo>
                    <a:pt x="223" y="2239"/>
                  </a:lnTo>
                  <a:lnTo>
                    <a:pt x="222" y="2238"/>
                  </a:lnTo>
                  <a:lnTo>
                    <a:pt x="220" y="2234"/>
                  </a:lnTo>
                  <a:lnTo>
                    <a:pt x="217" y="2228"/>
                  </a:lnTo>
                  <a:lnTo>
                    <a:pt x="211" y="2223"/>
                  </a:lnTo>
                  <a:lnTo>
                    <a:pt x="204" y="2218"/>
                  </a:lnTo>
                  <a:lnTo>
                    <a:pt x="195" y="2213"/>
                  </a:lnTo>
                  <a:lnTo>
                    <a:pt x="183" y="2210"/>
                  </a:lnTo>
                  <a:lnTo>
                    <a:pt x="170" y="2210"/>
                  </a:lnTo>
                  <a:lnTo>
                    <a:pt x="170" y="2210"/>
                  </a:lnTo>
                  <a:lnTo>
                    <a:pt x="158" y="2209"/>
                  </a:lnTo>
                  <a:lnTo>
                    <a:pt x="148" y="2206"/>
                  </a:lnTo>
                  <a:lnTo>
                    <a:pt x="140" y="2201"/>
                  </a:lnTo>
                  <a:lnTo>
                    <a:pt x="133" y="2196"/>
                  </a:lnTo>
                  <a:lnTo>
                    <a:pt x="126" y="2192"/>
                  </a:lnTo>
                  <a:lnTo>
                    <a:pt x="119" y="2189"/>
                  </a:lnTo>
                  <a:lnTo>
                    <a:pt x="108" y="2189"/>
                  </a:lnTo>
                  <a:lnTo>
                    <a:pt x="95" y="2193"/>
                  </a:lnTo>
                  <a:lnTo>
                    <a:pt x="95" y="2193"/>
                  </a:lnTo>
                  <a:lnTo>
                    <a:pt x="82" y="2197"/>
                  </a:lnTo>
                  <a:lnTo>
                    <a:pt x="77" y="2196"/>
                  </a:lnTo>
                  <a:lnTo>
                    <a:pt x="76" y="2191"/>
                  </a:lnTo>
                  <a:lnTo>
                    <a:pt x="78" y="2184"/>
                  </a:lnTo>
                  <a:lnTo>
                    <a:pt x="82" y="2175"/>
                  </a:lnTo>
                  <a:lnTo>
                    <a:pt x="85" y="2167"/>
                  </a:lnTo>
                  <a:lnTo>
                    <a:pt x="86" y="2159"/>
                  </a:lnTo>
                  <a:lnTo>
                    <a:pt x="83" y="2154"/>
                  </a:lnTo>
                  <a:lnTo>
                    <a:pt x="83" y="2154"/>
                  </a:lnTo>
                  <a:lnTo>
                    <a:pt x="77" y="2150"/>
                  </a:lnTo>
                  <a:lnTo>
                    <a:pt x="70" y="2147"/>
                  </a:lnTo>
                  <a:lnTo>
                    <a:pt x="62" y="2144"/>
                  </a:lnTo>
                  <a:lnTo>
                    <a:pt x="54" y="2141"/>
                  </a:lnTo>
                  <a:lnTo>
                    <a:pt x="45" y="2139"/>
                  </a:lnTo>
                  <a:lnTo>
                    <a:pt x="37" y="2138"/>
                  </a:lnTo>
                  <a:lnTo>
                    <a:pt x="30" y="2136"/>
                  </a:lnTo>
                  <a:lnTo>
                    <a:pt x="24" y="2135"/>
                  </a:lnTo>
                  <a:lnTo>
                    <a:pt x="24" y="2135"/>
                  </a:lnTo>
                  <a:lnTo>
                    <a:pt x="15" y="2129"/>
                  </a:lnTo>
                  <a:lnTo>
                    <a:pt x="7" y="2120"/>
                  </a:lnTo>
                  <a:lnTo>
                    <a:pt x="2" y="2112"/>
                  </a:lnTo>
                  <a:lnTo>
                    <a:pt x="0" y="2109"/>
                  </a:lnTo>
                  <a:lnTo>
                    <a:pt x="0" y="2109"/>
                  </a:lnTo>
                  <a:lnTo>
                    <a:pt x="1" y="2108"/>
                  </a:lnTo>
                  <a:lnTo>
                    <a:pt x="3" y="2106"/>
                  </a:lnTo>
                  <a:lnTo>
                    <a:pt x="6" y="2102"/>
                  </a:lnTo>
                  <a:lnTo>
                    <a:pt x="9" y="2098"/>
                  </a:lnTo>
                  <a:lnTo>
                    <a:pt x="12" y="2093"/>
                  </a:lnTo>
                  <a:lnTo>
                    <a:pt x="15" y="2087"/>
                  </a:lnTo>
                  <a:lnTo>
                    <a:pt x="16" y="2081"/>
                  </a:lnTo>
                  <a:lnTo>
                    <a:pt x="16" y="2075"/>
                  </a:lnTo>
                  <a:lnTo>
                    <a:pt x="16" y="2075"/>
                  </a:lnTo>
                  <a:lnTo>
                    <a:pt x="15" y="2069"/>
                  </a:lnTo>
                  <a:lnTo>
                    <a:pt x="16" y="2063"/>
                  </a:lnTo>
                  <a:lnTo>
                    <a:pt x="17" y="2057"/>
                  </a:lnTo>
                  <a:lnTo>
                    <a:pt x="19" y="2050"/>
                  </a:lnTo>
                  <a:lnTo>
                    <a:pt x="21" y="2045"/>
                  </a:lnTo>
                  <a:lnTo>
                    <a:pt x="22" y="2040"/>
                  </a:lnTo>
                  <a:lnTo>
                    <a:pt x="24" y="2037"/>
                  </a:lnTo>
                  <a:lnTo>
                    <a:pt x="24" y="2036"/>
                  </a:lnTo>
                  <a:lnTo>
                    <a:pt x="24" y="2036"/>
                  </a:lnTo>
                  <a:lnTo>
                    <a:pt x="25" y="2034"/>
                  </a:lnTo>
                  <a:lnTo>
                    <a:pt x="27" y="2029"/>
                  </a:lnTo>
                  <a:lnTo>
                    <a:pt x="29" y="2022"/>
                  </a:lnTo>
                  <a:lnTo>
                    <a:pt x="32" y="2014"/>
                  </a:lnTo>
                  <a:lnTo>
                    <a:pt x="35" y="2005"/>
                  </a:lnTo>
                  <a:lnTo>
                    <a:pt x="37" y="1995"/>
                  </a:lnTo>
                  <a:lnTo>
                    <a:pt x="38" y="1986"/>
                  </a:lnTo>
                  <a:lnTo>
                    <a:pt x="38" y="1976"/>
                  </a:lnTo>
                  <a:lnTo>
                    <a:pt x="38" y="1976"/>
                  </a:lnTo>
                  <a:lnTo>
                    <a:pt x="40" y="1968"/>
                  </a:lnTo>
                  <a:lnTo>
                    <a:pt x="47" y="1962"/>
                  </a:lnTo>
                  <a:lnTo>
                    <a:pt x="57" y="1955"/>
                  </a:lnTo>
                  <a:lnTo>
                    <a:pt x="68" y="1949"/>
                  </a:lnTo>
                  <a:lnTo>
                    <a:pt x="80" y="1942"/>
                  </a:lnTo>
                  <a:lnTo>
                    <a:pt x="90" y="1934"/>
                  </a:lnTo>
                  <a:lnTo>
                    <a:pt x="99" y="1923"/>
                  </a:lnTo>
                  <a:lnTo>
                    <a:pt x="103" y="1912"/>
                  </a:lnTo>
                  <a:lnTo>
                    <a:pt x="103" y="1912"/>
                  </a:lnTo>
                  <a:lnTo>
                    <a:pt x="103" y="1901"/>
                  </a:lnTo>
                  <a:lnTo>
                    <a:pt x="101" y="1894"/>
                  </a:lnTo>
                  <a:lnTo>
                    <a:pt x="97" y="1888"/>
                  </a:lnTo>
                  <a:lnTo>
                    <a:pt x="94" y="1883"/>
                  </a:lnTo>
                  <a:lnTo>
                    <a:pt x="93" y="1877"/>
                  </a:lnTo>
                  <a:lnTo>
                    <a:pt x="93" y="1869"/>
                  </a:lnTo>
                  <a:lnTo>
                    <a:pt x="97" y="1859"/>
                  </a:lnTo>
                  <a:lnTo>
                    <a:pt x="106" y="1845"/>
                  </a:lnTo>
                  <a:lnTo>
                    <a:pt x="106" y="1845"/>
                  </a:lnTo>
                  <a:lnTo>
                    <a:pt x="115" y="1830"/>
                  </a:lnTo>
                  <a:lnTo>
                    <a:pt x="120" y="1815"/>
                  </a:lnTo>
                  <a:lnTo>
                    <a:pt x="124" y="1803"/>
                  </a:lnTo>
                  <a:lnTo>
                    <a:pt x="127" y="1793"/>
                  </a:lnTo>
                  <a:lnTo>
                    <a:pt x="131" y="1783"/>
                  </a:lnTo>
                  <a:lnTo>
                    <a:pt x="139" y="1773"/>
                  </a:lnTo>
                  <a:lnTo>
                    <a:pt x="152" y="1764"/>
                  </a:lnTo>
                  <a:lnTo>
                    <a:pt x="170" y="1755"/>
                  </a:lnTo>
                  <a:lnTo>
                    <a:pt x="170" y="1755"/>
                  </a:lnTo>
                  <a:lnTo>
                    <a:pt x="190" y="1746"/>
                  </a:lnTo>
                  <a:lnTo>
                    <a:pt x="206" y="1737"/>
                  </a:lnTo>
                  <a:lnTo>
                    <a:pt x="219" y="1729"/>
                  </a:lnTo>
                  <a:lnTo>
                    <a:pt x="230" y="1720"/>
                  </a:lnTo>
                  <a:lnTo>
                    <a:pt x="239" y="1712"/>
                  </a:lnTo>
                  <a:lnTo>
                    <a:pt x="248" y="1704"/>
                  </a:lnTo>
                  <a:lnTo>
                    <a:pt x="256" y="1697"/>
                  </a:lnTo>
                  <a:lnTo>
                    <a:pt x="265" y="1690"/>
                  </a:lnTo>
                  <a:lnTo>
                    <a:pt x="265" y="1690"/>
                  </a:lnTo>
                  <a:lnTo>
                    <a:pt x="276" y="1683"/>
                  </a:lnTo>
                  <a:lnTo>
                    <a:pt x="289" y="1676"/>
                  </a:lnTo>
                  <a:lnTo>
                    <a:pt x="304" y="1671"/>
                  </a:lnTo>
                  <a:lnTo>
                    <a:pt x="319" y="1665"/>
                  </a:lnTo>
                  <a:lnTo>
                    <a:pt x="333" y="1659"/>
                  </a:lnTo>
                  <a:lnTo>
                    <a:pt x="347" y="1651"/>
                  </a:lnTo>
                  <a:lnTo>
                    <a:pt x="358" y="1643"/>
                  </a:lnTo>
                  <a:lnTo>
                    <a:pt x="366" y="1632"/>
                  </a:lnTo>
                  <a:lnTo>
                    <a:pt x="366" y="1632"/>
                  </a:lnTo>
                  <a:lnTo>
                    <a:pt x="373" y="1620"/>
                  </a:lnTo>
                  <a:lnTo>
                    <a:pt x="380" y="1609"/>
                  </a:lnTo>
                  <a:lnTo>
                    <a:pt x="388" y="1600"/>
                  </a:lnTo>
                  <a:lnTo>
                    <a:pt x="398" y="1592"/>
                  </a:lnTo>
                  <a:lnTo>
                    <a:pt x="406" y="1585"/>
                  </a:lnTo>
                  <a:lnTo>
                    <a:pt x="415" y="1580"/>
                  </a:lnTo>
                  <a:lnTo>
                    <a:pt x="423" y="1576"/>
                  </a:lnTo>
                  <a:lnTo>
                    <a:pt x="430" y="1574"/>
                  </a:lnTo>
                  <a:lnTo>
                    <a:pt x="430" y="1574"/>
                  </a:lnTo>
                  <a:lnTo>
                    <a:pt x="438" y="1572"/>
                  </a:lnTo>
                  <a:lnTo>
                    <a:pt x="450" y="1567"/>
                  </a:lnTo>
                  <a:lnTo>
                    <a:pt x="463" y="1560"/>
                  </a:lnTo>
                  <a:lnTo>
                    <a:pt x="477" y="1552"/>
                  </a:lnTo>
                  <a:lnTo>
                    <a:pt x="493" y="1543"/>
                  </a:lnTo>
                  <a:lnTo>
                    <a:pt x="509" y="1536"/>
                  </a:lnTo>
                  <a:lnTo>
                    <a:pt x="524" y="1529"/>
                  </a:lnTo>
                  <a:lnTo>
                    <a:pt x="539" y="1524"/>
                  </a:lnTo>
                  <a:lnTo>
                    <a:pt x="539" y="1524"/>
                  </a:lnTo>
                  <a:lnTo>
                    <a:pt x="554" y="1520"/>
                  </a:lnTo>
                  <a:lnTo>
                    <a:pt x="566" y="1514"/>
                  </a:lnTo>
                  <a:lnTo>
                    <a:pt x="577" y="1507"/>
                  </a:lnTo>
                  <a:lnTo>
                    <a:pt x="586" y="1499"/>
                  </a:lnTo>
                  <a:lnTo>
                    <a:pt x="594" y="1492"/>
                  </a:lnTo>
                  <a:lnTo>
                    <a:pt x="600" y="1486"/>
                  </a:lnTo>
                  <a:lnTo>
                    <a:pt x="603" y="1482"/>
                  </a:lnTo>
                  <a:lnTo>
                    <a:pt x="604" y="1480"/>
                  </a:lnTo>
                  <a:lnTo>
                    <a:pt x="604" y="1480"/>
                  </a:lnTo>
                  <a:lnTo>
                    <a:pt x="605" y="1480"/>
                  </a:lnTo>
                  <a:lnTo>
                    <a:pt x="609" y="1479"/>
                  </a:lnTo>
                  <a:lnTo>
                    <a:pt x="614" y="1478"/>
                  </a:lnTo>
                  <a:lnTo>
                    <a:pt x="621" y="1473"/>
                  </a:lnTo>
                  <a:lnTo>
                    <a:pt x="628" y="1467"/>
                  </a:lnTo>
                  <a:lnTo>
                    <a:pt x="635" y="1457"/>
                  </a:lnTo>
                  <a:lnTo>
                    <a:pt x="642" y="1444"/>
                  </a:lnTo>
                  <a:lnTo>
                    <a:pt x="647" y="1425"/>
                  </a:lnTo>
                  <a:lnTo>
                    <a:pt x="647" y="1425"/>
                  </a:lnTo>
                  <a:lnTo>
                    <a:pt x="653" y="1407"/>
                  </a:lnTo>
                  <a:lnTo>
                    <a:pt x="662" y="1392"/>
                  </a:lnTo>
                  <a:lnTo>
                    <a:pt x="674" y="1382"/>
                  </a:lnTo>
                  <a:lnTo>
                    <a:pt x="687" y="1373"/>
                  </a:lnTo>
                  <a:lnTo>
                    <a:pt x="702" y="1367"/>
                  </a:lnTo>
                  <a:lnTo>
                    <a:pt x="717" y="1363"/>
                  </a:lnTo>
                  <a:lnTo>
                    <a:pt x="731" y="1359"/>
                  </a:lnTo>
                  <a:lnTo>
                    <a:pt x="745" y="1356"/>
                  </a:lnTo>
                  <a:lnTo>
                    <a:pt x="745" y="1356"/>
                  </a:lnTo>
                  <a:lnTo>
                    <a:pt x="757" y="1353"/>
                  </a:lnTo>
                  <a:lnTo>
                    <a:pt x="768" y="1351"/>
                  </a:lnTo>
                  <a:lnTo>
                    <a:pt x="779" y="1349"/>
                  </a:lnTo>
                  <a:lnTo>
                    <a:pt x="788" y="1347"/>
                  </a:lnTo>
                  <a:lnTo>
                    <a:pt x="798" y="1345"/>
                  </a:lnTo>
                  <a:lnTo>
                    <a:pt x="805" y="1342"/>
                  </a:lnTo>
                  <a:lnTo>
                    <a:pt x="810" y="1339"/>
                  </a:lnTo>
                  <a:lnTo>
                    <a:pt x="814" y="1334"/>
                  </a:lnTo>
                  <a:lnTo>
                    <a:pt x="814" y="1334"/>
                  </a:lnTo>
                  <a:lnTo>
                    <a:pt x="819" y="1329"/>
                  </a:lnTo>
                  <a:lnTo>
                    <a:pt x="826" y="1324"/>
                  </a:lnTo>
                  <a:lnTo>
                    <a:pt x="835" y="1321"/>
                  </a:lnTo>
                  <a:lnTo>
                    <a:pt x="846" y="1318"/>
                  </a:lnTo>
                  <a:lnTo>
                    <a:pt x="856" y="1315"/>
                  </a:lnTo>
                  <a:lnTo>
                    <a:pt x="866" y="1312"/>
                  </a:lnTo>
                  <a:lnTo>
                    <a:pt x="874" y="1309"/>
                  </a:lnTo>
                  <a:lnTo>
                    <a:pt x="881" y="1305"/>
                  </a:lnTo>
                  <a:lnTo>
                    <a:pt x="881" y="1305"/>
                  </a:lnTo>
                  <a:lnTo>
                    <a:pt x="888" y="1301"/>
                  </a:lnTo>
                  <a:lnTo>
                    <a:pt x="901" y="1297"/>
                  </a:lnTo>
                  <a:lnTo>
                    <a:pt x="914" y="1294"/>
                  </a:lnTo>
                  <a:lnTo>
                    <a:pt x="930" y="1291"/>
                  </a:lnTo>
                  <a:lnTo>
                    <a:pt x="947" y="1289"/>
                  </a:lnTo>
                  <a:lnTo>
                    <a:pt x="962" y="1288"/>
                  </a:lnTo>
                  <a:lnTo>
                    <a:pt x="976" y="1287"/>
                  </a:lnTo>
                  <a:lnTo>
                    <a:pt x="987" y="1288"/>
                  </a:lnTo>
                  <a:lnTo>
                    <a:pt x="987" y="1288"/>
                  </a:lnTo>
                  <a:lnTo>
                    <a:pt x="996" y="1287"/>
                  </a:lnTo>
                  <a:lnTo>
                    <a:pt x="1002" y="1284"/>
                  </a:lnTo>
                  <a:lnTo>
                    <a:pt x="1006" y="1277"/>
                  </a:lnTo>
                  <a:lnTo>
                    <a:pt x="1010" y="1268"/>
                  </a:lnTo>
                  <a:lnTo>
                    <a:pt x="1013" y="1258"/>
                  </a:lnTo>
                  <a:lnTo>
                    <a:pt x="1017" y="1247"/>
                  </a:lnTo>
                  <a:lnTo>
                    <a:pt x="1022" y="1235"/>
                  </a:lnTo>
                  <a:lnTo>
                    <a:pt x="1029" y="1223"/>
                  </a:lnTo>
                  <a:lnTo>
                    <a:pt x="1029" y="1223"/>
                  </a:lnTo>
                  <a:lnTo>
                    <a:pt x="1039" y="1212"/>
                  </a:lnTo>
                  <a:lnTo>
                    <a:pt x="1051" y="1202"/>
                  </a:lnTo>
                  <a:lnTo>
                    <a:pt x="1064" y="1193"/>
                  </a:lnTo>
                  <a:lnTo>
                    <a:pt x="1078" y="1185"/>
                  </a:lnTo>
                  <a:lnTo>
                    <a:pt x="1093" y="1179"/>
                  </a:lnTo>
                  <a:lnTo>
                    <a:pt x="1106" y="1173"/>
                  </a:lnTo>
                  <a:lnTo>
                    <a:pt x="1118" y="1169"/>
                  </a:lnTo>
                  <a:lnTo>
                    <a:pt x="1128" y="1167"/>
                  </a:lnTo>
                  <a:lnTo>
                    <a:pt x="1128" y="1167"/>
                  </a:lnTo>
                  <a:lnTo>
                    <a:pt x="1137" y="1165"/>
                  </a:lnTo>
                  <a:lnTo>
                    <a:pt x="1149" y="1161"/>
                  </a:lnTo>
                  <a:lnTo>
                    <a:pt x="1159" y="1155"/>
                  </a:lnTo>
                  <a:lnTo>
                    <a:pt x="1168" y="1149"/>
                  </a:lnTo>
                  <a:lnTo>
                    <a:pt x="1176" y="1142"/>
                  </a:lnTo>
                  <a:lnTo>
                    <a:pt x="1183" y="1135"/>
                  </a:lnTo>
                  <a:lnTo>
                    <a:pt x="1187" y="1129"/>
                  </a:lnTo>
                  <a:lnTo>
                    <a:pt x="1190" y="1122"/>
                  </a:lnTo>
                  <a:lnTo>
                    <a:pt x="1190" y="1122"/>
                  </a:lnTo>
                  <a:lnTo>
                    <a:pt x="1190" y="1116"/>
                  </a:lnTo>
                  <a:lnTo>
                    <a:pt x="1188" y="1107"/>
                  </a:lnTo>
                  <a:lnTo>
                    <a:pt x="1188" y="1097"/>
                  </a:lnTo>
                  <a:lnTo>
                    <a:pt x="1190" y="1086"/>
                  </a:lnTo>
                  <a:lnTo>
                    <a:pt x="1192" y="1075"/>
                  </a:lnTo>
                  <a:lnTo>
                    <a:pt x="1195" y="1063"/>
                  </a:lnTo>
                  <a:lnTo>
                    <a:pt x="1201" y="1053"/>
                  </a:lnTo>
                  <a:lnTo>
                    <a:pt x="1209" y="1044"/>
                  </a:lnTo>
                  <a:lnTo>
                    <a:pt x="1209" y="1044"/>
                  </a:lnTo>
                  <a:lnTo>
                    <a:pt x="1217" y="1038"/>
                  </a:lnTo>
                  <a:lnTo>
                    <a:pt x="1223" y="1036"/>
                  </a:lnTo>
                  <a:lnTo>
                    <a:pt x="1228" y="1036"/>
                  </a:lnTo>
                  <a:lnTo>
                    <a:pt x="1235" y="1038"/>
                  </a:lnTo>
                  <a:lnTo>
                    <a:pt x="1244" y="1041"/>
                  </a:lnTo>
                  <a:lnTo>
                    <a:pt x="1257" y="1043"/>
                  </a:lnTo>
                  <a:lnTo>
                    <a:pt x="1274" y="1043"/>
                  </a:lnTo>
                  <a:lnTo>
                    <a:pt x="1299" y="1041"/>
                  </a:lnTo>
                  <a:lnTo>
                    <a:pt x="1299" y="1041"/>
                  </a:lnTo>
                  <a:lnTo>
                    <a:pt x="1313" y="1039"/>
                  </a:lnTo>
                  <a:lnTo>
                    <a:pt x="1327" y="1037"/>
                  </a:lnTo>
                  <a:lnTo>
                    <a:pt x="1343" y="1035"/>
                  </a:lnTo>
                  <a:lnTo>
                    <a:pt x="1357" y="1033"/>
                  </a:lnTo>
                  <a:lnTo>
                    <a:pt x="1371" y="1030"/>
                  </a:lnTo>
                  <a:lnTo>
                    <a:pt x="1384" y="1028"/>
                  </a:lnTo>
                  <a:lnTo>
                    <a:pt x="1399" y="1025"/>
                  </a:lnTo>
                  <a:lnTo>
                    <a:pt x="1411" y="1022"/>
                  </a:lnTo>
                  <a:lnTo>
                    <a:pt x="1423" y="1019"/>
                  </a:lnTo>
                  <a:lnTo>
                    <a:pt x="1434" y="1016"/>
                  </a:lnTo>
                  <a:lnTo>
                    <a:pt x="1445" y="1013"/>
                  </a:lnTo>
                  <a:lnTo>
                    <a:pt x="1454" y="1009"/>
                  </a:lnTo>
                  <a:lnTo>
                    <a:pt x="1461" y="1006"/>
                  </a:lnTo>
                  <a:lnTo>
                    <a:pt x="1467" y="1002"/>
                  </a:lnTo>
                  <a:lnTo>
                    <a:pt x="1472" y="998"/>
                  </a:lnTo>
                  <a:lnTo>
                    <a:pt x="1475" y="993"/>
                  </a:lnTo>
                  <a:lnTo>
                    <a:pt x="1475" y="993"/>
                  </a:lnTo>
                  <a:lnTo>
                    <a:pt x="1483" y="982"/>
                  </a:lnTo>
                  <a:lnTo>
                    <a:pt x="1497" y="966"/>
                  </a:lnTo>
                  <a:lnTo>
                    <a:pt x="1514" y="950"/>
                  </a:lnTo>
                  <a:lnTo>
                    <a:pt x="1533" y="933"/>
                  </a:lnTo>
                  <a:lnTo>
                    <a:pt x="1554" y="915"/>
                  </a:lnTo>
                  <a:lnTo>
                    <a:pt x="1573" y="899"/>
                  </a:lnTo>
                  <a:lnTo>
                    <a:pt x="1590" y="885"/>
                  </a:lnTo>
                  <a:lnTo>
                    <a:pt x="1601" y="875"/>
                  </a:lnTo>
                  <a:lnTo>
                    <a:pt x="1601" y="875"/>
                  </a:lnTo>
                  <a:lnTo>
                    <a:pt x="1610" y="863"/>
                  </a:lnTo>
                  <a:lnTo>
                    <a:pt x="1621" y="846"/>
                  </a:lnTo>
                  <a:lnTo>
                    <a:pt x="1632" y="827"/>
                  </a:lnTo>
                  <a:lnTo>
                    <a:pt x="1645" y="805"/>
                  </a:lnTo>
                  <a:lnTo>
                    <a:pt x="1657" y="785"/>
                  </a:lnTo>
                  <a:lnTo>
                    <a:pt x="1669" y="766"/>
                  </a:lnTo>
                  <a:lnTo>
                    <a:pt x="1680" y="753"/>
                  </a:lnTo>
                  <a:lnTo>
                    <a:pt x="1691" y="746"/>
                  </a:lnTo>
                  <a:lnTo>
                    <a:pt x="1691" y="746"/>
                  </a:lnTo>
                  <a:lnTo>
                    <a:pt x="1699" y="742"/>
                  </a:lnTo>
                  <a:lnTo>
                    <a:pt x="1705" y="736"/>
                  </a:lnTo>
                  <a:lnTo>
                    <a:pt x="1710" y="729"/>
                  </a:lnTo>
                  <a:lnTo>
                    <a:pt x="1714" y="720"/>
                  </a:lnTo>
                  <a:lnTo>
                    <a:pt x="1719" y="712"/>
                  </a:lnTo>
                  <a:lnTo>
                    <a:pt x="1726" y="704"/>
                  </a:lnTo>
                  <a:lnTo>
                    <a:pt x="1736" y="698"/>
                  </a:lnTo>
                  <a:lnTo>
                    <a:pt x="1750" y="692"/>
                  </a:lnTo>
                  <a:lnTo>
                    <a:pt x="1750" y="692"/>
                  </a:lnTo>
                  <a:lnTo>
                    <a:pt x="1764" y="687"/>
                  </a:lnTo>
                  <a:lnTo>
                    <a:pt x="1774" y="681"/>
                  </a:lnTo>
                  <a:lnTo>
                    <a:pt x="1781" y="675"/>
                  </a:lnTo>
                  <a:lnTo>
                    <a:pt x="1786" y="668"/>
                  </a:lnTo>
                  <a:lnTo>
                    <a:pt x="1790" y="662"/>
                  </a:lnTo>
                  <a:lnTo>
                    <a:pt x="1791" y="656"/>
                  </a:lnTo>
                  <a:lnTo>
                    <a:pt x="1792" y="650"/>
                  </a:lnTo>
                  <a:lnTo>
                    <a:pt x="1792" y="645"/>
                  </a:lnTo>
                  <a:lnTo>
                    <a:pt x="1792" y="645"/>
                  </a:lnTo>
                  <a:lnTo>
                    <a:pt x="1792" y="640"/>
                  </a:lnTo>
                  <a:lnTo>
                    <a:pt x="1791" y="636"/>
                  </a:lnTo>
                  <a:lnTo>
                    <a:pt x="1791" y="632"/>
                  </a:lnTo>
                  <a:lnTo>
                    <a:pt x="1792" y="627"/>
                  </a:lnTo>
                  <a:lnTo>
                    <a:pt x="1795" y="623"/>
                  </a:lnTo>
                  <a:lnTo>
                    <a:pt x="1801" y="617"/>
                  </a:lnTo>
                  <a:lnTo>
                    <a:pt x="1811" y="612"/>
                  </a:lnTo>
                  <a:lnTo>
                    <a:pt x="1825" y="605"/>
                  </a:lnTo>
                  <a:lnTo>
                    <a:pt x="1825" y="605"/>
                  </a:lnTo>
                  <a:lnTo>
                    <a:pt x="1841" y="596"/>
                  </a:lnTo>
                  <a:lnTo>
                    <a:pt x="1852" y="582"/>
                  </a:lnTo>
                  <a:lnTo>
                    <a:pt x="1861" y="566"/>
                  </a:lnTo>
                  <a:lnTo>
                    <a:pt x="1868" y="550"/>
                  </a:lnTo>
                  <a:lnTo>
                    <a:pt x="1874" y="534"/>
                  </a:lnTo>
                  <a:lnTo>
                    <a:pt x="1880" y="519"/>
                  </a:lnTo>
                  <a:lnTo>
                    <a:pt x="1888" y="509"/>
                  </a:lnTo>
                  <a:lnTo>
                    <a:pt x="1895" y="504"/>
                  </a:lnTo>
                  <a:lnTo>
                    <a:pt x="1895" y="504"/>
                  </a:lnTo>
                  <a:lnTo>
                    <a:pt x="1903" y="500"/>
                  </a:lnTo>
                  <a:lnTo>
                    <a:pt x="1911" y="494"/>
                  </a:lnTo>
                  <a:lnTo>
                    <a:pt x="1919" y="486"/>
                  </a:lnTo>
                  <a:lnTo>
                    <a:pt x="1927" y="477"/>
                  </a:lnTo>
                  <a:lnTo>
                    <a:pt x="1934" y="466"/>
                  </a:lnTo>
                  <a:lnTo>
                    <a:pt x="1940" y="456"/>
                  </a:lnTo>
                  <a:lnTo>
                    <a:pt x="1945" y="447"/>
                  </a:lnTo>
                  <a:lnTo>
                    <a:pt x="1949" y="439"/>
                  </a:lnTo>
                  <a:lnTo>
                    <a:pt x="1949" y="439"/>
                  </a:lnTo>
                  <a:lnTo>
                    <a:pt x="1952" y="431"/>
                  </a:lnTo>
                  <a:lnTo>
                    <a:pt x="1956" y="420"/>
                  </a:lnTo>
                  <a:lnTo>
                    <a:pt x="1960" y="409"/>
                  </a:lnTo>
                  <a:lnTo>
                    <a:pt x="1964" y="397"/>
                  </a:lnTo>
                  <a:lnTo>
                    <a:pt x="1968" y="385"/>
                  </a:lnTo>
                  <a:lnTo>
                    <a:pt x="1970" y="374"/>
                  </a:lnTo>
                  <a:lnTo>
                    <a:pt x="1972" y="363"/>
                  </a:lnTo>
                  <a:lnTo>
                    <a:pt x="1973" y="355"/>
                  </a:lnTo>
                  <a:lnTo>
                    <a:pt x="1973" y="355"/>
                  </a:lnTo>
                  <a:lnTo>
                    <a:pt x="1972" y="347"/>
                  </a:lnTo>
                  <a:lnTo>
                    <a:pt x="1969" y="337"/>
                  </a:lnTo>
                  <a:lnTo>
                    <a:pt x="1966" y="327"/>
                  </a:lnTo>
                  <a:lnTo>
                    <a:pt x="1963" y="315"/>
                  </a:lnTo>
                  <a:lnTo>
                    <a:pt x="1962" y="305"/>
                  </a:lnTo>
                  <a:lnTo>
                    <a:pt x="1965" y="295"/>
                  </a:lnTo>
                  <a:lnTo>
                    <a:pt x="1971" y="287"/>
                  </a:lnTo>
                  <a:lnTo>
                    <a:pt x="1982" y="282"/>
                  </a:lnTo>
                  <a:lnTo>
                    <a:pt x="1982" y="282"/>
                  </a:lnTo>
                  <a:lnTo>
                    <a:pt x="1996" y="277"/>
                  </a:lnTo>
                  <a:lnTo>
                    <a:pt x="2006" y="272"/>
                  </a:lnTo>
                  <a:lnTo>
                    <a:pt x="2014" y="265"/>
                  </a:lnTo>
                  <a:lnTo>
                    <a:pt x="2019" y="257"/>
                  </a:lnTo>
                  <a:lnTo>
                    <a:pt x="2023" y="249"/>
                  </a:lnTo>
                  <a:lnTo>
                    <a:pt x="2024" y="241"/>
                  </a:lnTo>
                  <a:lnTo>
                    <a:pt x="2023" y="231"/>
                  </a:lnTo>
                  <a:lnTo>
                    <a:pt x="2021" y="221"/>
                  </a:lnTo>
                  <a:lnTo>
                    <a:pt x="2021" y="221"/>
                  </a:lnTo>
                  <a:lnTo>
                    <a:pt x="2018" y="209"/>
                  </a:lnTo>
                  <a:lnTo>
                    <a:pt x="2015" y="197"/>
                  </a:lnTo>
                  <a:lnTo>
                    <a:pt x="2012" y="185"/>
                  </a:lnTo>
                  <a:lnTo>
                    <a:pt x="2012" y="173"/>
                  </a:lnTo>
                  <a:lnTo>
                    <a:pt x="2014" y="161"/>
                  </a:lnTo>
                  <a:lnTo>
                    <a:pt x="2020" y="151"/>
                  </a:lnTo>
                  <a:lnTo>
                    <a:pt x="2031" y="142"/>
                  </a:lnTo>
                  <a:lnTo>
                    <a:pt x="2047" y="136"/>
                  </a:lnTo>
                  <a:lnTo>
                    <a:pt x="2047" y="136"/>
                  </a:lnTo>
                  <a:lnTo>
                    <a:pt x="2064" y="130"/>
                  </a:lnTo>
                  <a:lnTo>
                    <a:pt x="2079" y="122"/>
                  </a:lnTo>
                  <a:lnTo>
                    <a:pt x="2093" y="113"/>
                  </a:lnTo>
                  <a:lnTo>
                    <a:pt x="2103" y="105"/>
                  </a:lnTo>
                  <a:lnTo>
                    <a:pt x="2112" y="97"/>
                  </a:lnTo>
                  <a:lnTo>
                    <a:pt x="2117" y="91"/>
                  </a:lnTo>
                  <a:lnTo>
                    <a:pt x="2121" y="87"/>
                  </a:lnTo>
                  <a:lnTo>
                    <a:pt x="2122" y="85"/>
                  </a:lnTo>
                  <a:lnTo>
                    <a:pt x="2122" y="85"/>
                  </a:lnTo>
                  <a:lnTo>
                    <a:pt x="2122" y="83"/>
                  </a:lnTo>
                  <a:lnTo>
                    <a:pt x="2121" y="78"/>
                  </a:lnTo>
                  <a:lnTo>
                    <a:pt x="2120" y="70"/>
                  </a:lnTo>
                  <a:lnTo>
                    <a:pt x="2121" y="60"/>
                  </a:lnTo>
                  <a:lnTo>
                    <a:pt x="2123" y="52"/>
                  </a:lnTo>
                  <a:lnTo>
                    <a:pt x="2128" y="44"/>
                  </a:lnTo>
                  <a:lnTo>
                    <a:pt x="2138" y="39"/>
                  </a:lnTo>
                  <a:lnTo>
                    <a:pt x="2150" y="38"/>
                  </a:lnTo>
                  <a:lnTo>
                    <a:pt x="2150" y="38"/>
                  </a:lnTo>
                  <a:lnTo>
                    <a:pt x="2163" y="38"/>
                  </a:lnTo>
                  <a:lnTo>
                    <a:pt x="2172" y="37"/>
                  </a:lnTo>
                  <a:lnTo>
                    <a:pt x="2179" y="35"/>
                  </a:lnTo>
                  <a:lnTo>
                    <a:pt x="2187" y="33"/>
                  </a:lnTo>
                  <a:lnTo>
                    <a:pt x="2195" y="31"/>
                  </a:lnTo>
                  <a:lnTo>
                    <a:pt x="2205" y="32"/>
                  </a:lnTo>
                  <a:lnTo>
                    <a:pt x="2220" y="33"/>
                  </a:lnTo>
                  <a:lnTo>
                    <a:pt x="2240" y="38"/>
                  </a:lnTo>
                  <a:lnTo>
                    <a:pt x="2240" y="38"/>
                  </a:lnTo>
                  <a:lnTo>
                    <a:pt x="2258" y="41"/>
                  </a:lnTo>
                  <a:lnTo>
                    <a:pt x="2268" y="37"/>
                  </a:lnTo>
                  <a:lnTo>
                    <a:pt x="2273" y="31"/>
                  </a:lnTo>
                  <a:lnTo>
                    <a:pt x="2276" y="22"/>
                  </a:lnTo>
                  <a:lnTo>
                    <a:pt x="2278" y="12"/>
                  </a:lnTo>
                  <a:lnTo>
                    <a:pt x="2283" y="5"/>
                  </a:lnTo>
                  <a:lnTo>
                    <a:pt x="2293" y="1"/>
                  </a:lnTo>
                  <a:lnTo>
                    <a:pt x="2310" y="3"/>
                  </a:lnTo>
                  <a:lnTo>
                    <a:pt x="2310" y="3"/>
                  </a:lnTo>
                  <a:lnTo>
                    <a:pt x="2329" y="6"/>
                  </a:lnTo>
                  <a:lnTo>
                    <a:pt x="2345" y="5"/>
                  </a:lnTo>
                  <a:lnTo>
                    <a:pt x="2357" y="3"/>
                  </a:lnTo>
                  <a:lnTo>
                    <a:pt x="2367" y="0"/>
                  </a:lnTo>
                  <a:lnTo>
                    <a:pt x="2374" y="0"/>
                  </a:lnTo>
                  <a:lnTo>
                    <a:pt x="2381" y="2"/>
                  </a:lnTo>
                  <a:lnTo>
                    <a:pt x="2389" y="11"/>
                  </a:lnTo>
                  <a:lnTo>
                    <a:pt x="2397" y="27"/>
                  </a:lnTo>
                  <a:lnTo>
                    <a:pt x="2397" y="27"/>
                  </a:lnTo>
                  <a:lnTo>
                    <a:pt x="2402" y="37"/>
                  </a:lnTo>
                  <a:lnTo>
                    <a:pt x="2407" y="49"/>
                  </a:lnTo>
                  <a:lnTo>
                    <a:pt x="2413" y="61"/>
                  </a:lnTo>
                  <a:lnTo>
                    <a:pt x="2420" y="75"/>
                  </a:lnTo>
                  <a:lnTo>
                    <a:pt x="2428" y="88"/>
                  </a:lnTo>
                  <a:lnTo>
                    <a:pt x="2437" y="101"/>
                  </a:lnTo>
                  <a:lnTo>
                    <a:pt x="2445" y="114"/>
                  </a:lnTo>
                  <a:lnTo>
                    <a:pt x="2453" y="128"/>
                  </a:lnTo>
                  <a:lnTo>
                    <a:pt x="2461" y="141"/>
                  </a:lnTo>
                  <a:lnTo>
                    <a:pt x="2469" y="153"/>
                  </a:lnTo>
                  <a:lnTo>
                    <a:pt x="2477" y="164"/>
                  </a:lnTo>
                  <a:lnTo>
                    <a:pt x="2486" y="174"/>
                  </a:lnTo>
                  <a:lnTo>
                    <a:pt x="2493" y="183"/>
                  </a:lnTo>
                  <a:lnTo>
                    <a:pt x="2500" y="190"/>
                  </a:lnTo>
                  <a:lnTo>
                    <a:pt x="2506" y="195"/>
                  </a:lnTo>
                  <a:lnTo>
                    <a:pt x="2511" y="198"/>
                  </a:lnTo>
                  <a:lnTo>
                    <a:pt x="2511" y="198"/>
                  </a:lnTo>
                  <a:lnTo>
                    <a:pt x="2522" y="204"/>
                  </a:lnTo>
                  <a:lnTo>
                    <a:pt x="2538" y="214"/>
                  </a:lnTo>
                  <a:lnTo>
                    <a:pt x="2555" y="227"/>
                  </a:lnTo>
                  <a:lnTo>
                    <a:pt x="2573" y="242"/>
                  </a:lnTo>
                  <a:lnTo>
                    <a:pt x="2591" y="258"/>
                  </a:lnTo>
                  <a:lnTo>
                    <a:pt x="2608" y="275"/>
                  </a:lnTo>
                  <a:lnTo>
                    <a:pt x="2623" y="292"/>
                  </a:lnTo>
                  <a:lnTo>
                    <a:pt x="2634" y="307"/>
                  </a:lnTo>
                  <a:lnTo>
                    <a:pt x="2634" y="307"/>
                  </a:lnTo>
                  <a:lnTo>
                    <a:pt x="2640" y="314"/>
                  </a:lnTo>
                  <a:lnTo>
                    <a:pt x="2647" y="321"/>
                  </a:lnTo>
                  <a:lnTo>
                    <a:pt x="2654" y="326"/>
                  </a:lnTo>
                  <a:lnTo>
                    <a:pt x="2662" y="330"/>
                  </a:lnTo>
                  <a:lnTo>
                    <a:pt x="2671" y="333"/>
                  </a:lnTo>
                  <a:lnTo>
                    <a:pt x="2681" y="336"/>
                  </a:lnTo>
                  <a:lnTo>
                    <a:pt x="2692" y="338"/>
                  </a:lnTo>
                  <a:lnTo>
                    <a:pt x="2704" y="339"/>
                  </a:lnTo>
                  <a:lnTo>
                    <a:pt x="2715" y="341"/>
                  </a:lnTo>
                  <a:lnTo>
                    <a:pt x="2727" y="342"/>
                  </a:lnTo>
                  <a:lnTo>
                    <a:pt x="2740" y="342"/>
                  </a:lnTo>
                  <a:lnTo>
                    <a:pt x="2752" y="343"/>
                  </a:lnTo>
                  <a:lnTo>
                    <a:pt x="2765" y="343"/>
                  </a:lnTo>
                  <a:lnTo>
                    <a:pt x="2777" y="343"/>
                  </a:lnTo>
                  <a:lnTo>
                    <a:pt x="2791" y="344"/>
                  </a:lnTo>
                  <a:lnTo>
                    <a:pt x="2803" y="344"/>
                  </a:lnTo>
                  <a:lnTo>
                    <a:pt x="2803" y="344"/>
                  </a:lnTo>
                  <a:lnTo>
                    <a:pt x="2825" y="344"/>
                  </a:lnTo>
                  <a:lnTo>
                    <a:pt x="2843" y="342"/>
                  </a:lnTo>
                  <a:lnTo>
                    <a:pt x="2858" y="340"/>
                  </a:lnTo>
                  <a:lnTo>
                    <a:pt x="2870" y="338"/>
                  </a:lnTo>
                  <a:lnTo>
                    <a:pt x="2881" y="338"/>
                  </a:lnTo>
                  <a:lnTo>
                    <a:pt x="2892" y="340"/>
                  </a:lnTo>
                  <a:lnTo>
                    <a:pt x="2904" y="345"/>
                  </a:lnTo>
                  <a:lnTo>
                    <a:pt x="2917" y="355"/>
                  </a:lnTo>
                  <a:lnTo>
                    <a:pt x="2917" y="355"/>
                  </a:lnTo>
                  <a:lnTo>
                    <a:pt x="2924" y="360"/>
                  </a:lnTo>
                  <a:lnTo>
                    <a:pt x="2933" y="364"/>
                  </a:lnTo>
                  <a:lnTo>
                    <a:pt x="2943" y="367"/>
                  </a:lnTo>
                  <a:lnTo>
                    <a:pt x="2954" y="369"/>
                  </a:lnTo>
                  <a:lnTo>
                    <a:pt x="2965" y="369"/>
                  </a:lnTo>
                  <a:lnTo>
                    <a:pt x="2976" y="369"/>
                  </a:lnTo>
                  <a:lnTo>
                    <a:pt x="2989" y="369"/>
                  </a:lnTo>
                  <a:lnTo>
                    <a:pt x="3001" y="368"/>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33" name=""/>
            <p:cNvSpPr/>
            <p:nvPr/>
          </p:nvSpPr>
          <p:spPr>
            <a:xfrm>
              <a:off x="351720" y="3033360"/>
              <a:ext cx="9720" cy="14040"/>
            </a:xfrm>
            <a:custGeom>
              <a:avLst/>
              <a:gdLst/>
              <a:ahLst/>
              <a:rect l="l" t="t" r="r" b="b"/>
              <a:pathLst>
                <a:path w="56" h="88">
                  <a:moveTo>
                    <a:pt x="45" y="3"/>
                  </a:moveTo>
                  <a:lnTo>
                    <a:pt x="30" y="27"/>
                  </a:lnTo>
                  <a:lnTo>
                    <a:pt x="29" y="26"/>
                  </a:lnTo>
                  <a:lnTo>
                    <a:pt x="25" y="24"/>
                  </a:lnTo>
                  <a:lnTo>
                    <a:pt x="20" y="21"/>
                  </a:lnTo>
                  <a:lnTo>
                    <a:pt x="14" y="19"/>
                  </a:lnTo>
                  <a:lnTo>
                    <a:pt x="8" y="17"/>
                  </a:lnTo>
                  <a:lnTo>
                    <a:pt x="3" y="18"/>
                  </a:lnTo>
                  <a:lnTo>
                    <a:pt x="0" y="22"/>
                  </a:lnTo>
                  <a:lnTo>
                    <a:pt x="0" y="29"/>
                  </a:lnTo>
                  <a:lnTo>
                    <a:pt x="1" y="38"/>
                  </a:lnTo>
                  <a:lnTo>
                    <a:pt x="2" y="45"/>
                  </a:lnTo>
                  <a:lnTo>
                    <a:pt x="2" y="51"/>
                  </a:lnTo>
                  <a:lnTo>
                    <a:pt x="3" y="56"/>
                  </a:lnTo>
                  <a:lnTo>
                    <a:pt x="3" y="61"/>
                  </a:lnTo>
                  <a:lnTo>
                    <a:pt x="3" y="64"/>
                  </a:lnTo>
                  <a:lnTo>
                    <a:pt x="3" y="65"/>
                  </a:lnTo>
                  <a:lnTo>
                    <a:pt x="3" y="66"/>
                  </a:lnTo>
                  <a:lnTo>
                    <a:pt x="5" y="88"/>
                  </a:lnTo>
                  <a:lnTo>
                    <a:pt x="7" y="87"/>
                  </a:lnTo>
                  <a:lnTo>
                    <a:pt x="12" y="82"/>
                  </a:lnTo>
                  <a:lnTo>
                    <a:pt x="20" y="75"/>
                  </a:lnTo>
                  <a:lnTo>
                    <a:pt x="30" y="66"/>
                  </a:lnTo>
                  <a:lnTo>
                    <a:pt x="36" y="60"/>
                  </a:lnTo>
                  <a:lnTo>
                    <a:pt x="41" y="53"/>
                  </a:lnTo>
                  <a:lnTo>
                    <a:pt x="45" y="47"/>
                  </a:lnTo>
                  <a:lnTo>
                    <a:pt x="49" y="41"/>
                  </a:lnTo>
                  <a:lnTo>
                    <a:pt x="52" y="35"/>
                  </a:lnTo>
                  <a:lnTo>
                    <a:pt x="54" y="31"/>
                  </a:lnTo>
                  <a:lnTo>
                    <a:pt x="56" y="28"/>
                  </a:lnTo>
                  <a:lnTo>
                    <a:pt x="56" y="27"/>
                  </a:lnTo>
                  <a:lnTo>
                    <a:pt x="56" y="25"/>
                  </a:lnTo>
                  <a:lnTo>
                    <a:pt x="56" y="21"/>
                  </a:lnTo>
                  <a:lnTo>
                    <a:pt x="55" y="16"/>
                  </a:lnTo>
                  <a:lnTo>
                    <a:pt x="55" y="10"/>
                  </a:lnTo>
                  <a:lnTo>
                    <a:pt x="53" y="4"/>
                  </a:lnTo>
                  <a:lnTo>
                    <a:pt x="51" y="1"/>
                  </a:lnTo>
                  <a:lnTo>
                    <a:pt x="49" y="0"/>
                  </a:lnTo>
                  <a:lnTo>
                    <a:pt x="45" y="3"/>
                  </a:lnTo>
                  <a:close/>
                </a:path>
              </a:pathLst>
            </a:custGeom>
            <a:solidFill>
              <a:srgbClr val="ff99ff"/>
            </a:solidFill>
            <a:ln w="0">
              <a:no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8934" name=""/>
            <p:cNvSpPr/>
            <p:nvPr/>
          </p:nvSpPr>
          <p:spPr>
            <a:xfrm>
              <a:off x="351720" y="3033360"/>
              <a:ext cx="9720" cy="14040"/>
            </a:xfrm>
            <a:custGeom>
              <a:avLst/>
              <a:gdLst/>
              <a:ahLst/>
              <a:rect l="l" t="t" r="r" b="b"/>
              <a:pathLst>
                <a:path w="56" h="88">
                  <a:moveTo>
                    <a:pt x="45" y="3"/>
                  </a:moveTo>
                  <a:lnTo>
                    <a:pt x="30" y="27"/>
                  </a:lnTo>
                  <a:lnTo>
                    <a:pt x="30" y="27"/>
                  </a:lnTo>
                  <a:lnTo>
                    <a:pt x="29" y="26"/>
                  </a:lnTo>
                  <a:lnTo>
                    <a:pt x="25" y="24"/>
                  </a:lnTo>
                  <a:lnTo>
                    <a:pt x="20" y="21"/>
                  </a:lnTo>
                  <a:lnTo>
                    <a:pt x="14" y="19"/>
                  </a:lnTo>
                  <a:lnTo>
                    <a:pt x="8" y="17"/>
                  </a:lnTo>
                  <a:lnTo>
                    <a:pt x="3" y="18"/>
                  </a:lnTo>
                  <a:lnTo>
                    <a:pt x="0" y="22"/>
                  </a:lnTo>
                  <a:lnTo>
                    <a:pt x="0" y="29"/>
                  </a:lnTo>
                  <a:lnTo>
                    <a:pt x="0" y="29"/>
                  </a:lnTo>
                  <a:lnTo>
                    <a:pt x="1" y="38"/>
                  </a:lnTo>
                  <a:lnTo>
                    <a:pt x="2" y="45"/>
                  </a:lnTo>
                  <a:lnTo>
                    <a:pt x="2" y="51"/>
                  </a:lnTo>
                  <a:lnTo>
                    <a:pt x="3" y="56"/>
                  </a:lnTo>
                  <a:lnTo>
                    <a:pt x="3" y="61"/>
                  </a:lnTo>
                  <a:lnTo>
                    <a:pt x="3" y="64"/>
                  </a:lnTo>
                  <a:lnTo>
                    <a:pt x="3" y="65"/>
                  </a:lnTo>
                  <a:lnTo>
                    <a:pt x="3" y="66"/>
                  </a:lnTo>
                  <a:lnTo>
                    <a:pt x="5" y="88"/>
                  </a:lnTo>
                  <a:lnTo>
                    <a:pt x="5" y="88"/>
                  </a:lnTo>
                  <a:lnTo>
                    <a:pt x="7" y="87"/>
                  </a:lnTo>
                  <a:lnTo>
                    <a:pt x="12" y="82"/>
                  </a:lnTo>
                  <a:lnTo>
                    <a:pt x="20" y="75"/>
                  </a:lnTo>
                  <a:lnTo>
                    <a:pt x="30" y="66"/>
                  </a:lnTo>
                  <a:lnTo>
                    <a:pt x="30" y="66"/>
                  </a:lnTo>
                  <a:lnTo>
                    <a:pt x="36" y="60"/>
                  </a:lnTo>
                  <a:lnTo>
                    <a:pt x="41" y="53"/>
                  </a:lnTo>
                  <a:lnTo>
                    <a:pt x="45" y="47"/>
                  </a:lnTo>
                  <a:lnTo>
                    <a:pt x="49" y="41"/>
                  </a:lnTo>
                  <a:lnTo>
                    <a:pt x="52" y="35"/>
                  </a:lnTo>
                  <a:lnTo>
                    <a:pt x="54" y="31"/>
                  </a:lnTo>
                  <a:lnTo>
                    <a:pt x="56" y="28"/>
                  </a:lnTo>
                  <a:lnTo>
                    <a:pt x="56" y="27"/>
                  </a:lnTo>
                  <a:lnTo>
                    <a:pt x="56" y="27"/>
                  </a:lnTo>
                  <a:lnTo>
                    <a:pt x="56" y="25"/>
                  </a:lnTo>
                  <a:lnTo>
                    <a:pt x="56" y="21"/>
                  </a:lnTo>
                  <a:lnTo>
                    <a:pt x="55" y="16"/>
                  </a:lnTo>
                  <a:lnTo>
                    <a:pt x="55" y="10"/>
                  </a:lnTo>
                  <a:lnTo>
                    <a:pt x="53" y="4"/>
                  </a:lnTo>
                  <a:lnTo>
                    <a:pt x="51" y="1"/>
                  </a:lnTo>
                  <a:lnTo>
                    <a:pt x="49" y="0"/>
                  </a:lnTo>
                  <a:lnTo>
                    <a:pt x="45" y="3"/>
                  </a:lnTo>
                </a:path>
              </a:pathLst>
            </a:custGeom>
            <a:noFill/>
            <a:ln w="0">
              <a:solidFill>
                <a:srgbClr val="000000"/>
              </a:solid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8935" name=""/>
            <p:cNvSpPr/>
            <p:nvPr/>
          </p:nvSpPr>
          <p:spPr>
            <a:xfrm>
              <a:off x="316440" y="3034800"/>
              <a:ext cx="9360" cy="8280"/>
            </a:xfrm>
            <a:custGeom>
              <a:avLst/>
              <a:gdLst/>
              <a:ahLst/>
              <a:rect l="l" t="t" r="r" b="b"/>
              <a:pathLst>
                <a:path w="51" h="51">
                  <a:moveTo>
                    <a:pt x="28" y="42"/>
                  </a:moveTo>
                  <a:lnTo>
                    <a:pt x="51" y="25"/>
                  </a:lnTo>
                  <a:lnTo>
                    <a:pt x="43" y="0"/>
                  </a:lnTo>
                  <a:lnTo>
                    <a:pt x="1" y="22"/>
                  </a:lnTo>
                  <a:lnTo>
                    <a:pt x="1" y="23"/>
                  </a:lnTo>
                  <a:lnTo>
                    <a:pt x="0" y="27"/>
                  </a:lnTo>
                  <a:lnTo>
                    <a:pt x="0" y="32"/>
                  </a:lnTo>
                  <a:lnTo>
                    <a:pt x="0" y="37"/>
                  </a:lnTo>
                  <a:lnTo>
                    <a:pt x="0" y="42"/>
                  </a:lnTo>
                  <a:lnTo>
                    <a:pt x="2" y="47"/>
                  </a:lnTo>
                  <a:lnTo>
                    <a:pt x="5" y="51"/>
                  </a:lnTo>
                  <a:lnTo>
                    <a:pt x="9" y="51"/>
                  </a:lnTo>
                  <a:lnTo>
                    <a:pt x="18" y="47"/>
                  </a:lnTo>
                  <a:lnTo>
                    <a:pt x="24" y="45"/>
                  </a:lnTo>
                  <a:lnTo>
                    <a:pt x="27" y="43"/>
                  </a:lnTo>
                  <a:lnTo>
                    <a:pt x="28" y="42"/>
                  </a:lnTo>
                  <a:close/>
                </a:path>
              </a:pathLst>
            </a:custGeom>
            <a:solidFill>
              <a:srgbClr val="ff99ff"/>
            </a:solidFill>
            <a:ln w="0">
              <a:noFill/>
            </a:ln>
          </p:spPr>
          <p:style>
            <a:lnRef idx="0"/>
            <a:fillRef idx="0"/>
            <a:effectRef idx="0"/>
            <a:fontRef idx="minor"/>
          </p:style>
          <p:txBody>
            <a:bodyPr lIns="90000" rIns="90000" tIns="-38520" bIns="-38520" anchor="t">
              <a:noAutofit/>
            </a:bodyPr>
            <a:p>
              <a:endParaRPr b="0" lang="en-US" sz="2400" spc="-1" strike="noStrike">
                <a:solidFill>
                  <a:srgbClr val="000000"/>
                </a:solidFill>
                <a:latin typeface="Times New Roman"/>
              </a:endParaRPr>
            </a:p>
          </p:txBody>
        </p:sp>
        <p:sp>
          <p:nvSpPr>
            <p:cNvPr id="8936" name=""/>
            <p:cNvSpPr/>
            <p:nvPr/>
          </p:nvSpPr>
          <p:spPr>
            <a:xfrm>
              <a:off x="316440" y="3034800"/>
              <a:ext cx="9360" cy="8280"/>
            </a:xfrm>
            <a:custGeom>
              <a:avLst/>
              <a:gdLst/>
              <a:ahLst/>
              <a:rect l="l" t="t" r="r" b="b"/>
              <a:pathLst>
                <a:path w="51" h="51">
                  <a:moveTo>
                    <a:pt x="28" y="42"/>
                  </a:moveTo>
                  <a:lnTo>
                    <a:pt x="51" y="25"/>
                  </a:lnTo>
                  <a:lnTo>
                    <a:pt x="43" y="0"/>
                  </a:lnTo>
                  <a:lnTo>
                    <a:pt x="1" y="22"/>
                  </a:lnTo>
                  <a:lnTo>
                    <a:pt x="1" y="22"/>
                  </a:lnTo>
                  <a:lnTo>
                    <a:pt x="1" y="23"/>
                  </a:lnTo>
                  <a:lnTo>
                    <a:pt x="0" y="27"/>
                  </a:lnTo>
                  <a:lnTo>
                    <a:pt x="0" y="32"/>
                  </a:lnTo>
                  <a:lnTo>
                    <a:pt x="0" y="37"/>
                  </a:lnTo>
                  <a:lnTo>
                    <a:pt x="0" y="42"/>
                  </a:lnTo>
                  <a:lnTo>
                    <a:pt x="2" y="47"/>
                  </a:lnTo>
                  <a:lnTo>
                    <a:pt x="5" y="51"/>
                  </a:lnTo>
                  <a:lnTo>
                    <a:pt x="9" y="51"/>
                  </a:lnTo>
                  <a:lnTo>
                    <a:pt x="9" y="51"/>
                  </a:lnTo>
                  <a:lnTo>
                    <a:pt x="18" y="47"/>
                  </a:lnTo>
                  <a:lnTo>
                    <a:pt x="24" y="45"/>
                  </a:lnTo>
                  <a:lnTo>
                    <a:pt x="27" y="43"/>
                  </a:lnTo>
                  <a:lnTo>
                    <a:pt x="28" y="42"/>
                  </a:lnTo>
                </a:path>
              </a:pathLst>
            </a:custGeom>
            <a:noFill/>
            <a:ln w="0">
              <a:solidFill>
                <a:srgbClr val="000000"/>
              </a:solidFill>
            </a:ln>
          </p:spPr>
          <p:style>
            <a:lnRef idx="0"/>
            <a:fillRef idx="0"/>
            <a:effectRef idx="0"/>
            <a:fontRef idx="minor"/>
          </p:style>
          <p:txBody>
            <a:bodyPr lIns="90000" rIns="90000" tIns="-38520" bIns="-38520" anchor="t">
              <a:noAutofit/>
            </a:bodyPr>
            <a:p>
              <a:endParaRPr b="0" lang="en-US" sz="2400" spc="-1" strike="noStrike">
                <a:solidFill>
                  <a:srgbClr val="000000"/>
                </a:solidFill>
                <a:latin typeface="Times New Roman"/>
              </a:endParaRPr>
            </a:p>
          </p:txBody>
        </p:sp>
        <p:sp>
          <p:nvSpPr>
            <p:cNvPr id="8937" name=""/>
            <p:cNvSpPr/>
            <p:nvPr/>
          </p:nvSpPr>
          <p:spPr>
            <a:xfrm>
              <a:off x="325080" y="3043080"/>
              <a:ext cx="5040" cy="6840"/>
            </a:xfrm>
            <a:custGeom>
              <a:avLst/>
              <a:gdLst/>
              <a:ahLst/>
              <a:rect l="l" t="t" r="r" b="b"/>
              <a:pathLst>
                <a:path w="27" h="41">
                  <a:moveTo>
                    <a:pt x="27" y="22"/>
                  </a:moveTo>
                  <a:lnTo>
                    <a:pt x="27" y="25"/>
                  </a:lnTo>
                  <a:lnTo>
                    <a:pt x="27" y="30"/>
                  </a:lnTo>
                  <a:lnTo>
                    <a:pt x="24" y="37"/>
                  </a:lnTo>
                  <a:lnTo>
                    <a:pt x="16" y="41"/>
                  </a:lnTo>
                  <a:lnTo>
                    <a:pt x="8" y="40"/>
                  </a:lnTo>
                  <a:lnTo>
                    <a:pt x="3" y="34"/>
                  </a:lnTo>
                  <a:lnTo>
                    <a:pt x="1" y="27"/>
                  </a:lnTo>
                  <a:lnTo>
                    <a:pt x="0" y="24"/>
                  </a:lnTo>
                  <a:lnTo>
                    <a:pt x="16" y="0"/>
                  </a:lnTo>
                  <a:lnTo>
                    <a:pt x="27" y="22"/>
                  </a:lnTo>
                  <a:close/>
                </a:path>
              </a:pathLst>
            </a:custGeom>
            <a:solidFill>
              <a:srgbClr val="ff99ff"/>
            </a:solidFill>
            <a:ln w="0">
              <a:no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938" name=""/>
            <p:cNvSpPr/>
            <p:nvPr/>
          </p:nvSpPr>
          <p:spPr>
            <a:xfrm>
              <a:off x="325080" y="3043080"/>
              <a:ext cx="5040" cy="6840"/>
            </a:xfrm>
            <a:custGeom>
              <a:avLst/>
              <a:gdLst/>
              <a:ahLst/>
              <a:rect l="l" t="t" r="r" b="b"/>
              <a:pathLst>
                <a:path w="27" h="41">
                  <a:moveTo>
                    <a:pt x="27" y="22"/>
                  </a:moveTo>
                  <a:lnTo>
                    <a:pt x="27" y="22"/>
                  </a:lnTo>
                  <a:lnTo>
                    <a:pt x="27" y="25"/>
                  </a:lnTo>
                  <a:lnTo>
                    <a:pt x="27" y="30"/>
                  </a:lnTo>
                  <a:lnTo>
                    <a:pt x="24" y="37"/>
                  </a:lnTo>
                  <a:lnTo>
                    <a:pt x="16" y="41"/>
                  </a:lnTo>
                  <a:lnTo>
                    <a:pt x="16" y="41"/>
                  </a:lnTo>
                  <a:lnTo>
                    <a:pt x="8" y="40"/>
                  </a:lnTo>
                  <a:lnTo>
                    <a:pt x="3" y="34"/>
                  </a:lnTo>
                  <a:lnTo>
                    <a:pt x="1" y="27"/>
                  </a:lnTo>
                  <a:lnTo>
                    <a:pt x="0" y="24"/>
                  </a:lnTo>
                  <a:lnTo>
                    <a:pt x="16" y="0"/>
                  </a:lnTo>
                  <a:lnTo>
                    <a:pt x="27" y="22"/>
                  </a:lnTo>
                </a:path>
              </a:pathLst>
            </a:custGeom>
            <a:noFill/>
            <a:ln w="0">
              <a:solidFill>
                <a:srgbClr val="000000"/>
              </a:solid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939" name=""/>
            <p:cNvSpPr/>
            <p:nvPr/>
          </p:nvSpPr>
          <p:spPr>
            <a:xfrm>
              <a:off x="338760" y="3058200"/>
              <a:ext cx="4320" cy="2160"/>
            </a:xfrm>
            <a:custGeom>
              <a:avLst/>
              <a:gdLst/>
              <a:ahLst/>
              <a:rect l="l" t="t" r="r" b="b"/>
              <a:pathLst>
                <a:path w="28" h="15">
                  <a:moveTo>
                    <a:pt x="15" y="0"/>
                  </a:moveTo>
                  <a:lnTo>
                    <a:pt x="20" y="1"/>
                  </a:lnTo>
                  <a:lnTo>
                    <a:pt x="24" y="2"/>
                  </a:lnTo>
                  <a:lnTo>
                    <a:pt x="27" y="4"/>
                  </a:lnTo>
                  <a:lnTo>
                    <a:pt x="28" y="8"/>
                  </a:lnTo>
                  <a:lnTo>
                    <a:pt x="27" y="11"/>
                  </a:lnTo>
                  <a:lnTo>
                    <a:pt x="24" y="13"/>
                  </a:lnTo>
                  <a:lnTo>
                    <a:pt x="20" y="14"/>
                  </a:lnTo>
                  <a:lnTo>
                    <a:pt x="15" y="15"/>
                  </a:lnTo>
                  <a:lnTo>
                    <a:pt x="8" y="14"/>
                  </a:lnTo>
                  <a:lnTo>
                    <a:pt x="4" y="13"/>
                  </a:lnTo>
                  <a:lnTo>
                    <a:pt x="1" y="11"/>
                  </a:lnTo>
                  <a:lnTo>
                    <a:pt x="0" y="8"/>
                  </a:lnTo>
                  <a:lnTo>
                    <a:pt x="1" y="4"/>
                  </a:lnTo>
                  <a:lnTo>
                    <a:pt x="4" y="2"/>
                  </a:lnTo>
                  <a:lnTo>
                    <a:pt x="8" y="1"/>
                  </a:lnTo>
                  <a:lnTo>
                    <a:pt x="15" y="0"/>
                  </a:lnTo>
                  <a:close/>
                </a:path>
              </a:pathLst>
            </a:custGeom>
            <a:solidFill>
              <a:srgbClr val="ff99ff"/>
            </a:solidFill>
            <a:ln w="0">
              <a:noFill/>
            </a:ln>
          </p:spPr>
          <p:style>
            <a:lnRef idx="0"/>
            <a:fillRef idx="0"/>
            <a:effectRef idx="0"/>
            <a:fontRef idx="minor"/>
          </p:style>
          <p:txBody>
            <a:bodyPr lIns="90000" rIns="90000" tIns="-44640" bIns="-44640" anchor="t">
              <a:noAutofit/>
            </a:bodyPr>
            <a:p>
              <a:endParaRPr b="0" lang="en-US" sz="2400" spc="-1" strike="noStrike">
                <a:solidFill>
                  <a:srgbClr val="000000"/>
                </a:solidFill>
                <a:latin typeface="Times New Roman"/>
              </a:endParaRPr>
            </a:p>
          </p:txBody>
        </p:sp>
        <p:sp>
          <p:nvSpPr>
            <p:cNvPr id="8940" name=""/>
            <p:cNvSpPr/>
            <p:nvPr/>
          </p:nvSpPr>
          <p:spPr>
            <a:xfrm>
              <a:off x="338760" y="3058200"/>
              <a:ext cx="4320" cy="2160"/>
            </a:xfrm>
            <a:custGeom>
              <a:avLst/>
              <a:gdLst/>
              <a:ahLst/>
              <a:rect l="l" t="t" r="r" b="b"/>
              <a:pathLst>
                <a:path w="28" h="15">
                  <a:moveTo>
                    <a:pt x="15" y="0"/>
                  </a:moveTo>
                  <a:lnTo>
                    <a:pt x="15" y="0"/>
                  </a:lnTo>
                  <a:lnTo>
                    <a:pt x="20" y="1"/>
                  </a:lnTo>
                  <a:lnTo>
                    <a:pt x="24" y="2"/>
                  </a:lnTo>
                  <a:lnTo>
                    <a:pt x="27" y="4"/>
                  </a:lnTo>
                  <a:lnTo>
                    <a:pt x="28" y="8"/>
                  </a:lnTo>
                  <a:lnTo>
                    <a:pt x="28" y="8"/>
                  </a:lnTo>
                  <a:lnTo>
                    <a:pt x="27" y="11"/>
                  </a:lnTo>
                  <a:lnTo>
                    <a:pt x="24" y="13"/>
                  </a:lnTo>
                  <a:lnTo>
                    <a:pt x="20" y="14"/>
                  </a:lnTo>
                  <a:lnTo>
                    <a:pt x="15" y="15"/>
                  </a:lnTo>
                  <a:lnTo>
                    <a:pt x="15" y="15"/>
                  </a:lnTo>
                  <a:lnTo>
                    <a:pt x="8" y="14"/>
                  </a:lnTo>
                  <a:lnTo>
                    <a:pt x="4" y="13"/>
                  </a:lnTo>
                  <a:lnTo>
                    <a:pt x="1" y="11"/>
                  </a:lnTo>
                  <a:lnTo>
                    <a:pt x="0" y="8"/>
                  </a:lnTo>
                  <a:lnTo>
                    <a:pt x="0" y="8"/>
                  </a:lnTo>
                  <a:lnTo>
                    <a:pt x="1" y="4"/>
                  </a:lnTo>
                  <a:lnTo>
                    <a:pt x="4" y="2"/>
                  </a:lnTo>
                  <a:lnTo>
                    <a:pt x="8" y="1"/>
                  </a:lnTo>
                  <a:lnTo>
                    <a:pt x="15" y="0"/>
                  </a:lnTo>
                </a:path>
              </a:pathLst>
            </a:custGeom>
            <a:noFill/>
            <a:ln w="0">
              <a:solidFill>
                <a:srgbClr val="000000"/>
              </a:solidFill>
            </a:ln>
          </p:spPr>
          <p:style>
            <a:lnRef idx="0"/>
            <a:fillRef idx="0"/>
            <a:effectRef idx="0"/>
            <a:fontRef idx="minor"/>
          </p:style>
          <p:txBody>
            <a:bodyPr lIns="90000" rIns="90000" tIns="-44640" bIns="-44640" anchor="t">
              <a:noAutofit/>
            </a:bodyPr>
            <a:p>
              <a:endParaRPr b="0" lang="en-US" sz="2400" spc="-1" strike="noStrike">
                <a:solidFill>
                  <a:srgbClr val="000000"/>
                </a:solidFill>
                <a:latin typeface="Times New Roman"/>
              </a:endParaRPr>
            </a:p>
          </p:txBody>
        </p:sp>
        <p:sp>
          <p:nvSpPr>
            <p:cNvPr id="8941" name=""/>
            <p:cNvSpPr/>
            <p:nvPr/>
          </p:nvSpPr>
          <p:spPr>
            <a:xfrm>
              <a:off x="291960" y="3011400"/>
              <a:ext cx="3240" cy="2520"/>
            </a:xfrm>
            <a:custGeom>
              <a:avLst/>
              <a:gdLst/>
              <a:ahLst/>
              <a:rect l="l" t="t" r="r" b="b"/>
              <a:pathLst>
                <a:path w="21" h="16">
                  <a:moveTo>
                    <a:pt x="10" y="0"/>
                  </a:moveTo>
                  <a:lnTo>
                    <a:pt x="14" y="1"/>
                  </a:lnTo>
                  <a:lnTo>
                    <a:pt x="17" y="2"/>
                  </a:lnTo>
                  <a:lnTo>
                    <a:pt x="19" y="5"/>
                  </a:lnTo>
                  <a:lnTo>
                    <a:pt x="21" y="8"/>
                  </a:lnTo>
                  <a:lnTo>
                    <a:pt x="19" y="11"/>
                  </a:lnTo>
                  <a:lnTo>
                    <a:pt x="17" y="13"/>
                  </a:lnTo>
                  <a:lnTo>
                    <a:pt x="14" y="15"/>
                  </a:lnTo>
                  <a:lnTo>
                    <a:pt x="10" y="16"/>
                  </a:lnTo>
                  <a:lnTo>
                    <a:pt x="6" y="15"/>
                  </a:lnTo>
                  <a:lnTo>
                    <a:pt x="3" y="13"/>
                  </a:lnTo>
                  <a:lnTo>
                    <a:pt x="1" y="11"/>
                  </a:lnTo>
                  <a:lnTo>
                    <a:pt x="0" y="8"/>
                  </a:lnTo>
                  <a:lnTo>
                    <a:pt x="1" y="5"/>
                  </a:lnTo>
                  <a:lnTo>
                    <a:pt x="3" y="2"/>
                  </a:lnTo>
                  <a:lnTo>
                    <a:pt x="6" y="1"/>
                  </a:lnTo>
                  <a:lnTo>
                    <a:pt x="10" y="0"/>
                  </a:lnTo>
                  <a:close/>
                </a:path>
              </a:pathLst>
            </a:custGeom>
            <a:solidFill>
              <a:srgbClr val="ff99ff"/>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8942" name=""/>
            <p:cNvSpPr/>
            <p:nvPr/>
          </p:nvSpPr>
          <p:spPr>
            <a:xfrm>
              <a:off x="291960" y="3011400"/>
              <a:ext cx="3240" cy="2520"/>
            </a:xfrm>
            <a:custGeom>
              <a:avLst/>
              <a:gdLst/>
              <a:ahLst/>
              <a:rect l="l" t="t" r="r" b="b"/>
              <a:pathLst>
                <a:path w="21" h="16">
                  <a:moveTo>
                    <a:pt x="10" y="0"/>
                  </a:moveTo>
                  <a:lnTo>
                    <a:pt x="10" y="0"/>
                  </a:lnTo>
                  <a:lnTo>
                    <a:pt x="14" y="1"/>
                  </a:lnTo>
                  <a:lnTo>
                    <a:pt x="17" y="2"/>
                  </a:lnTo>
                  <a:lnTo>
                    <a:pt x="19" y="5"/>
                  </a:lnTo>
                  <a:lnTo>
                    <a:pt x="21" y="8"/>
                  </a:lnTo>
                  <a:lnTo>
                    <a:pt x="21" y="8"/>
                  </a:lnTo>
                  <a:lnTo>
                    <a:pt x="19" y="11"/>
                  </a:lnTo>
                  <a:lnTo>
                    <a:pt x="17" y="13"/>
                  </a:lnTo>
                  <a:lnTo>
                    <a:pt x="14" y="15"/>
                  </a:lnTo>
                  <a:lnTo>
                    <a:pt x="10" y="16"/>
                  </a:lnTo>
                  <a:lnTo>
                    <a:pt x="10" y="16"/>
                  </a:lnTo>
                  <a:lnTo>
                    <a:pt x="6" y="15"/>
                  </a:lnTo>
                  <a:lnTo>
                    <a:pt x="3" y="13"/>
                  </a:lnTo>
                  <a:lnTo>
                    <a:pt x="1" y="11"/>
                  </a:lnTo>
                  <a:lnTo>
                    <a:pt x="0" y="8"/>
                  </a:lnTo>
                  <a:lnTo>
                    <a:pt x="0" y="8"/>
                  </a:lnTo>
                  <a:lnTo>
                    <a:pt x="1" y="5"/>
                  </a:lnTo>
                  <a:lnTo>
                    <a:pt x="3" y="2"/>
                  </a:lnTo>
                  <a:lnTo>
                    <a:pt x="6" y="1"/>
                  </a:lnTo>
                  <a:lnTo>
                    <a:pt x="10" y="0"/>
                  </a:lnTo>
                </a:path>
              </a:pathLst>
            </a:custGeom>
            <a:noFill/>
            <a:ln w="0">
              <a:solidFill>
                <a:srgbClr val="000000"/>
              </a:solid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8943" name=""/>
            <p:cNvSpPr/>
            <p:nvPr/>
          </p:nvSpPr>
          <p:spPr>
            <a:xfrm>
              <a:off x="265320" y="2988000"/>
              <a:ext cx="2880" cy="2520"/>
            </a:xfrm>
            <a:custGeom>
              <a:avLst/>
              <a:gdLst/>
              <a:ahLst/>
              <a:rect l="l" t="t" r="r" b="b"/>
              <a:pathLst>
                <a:path w="16" h="14">
                  <a:moveTo>
                    <a:pt x="8" y="0"/>
                  </a:moveTo>
                  <a:lnTo>
                    <a:pt x="11" y="1"/>
                  </a:lnTo>
                  <a:lnTo>
                    <a:pt x="14" y="2"/>
                  </a:lnTo>
                  <a:lnTo>
                    <a:pt x="15" y="4"/>
                  </a:lnTo>
                  <a:lnTo>
                    <a:pt x="16" y="7"/>
                  </a:lnTo>
                  <a:lnTo>
                    <a:pt x="15" y="10"/>
                  </a:lnTo>
                  <a:lnTo>
                    <a:pt x="14" y="12"/>
                  </a:lnTo>
                  <a:lnTo>
                    <a:pt x="11" y="13"/>
                  </a:lnTo>
                  <a:lnTo>
                    <a:pt x="8" y="14"/>
                  </a:lnTo>
                  <a:lnTo>
                    <a:pt x="5" y="13"/>
                  </a:lnTo>
                  <a:lnTo>
                    <a:pt x="3" y="12"/>
                  </a:lnTo>
                  <a:lnTo>
                    <a:pt x="1" y="10"/>
                  </a:lnTo>
                  <a:lnTo>
                    <a:pt x="0" y="7"/>
                  </a:lnTo>
                  <a:lnTo>
                    <a:pt x="1" y="4"/>
                  </a:lnTo>
                  <a:lnTo>
                    <a:pt x="3" y="2"/>
                  </a:lnTo>
                  <a:lnTo>
                    <a:pt x="5" y="1"/>
                  </a:lnTo>
                  <a:lnTo>
                    <a:pt x="8" y="0"/>
                  </a:lnTo>
                  <a:close/>
                </a:path>
              </a:pathLst>
            </a:custGeom>
            <a:solidFill>
              <a:srgbClr val="ff99ff"/>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8944" name=""/>
            <p:cNvSpPr/>
            <p:nvPr/>
          </p:nvSpPr>
          <p:spPr>
            <a:xfrm>
              <a:off x="265320" y="2988000"/>
              <a:ext cx="2880" cy="2520"/>
            </a:xfrm>
            <a:custGeom>
              <a:avLst/>
              <a:gdLst/>
              <a:ahLst/>
              <a:rect l="l" t="t" r="r" b="b"/>
              <a:pathLst>
                <a:path w="16" h="14">
                  <a:moveTo>
                    <a:pt x="8" y="0"/>
                  </a:moveTo>
                  <a:lnTo>
                    <a:pt x="8" y="0"/>
                  </a:lnTo>
                  <a:lnTo>
                    <a:pt x="11" y="1"/>
                  </a:lnTo>
                  <a:lnTo>
                    <a:pt x="14" y="2"/>
                  </a:lnTo>
                  <a:lnTo>
                    <a:pt x="15" y="4"/>
                  </a:lnTo>
                  <a:lnTo>
                    <a:pt x="16" y="7"/>
                  </a:lnTo>
                  <a:lnTo>
                    <a:pt x="16" y="7"/>
                  </a:lnTo>
                  <a:lnTo>
                    <a:pt x="15" y="10"/>
                  </a:lnTo>
                  <a:lnTo>
                    <a:pt x="14" y="12"/>
                  </a:lnTo>
                  <a:lnTo>
                    <a:pt x="11" y="13"/>
                  </a:lnTo>
                  <a:lnTo>
                    <a:pt x="8" y="14"/>
                  </a:lnTo>
                  <a:lnTo>
                    <a:pt x="8" y="14"/>
                  </a:lnTo>
                  <a:lnTo>
                    <a:pt x="5" y="13"/>
                  </a:lnTo>
                  <a:lnTo>
                    <a:pt x="3" y="12"/>
                  </a:lnTo>
                  <a:lnTo>
                    <a:pt x="1" y="10"/>
                  </a:lnTo>
                  <a:lnTo>
                    <a:pt x="0" y="7"/>
                  </a:lnTo>
                  <a:lnTo>
                    <a:pt x="0" y="7"/>
                  </a:lnTo>
                  <a:lnTo>
                    <a:pt x="1" y="4"/>
                  </a:lnTo>
                  <a:lnTo>
                    <a:pt x="3" y="2"/>
                  </a:lnTo>
                  <a:lnTo>
                    <a:pt x="5" y="1"/>
                  </a:lnTo>
                  <a:lnTo>
                    <a:pt x="8" y="0"/>
                  </a:lnTo>
                </a:path>
              </a:pathLst>
            </a:custGeom>
            <a:noFill/>
            <a:ln w="0">
              <a:solidFill>
                <a:srgbClr val="000000"/>
              </a:solid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8945" name=""/>
            <p:cNvSpPr/>
            <p:nvPr/>
          </p:nvSpPr>
          <p:spPr>
            <a:xfrm>
              <a:off x="255600" y="2984400"/>
              <a:ext cx="3240" cy="6120"/>
            </a:xfrm>
            <a:custGeom>
              <a:avLst/>
              <a:gdLst/>
              <a:ahLst/>
              <a:rect l="l" t="t" r="r" b="b"/>
              <a:pathLst>
                <a:path w="19" h="39">
                  <a:moveTo>
                    <a:pt x="19" y="0"/>
                  </a:moveTo>
                  <a:lnTo>
                    <a:pt x="18" y="1"/>
                  </a:lnTo>
                  <a:lnTo>
                    <a:pt x="16" y="2"/>
                  </a:lnTo>
                  <a:lnTo>
                    <a:pt x="13" y="5"/>
                  </a:lnTo>
                  <a:lnTo>
                    <a:pt x="10" y="8"/>
                  </a:lnTo>
                  <a:lnTo>
                    <a:pt x="6" y="14"/>
                  </a:lnTo>
                  <a:lnTo>
                    <a:pt x="3" y="19"/>
                  </a:lnTo>
                  <a:lnTo>
                    <a:pt x="1" y="25"/>
                  </a:lnTo>
                  <a:lnTo>
                    <a:pt x="0" y="32"/>
                  </a:lnTo>
                  <a:lnTo>
                    <a:pt x="1" y="37"/>
                  </a:lnTo>
                  <a:lnTo>
                    <a:pt x="3" y="39"/>
                  </a:lnTo>
                  <a:lnTo>
                    <a:pt x="5" y="38"/>
                  </a:lnTo>
                  <a:lnTo>
                    <a:pt x="8" y="35"/>
                  </a:lnTo>
                  <a:lnTo>
                    <a:pt x="12" y="29"/>
                  </a:lnTo>
                  <a:lnTo>
                    <a:pt x="15" y="21"/>
                  </a:lnTo>
                  <a:lnTo>
                    <a:pt x="17" y="12"/>
                  </a:lnTo>
                  <a:lnTo>
                    <a:pt x="19" y="0"/>
                  </a:lnTo>
                  <a:close/>
                </a:path>
              </a:pathLst>
            </a:custGeom>
            <a:solidFill>
              <a:srgbClr val="ff99ff"/>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8946" name=""/>
            <p:cNvSpPr/>
            <p:nvPr/>
          </p:nvSpPr>
          <p:spPr>
            <a:xfrm>
              <a:off x="255600" y="2984400"/>
              <a:ext cx="3240" cy="6120"/>
            </a:xfrm>
            <a:custGeom>
              <a:avLst/>
              <a:gdLst/>
              <a:ahLst/>
              <a:rect l="l" t="t" r="r" b="b"/>
              <a:pathLst>
                <a:path w="19" h="39">
                  <a:moveTo>
                    <a:pt x="19" y="0"/>
                  </a:moveTo>
                  <a:lnTo>
                    <a:pt x="19" y="0"/>
                  </a:lnTo>
                  <a:lnTo>
                    <a:pt x="18" y="1"/>
                  </a:lnTo>
                  <a:lnTo>
                    <a:pt x="16" y="2"/>
                  </a:lnTo>
                  <a:lnTo>
                    <a:pt x="13" y="5"/>
                  </a:lnTo>
                  <a:lnTo>
                    <a:pt x="10" y="8"/>
                  </a:lnTo>
                  <a:lnTo>
                    <a:pt x="6" y="14"/>
                  </a:lnTo>
                  <a:lnTo>
                    <a:pt x="3" y="19"/>
                  </a:lnTo>
                  <a:lnTo>
                    <a:pt x="1" y="25"/>
                  </a:lnTo>
                  <a:lnTo>
                    <a:pt x="0" y="32"/>
                  </a:lnTo>
                  <a:lnTo>
                    <a:pt x="0" y="32"/>
                  </a:lnTo>
                  <a:lnTo>
                    <a:pt x="1" y="37"/>
                  </a:lnTo>
                  <a:lnTo>
                    <a:pt x="3" y="39"/>
                  </a:lnTo>
                  <a:lnTo>
                    <a:pt x="5" y="38"/>
                  </a:lnTo>
                  <a:lnTo>
                    <a:pt x="8" y="35"/>
                  </a:lnTo>
                  <a:lnTo>
                    <a:pt x="12" y="29"/>
                  </a:lnTo>
                  <a:lnTo>
                    <a:pt x="15" y="21"/>
                  </a:lnTo>
                  <a:lnTo>
                    <a:pt x="17" y="12"/>
                  </a:lnTo>
                  <a:lnTo>
                    <a:pt x="19" y="0"/>
                  </a:lnTo>
                </a:path>
              </a:pathLst>
            </a:custGeom>
            <a:noFill/>
            <a:ln w="0">
              <a:solidFill>
                <a:srgbClr val="000000"/>
              </a:solid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8947" name=""/>
            <p:cNvSpPr/>
            <p:nvPr/>
          </p:nvSpPr>
          <p:spPr>
            <a:xfrm>
              <a:off x="317160" y="3118320"/>
              <a:ext cx="378360" cy="265320"/>
            </a:xfrm>
            <a:custGeom>
              <a:avLst/>
              <a:gdLst/>
              <a:ahLst/>
              <a:rect l="l" t="t" r="r" b="b"/>
              <a:pathLst>
                <a:path w="2109" h="1640">
                  <a:moveTo>
                    <a:pt x="2028" y="1026"/>
                  </a:moveTo>
                  <a:lnTo>
                    <a:pt x="2022" y="1035"/>
                  </a:lnTo>
                  <a:lnTo>
                    <a:pt x="2018" y="1044"/>
                  </a:lnTo>
                  <a:lnTo>
                    <a:pt x="2014" y="1052"/>
                  </a:lnTo>
                  <a:lnTo>
                    <a:pt x="2009" y="1059"/>
                  </a:lnTo>
                  <a:lnTo>
                    <a:pt x="2005" y="1065"/>
                  </a:lnTo>
                  <a:lnTo>
                    <a:pt x="2002" y="1070"/>
                  </a:lnTo>
                  <a:lnTo>
                    <a:pt x="1999" y="1074"/>
                  </a:lnTo>
                  <a:lnTo>
                    <a:pt x="1996" y="1076"/>
                  </a:lnTo>
                  <a:lnTo>
                    <a:pt x="1990" y="1078"/>
                  </a:lnTo>
                  <a:lnTo>
                    <a:pt x="1983" y="1081"/>
                  </a:lnTo>
                  <a:lnTo>
                    <a:pt x="1974" y="1083"/>
                  </a:lnTo>
                  <a:lnTo>
                    <a:pt x="1965" y="1085"/>
                  </a:lnTo>
                  <a:lnTo>
                    <a:pt x="1956" y="1086"/>
                  </a:lnTo>
                  <a:lnTo>
                    <a:pt x="1947" y="1086"/>
                  </a:lnTo>
                  <a:lnTo>
                    <a:pt x="1939" y="1085"/>
                  </a:lnTo>
                  <a:lnTo>
                    <a:pt x="1931" y="1082"/>
                  </a:lnTo>
                  <a:lnTo>
                    <a:pt x="1923" y="1078"/>
                  </a:lnTo>
                  <a:lnTo>
                    <a:pt x="1915" y="1076"/>
                  </a:lnTo>
                  <a:lnTo>
                    <a:pt x="1906" y="1075"/>
                  </a:lnTo>
                  <a:lnTo>
                    <a:pt x="1897" y="1076"/>
                  </a:lnTo>
                  <a:lnTo>
                    <a:pt x="1889" y="1079"/>
                  </a:lnTo>
                  <a:lnTo>
                    <a:pt x="1880" y="1083"/>
                  </a:lnTo>
                  <a:lnTo>
                    <a:pt x="1872" y="1089"/>
                  </a:lnTo>
                  <a:lnTo>
                    <a:pt x="1865" y="1097"/>
                  </a:lnTo>
                  <a:lnTo>
                    <a:pt x="1858" y="1104"/>
                  </a:lnTo>
                  <a:lnTo>
                    <a:pt x="1850" y="1109"/>
                  </a:lnTo>
                  <a:lnTo>
                    <a:pt x="1842" y="1111"/>
                  </a:lnTo>
                  <a:lnTo>
                    <a:pt x="1833" y="1112"/>
                  </a:lnTo>
                  <a:lnTo>
                    <a:pt x="1823" y="1112"/>
                  </a:lnTo>
                  <a:lnTo>
                    <a:pt x="1815" y="1111"/>
                  </a:lnTo>
                  <a:lnTo>
                    <a:pt x="1807" y="1109"/>
                  </a:lnTo>
                  <a:lnTo>
                    <a:pt x="1800" y="1107"/>
                  </a:lnTo>
                  <a:lnTo>
                    <a:pt x="1792" y="1106"/>
                  </a:lnTo>
                  <a:lnTo>
                    <a:pt x="1785" y="1108"/>
                  </a:lnTo>
                  <a:lnTo>
                    <a:pt x="1777" y="1111"/>
                  </a:lnTo>
                  <a:lnTo>
                    <a:pt x="1768" y="1116"/>
                  </a:lnTo>
                  <a:lnTo>
                    <a:pt x="1761" y="1122"/>
                  </a:lnTo>
                  <a:lnTo>
                    <a:pt x="1755" y="1128"/>
                  </a:lnTo>
                  <a:lnTo>
                    <a:pt x="1749" y="1135"/>
                  </a:lnTo>
                  <a:lnTo>
                    <a:pt x="1745" y="1141"/>
                  </a:lnTo>
                  <a:lnTo>
                    <a:pt x="1740" y="1147"/>
                  </a:lnTo>
                  <a:lnTo>
                    <a:pt x="1734" y="1151"/>
                  </a:lnTo>
                  <a:lnTo>
                    <a:pt x="1727" y="1153"/>
                  </a:lnTo>
                  <a:lnTo>
                    <a:pt x="1719" y="1155"/>
                  </a:lnTo>
                  <a:lnTo>
                    <a:pt x="1711" y="1156"/>
                  </a:lnTo>
                  <a:lnTo>
                    <a:pt x="1704" y="1159"/>
                  </a:lnTo>
                  <a:lnTo>
                    <a:pt x="1696" y="1162"/>
                  </a:lnTo>
                  <a:lnTo>
                    <a:pt x="1690" y="1166"/>
                  </a:lnTo>
                  <a:lnTo>
                    <a:pt x="1685" y="1173"/>
                  </a:lnTo>
                  <a:lnTo>
                    <a:pt x="1681" y="1182"/>
                  </a:lnTo>
                  <a:lnTo>
                    <a:pt x="1678" y="1194"/>
                  </a:lnTo>
                  <a:lnTo>
                    <a:pt x="1674" y="1205"/>
                  </a:lnTo>
                  <a:lnTo>
                    <a:pt x="1671" y="1217"/>
                  </a:lnTo>
                  <a:lnTo>
                    <a:pt x="1667" y="1229"/>
                  </a:lnTo>
                  <a:lnTo>
                    <a:pt x="1663" y="1239"/>
                  </a:lnTo>
                  <a:lnTo>
                    <a:pt x="1657" y="1248"/>
                  </a:lnTo>
                  <a:lnTo>
                    <a:pt x="1648" y="1254"/>
                  </a:lnTo>
                  <a:lnTo>
                    <a:pt x="1638" y="1261"/>
                  </a:lnTo>
                  <a:lnTo>
                    <a:pt x="1627" y="1268"/>
                  </a:lnTo>
                  <a:lnTo>
                    <a:pt x="1616" y="1275"/>
                  </a:lnTo>
                  <a:lnTo>
                    <a:pt x="1606" y="1281"/>
                  </a:lnTo>
                  <a:lnTo>
                    <a:pt x="1598" y="1286"/>
                  </a:lnTo>
                  <a:lnTo>
                    <a:pt x="1592" y="1289"/>
                  </a:lnTo>
                  <a:lnTo>
                    <a:pt x="1590" y="1290"/>
                  </a:lnTo>
                  <a:lnTo>
                    <a:pt x="1589" y="1294"/>
                  </a:lnTo>
                  <a:lnTo>
                    <a:pt x="1585" y="1301"/>
                  </a:lnTo>
                  <a:lnTo>
                    <a:pt x="1581" y="1311"/>
                  </a:lnTo>
                  <a:lnTo>
                    <a:pt x="1574" y="1324"/>
                  </a:lnTo>
                  <a:lnTo>
                    <a:pt x="1568" y="1337"/>
                  </a:lnTo>
                  <a:lnTo>
                    <a:pt x="1564" y="1350"/>
                  </a:lnTo>
                  <a:lnTo>
                    <a:pt x="1560" y="1361"/>
                  </a:lnTo>
                  <a:lnTo>
                    <a:pt x="1559" y="1368"/>
                  </a:lnTo>
                  <a:lnTo>
                    <a:pt x="1558" y="1375"/>
                  </a:lnTo>
                  <a:lnTo>
                    <a:pt x="1555" y="1383"/>
                  </a:lnTo>
                  <a:lnTo>
                    <a:pt x="1552" y="1394"/>
                  </a:lnTo>
                  <a:lnTo>
                    <a:pt x="1547" y="1405"/>
                  </a:lnTo>
                  <a:lnTo>
                    <a:pt x="1542" y="1415"/>
                  </a:lnTo>
                  <a:lnTo>
                    <a:pt x="1536" y="1423"/>
                  </a:lnTo>
                  <a:lnTo>
                    <a:pt x="1531" y="1430"/>
                  </a:lnTo>
                  <a:lnTo>
                    <a:pt x="1527" y="1433"/>
                  </a:lnTo>
                  <a:lnTo>
                    <a:pt x="1524" y="1434"/>
                  </a:lnTo>
                  <a:lnTo>
                    <a:pt x="1523" y="1436"/>
                  </a:lnTo>
                  <a:lnTo>
                    <a:pt x="1523" y="1439"/>
                  </a:lnTo>
                  <a:lnTo>
                    <a:pt x="1524" y="1443"/>
                  </a:lnTo>
                  <a:lnTo>
                    <a:pt x="1524" y="1450"/>
                  </a:lnTo>
                  <a:lnTo>
                    <a:pt x="1524" y="1458"/>
                  </a:lnTo>
                  <a:lnTo>
                    <a:pt x="1522" y="1468"/>
                  </a:lnTo>
                  <a:lnTo>
                    <a:pt x="1519" y="1481"/>
                  </a:lnTo>
                  <a:lnTo>
                    <a:pt x="1519" y="1481"/>
                  </a:lnTo>
                  <a:lnTo>
                    <a:pt x="1519" y="1481"/>
                  </a:lnTo>
                  <a:lnTo>
                    <a:pt x="1519" y="1481"/>
                  </a:lnTo>
                  <a:lnTo>
                    <a:pt x="1519" y="1481"/>
                  </a:lnTo>
                  <a:lnTo>
                    <a:pt x="1508" y="1493"/>
                  </a:lnTo>
                  <a:lnTo>
                    <a:pt x="1499" y="1502"/>
                  </a:lnTo>
                  <a:lnTo>
                    <a:pt x="1490" y="1508"/>
                  </a:lnTo>
                  <a:lnTo>
                    <a:pt x="1482" y="1511"/>
                  </a:lnTo>
                  <a:lnTo>
                    <a:pt x="1473" y="1513"/>
                  </a:lnTo>
                  <a:lnTo>
                    <a:pt x="1465" y="1512"/>
                  </a:lnTo>
                  <a:lnTo>
                    <a:pt x="1457" y="1510"/>
                  </a:lnTo>
                  <a:lnTo>
                    <a:pt x="1449" y="1507"/>
                  </a:lnTo>
                  <a:lnTo>
                    <a:pt x="1440" y="1503"/>
                  </a:lnTo>
                  <a:lnTo>
                    <a:pt x="1430" y="1498"/>
                  </a:lnTo>
                  <a:lnTo>
                    <a:pt x="1419" y="1493"/>
                  </a:lnTo>
                  <a:lnTo>
                    <a:pt x="1409" y="1489"/>
                  </a:lnTo>
                  <a:lnTo>
                    <a:pt x="1400" y="1486"/>
                  </a:lnTo>
                  <a:lnTo>
                    <a:pt x="1393" y="1487"/>
                  </a:lnTo>
                  <a:lnTo>
                    <a:pt x="1389" y="1490"/>
                  </a:lnTo>
                  <a:lnTo>
                    <a:pt x="1388" y="1498"/>
                  </a:lnTo>
                  <a:lnTo>
                    <a:pt x="1387" y="1508"/>
                  </a:lnTo>
                  <a:lnTo>
                    <a:pt x="1383" y="1518"/>
                  </a:lnTo>
                  <a:lnTo>
                    <a:pt x="1376" y="1528"/>
                  </a:lnTo>
                  <a:lnTo>
                    <a:pt x="1369" y="1538"/>
                  </a:lnTo>
                  <a:lnTo>
                    <a:pt x="1362" y="1547"/>
                  </a:lnTo>
                  <a:lnTo>
                    <a:pt x="1355" y="1554"/>
                  </a:lnTo>
                  <a:lnTo>
                    <a:pt x="1351" y="1558"/>
                  </a:lnTo>
                  <a:lnTo>
                    <a:pt x="1349" y="1560"/>
                  </a:lnTo>
                  <a:lnTo>
                    <a:pt x="1348" y="1563"/>
                  </a:lnTo>
                  <a:lnTo>
                    <a:pt x="1346" y="1569"/>
                  </a:lnTo>
                  <a:lnTo>
                    <a:pt x="1346" y="1576"/>
                  </a:lnTo>
                  <a:lnTo>
                    <a:pt x="1349" y="1582"/>
                  </a:lnTo>
                  <a:lnTo>
                    <a:pt x="1350" y="1585"/>
                  </a:lnTo>
                  <a:lnTo>
                    <a:pt x="1346" y="1590"/>
                  </a:lnTo>
                  <a:lnTo>
                    <a:pt x="1340" y="1597"/>
                  </a:lnTo>
                  <a:lnTo>
                    <a:pt x="1332" y="1602"/>
                  </a:lnTo>
                  <a:lnTo>
                    <a:pt x="1323" y="1605"/>
                  </a:lnTo>
                  <a:lnTo>
                    <a:pt x="1315" y="1606"/>
                  </a:lnTo>
                  <a:lnTo>
                    <a:pt x="1308" y="1602"/>
                  </a:lnTo>
                  <a:lnTo>
                    <a:pt x="1304" y="1593"/>
                  </a:lnTo>
                  <a:lnTo>
                    <a:pt x="1303" y="1584"/>
                  </a:lnTo>
                  <a:lnTo>
                    <a:pt x="1302" y="1580"/>
                  </a:lnTo>
                  <a:lnTo>
                    <a:pt x="1303" y="1578"/>
                  </a:lnTo>
                  <a:lnTo>
                    <a:pt x="1302" y="1578"/>
                  </a:lnTo>
                  <a:lnTo>
                    <a:pt x="1300" y="1577"/>
                  </a:lnTo>
                  <a:lnTo>
                    <a:pt x="1296" y="1574"/>
                  </a:lnTo>
                  <a:lnTo>
                    <a:pt x="1288" y="1568"/>
                  </a:lnTo>
                  <a:lnTo>
                    <a:pt x="1275" y="1557"/>
                  </a:lnTo>
                  <a:lnTo>
                    <a:pt x="1262" y="1542"/>
                  </a:lnTo>
                  <a:lnTo>
                    <a:pt x="1252" y="1529"/>
                  </a:lnTo>
                  <a:lnTo>
                    <a:pt x="1245" y="1517"/>
                  </a:lnTo>
                  <a:lnTo>
                    <a:pt x="1239" y="1507"/>
                  </a:lnTo>
                  <a:lnTo>
                    <a:pt x="1235" y="1497"/>
                  </a:lnTo>
                  <a:lnTo>
                    <a:pt x="1232" y="1488"/>
                  </a:lnTo>
                  <a:lnTo>
                    <a:pt x="1229" y="1481"/>
                  </a:lnTo>
                  <a:lnTo>
                    <a:pt x="1225" y="1475"/>
                  </a:lnTo>
                  <a:lnTo>
                    <a:pt x="1221" y="1468"/>
                  </a:lnTo>
                  <a:lnTo>
                    <a:pt x="1214" y="1458"/>
                  </a:lnTo>
                  <a:lnTo>
                    <a:pt x="1207" y="1448"/>
                  </a:lnTo>
                  <a:lnTo>
                    <a:pt x="1200" y="1438"/>
                  </a:lnTo>
                  <a:lnTo>
                    <a:pt x="1193" y="1433"/>
                  </a:lnTo>
                  <a:lnTo>
                    <a:pt x="1189" y="1433"/>
                  </a:lnTo>
                  <a:lnTo>
                    <a:pt x="1187" y="1442"/>
                  </a:lnTo>
                  <a:lnTo>
                    <a:pt x="1189" y="1462"/>
                  </a:lnTo>
                  <a:lnTo>
                    <a:pt x="1192" y="1482"/>
                  </a:lnTo>
                  <a:lnTo>
                    <a:pt x="1192" y="1492"/>
                  </a:lnTo>
                  <a:lnTo>
                    <a:pt x="1190" y="1497"/>
                  </a:lnTo>
                  <a:lnTo>
                    <a:pt x="1187" y="1495"/>
                  </a:lnTo>
                  <a:lnTo>
                    <a:pt x="1182" y="1488"/>
                  </a:lnTo>
                  <a:lnTo>
                    <a:pt x="1175" y="1481"/>
                  </a:lnTo>
                  <a:lnTo>
                    <a:pt x="1169" y="1475"/>
                  </a:lnTo>
                  <a:lnTo>
                    <a:pt x="1163" y="1470"/>
                  </a:lnTo>
                  <a:lnTo>
                    <a:pt x="1157" y="1468"/>
                  </a:lnTo>
                  <a:lnTo>
                    <a:pt x="1151" y="1467"/>
                  </a:lnTo>
                  <a:lnTo>
                    <a:pt x="1145" y="1467"/>
                  </a:lnTo>
                  <a:lnTo>
                    <a:pt x="1140" y="1469"/>
                  </a:lnTo>
                  <a:lnTo>
                    <a:pt x="1136" y="1471"/>
                  </a:lnTo>
                  <a:lnTo>
                    <a:pt x="1133" y="1475"/>
                  </a:lnTo>
                  <a:lnTo>
                    <a:pt x="1131" y="1480"/>
                  </a:lnTo>
                  <a:lnTo>
                    <a:pt x="1131" y="1486"/>
                  </a:lnTo>
                  <a:lnTo>
                    <a:pt x="1131" y="1491"/>
                  </a:lnTo>
                  <a:lnTo>
                    <a:pt x="1130" y="1492"/>
                  </a:lnTo>
                  <a:lnTo>
                    <a:pt x="1126" y="1490"/>
                  </a:lnTo>
                  <a:lnTo>
                    <a:pt x="1122" y="1487"/>
                  </a:lnTo>
                  <a:lnTo>
                    <a:pt x="1118" y="1482"/>
                  </a:lnTo>
                  <a:lnTo>
                    <a:pt x="1112" y="1475"/>
                  </a:lnTo>
                  <a:lnTo>
                    <a:pt x="1106" y="1469"/>
                  </a:lnTo>
                  <a:lnTo>
                    <a:pt x="1099" y="1462"/>
                  </a:lnTo>
                  <a:lnTo>
                    <a:pt x="1092" y="1456"/>
                  </a:lnTo>
                  <a:lnTo>
                    <a:pt x="1085" y="1450"/>
                  </a:lnTo>
                  <a:lnTo>
                    <a:pt x="1079" y="1442"/>
                  </a:lnTo>
                  <a:lnTo>
                    <a:pt x="1072" y="1435"/>
                  </a:lnTo>
                  <a:lnTo>
                    <a:pt x="1068" y="1428"/>
                  </a:lnTo>
                  <a:lnTo>
                    <a:pt x="1065" y="1420"/>
                  </a:lnTo>
                  <a:lnTo>
                    <a:pt x="1064" y="1411"/>
                  </a:lnTo>
                  <a:lnTo>
                    <a:pt x="1065" y="1400"/>
                  </a:lnTo>
                  <a:lnTo>
                    <a:pt x="1067" y="1389"/>
                  </a:lnTo>
                  <a:lnTo>
                    <a:pt x="1067" y="1382"/>
                  </a:lnTo>
                  <a:lnTo>
                    <a:pt x="1066" y="1377"/>
                  </a:lnTo>
                  <a:lnTo>
                    <a:pt x="1063" y="1374"/>
                  </a:lnTo>
                  <a:lnTo>
                    <a:pt x="1058" y="1371"/>
                  </a:lnTo>
                  <a:lnTo>
                    <a:pt x="1052" y="1369"/>
                  </a:lnTo>
                  <a:lnTo>
                    <a:pt x="1043" y="1366"/>
                  </a:lnTo>
                  <a:lnTo>
                    <a:pt x="1032" y="1363"/>
                  </a:lnTo>
                  <a:lnTo>
                    <a:pt x="1022" y="1357"/>
                  </a:lnTo>
                  <a:lnTo>
                    <a:pt x="1018" y="1348"/>
                  </a:lnTo>
                  <a:lnTo>
                    <a:pt x="1017" y="1338"/>
                  </a:lnTo>
                  <a:lnTo>
                    <a:pt x="1018" y="1329"/>
                  </a:lnTo>
                  <a:lnTo>
                    <a:pt x="1019" y="1322"/>
                  </a:lnTo>
                  <a:lnTo>
                    <a:pt x="1018" y="1319"/>
                  </a:lnTo>
                  <a:lnTo>
                    <a:pt x="1013" y="1322"/>
                  </a:lnTo>
                  <a:lnTo>
                    <a:pt x="1004" y="1332"/>
                  </a:lnTo>
                  <a:lnTo>
                    <a:pt x="992" y="1342"/>
                  </a:lnTo>
                  <a:lnTo>
                    <a:pt x="982" y="1345"/>
                  </a:lnTo>
                  <a:lnTo>
                    <a:pt x="973" y="1341"/>
                  </a:lnTo>
                  <a:lnTo>
                    <a:pt x="966" y="1334"/>
                  </a:lnTo>
                  <a:lnTo>
                    <a:pt x="961" y="1325"/>
                  </a:lnTo>
                  <a:lnTo>
                    <a:pt x="957" y="1316"/>
                  </a:lnTo>
                  <a:lnTo>
                    <a:pt x="955" y="1310"/>
                  </a:lnTo>
                  <a:lnTo>
                    <a:pt x="954" y="1307"/>
                  </a:lnTo>
                  <a:lnTo>
                    <a:pt x="953" y="1307"/>
                  </a:lnTo>
                  <a:lnTo>
                    <a:pt x="951" y="1308"/>
                  </a:lnTo>
                  <a:lnTo>
                    <a:pt x="948" y="1308"/>
                  </a:lnTo>
                  <a:lnTo>
                    <a:pt x="944" y="1307"/>
                  </a:lnTo>
                  <a:lnTo>
                    <a:pt x="939" y="1304"/>
                  </a:lnTo>
                  <a:lnTo>
                    <a:pt x="933" y="1300"/>
                  </a:lnTo>
                  <a:lnTo>
                    <a:pt x="926" y="1292"/>
                  </a:lnTo>
                  <a:lnTo>
                    <a:pt x="920" y="1281"/>
                  </a:lnTo>
                  <a:lnTo>
                    <a:pt x="914" y="1272"/>
                  </a:lnTo>
                  <a:lnTo>
                    <a:pt x="907" y="1269"/>
                  </a:lnTo>
                  <a:lnTo>
                    <a:pt x="901" y="1271"/>
                  </a:lnTo>
                  <a:lnTo>
                    <a:pt x="896" y="1276"/>
                  </a:lnTo>
                  <a:lnTo>
                    <a:pt x="891" y="1282"/>
                  </a:lnTo>
                  <a:lnTo>
                    <a:pt x="887" y="1288"/>
                  </a:lnTo>
                  <a:lnTo>
                    <a:pt x="885" y="1294"/>
                  </a:lnTo>
                  <a:lnTo>
                    <a:pt x="884" y="1296"/>
                  </a:lnTo>
                  <a:lnTo>
                    <a:pt x="885" y="1297"/>
                  </a:lnTo>
                  <a:lnTo>
                    <a:pt x="887" y="1301"/>
                  </a:lnTo>
                  <a:lnTo>
                    <a:pt x="891" y="1306"/>
                  </a:lnTo>
                  <a:lnTo>
                    <a:pt x="896" y="1312"/>
                  </a:lnTo>
                  <a:lnTo>
                    <a:pt x="902" y="1318"/>
                  </a:lnTo>
                  <a:lnTo>
                    <a:pt x="909" y="1324"/>
                  </a:lnTo>
                  <a:lnTo>
                    <a:pt x="917" y="1329"/>
                  </a:lnTo>
                  <a:lnTo>
                    <a:pt x="925" y="1332"/>
                  </a:lnTo>
                  <a:lnTo>
                    <a:pt x="934" y="1333"/>
                  </a:lnTo>
                  <a:lnTo>
                    <a:pt x="941" y="1334"/>
                  </a:lnTo>
                  <a:lnTo>
                    <a:pt x="947" y="1335"/>
                  </a:lnTo>
                  <a:lnTo>
                    <a:pt x="952" y="1335"/>
                  </a:lnTo>
                  <a:lnTo>
                    <a:pt x="956" y="1337"/>
                  </a:lnTo>
                  <a:lnTo>
                    <a:pt x="958" y="1341"/>
                  </a:lnTo>
                  <a:lnTo>
                    <a:pt x="959" y="1347"/>
                  </a:lnTo>
                  <a:lnTo>
                    <a:pt x="959" y="1355"/>
                  </a:lnTo>
                  <a:lnTo>
                    <a:pt x="957" y="1365"/>
                  </a:lnTo>
                  <a:lnTo>
                    <a:pt x="955" y="1374"/>
                  </a:lnTo>
                  <a:lnTo>
                    <a:pt x="953" y="1384"/>
                  </a:lnTo>
                  <a:lnTo>
                    <a:pt x="951" y="1392"/>
                  </a:lnTo>
                  <a:lnTo>
                    <a:pt x="951" y="1400"/>
                  </a:lnTo>
                  <a:lnTo>
                    <a:pt x="954" y="1405"/>
                  </a:lnTo>
                  <a:lnTo>
                    <a:pt x="958" y="1408"/>
                  </a:lnTo>
                  <a:lnTo>
                    <a:pt x="967" y="1408"/>
                  </a:lnTo>
                  <a:lnTo>
                    <a:pt x="974" y="1408"/>
                  </a:lnTo>
                  <a:lnTo>
                    <a:pt x="977" y="1411"/>
                  </a:lnTo>
                  <a:lnTo>
                    <a:pt x="975" y="1416"/>
                  </a:lnTo>
                  <a:lnTo>
                    <a:pt x="971" y="1423"/>
                  </a:lnTo>
                  <a:lnTo>
                    <a:pt x="965" y="1429"/>
                  </a:lnTo>
                  <a:lnTo>
                    <a:pt x="960" y="1435"/>
                  </a:lnTo>
                  <a:lnTo>
                    <a:pt x="956" y="1439"/>
                  </a:lnTo>
                  <a:lnTo>
                    <a:pt x="954" y="1441"/>
                  </a:lnTo>
                  <a:lnTo>
                    <a:pt x="953" y="1441"/>
                  </a:lnTo>
                  <a:lnTo>
                    <a:pt x="949" y="1439"/>
                  </a:lnTo>
                  <a:lnTo>
                    <a:pt x="944" y="1437"/>
                  </a:lnTo>
                  <a:lnTo>
                    <a:pt x="938" y="1435"/>
                  </a:lnTo>
                  <a:lnTo>
                    <a:pt x="931" y="1432"/>
                  </a:lnTo>
                  <a:lnTo>
                    <a:pt x="923" y="1428"/>
                  </a:lnTo>
                  <a:lnTo>
                    <a:pt x="917" y="1424"/>
                  </a:lnTo>
                  <a:lnTo>
                    <a:pt x="911" y="1419"/>
                  </a:lnTo>
                  <a:lnTo>
                    <a:pt x="906" y="1415"/>
                  </a:lnTo>
                  <a:lnTo>
                    <a:pt x="901" y="1412"/>
                  </a:lnTo>
                  <a:lnTo>
                    <a:pt x="897" y="1412"/>
                  </a:lnTo>
                  <a:lnTo>
                    <a:pt x="893" y="1414"/>
                  </a:lnTo>
                  <a:lnTo>
                    <a:pt x="889" y="1419"/>
                  </a:lnTo>
                  <a:lnTo>
                    <a:pt x="886" y="1426"/>
                  </a:lnTo>
                  <a:lnTo>
                    <a:pt x="885" y="1437"/>
                  </a:lnTo>
                  <a:lnTo>
                    <a:pt x="884" y="1453"/>
                  </a:lnTo>
                  <a:lnTo>
                    <a:pt x="882" y="1467"/>
                  </a:lnTo>
                  <a:lnTo>
                    <a:pt x="877" y="1476"/>
                  </a:lnTo>
                  <a:lnTo>
                    <a:pt x="872" y="1482"/>
                  </a:lnTo>
                  <a:lnTo>
                    <a:pt x="867" y="1485"/>
                  </a:lnTo>
                  <a:lnTo>
                    <a:pt x="862" y="1487"/>
                  </a:lnTo>
                  <a:lnTo>
                    <a:pt x="861" y="1487"/>
                  </a:lnTo>
                  <a:lnTo>
                    <a:pt x="862" y="1488"/>
                  </a:lnTo>
                  <a:lnTo>
                    <a:pt x="869" y="1489"/>
                  </a:lnTo>
                  <a:lnTo>
                    <a:pt x="875" y="1492"/>
                  </a:lnTo>
                  <a:lnTo>
                    <a:pt x="877" y="1498"/>
                  </a:lnTo>
                  <a:lnTo>
                    <a:pt x="875" y="1504"/>
                  </a:lnTo>
                  <a:lnTo>
                    <a:pt x="871" y="1510"/>
                  </a:lnTo>
                  <a:lnTo>
                    <a:pt x="865" y="1518"/>
                  </a:lnTo>
                  <a:lnTo>
                    <a:pt x="861" y="1525"/>
                  </a:lnTo>
                  <a:lnTo>
                    <a:pt x="858" y="1531"/>
                  </a:lnTo>
                  <a:lnTo>
                    <a:pt x="858" y="1537"/>
                  </a:lnTo>
                  <a:lnTo>
                    <a:pt x="860" y="1545"/>
                  </a:lnTo>
                  <a:lnTo>
                    <a:pt x="862" y="1553"/>
                  </a:lnTo>
                  <a:lnTo>
                    <a:pt x="862" y="1563"/>
                  </a:lnTo>
                  <a:lnTo>
                    <a:pt x="862" y="1571"/>
                  </a:lnTo>
                  <a:lnTo>
                    <a:pt x="860" y="1577"/>
                  </a:lnTo>
                  <a:lnTo>
                    <a:pt x="856" y="1580"/>
                  </a:lnTo>
                  <a:lnTo>
                    <a:pt x="850" y="1579"/>
                  </a:lnTo>
                  <a:lnTo>
                    <a:pt x="842" y="1571"/>
                  </a:lnTo>
                  <a:lnTo>
                    <a:pt x="833" y="1562"/>
                  </a:lnTo>
                  <a:lnTo>
                    <a:pt x="825" y="1556"/>
                  </a:lnTo>
                  <a:lnTo>
                    <a:pt x="819" y="1554"/>
                  </a:lnTo>
                  <a:lnTo>
                    <a:pt x="814" y="1554"/>
                  </a:lnTo>
                  <a:lnTo>
                    <a:pt x="810" y="1557"/>
                  </a:lnTo>
                  <a:lnTo>
                    <a:pt x="807" y="1561"/>
                  </a:lnTo>
                  <a:lnTo>
                    <a:pt x="804" y="1567"/>
                  </a:lnTo>
                  <a:lnTo>
                    <a:pt x="802" y="1574"/>
                  </a:lnTo>
                  <a:lnTo>
                    <a:pt x="800" y="1579"/>
                  </a:lnTo>
                  <a:lnTo>
                    <a:pt x="799" y="1580"/>
                  </a:lnTo>
                  <a:lnTo>
                    <a:pt x="797" y="1578"/>
                  </a:lnTo>
                  <a:lnTo>
                    <a:pt x="795" y="1574"/>
                  </a:lnTo>
                  <a:lnTo>
                    <a:pt x="793" y="1568"/>
                  </a:lnTo>
                  <a:lnTo>
                    <a:pt x="791" y="1561"/>
                  </a:lnTo>
                  <a:lnTo>
                    <a:pt x="789" y="1555"/>
                  </a:lnTo>
                  <a:lnTo>
                    <a:pt x="786" y="1549"/>
                  </a:lnTo>
                  <a:lnTo>
                    <a:pt x="783" y="1542"/>
                  </a:lnTo>
                  <a:lnTo>
                    <a:pt x="781" y="1537"/>
                  </a:lnTo>
                  <a:lnTo>
                    <a:pt x="777" y="1532"/>
                  </a:lnTo>
                  <a:lnTo>
                    <a:pt x="774" y="1529"/>
                  </a:lnTo>
                  <a:lnTo>
                    <a:pt x="769" y="1529"/>
                  </a:lnTo>
                  <a:lnTo>
                    <a:pt x="763" y="1533"/>
                  </a:lnTo>
                  <a:lnTo>
                    <a:pt x="755" y="1542"/>
                  </a:lnTo>
                  <a:lnTo>
                    <a:pt x="744" y="1557"/>
                  </a:lnTo>
                  <a:lnTo>
                    <a:pt x="735" y="1572"/>
                  </a:lnTo>
                  <a:lnTo>
                    <a:pt x="732" y="1582"/>
                  </a:lnTo>
                  <a:lnTo>
                    <a:pt x="732" y="1587"/>
                  </a:lnTo>
                  <a:lnTo>
                    <a:pt x="734" y="1590"/>
                  </a:lnTo>
                  <a:lnTo>
                    <a:pt x="734" y="1591"/>
                  </a:lnTo>
                  <a:lnTo>
                    <a:pt x="731" y="1590"/>
                  </a:lnTo>
                  <a:lnTo>
                    <a:pt x="721" y="1590"/>
                  </a:lnTo>
                  <a:lnTo>
                    <a:pt x="704" y="1590"/>
                  </a:lnTo>
                  <a:lnTo>
                    <a:pt x="686" y="1591"/>
                  </a:lnTo>
                  <a:lnTo>
                    <a:pt x="672" y="1592"/>
                  </a:lnTo>
                  <a:lnTo>
                    <a:pt x="664" y="1595"/>
                  </a:lnTo>
                  <a:lnTo>
                    <a:pt x="659" y="1597"/>
                  </a:lnTo>
                  <a:lnTo>
                    <a:pt x="655" y="1601"/>
                  </a:lnTo>
                  <a:lnTo>
                    <a:pt x="652" y="1606"/>
                  </a:lnTo>
                  <a:lnTo>
                    <a:pt x="647" y="1613"/>
                  </a:lnTo>
                  <a:lnTo>
                    <a:pt x="640" y="1622"/>
                  </a:lnTo>
                  <a:lnTo>
                    <a:pt x="631" y="1631"/>
                  </a:lnTo>
                  <a:lnTo>
                    <a:pt x="622" y="1636"/>
                  </a:lnTo>
                  <a:lnTo>
                    <a:pt x="615" y="1639"/>
                  </a:lnTo>
                  <a:lnTo>
                    <a:pt x="609" y="1640"/>
                  </a:lnTo>
                  <a:lnTo>
                    <a:pt x="604" y="1638"/>
                  </a:lnTo>
                  <a:lnTo>
                    <a:pt x="601" y="1634"/>
                  </a:lnTo>
                  <a:lnTo>
                    <a:pt x="600" y="1629"/>
                  </a:lnTo>
                  <a:lnTo>
                    <a:pt x="601" y="1622"/>
                  </a:lnTo>
                  <a:lnTo>
                    <a:pt x="601" y="1614"/>
                  </a:lnTo>
                  <a:lnTo>
                    <a:pt x="598" y="1605"/>
                  </a:lnTo>
                  <a:lnTo>
                    <a:pt x="594" y="1596"/>
                  </a:lnTo>
                  <a:lnTo>
                    <a:pt x="590" y="1586"/>
                  </a:lnTo>
                  <a:lnTo>
                    <a:pt x="588" y="1579"/>
                  </a:lnTo>
                  <a:lnTo>
                    <a:pt x="589" y="1573"/>
                  </a:lnTo>
                  <a:lnTo>
                    <a:pt x="594" y="1571"/>
                  </a:lnTo>
                  <a:lnTo>
                    <a:pt x="606" y="1571"/>
                  </a:lnTo>
                  <a:lnTo>
                    <a:pt x="620" y="1573"/>
                  </a:lnTo>
                  <a:lnTo>
                    <a:pt x="634" y="1574"/>
                  </a:lnTo>
                  <a:lnTo>
                    <a:pt x="644" y="1575"/>
                  </a:lnTo>
                  <a:lnTo>
                    <a:pt x="653" y="1574"/>
                  </a:lnTo>
                  <a:lnTo>
                    <a:pt x="659" y="1573"/>
                  </a:lnTo>
                  <a:lnTo>
                    <a:pt x="663" y="1569"/>
                  </a:lnTo>
                  <a:lnTo>
                    <a:pt x="665" y="1564"/>
                  </a:lnTo>
                  <a:lnTo>
                    <a:pt x="665" y="1557"/>
                  </a:lnTo>
                  <a:lnTo>
                    <a:pt x="663" y="1549"/>
                  </a:lnTo>
                  <a:lnTo>
                    <a:pt x="658" y="1542"/>
                  </a:lnTo>
                  <a:lnTo>
                    <a:pt x="652" y="1537"/>
                  </a:lnTo>
                  <a:lnTo>
                    <a:pt x="645" y="1533"/>
                  </a:lnTo>
                  <a:lnTo>
                    <a:pt x="638" y="1530"/>
                  </a:lnTo>
                  <a:lnTo>
                    <a:pt x="633" y="1528"/>
                  </a:lnTo>
                  <a:lnTo>
                    <a:pt x="628" y="1527"/>
                  </a:lnTo>
                  <a:lnTo>
                    <a:pt x="626" y="1527"/>
                  </a:lnTo>
                  <a:lnTo>
                    <a:pt x="626" y="1526"/>
                  </a:lnTo>
                  <a:lnTo>
                    <a:pt x="627" y="1522"/>
                  </a:lnTo>
                  <a:lnTo>
                    <a:pt x="630" y="1517"/>
                  </a:lnTo>
                  <a:lnTo>
                    <a:pt x="633" y="1512"/>
                  </a:lnTo>
                  <a:lnTo>
                    <a:pt x="637" y="1507"/>
                  </a:lnTo>
                  <a:lnTo>
                    <a:pt x="642" y="1503"/>
                  </a:lnTo>
                  <a:lnTo>
                    <a:pt x="650" y="1500"/>
                  </a:lnTo>
                  <a:lnTo>
                    <a:pt x="659" y="1501"/>
                  </a:lnTo>
                  <a:lnTo>
                    <a:pt x="668" y="1502"/>
                  </a:lnTo>
                  <a:lnTo>
                    <a:pt x="675" y="1500"/>
                  </a:lnTo>
                  <a:lnTo>
                    <a:pt x="681" y="1496"/>
                  </a:lnTo>
                  <a:lnTo>
                    <a:pt x="685" y="1490"/>
                  </a:lnTo>
                  <a:lnTo>
                    <a:pt x="687" y="1484"/>
                  </a:lnTo>
                  <a:lnTo>
                    <a:pt x="688" y="1480"/>
                  </a:lnTo>
                  <a:lnTo>
                    <a:pt x="688" y="1476"/>
                  </a:lnTo>
                  <a:lnTo>
                    <a:pt x="688" y="1475"/>
                  </a:lnTo>
                  <a:lnTo>
                    <a:pt x="689" y="1476"/>
                  </a:lnTo>
                  <a:lnTo>
                    <a:pt x="691" y="1478"/>
                  </a:lnTo>
                  <a:lnTo>
                    <a:pt x="694" y="1481"/>
                  </a:lnTo>
                  <a:lnTo>
                    <a:pt x="698" y="1485"/>
                  </a:lnTo>
                  <a:lnTo>
                    <a:pt x="702" y="1490"/>
                  </a:lnTo>
                  <a:lnTo>
                    <a:pt x="707" y="1497"/>
                  </a:lnTo>
                  <a:lnTo>
                    <a:pt x="713" y="1503"/>
                  </a:lnTo>
                  <a:lnTo>
                    <a:pt x="718" y="1509"/>
                  </a:lnTo>
                  <a:lnTo>
                    <a:pt x="724" y="1514"/>
                  </a:lnTo>
                  <a:lnTo>
                    <a:pt x="730" y="1515"/>
                  </a:lnTo>
                  <a:lnTo>
                    <a:pt x="735" y="1513"/>
                  </a:lnTo>
                  <a:lnTo>
                    <a:pt x="740" y="1510"/>
                  </a:lnTo>
                  <a:lnTo>
                    <a:pt x="742" y="1505"/>
                  </a:lnTo>
                  <a:lnTo>
                    <a:pt x="742" y="1500"/>
                  </a:lnTo>
                  <a:lnTo>
                    <a:pt x="739" y="1495"/>
                  </a:lnTo>
                  <a:lnTo>
                    <a:pt x="733" y="1489"/>
                  </a:lnTo>
                  <a:lnTo>
                    <a:pt x="725" y="1483"/>
                  </a:lnTo>
                  <a:lnTo>
                    <a:pt x="719" y="1475"/>
                  </a:lnTo>
                  <a:lnTo>
                    <a:pt x="715" y="1466"/>
                  </a:lnTo>
                  <a:lnTo>
                    <a:pt x="713" y="1456"/>
                  </a:lnTo>
                  <a:lnTo>
                    <a:pt x="711" y="1446"/>
                  </a:lnTo>
                  <a:lnTo>
                    <a:pt x="710" y="1438"/>
                  </a:lnTo>
                  <a:lnTo>
                    <a:pt x="710" y="1432"/>
                  </a:lnTo>
                  <a:lnTo>
                    <a:pt x="710" y="1430"/>
                  </a:lnTo>
                  <a:lnTo>
                    <a:pt x="711" y="1428"/>
                  </a:lnTo>
                  <a:lnTo>
                    <a:pt x="713" y="1424"/>
                  </a:lnTo>
                  <a:lnTo>
                    <a:pt x="716" y="1418"/>
                  </a:lnTo>
                  <a:lnTo>
                    <a:pt x="717" y="1412"/>
                  </a:lnTo>
                  <a:lnTo>
                    <a:pt x="716" y="1409"/>
                  </a:lnTo>
                  <a:lnTo>
                    <a:pt x="712" y="1408"/>
                  </a:lnTo>
                  <a:lnTo>
                    <a:pt x="703" y="1412"/>
                  </a:lnTo>
                  <a:lnTo>
                    <a:pt x="688" y="1422"/>
                  </a:lnTo>
                  <a:lnTo>
                    <a:pt x="670" y="1432"/>
                  </a:lnTo>
                  <a:lnTo>
                    <a:pt x="657" y="1437"/>
                  </a:lnTo>
                  <a:lnTo>
                    <a:pt x="647" y="1438"/>
                  </a:lnTo>
                  <a:lnTo>
                    <a:pt x="640" y="1435"/>
                  </a:lnTo>
                  <a:lnTo>
                    <a:pt x="634" y="1431"/>
                  </a:lnTo>
                  <a:lnTo>
                    <a:pt x="631" y="1427"/>
                  </a:lnTo>
                  <a:lnTo>
                    <a:pt x="628" y="1423"/>
                  </a:lnTo>
                  <a:lnTo>
                    <a:pt x="628" y="1422"/>
                  </a:lnTo>
                  <a:lnTo>
                    <a:pt x="643" y="1459"/>
                  </a:lnTo>
                  <a:lnTo>
                    <a:pt x="645" y="1463"/>
                  </a:lnTo>
                  <a:lnTo>
                    <a:pt x="646" y="1468"/>
                  </a:lnTo>
                  <a:lnTo>
                    <a:pt x="646" y="1473"/>
                  </a:lnTo>
                  <a:lnTo>
                    <a:pt x="645" y="1479"/>
                  </a:lnTo>
                  <a:lnTo>
                    <a:pt x="641" y="1486"/>
                  </a:lnTo>
                  <a:lnTo>
                    <a:pt x="635" y="1493"/>
                  </a:lnTo>
                  <a:lnTo>
                    <a:pt x="625" y="1502"/>
                  </a:lnTo>
                  <a:lnTo>
                    <a:pt x="612" y="1510"/>
                  </a:lnTo>
                  <a:lnTo>
                    <a:pt x="599" y="1518"/>
                  </a:lnTo>
                  <a:lnTo>
                    <a:pt x="589" y="1524"/>
                  </a:lnTo>
                  <a:lnTo>
                    <a:pt x="581" y="1529"/>
                  </a:lnTo>
                  <a:lnTo>
                    <a:pt x="574" y="1533"/>
                  </a:lnTo>
                  <a:lnTo>
                    <a:pt x="567" y="1535"/>
                  </a:lnTo>
                  <a:lnTo>
                    <a:pt x="561" y="1536"/>
                  </a:lnTo>
                  <a:lnTo>
                    <a:pt x="553" y="1535"/>
                  </a:lnTo>
                  <a:lnTo>
                    <a:pt x="542" y="1532"/>
                  </a:lnTo>
                  <a:lnTo>
                    <a:pt x="532" y="1528"/>
                  </a:lnTo>
                  <a:lnTo>
                    <a:pt x="524" y="1525"/>
                  </a:lnTo>
                  <a:lnTo>
                    <a:pt x="519" y="1522"/>
                  </a:lnTo>
                  <a:lnTo>
                    <a:pt x="517" y="1518"/>
                  </a:lnTo>
                  <a:lnTo>
                    <a:pt x="515" y="1514"/>
                  </a:lnTo>
                  <a:lnTo>
                    <a:pt x="513" y="1508"/>
                  </a:lnTo>
                  <a:lnTo>
                    <a:pt x="511" y="1501"/>
                  </a:lnTo>
                  <a:lnTo>
                    <a:pt x="508" y="1492"/>
                  </a:lnTo>
                  <a:lnTo>
                    <a:pt x="505" y="1484"/>
                  </a:lnTo>
                  <a:lnTo>
                    <a:pt x="503" y="1478"/>
                  </a:lnTo>
                  <a:lnTo>
                    <a:pt x="503" y="1473"/>
                  </a:lnTo>
                  <a:lnTo>
                    <a:pt x="504" y="1470"/>
                  </a:lnTo>
                  <a:lnTo>
                    <a:pt x="506" y="1466"/>
                  </a:lnTo>
                  <a:lnTo>
                    <a:pt x="510" y="1462"/>
                  </a:lnTo>
                  <a:lnTo>
                    <a:pt x="515" y="1457"/>
                  </a:lnTo>
                  <a:lnTo>
                    <a:pt x="522" y="1451"/>
                  </a:lnTo>
                  <a:lnTo>
                    <a:pt x="528" y="1441"/>
                  </a:lnTo>
                  <a:lnTo>
                    <a:pt x="533" y="1430"/>
                  </a:lnTo>
                  <a:lnTo>
                    <a:pt x="535" y="1418"/>
                  </a:lnTo>
                  <a:lnTo>
                    <a:pt x="535" y="1407"/>
                  </a:lnTo>
                  <a:lnTo>
                    <a:pt x="531" y="1397"/>
                  </a:lnTo>
                  <a:lnTo>
                    <a:pt x="523" y="1390"/>
                  </a:lnTo>
                  <a:lnTo>
                    <a:pt x="513" y="1389"/>
                  </a:lnTo>
                  <a:lnTo>
                    <a:pt x="500" y="1395"/>
                  </a:lnTo>
                  <a:lnTo>
                    <a:pt x="485" y="1402"/>
                  </a:lnTo>
                  <a:lnTo>
                    <a:pt x="471" y="1408"/>
                  </a:lnTo>
                  <a:lnTo>
                    <a:pt x="459" y="1413"/>
                  </a:lnTo>
                  <a:lnTo>
                    <a:pt x="449" y="1418"/>
                  </a:lnTo>
                  <a:lnTo>
                    <a:pt x="440" y="1422"/>
                  </a:lnTo>
                  <a:lnTo>
                    <a:pt x="433" y="1426"/>
                  </a:lnTo>
                  <a:lnTo>
                    <a:pt x="427" y="1431"/>
                  </a:lnTo>
                  <a:lnTo>
                    <a:pt x="424" y="1436"/>
                  </a:lnTo>
                  <a:lnTo>
                    <a:pt x="422" y="1440"/>
                  </a:lnTo>
                  <a:lnTo>
                    <a:pt x="419" y="1442"/>
                  </a:lnTo>
                  <a:lnTo>
                    <a:pt x="416" y="1441"/>
                  </a:lnTo>
                  <a:lnTo>
                    <a:pt x="413" y="1438"/>
                  </a:lnTo>
                  <a:lnTo>
                    <a:pt x="410" y="1434"/>
                  </a:lnTo>
                  <a:lnTo>
                    <a:pt x="407" y="1429"/>
                  </a:lnTo>
                  <a:lnTo>
                    <a:pt x="403" y="1424"/>
                  </a:lnTo>
                  <a:lnTo>
                    <a:pt x="399" y="1419"/>
                  </a:lnTo>
                  <a:lnTo>
                    <a:pt x="394" y="1416"/>
                  </a:lnTo>
                  <a:lnTo>
                    <a:pt x="389" y="1417"/>
                  </a:lnTo>
                  <a:lnTo>
                    <a:pt x="383" y="1419"/>
                  </a:lnTo>
                  <a:lnTo>
                    <a:pt x="375" y="1422"/>
                  </a:lnTo>
                  <a:lnTo>
                    <a:pt x="367" y="1425"/>
                  </a:lnTo>
                  <a:lnTo>
                    <a:pt x="359" y="1424"/>
                  </a:lnTo>
                  <a:lnTo>
                    <a:pt x="350" y="1420"/>
                  </a:lnTo>
                  <a:lnTo>
                    <a:pt x="341" y="1411"/>
                  </a:lnTo>
                  <a:lnTo>
                    <a:pt x="333" y="1400"/>
                  </a:lnTo>
                  <a:lnTo>
                    <a:pt x="326" y="1389"/>
                  </a:lnTo>
                  <a:lnTo>
                    <a:pt x="321" y="1381"/>
                  </a:lnTo>
                  <a:lnTo>
                    <a:pt x="316" y="1374"/>
                  </a:lnTo>
                  <a:lnTo>
                    <a:pt x="310" y="1368"/>
                  </a:lnTo>
                  <a:lnTo>
                    <a:pt x="302" y="1364"/>
                  </a:lnTo>
                  <a:lnTo>
                    <a:pt x="292" y="1361"/>
                  </a:lnTo>
                  <a:lnTo>
                    <a:pt x="278" y="1358"/>
                  </a:lnTo>
                  <a:lnTo>
                    <a:pt x="267" y="1356"/>
                  </a:lnTo>
                  <a:lnTo>
                    <a:pt x="262" y="1353"/>
                  </a:lnTo>
                  <a:lnTo>
                    <a:pt x="263" y="1351"/>
                  </a:lnTo>
                  <a:lnTo>
                    <a:pt x="268" y="1347"/>
                  </a:lnTo>
                  <a:lnTo>
                    <a:pt x="277" y="1344"/>
                  </a:lnTo>
                  <a:lnTo>
                    <a:pt x="288" y="1338"/>
                  </a:lnTo>
                  <a:lnTo>
                    <a:pt x="298" y="1331"/>
                  </a:lnTo>
                  <a:lnTo>
                    <a:pt x="307" y="1324"/>
                  </a:lnTo>
                  <a:lnTo>
                    <a:pt x="315" y="1316"/>
                  </a:lnTo>
                  <a:lnTo>
                    <a:pt x="323" y="1307"/>
                  </a:lnTo>
                  <a:lnTo>
                    <a:pt x="331" y="1299"/>
                  </a:lnTo>
                  <a:lnTo>
                    <a:pt x="338" y="1291"/>
                  </a:lnTo>
                  <a:lnTo>
                    <a:pt x="345" y="1286"/>
                  </a:lnTo>
                  <a:lnTo>
                    <a:pt x="350" y="1284"/>
                  </a:lnTo>
                  <a:lnTo>
                    <a:pt x="356" y="1284"/>
                  </a:lnTo>
                  <a:lnTo>
                    <a:pt x="360" y="1287"/>
                  </a:lnTo>
                  <a:lnTo>
                    <a:pt x="364" y="1294"/>
                  </a:lnTo>
                  <a:lnTo>
                    <a:pt x="366" y="1300"/>
                  </a:lnTo>
                  <a:lnTo>
                    <a:pt x="367" y="1306"/>
                  </a:lnTo>
                  <a:lnTo>
                    <a:pt x="368" y="1311"/>
                  </a:lnTo>
                  <a:lnTo>
                    <a:pt x="368" y="1316"/>
                  </a:lnTo>
                  <a:lnTo>
                    <a:pt x="368" y="1320"/>
                  </a:lnTo>
                  <a:lnTo>
                    <a:pt x="368" y="1323"/>
                  </a:lnTo>
                  <a:lnTo>
                    <a:pt x="368" y="1324"/>
                  </a:lnTo>
                  <a:lnTo>
                    <a:pt x="394" y="1313"/>
                  </a:lnTo>
                  <a:lnTo>
                    <a:pt x="393" y="1311"/>
                  </a:lnTo>
                  <a:lnTo>
                    <a:pt x="391" y="1306"/>
                  </a:lnTo>
                  <a:lnTo>
                    <a:pt x="389" y="1300"/>
                  </a:lnTo>
                  <a:lnTo>
                    <a:pt x="387" y="1291"/>
                  </a:lnTo>
                  <a:lnTo>
                    <a:pt x="386" y="1283"/>
                  </a:lnTo>
                  <a:lnTo>
                    <a:pt x="386" y="1277"/>
                  </a:lnTo>
                  <a:lnTo>
                    <a:pt x="390" y="1272"/>
                  </a:lnTo>
                  <a:lnTo>
                    <a:pt x="397" y="1270"/>
                  </a:lnTo>
                  <a:lnTo>
                    <a:pt x="404" y="1268"/>
                  </a:lnTo>
                  <a:lnTo>
                    <a:pt x="409" y="1264"/>
                  </a:lnTo>
                  <a:lnTo>
                    <a:pt x="412" y="1258"/>
                  </a:lnTo>
                  <a:lnTo>
                    <a:pt x="414" y="1251"/>
                  </a:lnTo>
                  <a:lnTo>
                    <a:pt x="416" y="1245"/>
                  </a:lnTo>
                  <a:lnTo>
                    <a:pt x="417" y="1240"/>
                  </a:lnTo>
                  <a:lnTo>
                    <a:pt x="420" y="1239"/>
                  </a:lnTo>
                  <a:lnTo>
                    <a:pt x="424" y="1243"/>
                  </a:lnTo>
                  <a:lnTo>
                    <a:pt x="429" y="1248"/>
                  </a:lnTo>
                  <a:lnTo>
                    <a:pt x="435" y="1254"/>
                  </a:lnTo>
                  <a:lnTo>
                    <a:pt x="439" y="1259"/>
                  </a:lnTo>
                  <a:lnTo>
                    <a:pt x="443" y="1263"/>
                  </a:lnTo>
                  <a:lnTo>
                    <a:pt x="446" y="1266"/>
                  </a:lnTo>
                  <a:lnTo>
                    <a:pt x="450" y="1269"/>
                  </a:lnTo>
                  <a:lnTo>
                    <a:pt x="454" y="1269"/>
                  </a:lnTo>
                  <a:lnTo>
                    <a:pt x="458" y="1268"/>
                  </a:lnTo>
                  <a:lnTo>
                    <a:pt x="462" y="1265"/>
                  </a:lnTo>
                  <a:lnTo>
                    <a:pt x="466" y="1262"/>
                  </a:lnTo>
                  <a:lnTo>
                    <a:pt x="470" y="1258"/>
                  </a:lnTo>
                  <a:lnTo>
                    <a:pt x="474" y="1253"/>
                  </a:lnTo>
                  <a:lnTo>
                    <a:pt x="476" y="1248"/>
                  </a:lnTo>
                  <a:lnTo>
                    <a:pt x="478" y="1243"/>
                  </a:lnTo>
                  <a:lnTo>
                    <a:pt x="478" y="1236"/>
                  </a:lnTo>
                  <a:lnTo>
                    <a:pt x="477" y="1231"/>
                  </a:lnTo>
                  <a:lnTo>
                    <a:pt x="476" y="1225"/>
                  </a:lnTo>
                  <a:lnTo>
                    <a:pt x="477" y="1219"/>
                  </a:lnTo>
                  <a:lnTo>
                    <a:pt x="481" y="1213"/>
                  </a:lnTo>
                  <a:lnTo>
                    <a:pt x="485" y="1207"/>
                  </a:lnTo>
                  <a:lnTo>
                    <a:pt x="490" y="1202"/>
                  </a:lnTo>
                  <a:lnTo>
                    <a:pt x="495" y="1197"/>
                  </a:lnTo>
                  <a:lnTo>
                    <a:pt x="501" y="1194"/>
                  </a:lnTo>
                  <a:lnTo>
                    <a:pt x="506" y="1191"/>
                  </a:lnTo>
                  <a:lnTo>
                    <a:pt x="508" y="1190"/>
                  </a:lnTo>
                  <a:lnTo>
                    <a:pt x="503" y="1190"/>
                  </a:lnTo>
                  <a:lnTo>
                    <a:pt x="495" y="1191"/>
                  </a:lnTo>
                  <a:lnTo>
                    <a:pt x="483" y="1194"/>
                  </a:lnTo>
                  <a:lnTo>
                    <a:pt x="467" y="1197"/>
                  </a:lnTo>
                  <a:lnTo>
                    <a:pt x="452" y="1201"/>
                  </a:lnTo>
                  <a:lnTo>
                    <a:pt x="436" y="1207"/>
                  </a:lnTo>
                  <a:lnTo>
                    <a:pt x="421" y="1214"/>
                  </a:lnTo>
                  <a:lnTo>
                    <a:pt x="409" y="1220"/>
                  </a:lnTo>
                  <a:lnTo>
                    <a:pt x="398" y="1221"/>
                  </a:lnTo>
                  <a:lnTo>
                    <a:pt x="389" y="1220"/>
                  </a:lnTo>
                  <a:lnTo>
                    <a:pt x="381" y="1218"/>
                  </a:lnTo>
                  <a:lnTo>
                    <a:pt x="371" y="1217"/>
                  </a:lnTo>
                  <a:lnTo>
                    <a:pt x="363" y="1218"/>
                  </a:lnTo>
                  <a:lnTo>
                    <a:pt x="353" y="1222"/>
                  </a:lnTo>
                  <a:lnTo>
                    <a:pt x="343" y="1231"/>
                  </a:lnTo>
                  <a:lnTo>
                    <a:pt x="333" y="1240"/>
                  </a:lnTo>
                  <a:lnTo>
                    <a:pt x="325" y="1244"/>
                  </a:lnTo>
                  <a:lnTo>
                    <a:pt x="320" y="1241"/>
                  </a:lnTo>
                  <a:lnTo>
                    <a:pt x="316" y="1236"/>
                  </a:lnTo>
                  <a:lnTo>
                    <a:pt x="312" y="1229"/>
                  </a:lnTo>
                  <a:lnTo>
                    <a:pt x="308" y="1221"/>
                  </a:lnTo>
                  <a:lnTo>
                    <a:pt x="302" y="1214"/>
                  </a:lnTo>
                  <a:lnTo>
                    <a:pt x="293" y="1209"/>
                  </a:lnTo>
                  <a:lnTo>
                    <a:pt x="283" y="1208"/>
                  </a:lnTo>
                  <a:lnTo>
                    <a:pt x="274" y="1209"/>
                  </a:lnTo>
                  <a:lnTo>
                    <a:pt x="265" y="1212"/>
                  </a:lnTo>
                  <a:lnTo>
                    <a:pt x="257" y="1213"/>
                  </a:lnTo>
                  <a:lnTo>
                    <a:pt x="248" y="1212"/>
                  </a:lnTo>
                  <a:lnTo>
                    <a:pt x="238" y="1206"/>
                  </a:lnTo>
                  <a:lnTo>
                    <a:pt x="227" y="1194"/>
                  </a:lnTo>
                  <a:lnTo>
                    <a:pt x="214" y="1172"/>
                  </a:lnTo>
                  <a:lnTo>
                    <a:pt x="203" y="1153"/>
                  </a:lnTo>
                  <a:lnTo>
                    <a:pt x="196" y="1146"/>
                  </a:lnTo>
                  <a:lnTo>
                    <a:pt x="190" y="1147"/>
                  </a:lnTo>
                  <a:lnTo>
                    <a:pt x="183" y="1153"/>
                  </a:lnTo>
                  <a:lnTo>
                    <a:pt x="170" y="1161"/>
                  </a:lnTo>
                  <a:lnTo>
                    <a:pt x="153" y="1167"/>
                  </a:lnTo>
                  <a:lnTo>
                    <a:pt x="126" y="1168"/>
                  </a:lnTo>
                  <a:lnTo>
                    <a:pt x="89" y="1161"/>
                  </a:lnTo>
                  <a:lnTo>
                    <a:pt x="51" y="1151"/>
                  </a:lnTo>
                  <a:lnTo>
                    <a:pt x="25" y="1144"/>
                  </a:lnTo>
                  <a:lnTo>
                    <a:pt x="10" y="1140"/>
                  </a:lnTo>
                  <a:lnTo>
                    <a:pt x="2" y="1138"/>
                  </a:lnTo>
                  <a:lnTo>
                    <a:pt x="0" y="1137"/>
                  </a:lnTo>
                  <a:lnTo>
                    <a:pt x="2" y="1136"/>
                  </a:lnTo>
                  <a:lnTo>
                    <a:pt x="5" y="1135"/>
                  </a:lnTo>
                  <a:lnTo>
                    <a:pt x="7" y="1132"/>
                  </a:lnTo>
                  <a:lnTo>
                    <a:pt x="8" y="1129"/>
                  </a:lnTo>
                  <a:lnTo>
                    <a:pt x="8" y="1126"/>
                  </a:lnTo>
                  <a:lnTo>
                    <a:pt x="10" y="1124"/>
                  </a:lnTo>
                  <a:lnTo>
                    <a:pt x="14" y="1123"/>
                  </a:lnTo>
                  <a:lnTo>
                    <a:pt x="21" y="1120"/>
                  </a:lnTo>
                  <a:lnTo>
                    <a:pt x="34" y="1117"/>
                  </a:lnTo>
                  <a:lnTo>
                    <a:pt x="52" y="1112"/>
                  </a:lnTo>
                  <a:lnTo>
                    <a:pt x="77" y="1105"/>
                  </a:lnTo>
                  <a:lnTo>
                    <a:pt x="105" y="1096"/>
                  </a:lnTo>
                  <a:lnTo>
                    <a:pt x="128" y="1086"/>
                  </a:lnTo>
                  <a:lnTo>
                    <a:pt x="148" y="1076"/>
                  </a:lnTo>
                  <a:lnTo>
                    <a:pt x="164" y="1066"/>
                  </a:lnTo>
                  <a:lnTo>
                    <a:pt x="176" y="1056"/>
                  </a:lnTo>
                  <a:lnTo>
                    <a:pt x="185" y="1047"/>
                  </a:lnTo>
                  <a:lnTo>
                    <a:pt x="190" y="1038"/>
                  </a:lnTo>
                  <a:lnTo>
                    <a:pt x="192" y="1031"/>
                  </a:lnTo>
                  <a:lnTo>
                    <a:pt x="192" y="1025"/>
                  </a:lnTo>
                  <a:lnTo>
                    <a:pt x="193" y="1018"/>
                  </a:lnTo>
                  <a:lnTo>
                    <a:pt x="194" y="1012"/>
                  </a:lnTo>
                  <a:lnTo>
                    <a:pt x="195" y="1005"/>
                  </a:lnTo>
                  <a:lnTo>
                    <a:pt x="196" y="998"/>
                  </a:lnTo>
                  <a:lnTo>
                    <a:pt x="197" y="989"/>
                  </a:lnTo>
                  <a:lnTo>
                    <a:pt x="198" y="982"/>
                  </a:lnTo>
                  <a:lnTo>
                    <a:pt x="198" y="975"/>
                  </a:lnTo>
                  <a:lnTo>
                    <a:pt x="199" y="967"/>
                  </a:lnTo>
                  <a:lnTo>
                    <a:pt x="200" y="959"/>
                  </a:lnTo>
                  <a:lnTo>
                    <a:pt x="202" y="950"/>
                  </a:lnTo>
                  <a:lnTo>
                    <a:pt x="202" y="942"/>
                  </a:lnTo>
                  <a:lnTo>
                    <a:pt x="201" y="932"/>
                  </a:lnTo>
                  <a:lnTo>
                    <a:pt x="197" y="924"/>
                  </a:lnTo>
                  <a:lnTo>
                    <a:pt x="190" y="917"/>
                  </a:lnTo>
                  <a:lnTo>
                    <a:pt x="177" y="911"/>
                  </a:lnTo>
                  <a:lnTo>
                    <a:pt x="166" y="906"/>
                  </a:lnTo>
                  <a:lnTo>
                    <a:pt x="162" y="903"/>
                  </a:lnTo>
                  <a:lnTo>
                    <a:pt x="162" y="900"/>
                  </a:lnTo>
                  <a:lnTo>
                    <a:pt x="167" y="897"/>
                  </a:lnTo>
                  <a:lnTo>
                    <a:pt x="174" y="894"/>
                  </a:lnTo>
                  <a:lnTo>
                    <a:pt x="183" y="889"/>
                  </a:lnTo>
                  <a:lnTo>
                    <a:pt x="191" y="884"/>
                  </a:lnTo>
                  <a:lnTo>
                    <a:pt x="198" y="877"/>
                  </a:lnTo>
                  <a:lnTo>
                    <a:pt x="203" y="870"/>
                  </a:lnTo>
                  <a:lnTo>
                    <a:pt x="206" y="864"/>
                  </a:lnTo>
                  <a:lnTo>
                    <a:pt x="207" y="859"/>
                  </a:lnTo>
                  <a:lnTo>
                    <a:pt x="208" y="855"/>
                  </a:lnTo>
                  <a:lnTo>
                    <a:pt x="209" y="852"/>
                  </a:lnTo>
                  <a:lnTo>
                    <a:pt x="210" y="848"/>
                  </a:lnTo>
                  <a:lnTo>
                    <a:pt x="213" y="843"/>
                  </a:lnTo>
                  <a:lnTo>
                    <a:pt x="217" y="837"/>
                  </a:lnTo>
                  <a:lnTo>
                    <a:pt x="221" y="830"/>
                  </a:lnTo>
                  <a:lnTo>
                    <a:pt x="223" y="823"/>
                  </a:lnTo>
                  <a:lnTo>
                    <a:pt x="225" y="815"/>
                  </a:lnTo>
                  <a:lnTo>
                    <a:pt x="226" y="807"/>
                  </a:lnTo>
                  <a:lnTo>
                    <a:pt x="228" y="801"/>
                  </a:lnTo>
                  <a:lnTo>
                    <a:pt x="233" y="795"/>
                  </a:lnTo>
                  <a:lnTo>
                    <a:pt x="239" y="791"/>
                  </a:lnTo>
                  <a:lnTo>
                    <a:pt x="248" y="789"/>
                  </a:lnTo>
                  <a:lnTo>
                    <a:pt x="257" y="788"/>
                  </a:lnTo>
                  <a:lnTo>
                    <a:pt x="263" y="785"/>
                  </a:lnTo>
                  <a:lnTo>
                    <a:pt x="266" y="781"/>
                  </a:lnTo>
                  <a:lnTo>
                    <a:pt x="267" y="775"/>
                  </a:lnTo>
                  <a:lnTo>
                    <a:pt x="268" y="769"/>
                  </a:lnTo>
                  <a:lnTo>
                    <a:pt x="270" y="763"/>
                  </a:lnTo>
                  <a:lnTo>
                    <a:pt x="272" y="757"/>
                  </a:lnTo>
                  <a:lnTo>
                    <a:pt x="278" y="751"/>
                  </a:lnTo>
                  <a:lnTo>
                    <a:pt x="286" y="747"/>
                  </a:lnTo>
                  <a:lnTo>
                    <a:pt x="291" y="744"/>
                  </a:lnTo>
                  <a:lnTo>
                    <a:pt x="296" y="741"/>
                  </a:lnTo>
                  <a:lnTo>
                    <a:pt x="300" y="738"/>
                  </a:lnTo>
                  <a:lnTo>
                    <a:pt x="303" y="736"/>
                  </a:lnTo>
                  <a:lnTo>
                    <a:pt x="305" y="732"/>
                  </a:lnTo>
                  <a:lnTo>
                    <a:pt x="307" y="727"/>
                  </a:lnTo>
                  <a:lnTo>
                    <a:pt x="307" y="719"/>
                  </a:lnTo>
                  <a:lnTo>
                    <a:pt x="305" y="712"/>
                  </a:lnTo>
                  <a:lnTo>
                    <a:pt x="302" y="706"/>
                  </a:lnTo>
                  <a:lnTo>
                    <a:pt x="297" y="702"/>
                  </a:lnTo>
                  <a:lnTo>
                    <a:pt x="292" y="698"/>
                  </a:lnTo>
                  <a:lnTo>
                    <a:pt x="289" y="692"/>
                  </a:lnTo>
                  <a:lnTo>
                    <a:pt x="288" y="683"/>
                  </a:lnTo>
                  <a:lnTo>
                    <a:pt x="290" y="672"/>
                  </a:lnTo>
                  <a:lnTo>
                    <a:pt x="298" y="655"/>
                  </a:lnTo>
                  <a:lnTo>
                    <a:pt x="307" y="635"/>
                  </a:lnTo>
                  <a:lnTo>
                    <a:pt x="312" y="618"/>
                  </a:lnTo>
                  <a:lnTo>
                    <a:pt x="315" y="603"/>
                  </a:lnTo>
                  <a:lnTo>
                    <a:pt x="316" y="590"/>
                  </a:lnTo>
                  <a:lnTo>
                    <a:pt x="316" y="580"/>
                  </a:lnTo>
                  <a:lnTo>
                    <a:pt x="317" y="575"/>
                  </a:lnTo>
                  <a:lnTo>
                    <a:pt x="319" y="575"/>
                  </a:lnTo>
                  <a:lnTo>
                    <a:pt x="323" y="579"/>
                  </a:lnTo>
                  <a:lnTo>
                    <a:pt x="328" y="586"/>
                  </a:lnTo>
                  <a:lnTo>
                    <a:pt x="334" y="595"/>
                  </a:lnTo>
                  <a:lnTo>
                    <a:pt x="339" y="603"/>
                  </a:lnTo>
                  <a:lnTo>
                    <a:pt x="344" y="610"/>
                  </a:lnTo>
                  <a:lnTo>
                    <a:pt x="348" y="618"/>
                  </a:lnTo>
                  <a:lnTo>
                    <a:pt x="351" y="625"/>
                  </a:lnTo>
                  <a:lnTo>
                    <a:pt x="354" y="631"/>
                  </a:lnTo>
                  <a:lnTo>
                    <a:pt x="357" y="637"/>
                  </a:lnTo>
                  <a:lnTo>
                    <a:pt x="360" y="641"/>
                  </a:lnTo>
                  <a:lnTo>
                    <a:pt x="366" y="642"/>
                  </a:lnTo>
                  <a:lnTo>
                    <a:pt x="372" y="640"/>
                  </a:lnTo>
                  <a:lnTo>
                    <a:pt x="379" y="636"/>
                  </a:lnTo>
                  <a:lnTo>
                    <a:pt x="386" y="632"/>
                  </a:lnTo>
                  <a:lnTo>
                    <a:pt x="392" y="628"/>
                  </a:lnTo>
                  <a:lnTo>
                    <a:pt x="396" y="625"/>
                  </a:lnTo>
                  <a:lnTo>
                    <a:pt x="397" y="624"/>
                  </a:lnTo>
                  <a:lnTo>
                    <a:pt x="399" y="623"/>
                  </a:lnTo>
                  <a:lnTo>
                    <a:pt x="405" y="620"/>
                  </a:lnTo>
                  <a:lnTo>
                    <a:pt x="412" y="616"/>
                  </a:lnTo>
                  <a:lnTo>
                    <a:pt x="420" y="610"/>
                  </a:lnTo>
                  <a:lnTo>
                    <a:pt x="427" y="604"/>
                  </a:lnTo>
                  <a:lnTo>
                    <a:pt x="433" y="598"/>
                  </a:lnTo>
                  <a:lnTo>
                    <a:pt x="434" y="591"/>
                  </a:lnTo>
                  <a:lnTo>
                    <a:pt x="429" y="584"/>
                  </a:lnTo>
                  <a:lnTo>
                    <a:pt x="423" y="578"/>
                  </a:lnTo>
                  <a:lnTo>
                    <a:pt x="419" y="573"/>
                  </a:lnTo>
                  <a:lnTo>
                    <a:pt x="418" y="569"/>
                  </a:lnTo>
                  <a:lnTo>
                    <a:pt x="420" y="566"/>
                  </a:lnTo>
                  <a:lnTo>
                    <a:pt x="425" y="564"/>
                  </a:lnTo>
                  <a:lnTo>
                    <a:pt x="434" y="564"/>
                  </a:lnTo>
                  <a:lnTo>
                    <a:pt x="446" y="565"/>
                  </a:lnTo>
                  <a:lnTo>
                    <a:pt x="463" y="568"/>
                  </a:lnTo>
                  <a:lnTo>
                    <a:pt x="478" y="570"/>
                  </a:lnTo>
                  <a:lnTo>
                    <a:pt x="489" y="570"/>
                  </a:lnTo>
                  <a:lnTo>
                    <a:pt x="495" y="566"/>
                  </a:lnTo>
                  <a:lnTo>
                    <a:pt x="498" y="561"/>
                  </a:lnTo>
                  <a:lnTo>
                    <a:pt x="499" y="555"/>
                  </a:lnTo>
                  <a:lnTo>
                    <a:pt x="502" y="549"/>
                  </a:lnTo>
                  <a:lnTo>
                    <a:pt x="506" y="543"/>
                  </a:lnTo>
                  <a:lnTo>
                    <a:pt x="514" y="536"/>
                  </a:lnTo>
                  <a:lnTo>
                    <a:pt x="523" y="533"/>
                  </a:lnTo>
                  <a:lnTo>
                    <a:pt x="532" y="533"/>
                  </a:lnTo>
                  <a:lnTo>
                    <a:pt x="540" y="535"/>
                  </a:lnTo>
                  <a:lnTo>
                    <a:pt x="547" y="539"/>
                  </a:lnTo>
                  <a:lnTo>
                    <a:pt x="553" y="542"/>
                  </a:lnTo>
                  <a:lnTo>
                    <a:pt x="561" y="544"/>
                  </a:lnTo>
                  <a:lnTo>
                    <a:pt x="569" y="543"/>
                  </a:lnTo>
                  <a:lnTo>
                    <a:pt x="578" y="540"/>
                  </a:lnTo>
                  <a:lnTo>
                    <a:pt x="586" y="534"/>
                  </a:lnTo>
                  <a:lnTo>
                    <a:pt x="589" y="531"/>
                  </a:lnTo>
                  <a:lnTo>
                    <a:pt x="588" y="528"/>
                  </a:lnTo>
                  <a:lnTo>
                    <a:pt x="584" y="525"/>
                  </a:lnTo>
                  <a:lnTo>
                    <a:pt x="577" y="522"/>
                  </a:lnTo>
                  <a:lnTo>
                    <a:pt x="571" y="518"/>
                  </a:lnTo>
                  <a:lnTo>
                    <a:pt x="565" y="513"/>
                  </a:lnTo>
                  <a:lnTo>
                    <a:pt x="561" y="506"/>
                  </a:lnTo>
                  <a:lnTo>
                    <a:pt x="560" y="504"/>
                  </a:lnTo>
                  <a:lnTo>
                    <a:pt x="559" y="503"/>
                  </a:lnTo>
                  <a:lnTo>
                    <a:pt x="558" y="501"/>
                  </a:lnTo>
                  <a:lnTo>
                    <a:pt x="557" y="500"/>
                  </a:lnTo>
                  <a:lnTo>
                    <a:pt x="556" y="500"/>
                  </a:lnTo>
                  <a:lnTo>
                    <a:pt x="556" y="500"/>
                  </a:lnTo>
                  <a:lnTo>
                    <a:pt x="556" y="500"/>
                  </a:lnTo>
                  <a:lnTo>
                    <a:pt x="556" y="500"/>
                  </a:lnTo>
                  <a:lnTo>
                    <a:pt x="557" y="499"/>
                  </a:lnTo>
                  <a:lnTo>
                    <a:pt x="558" y="499"/>
                  </a:lnTo>
                  <a:lnTo>
                    <a:pt x="559" y="499"/>
                  </a:lnTo>
                  <a:lnTo>
                    <a:pt x="559" y="499"/>
                  </a:lnTo>
                  <a:lnTo>
                    <a:pt x="571" y="495"/>
                  </a:lnTo>
                  <a:lnTo>
                    <a:pt x="589" y="494"/>
                  </a:lnTo>
                  <a:lnTo>
                    <a:pt x="608" y="494"/>
                  </a:lnTo>
                  <a:lnTo>
                    <a:pt x="628" y="496"/>
                  </a:lnTo>
                  <a:lnTo>
                    <a:pt x="649" y="498"/>
                  </a:lnTo>
                  <a:lnTo>
                    <a:pt x="668" y="500"/>
                  </a:lnTo>
                  <a:lnTo>
                    <a:pt x="684" y="502"/>
                  </a:lnTo>
                  <a:lnTo>
                    <a:pt x="695" y="503"/>
                  </a:lnTo>
                  <a:lnTo>
                    <a:pt x="705" y="503"/>
                  </a:lnTo>
                  <a:lnTo>
                    <a:pt x="717" y="503"/>
                  </a:lnTo>
                  <a:lnTo>
                    <a:pt x="732" y="504"/>
                  </a:lnTo>
                  <a:lnTo>
                    <a:pt x="747" y="505"/>
                  </a:lnTo>
                  <a:lnTo>
                    <a:pt x="764" y="507"/>
                  </a:lnTo>
                  <a:lnTo>
                    <a:pt x="781" y="510"/>
                  </a:lnTo>
                  <a:lnTo>
                    <a:pt x="797" y="513"/>
                  </a:lnTo>
                  <a:lnTo>
                    <a:pt x="813" y="518"/>
                  </a:lnTo>
                  <a:lnTo>
                    <a:pt x="826" y="518"/>
                  </a:lnTo>
                  <a:lnTo>
                    <a:pt x="836" y="510"/>
                  </a:lnTo>
                  <a:lnTo>
                    <a:pt x="841" y="496"/>
                  </a:lnTo>
                  <a:lnTo>
                    <a:pt x="844" y="477"/>
                  </a:lnTo>
                  <a:lnTo>
                    <a:pt x="843" y="457"/>
                  </a:lnTo>
                  <a:lnTo>
                    <a:pt x="842" y="437"/>
                  </a:lnTo>
                  <a:lnTo>
                    <a:pt x="839" y="420"/>
                  </a:lnTo>
                  <a:lnTo>
                    <a:pt x="837" y="409"/>
                  </a:lnTo>
                  <a:lnTo>
                    <a:pt x="836" y="402"/>
                  </a:lnTo>
                  <a:lnTo>
                    <a:pt x="837" y="396"/>
                  </a:lnTo>
                  <a:lnTo>
                    <a:pt x="841" y="391"/>
                  </a:lnTo>
                  <a:lnTo>
                    <a:pt x="847" y="385"/>
                  </a:lnTo>
                  <a:lnTo>
                    <a:pt x="856" y="379"/>
                  </a:lnTo>
                  <a:lnTo>
                    <a:pt x="869" y="373"/>
                  </a:lnTo>
                  <a:lnTo>
                    <a:pt x="886" y="365"/>
                  </a:lnTo>
                  <a:lnTo>
                    <a:pt x="906" y="354"/>
                  </a:lnTo>
                  <a:lnTo>
                    <a:pt x="926" y="344"/>
                  </a:lnTo>
                  <a:lnTo>
                    <a:pt x="942" y="339"/>
                  </a:lnTo>
                  <a:lnTo>
                    <a:pt x="954" y="338"/>
                  </a:lnTo>
                  <a:lnTo>
                    <a:pt x="963" y="341"/>
                  </a:lnTo>
                  <a:lnTo>
                    <a:pt x="970" y="347"/>
                  </a:lnTo>
                  <a:lnTo>
                    <a:pt x="976" y="355"/>
                  </a:lnTo>
                  <a:lnTo>
                    <a:pt x="982" y="365"/>
                  </a:lnTo>
                  <a:lnTo>
                    <a:pt x="986" y="376"/>
                  </a:lnTo>
                  <a:lnTo>
                    <a:pt x="992" y="385"/>
                  </a:lnTo>
                  <a:lnTo>
                    <a:pt x="1000" y="391"/>
                  </a:lnTo>
                  <a:lnTo>
                    <a:pt x="1011" y="394"/>
                  </a:lnTo>
                  <a:lnTo>
                    <a:pt x="1023" y="394"/>
                  </a:lnTo>
                  <a:lnTo>
                    <a:pt x="1037" y="394"/>
                  </a:lnTo>
                  <a:lnTo>
                    <a:pt x="1051" y="394"/>
                  </a:lnTo>
                  <a:lnTo>
                    <a:pt x="1064" y="394"/>
                  </a:lnTo>
                  <a:lnTo>
                    <a:pt x="1075" y="397"/>
                  </a:lnTo>
                  <a:lnTo>
                    <a:pt x="1087" y="403"/>
                  </a:lnTo>
                  <a:lnTo>
                    <a:pt x="1100" y="412"/>
                  </a:lnTo>
                  <a:lnTo>
                    <a:pt x="1114" y="425"/>
                  </a:lnTo>
                  <a:lnTo>
                    <a:pt x="1127" y="440"/>
                  </a:lnTo>
                  <a:lnTo>
                    <a:pt x="1142" y="455"/>
                  </a:lnTo>
                  <a:lnTo>
                    <a:pt x="1154" y="469"/>
                  </a:lnTo>
                  <a:lnTo>
                    <a:pt x="1166" y="481"/>
                  </a:lnTo>
                  <a:lnTo>
                    <a:pt x="1175" y="491"/>
                  </a:lnTo>
                  <a:lnTo>
                    <a:pt x="1185" y="496"/>
                  </a:lnTo>
                  <a:lnTo>
                    <a:pt x="1195" y="496"/>
                  </a:lnTo>
                  <a:lnTo>
                    <a:pt x="1206" y="492"/>
                  </a:lnTo>
                  <a:lnTo>
                    <a:pt x="1217" y="486"/>
                  </a:lnTo>
                  <a:lnTo>
                    <a:pt x="1229" y="480"/>
                  </a:lnTo>
                  <a:lnTo>
                    <a:pt x="1237" y="476"/>
                  </a:lnTo>
                  <a:lnTo>
                    <a:pt x="1245" y="474"/>
                  </a:lnTo>
                  <a:lnTo>
                    <a:pt x="1249" y="476"/>
                  </a:lnTo>
                  <a:lnTo>
                    <a:pt x="1253" y="481"/>
                  </a:lnTo>
                  <a:lnTo>
                    <a:pt x="1257" y="485"/>
                  </a:lnTo>
                  <a:lnTo>
                    <a:pt x="1264" y="489"/>
                  </a:lnTo>
                  <a:lnTo>
                    <a:pt x="1273" y="490"/>
                  </a:lnTo>
                  <a:lnTo>
                    <a:pt x="1285" y="489"/>
                  </a:lnTo>
                  <a:lnTo>
                    <a:pt x="1299" y="486"/>
                  </a:lnTo>
                  <a:lnTo>
                    <a:pt x="1317" y="480"/>
                  </a:lnTo>
                  <a:lnTo>
                    <a:pt x="1339" y="472"/>
                  </a:lnTo>
                  <a:lnTo>
                    <a:pt x="1359" y="461"/>
                  </a:lnTo>
                  <a:lnTo>
                    <a:pt x="1374" y="448"/>
                  </a:lnTo>
                  <a:lnTo>
                    <a:pt x="1386" y="433"/>
                  </a:lnTo>
                  <a:lnTo>
                    <a:pt x="1394" y="419"/>
                  </a:lnTo>
                  <a:lnTo>
                    <a:pt x="1399" y="406"/>
                  </a:lnTo>
                  <a:lnTo>
                    <a:pt x="1402" y="394"/>
                  </a:lnTo>
                  <a:lnTo>
                    <a:pt x="1405" y="383"/>
                  </a:lnTo>
                  <a:lnTo>
                    <a:pt x="1408" y="376"/>
                  </a:lnTo>
                  <a:lnTo>
                    <a:pt x="1408" y="369"/>
                  </a:lnTo>
                  <a:lnTo>
                    <a:pt x="1402" y="361"/>
                  </a:lnTo>
                  <a:lnTo>
                    <a:pt x="1393" y="352"/>
                  </a:lnTo>
                  <a:lnTo>
                    <a:pt x="1380" y="341"/>
                  </a:lnTo>
                  <a:lnTo>
                    <a:pt x="1365" y="326"/>
                  </a:lnTo>
                  <a:lnTo>
                    <a:pt x="1352" y="308"/>
                  </a:lnTo>
                  <a:lnTo>
                    <a:pt x="1339" y="286"/>
                  </a:lnTo>
                  <a:lnTo>
                    <a:pt x="1329" y="260"/>
                  </a:lnTo>
                  <a:lnTo>
                    <a:pt x="1324" y="236"/>
                  </a:lnTo>
                  <a:lnTo>
                    <a:pt x="1330" y="221"/>
                  </a:lnTo>
                  <a:lnTo>
                    <a:pt x="1340" y="213"/>
                  </a:lnTo>
                  <a:lnTo>
                    <a:pt x="1353" y="209"/>
                  </a:lnTo>
                  <a:lnTo>
                    <a:pt x="1367" y="209"/>
                  </a:lnTo>
                  <a:lnTo>
                    <a:pt x="1381" y="211"/>
                  </a:lnTo>
                  <a:lnTo>
                    <a:pt x="1390" y="214"/>
                  </a:lnTo>
                  <a:lnTo>
                    <a:pt x="1394" y="215"/>
                  </a:lnTo>
                  <a:lnTo>
                    <a:pt x="1439" y="248"/>
                  </a:lnTo>
                  <a:lnTo>
                    <a:pt x="1486" y="215"/>
                  </a:lnTo>
                  <a:lnTo>
                    <a:pt x="1488" y="216"/>
                  </a:lnTo>
                  <a:lnTo>
                    <a:pt x="1492" y="219"/>
                  </a:lnTo>
                  <a:lnTo>
                    <a:pt x="1499" y="223"/>
                  </a:lnTo>
                  <a:lnTo>
                    <a:pt x="1507" y="227"/>
                  </a:lnTo>
                  <a:lnTo>
                    <a:pt x="1516" y="230"/>
                  </a:lnTo>
                  <a:lnTo>
                    <a:pt x="1527" y="232"/>
                  </a:lnTo>
                  <a:lnTo>
                    <a:pt x="1536" y="231"/>
                  </a:lnTo>
                  <a:lnTo>
                    <a:pt x="1545" y="227"/>
                  </a:lnTo>
                  <a:lnTo>
                    <a:pt x="1554" y="221"/>
                  </a:lnTo>
                  <a:lnTo>
                    <a:pt x="1563" y="217"/>
                  </a:lnTo>
                  <a:lnTo>
                    <a:pt x="1574" y="215"/>
                  </a:lnTo>
                  <a:lnTo>
                    <a:pt x="1585" y="214"/>
                  </a:lnTo>
                  <a:lnTo>
                    <a:pt x="1596" y="214"/>
                  </a:lnTo>
                  <a:lnTo>
                    <a:pt x="1606" y="213"/>
                  </a:lnTo>
                  <a:lnTo>
                    <a:pt x="1617" y="213"/>
                  </a:lnTo>
                  <a:lnTo>
                    <a:pt x="1627" y="213"/>
                  </a:lnTo>
                  <a:lnTo>
                    <a:pt x="1635" y="211"/>
                  </a:lnTo>
                  <a:lnTo>
                    <a:pt x="1642" y="206"/>
                  </a:lnTo>
                  <a:lnTo>
                    <a:pt x="1647" y="198"/>
                  </a:lnTo>
                  <a:lnTo>
                    <a:pt x="1650" y="189"/>
                  </a:lnTo>
                  <a:lnTo>
                    <a:pt x="1652" y="177"/>
                  </a:lnTo>
                  <a:lnTo>
                    <a:pt x="1652" y="165"/>
                  </a:lnTo>
                  <a:lnTo>
                    <a:pt x="1651" y="153"/>
                  </a:lnTo>
                  <a:lnTo>
                    <a:pt x="1649" y="140"/>
                  </a:lnTo>
                  <a:lnTo>
                    <a:pt x="1648" y="128"/>
                  </a:lnTo>
                  <a:lnTo>
                    <a:pt x="1649" y="119"/>
                  </a:lnTo>
                  <a:lnTo>
                    <a:pt x="1653" y="111"/>
                  </a:lnTo>
                  <a:lnTo>
                    <a:pt x="1659" y="106"/>
                  </a:lnTo>
                  <a:lnTo>
                    <a:pt x="1667" y="102"/>
                  </a:lnTo>
                  <a:lnTo>
                    <a:pt x="1678" y="100"/>
                  </a:lnTo>
                  <a:lnTo>
                    <a:pt x="1690" y="100"/>
                  </a:lnTo>
                  <a:lnTo>
                    <a:pt x="1702" y="101"/>
                  </a:lnTo>
                  <a:lnTo>
                    <a:pt x="1713" y="101"/>
                  </a:lnTo>
                  <a:lnTo>
                    <a:pt x="1720" y="99"/>
                  </a:lnTo>
                  <a:lnTo>
                    <a:pt x="1727" y="94"/>
                  </a:lnTo>
                  <a:lnTo>
                    <a:pt x="1731" y="85"/>
                  </a:lnTo>
                  <a:lnTo>
                    <a:pt x="1732" y="75"/>
                  </a:lnTo>
                  <a:lnTo>
                    <a:pt x="1733" y="62"/>
                  </a:lnTo>
                  <a:lnTo>
                    <a:pt x="1732" y="46"/>
                  </a:lnTo>
                  <a:lnTo>
                    <a:pt x="1731" y="27"/>
                  </a:lnTo>
                  <a:lnTo>
                    <a:pt x="1731" y="11"/>
                  </a:lnTo>
                  <a:lnTo>
                    <a:pt x="1734" y="3"/>
                  </a:lnTo>
                  <a:lnTo>
                    <a:pt x="1739" y="0"/>
                  </a:lnTo>
                  <a:lnTo>
                    <a:pt x="1746" y="0"/>
                  </a:lnTo>
                  <a:lnTo>
                    <a:pt x="1753" y="4"/>
                  </a:lnTo>
                  <a:lnTo>
                    <a:pt x="1759" y="8"/>
                  </a:lnTo>
                  <a:lnTo>
                    <a:pt x="1763" y="11"/>
                  </a:lnTo>
                  <a:lnTo>
                    <a:pt x="1765" y="13"/>
                  </a:lnTo>
                  <a:lnTo>
                    <a:pt x="1766" y="14"/>
                  </a:lnTo>
                  <a:lnTo>
                    <a:pt x="1769" y="17"/>
                  </a:lnTo>
                  <a:lnTo>
                    <a:pt x="1773" y="22"/>
                  </a:lnTo>
                  <a:lnTo>
                    <a:pt x="1780" y="27"/>
                  </a:lnTo>
                  <a:lnTo>
                    <a:pt x="1786" y="32"/>
                  </a:lnTo>
                  <a:lnTo>
                    <a:pt x="1793" y="37"/>
                  </a:lnTo>
                  <a:lnTo>
                    <a:pt x="1800" y="39"/>
                  </a:lnTo>
                  <a:lnTo>
                    <a:pt x="1808" y="40"/>
                  </a:lnTo>
                  <a:lnTo>
                    <a:pt x="1816" y="39"/>
                  </a:lnTo>
                  <a:lnTo>
                    <a:pt x="1826" y="35"/>
                  </a:lnTo>
                  <a:lnTo>
                    <a:pt x="1836" y="32"/>
                  </a:lnTo>
                  <a:lnTo>
                    <a:pt x="1845" y="30"/>
                  </a:lnTo>
                  <a:lnTo>
                    <a:pt x="1853" y="29"/>
                  </a:lnTo>
                  <a:lnTo>
                    <a:pt x="1860" y="29"/>
                  </a:lnTo>
                  <a:lnTo>
                    <a:pt x="1865" y="33"/>
                  </a:lnTo>
                  <a:lnTo>
                    <a:pt x="1867" y="40"/>
                  </a:lnTo>
                  <a:lnTo>
                    <a:pt x="1870" y="48"/>
                  </a:lnTo>
                  <a:lnTo>
                    <a:pt x="1877" y="54"/>
                  </a:lnTo>
                  <a:lnTo>
                    <a:pt x="1885" y="59"/>
                  </a:lnTo>
                  <a:lnTo>
                    <a:pt x="1895" y="63"/>
                  </a:lnTo>
                  <a:lnTo>
                    <a:pt x="1904" y="66"/>
                  </a:lnTo>
                  <a:lnTo>
                    <a:pt x="1912" y="68"/>
                  </a:lnTo>
                  <a:lnTo>
                    <a:pt x="1918" y="70"/>
                  </a:lnTo>
                  <a:lnTo>
                    <a:pt x="1920" y="70"/>
                  </a:lnTo>
                  <a:lnTo>
                    <a:pt x="1921" y="68"/>
                  </a:lnTo>
                  <a:lnTo>
                    <a:pt x="1923" y="62"/>
                  </a:lnTo>
                  <a:lnTo>
                    <a:pt x="1928" y="56"/>
                  </a:lnTo>
                  <a:lnTo>
                    <a:pt x="1935" y="50"/>
                  </a:lnTo>
                  <a:lnTo>
                    <a:pt x="1943" y="47"/>
                  </a:lnTo>
                  <a:lnTo>
                    <a:pt x="1953" y="50"/>
                  </a:lnTo>
                  <a:lnTo>
                    <a:pt x="1966" y="59"/>
                  </a:lnTo>
                  <a:lnTo>
                    <a:pt x="1982" y="78"/>
                  </a:lnTo>
                  <a:lnTo>
                    <a:pt x="1997" y="97"/>
                  </a:lnTo>
                  <a:lnTo>
                    <a:pt x="2013" y="111"/>
                  </a:lnTo>
                  <a:lnTo>
                    <a:pt x="2032" y="121"/>
                  </a:lnTo>
                  <a:lnTo>
                    <a:pt x="2049" y="129"/>
                  </a:lnTo>
                  <a:lnTo>
                    <a:pt x="2065" y="134"/>
                  </a:lnTo>
                  <a:lnTo>
                    <a:pt x="2080" y="138"/>
                  </a:lnTo>
                  <a:lnTo>
                    <a:pt x="2092" y="140"/>
                  </a:lnTo>
                  <a:lnTo>
                    <a:pt x="2101" y="140"/>
                  </a:lnTo>
                  <a:lnTo>
                    <a:pt x="2101" y="141"/>
                  </a:lnTo>
                  <a:lnTo>
                    <a:pt x="2101" y="141"/>
                  </a:lnTo>
                  <a:lnTo>
                    <a:pt x="2101" y="141"/>
                  </a:lnTo>
                  <a:lnTo>
                    <a:pt x="2101" y="141"/>
                  </a:lnTo>
                  <a:lnTo>
                    <a:pt x="2100" y="155"/>
                  </a:lnTo>
                  <a:lnTo>
                    <a:pt x="2100" y="172"/>
                  </a:lnTo>
                  <a:lnTo>
                    <a:pt x="2099" y="190"/>
                  </a:lnTo>
                  <a:lnTo>
                    <a:pt x="2100" y="208"/>
                  </a:lnTo>
                  <a:lnTo>
                    <a:pt x="2100" y="225"/>
                  </a:lnTo>
                  <a:lnTo>
                    <a:pt x="2102" y="242"/>
                  </a:lnTo>
                  <a:lnTo>
                    <a:pt x="2104" y="255"/>
                  </a:lnTo>
                  <a:lnTo>
                    <a:pt x="2108" y="266"/>
                  </a:lnTo>
                  <a:lnTo>
                    <a:pt x="2108" y="267"/>
                  </a:lnTo>
                  <a:lnTo>
                    <a:pt x="2108" y="267"/>
                  </a:lnTo>
                  <a:lnTo>
                    <a:pt x="2108" y="268"/>
                  </a:lnTo>
                  <a:lnTo>
                    <a:pt x="2109" y="269"/>
                  </a:lnTo>
                  <a:lnTo>
                    <a:pt x="2101" y="275"/>
                  </a:lnTo>
                  <a:lnTo>
                    <a:pt x="2093" y="281"/>
                  </a:lnTo>
                  <a:lnTo>
                    <a:pt x="2085" y="288"/>
                  </a:lnTo>
                  <a:lnTo>
                    <a:pt x="2077" y="295"/>
                  </a:lnTo>
                  <a:lnTo>
                    <a:pt x="2069" y="301"/>
                  </a:lnTo>
                  <a:lnTo>
                    <a:pt x="2063" y="307"/>
                  </a:lnTo>
                  <a:lnTo>
                    <a:pt x="2058" y="312"/>
                  </a:lnTo>
                  <a:lnTo>
                    <a:pt x="2055" y="317"/>
                  </a:lnTo>
                  <a:lnTo>
                    <a:pt x="2050" y="324"/>
                  </a:lnTo>
                  <a:lnTo>
                    <a:pt x="2043" y="332"/>
                  </a:lnTo>
                  <a:lnTo>
                    <a:pt x="2036" y="342"/>
                  </a:lnTo>
                  <a:lnTo>
                    <a:pt x="2029" y="351"/>
                  </a:lnTo>
                  <a:lnTo>
                    <a:pt x="2023" y="359"/>
                  </a:lnTo>
                  <a:lnTo>
                    <a:pt x="2021" y="368"/>
                  </a:lnTo>
                  <a:lnTo>
                    <a:pt x="2022" y="375"/>
                  </a:lnTo>
                  <a:lnTo>
                    <a:pt x="2029" y="382"/>
                  </a:lnTo>
                  <a:lnTo>
                    <a:pt x="2038" y="390"/>
                  </a:lnTo>
                  <a:lnTo>
                    <a:pt x="2044" y="399"/>
                  </a:lnTo>
                  <a:lnTo>
                    <a:pt x="2048" y="410"/>
                  </a:lnTo>
                  <a:lnTo>
                    <a:pt x="2050" y="420"/>
                  </a:lnTo>
                  <a:lnTo>
                    <a:pt x="2050" y="430"/>
                  </a:lnTo>
                  <a:lnTo>
                    <a:pt x="2048" y="439"/>
                  </a:lnTo>
                  <a:lnTo>
                    <a:pt x="2044" y="444"/>
                  </a:lnTo>
                  <a:lnTo>
                    <a:pt x="2039" y="446"/>
                  </a:lnTo>
                  <a:lnTo>
                    <a:pt x="2031" y="446"/>
                  </a:lnTo>
                  <a:lnTo>
                    <a:pt x="2019" y="447"/>
                  </a:lnTo>
                  <a:lnTo>
                    <a:pt x="2007" y="449"/>
                  </a:lnTo>
                  <a:lnTo>
                    <a:pt x="1995" y="451"/>
                  </a:lnTo>
                  <a:lnTo>
                    <a:pt x="1983" y="454"/>
                  </a:lnTo>
                  <a:lnTo>
                    <a:pt x="1971" y="458"/>
                  </a:lnTo>
                  <a:lnTo>
                    <a:pt x="1963" y="462"/>
                  </a:lnTo>
                  <a:lnTo>
                    <a:pt x="1957" y="468"/>
                  </a:lnTo>
                  <a:lnTo>
                    <a:pt x="1953" y="474"/>
                  </a:lnTo>
                  <a:lnTo>
                    <a:pt x="1951" y="480"/>
                  </a:lnTo>
                  <a:lnTo>
                    <a:pt x="1950" y="485"/>
                  </a:lnTo>
                  <a:lnTo>
                    <a:pt x="1949" y="491"/>
                  </a:lnTo>
                  <a:lnTo>
                    <a:pt x="1949" y="497"/>
                  </a:lnTo>
                  <a:lnTo>
                    <a:pt x="1949" y="503"/>
                  </a:lnTo>
                  <a:lnTo>
                    <a:pt x="1949" y="509"/>
                  </a:lnTo>
                  <a:lnTo>
                    <a:pt x="1949" y="517"/>
                  </a:lnTo>
                  <a:lnTo>
                    <a:pt x="1947" y="526"/>
                  </a:lnTo>
                  <a:lnTo>
                    <a:pt x="1943" y="534"/>
                  </a:lnTo>
                  <a:lnTo>
                    <a:pt x="1938" y="544"/>
                  </a:lnTo>
                  <a:lnTo>
                    <a:pt x="1932" y="552"/>
                  </a:lnTo>
                  <a:lnTo>
                    <a:pt x="1924" y="560"/>
                  </a:lnTo>
                  <a:lnTo>
                    <a:pt x="1916" y="566"/>
                  </a:lnTo>
                  <a:lnTo>
                    <a:pt x="1908" y="570"/>
                  </a:lnTo>
                  <a:lnTo>
                    <a:pt x="1900" y="572"/>
                  </a:lnTo>
                  <a:lnTo>
                    <a:pt x="1892" y="573"/>
                  </a:lnTo>
                  <a:lnTo>
                    <a:pt x="1884" y="573"/>
                  </a:lnTo>
                  <a:lnTo>
                    <a:pt x="1876" y="574"/>
                  </a:lnTo>
                  <a:lnTo>
                    <a:pt x="1869" y="575"/>
                  </a:lnTo>
                  <a:lnTo>
                    <a:pt x="1863" y="578"/>
                  </a:lnTo>
                  <a:lnTo>
                    <a:pt x="1859" y="583"/>
                  </a:lnTo>
                  <a:lnTo>
                    <a:pt x="1856" y="592"/>
                  </a:lnTo>
                  <a:lnTo>
                    <a:pt x="1855" y="603"/>
                  </a:lnTo>
                  <a:lnTo>
                    <a:pt x="1853" y="615"/>
                  </a:lnTo>
                  <a:lnTo>
                    <a:pt x="1850" y="624"/>
                  </a:lnTo>
                  <a:lnTo>
                    <a:pt x="1845" y="631"/>
                  </a:lnTo>
                  <a:lnTo>
                    <a:pt x="1840" y="638"/>
                  </a:lnTo>
                  <a:lnTo>
                    <a:pt x="1837" y="645"/>
                  </a:lnTo>
                  <a:lnTo>
                    <a:pt x="1837" y="652"/>
                  </a:lnTo>
                  <a:lnTo>
                    <a:pt x="1841" y="661"/>
                  </a:lnTo>
                  <a:lnTo>
                    <a:pt x="1851" y="672"/>
                  </a:lnTo>
                  <a:lnTo>
                    <a:pt x="1861" y="685"/>
                  </a:lnTo>
                  <a:lnTo>
                    <a:pt x="1869" y="699"/>
                  </a:lnTo>
                  <a:lnTo>
                    <a:pt x="1874" y="713"/>
                  </a:lnTo>
                  <a:lnTo>
                    <a:pt x="1877" y="726"/>
                  </a:lnTo>
                  <a:lnTo>
                    <a:pt x="1877" y="739"/>
                  </a:lnTo>
                  <a:lnTo>
                    <a:pt x="1874" y="750"/>
                  </a:lnTo>
                  <a:lnTo>
                    <a:pt x="1870" y="759"/>
                  </a:lnTo>
                  <a:lnTo>
                    <a:pt x="1865" y="764"/>
                  </a:lnTo>
                  <a:lnTo>
                    <a:pt x="1858" y="768"/>
                  </a:lnTo>
                  <a:lnTo>
                    <a:pt x="1851" y="773"/>
                  </a:lnTo>
                  <a:lnTo>
                    <a:pt x="1844" y="780"/>
                  </a:lnTo>
                  <a:lnTo>
                    <a:pt x="1839" y="788"/>
                  </a:lnTo>
                  <a:lnTo>
                    <a:pt x="1837" y="797"/>
                  </a:lnTo>
                  <a:lnTo>
                    <a:pt x="1838" y="806"/>
                  </a:lnTo>
                  <a:lnTo>
                    <a:pt x="1844" y="815"/>
                  </a:lnTo>
                  <a:lnTo>
                    <a:pt x="1855" y="823"/>
                  </a:lnTo>
                  <a:lnTo>
                    <a:pt x="1867" y="832"/>
                  </a:lnTo>
                  <a:lnTo>
                    <a:pt x="1876" y="844"/>
                  </a:lnTo>
                  <a:lnTo>
                    <a:pt x="1880" y="855"/>
                  </a:lnTo>
                  <a:lnTo>
                    <a:pt x="1882" y="867"/>
                  </a:lnTo>
                  <a:lnTo>
                    <a:pt x="1884" y="878"/>
                  </a:lnTo>
                  <a:lnTo>
                    <a:pt x="1888" y="889"/>
                  </a:lnTo>
                  <a:lnTo>
                    <a:pt x="1894" y="898"/>
                  </a:lnTo>
                  <a:lnTo>
                    <a:pt x="1904" y="905"/>
                  </a:lnTo>
                  <a:lnTo>
                    <a:pt x="1917" y="909"/>
                  </a:lnTo>
                  <a:lnTo>
                    <a:pt x="1932" y="910"/>
                  </a:lnTo>
                  <a:lnTo>
                    <a:pt x="1947" y="909"/>
                  </a:lnTo>
                  <a:lnTo>
                    <a:pt x="1962" y="909"/>
                  </a:lnTo>
                  <a:lnTo>
                    <a:pt x="1978" y="909"/>
                  </a:lnTo>
                  <a:lnTo>
                    <a:pt x="1991" y="912"/>
                  </a:lnTo>
                  <a:lnTo>
                    <a:pt x="2002" y="918"/>
                  </a:lnTo>
                  <a:lnTo>
                    <a:pt x="2010" y="929"/>
                  </a:lnTo>
                  <a:lnTo>
                    <a:pt x="2014" y="940"/>
                  </a:lnTo>
                  <a:lnTo>
                    <a:pt x="2015" y="953"/>
                  </a:lnTo>
                  <a:lnTo>
                    <a:pt x="2016" y="966"/>
                  </a:lnTo>
                  <a:lnTo>
                    <a:pt x="2017" y="979"/>
                  </a:lnTo>
                  <a:lnTo>
                    <a:pt x="2018" y="992"/>
                  </a:lnTo>
                  <a:lnTo>
                    <a:pt x="2019" y="1004"/>
                  </a:lnTo>
                  <a:lnTo>
                    <a:pt x="2022" y="1016"/>
                  </a:lnTo>
                  <a:lnTo>
                    <a:pt x="2028" y="1026"/>
                  </a:lnTo>
                  <a:close/>
                </a:path>
              </a:pathLst>
            </a:custGeom>
            <a:solidFill>
              <a:srgbClr val="ffcc99"/>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48" name=""/>
            <p:cNvSpPr/>
            <p:nvPr/>
          </p:nvSpPr>
          <p:spPr>
            <a:xfrm>
              <a:off x="317160" y="3118320"/>
              <a:ext cx="378360" cy="265320"/>
            </a:xfrm>
            <a:custGeom>
              <a:avLst/>
              <a:gdLst/>
              <a:ahLst/>
              <a:rect l="l" t="t" r="r" b="b"/>
              <a:pathLst>
                <a:path w="2109" h="1640">
                  <a:moveTo>
                    <a:pt x="2028" y="1026"/>
                  </a:moveTo>
                  <a:lnTo>
                    <a:pt x="2028" y="1026"/>
                  </a:lnTo>
                  <a:lnTo>
                    <a:pt x="2022" y="1035"/>
                  </a:lnTo>
                  <a:lnTo>
                    <a:pt x="2018" y="1044"/>
                  </a:lnTo>
                  <a:lnTo>
                    <a:pt x="2014" y="1052"/>
                  </a:lnTo>
                  <a:lnTo>
                    <a:pt x="2009" y="1059"/>
                  </a:lnTo>
                  <a:lnTo>
                    <a:pt x="2005" y="1065"/>
                  </a:lnTo>
                  <a:lnTo>
                    <a:pt x="2002" y="1070"/>
                  </a:lnTo>
                  <a:lnTo>
                    <a:pt x="1999" y="1074"/>
                  </a:lnTo>
                  <a:lnTo>
                    <a:pt x="1996" y="1076"/>
                  </a:lnTo>
                  <a:lnTo>
                    <a:pt x="1996" y="1076"/>
                  </a:lnTo>
                  <a:lnTo>
                    <a:pt x="1990" y="1078"/>
                  </a:lnTo>
                  <a:lnTo>
                    <a:pt x="1983" y="1081"/>
                  </a:lnTo>
                  <a:lnTo>
                    <a:pt x="1974" y="1083"/>
                  </a:lnTo>
                  <a:lnTo>
                    <a:pt x="1965" y="1085"/>
                  </a:lnTo>
                  <a:lnTo>
                    <a:pt x="1956" y="1086"/>
                  </a:lnTo>
                  <a:lnTo>
                    <a:pt x="1947" y="1086"/>
                  </a:lnTo>
                  <a:lnTo>
                    <a:pt x="1939" y="1085"/>
                  </a:lnTo>
                  <a:lnTo>
                    <a:pt x="1931" y="1082"/>
                  </a:lnTo>
                  <a:lnTo>
                    <a:pt x="1931" y="1082"/>
                  </a:lnTo>
                  <a:lnTo>
                    <a:pt x="1923" y="1078"/>
                  </a:lnTo>
                  <a:lnTo>
                    <a:pt x="1915" y="1076"/>
                  </a:lnTo>
                  <a:lnTo>
                    <a:pt x="1906" y="1075"/>
                  </a:lnTo>
                  <a:lnTo>
                    <a:pt x="1897" y="1076"/>
                  </a:lnTo>
                  <a:lnTo>
                    <a:pt x="1889" y="1079"/>
                  </a:lnTo>
                  <a:lnTo>
                    <a:pt x="1880" y="1083"/>
                  </a:lnTo>
                  <a:lnTo>
                    <a:pt x="1872" y="1089"/>
                  </a:lnTo>
                  <a:lnTo>
                    <a:pt x="1865" y="1097"/>
                  </a:lnTo>
                  <a:lnTo>
                    <a:pt x="1865" y="1097"/>
                  </a:lnTo>
                  <a:lnTo>
                    <a:pt x="1858" y="1104"/>
                  </a:lnTo>
                  <a:lnTo>
                    <a:pt x="1850" y="1109"/>
                  </a:lnTo>
                  <a:lnTo>
                    <a:pt x="1842" y="1111"/>
                  </a:lnTo>
                  <a:lnTo>
                    <a:pt x="1833" y="1112"/>
                  </a:lnTo>
                  <a:lnTo>
                    <a:pt x="1823" y="1112"/>
                  </a:lnTo>
                  <a:lnTo>
                    <a:pt x="1815" y="1111"/>
                  </a:lnTo>
                  <a:lnTo>
                    <a:pt x="1807" y="1109"/>
                  </a:lnTo>
                  <a:lnTo>
                    <a:pt x="1800" y="1107"/>
                  </a:lnTo>
                  <a:lnTo>
                    <a:pt x="1800" y="1107"/>
                  </a:lnTo>
                  <a:lnTo>
                    <a:pt x="1792" y="1106"/>
                  </a:lnTo>
                  <a:lnTo>
                    <a:pt x="1785" y="1108"/>
                  </a:lnTo>
                  <a:lnTo>
                    <a:pt x="1777" y="1111"/>
                  </a:lnTo>
                  <a:lnTo>
                    <a:pt x="1768" y="1116"/>
                  </a:lnTo>
                  <a:lnTo>
                    <a:pt x="1761" y="1122"/>
                  </a:lnTo>
                  <a:lnTo>
                    <a:pt x="1755" y="1128"/>
                  </a:lnTo>
                  <a:lnTo>
                    <a:pt x="1749" y="1135"/>
                  </a:lnTo>
                  <a:lnTo>
                    <a:pt x="1745" y="1141"/>
                  </a:lnTo>
                  <a:lnTo>
                    <a:pt x="1745" y="1141"/>
                  </a:lnTo>
                  <a:lnTo>
                    <a:pt x="1740" y="1147"/>
                  </a:lnTo>
                  <a:lnTo>
                    <a:pt x="1734" y="1151"/>
                  </a:lnTo>
                  <a:lnTo>
                    <a:pt x="1727" y="1153"/>
                  </a:lnTo>
                  <a:lnTo>
                    <a:pt x="1719" y="1155"/>
                  </a:lnTo>
                  <a:lnTo>
                    <a:pt x="1711" y="1156"/>
                  </a:lnTo>
                  <a:lnTo>
                    <a:pt x="1704" y="1159"/>
                  </a:lnTo>
                  <a:lnTo>
                    <a:pt x="1696" y="1162"/>
                  </a:lnTo>
                  <a:lnTo>
                    <a:pt x="1690" y="1166"/>
                  </a:lnTo>
                  <a:lnTo>
                    <a:pt x="1690" y="1166"/>
                  </a:lnTo>
                  <a:lnTo>
                    <a:pt x="1685" y="1173"/>
                  </a:lnTo>
                  <a:lnTo>
                    <a:pt x="1681" y="1182"/>
                  </a:lnTo>
                  <a:lnTo>
                    <a:pt x="1678" y="1194"/>
                  </a:lnTo>
                  <a:lnTo>
                    <a:pt x="1674" y="1205"/>
                  </a:lnTo>
                  <a:lnTo>
                    <a:pt x="1671" y="1217"/>
                  </a:lnTo>
                  <a:lnTo>
                    <a:pt x="1667" y="1229"/>
                  </a:lnTo>
                  <a:lnTo>
                    <a:pt x="1663" y="1239"/>
                  </a:lnTo>
                  <a:lnTo>
                    <a:pt x="1657" y="1248"/>
                  </a:lnTo>
                  <a:lnTo>
                    <a:pt x="1657" y="1248"/>
                  </a:lnTo>
                  <a:lnTo>
                    <a:pt x="1648" y="1254"/>
                  </a:lnTo>
                  <a:lnTo>
                    <a:pt x="1638" y="1261"/>
                  </a:lnTo>
                  <a:lnTo>
                    <a:pt x="1627" y="1268"/>
                  </a:lnTo>
                  <a:lnTo>
                    <a:pt x="1616" y="1275"/>
                  </a:lnTo>
                  <a:lnTo>
                    <a:pt x="1606" y="1281"/>
                  </a:lnTo>
                  <a:lnTo>
                    <a:pt x="1598" y="1286"/>
                  </a:lnTo>
                  <a:lnTo>
                    <a:pt x="1592" y="1289"/>
                  </a:lnTo>
                  <a:lnTo>
                    <a:pt x="1590" y="1290"/>
                  </a:lnTo>
                  <a:lnTo>
                    <a:pt x="1590" y="1290"/>
                  </a:lnTo>
                  <a:lnTo>
                    <a:pt x="1589" y="1294"/>
                  </a:lnTo>
                  <a:lnTo>
                    <a:pt x="1585" y="1301"/>
                  </a:lnTo>
                  <a:lnTo>
                    <a:pt x="1581" y="1311"/>
                  </a:lnTo>
                  <a:lnTo>
                    <a:pt x="1574" y="1324"/>
                  </a:lnTo>
                  <a:lnTo>
                    <a:pt x="1568" y="1337"/>
                  </a:lnTo>
                  <a:lnTo>
                    <a:pt x="1564" y="1350"/>
                  </a:lnTo>
                  <a:lnTo>
                    <a:pt x="1560" y="1361"/>
                  </a:lnTo>
                  <a:lnTo>
                    <a:pt x="1559" y="1368"/>
                  </a:lnTo>
                  <a:lnTo>
                    <a:pt x="1559" y="1368"/>
                  </a:lnTo>
                  <a:lnTo>
                    <a:pt x="1558" y="1375"/>
                  </a:lnTo>
                  <a:lnTo>
                    <a:pt x="1555" y="1383"/>
                  </a:lnTo>
                  <a:lnTo>
                    <a:pt x="1552" y="1394"/>
                  </a:lnTo>
                  <a:lnTo>
                    <a:pt x="1547" y="1405"/>
                  </a:lnTo>
                  <a:lnTo>
                    <a:pt x="1542" y="1415"/>
                  </a:lnTo>
                  <a:lnTo>
                    <a:pt x="1536" y="1423"/>
                  </a:lnTo>
                  <a:lnTo>
                    <a:pt x="1531" y="1430"/>
                  </a:lnTo>
                  <a:lnTo>
                    <a:pt x="1527" y="1433"/>
                  </a:lnTo>
                  <a:lnTo>
                    <a:pt x="1527" y="1433"/>
                  </a:lnTo>
                  <a:lnTo>
                    <a:pt x="1524" y="1434"/>
                  </a:lnTo>
                  <a:lnTo>
                    <a:pt x="1523" y="1436"/>
                  </a:lnTo>
                  <a:lnTo>
                    <a:pt x="1523" y="1439"/>
                  </a:lnTo>
                  <a:lnTo>
                    <a:pt x="1524" y="1443"/>
                  </a:lnTo>
                  <a:lnTo>
                    <a:pt x="1524" y="1450"/>
                  </a:lnTo>
                  <a:lnTo>
                    <a:pt x="1524" y="1458"/>
                  </a:lnTo>
                  <a:lnTo>
                    <a:pt x="1522" y="1468"/>
                  </a:lnTo>
                  <a:lnTo>
                    <a:pt x="1519" y="1481"/>
                  </a:lnTo>
                  <a:lnTo>
                    <a:pt x="1519" y="1481"/>
                  </a:lnTo>
                  <a:lnTo>
                    <a:pt x="1519" y="1481"/>
                  </a:lnTo>
                  <a:lnTo>
                    <a:pt x="1519" y="1481"/>
                  </a:lnTo>
                  <a:lnTo>
                    <a:pt x="1519" y="1481"/>
                  </a:lnTo>
                  <a:lnTo>
                    <a:pt x="1519" y="1481"/>
                  </a:lnTo>
                  <a:lnTo>
                    <a:pt x="1519" y="1481"/>
                  </a:lnTo>
                  <a:lnTo>
                    <a:pt x="1508" y="1493"/>
                  </a:lnTo>
                  <a:lnTo>
                    <a:pt x="1499" y="1502"/>
                  </a:lnTo>
                  <a:lnTo>
                    <a:pt x="1490" y="1508"/>
                  </a:lnTo>
                  <a:lnTo>
                    <a:pt x="1482" y="1511"/>
                  </a:lnTo>
                  <a:lnTo>
                    <a:pt x="1473" y="1513"/>
                  </a:lnTo>
                  <a:lnTo>
                    <a:pt x="1465" y="1512"/>
                  </a:lnTo>
                  <a:lnTo>
                    <a:pt x="1457" y="1510"/>
                  </a:lnTo>
                  <a:lnTo>
                    <a:pt x="1449" y="1507"/>
                  </a:lnTo>
                  <a:lnTo>
                    <a:pt x="1449" y="1507"/>
                  </a:lnTo>
                  <a:lnTo>
                    <a:pt x="1440" y="1503"/>
                  </a:lnTo>
                  <a:lnTo>
                    <a:pt x="1430" y="1498"/>
                  </a:lnTo>
                  <a:lnTo>
                    <a:pt x="1419" y="1493"/>
                  </a:lnTo>
                  <a:lnTo>
                    <a:pt x="1409" y="1489"/>
                  </a:lnTo>
                  <a:lnTo>
                    <a:pt x="1400" y="1486"/>
                  </a:lnTo>
                  <a:lnTo>
                    <a:pt x="1393" y="1487"/>
                  </a:lnTo>
                  <a:lnTo>
                    <a:pt x="1389" y="1490"/>
                  </a:lnTo>
                  <a:lnTo>
                    <a:pt x="1388" y="1498"/>
                  </a:lnTo>
                  <a:lnTo>
                    <a:pt x="1388" y="1498"/>
                  </a:lnTo>
                  <a:lnTo>
                    <a:pt x="1387" y="1508"/>
                  </a:lnTo>
                  <a:lnTo>
                    <a:pt x="1383" y="1518"/>
                  </a:lnTo>
                  <a:lnTo>
                    <a:pt x="1376" y="1528"/>
                  </a:lnTo>
                  <a:lnTo>
                    <a:pt x="1369" y="1538"/>
                  </a:lnTo>
                  <a:lnTo>
                    <a:pt x="1362" y="1547"/>
                  </a:lnTo>
                  <a:lnTo>
                    <a:pt x="1355" y="1554"/>
                  </a:lnTo>
                  <a:lnTo>
                    <a:pt x="1351" y="1558"/>
                  </a:lnTo>
                  <a:lnTo>
                    <a:pt x="1349" y="1560"/>
                  </a:lnTo>
                  <a:lnTo>
                    <a:pt x="1349" y="1560"/>
                  </a:lnTo>
                  <a:lnTo>
                    <a:pt x="1348" y="1563"/>
                  </a:lnTo>
                  <a:lnTo>
                    <a:pt x="1346" y="1569"/>
                  </a:lnTo>
                  <a:lnTo>
                    <a:pt x="1346" y="1576"/>
                  </a:lnTo>
                  <a:lnTo>
                    <a:pt x="1349" y="1582"/>
                  </a:lnTo>
                  <a:lnTo>
                    <a:pt x="1349" y="1582"/>
                  </a:lnTo>
                  <a:lnTo>
                    <a:pt x="1350" y="1585"/>
                  </a:lnTo>
                  <a:lnTo>
                    <a:pt x="1346" y="1590"/>
                  </a:lnTo>
                  <a:lnTo>
                    <a:pt x="1340" y="1597"/>
                  </a:lnTo>
                  <a:lnTo>
                    <a:pt x="1332" y="1602"/>
                  </a:lnTo>
                  <a:lnTo>
                    <a:pt x="1323" y="1605"/>
                  </a:lnTo>
                  <a:lnTo>
                    <a:pt x="1315" y="1606"/>
                  </a:lnTo>
                  <a:lnTo>
                    <a:pt x="1308" y="1602"/>
                  </a:lnTo>
                  <a:lnTo>
                    <a:pt x="1304" y="1593"/>
                  </a:lnTo>
                  <a:lnTo>
                    <a:pt x="1304" y="1593"/>
                  </a:lnTo>
                  <a:lnTo>
                    <a:pt x="1303" y="1584"/>
                  </a:lnTo>
                  <a:lnTo>
                    <a:pt x="1302" y="1580"/>
                  </a:lnTo>
                  <a:lnTo>
                    <a:pt x="1303" y="1578"/>
                  </a:lnTo>
                  <a:lnTo>
                    <a:pt x="1302" y="1578"/>
                  </a:lnTo>
                  <a:lnTo>
                    <a:pt x="1300" y="1577"/>
                  </a:lnTo>
                  <a:lnTo>
                    <a:pt x="1296" y="1574"/>
                  </a:lnTo>
                  <a:lnTo>
                    <a:pt x="1288" y="1568"/>
                  </a:lnTo>
                  <a:lnTo>
                    <a:pt x="1275" y="1557"/>
                  </a:lnTo>
                  <a:lnTo>
                    <a:pt x="1275" y="1557"/>
                  </a:lnTo>
                  <a:lnTo>
                    <a:pt x="1262" y="1542"/>
                  </a:lnTo>
                  <a:lnTo>
                    <a:pt x="1252" y="1529"/>
                  </a:lnTo>
                  <a:lnTo>
                    <a:pt x="1245" y="1517"/>
                  </a:lnTo>
                  <a:lnTo>
                    <a:pt x="1239" y="1507"/>
                  </a:lnTo>
                  <a:lnTo>
                    <a:pt x="1235" y="1497"/>
                  </a:lnTo>
                  <a:lnTo>
                    <a:pt x="1232" y="1488"/>
                  </a:lnTo>
                  <a:lnTo>
                    <a:pt x="1229" y="1481"/>
                  </a:lnTo>
                  <a:lnTo>
                    <a:pt x="1225" y="1475"/>
                  </a:lnTo>
                  <a:lnTo>
                    <a:pt x="1225" y="1475"/>
                  </a:lnTo>
                  <a:lnTo>
                    <a:pt x="1221" y="1468"/>
                  </a:lnTo>
                  <a:lnTo>
                    <a:pt x="1214" y="1458"/>
                  </a:lnTo>
                  <a:lnTo>
                    <a:pt x="1207" y="1448"/>
                  </a:lnTo>
                  <a:lnTo>
                    <a:pt x="1200" y="1438"/>
                  </a:lnTo>
                  <a:lnTo>
                    <a:pt x="1193" y="1433"/>
                  </a:lnTo>
                  <a:lnTo>
                    <a:pt x="1189" y="1433"/>
                  </a:lnTo>
                  <a:lnTo>
                    <a:pt x="1187" y="1442"/>
                  </a:lnTo>
                  <a:lnTo>
                    <a:pt x="1189" y="1462"/>
                  </a:lnTo>
                  <a:lnTo>
                    <a:pt x="1189" y="1462"/>
                  </a:lnTo>
                  <a:lnTo>
                    <a:pt x="1192" y="1482"/>
                  </a:lnTo>
                  <a:lnTo>
                    <a:pt x="1192" y="1492"/>
                  </a:lnTo>
                  <a:lnTo>
                    <a:pt x="1190" y="1497"/>
                  </a:lnTo>
                  <a:lnTo>
                    <a:pt x="1187" y="1495"/>
                  </a:lnTo>
                  <a:lnTo>
                    <a:pt x="1182" y="1488"/>
                  </a:lnTo>
                  <a:lnTo>
                    <a:pt x="1175" y="1481"/>
                  </a:lnTo>
                  <a:lnTo>
                    <a:pt x="1169" y="1475"/>
                  </a:lnTo>
                  <a:lnTo>
                    <a:pt x="1163" y="1470"/>
                  </a:lnTo>
                  <a:lnTo>
                    <a:pt x="1163" y="1470"/>
                  </a:lnTo>
                  <a:lnTo>
                    <a:pt x="1157" y="1468"/>
                  </a:lnTo>
                  <a:lnTo>
                    <a:pt x="1151" y="1467"/>
                  </a:lnTo>
                  <a:lnTo>
                    <a:pt x="1145" y="1467"/>
                  </a:lnTo>
                  <a:lnTo>
                    <a:pt x="1140" y="1469"/>
                  </a:lnTo>
                  <a:lnTo>
                    <a:pt x="1136" y="1471"/>
                  </a:lnTo>
                  <a:lnTo>
                    <a:pt x="1133" y="1475"/>
                  </a:lnTo>
                  <a:lnTo>
                    <a:pt x="1131" y="1480"/>
                  </a:lnTo>
                  <a:lnTo>
                    <a:pt x="1131" y="1486"/>
                  </a:lnTo>
                  <a:lnTo>
                    <a:pt x="1131" y="1486"/>
                  </a:lnTo>
                  <a:lnTo>
                    <a:pt x="1131" y="1491"/>
                  </a:lnTo>
                  <a:lnTo>
                    <a:pt x="1130" y="1492"/>
                  </a:lnTo>
                  <a:lnTo>
                    <a:pt x="1126" y="1490"/>
                  </a:lnTo>
                  <a:lnTo>
                    <a:pt x="1122" y="1487"/>
                  </a:lnTo>
                  <a:lnTo>
                    <a:pt x="1118" y="1482"/>
                  </a:lnTo>
                  <a:lnTo>
                    <a:pt x="1112" y="1475"/>
                  </a:lnTo>
                  <a:lnTo>
                    <a:pt x="1106" y="1469"/>
                  </a:lnTo>
                  <a:lnTo>
                    <a:pt x="1099" y="1462"/>
                  </a:lnTo>
                  <a:lnTo>
                    <a:pt x="1099" y="1462"/>
                  </a:lnTo>
                  <a:lnTo>
                    <a:pt x="1092" y="1456"/>
                  </a:lnTo>
                  <a:lnTo>
                    <a:pt x="1085" y="1450"/>
                  </a:lnTo>
                  <a:lnTo>
                    <a:pt x="1079" y="1442"/>
                  </a:lnTo>
                  <a:lnTo>
                    <a:pt x="1072" y="1435"/>
                  </a:lnTo>
                  <a:lnTo>
                    <a:pt x="1068" y="1428"/>
                  </a:lnTo>
                  <a:lnTo>
                    <a:pt x="1065" y="1420"/>
                  </a:lnTo>
                  <a:lnTo>
                    <a:pt x="1064" y="1411"/>
                  </a:lnTo>
                  <a:lnTo>
                    <a:pt x="1065" y="1400"/>
                  </a:lnTo>
                  <a:lnTo>
                    <a:pt x="1065" y="1400"/>
                  </a:lnTo>
                  <a:lnTo>
                    <a:pt x="1067" y="1389"/>
                  </a:lnTo>
                  <a:lnTo>
                    <a:pt x="1067" y="1382"/>
                  </a:lnTo>
                  <a:lnTo>
                    <a:pt x="1066" y="1377"/>
                  </a:lnTo>
                  <a:lnTo>
                    <a:pt x="1063" y="1374"/>
                  </a:lnTo>
                  <a:lnTo>
                    <a:pt x="1058" y="1371"/>
                  </a:lnTo>
                  <a:lnTo>
                    <a:pt x="1052" y="1369"/>
                  </a:lnTo>
                  <a:lnTo>
                    <a:pt x="1043" y="1366"/>
                  </a:lnTo>
                  <a:lnTo>
                    <a:pt x="1032" y="1363"/>
                  </a:lnTo>
                  <a:lnTo>
                    <a:pt x="1032" y="1363"/>
                  </a:lnTo>
                  <a:lnTo>
                    <a:pt x="1022" y="1357"/>
                  </a:lnTo>
                  <a:lnTo>
                    <a:pt x="1018" y="1348"/>
                  </a:lnTo>
                  <a:lnTo>
                    <a:pt x="1017" y="1338"/>
                  </a:lnTo>
                  <a:lnTo>
                    <a:pt x="1018" y="1329"/>
                  </a:lnTo>
                  <a:lnTo>
                    <a:pt x="1019" y="1322"/>
                  </a:lnTo>
                  <a:lnTo>
                    <a:pt x="1018" y="1319"/>
                  </a:lnTo>
                  <a:lnTo>
                    <a:pt x="1013" y="1322"/>
                  </a:lnTo>
                  <a:lnTo>
                    <a:pt x="1004" y="1332"/>
                  </a:lnTo>
                  <a:lnTo>
                    <a:pt x="1004" y="1332"/>
                  </a:lnTo>
                  <a:lnTo>
                    <a:pt x="992" y="1342"/>
                  </a:lnTo>
                  <a:lnTo>
                    <a:pt x="982" y="1345"/>
                  </a:lnTo>
                  <a:lnTo>
                    <a:pt x="973" y="1341"/>
                  </a:lnTo>
                  <a:lnTo>
                    <a:pt x="966" y="1334"/>
                  </a:lnTo>
                  <a:lnTo>
                    <a:pt x="961" y="1325"/>
                  </a:lnTo>
                  <a:lnTo>
                    <a:pt x="957" y="1316"/>
                  </a:lnTo>
                  <a:lnTo>
                    <a:pt x="955" y="1310"/>
                  </a:lnTo>
                  <a:lnTo>
                    <a:pt x="954" y="1307"/>
                  </a:lnTo>
                  <a:lnTo>
                    <a:pt x="954" y="1307"/>
                  </a:lnTo>
                  <a:lnTo>
                    <a:pt x="953" y="1307"/>
                  </a:lnTo>
                  <a:lnTo>
                    <a:pt x="951" y="1308"/>
                  </a:lnTo>
                  <a:lnTo>
                    <a:pt x="948" y="1308"/>
                  </a:lnTo>
                  <a:lnTo>
                    <a:pt x="944" y="1307"/>
                  </a:lnTo>
                  <a:lnTo>
                    <a:pt x="939" y="1304"/>
                  </a:lnTo>
                  <a:lnTo>
                    <a:pt x="933" y="1300"/>
                  </a:lnTo>
                  <a:lnTo>
                    <a:pt x="926" y="1292"/>
                  </a:lnTo>
                  <a:lnTo>
                    <a:pt x="920" y="1281"/>
                  </a:lnTo>
                  <a:lnTo>
                    <a:pt x="920" y="1281"/>
                  </a:lnTo>
                  <a:lnTo>
                    <a:pt x="914" y="1272"/>
                  </a:lnTo>
                  <a:lnTo>
                    <a:pt x="907" y="1269"/>
                  </a:lnTo>
                  <a:lnTo>
                    <a:pt x="901" y="1271"/>
                  </a:lnTo>
                  <a:lnTo>
                    <a:pt x="896" y="1276"/>
                  </a:lnTo>
                  <a:lnTo>
                    <a:pt x="891" y="1282"/>
                  </a:lnTo>
                  <a:lnTo>
                    <a:pt x="887" y="1288"/>
                  </a:lnTo>
                  <a:lnTo>
                    <a:pt x="885" y="1294"/>
                  </a:lnTo>
                  <a:lnTo>
                    <a:pt x="884" y="1296"/>
                  </a:lnTo>
                  <a:lnTo>
                    <a:pt x="884" y="1296"/>
                  </a:lnTo>
                  <a:lnTo>
                    <a:pt x="885" y="1297"/>
                  </a:lnTo>
                  <a:lnTo>
                    <a:pt x="887" y="1301"/>
                  </a:lnTo>
                  <a:lnTo>
                    <a:pt x="891" y="1306"/>
                  </a:lnTo>
                  <a:lnTo>
                    <a:pt x="896" y="1312"/>
                  </a:lnTo>
                  <a:lnTo>
                    <a:pt x="902" y="1318"/>
                  </a:lnTo>
                  <a:lnTo>
                    <a:pt x="909" y="1324"/>
                  </a:lnTo>
                  <a:lnTo>
                    <a:pt x="917" y="1329"/>
                  </a:lnTo>
                  <a:lnTo>
                    <a:pt x="925" y="1332"/>
                  </a:lnTo>
                  <a:lnTo>
                    <a:pt x="925" y="1332"/>
                  </a:lnTo>
                  <a:lnTo>
                    <a:pt x="934" y="1333"/>
                  </a:lnTo>
                  <a:lnTo>
                    <a:pt x="941" y="1334"/>
                  </a:lnTo>
                  <a:lnTo>
                    <a:pt x="947" y="1335"/>
                  </a:lnTo>
                  <a:lnTo>
                    <a:pt x="952" y="1335"/>
                  </a:lnTo>
                  <a:lnTo>
                    <a:pt x="956" y="1337"/>
                  </a:lnTo>
                  <a:lnTo>
                    <a:pt x="958" y="1341"/>
                  </a:lnTo>
                  <a:lnTo>
                    <a:pt x="959" y="1347"/>
                  </a:lnTo>
                  <a:lnTo>
                    <a:pt x="959" y="1355"/>
                  </a:lnTo>
                  <a:lnTo>
                    <a:pt x="959" y="1355"/>
                  </a:lnTo>
                  <a:lnTo>
                    <a:pt x="957" y="1365"/>
                  </a:lnTo>
                  <a:lnTo>
                    <a:pt x="955" y="1374"/>
                  </a:lnTo>
                  <a:lnTo>
                    <a:pt x="953" y="1384"/>
                  </a:lnTo>
                  <a:lnTo>
                    <a:pt x="951" y="1392"/>
                  </a:lnTo>
                  <a:lnTo>
                    <a:pt x="951" y="1400"/>
                  </a:lnTo>
                  <a:lnTo>
                    <a:pt x="954" y="1405"/>
                  </a:lnTo>
                  <a:lnTo>
                    <a:pt x="958" y="1408"/>
                  </a:lnTo>
                  <a:lnTo>
                    <a:pt x="967" y="1408"/>
                  </a:lnTo>
                  <a:lnTo>
                    <a:pt x="967" y="1408"/>
                  </a:lnTo>
                  <a:lnTo>
                    <a:pt x="974" y="1408"/>
                  </a:lnTo>
                  <a:lnTo>
                    <a:pt x="977" y="1411"/>
                  </a:lnTo>
                  <a:lnTo>
                    <a:pt x="975" y="1416"/>
                  </a:lnTo>
                  <a:lnTo>
                    <a:pt x="971" y="1423"/>
                  </a:lnTo>
                  <a:lnTo>
                    <a:pt x="965" y="1429"/>
                  </a:lnTo>
                  <a:lnTo>
                    <a:pt x="960" y="1435"/>
                  </a:lnTo>
                  <a:lnTo>
                    <a:pt x="956" y="1439"/>
                  </a:lnTo>
                  <a:lnTo>
                    <a:pt x="954" y="1441"/>
                  </a:lnTo>
                  <a:lnTo>
                    <a:pt x="954" y="1441"/>
                  </a:lnTo>
                  <a:lnTo>
                    <a:pt x="953" y="1441"/>
                  </a:lnTo>
                  <a:lnTo>
                    <a:pt x="949" y="1439"/>
                  </a:lnTo>
                  <a:lnTo>
                    <a:pt x="944" y="1437"/>
                  </a:lnTo>
                  <a:lnTo>
                    <a:pt x="938" y="1435"/>
                  </a:lnTo>
                  <a:lnTo>
                    <a:pt x="931" y="1432"/>
                  </a:lnTo>
                  <a:lnTo>
                    <a:pt x="923" y="1428"/>
                  </a:lnTo>
                  <a:lnTo>
                    <a:pt x="917" y="1424"/>
                  </a:lnTo>
                  <a:lnTo>
                    <a:pt x="911" y="1419"/>
                  </a:lnTo>
                  <a:lnTo>
                    <a:pt x="911" y="1419"/>
                  </a:lnTo>
                  <a:lnTo>
                    <a:pt x="906" y="1415"/>
                  </a:lnTo>
                  <a:lnTo>
                    <a:pt x="901" y="1412"/>
                  </a:lnTo>
                  <a:lnTo>
                    <a:pt x="897" y="1412"/>
                  </a:lnTo>
                  <a:lnTo>
                    <a:pt x="893" y="1414"/>
                  </a:lnTo>
                  <a:lnTo>
                    <a:pt x="889" y="1419"/>
                  </a:lnTo>
                  <a:lnTo>
                    <a:pt x="886" y="1426"/>
                  </a:lnTo>
                  <a:lnTo>
                    <a:pt x="885" y="1437"/>
                  </a:lnTo>
                  <a:lnTo>
                    <a:pt x="884" y="1453"/>
                  </a:lnTo>
                  <a:lnTo>
                    <a:pt x="884" y="1453"/>
                  </a:lnTo>
                  <a:lnTo>
                    <a:pt x="882" y="1467"/>
                  </a:lnTo>
                  <a:lnTo>
                    <a:pt x="877" y="1476"/>
                  </a:lnTo>
                  <a:lnTo>
                    <a:pt x="872" y="1482"/>
                  </a:lnTo>
                  <a:lnTo>
                    <a:pt x="867" y="1485"/>
                  </a:lnTo>
                  <a:lnTo>
                    <a:pt x="862" y="1487"/>
                  </a:lnTo>
                  <a:lnTo>
                    <a:pt x="861" y="1487"/>
                  </a:lnTo>
                  <a:lnTo>
                    <a:pt x="862" y="1488"/>
                  </a:lnTo>
                  <a:lnTo>
                    <a:pt x="869" y="1489"/>
                  </a:lnTo>
                  <a:lnTo>
                    <a:pt x="869" y="1489"/>
                  </a:lnTo>
                  <a:lnTo>
                    <a:pt x="875" y="1492"/>
                  </a:lnTo>
                  <a:lnTo>
                    <a:pt x="877" y="1498"/>
                  </a:lnTo>
                  <a:lnTo>
                    <a:pt x="875" y="1504"/>
                  </a:lnTo>
                  <a:lnTo>
                    <a:pt x="871" y="1510"/>
                  </a:lnTo>
                  <a:lnTo>
                    <a:pt x="865" y="1518"/>
                  </a:lnTo>
                  <a:lnTo>
                    <a:pt x="861" y="1525"/>
                  </a:lnTo>
                  <a:lnTo>
                    <a:pt x="858" y="1531"/>
                  </a:lnTo>
                  <a:lnTo>
                    <a:pt x="858" y="1537"/>
                  </a:lnTo>
                  <a:lnTo>
                    <a:pt x="858" y="1537"/>
                  </a:lnTo>
                  <a:lnTo>
                    <a:pt x="860" y="1545"/>
                  </a:lnTo>
                  <a:lnTo>
                    <a:pt x="862" y="1553"/>
                  </a:lnTo>
                  <a:lnTo>
                    <a:pt x="862" y="1563"/>
                  </a:lnTo>
                  <a:lnTo>
                    <a:pt x="862" y="1571"/>
                  </a:lnTo>
                  <a:lnTo>
                    <a:pt x="860" y="1577"/>
                  </a:lnTo>
                  <a:lnTo>
                    <a:pt x="856" y="1580"/>
                  </a:lnTo>
                  <a:lnTo>
                    <a:pt x="850" y="1579"/>
                  </a:lnTo>
                  <a:lnTo>
                    <a:pt x="842" y="1571"/>
                  </a:lnTo>
                  <a:lnTo>
                    <a:pt x="842" y="1571"/>
                  </a:lnTo>
                  <a:lnTo>
                    <a:pt x="833" y="1562"/>
                  </a:lnTo>
                  <a:lnTo>
                    <a:pt x="825" y="1556"/>
                  </a:lnTo>
                  <a:lnTo>
                    <a:pt x="819" y="1554"/>
                  </a:lnTo>
                  <a:lnTo>
                    <a:pt x="814" y="1554"/>
                  </a:lnTo>
                  <a:lnTo>
                    <a:pt x="810" y="1557"/>
                  </a:lnTo>
                  <a:lnTo>
                    <a:pt x="807" y="1561"/>
                  </a:lnTo>
                  <a:lnTo>
                    <a:pt x="804" y="1567"/>
                  </a:lnTo>
                  <a:lnTo>
                    <a:pt x="802" y="1574"/>
                  </a:lnTo>
                  <a:lnTo>
                    <a:pt x="802" y="1574"/>
                  </a:lnTo>
                  <a:lnTo>
                    <a:pt x="800" y="1579"/>
                  </a:lnTo>
                  <a:lnTo>
                    <a:pt x="799" y="1580"/>
                  </a:lnTo>
                  <a:lnTo>
                    <a:pt x="797" y="1578"/>
                  </a:lnTo>
                  <a:lnTo>
                    <a:pt x="795" y="1574"/>
                  </a:lnTo>
                  <a:lnTo>
                    <a:pt x="793" y="1568"/>
                  </a:lnTo>
                  <a:lnTo>
                    <a:pt x="791" y="1561"/>
                  </a:lnTo>
                  <a:lnTo>
                    <a:pt x="789" y="1555"/>
                  </a:lnTo>
                  <a:lnTo>
                    <a:pt x="786" y="1549"/>
                  </a:lnTo>
                  <a:lnTo>
                    <a:pt x="786" y="1549"/>
                  </a:lnTo>
                  <a:lnTo>
                    <a:pt x="783" y="1542"/>
                  </a:lnTo>
                  <a:lnTo>
                    <a:pt x="781" y="1537"/>
                  </a:lnTo>
                  <a:lnTo>
                    <a:pt x="777" y="1532"/>
                  </a:lnTo>
                  <a:lnTo>
                    <a:pt x="774" y="1529"/>
                  </a:lnTo>
                  <a:lnTo>
                    <a:pt x="769" y="1529"/>
                  </a:lnTo>
                  <a:lnTo>
                    <a:pt x="763" y="1533"/>
                  </a:lnTo>
                  <a:lnTo>
                    <a:pt x="755" y="1542"/>
                  </a:lnTo>
                  <a:lnTo>
                    <a:pt x="744" y="1557"/>
                  </a:lnTo>
                  <a:lnTo>
                    <a:pt x="744" y="1557"/>
                  </a:lnTo>
                  <a:lnTo>
                    <a:pt x="735" y="1572"/>
                  </a:lnTo>
                  <a:lnTo>
                    <a:pt x="732" y="1582"/>
                  </a:lnTo>
                  <a:lnTo>
                    <a:pt x="732" y="1587"/>
                  </a:lnTo>
                  <a:lnTo>
                    <a:pt x="734" y="1590"/>
                  </a:lnTo>
                  <a:lnTo>
                    <a:pt x="734" y="1591"/>
                  </a:lnTo>
                  <a:lnTo>
                    <a:pt x="731" y="1590"/>
                  </a:lnTo>
                  <a:lnTo>
                    <a:pt x="721" y="1590"/>
                  </a:lnTo>
                  <a:lnTo>
                    <a:pt x="704" y="1590"/>
                  </a:lnTo>
                  <a:lnTo>
                    <a:pt x="704" y="1590"/>
                  </a:lnTo>
                  <a:lnTo>
                    <a:pt x="686" y="1591"/>
                  </a:lnTo>
                  <a:lnTo>
                    <a:pt x="672" y="1592"/>
                  </a:lnTo>
                  <a:lnTo>
                    <a:pt x="664" y="1595"/>
                  </a:lnTo>
                  <a:lnTo>
                    <a:pt x="659" y="1597"/>
                  </a:lnTo>
                  <a:lnTo>
                    <a:pt x="655" y="1601"/>
                  </a:lnTo>
                  <a:lnTo>
                    <a:pt x="652" y="1606"/>
                  </a:lnTo>
                  <a:lnTo>
                    <a:pt x="647" y="1613"/>
                  </a:lnTo>
                  <a:lnTo>
                    <a:pt x="640" y="1622"/>
                  </a:lnTo>
                  <a:lnTo>
                    <a:pt x="640" y="1622"/>
                  </a:lnTo>
                  <a:lnTo>
                    <a:pt x="631" y="1631"/>
                  </a:lnTo>
                  <a:lnTo>
                    <a:pt x="622" y="1636"/>
                  </a:lnTo>
                  <a:lnTo>
                    <a:pt x="615" y="1639"/>
                  </a:lnTo>
                  <a:lnTo>
                    <a:pt x="609" y="1640"/>
                  </a:lnTo>
                  <a:lnTo>
                    <a:pt x="604" y="1638"/>
                  </a:lnTo>
                  <a:lnTo>
                    <a:pt x="601" y="1634"/>
                  </a:lnTo>
                  <a:lnTo>
                    <a:pt x="600" y="1629"/>
                  </a:lnTo>
                  <a:lnTo>
                    <a:pt x="601" y="1622"/>
                  </a:lnTo>
                  <a:lnTo>
                    <a:pt x="601" y="1622"/>
                  </a:lnTo>
                  <a:lnTo>
                    <a:pt x="601" y="1614"/>
                  </a:lnTo>
                  <a:lnTo>
                    <a:pt x="598" y="1605"/>
                  </a:lnTo>
                  <a:lnTo>
                    <a:pt x="594" y="1596"/>
                  </a:lnTo>
                  <a:lnTo>
                    <a:pt x="590" y="1586"/>
                  </a:lnTo>
                  <a:lnTo>
                    <a:pt x="588" y="1579"/>
                  </a:lnTo>
                  <a:lnTo>
                    <a:pt x="589" y="1573"/>
                  </a:lnTo>
                  <a:lnTo>
                    <a:pt x="594" y="1571"/>
                  </a:lnTo>
                  <a:lnTo>
                    <a:pt x="606" y="1571"/>
                  </a:lnTo>
                  <a:lnTo>
                    <a:pt x="606" y="1571"/>
                  </a:lnTo>
                  <a:lnTo>
                    <a:pt x="620" y="1573"/>
                  </a:lnTo>
                  <a:lnTo>
                    <a:pt x="634" y="1574"/>
                  </a:lnTo>
                  <a:lnTo>
                    <a:pt x="644" y="1575"/>
                  </a:lnTo>
                  <a:lnTo>
                    <a:pt x="653" y="1574"/>
                  </a:lnTo>
                  <a:lnTo>
                    <a:pt x="659" y="1573"/>
                  </a:lnTo>
                  <a:lnTo>
                    <a:pt x="663" y="1569"/>
                  </a:lnTo>
                  <a:lnTo>
                    <a:pt x="665" y="1564"/>
                  </a:lnTo>
                  <a:lnTo>
                    <a:pt x="665" y="1557"/>
                  </a:lnTo>
                  <a:lnTo>
                    <a:pt x="665" y="1557"/>
                  </a:lnTo>
                  <a:lnTo>
                    <a:pt x="663" y="1549"/>
                  </a:lnTo>
                  <a:lnTo>
                    <a:pt x="658" y="1542"/>
                  </a:lnTo>
                  <a:lnTo>
                    <a:pt x="652" y="1537"/>
                  </a:lnTo>
                  <a:lnTo>
                    <a:pt x="645" y="1533"/>
                  </a:lnTo>
                  <a:lnTo>
                    <a:pt x="638" y="1530"/>
                  </a:lnTo>
                  <a:lnTo>
                    <a:pt x="633" y="1528"/>
                  </a:lnTo>
                  <a:lnTo>
                    <a:pt x="628" y="1527"/>
                  </a:lnTo>
                  <a:lnTo>
                    <a:pt x="626" y="1527"/>
                  </a:lnTo>
                  <a:lnTo>
                    <a:pt x="626" y="1527"/>
                  </a:lnTo>
                  <a:lnTo>
                    <a:pt x="626" y="1526"/>
                  </a:lnTo>
                  <a:lnTo>
                    <a:pt x="627" y="1522"/>
                  </a:lnTo>
                  <a:lnTo>
                    <a:pt x="630" y="1517"/>
                  </a:lnTo>
                  <a:lnTo>
                    <a:pt x="633" y="1512"/>
                  </a:lnTo>
                  <a:lnTo>
                    <a:pt x="637" y="1507"/>
                  </a:lnTo>
                  <a:lnTo>
                    <a:pt x="642" y="1503"/>
                  </a:lnTo>
                  <a:lnTo>
                    <a:pt x="650" y="1500"/>
                  </a:lnTo>
                  <a:lnTo>
                    <a:pt x="659" y="1501"/>
                  </a:lnTo>
                  <a:lnTo>
                    <a:pt x="659" y="1501"/>
                  </a:lnTo>
                  <a:lnTo>
                    <a:pt x="668" y="1502"/>
                  </a:lnTo>
                  <a:lnTo>
                    <a:pt x="675" y="1500"/>
                  </a:lnTo>
                  <a:lnTo>
                    <a:pt x="681" y="1496"/>
                  </a:lnTo>
                  <a:lnTo>
                    <a:pt x="685" y="1490"/>
                  </a:lnTo>
                  <a:lnTo>
                    <a:pt x="687" y="1484"/>
                  </a:lnTo>
                  <a:lnTo>
                    <a:pt x="688" y="1480"/>
                  </a:lnTo>
                  <a:lnTo>
                    <a:pt x="688" y="1476"/>
                  </a:lnTo>
                  <a:lnTo>
                    <a:pt x="688" y="1475"/>
                  </a:lnTo>
                  <a:lnTo>
                    <a:pt x="688" y="1475"/>
                  </a:lnTo>
                  <a:lnTo>
                    <a:pt x="689" y="1476"/>
                  </a:lnTo>
                  <a:lnTo>
                    <a:pt x="691" y="1478"/>
                  </a:lnTo>
                  <a:lnTo>
                    <a:pt x="694" y="1481"/>
                  </a:lnTo>
                  <a:lnTo>
                    <a:pt x="698" y="1485"/>
                  </a:lnTo>
                  <a:lnTo>
                    <a:pt x="702" y="1490"/>
                  </a:lnTo>
                  <a:lnTo>
                    <a:pt x="707" y="1497"/>
                  </a:lnTo>
                  <a:lnTo>
                    <a:pt x="713" y="1503"/>
                  </a:lnTo>
                  <a:lnTo>
                    <a:pt x="718" y="1509"/>
                  </a:lnTo>
                  <a:lnTo>
                    <a:pt x="718" y="1509"/>
                  </a:lnTo>
                  <a:lnTo>
                    <a:pt x="724" y="1514"/>
                  </a:lnTo>
                  <a:lnTo>
                    <a:pt x="730" y="1515"/>
                  </a:lnTo>
                  <a:lnTo>
                    <a:pt x="735" y="1513"/>
                  </a:lnTo>
                  <a:lnTo>
                    <a:pt x="740" y="1510"/>
                  </a:lnTo>
                  <a:lnTo>
                    <a:pt x="742" y="1505"/>
                  </a:lnTo>
                  <a:lnTo>
                    <a:pt x="742" y="1500"/>
                  </a:lnTo>
                  <a:lnTo>
                    <a:pt x="739" y="1495"/>
                  </a:lnTo>
                  <a:lnTo>
                    <a:pt x="733" y="1489"/>
                  </a:lnTo>
                  <a:lnTo>
                    <a:pt x="733" y="1489"/>
                  </a:lnTo>
                  <a:lnTo>
                    <a:pt x="725" y="1483"/>
                  </a:lnTo>
                  <a:lnTo>
                    <a:pt x="719" y="1475"/>
                  </a:lnTo>
                  <a:lnTo>
                    <a:pt x="715" y="1466"/>
                  </a:lnTo>
                  <a:lnTo>
                    <a:pt x="713" y="1456"/>
                  </a:lnTo>
                  <a:lnTo>
                    <a:pt x="711" y="1446"/>
                  </a:lnTo>
                  <a:lnTo>
                    <a:pt x="710" y="1438"/>
                  </a:lnTo>
                  <a:lnTo>
                    <a:pt x="710" y="1432"/>
                  </a:lnTo>
                  <a:lnTo>
                    <a:pt x="710" y="1430"/>
                  </a:lnTo>
                  <a:lnTo>
                    <a:pt x="710" y="1430"/>
                  </a:lnTo>
                  <a:lnTo>
                    <a:pt x="711" y="1428"/>
                  </a:lnTo>
                  <a:lnTo>
                    <a:pt x="713" y="1424"/>
                  </a:lnTo>
                  <a:lnTo>
                    <a:pt x="716" y="1418"/>
                  </a:lnTo>
                  <a:lnTo>
                    <a:pt x="717" y="1412"/>
                  </a:lnTo>
                  <a:lnTo>
                    <a:pt x="716" y="1409"/>
                  </a:lnTo>
                  <a:lnTo>
                    <a:pt x="712" y="1408"/>
                  </a:lnTo>
                  <a:lnTo>
                    <a:pt x="703" y="1412"/>
                  </a:lnTo>
                  <a:lnTo>
                    <a:pt x="688" y="1422"/>
                  </a:lnTo>
                  <a:lnTo>
                    <a:pt x="688" y="1422"/>
                  </a:lnTo>
                  <a:lnTo>
                    <a:pt x="670" y="1432"/>
                  </a:lnTo>
                  <a:lnTo>
                    <a:pt x="657" y="1437"/>
                  </a:lnTo>
                  <a:lnTo>
                    <a:pt x="647" y="1438"/>
                  </a:lnTo>
                  <a:lnTo>
                    <a:pt x="640" y="1435"/>
                  </a:lnTo>
                  <a:lnTo>
                    <a:pt x="634" y="1431"/>
                  </a:lnTo>
                  <a:lnTo>
                    <a:pt x="631" y="1427"/>
                  </a:lnTo>
                  <a:lnTo>
                    <a:pt x="628" y="1423"/>
                  </a:lnTo>
                  <a:lnTo>
                    <a:pt x="628" y="1422"/>
                  </a:lnTo>
                  <a:lnTo>
                    <a:pt x="643" y="1459"/>
                  </a:lnTo>
                  <a:lnTo>
                    <a:pt x="643" y="1459"/>
                  </a:lnTo>
                  <a:lnTo>
                    <a:pt x="645" y="1463"/>
                  </a:lnTo>
                  <a:lnTo>
                    <a:pt x="646" y="1468"/>
                  </a:lnTo>
                  <a:lnTo>
                    <a:pt x="646" y="1473"/>
                  </a:lnTo>
                  <a:lnTo>
                    <a:pt x="645" y="1479"/>
                  </a:lnTo>
                  <a:lnTo>
                    <a:pt x="641" y="1486"/>
                  </a:lnTo>
                  <a:lnTo>
                    <a:pt x="635" y="1493"/>
                  </a:lnTo>
                  <a:lnTo>
                    <a:pt x="625" y="1502"/>
                  </a:lnTo>
                  <a:lnTo>
                    <a:pt x="612" y="1510"/>
                  </a:lnTo>
                  <a:lnTo>
                    <a:pt x="612" y="1510"/>
                  </a:lnTo>
                  <a:lnTo>
                    <a:pt x="599" y="1518"/>
                  </a:lnTo>
                  <a:lnTo>
                    <a:pt x="589" y="1524"/>
                  </a:lnTo>
                  <a:lnTo>
                    <a:pt x="581" y="1529"/>
                  </a:lnTo>
                  <a:lnTo>
                    <a:pt x="574" y="1533"/>
                  </a:lnTo>
                  <a:lnTo>
                    <a:pt x="567" y="1535"/>
                  </a:lnTo>
                  <a:lnTo>
                    <a:pt x="561" y="1536"/>
                  </a:lnTo>
                  <a:lnTo>
                    <a:pt x="553" y="1535"/>
                  </a:lnTo>
                  <a:lnTo>
                    <a:pt x="542" y="1532"/>
                  </a:lnTo>
                  <a:lnTo>
                    <a:pt x="542" y="1532"/>
                  </a:lnTo>
                  <a:lnTo>
                    <a:pt x="532" y="1528"/>
                  </a:lnTo>
                  <a:lnTo>
                    <a:pt x="524" y="1525"/>
                  </a:lnTo>
                  <a:lnTo>
                    <a:pt x="519" y="1522"/>
                  </a:lnTo>
                  <a:lnTo>
                    <a:pt x="517" y="1518"/>
                  </a:lnTo>
                  <a:lnTo>
                    <a:pt x="515" y="1514"/>
                  </a:lnTo>
                  <a:lnTo>
                    <a:pt x="513" y="1508"/>
                  </a:lnTo>
                  <a:lnTo>
                    <a:pt x="511" y="1501"/>
                  </a:lnTo>
                  <a:lnTo>
                    <a:pt x="508" y="1492"/>
                  </a:lnTo>
                  <a:lnTo>
                    <a:pt x="508" y="1492"/>
                  </a:lnTo>
                  <a:lnTo>
                    <a:pt x="505" y="1484"/>
                  </a:lnTo>
                  <a:lnTo>
                    <a:pt x="503" y="1478"/>
                  </a:lnTo>
                  <a:lnTo>
                    <a:pt x="503" y="1473"/>
                  </a:lnTo>
                  <a:lnTo>
                    <a:pt x="504" y="1470"/>
                  </a:lnTo>
                  <a:lnTo>
                    <a:pt x="506" y="1466"/>
                  </a:lnTo>
                  <a:lnTo>
                    <a:pt x="510" y="1462"/>
                  </a:lnTo>
                  <a:lnTo>
                    <a:pt x="515" y="1457"/>
                  </a:lnTo>
                  <a:lnTo>
                    <a:pt x="522" y="1451"/>
                  </a:lnTo>
                  <a:lnTo>
                    <a:pt x="522" y="1451"/>
                  </a:lnTo>
                  <a:lnTo>
                    <a:pt x="528" y="1441"/>
                  </a:lnTo>
                  <a:lnTo>
                    <a:pt x="533" y="1430"/>
                  </a:lnTo>
                  <a:lnTo>
                    <a:pt x="535" y="1418"/>
                  </a:lnTo>
                  <a:lnTo>
                    <a:pt x="535" y="1407"/>
                  </a:lnTo>
                  <a:lnTo>
                    <a:pt x="531" y="1397"/>
                  </a:lnTo>
                  <a:lnTo>
                    <a:pt x="523" y="1390"/>
                  </a:lnTo>
                  <a:lnTo>
                    <a:pt x="513" y="1389"/>
                  </a:lnTo>
                  <a:lnTo>
                    <a:pt x="500" y="1395"/>
                  </a:lnTo>
                  <a:lnTo>
                    <a:pt x="500" y="1395"/>
                  </a:lnTo>
                  <a:lnTo>
                    <a:pt x="485" y="1402"/>
                  </a:lnTo>
                  <a:lnTo>
                    <a:pt x="471" y="1408"/>
                  </a:lnTo>
                  <a:lnTo>
                    <a:pt x="459" y="1413"/>
                  </a:lnTo>
                  <a:lnTo>
                    <a:pt x="449" y="1418"/>
                  </a:lnTo>
                  <a:lnTo>
                    <a:pt x="440" y="1422"/>
                  </a:lnTo>
                  <a:lnTo>
                    <a:pt x="433" y="1426"/>
                  </a:lnTo>
                  <a:lnTo>
                    <a:pt x="427" y="1431"/>
                  </a:lnTo>
                  <a:lnTo>
                    <a:pt x="424" y="1436"/>
                  </a:lnTo>
                  <a:lnTo>
                    <a:pt x="424" y="1436"/>
                  </a:lnTo>
                  <a:lnTo>
                    <a:pt x="422" y="1440"/>
                  </a:lnTo>
                  <a:lnTo>
                    <a:pt x="419" y="1442"/>
                  </a:lnTo>
                  <a:lnTo>
                    <a:pt x="416" y="1441"/>
                  </a:lnTo>
                  <a:lnTo>
                    <a:pt x="413" y="1438"/>
                  </a:lnTo>
                  <a:lnTo>
                    <a:pt x="410" y="1434"/>
                  </a:lnTo>
                  <a:lnTo>
                    <a:pt x="407" y="1429"/>
                  </a:lnTo>
                  <a:lnTo>
                    <a:pt x="403" y="1424"/>
                  </a:lnTo>
                  <a:lnTo>
                    <a:pt x="399" y="1419"/>
                  </a:lnTo>
                  <a:lnTo>
                    <a:pt x="399" y="1419"/>
                  </a:lnTo>
                  <a:lnTo>
                    <a:pt x="394" y="1416"/>
                  </a:lnTo>
                  <a:lnTo>
                    <a:pt x="389" y="1417"/>
                  </a:lnTo>
                  <a:lnTo>
                    <a:pt x="383" y="1419"/>
                  </a:lnTo>
                  <a:lnTo>
                    <a:pt x="375" y="1422"/>
                  </a:lnTo>
                  <a:lnTo>
                    <a:pt x="367" y="1425"/>
                  </a:lnTo>
                  <a:lnTo>
                    <a:pt x="359" y="1424"/>
                  </a:lnTo>
                  <a:lnTo>
                    <a:pt x="350" y="1420"/>
                  </a:lnTo>
                  <a:lnTo>
                    <a:pt x="341" y="1411"/>
                  </a:lnTo>
                  <a:lnTo>
                    <a:pt x="341" y="1411"/>
                  </a:lnTo>
                  <a:lnTo>
                    <a:pt x="333" y="1400"/>
                  </a:lnTo>
                  <a:lnTo>
                    <a:pt x="326" y="1389"/>
                  </a:lnTo>
                  <a:lnTo>
                    <a:pt x="321" y="1381"/>
                  </a:lnTo>
                  <a:lnTo>
                    <a:pt x="316" y="1374"/>
                  </a:lnTo>
                  <a:lnTo>
                    <a:pt x="310" y="1368"/>
                  </a:lnTo>
                  <a:lnTo>
                    <a:pt x="302" y="1364"/>
                  </a:lnTo>
                  <a:lnTo>
                    <a:pt x="292" y="1361"/>
                  </a:lnTo>
                  <a:lnTo>
                    <a:pt x="278" y="1358"/>
                  </a:lnTo>
                  <a:lnTo>
                    <a:pt x="278" y="1358"/>
                  </a:lnTo>
                  <a:lnTo>
                    <a:pt x="267" y="1356"/>
                  </a:lnTo>
                  <a:lnTo>
                    <a:pt x="262" y="1353"/>
                  </a:lnTo>
                  <a:lnTo>
                    <a:pt x="263" y="1351"/>
                  </a:lnTo>
                  <a:lnTo>
                    <a:pt x="268" y="1347"/>
                  </a:lnTo>
                  <a:lnTo>
                    <a:pt x="277" y="1344"/>
                  </a:lnTo>
                  <a:lnTo>
                    <a:pt x="288" y="1338"/>
                  </a:lnTo>
                  <a:lnTo>
                    <a:pt x="298" y="1331"/>
                  </a:lnTo>
                  <a:lnTo>
                    <a:pt x="307" y="1324"/>
                  </a:lnTo>
                  <a:lnTo>
                    <a:pt x="307" y="1324"/>
                  </a:lnTo>
                  <a:lnTo>
                    <a:pt x="315" y="1316"/>
                  </a:lnTo>
                  <a:lnTo>
                    <a:pt x="323" y="1307"/>
                  </a:lnTo>
                  <a:lnTo>
                    <a:pt x="331" y="1299"/>
                  </a:lnTo>
                  <a:lnTo>
                    <a:pt x="338" y="1291"/>
                  </a:lnTo>
                  <a:lnTo>
                    <a:pt x="345" y="1286"/>
                  </a:lnTo>
                  <a:lnTo>
                    <a:pt x="350" y="1284"/>
                  </a:lnTo>
                  <a:lnTo>
                    <a:pt x="356" y="1284"/>
                  </a:lnTo>
                  <a:lnTo>
                    <a:pt x="360" y="1287"/>
                  </a:lnTo>
                  <a:lnTo>
                    <a:pt x="360" y="1287"/>
                  </a:lnTo>
                  <a:lnTo>
                    <a:pt x="364" y="1294"/>
                  </a:lnTo>
                  <a:lnTo>
                    <a:pt x="366" y="1300"/>
                  </a:lnTo>
                  <a:lnTo>
                    <a:pt x="367" y="1306"/>
                  </a:lnTo>
                  <a:lnTo>
                    <a:pt x="368" y="1311"/>
                  </a:lnTo>
                  <a:lnTo>
                    <a:pt x="368" y="1316"/>
                  </a:lnTo>
                  <a:lnTo>
                    <a:pt x="368" y="1320"/>
                  </a:lnTo>
                  <a:lnTo>
                    <a:pt x="368" y="1323"/>
                  </a:lnTo>
                  <a:lnTo>
                    <a:pt x="368" y="1324"/>
                  </a:lnTo>
                  <a:lnTo>
                    <a:pt x="394" y="1313"/>
                  </a:lnTo>
                  <a:lnTo>
                    <a:pt x="394" y="1313"/>
                  </a:lnTo>
                  <a:lnTo>
                    <a:pt x="393" y="1311"/>
                  </a:lnTo>
                  <a:lnTo>
                    <a:pt x="391" y="1306"/>
                  </a:lnTo>
                  <a:lnTo>
                    <a:pt x="389" y="1300"/>
                  </a:lnTo>
                  <a:lnTo>
                    <a:pt x="387" y="1291"/>
                  </a:lnTo>
                  <a:lnTo>
                    <a:pt x="386" y="1283"/>
                  </a:lnTo>
                  <a:lnTo>
                    <a:pt x="386" y="1277"/>
                  </a:lnTo>
                  <a:lnTo>
                    <a:pt x="390" y="1272"/>
                  </a:lnTo>
                  <a:lnTo>
                    <a:pt x="397" y="1270"/>
                  </a:lnTo>
                  <a:lnTo>
                    <a:pt x="397" y="1270"/>
                  </a:lnTo>
                  <a:lnTo>
                    <a:pt x="404" y="1268"/>
                  </a:lnTo>
                  <a:lnTo>
                    <a:pt x="409" y="1264"/>
                  </a:lnTo>
                  <a:lnTo>
                    <a:pt x="412" y="1258"/>
                  </a:lnTo>
                  <a:lnTo>
                    <a:pt x="414" y="1251"/>
                  </a:lnTo>
                  <a:lnTo>
                    <a:pt x="416" y="1245"/>
                  </a:lnTo>
                  <a:lnTo>
                    <a:pt x="417" y="1240"/>
                  </a:lnTo>
                  <a:lnTo>
                    <a:pt x="420" y="1239"/>
                  </a:lnTo>
                  <a:lnTo>
                    <a:pt x="424" y="1243"/>
                  </a:lnTo>
                  <a:lnTo>
                    <a:pt x="424" y="1243"/>
                  </a:lnTo>
                  <a:lnTo>
                    <a:pt x="429" y="1248"/>
                  </a:lnTo>
                  <a:lnTo>
                    <a:pt x="435" y="1254"/>
                  </a:lnTo>
                  <a:lnTo>
                    <a:pt x="439" y="1259"/>
                  </a:lnTo>
                  <a:lnTo>
                    <a:pt x="443" y="1263"/>
                  </a:lnTo>
                  <a:lnTo>
                    <a:pt x="446" y="1266"/>
                  </a:lnTo>
                  <a:lnTo>
                    <a:pt x="450" y="1269"/>
                  </a:lnTo>
                  <a:lnTo>
                    <a:pt x="454" y="1269"/>
                  </a:lnTo>
                  <a:lnTo>
                    <a:pt x="458" y="1268"/>
                  </a:lnTo>
                  <a:lnTo>
                    <a:pt x="458" y="1268"/>
                  </a:lnTo>
                  <a:lnTo>
                    <a:pt x="462" y="1265"/>
                  </a:lnTo>
                  <a:lnTo>
                    <a:pt x="466" y="1262"/>
                  </a:lnTo>
                  <a:lnTo>
                    <a:pt x="470" y="1258"/>
                  </a:lnTo>
                  <a:lnTo>
                    <a:pt x="474" y="1253"/>
                  </a:lnTo>
                  <a:lnTo>
                    <a:pt x="476" y="1248"/>
                  </a:lnTo>
                  <a:lnTo>
                    <a:pt x="478" y="1243"/>
                  </a:lnTo>
                  <a:lnTo>
                    <a:pt x="478" y="1236"/>
                  </a:lnTo>
                  <a:lnTo>
                    <a:pt x="477" y="1231"/>
                  </a:lnTo>
                  <a:lnTo>
                    <a:pt x="477" y="1231"/>
                  </a:lnTo>
                  <a:lnTo>
                    <a:pt x="476" y="1225"/>
                  </a:lnTo>
                  <a:lnTo>
                    <a:pt x="477" y="1219"/>
                  </a:lnTo>
                  <a:lnTo>
                    <a:pt x="481" y="1213"/>
                  </a:lnTo>
                  <a:lnTo>
                    <a:pt x="485" y="1207"/>
                  </a:lnTo>
                  <a:lnTo>
                    <a:pt x="490" y="1202"/>
                  </a:lnTo>
                  <a:lnTo>
                    <a:pt x="495" y="1197"/>
                  </a:lnTo>
                  <a:lnTo>
                    <a:pt x="501" y="1194"/>
                  </a:lnTo>
                  <a:lnTo>
                    <a:pt x="506" y="1191"/>
                  </a:lnTo>
                  <a:lnTo>
                    <a:pt x="506" y="1191"/>
                  </a:lnTo>
                  <a:lnTo>
                    <a:pt x="508" y="1190"/>
                  </a:lnTo>
                  <a:lnTo>
                    <a:pt x="503" y="1190"/>
                  </a:lnTo>
                  <a:lnTo>
                    <a:pt x="495" y="1191"/>
                  </a:lnTo>
                  <a:lnTo>
                    <a:pt x="483" y="1194"/>
                  </a:lnTo>
                  <a:lnTo>
                    <a:pt x="467" y="1197"/>
                  </a:lnTo>
                  <a:lnTo>
                    <a:pt x="452" y="1201"/>
                  </a:lnTo>
                  <a:lnTo>
                    <a:pt x="436" y="1207"/>
                  </a:lnTo>
                  <a:lnTo>
                    <a:pt x="421" y="1214"/>
                  </a:lnTo>
                  <a:lnTo>
                    <a:pt x="421" y="1214"/>
                  </a:lnTo>
                  <a:lnTo>
                    <a:pt x="409" y="1220"/>
                  </a:lnTo>
                  <a:lnTo>
                    <a:pt x="398" y="1221"/>
                  </a:lnTo>
                  <a:lnTo>
                    <a:pt x="389" y="1220"/>
                  </a:lnTo>
                  <a:lnTo>
                    <a:pt x="381" y="1218"/>
                  </a:lnTo>
                  <a:lnTo>
                    <a:pt x="371" y="1217"/>
                  </a:lnTo>
                  <a:lnTo>
                    <a:pt x="363" y="1218"/>
                  </a:lnTo>
                  <a:lnTo>
                    <a:pt x="353" y="1222"/>
                  </a:lnTo>
                  <a:lnTo>
                    <a:pt x="343" y="1231"/>
                  </a:lnTo>
                  <a:lnTo>
                    <a:pt x="343" y="1231"/>
                  </a:lnTo>
                  <a:lnTo>
                    <a:pt x="333" y="1240"/>
                  </a:lnTo>
                  <a:lnTo>
                    <a:pt x="325" y="1244"/>
                  </a:lnTo>
                  <a:lnTo>
                    <a:pt x="320" y="1241"/>
                  </a:lnTo>
                  <a:lnTo>
                    <a:pt x="316" y="1236"/>
                  </a:lnTo>
                  <a:lnTo>
                    <a:pt x="312" y="1229"/>
                  </a:lnTo>
                  <a:lnTo>
                    <a:pt x="308" y="1221"/>
                  </a:lnTo>
                  <a:lnTo>
                    <a:pt x="302" y="1214"/>
                  </a:lnTo>
                  <a:lnTo>
                    <a:pt x="293" y="1209"/>
                  </a:lnTo>
                  <a:lnTo>
                    <a:pt x="293" y="1209"/>
                  </a:lnTo>
                  <a:lnTo>
                    <a:pt x="283" y="1208"/>
                  </a:lnTo>
                  <a:lnTo>
                    <a:pt x="274" y="1209"/>
                  </a:lnTo>
                  <a:lnTo>
                    <a:pt x="265" y="1212"/>
                  </a:lnTo>
                  <a:lnTo>
                    <a:pt x="257" y="1213"/>
                  </a:lnTo>
                  <a:lnTo>
                    <a:pt x="248" y="1212"/>
                  </a:lnTo>
                  <a:lnTo>
                    <a:pt x="238" y="1206"/>
                  </a:lnTo>
                  <a:lnTo>
                    <a:pt x="227" y="1194"/>
                  </a:lnTo>
                  <a:lnTo>
                    <a:pt x="214" y="1172"/>
                  </a:lnTo>
                  <a:lnTo>
                    <a:pt x="214" y="1172"/>
                  </a:lnTo>
                  <a:lnTo>
                    <a:pt x="203" y="1153"/>
                  </a:lnTo>
                  <a:lnTo>
                    <a:pt x="196" y="1146"/>
                  </a:lnTo>
                  <a:lnTo>
                    <a:pt x="190" y="1147"/>
                  </a:lnTo>
                  <a:lnTo>
                    <a:pt x="183" y="1153"/>
                  </a:lnTo>
                  <a:lnTo>
                    <a:pt x="170" y="1161"/>
                  </a:lnTo>
                  <a:lnTo>
                    <a:pt x="153" y="1167"/>
                  </a:lnTo>
                  <a:lnTo>
                    <a:pt x="126" y="1168"/>
                  </a:lnTo>
                  <a:lnTo>
                    <a:pt x="89" y="1161"/>
                  </a:lnTo>
                  <a:lnTo>
                    <a:pt x="89" y="1161"/>
                  </a:lnTo>
                  <a:lnTo>
                    <a:pt x="51" y="1151"/>
                  </a:lnTo>
                  <a:lnTo>
                    <a:pt x="25" y="1144"/>
                  </a:lnTo>
                  <a:lnTo>
                    <a:pt x="10" y="1140"/>
                  </a:lnTo>
                  <a:lnTo>
                    <a:pt x="2" y="1138"/>
                  </a:lnTo>
                  <a:lnTo>
                    <a:pt x="0" y="1137"/>
                  </a:lnTo>
                  <a:lnTo>
                    <a:pt x="2" y="1136"/>
                  </a:lnTo>
                  <a:lnTo>
                    <a:pt x="5" y="1135"/>
                  </a:lnTo>
                  <a:lnTo>
                    <a:pt x="7" y="1132"/>
                  </a:lnTo>
                  <a:lnTo>
                    <a:pt x="7" y="1132"/>
                  </a:lnTo>
                  <a:lnTo>
                    <a:pt x="8" y="1129"/>
                  </a:lnTo>
                  <a:lnTo>
                    <a:pt x="8" y="1126"/>
                  </a:lnTo>
                  <a:lnTo>
                    <a:pt x="10" y="1124"/>
                  </a:lnTo>
                  <a:lnTo>
                    <a:pt x="14" y="1123"/>
                  </a:lnTo>
                  <a:lnTo>
                    <a:pt x="21" y="1120"/>
                  </a:lnTo>
                  <a:lnTo>
                    <a:pt x="34" y="1117"/>
                  </a:lnTo>
                  <a:lnTo>
                    <a:pt x="52" y="1112"/>
                  </a:lnTo>
                  <a:lnTo>
                    <a:pt x="77" y="1105"/>
                  </a:lnTo>
                  <a:lnTo>
                    <a:pt x="77" y="1105"/>
                  </a:lnTo>
                  <a:lnTo>
                    <a:pt x="105" y="1096"/>
                  </a:lnTo>
                  <a:lnTo>
                    <a:pt x="128" y="1086"/>
                  </a:lnTo>
                  <a:lnTo>
                    <a:pt x="148" y="1076"/>
                  </a:lnTo>
                  <a:lnTo>
                    <a:pt x="164" y="1066"/>
                  </a:lnTo>
                  <a:lnTo>
                    <a:pt x="176" y="1056"/>
                  </a:lnTo>
                  <a:lnTo>
                    <a:pt x="185" y="1047"/>
                  </a:lnTo>
                  <a:lnTo>
                    <a:pt x="190" y="1038"/>
                  </a:lnTo>
                  <a:lnTo>
                    <a:pt x="192" y="1031"/>
                  </a:lnTo>
                  <a:lnTo>
                    <a:pt x="192" y="1031"/>
                  </a:lnTo>
                  <a:lnTo>
                    <a:pt x="192" y="1025"/>
                  </a:lnTo>
                  <a:lnTo>
                    <a:pt x="193" y="1018"/>
                  </a:lnTo>
                  <a:lnTo>
                    <a:pt x="194" y="1012"/>
                  </a:lnTo>
                  <a:lnTo>
                    <a:pt x="195" y="1005"/>
                  </a:lnTo>
                  <a:lnTo>
                    <a:pt x="196" y="998"/>
                  </a:lnTo>
                  <a:lnTo>
                    <a:pt x="197" y="989"/>
                  </a:lnTo>
                  <a:lnTo>
                    <a:pt x="198" y="982"/>
                  </a:lnTo>
                  <a:lnTo>
                    <a:pt x="198" y="975"/>
                  </a:lnTo>
                  <a:lnTo>
                    <a:pt x="198" y="975"/>
                  </a:lnTo>
                  <a:lnTo>
                    <a:pt x="199" y="967"/>
                  </a:lnTo>
                  <a:lnTo>
                    <a:pt x="200" y="959"/>
                  </a:lnTo>
                  <a:lnTo>
                    <a:pt x="202" y="950"/>
                  </a:lnTo>
                  <a:lnTo>
                    <a:pt x="202" y="942"/>
                  </a:lnTo>
                  <a:lnTo>
                    <a:pt x="201" y="932"/>
                  </a:lnTo>
                  <a:lnTo>
                    <a:pt x="197" y="924"/>
                  </a:lnTo>
                  <a:lnTo>
                    <a:pt x="190" y="917"/>
                  </a:lnTo>
                  <a:lnTo>
                    <a:pt x="177" y="911"/>
                  </a:lnTo>
                  <a:lnTo>
                    <a:pt x="177" y="911"/>
                  </a:lnTo>
                  <a:lnTo>
                    <a:pt x="166" y="906"/>
                  </a:lnTo>
                  <a:lnTo>
                    <a:pt x="162" y="903"/>
                  </a:lnTo>
                  <a:lnTo>
                    <a:pt x="162" y="900"/>
                  </a:lnTo>
                  <a:lnTo>
                    <a:pt x="167" y="897"/>
                  </a:lnTo>
                  <a:lnTo>
                    <a:pt x="174" y="894"/>
                  </a:lnTo>
                  <a:lnTo>
                    <a:pt x="183" y="889"/>
                  </a:lnTo>
                  <a:lnTo>
                    <a:pt x="191" y="884"/>
                  </a:lnTo>
                  <a:lnTo>
                    <a:pt x="198" y="877"/>
                  </a:lnTo>
                  <a:lnTo>
                    <a:pt x="198" y="877"/>
                  </a:lnTo>
                  <a:lnTo>
                    <a:pt x="203" y="870"/>
                  </a:lnTo>
                  <a:lnTo>
                    <a:pt x="206" y="864"/>
                  </a:lnTo>
                  <a:lnTo>
                    <a:pt x="207" y="859"/>
                  </a:lnTo>
                  <a:lnTo>
                    <a:pt x="208" y="855"/>
                  </a:lnTo>
                  <a:lnTo>
                    <a:pt x="209" y="852"/>
                  </a:lnTo>
                  <a:lnTo>
                    <a:pt x="210" y="848"/>
                  </a:lnTo>
                  <a:lnTo>
                    <a:pt x="213" y="843"/>
                  </a:lnTo>
                  <a:lnTo>
                    <a:pt x="217" y="837"/>
                  </a:lnTo>
                  <a:lnTo>
                    <a:pt x="217" y="837"/>
                  </a:lnTo>
                  <a:lnTo>
                    <a:pt x="221" y="830"/>
                  </a:lnTo>
                  <a:lnTo>
                    <a:pt x="223" y="823"/>
                  </a:lnTo>
                  <a:lnTo>
                    <a:pt x="225" y="815"/>
                  </a:lnTo>
                  <a:lnTo>
                    <a:pt x="226" y="807"/>
                  </a:lnTo>
                  <a:lnTo>
                    <a:pt x="228" y="801"/>
                  </a:lnTo>
                  <a:lnTo>
                    <a:pt x="233" y="795"/>
                  </a:lnTo>
                  <a:lnTo>
                    <a:pt x="239" y="791"/>
                  </a:lnTo>
                  <a:lnTo>
                    <a:pt x="248" y="789"/>
                  </a:lnTo>
                  <a:lnTo>
                    <a:pt x="248" y="789"/>
                  </a:lnTo>
                  <a:lnTo>
                    <a:pt x="257" y="788"/>
                  </a:lnTo>
                  <a:lnTo>
                    <a:pt x="263" y="785"/>
                  </a:lnTo>
                  <a:lnTo>
                    <a:pt x="266" y="781"/>
                  </a:lnTo>
                  <a:lnTo>
                    <a:pt x="267" y="775"/>
                  </a:lnTo>
                  <a:lnTo>
                    <a:pt x="268" y="769"/>
                  </a:lnTo>
                  <a:lnTo>
                    <a:pt x="270" y="763"/>
                  </a:lnTo>
                  <a:lnTo>
                    <a:pt x="272" y="757"/>
                  </a:lnTo>
                  <a:lnTo>
                    <a:pt x="278" y="751"/>
                  </a:lnTo>
                  <a:lnTo>
                    <a:pt x="278" y="751"/>
                  </a:lnTo>
                  <a:lnTo>
                    <a:pt x="286" y="747"/>
                  </a:lnTo>
                  <a:lnTo>
                    <a:pt x="291" y="744"/>
                  </a:lnTo>
                  <a:lnTo>
                    <a:pt x="296" y="741"/>
                  </a:lnTo>
                  <a:lnTo>
                    <a:pt x="300" y="738"/>
                  </a:lnTo>
                  <a:lnTo>
                    <a:pt x="303" y="736"/>
                  </a:lnTo>
                  <a:lnTo>
                    <a:pt x="305" y="732"/>
                  </a:lnTo>
                  <a:lnTo>
                    <a:pt x="307" y="727"/>
                  </a:lnTo>
                  <a:lnTo>
                    <a:pt x="307" y="719"/>
                  </a:lnTo>
                  <a:lnTo>
                    <a:pt x="307" y="719"/>
                  </a:lnTo>
                  <a:lnTo>
                    <a:pt x="305" y="712"/>
                  </a:lnTo>
                  <a:lnTo>
                    <a:pt x="302" y="706"/>
                  </a:lnTo>
                  <a:lnTo>
                    <a:pt x="297" y="702"/>
                  </a:lnTo>
                  <a:lnTo>
                    <a:pt x="292" y="698"/>
                  </a:lnTo>
                  <a:lnTo>
                    <a:pt x="289" y="692"/>
                  </a:lnTo>
                  <a:lnTo>
                    <a:pt x="288" y="683"/>
                  </a:lnTo>
                  <a:lnTo>
                    <a:pt x="290" y="672"/>
                  </a:lnTo>
                  <a:lnTo>
                    <a:pt x="298" y="655"/>
                  </a:lnTo>
                  <a:lnTo>
                    <a:pt x="298" y="655"/>
                  </a:lnTo>
                  <a:lnTo>
                    <a:pt x="307" y="635"/>
                  </a:lnTo>
                  <a:lnTo>
                    <a:pt x="312" y="618"/>
                  </a:lnTo>
                  <a:lnTo>
                    <a:pt x="315" y="603"/>
                  </a:lnTo>
                  <a:lnTo>
                    <a:pt x="316" y="590"/>
                  </a:lnTo>
                  <a:lnTo>
                    <a:pt x="316" y="580"/>
                  </a:lnTo>
                  <a:lnTo>
                    <a:pt x="317" y="575"/>
                  </a:lnTo>
                  <a:lnTo>
                    <a:pt x="319" y="575"/>
                  </a:lnTo>
                  <a:lnTo>
                    <a:pt x="323" y="579"/>
                  </a:lnTo>
                  <a:lnTo>
                    <a:pt x="323" y="579"/>
                  </a:lnTo>
                  <a:lnTo>
                    <a:pt x="328" y="586"/>
                  </a:lnTo>
                  <a:lnTo>
                    <a:pt x="334" y="595"/>
                  </a:lnTo>
                  <a:lnTo>
                    <a:pt x="339" y="603"/>
                  </a:lnTo>
                  <a:lnTo>
                    <a:pt x="344" y="610"/>
                  </a:lnTo>
                  <a:lnTo>
                    <a:pt x="348" y="618"/>
                  </a:lnTo>
                  <a:lnTo>
                    <a:pt x="351" y="625"/>
                  </a:lnTo>
                  <a:lnTo>
                    <a:pt x="354" y="631"/>
                  </a:lnTo>
                  <a:lnTo>
                    <a:pt x="357" y="637"/>
                  </a:lnTo>
                  <a:lnTo>
                    <a:pt x="357" y="637"/>
                  </a:lnTo>
                  <a:lnTo>
                    <a:pt x="360" y="641"/>
                  </a:lnTo>
                  <a:lnTo>
                    <a:pt x="366" y="642"/>
                  </a:lnTo>
                  <a:lnTo>
                    <a:pt x="372" y="640"/>
                  </a:lnTo>
                  <a:lnTo>
                    <a:pt x="379" y="636"/>
                  </a:lnTo>
                  <a:lnTo>
                    <a:pt x="386" y="632"/>
                  </a:lnTo>
                  <a:lnTo>
                    <a:pt x="392" y="628"/>
                  </a:lnTo>
                  <a:lnTo>
                    <a:pt x="396" y="625"/>
                  </a:lnTo>
                  <a:lnTo>
                    <a:pt x="397" y="624"/>
                  </a:lnTo>
                  <a:lnTo>
                    <a:pt x="397" y="624"/>
                  </a:lnTo>
                  <a:lnTo>
                    <a:pt x="399" y="623"/>
                  </a:lnTo>
                  <a:lnTo>
                    <a:pt x="405" y="620"/>
                  </a:lnTo>
                  <a:lnTo>
                    <a:pt x="412" y="616"/>
                  </a:lnTo>
                  <a:lnTo>
                    <a:pt x="420" y="610"/>
                  </a:lnTo>
                  <a:lnTo>
                    <a:pt x="427" y="604"/>
                  </a:lnTo>
                  <a:lnTo>
                    <a:pt x="433" y="598"/>
                  </a:lnTo>
                  <a:lnTo>
                    <a:pt x="434" y="591"/>
                  </a:lnTo>
                  <a:lnTo>
                    <a:pt x="429" y="584"/>
                  </a:lnTo>
                  <a:lnTo>
                    <a:pt x="429" y="584"/>
                  </a:lnTo>
                  <a:lnTo>
                    <a:pt x="423" y="578"/>
                  </a:lnTo>
                  <a:lnTo>
                    <a:pt x="419" y="573"/>
                  </a:lnTo>
                  <a:lnTo>
                    <a:pt x="418" y="569"/>
                  </a:lnTo>
                  <a:lnTo>
                    <a:pt x="420" y="566"/>
                  </a:lnTo>
                  <a:lnTo>
                    <a:pt x="425" y="564"/>
                  </a:lnTo>
                  <a:lnTo>
                    <a:pt x="434" y="564"/>
                  </a:lnTo>
                  <a:lnTo>
                    <a:pt x="446" y="565"/>
                  </a:lnTo>
                  <a:lnTo>
                    <a:pt x="463" y="568"/>
                  </a:lnTo>
                  <a:lnTo>
                    <a:pt x="463" y="568"/>
                  </a:lnTo>
                  <a:lnTo>
                    <a:pt x="478" y="570"/>
                  </a:lnTo>
                  <a:lnTo>
                    <a:pt x="489" y="570"/>
                  </a:lnTo>
                  <a:lnTo>
                    <a:pt x="495" y="566"/>
                  </a:lnTo>
                  <a:lnTo>
                    <a:pt x="498" y="561"/>
                  </a:lnTo>
                  <a:lnTo>
                    <a:pt x="499" y="555"/>
                  </a:lnTo>
                  <a:lnTo>
                    <a:pt x="502" y="549"/>
                  </a:lnTo>
                  <a:lnTo>
                    <a:pt x="506" y="543"/>
                  </a:lnTo>
                  <a:lnTo>
                    <a:pt x="514" y="536"/>
                  </a:lnTo>
                  <a:lnTo>
                    <a:pt x="514" y="536"/>
                  </a:lnTo>
                  <a:lnTo>
                    <a:pt x="523" y="533"/>
                  </a:lnTo>
                  <a:lnTo>
                    <a:pt x="532" y="533"/>
                  </a:lnTo>
                  <a:lnTo>
                    <a:pt x="540" y="535"/>
                  </a:lnTo>
                  <a:lnTo>
                    <a:pt x="547" y="539"/>
                  </a:lnTo>
                  <a:lnTo>
                    <a:pt x="553" y="542"/>
                  </a:lnTo>
                  <a:lnTo>
                    <a:pt x="561" y="544"/>
                  </a:lnTo>
                  <a:lnTo>
                    <a:pt x="569" y="543"/>
                  </a:lnTo>
                  <a:lnTo>
                    <a:pt x="578" y="540"/>
                  </a:lnTo>
                  <a:lnTo>
                    <a:pt x="578" y="540"/>
                  </a:lnTo>
                  <a:lnTo>
                    <a:pt x="586" y="534"/>
                  </a:lnTo>
                  <a:lnTo>
                    <a:pt x="589" y="531"/>
                  </a:lnTo>
                  <a:lnTo>
                    <a:pt x="588" y="528"/>
                  </a:lnTo>
                  <a:lnTo>
                    <a:pt x="584" y="525"/>
                  </a:lnTo>
                  <a:lnTo>
                    <a:pt x="577" y="522"/>
                  </a:lnTo>
                  <a:lnTo>
                    <a:pt x="571" y="518"/>
                  </a:lnTo>
                  <a:lnTo>
                    <a:pt x="565" y="513"/>
                  </a:lnTo>
                  <a:lnTo>
                    <a:pt x="561" y="506"/>
                  </a:lnTo>
                  <a:lnTo>
                    <a:pt x="561" y="506"/>
                  </a:lnTo>
                  <a:lnTo>
                    <a:pt x="560" y="504"/>
                  </a:lnTo>
                  <a:lnTo>
                    <a:pt x="559" y="503"/>
                  </a:lnTo>
                  <a:lnTo>
                    <a:pt x="558" y="501"/>
                  </a:lnTo>
                  <a:lnTo>
                    <a:pt x="557" y="500"/>
                  </a:lnTo>
                  <a:lnTo>
                    <a:pt x="557" y="500"/>
                  </a:lnTo>
                  <a:lnTo>
                    <a:pt x="556" y="500"/>
                  </a:lnTo>
                  <a:lnTo>
                    <a:pt x="556" y="500"/>
                  </a:lnTo>
                  <a:lnTo>
                    <a:pt x="556" y="500"/>
                  </a:lnTo>
                  <a:lnTo>
                    <a:pt x="556" y="500"/>
                  </a:lnTo>
                  <a:lnTo>
                    <a:pt x="556" y="500"/>
                  </a:lnTo>
                  <a:lnTo>
                    <a:pt x="557" y="499"/>
                  </a:lnTo>
                  <a:lnTo>
                    <a:pt x="558" y="499"/>
                  </a:lnTo>
                  <a:lnTo>
                    <a:pt x="559" y="499"/>
                  </a:lnTo>
                  <a:lnTo>
                    <a:pt x="559" y="499"/>
                  </a:lnTo>
                  <a:lnTo>
                    <a:pt x="559" y="499"/>
                  </a:lnTo>
                  <a:lnTo>
                    <a:pt x="571" y="495"/>
                  </a:lnTo>
                  <a:lnTo>
                    <a:pt x="589" y="494"/>
                  </a:lnTo>
                  <a:lnTo>
                    <a:pt x="608" y="494"/>
                  </a:lnTo>
                  <a:lnTo>
                    <a:pt x="628" y="496"/>
                  </a:lnTo>
                  <a:lnTo>
                    <a:pt x="649" y="498"/>
                  </a:lnTo>
                  <a:lnTo>
                    <a:pt x="668" y="500"/>
                  </a:lnTo>
                  <a:lnTo>
                    <a:pt x="684" y="502"/>
                  </a:lnTo>
                  <a:lnTo>
                    <a:pt x="695" y="503"/>
                  </a:lnTo>
                  <a:lnTo>
                    <a:pt x="695" y="503"/>
                  </a:lnTo>
                  <a:lnTo>
                    <a:pt x="705" y="503"/>
                  </a:lnTo>
                  <a:lnTo>
                    <a:pt x="717" y="503"/>
                  </a:lnTo>
                  <a:lnTo>
                    <a:pt x="732" y="504"/>
                  </a:lnTo>
                  <a:lnTo>
                    <a:pt x="747" y="505"/>
                  </a:lnTo>
                  <a:lnTo>
                    <a:pt x="764" y="507"/>
                  </a:lnTo>
                  <a:lnTo>
                    <a:pt x="781" y="510"/>
                  </a:lnTo>
                  <a:lnTo>
                    <a:pt x="797" y="513"/>
                  </a:lnTo>
                  <a:lnTo>
                    <a:pt x="813" y="518"/>
                  </a:lnTo>
                  <a:lnTo>
                    <a:pt x="813" y="518"/>
                  </a:lnTo>
                  <a:lnTo>
                    <a:pt x="826" y="518"/>
                  </a:lnTo>
                  <a:lnTo>
                    <a:pt x="836" y="510"/>
                  </a:lnTo>
                  <a:lnTo>
                    <a:pt x="841" y="496"/>
                  </a:lnTo>
                  <a:lnTo>
                    <a:pt x="844" y="477"/>
                  </a:lnTo>
                  <a:lnTo>
                    <a:pt x="843" y="457"/>
                  </a:lnTo>
                  <a:lnTo>
                    <a:pt x="842" y="437"/>
                  </a:lnTo>
                  <a:lnTo>
                    <a:pt x="839" y="420"/>
                  </a:lnTo>
                  <a:lnTo>
                    <a:pt x="837" y="409"/>
                  </a:lnTo>
                  <a:lnTo>
                    <a:pt x="837" y="409"/>
                  </a:lnTo>
                  <a:lnTo>
                    <a:pt x="836" y="402"/>
                  </a:lnTo>
                  <a:lnTo>
                    <a:pt x="837" y="396"/>
                  </a:lnTo>
                  <a:lnTo>
                    <a:pt x="841" y="391"/>
                  </a:lnTo>
                  <a:lnTo>
                    <a:pt x="847" y="385"/>
                  </a:lnTo>
                  <a:lnTo>
                    <a:pt x="856" y="379"/>
                  </a:lnTo>
                  <a:lnTo>
                    <a:pt x="869" y="373"/>
                  </a:lnTo>
                  <a:lnTo>
                    <a:pt x="886" y="365"/>
                  </a:lnTo>
                  <a:lnTo>
                    <a:pt x="906" y="354"/>
                  </a:lnTo>
                  <a:lnTo>
                    <a:pt x="906" y="354"/>
                  </a:lnTo>
                  <a:lnTo>
                    <a:pt x="926" y="344"/>
                  </a:lnTo>
                  <a:lnTo>
                    <a:pt x="942" y="339"/>
                  </a:lnTo>
                  <a:lnTo>
                    <a:pt x="954" y="338"/>
                  </a:lnTo>
                  <a:lnTo>
                    <a:pt x="963" y="341"/>
                  </a:lnTo>
                  <a:lnTo>
                    <a:pt x="970" y="347"/>
                  </a:lnTo>
                  <a:lnTo>
                    <a:pt x="976" y="355"/>
                  </a:lnTo>
                  <a:lnTo>
                    <a:pt x="982" y="365"/>
                  </a:lnTo>
                  <a:lnTo>
                    <a:pt x="986" y="376"/>
                  </a:lnTo>
                  <a:lnTo>
                    <a:pt x="986" y="376"/>
                  </a:lnTo>
                  <a:lnTo>
                    <a:pt x="992" y="385"/>
                  </a:lnTo>
                  <a:lnTo>
                    <a:pt x="1000" y="391"/>
                  </a:lnTo>
                  <a:lnTo>
                    <a:pt x="1011" y="394"/>
                  </a:lnTo>
                  <a:lnTo>
                    <a:pt x="1023" y="394"/>
                  </a:lnTo>
                  <a:lnTo>
                    <a:pt x="1037" y="394"/>
                  </a:lnTo>
                  <a:lnTo>
                    <a:pt x="1051" y="394"/>
                  </a:lnTo>
                  <a:lnTo>
                    <a:pt x="1064" y="394"/>
                  </a:lnTo>
                  <a:lnTo>
                    <a:pt x="1075" y="397"/>
                  </a:lnTo>
                  <a:lnTo>
                    <a:pt x="1075" y="397"/>
                  </a:lnTo>
                  <a:lnTo>
                    <a:pt x="1087" y="403"/>
                  </a:lnTo>
                  <a:lnTo>
                    <a:pt x="1100" y="412"/>
                  </a:lnTo>
                  <a:lnTo>
                    <a:pt x="1114" y="425"/>
                  </a:lnTo>
                  <a:lnTo>
                    <a:pt x="1127" y="440"/>
                  </a:lnTo>
                  <a:lnTo>
                    <a:pt x="1142" y="455"/>
                  </a:lnTo>
                  <a:lnTo>
                    <a:pt x="1154" y="469"/>
                  </a:lnTo>
                  <a:lnTo>
                    <a:pt x="1166" y="481"/>
                  </a:lnTo>
                  <a:lnTo>
                    <a:pt x="1175" y="491"/>
                  </a:lnTo>
                  <a:lnTo>
                    <a:pt x="1175" y="491"/>
                  </a:lnTo>
                  <a:lnTo>
                    <a:pt x="1185" y="496"/>
                  </a:lnTo>
                  <a:lnTo>
                    <a:pt x="1195" y="496"/>
                  </a:lnTo>
                  <a:lnTo>
                    <a:pt x="1206" y="492"/>
                  </a:lnTo>
                  <a:lnTo>
                    <a:pt x="1217" y="486"/>
                  </a:lnTo>
                  <a:lnTo>
                    <a:pt x="1229" y="480"/>
                  </a:lnTo>
                  <a:lnTo>
                    <a:pt x="1237" y="476"/>
                  </a:lnTo>
                  <a:lnTo>
                    <a:pt x="1245" y="474"/>
                  </a:lnTo>
                  <a:lnTo>
                    <a:pt x="1249" y="476"/>
                  </a:lnTo>
                  <a:lnTo>
                    <a:pt x="1249" y="476"/>
                  </a:lnTo>
                  <a:lnTo>
                    <a:pt x="1253" y="481"/>
                  </a:lnTo>
                  <a:lnTo>
                    <a:pt x="1257" y="485"/>
                  </a:lnTo>
                  <a:lnTo>
                    <a:pt x="1264" y="489"/>
                  </a:lnTo>
                  <a:lnTo>
                    <a:pt x="1273" y="490"/>
                  </a:lnTo>
                  <a:lnTo>
                    <a:pt x="1285" y="489"/>
                  </a:lnTo>
                  <a:lnTo>
                    <a:pt x="1299" y="486"/>
                  </a:lnTo>
                  <a:lnTo>
                    <a:pt x="1317" y="480"/>
                  </a:lnTo>
                  <a:lnTo>
                    <a:pt x="1339" y="472"/>
                  </a:lnTo>
                  <a:lnTo>
                    <a:pt x="1339" y="472"/>
                  </a:lnTo>
                  <a:lnTo>
                    <a:pt x="1359" y="461"/>
                  </a:lnTo>
                  <a:lnTo>
                    <a:pt x="1374" y="448"/>
                  </a:lnTo>
                  <a:lnTo>
                    <a:pt x="1386" y="433"/>
                  </a:lnTo>
                  <a:lnTo>
                    <a:pt x="1394" y="419"/>
                  </a:lnTo>
                  <a:lnTo>
                    <a:pt x="1399" y="406"/>
                  </a:lnTo>
                  <a:lnTo>
                    <a:pt x="1402" y="394"/>
                  </a:lnTo>
                  <a:lnTo>
                    <a:pt x="1405" y="383"/>
                  </a:lnTo>
                  <a:lnTo>
                    <a:pt x="1408" y="376"/>
                  </a:lnTo>
                  <a:lnTo>
                    <a:pt x="1408" y="376"/>
                  </a:lnTo>
                  <a:lnTo>
                    <a:pt x="1408" y="369"/>
                  </a:lnTo>
                  <a:lnTo>
                    <a:pt x="1402" y="361"/>
                  </a:lnTo>
                  <a:lnTo>
                    <a:pt x="1393" y="352"/>
                  </a:lnTo>
                  <a:lnTo>
                    <a:pt x="1380" y="341"/>
                  </a:lnTo>
                  <a:lnTo>
                    <a:pt x="1365" y="326"/>
                  </a:lnTo>
                  <a:lnTo>
                    <a:pt x="1352" y="308"/>
                  </a:lnTo>
                  <a:lnTo>
                    <a:pt x="1339" y="286"/>
                  </a:lnTo>
                  <a:lnTo>
                    <a:pt x="1329" y="260"/>
                  </a:lnTo>
                  <a:lnTo>
                    <a:pt x="1329" y="260"/>
                  </a:lnTo>
                  <a:lnTo>
                    <a:pt x="1324" y="236"/>
                  </a:lnTo>
                  <a:lnTo>
                    <a:pt x="1330" y="221"/>
                  </a:lnTo>
                  <a:lnTo>
                    <a:pt x="1340" y="213"/>
                  </a:lnTo>
                  <a:lnTo>
                    <a:pt x="1353" y="209"/>
                  </a:lnTo>
                  <a:lnTo>
                    <a:pt x="1367" y="209"/>
                  </a:lnTo>
                  <a:lnTo>
                    <a:pt x="1381" y="211"/>
                  </a:lnTo>
                  <a:lnTo>
                    <a:pt x="1390" y="214"/>
                  </a:lnTo>
                  <a:lnTo>
                    <a:pt x="1394" y="215"/>
                  </a:lnTo>
                  <a:lnTo>
                    <a:pt x="1439" y="248"/>
                  </a:lnTo>
                  <a:lnTo>
                    <a:pt x="1486" y="215"/>
                  </a:lnTo>
                  <a:lnTo>
                    <a:pt x="1486" y="215"/>
                  </a:lnTo>
                  <a:lnTo>
                    <a:pt x="1488" y="216"/>
                  </a:lnTo>
                  <a:lnTo>
                    <a:pt x="1492" y="219"/>
                  </a:lnTo>
                  <a:lnTo>
                    <a:pt x="1499" y="223"/>
                  </a:lnTo>
                  <a:lnTo>
                    <a:pt x="1507" y="227"/>
                  </a:lnTo>
                  <a:lnTo>
                    <a:pt x="1516" y="230"/>
                  </a:lnTo>
                  <a:lnTo>
                    <a:pt x="1527" y="232"/>
                  </a:lnTo>
                  <a:lnTo>
                    <a:pt x="1536" y="231"/>
                  </a:lnTo>
                  <a:lnTo>
                    <a:pt x="1545" y="227"/>
                  </a:lnTo>
                  <a:lnTo>
                    <a:pt x="1545" y="227"/>
                  </a:lnTo>
                  <a:lnTo>
                    <a:pt x="1554" y="221"/>
                  </a:lnTo>
                  <a:lnTo>
                    <a:pt x="1563" y="217"/>
                  </a:lnTo>
                  <a:lnTo>
                    <a:pt x="1574" y="215"/>
                  </a:lnTo>
                  <a:lnTo>
                    <a:pt x="1585" y="214"/>
                  </a:lnTo>
                  <a:lnTo>
                    <a:pt x="1596" y="214"/>
                  </a:lnTo>
                  <a:lnTo>
                    <a:pt x="1606" y="213"/>
                  </a:lnTo>
                  <a:lnTo>
                    <a:pt x="1617" y="213"/>
                  </a:lnTo>
                  <a:lnTo>
                    <a:pt x="1627" y="213"/>
                  </a:lnTo>
                  <a:lnTo>
                    <a:pt x="1627" y="213"/>
                  </a:lnTo>
                  <a:lnTo>
                    <a:pt x="1635" y="211"/>
                  </a:lnTo>
                  <a:lnTo>
                    <a:pt x="1642" y="206"/>
                  </a:lnTo>
                  <a:lnTo>
                    <a:pt x="1647" y="198"/>
                  </a:lnTo>
                  <a:lnTo>
                    <a:pt x="1650" y="189"/>
                  </a:lnTo>
                  <a:lnTo>
                    <a:pt x="1652" y="177"/>
                  </a:lnTo>
                  <a:lnTo>
                    <a:pt x="1652" y="165"/>
                  </a:lnTo>
                  <a:lnTo>
                    <a:pt x="1651" y="153"/>
                  </a:lnTo>
                  <a:lnTo>
                    <a:pt x="1649" y="140"/>
                  </a:lnTo>
                  <a:lnTo>
                    <a:pt x="1649" y="140"/>
                  </a:lnTo>
                  <a:lnTo>
                    <a:pt x="1648" y="128"/>
                  </a:lnTo>
                  <a:lnTo>
                    <a:pt x="1649" y="119"/>
                  </a:lnTo>
                  <a:lnTo>
                    <a:pt x="1653" y="111"/>
                  </a:lnTo>
                  <a:lnTo>
                    <a:pt x="1659" y="106"/>
                  </a:lnTo>
                  <a:lnTo>
                    <a:pt x="1667" y="102"/>
                  </a:lnTo>
                  <a:lnTo>
                    <a:pt x="1678" y="100"/>
                  </a:lnTo>
                  <a:lnTo>
                    <a:pt x="1690" y="100"/>
                  </a:lnTo>
                  <a:lnTo>
                    <a:pt x="1702" y="101"/>
                  </a:lnTo>
                  <a:lnTo>
                    <a:pt x="1702" y="101"/>
                  </a:lnTo>
                  <a:lnTo>
                    <a:pt x="1713" y="101"/>
                  </a:lnTo>
                  <a:lnTo>
                    <a:pt x="1720" y="99"/>
                  </a:lnTo>
                  <a:lnTo>
                    <a:pt x="1727" y="94"/>
                  </a:lnTo>
                  <a:lnTo>
                    <a:pt x="1731" y="85"/>
                  </a:lnTo>
                  <a:lnTo>
                    <a:pt x="1732" y="75"/>
                  </a:lnTo>
                  <a:lnTo>
                    <a:pt x="1733" y="62"/>
                  </a:lnTo>
                  <a:lnTo>
                    <a:pt x="1732" y="46"/>
                  </a:lnTo>
                  <a:lnTo>
                    <a:pt x="1731" y="27"/>
                  </a:lnTo>
                  <a:lnTo>
                    <a:pt x="1731" y="27"/>
                  </a:lnTo>
                  <a:lnTo>
                    <a:pt x="1731" y="11"/>
                  </a:lnTo>
                  <a:lnTo>
                    <a:pt x="1734" y="3"/>
                  </a:lnTo>
                  <a:lnTo>
                    <a:pt x="1739" y="0"/>
                  </a:lnTo>
                  <a:lnTo>
                    <a:pt x="1746" y="0"/>
                  </a:lnTo>
                  <a:lnTo>
                    <a:pt x="1753" y="4"/>
                  </a:lnTo>
                  <a:lnTo>
                    <a:pt x="1759" y="8"/>
                  </a:lnTo>
                  <a:lnTo>
                    <a:pt x="1763" y="11"/>
                  </a:lnTo>
                  <a:lnTo>
                    <a:pt x="1765" y="13"/>
                  </a:lnTo>
                  <a:lnTo>
                    <a:pt x="1765" y="13"/>
                  </a:lnTo>
                  <a:lnTo>
                    <a:pt x="1766" y="14"/>
                  </a:lnTo>
                  <a:lnTo>
                    <a:pt x="1769" y="17"/>
                  </a:lnTo>
                  <a:lnTo>
                    <a:pt x="1773" y="22"/>
                  </a:lnTo>
                  <a:lnTo>
                    <a:pt x="1780" y="27"/>
                  </a:lnTo>
                  <a:lnTo>
                    <a:pt x="1786" y="32"/>
                  </a:lnTo>
                  <a:lnTo>
                    <a:pt x="1793" y="37"/>
                  </a:lnTo>
                  <a:lnTo>
                    <a:pt x="1800" y="39"/>
                  </a:lnTo>
                  <a:lnTo>
                    <a:pt x="1808" y="40"/>
                  </a:lnTo>
                  <a:lnTo>
                    <a:pt x="1808" y="40"/>
                  </a:lnTo>
                  <a:lnTo>
                    <a:pt x="1816" y="39"/>
                  </a:lnTo>
                  <a:lnTo>
                    <a:pt x="1826" y="35"/>
                  </a:lnTo>
                  <a:lnTo>
                    <a:pt x="1836" y="32"/>
                  </a:lnTo>
                  <a:lnTo>
                    <a:pt x="1845" y="30"/>
                  </a:lnTo>
                  <a:lnTo>
                    <a:pt x="1853" y="29"/>
                  </a:lnTo>
                  <a:lnTo>
                    <a:pt x="1860" y="29"/>
                  </a:lnTo>
                  <a:lnTo>
                    <a:pt x="1865" y="33"/>
                  </a:lnTo>
                  <a:lnTo>
                    <a:pt x="1867" y="40"/>
                  </a:lnTo>
                  <a:lnTo>
                    <a:pt x="1867" y="40"/>
                  </a:lnTo>
                  <a:lnTo>
                    <a:pt x="1870" y="48"/>
                  </a:lnTo>
                  <a:lnTo>
                    <a:pt x="1877" y="54"/>
                  </a:lnTo>
                  <a:lnTo>
                    <a:pt x="1885" y="59"/>
                  </a:lnTo>
                  <a:lnTo>
                    <a:pt x="1895" y="63"/>
                  </a:lnTo>
                  <a:lnTo>
                    <a:pt x="1904" y="66"/>
                  </a:lnTo>
                  <a:lnTo>
                    <a:pt x="1912" y="68"/>
                  </a:lnTo>
                  <a:lnTo>
                    <a:pt x="1918" y="70"/>
                  </a:lnTo>
                  <a:lnTo>
                    <a:pt x="1920" y="70"/>
                  </a:lnTo>
                  <a:lnTo>
                    <a:pt x="1920" y="70"/>
                  </a:lnTo>
                  <a:lnTo>
                    <a:pt x="1921" y="68"/>
                  </a:lnTo>
                  <a:lnTo>
                    <a:pt x="1923" y="62"/>
                  </a:lnTo>
                  <a:lnTo>
                    <a:pt x="1928" y="56"/>
                  </a:lnTo>
                  <a:lnTo>
                    <a:pt x="1935" y="50"/>
                  </a:lnTo>
                  <a:lnTo>
                    <a:pt x="1943" y="47"/>
                  </a:lnTo>
                  <a:lnTo>
                    <a:pt x="1953" y="50"/>
                  </a:lnTo>
                  <a:lnTo>
                    <a:pt x="1966" y="59"/>
                  </a:lnTo>
                  <a:lnTo>
                    <a:pt x="1982" y="78"/>
                  </a:lnTo>
                  <a:lnTo>
                    <a:pt x="1982" y="78"/>
                  </a:lnTo>
                  <a:lnTo>
                    <a:pt x="1997" y="97"/>
                  </a:lnTo>
                  <a:lnTo>
                    <a:pt x="2013" y="111"/>
                  </a:lnTo>
                  <a:lnTo>
                    <a:pt x="2032" y="121"/>
                  </a:lnTo>
                  <a:lnTo>
                    <a:pt x="2049" y="129"/>
                  </a:lnTo>
                  <a:lnTo>
                    <a:pt x="2065" y="134"/>
                  </a:lnTo>
                  <a:lnTo>
                    <a:pt x="2080" y="138"/>
                  </a:lnTo>
                  <a:lnTo>
                    <a:pt x="2092" y="140"/>
                  </a:lnTo>
                  <a:lnTo>
                    <a:pt x="2101" y="140"/>
                  </a:lnTo>
                  <a:lnTo>
                    <a:pt x="2101" y="140"/>
                  </a:lnTo>
                  <a:lnTo>
                    <a:pt x="2101" y="141"/>
                  </a:lnTo>
                  <a:lnTo>
                    <a:pt x="2101" y="141"/>
                  </a:lnTo>
                  <a:lnTo>
                    <a:pt x="2101" y="141"/>
                  </a:lnTo>
                  <a:lnTo>
                    <a:pt x="2101" y="141"/>
                  </a:lnTo>
                  <a:lnTo>
                    <a:pt x="2101" y="141"/>
                  </a:lnTo>
                  <a:lnTo>
                    <a:pt x="2100" y="155"/>
                  </a:lnTo>
                  <a:lnTo>
                    <a:pt x="2100" y="172"/>
                  </a:lnTo>
                  <a:lnTo>
                    <a:pt x="2099" y="190"/>
                  </a:lnTo>
                  <a:lnTo>
                    <a:pt x="2100" y="208"/>
                  </a:lnTo>
                  <a:lnTo>
                    <a:pt x="2100" y="225"/>
                  </a:lnTo>
                  <a:lnTo>
                    <a:pt x="2102" y="242"/>
                  </a:lnTo>
                  <a:lnTo>
                    <a:pt x="2104" y="255"/>
                  </a:lnTo>
                  <a:lnTo>
                    <a:pt x="2108" y="266"/>
                  </a:lnTo>
                  <a:lnTo>
                    <a:pt x="2108" y="266"/>
                  </a:lnTo>
                  <a:lnTo>
                    <a:pt x="2108" y="267"/>
                  </a:lnTo>
                  <a:lnTo>
                    <a:pt x="2108" y="267"/>
                  </a:lnTo>
                  <a:lnTo>
                    <a:pt x="2108" y="268"/>
                  </a:lnTo>
                  <a:lnTo>
                    <a:pt x="2109" y="269"/>
                  </a:lnTo>
                  <a:lnTo>
                    <a:pt x="2109" y="269"/>
                  </a:lnTo>
                  <a:lnTo>
                    <a:pt x="2101" y="275"/>
                  </a:lnTo>
                  <a:lnTo>
                    <a:pt x="2093" y="281"/>
                  </a:lnTo>
                  <a:lnTo>
                    <a:pt x="2085" y="288"/>
                  </a:lnTo>
                  <a:lnTo>
                    <a:pt x="2077" y="295"/>
                  </a:lnTo>
                  <a:lnTo>
                    <a:pt x="2069" y="301"/>
                  </a:lnTo>
                  <a:lnTo>
                    <a:pt x="2063" y="307"/>
                  </a:lnTo>
                  <a:lnTo>
                    <a:pt x="2058" y="312"/>
                  </a:lnTo>
                  <a:lnTo>
                    <a:pt x="2055" y="317"/>
                  </a:lnTo>
                  <a:lnTo>
                    <a:pt x="2055" y="317"/>
                  </a:lnTo>
                  <a:lnTo>
                    <a:pt x="2050" y="324"/>
                  </a:lnTo>
                  <a:lnTo>
                    <a:pt x="2043" y="332"/>
                  </a:lnTo>
                  <a:lnTo>
                    <a:pt x="2036" y="342"/>
                  </a:lnTo>
                  <a:lnTo>
                    <a:pt x="2029" y="351"/>
                  </a:lnTo>
                  <a:lnTo>
                    <a:pt x="2023" y="359"/>
                  </a:lnTo>
                  <a:lnTo>
                    <a:pt x="2021" y="368"/>
                  </a:lnTo>
                  <a:lnTo>
                    <a:pt x="2022" y="375"/>
                  </a:lnTo>
                  <a:lnTo>
                    <a:pt x="2029" y="382"/>
                  </a:lnTo>
                  <a:lnTo>
                    <a:pt x="2029" y="382"/>
                  </a:lnTo>
                  <a:lnTo>
                    <a:pt x="2038" y="390"/>
                  </a:lnTo>
                  <a:lnTo>
                    <a:pt x="2044" y="399"/>
                  </a:lnTo>
                  <a:lnTo>
                    <a:pt x="2048" y="410"/>
                  </a:lnTo>
                  <a:lnTo>
                    <a:pt x="2050" y="420"/>
                  </a:lnTo>
                  <a:lnTo>
                    <a:pt x="2050" y="430"/>
                  </a:lnTo>
                  <a:lnTo>
                    <a:pt x="2048" y="439"/>
                  </a:lnTo>
                  <a:lnTo>
                    <a:pt x="2044" y="444"/>
                  </a:lnTo>
                  <a:lnTo>
                    <a:pt x="2039" y="446"/>
                  </a:lnTo>
                  <a:lnTo>
                    <a:pt x="2039" y="446"/>
                  </a:lnTo>
                  <a:lnTo>
                    <a:pt x="2031" y="446"/>
                  </a:lnTo>
                  <a:lnTo>
                    <a:pt x="2019" y="447"/>
                  </a:lnTo>
                  <a:lnTo>
                    <a:pt x="2007" y="449"/>
                  </a:lnTo>
                  <a:lnTo>
                    <a:pt x="1995" y="451"/>
                  </a:lnTo>
                  <a:lnTo>
                    <a:pt x="1983" y="454"/>
                  </a:lnTo>
                  <a:lnTo>
                    <a:pt x="1971" y="458"/>
                  </a:lnTo>
                  <a:lnTo>
                    <a:pt x="1963" y="462"/>
                  </a:lnTo>
                  <a:lnTo>
                    <a:pt x="1957" y="468"/>
                  </a:lnTo>
                  <a:lnTo>
                    <a:pt x="1957" y="468"/>
                  </a:lnTo>
                  <a:lnTo>
                    <a:pt x="1953" y="474"/>
                  </a:lnTo>
                  <a:lnTo>
                    <a:pt x="1951" y="480"/>
                  </a:lnTo>
                  <a:lnTo>
                    <a:pt x="1950" y="485"/>
                  </a:lnTo>
                  <a:lnTo>
                    <a:pt x="1949" y="491"/>
                  </a:lnTo>
                  <a:lnTo>
                    <a:pt x="1949" y="497"/>
                  </a:lnTo>
                  <a:lnTo>
                    <a:pt x="1949" y="503"/>
                  </a:lnTo>
                  <a:lnTo>
                    <a:pt x="1949" y="509"/>
                  </a:lnTo>
                  <a:lnTo>
                    <a:pt x="1949" y="517"/>
                  </a:lnTo>
                  <a:lnTo>
                    <a:pt x="1949" y="517"/>
                  </a:lnTo>
                  <a:lnTo>
                    <a:pt x="1947" y="526"/>
                  </a:lnTo>
                  <a:lnTo>
                    <a:pt x="1943" y="534"/>
                  </a:lnTo>
                  <a:lnTo>
                    <a:pt x="1938" y="544"/>
                  </a:lnTo>
                  <a:lnTo>
                    <a:pt x="1932" y="552"/>
                  </a:lnTo>
                  <a:lnTo>
                    <a:pt x="1924" y="560"/>
                  </a:lnTo>
                  <a:lnTo>
                    <a:pt x="1916" y="566"/>
                  </a:lnTo>
                  <a:lnTo>
                    <a:pt x="1908" y="570"/>
                  </a:lnTo>
                  <a:lnTo>
                    <a:pt x="1900" y="572"/>
                  </a:lnTo>
                  <a:lnTo>
                    <a:pt x="1900" y="572"/>
                  </a:lnTo>
                  <a:lnTo>
                    <a:pt x="1892" y="573"/>
                  </a:lnTo>
                  <a:lnTo>
                    <a:pt x="1884" y="573"/>
                  </a:lnTo>
                  <a:lnTo>
                    <a:pt x="1876" y="574"/>
                  </a:lnTo>
                  <a:lnTo>
                    <a:pt x="1869" y="575"/>
                  </a:lnTo>
                  <a:lnTo>
                    <a:pt x="1863" y="578"/>
                  </a:lnTo>
                  <a:lnTo>
                    <a:pt x="1859" y="583"/>
                  </a:lnTo>
                  <a:lnTo>
                    <a:pt x="1856" y="592"/>
                  </a:lnTo>
                  <a:lnTo>
                    <a:pt x="1855" y="603"/>
                  </a:lnTo>
                  <a:lnTo>
                    <a:pt x="1855" y="603"/>
                  </a:lnTo>
                  <a:lnTo>
                    <a:pt x="1853" y="615"/>
                  </a:lnTo>
                  <a:lnTo>
                    <a:pt x="1850" y="624"/>
                  </a:lnTo>
                  <a:lnTo>
                    <a:pt x="1845" y="631"/>
                  </a:lnTo>
                  <a:lnTo>
                    <a:pt x="1840" y="638"/>
                  </a:lnTo>
                  <a:lnTo>
                    <a:pt x="1837" y="645"/>
                  </a:lnTo>
                  <a:lnTo>
                    <a:pt x="1837" y="652"/>
                  </a:lnTo>
                  <a:lnTo>
                    <a:pt x="1841" y="661"/>
                  </a:lnTo>
                  <a:lnTo>
                    <a:pt x="1851" y="672"/>
                  </a:lnTo>
                  <a:lnTo>
                    <a:pt x="1851" y="672"/>
                  </a:lnTo>
                  <a:lnTo>
                    <a:pt x="1861" y="685"/>
                  </a:lnTo>
                  <a:lnTo>
                    <a:pt x="1869" y="699"/>
                  </a:lnTo>
                  <a:lnTo>
                    <a:pt x="1874" y="713"/>
                  </a:lnTo>
                  <a:lnTo>
                    <a:pt x="1877" y="726"/>
                  </a:lnTo>
                  <a:lnTo>
                    <a:pt x="1877" y="739"/>
                  </a:lnTo>
                  <a:lnTo>
                    <a:pt x="1874" y="750"/>
                  </a:lnTo>
                  <a:lnTo>
                    <a:pt x="1870" y="759"/>
                  </a:lnTo>
                  <a:lnTo>
                    <a:pt x="1865" y="764"/>
                  </a:lnTo>
                  <a:lnTo>
                    <a:pt x="1865" y="764"/>
                  </a:lnTo>
                  <a:lnTo>
                    <a:pt x="1858" y="768"/>
                  </a:lnTo>
                  <a:lnTo>
                    <a:pt x="1851" y="773"/>
                  </a:lnTo>
                  <a:lnTo>
                    <a:pt x="1844" y="780"/>
                  </a:lnTo>
                  <a:lnTo>
                    <a:pt x="1839" y="788"/>
                  </a:lnTo>
                  <a:lnTo>
                    <a:pt x="1837" y="797"/>
                  </a:lnTo>
                  <a:lnTo>
                    <a:pt x="1838" y="806"/>
                  </a:lnTo>
                  <a:lnTo>
                    <a:pt x="1844" y="815"/>
                  </a:lnTo>
                  <a:lnTo>
                    <a:pt x="1855" y="823"/>
                  </a:lnTo>
                  <a:lnTo>
                    <a:pt x="1855" y="823"/>
                  </a:lnTo>
                  <a:lnTo>
                    <a:pt x="1867" y="832"/>
                  </a:lnTo>
                  <a:lnTo>
                    <a:pt x="1876" y="844"/>
                  </a:lnTo>
                  <a:lnTo>
                    <a:pt x="1880" y="855"/>
                  </a:lnTo>
                  <a:lnTo>
                    <a:pt x="1882" y="867"/>
                  </a:lnTo>
                  <a:lnTo>
                    <a:pt x="1884" y="878"/>
                  </a:lnTo>
                  <a:lnTo>
                    <a:pt x="1888" y="889"/>
                  </a:lnTo>
                  <a:lnTo>
                    <a:pt x="1894" y="898"/>
                  </a:lnTo>
                  <a:lnTo>
                    <a:pt x="1904" y="905"/>
                  </a:lnTo>
                  <a:lnTo>
                    <a:pt x="1904" y="905"/>
                  </a:lnTo>
                  <a:lnTo>
                    <a:pt x="1917" y="909"/>
                  </a:lnTo>
                  <a:lnTo>
                    <a:pt x="1932" y="910"/>
                  </a:lnTo>
                  <a:lnTo>
                    <a:pt x="1947" y="909"/>
                  </a:lnTo>
                  <a:lnTo>
                    <a:pt x="1962" y="909"/>
                  </a:lnTo>
                  <a:lnTo>
                    <a:pt x="1978" y="909"/>
                  </a:lnTo>
                  <a:lnTo>
                    <a:pt x="1991" y="912"/>
                  </a:lnTo>
                  <a:lnTo>
                    <a:pt x="2002" y="918"/>
                  </a:lnTo>
                  <a:lnTo>
                    <a:pt x="2010" y="929"/>
                  </a:lnTo>
                  <a:lnTo>
                    <a:pt x="2010" y="929"/>
                  </a:lnTo>
                  <a:lnTo>
                    <a:pt x="2014" y="940"/>
                  </a:lnTo>
                  <a:lnTo>
                    <a:pt x="2015" y="953"/>
                  </a:lnTo>
                  <a:lnTo>
                    <a:pt x="2016" y="966"/>
                  </a:lnTo>
                  <a:lnTo>
                    <a:pt x="2017" y="979"/>
                  </a:lnTo>
                  <a:lnTo>
                    <a:pt x="2018" y="992"/>
                  </a:lnTo>
                  <a:lnTo>
                    <a:pt x="2019" y="1004"/>
                  </a:lnTo>
                  <a:lnTo>
                    <a:pt x="2022" y="1016"/>
                  </a:lnTo>
                  <a:lnTo>
                    <a:pt x="2028" y="1026"/>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49" name=""/>
            <p:cNvSpPr/>
            <p:nvPr/>
          </p:nvSpPr>
          <p:spPr>
            <a:xfrm>
              <a:off x="373320" y="3205080"/>
              <a:ext cx="1800" cy="5040"/>
            </a:xfrm>
            <a:custGeom>
              <a:avLst/>
              <a:gdLst/>
              <a:ahLst/>
              <a:rect l="l" t="t" r="r" b="b"/>
              <a:pathLst>
                <a:path w="14" h="32">
                  <a:moveTo>
                    <a:pt x="7" y="0"/>
                  </a:moveTo>
                  <a:lnTo>
                    <a:pt x="10" y="1"/>
                  </a:lnTo>
                  <a:lnTo>
                    <a:pt x="12" y="6"/>
                  </a:lnTo>
                  <a:lnTo>
                    <a:pt x="13" y="11"/>
                  </a:lnTo>
                  <a:lnTo>
                    <a:pt x="14" y="17"/>
                  </a:lnTo>
                  <a:lnTo>
                    <a:pt x="13" y="23"/>
                  </a:lnTo>
                  <a:lnTo>
                    <a:pt x="12" y="27"/>
                  </a:lnTo>
                  <a:lnTo>
                    <a:pt x="10" y="31"/>
                  </a:lnTo>
                  <a:lnTo>
                    <a:pt x="7" y="32"/>
                  </a:lnTo>
                  <a:lnTo>
                    <a:pt x="4" y="31"/>
                  </a:lnTo>
                  <a:lnTo>
                    <a:pt x="2" y="27"/>
                  </a:lnTo>
                  <a:lnTo>
                    <a:pt x="1" y="23"/>
                  </a:lnTo>
                  <a:lnTo>
                    <a:pt x="0" y="17"/>
                  </a:lnTo>
                  <a:lnTo>
                    <a:pt x="1" y="11"/>
                  </a:lnTo>
                  <a:lnTo>
                    <a:pt x="2" y="6"/>
                  </a:lnTo>
                  <a:lnTo>
                    <a:pt x="4" y="1"/>
                  </a:lnTo>
                  <a:lnTo>
                    <a:pt x="7" y="0"/>
                  </a:lnTo>
                  <a:close/>
                </a:path>
              </a:pathLst>
            </a:custGeom>
            <a:solidFill>
              <a:srgbClr val="ffcc99"/>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50" name=""/>
            <p:cNvSpPr/>
            <p:nvPr/>
          </p:nvSpPr>
          <p:spPr>
            <a:xfrm>
              <a:off x="373320" y="3205080"/>
              <a:ext cx="1800" cy="5040"/>
            </a:xfrm>
            <a:custGeom>
              <a:avLst/>
              <a:gdLst/>
              <a:ahLst/>
              <a:rect l="l" t="t" r="r" b="b"/>
              <a:pathLst>
                <a:path w="14" h="32">
                  <a:moveTo>
                    <a:pt x="7" y="0"/>
                  </a:moveTo>
                  <a:lnTo>
                    <a:pt x="7" y="0"/>
                  </a:lnTo>
                  <a:lnTo>
                    <a:pt x="10" y="1"/>
                  </a:lnTo>
                  <a:lnTo>
                    <a:pt x="12" y="6"/>
                  </a:lnTo>
                  <a:lnTo>
                    <a:pt x="13" y="11"/>
                  </a:lnTo>
                  <a:lnTo>
                    <a:pt x="14" y="17"/>
                  </a:lnTo>
                  <a:lnTo>
                    <a:pt x="14" y="17"/>
                  </a:lnTo>
                  <a:lnTo>
                    <a:pt x="13" y="23"/>
                  </a:lnTo>
                  <a:lnTo>
                    <a:pt x="12" y="27"/>
                  </a:lnTo>
                  <a:lnTo>
                    <a:pt x="10" y="31"/>
                  </a:lnTo>
                  <a:lnTo>
                    <a:pt x="7" y="32"/>
                  </a:lnTo>
                  <a:lnTo>
                    <a:pt x="7" y="32"/>
                  </a:lnTo>
                  <a:lnTo>
                    <a:pt x="4" y="31"/>
                  </a:lnTo>
                  <a:lnTo>
                    <a:pt x="2" y="27"/>
                  </a:lnTo>
                  <a:lnTo>
                    <a:pt x="1" y="23"/>
                  </a:lnTo>
                  <a:lnTo>
                    <a:pt x="0" y="17"/>
                  </a:lnTo>
                  <a:lnTo>
                    <a:pt x="0" y="17"/>
                  </a:lnTo>
                  <a:lnTo>
                    <a:pt x="1" y="11"/>
                  </a:lnTo>
                  <a:lnTo>
                    <a:pt x="2" y="6"/>
                  </a:lnTo>
                  <a:lnTo>
                    <a:pt x="4" y="1"/>
                  </a:lnTo>
                  <a:lnTo>
                    <a:pt x="7" y="0"/>
                  </a:lnTo>
                </a:path>
              </a:pathLst>
            </a:custGeom>
            <a:noFill/>
            <a:ln w="0">
              <a:solidFill>
                <a:srgbClr val="000000"/>
              </a:solid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51" name=""/>
            <p:cNvSpPr/>
            <p:nvPr/>
          </p:nvSpPr>
          <p:spPr>
            <a:xfrm>
              <a:off x="343080" y="3223800"/>
              <a:ext cx="8280" cy="10080"/>
            </a:xfrm>
            <a:custGeom>
              <a:avLst/>
              <a:gdLst/>
              <a:ahLst/>
              <a:rect l="l" t="t" r="r" b="b"/>
              <a:pathLst>
                <a:path w="49" h="62">
                  <a:moveTo>
                    <a:pt x="31" y="24"/>
                  </a:moveTo>
                  <a:lnTo>
                    <a:pt x="26" y="2"/>
                  </a:lnTo>
                  <a:lnTo>
                    <a:pt x="24" y="1"/>
                  </a:lnTo>
                  <a:lnTo>
                    <a:pt x="20" y="0"/>
                  </a:lnTo>
                  <a:lnTo>
                    <a:pt x="13" y="3"/>
                  </a:lnTo>
                  <a:lnTo>
                    <a:pt x="4" y="13"/>
                  </a:lnTo>
                  <a:lnTo>
                    <a:pt x="1" y="21"/>
                  </a:lnTo>
                  <a:lnTo>
                    <a:pt x="0" y="30"/>
                  </a:lnTo>
                  <a:lnTo>
                    <a:pt x="2" y="40"/>
                  </a:lnTo>
                  <a:lnTo>
                    <a:pt x="6" y="48"/>
                  </a:lnTo>
                  <a:lnTo>
                    <a:pt x="10" y="54"/>
                  </a:lnTo>
                  <a:lnTo>
                    <a:pt x="16" y="59"/>
                  </a:lnTo>
                  <a:lnTo>
                    <a:pt x="23" y="62"/>
                  </a:lnTo>
                  <a:lnTo>
                    <a:pt x="29" y="61"/>
                  </a:lnTo>
                  <a:lnTo>
                    <a:pt x="49" y="53"/>
                  </a:lnTo>
                  <a:lnTo>
                    <a:pt x="49" y="51"/>
                  </a:lnTo>
                  <a:lnTo>
                    <a:pt x="48" y="46"/>
                  </a:lnTo>
                  <a:lnTo>
                    <a:pt x="43" y="37"/>
                  </a:lnTo>
                  <a:lnTo>
                    <a:pt x="31" y="24"/>
                  </a:lnTo>
                  <a:close/>
                </a:path>
              </a:pathLst>
            </a:custGeom>
            <a:solidFill>
              <a:srgbClr val="ffcc99"/>
            </a:solidFill>
            <a:ln w="0">
              <a:noFill/>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952" name=""/>
            <p:cNvSpPr/>
            <p:nvPr/>
          </p:nvSpPr>
          <p:spPr>
            <a:xfrm>
              <a:off x="343080" y="3223800"/>
              <a:ext cx="8280" cy="10080"/>
            </a:xfrm>
            <a:custGeom>
              <a:avLst/>
              <a:gdLst/>
              <a:ahLst/>
              <a:rect l="l" t="t" r="r" b="b"/>
              <a:pathLst>
                <a:path w="49" h="62">
                  <a:moveTo>
                    <a:pt x="31" y="24"/>
                  </a:moveTo>
                  <a:lnTo>
                    <a:pt x="26" y="2"/>
                  </a:lnTo>
                  <a:lnTo>
                    <a:pt x="26" y="2"/>
                  </a:lnTo>
                  <a:lnTo>
                    <a:pt x="24" y="1"/>
                  </a:lnTo>
                  <a:lnTo>
                    <a:pt x="20" y="0"/>
                  </a:lnTo>
                  <a:lnTo>
                    <a:pt x="13" y="3"/>
                  </a:lnTo>
                  <a:lnTo>
                    <a:pt x="4" y="13"/>
                  </a:lnTo>
                  <a:lnTo>
                    <a:pt x="4" y="13"/>
                  </a:lnTo>
                  <a:lnTo>
                    <a:pt x="1" y="21"/>
                  </a:lnTo>
                  <a:lnTo>
                    <a:pt x="0" y="30"/>
                  </a:lnTo>
                  <a:lnTo>
                    <a:pt x="2" y="40"/>
                  </a:lnTo>
                  <a:lnTo>
                    <a:pt x="6" y="48"/>
                  </a:lnTo>
                  <a:lnTo>
                    <a:pt x="10" y="54"/>
                  </a:lnTo>
                  <a:lnTo>
                    <a:pt x="16" y="59"/>
                  </a:lnTo>
                  <a:lnTo>
                    <a:pt x="23" y="62"/>
                  </a:lnTo>
                  <a:lnTo>
                    <a:pt x="29" y="61"/>
                  </a:lnTo>
                  <a:lnTo>
                    <a:pt x="49" y="53"/>
                  </a:lnTo>
                  <a:lnTo>
                    <a:pt x="49" y="53"/>
                  </a:lnTo>
                  <a:lnTo>
                    <a:pt x="49" y="51"/>
                  </a:lnTo>
                  <a:lnTo>
                    <a:pt x="48" y="46"/>
                  </a:lnTo>
                  <a:lnTo>
                    <a:pt x="43" y="37"/>
                  </a:lnTo>
                  <a:lnTo>
                    <a:pt x="31" y="24"/>
                  </a:lnTo>
                </a:path>
              </a:pathLst>
            </a:custGeom>
            <a:noFill/>
            <a:ln w="0">
              <a:solidFill>
                <a:srgbClr val="000000"/>
              </a:solidFill>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8953" name=""/>
            <p:cNvSpPr/>
            <p:nvPr/>
          </p:nvSpPr>
          <p:spPr>
            <a:xfrm>
              <a:off x="309960" y="3331440"/>
              <a:ext cx="11160" cy="9000"/>
            </a:xfrm>
            <a:custGeom>
              <a:avLst/>
              <a:gdLst/>
              <a:ahLst/>
              <a:rect l="l" t="t" r="r" b="b"/>
              <a:pathLst>
                <a:path w="64" h="57">
                  <a:moveTo>
                    <a:pt x="62" y="22"/>
                  </a:moveTo>
                  <a:lnTo>
                    <a:pt x="64" y="0"/>
                  </a:lnTo>
                  <a:lnTo>
                    <a:pt x="63" y="1"/>
                  </a:lnTo>
                  <a:lnTo>
                    <a:pt x="59" y="2"/>
                  </a:lnTo>
                  <a:lnTo>
                    <a:pt x="54" y="4"/>
                  </a:lnTo>
                  <a:lnTo>
                    <a:pt x="48" y="7"/>
                  </a:lnTo>
                  <a:lnTo>
                    <a:pt x="41" y="9"/>
                  </a:lnTo>
                  <a:lnTo>
                    <a:pt x="34" y="10"/>
                  </a:lnTo>
                  <a:lnTo>
                    <a:pt x="26" y="10"/>
                  </a:lnTo>
                  <a:lnTo>
                    <a:pt x="20" y="9"/>
                  </a:lnTo>
                  <a:lnTo>
                    <a:pt x="9" y="9"/>
                  </a:lnTo>
                  <a:lnTo>
                    <a:pt x="4" y="15"/>
                  </a:lnTo>
                  <a:lnTo>
                    <a:pt x="1" y="22"/>
                  </a:lnTo>
                  <a:lnTo>
                    <a:pt x="0" y="25"/>
                  </a:lnTo>
                  <a:lnTo>
                    <a:pt x="29" y="56"/>
                  </a:lnTo>
                  <a:lnTo>
                    <a:pt x="33" y="57"/>
                  </a:lnTo>
                  <a:lnTo>
                    <a:pt x="42" y="57"/>
                  </a:lnTo>
                  <a:lnTo>
                    <a:pt x="50" y="53"/>
                  </a:lnTo>
                  <a:lnTo>
                    <a:pt x="53" y="43"/>
                  </a:lnTo>
                  <a:lnTo>
                    <a:pt x="54" y="31"/>
                  </a:lnTo>
                  <a:lnTo>
                    <a:pt x="57" y="24"/>
                  </a:lnTo>
                  <a:lnTo>
                    <a:pt x="60" y="22"/>
                  </a:lnTo>
                  <a:lnTo>
                    <a:pt x="62" y="22"/>
                  </a:lnTo>
                  <a:close/>
                </a:path>
              </a:pathLst>
            </a:custGeom>
            <a:solidFill>
              <a:srgbClr val="ffcc99"/>
            </a:solidFill>
            <a:ln w="0">
              <a:no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8954" name=""/>
            <p:cNvSpPr/>
            <p:nvPr/>
          </p:nvSpPr>
          <p:spPr>
            <a:xfrm>
              <a:off x="309960" y="3331440"/>
              <a:ext cx="11160" cy="9000"/>
            </a:xfrm>
            <a:custGeom>
              <a:avLst/>
              <a:gdLst/>
              <a:ahLst/>
              <a:rect l="l" t="t" r="r" b="b"/>
              <a:pathLst>
                <a:path w="64" h="57">
                  <a:moveTo>
                    <a:pt x="62" y="22"/>
                  </a:moveTo>
                  <a:lnTo>
                    <a:pt x="64" y="0"/>
                  </a:lnTo>
                  <a:lnTo>
                    <a:pt x="64" y="0"/>
                  </a:lnTo>
                  <a:lnTo>
                    <a:pt x="63" y="1"/>
                  </a:lnTo>
                  <a:lnTo>
                    <a:pt x="59" y="2"/>
                  </a:lnTo>
                  <a:lnTo>
                    <a:pt x="54" y="4"/>
                  </a:lnTo>
                  <a:lnTo>
                    <a:pt x="48" y="7"/>
                  </a:lnTo>
                  <a:lnTo>
                    <a:pt x="41" y="9"/>
                  </a:lnTo>
                  <a:lnTo>
                    <a:pt x="34" y="10"/>
                  </a:lnTo>
                  <a:lnTo>
                    <a:pt x="26" y="10"/>
                  </a:lnTo>
                  <a:lnTo>
                    <a:pt x="20" y="9"/>
                  </a:lnTo>
                  <a:lnTo>
                    <a:pt x="20" y="9"/>
                  </a:lnTo>
                  <a:lnTo>
                    <a:pt x="9" y="9"/>
                  </a:lnTo>
                  <a:lnTo>
                    <a:pt x="4" y="15"/>
                  </a:lnTo>
                  <a:lnTo>
                    <a:pt x="1" y="22"/>
                  </a:lnTo>
                  <a:lnTo>
                    <a:pt x="0" y="25"/>
                  </a:lnTo>
                  <a:lnTo>
                    <a:pt x="29" y="56"/>
                  </a:lnTo>
                  <a:lnTo>
                    <a:pt x="29" y="56"/>
                  </a:lnTo>
                  <a:lnTo>
                    <a:pt x="33" y="57"/>
                  </a:lnTo>
                  <a:lnTo>
                    <a:pt x="42" y="57"/>
                  </a:lnTo>
                  <a:lnTo>
                    <a:pt x="50" y="53"/>
                  </a:lnTo>
                  <a:lnTo>
                    <a:pt x="53" y="43"/>
                  </a:lnTo>
                  <a:lnTo>
                    <a:pt x="53" y="43"/>
                  </a:lnTo>
                  <a:lnTo>
                    <a:pt x="54" y="31"/>
                  </a:lnTo>
                  <a:lnTo>
                    <a:pt x="57" y="24"/>
                  </a:lnTo>
                  <a:lnTo>
                    <a:pt x="60" y="22"/>
                  </a:lnTo>
                  <a:lnTo>
                    <a:pt x="62" y="22"/>
                  </a:lnTo>
                </a:path>
              </a:pathLst>
            </a:custGeom>
            <a:noFill/>
            <a:ln w="0">
              <a:solidFill>
                <a:srgbClr val="000000"/>
              </a:solidFill>
            </a:ln>
          </p:spPr>
          <p:style>
            <a:lnRef idx="0"/>
            <a:fillRef idx="0"/>
            <a:effectRef idx="0"/>
            <a:fontRef idx="minor"/>
          </p:style>
          <p:txBody>
            <a:bodyPr lIns="90000" rIns="90000" tIns="-37800" bIns="-37800" anchor="t">
              <a:noAutofit/>
            </a:bodyPr>
            <a:p>
              <a:endParaRPr b="0" lang="en-US" sz="2400" spc="-1" strike="noStrike">
                <a:solidFill>
                  <a:srgbClr val="000000"/>
                </a:solidFill>
                <a:latin typeface="Times New Roman"/>
              </a:endParaRPr>
            </a:p>
          </p:txBody>
        </p:sp>
        <p:sp>
          <p:nvSpPr>
            <p:cNvPr id="8955" name=""/>
            <p:cNvSpPr/>
            <p:nvPr/>
          </p:nvSpPr>
          <p:spPr>
            <a:xfrm>
              <a:off x="315720" y="3355560"/>
              <a:ext cx="8280" cy="6120"/>
            </a:xfrm>
            <a:custGeom>
              <a:avLst/>
              <a:gdLst/>
              <a:ahLst/>
              <a:rect l="l" t="t" r="r" b="b"/>
              <a:pathLst>
                <a:path w="50" h="41">
                  <a:moveTo>
                    <a:pt x="17" y="7"/>
                  </a:moveTo>
                  <a:lnTo>
                    <a:pt x="0" y="29"/>
                  </a:lnTo>
                  <a:lnTo>
                    <a:pt x="1" y="32"/>
                  </a:lnTo>
                  <a:lnTo>
                    <a:pt x="4" y="37"/>
                  </a:lnTo>
                  <a:lnTo>
                    <a:pt x="10" y="41"/>
                  </a:lnTo>
                  <a:lnTo>
                    <a:pt x="20" y="41"/>
                  </a:lnTo>
                  <a:lnTo>
                    <a:pt x="26" y="40"/>
                  </a:lnTo>
                  <a:lnTo>
                    <a:pt x="32" y="40"/>
                  </a:lnTo>
                  <a:lnTo>
                    <a:pt x="39" y="40"/>
                  </a:lnTo>
                  <a:lnTo>
                    <a:pt x="44" y="40"/>
                  </a:lnTo>
                  <a:lnTo>
                    <a:pt x="47" y="38"/>
                  </a:lnTo>
                  <a:lnTo>
                    <a:pt x="49" y="36"/>
                  </a:lnTo>
                  <a:lnTo>
                    <a:pt x="50" y="30"/>
                  </a:lnTo>
                  <a:lnTo>
                    <a:pt x="48" y="23"/>
                  </a:lnTo>
                  <a:lnTo>
                    <a:pt x="45" y="15"/>
                  </a:lnTo>
                  <a:lnTo>
                    <a:pt x="43" y="9"/>
                  </a:lnTo>
                  <a:lnTo>
                    <a:pt x="40" y="5"/>
                  </a:lnTo>
                  <a:lnTo>
                    <a:pt x="36" y="1"/>
                  </a:lnTo>
                  <a:lnTo>
                    <a:pt x="33" y="0"/>
                  </a:lnTo>
                  <a:lnTo>
                    <a:pt x="29" y="0"/>
                  </a:lnTo>
                  <a:lnTo>
                    <a:pt x="23" y="3"/>
                  </a:lnTo>
                  <a:lnTo>
                    <a:pt x="17" y="7"/>
                  </a:lnTo>
                  <a:close/>
                </a:path>
              </a:pathLst>
            </a:custGeom>
            <a:solidFill>
              <a:srgbClr val="ffcc99"/>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8956" name=""/>
            <p:cNvSpPr/>
            <p:nvPr/>
          </p:nvSpPr>
          <p:spPr>
            <a:xfrm>
              <a:off x="315720" y="3355560"/>
              <a:ext cx="8280" cy="6120"/>
            </a:xfrm>
            <a:custGeom>
              <a:avLst/>
              <a:gdLst/>
              <a:ahLst/>
              <a:rect l="l" t="t" r="r" b="b"/>
              <a:pathLst>
                <a:path w="50" h="41">
                  <a:moveTo>
                    <a:pt x="17" y="7"/>
                  </a:moveTo>
                  <a:lnTo>
                    <a:pt x="0" y="29"/>
                  </a:lnTo>
                  <a:lnTo>
                    <a:pt x="0" y="29"/>
                  </a:lnTo>
                  <a:lnTo>
                    <a:pt x="1" y="32"/>
                  </a:lnTo>
                  <a:lnTo>
                    <a:pt x="4" y="37"/>
                  </a:lnTo>
                  <a:lnTo>
                    <a:pt x="10" y="41"/>
                  </a:lnTo>
                  <a:lnTo>
                    <a:pt x="20" y="41"/>
                  </a:lnTo>
                  <a:lnTo>
                    <a:pt x="20" y="41"/>
                  </a:lnTo>
                  <a:lnTo>
                    <a:pt x="26" y="40"/>
                  </a:lnTo>
                  <a:lnTo>
                    <a:pt x="32" y="40"/>
                  </a:lnTo>
                  <a:lnTo>
                    <a:pt x="39" y="40"/>
                  </a:lnTo>
                  <a:lnTo>
                    <a:pt x="44" y="40"/>
                  </a:lnTo>
                  <a:lnTo>
                    <a:pt x="47" y="38"/>
                  </a:lnTo>
                  <a:lnTo>
                    <a:pt x="49" y="36"/>
                  </a:lnTo>
                  <a:lnTo>
                    <a:pt x="50" y="30"/>
                  </a:lnTo>
                  <a:lnTo>
                    <a:pt x="48" y="23"/>
                  </a:lnTo>
                  <a:lnTo>
                    <a:pt x="48" y="23"/>
                  </a:lnTo>
                  <a:lnTo>
                    <a:pt x="45" y="15"/>
                  </a:lnTo>
                  <a:lnTo>
                    <a:pt x="43" y="9"/>
                  </a:lnTo>
                  <a:lnTo>
                    <a:pt x="40" y="5"/>
                  </a:lnTo>
                  <a:lnTo>
                    <a:pt x="36" y="1"/>
                  </a:lnTo>
                  <a:lnTo>
                    <a:pt x="33" y="0"/>
                  </a:lnTo>
                  <a:lnTo>
                    <a:pt x="29" y="0"/>
                  </a:lnTo>
                  <a:lnTo>
                    <a:pt x="23" y="3"/>
                  </a:lnTo>
                  <a:lnTo>
                    <a:pt x="17" y="7"/>
                  </a:lnTo>
                </a:path>
              </a:pathLst>
            </a:custGeom>
            <a:noFill/>
            <a:ln w="0">
              <a:solidFill>
                <a:srgbClr val="000000"/>
              </a:solid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8957" name=""/>
            <p:cNvSpPr/>
            <p:nvPr/>
          </p:nvSpPr>
          <p:spPr>
            <a:xfrm>
              <a:off x="322200" y="3367800"/>
              <a:ext cx="5040" cy="2880"/>
            </a:xfrm>
            <a:custGeom>
              <a:avLst/>
              <a:gdLst/>
              <a:ahLst/>
              <a:rect l="l" t="t" r="r" b="b"/>
              <a:pathLst>
                <a:path w="28" h="20">
                  <a:moveTo>
                    <a:pt x="15" y="0"/>
                  </a:moveTo>
                  <a:lnTo>
                    <a:pt x="20" y="1"/>
                  </a:lnTo>
                  <a:lnTo>
                    <a:pt x="24" y="3"/>
                  </a:lnTo>
                  <a:lnTo>
                    <a:pt x="27" y="7"/>
                  </a:lnTo>
                  <a:lnTo>
                    <a:pt x="28" y="11"/>
                  </a:lnTo>
                  <a:lnTo>
                    <a:pt x="27" y="15"/>
                  </a:lnTo>
                  <a:lnTo>
                    <a:pt x="24" y="17"/>
                  </a:lnTo>
                  <a:lnTo>
                    <a:pt x="20" y="19"/>
                  </a:lnTo>
                  <a:lnTo>
                    <a:pt x="15" y="20"/>
                  </a:lnTo>
                  <a:lnTo>
                    <a:pt x="9" y="19"/>
                  </a:lnTo>
                  <a:lnTo>
                    <a:pt x="5" y="17"/>
                  </a:lnTo>
                  <a:lnTo>
                    <a:pt x="1" y="15"/>
                  </a:lnTo>
                  <a:lnTo>
                    <a:pt x="0" y="11"/>
                  </a:lnTo>
                  <a:lnTo>
                    <a:pt x="1" y="7"/>
                  </a:lnTo>
                  <a:lnTo>
                    <a:pt x="5" y="3"/>
                  </a:lnTo>
                  <a:lnTo>
                    <a:pt x="9" y="1"/>
                  </a:lnTo>
                  <a:lnTo>
                    <a:pt x="15" y="0"/>
                  </a:lnTo>
                  <a:close/>
                </a:path>
              </a:pathLst>
            </a:custGeom>
            <a:solidFill>
              <a:srgbClr val="ffcc99"/>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958" name=""/>
            <p:cNvSpPr/>
            <p:nvPr/>
          </p:nvSpPr>
          <p:spPr>
            <a:xfrm>
              <a:off x="322200" y="3367800"/>
              <a:ext cx="5040" cy="2880"/>
            </a:xfrm>
            <a:custGeom>
              <a:avLst/>
              <a:gdLst/>
              <a:ahLst/>
              <a:rect l="l" t="t" r="r" b="b"/>
              <a:pathLst>
                <a:path w="28" h="20">
                  <a:moveTo>
                    <a:pt x="15" y="0"/>
                  </a:moveTo>
                  <a:lnTo>
                    <a:pt x="15" y="0"/>
                  </a:lnTo>
                  <a:lnTo>
                    <a:pt x="20" y="1"/>
                  </a:lnTo>
                  <a:lnTo>
                    <a:pt x="24" y="3"/>
                  </a:lnTo>
                  <a:lnTo>
                    <a:pt x="27" y="7"/>
                  </a:lnTo>
                  <a:lnTo>
                    <a:pt x="28" y="11"/>
                  </a:lnTo>
                  <a:lnTo>
                    <a:pt x="28" y="11"/>
                  </a:lnTo>
                  <a:lnTo>
                    <a:pt x="27" y="15"/>
                  </a:lnTo>
                  <a:lnTo>
                    <a:pt x="24" y="17"/>
                  </a:lnTo>
                  <a:lnTo>
                    <a:pt x="20" y="19"/>
                  </a:lnTo>
                  <a:lnTo>
                    <a:pt x="15" y="20"/>
                  </a:lnTo>
                  <a:lnTo>
                    <a:pt x="15" y="20"/>
                  </a:lnTo>
                  <a:lnTo>
                    <a:pt x="9" y="19"/>
                  </a:lnTo>
                  <a:lnTo>
                    <a:pt x="5" y="17"/>
                  </a:lnTo>
                  <a:lnTo>
                    <a:pt x="1" y="15"/>
                  </a:lnTo>
                  <a:lnTo>
                    <a:pt x="0" y="11"/>
                  </a:lnTo>
                  <a:lnTo>
                    <a:pt x="0" y="11"/>
                  </a:lnTo>
                  <a:lnTo>
                    <a:pt x="1" y="7"/>
                  </a:lnTo>
                  <a:lnTo>
                    <a:pt x="5" y="3"/>
                  </a:lnTo>
                  <a:lnTo>
                    <a:pt x="9" y="1"/>
                  </a:lnTo>
                  <a:lnTo>
                    <a:pt x="15" y="0"/>
                  </a:lnTo>
                </a:path>
              </a:pathLst>
            </a:custGeom>
            <a:noFill/>
            <a:ln w="0">
              <a:solidFill>
                <a:srgbClr val="000000"/>
              </a:solid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959" name=""/>
            <p:cNvSpPr/>
            <p:nvPr/>
          </p:nvSpPr>
          <p:spPr>
            <a:xfrm>
              <a:off x="475920" y="3385800"/>
              <a:ext cx="4320" cy="2880"/>
            </a:xfrm>
            <a:custGeom>
              <a:avLst/>
              <a:gdLst/>
              <a:ahLst/>
              <a:rect l="l" t="t" r="r" b="b"/>
              <a:pathLst>
                <a:path w="22" h="19">
                  <a:moveTo>
                    <a:pt x="0" y="19"/>
                  </a:moveTo>
                  <a:lnTo>
                    <a:pt x="3" y="0"/>
                  </a:lnTo>
                  <a:lnTo>
                    <a:pt x="22" y="8"/>
                  </a:lnTo>
                  <a:lnTo>
                    <a:pt x="21" y="10"/>
                  </a:lnTo>
                  <a:lnTo>
                    <a:pt x="16" y="13"/>
                  </a:lnTo>
                  <a:lnTo>
                    <a:pt x="9" y="17"/>
                  </a:lnTo>
                  <a:lnTo>
                    <a:pt x="0" y="19"/>
                  </a:lnTo>
                  <a:close/>
                </a:path>
              </a:pathLst>
            </a:custGeom>
            <a:solidFill>
              <a:srgbClr val="ffcc99"/>
            </a:solidFill>
            <a:ln w="0">
              <a:no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960" name=""/>
            <p:cNvSpPr/>
            <p:nvPr/>
          </p:nvSpPr>
          <p:spPr>
            <a:xfrm>
              <a:off x="475920" y="3385800"/>
              <a:ext cx="4320" cy="2880"/>
            </a:xfrm>
            <a:custGeom>
              <a:avLst/>
              <a:gdLst/>
              <a:ahLst/>
              <a:rect l="l" t="t" r="r" b="b"/>
              <a:pathLst>
                <a:path w="22" h="19">
                  <a:moveTo>
                    <a:pt x="0" y="19"/>
                  </a:moveTo>
                  <a:lnTo>
                    <a:pt x="3" y="0"/>
                  </a:lnTo>
                  <a:lnTo>
                    <a:pt x="22" y="8"/>
                  </a:lnTo>
                  <a:lnTo>
                    <a:pt x="22" y="8"/>
                  </a:lnTo>
                  <a:lnTo>
                    <a:pt x="21" y="10"/>
                  </a:lnTo>
                  <a:lnTo>
                    <a:pt x="16" y="13"/>
                  </a:lnTo>
                  <a:lnTo>
                    <a:pt x="9" y="17"/>
                  </a:lnTo>
                  <a:lnTo>
                    <a:pt x="0" y="19"/>
                  </a:lnTo>
                </a:path>
              </a:pathLst>
            </a:custGeom>
            <a:noFill/>
            <a:ln w="0">
              <a:solidFill>
                <a:srgbClr val="000000"/>
              </a:solidFill>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8961" name=""/>
            <p:cNvSpPr/>
            <p:nvPr/>
          </p:nvSpPr>
          <p:spPr>
            <a:xfrm>
              <a:off x="519840" y="3367800"/>
              <a:ext cx="5040" cy="4320"/>
            </a:xfrm>
            <a:custGeom>
              <a:avLst/>
              <a:gdLst/>
              <a:ahLst/>
              <a:rect l="l" t="t" r="r" b="b"/>
              <a:pathLst>
                <a:path w="28" h="31">
                  <a:moveTo>
                    <a:pt x="28" y="5"/>
                  </a:moveTo>
                  <a:lnTo>
                    <a:pt x="28" y="10"/>
                  </a:lnTo>
                  <a:lnTo>
                    <a:pt x="25" y="14"/>
                  </a:lnTo>
                  <a:lnTo>
                    <a:pt x="20" y="18"/>
                  </a:lnTo>
                  <a:lnTo>
                    <a:pt x="14" y="22"/>
                  </a:lnTo>
                  <a:lnTo>
                    <a:pt x="8" y="25"/>
                  </a:lnTo>
                  <a:lnTo>
                    <a:pt x="4" y="28"/>
                  </a:lnTo>
                  <a:lnTo>
                    <a:pt x="3" y="30"/>
                  </a:lnTo>
                  <a:lnTo>
                    <a:pt x="6" y="31"/>
                  </a:lnTo>
                  <a:lnTo>
                    <a:pt x="1" y="27"/>
                  </a:lnTo>
                  <a:lnTo>
                    <a:pt x="0" y="22"/>
                  </a:lnTo>
                  <a:lnTo>
                    <a:pt x="2" y="16"/>
                  </a:lnTo>
                  <a:lnTo>
                    <a:pt x="6" y="9"/>
                  </a:lnTo>
                  <a:lnTo>
                    <a:pt x="12" y="3"/>
                  </a:lnTo>
                  <a:lnTo>
                    <a:pt x="18" y="0"/>
                  </a:lnTo>
                  <a:lnTo>
                    <a:pt x="23" y="1"/>
                  </a:lnTo>
                  <a:lnTo>
                    <a:pt x="28" y="5"/>
                  </a:lnTo>
                  <a:close/>
                </a:path>
              </a:pathLst>
            </a:custGeom>
            <a:solidFill>
              <a:srgbClr val="ffcc99"/>
            </a:solidFill>
            <a:ln w="0">
              <a:no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8962" name=""/>
            <p:cNvSpPr/>
            <p:nvPr/>
          </p:nvSpPr>
          <p:spPr>
            <a:xfrm>
              <a:off x="519840" y="3367800"/>
              <a:ext cx="5040" cy="4320"/>
            </a:xfrm>
            <a:custGeom>
              <a:avLst/>
              <a:gdLst/>
              <a:ahLst/>
              <a:rect l="l" t="t" r="r" b="b"/>
              <a:pathLst>
                <a:path w="28" h="31">
                  <a:moveTo>
                    <a:pt x="28" y="5"/>
                  </a:moveTo>
                  <a:lnTo>
                    <a:pt x="28" y="5"/>
                  </a:lnTo>
                  <a:lnTo>
                    <a:pt x="28" y="10"/>
                  </a:lnTo>
                  <a:lnTo>
                    <a:pt x="25" y="14"/>
                  </a:lnTo>
                  <a:lnTo>
                    <a:pt x="20" y="18"/>
                  </a:lnTo>
                  <a:lnTo>
                    <a:pt x="14" y="22"/>
                  </a:lnTo>
                  <a:lnTo>
                    <a:pt x="8" y="25"/>
                  </a:lnTo>
                  <a:lnTo>
                    <a:pt x="4" y="28"/>
                  </a:lnTo>
                  <a:lnTo>
                    <a:pt x="3" y="30"/>
                  </a:lnTo>
                  <a:lnTo>
                    <a:pt x="6" y="31"/>
                  </a:lnTo>
                  <a:lnTo>
                    <a:pt x="6" y="31"/>
                  </a:lnTo>
                  <a:lnTo>
                    <a:pt x="1" y="27"/>
                  </a:lnTo>
                  <a:lnTo>
                    <a:pt x="0" y="22"/>
                  </a:lnTo>
                  <a:lnTo>
                    <a:pt x="2" y="16"/>
                  </a:lnTo>
                  <a:lnTo>
                    <a:pt x="6" y="9"/>
                  </a:lnTo>
                  <a:lnTo>
                    <a:pt x="12" y="3"/>
                  </a:lnTo>
                  <a:lnTo>
                    <a:pt x="18" y="0"/>
                  </a:lnTo>
                  <a:lnTo>
                    <a:pt x="23" y="1"/>
                  </a:lnTo>
                  <a:lnTo>
                    <a:pt x="28" y="5"/>
                  </a:lnTo>
                </a:path>
              </a:pathLst>
            </a:custGeom>
            <a:noFill/>
            <a:ln w="0">
              <a:solidFill>
                <a:srgbClr val="000000"/>
              </a:solid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8963" name=""/>
            <p:cNvSpPr/>
            <p:nvPr/>
          </p:nvSpPr>
          <p:spPr>
            <a:xfrm>
              <a:off x="572040" y="3797640"/>
              <a:ext cx="260640" cy="222840"/>
            </a:xfrm>
            <a:custGeom>
              <a:avLst/>
              <a:gdLst/>
              <a:ahLst/>
              <a:rect l="l" t="t" r="r" b="b"/>
              <a:pathLst>
                <a:path w="1452" h="1377">
                  <a:moveTo>
                    <a:pt x="1248" y="208"/>
                  </a:moveTo>
                  <a:lnTo>
                    <a:pt x="1256" y="218"/>
                  </a:lnTo>
                  <a:lnTo>
                    <a:pt x="1262" y="227"/>
                  </a:lnTo>
                  <a:lnTo>
                    <a:pt x="1269" y="236"/>
                  </a:lnTo>
                  <a:lnTo>
                    <a:pt x="1274" y="245"/>
                  </a:lnTo>
                  <a:lnTo>
                    <a:pt x="1279" y="253"/>
                  </a:lnTo>
                  <a:lnTo>
                    <a:pt x="1283" y="262"/>
                  </a:lnTo>
                  <a:lnTo>
                    <a:pt x="1286" y="270"/>
                  </a:lnTo>
                  <a:lnTo>
                    <a:pt x="1287" y="277"/>
                  </a:lnTo>
                  <a:lnTo>
                    <a:pt x="1288" y="290"/>
                  </a:lnTo>
                  <a:lnTo>
                    <a:pt x="1288" y="304"/>
                  </a:lnTo>
                  <a:lnTo>
                    <a:pt x="1289" y="318"/>
                  </a:lnTo>
                  <a:lnTo>
                    <a:pt x="1290" y="330"/>
                  </a:lnTo>
                  <a:lnTo>
                    <a:pt x="1290" y="340"/>
                  </a:lnTo>
                  <a:lnTo>
                    <a:pt x="1291" y="349"/>
                  </a:lnTo>
                  <a:lnTo>
                    <a:pt x="1291" y="354"/>
                  </a:lnTo>
                  <a:lnTo>
                    <a:pt x="1291" y="356"/>
                  </a:lnTo>
                  <a:lnTo>
                    <a:pt x="1353" y="401"/>
                  </a:lnTo>
                  <a:lnTo>
                    <a:pt x="1353" y="401"/>
                  </a:lnTo>
                  <a:lnTo>
                    <a:pt x="1353" y="402"/>
                  </a:lnTo>
                  <a:lnTo>
                    <a:pt x="1351" y="404"/>
                  </a:lnTo>
                  <a:lnTo>
                    <a:pt x="1353" y="408"/>
                  </a:lnTo>
                  <a:lnTo>
                    <a:pt x="1354" y="413"/>
                  </a:lnTo>
                  <a:lnTo>
                    <a:pt x="1356" y="422"/>
                  </a:lnTo>
                  <a:lnTo>
                    <a:pt x="1359" y="433"/>
                  </a:lnTo>
                  <a:lnTo>
                    <a:pt x="1363" y="446"/>
                  </a:lnTo>
                  <a:lnTo>
                    <a:pt x="1368" y="458"/>
                  </a:lnTo>
                  <a:lnTo>
                    <a:pt x="1373" y="467"/>
                  </a:lnTo>
                  <a:lnTo>
                    <a:pt x="1378" y="474"/>
                  </a:lnTo>
                  <a:lnTo>
                    <a:pt x="1383" y="479"/>
                  </a:lnTo>
                  <a:lnTo>
                    <a:pt x="1387" y="482"/>
                  </a:lnTo>
                  <a:lnTo>
                    <a:pt x="1390" y="486"/>
                  </a:lnTo>
                  <a:lnTo>
                    <a:pt x="1392" y="491"/>
                  </a:lnTo>
                  <a:lnTo>
                    <a:pt x="1393" y="497"/>
                  </a:lnTo>
                  <a:lnTo>
                    <a:pt x="1394" y="504"/>
                  </a:lnTo>
                  <a:lnTo>
                    <a:pt x="1396" y="512"/>
                  </a:lnTo>
                  <a:lnTo>
                    <a:pt x="1399" y="522"/>
                  </a:lnTo>
                  <a:lnTo>
                    <a:pt x="1404" y="531"/>
                  </a:lnTo>
                  <a:lnTo>
                    <a:pt x="1407" y="540"/>
                  </a:lnTo>
                  <a:lnTo>
                    <a:pt x="1409" y="549"/>
                  </a:lnTo>
                  <a:lnTo>
                    <a:pt x="1410" y="557"/>
                  </a:lnTo>
                  <a:lnTo>
                    <a:pt x="1410" y="564"/>
                  </a:lnTo>
                  <a:lnTo>
                    <a:pt x="1410" y="569"/>
                  </a:lnTo>
                  <a:lnTo>
                    <a:pt x="1411" y="574"/>
                  </a:lnTo>
                  <a:lnTo>
                    <a:pt x="1414" y="580"/>
                  </a:lnTo>
                  <a:lnTo>
                    <a:pt x="1417" y="586"/>
                  </a:lnTo>
                  <a:lnTo>
                    <a:pt x="1422" y="594"/>
                  </a:lnTo>
                  <a:lnTo>
                    <a:pt x="1427" y="601"/>
                  </a:lnTo>
                  <a:lnTo>
                    <a:pt x="1432" y="609"/>
                  </a:lnTo>
                  <a:lnTo>
                    <a:pt x="1438" y="616"/>
                  </a:lnTo>
                  <a:lnTo>
                    <a:pt x="1438" y="616"/>
                  </a:lnTo>
                  <a:lnTo>
                    <a:pt x="1438" y="616"/>
                  </a:lnTo>
                  <a:lnTo>
                    <a:pt x="1438" y="616"/>
                  </a:lnTo>
                  <a:lnTo>
                    <a:pt x="1438" y="616"/>
                  </a:lnTo>
                  <a:lnTo>
                    <a:pt x="1419" y="623"/>
                  </a:lnTo>
                  <a:lnTo>
                    <a:pt x="1396" y="633"/>
                  </a:lnTo>
                  <a:lnTo>
                    <a:pt x="1372" y="646"/>
                  </a:lnTo>
                  <a:lnTo>
                    <a:pt x="1348" y="661"/>
                  </a:lnTo>
                  <a:lnTo>
                    <a:pt x="1329" y="677"/>
                  </a:lnTo>
                  <a:lnTo>
                    <a:pt x="1317" y="693"/>
                  </a:lnTo>
                  <a:lnTo>
                    <a:pt x="1314" y="708"/>
                  </a:lnTo>
                  <a:lnTo>
                    <a:pt x="1322" y="722"/>
                  </a:lnTo>
                  <a:lnTo>
                    <a:pt x="1328" y="731"/>
                  </a:lnTo>
                  <a:lnTo>
                    <a:pt x="1335" y="741"/>
                  </a:lnTo>
                  <a:lnTo>
                    <a:pt x="1343" y="752"/>
                  </a:lnTo>
                  <a:lnTo>
                    <a:pt x="1354" y="761"/>
                  </a:lnTo>
                  <a:lnTo>
                    <a:pt x="1365" y="768"/>
                  </a:lnTo>
                  <a:lnTo>
                    <a:pt x="1378" y="773"/>
                  </a:lnTo>
                  <a:lnTo>
                    <a:pt x="1393" y="771"/>
                  </a:lnTo>
                  <a:lnTo>
                    <a:pt x="1411" y="761"/>
                  </a:lnTo>
                  <a:lnTo>
                    <a:pt x="1418" y="762"/>
                  </a:lnTo>
                  <a:lnTo>
                    <a:pt x="1427" y="767"/>
                  </a:lnTo>
                  <a:lnTo>
                    <a:pt x="1435" y="774"/>
                  </a:lnTo>
                  <a:lnTo>
                    <a:pt x="1443" y="783"/>
                  </a:lnTo>
                  <a:lnTo>
                    <a:pt x="1449" y="793"/>
                  </a:lnTo>
                  <a:lnTo>
                    <a:pt x="1452" y="805"/>
                  </a:lnTo>
                  <a:lnTo>
                    <a:pt x="1449" y="818"/>
                  </a:lnTo>
                  <a:lnTo>
                    <a:pt x="1442" y="832"/>
                  </a:lnTo>
                  <a:lnTo>
                    <a:pt x="1434" y="844"/>
                  </a:lnTo>
                  <a:lnTo>
                    <a:pt x="1431" y="855"/>
                  </a:lnTo>
                  <a:lnTo>
                    <a:pt x="1429" y="863"/>
                  </a:lnTo>
                  <a:lnTo>
                    <a:pt x="1429" y="871"/>
                  </a:lnTo>
                  <a:lnTo>
                    <a:pt x="1428" y="877"/>
                  </a:lnTo>
                  <a:lnTo>
                    <a:pt x="1425" y="881"/>
                  </a:lnTo>
                  <a:lnTo>
                    <a:pt x="1419" y="885"/>
                  </a:lnTo>
                  <a:lnTo>
                    <a:pt x="1407" y="888"/>
                  </a:lnTo>
                  <a:lnTo>
                    <a:pt x="1392" y="890"/>
                  </a:lnTo>
                  <a:lnTo>
                    <a:pt x="1379" y="889"/>
                  </a:lnTo>
                  <a:lnTo>
                    <a:pt x="1367" y="887"/>
                  </a:lnTo>
                  <a:lnTo>
                    <a:pt x="1356" y="886"/>
                  </a:lnTo>
                  <a:lnTo>
                    <a:pt x="1346" y="885"/>
                  </a:lnTo>
                  <a:lnTo>
                    <a:pt x="1338" y="885"/>
                  </a:lnTo>
                  <a:lnTo>
                    <a:pt x="1332" y="889"/>
                  </a:lnTo>
                  <a:lnTo>
                    <a:pt x="1328" y="896"/>
                  </a:lnTo>
                  <a:lnTo>
                    <a:pt x="1326" y="907"/>
                  </a:lnTo>
                  <a:lnTo>
                    <a:pt x="1327" y="921"/>
                  </a:lnTo>
                  <a:lnTo>
                    <a:pt x="1328" y="936"/>
                  </a:lnTo>
                  <a:lnTo>
                    <a:pt x="1330" y="950"/>
                  </a:lnTo>
                  <a:lnTo>
                    <a:pt x="1331" y="964"/>
                  </a:lnTo>
                  <a:lnTo>
                    <a:pt x="1330" y="975"/>
                  </a:lnTo>
                  <a:lnTo>
                    <a:pt x="1326" y="982"/>
                  </a:lnTo>
                  <a:lnTo>
                    <a:pt x="1317" y="984"/>
                  </a:lnTo>
                  <a:lnTo>
                    <a:pt x="1306" y="984"/>
                  </a:lnTo>
                  <a:lnTo>
                    <a:pt x="1294" y="984"/>
                  </a:lnTo>
                  <a:lnTo>
                    <a:pt x="1284" y="985"/>
                  </a:lnTo>
                  <a:lnTo>
                    <a:pt x="1275" y="985"/>
                  </a:lnTo>
                  <a:lnTo>
                    <a:pt x="1266" y="984"/>
                  </a:lnTo>
                  <a:lnTo>
                    <a:pt x="1258" y="981"/>
                  </a:lnTo>
                  <a:lnTo>
                    <a:pt x="1249" y="976"/>
                  </a:lnTo>
                  <a:lnTo>
                    <a:pt x="1243" y="966"/>
                  </a:lnTo>
                  <a:lnTo>
                    <a:pt x="1240" y="956"/>
                  </a:lnTo>
                  <a:lnTo>
                    <a:pt x="1240" y="946"/>
                  </a:lnTo>
                  <a:lnTo>
                    <a:pt x="1244" y="937"/>
                  </a:lnTo>
                  <a:lnTo>
                    <a:pt x="1251" y="929"/>
                  </a:lnTo>
                  <a:lnTo>
                    <a:pt x="1259" y="922"/>
                  </a:lnTo>
                  <a:lnTo>
                    <a:pt x="1266" y="914"/>
                  </a:lnTo>
                  <a:lnTo>
                    <a:pt x="1272" y="908"/>
                  </a:lnTo>
                  <a:lnTo>
                    <a:pt x="1275" y="902"/>
                  </a:lnTo>
                  <a:lnTo>
                    <a:pt x="1275" y="897"/>
                  </a:lnTo>
                  <a:lnTo>
                    <a:pt x="1273" y="892"/>
                  </a:lnTo>
                  <a:lnTo>
                    <a:pt x="1268" y="887"/>
                  </a:lnTo>
                  <a:lnTo>
                    <a:pt x="1263" y="883"/>
                  </a:lnTo>
                  <a:lnTo>
                    <a:pt x="1257" y="879"/>
                  </a:lnTo>
                  <a:lnTo>
                    <a:pt x="1251" y="876"/>
                  </a:lnTo>
                  <a:lnTo>
                    <a:pt x="1247" y="875"/>
                  </a:lnTo>
                  <a:lnTo>
                    <a:pt x="1246" y="874"/>
                  </a:lnTo>
                  <a:lnTo>
                    <a:pt x="1253" y="824"/>
                  </a:lnTo>
                  <a:lnTo>
                    <a:pt x="1254" y="823"/>
                  </a:lnTo>
                  <a:lnTo>
                    <a:pt x="1256" y="819"/>
                  </a:lnTo>
                  <a:lnTo>
                    <a:pt x="1258" y="814"/>
                  </a:lnTo>
                  <a:lnTo>
                    <a:pt x="1260" y="809"/>
                  </a:lnTo>
                  <a:lnTo>
                    <a:pt x="1260" y="803"/>
                  </a:lnTo>
                  <a:lnTo>
                    <a:pt x="1258" y="798"/>
                  </a:lnTo>
                  <a:lnTo>
                    <a:pt x="1251" y="794"/>
                  </a:lnTo>
                  <a:lnTo>
                    <a:pt x="1241" y="792"/>
                  </a:lnTo>
                  <a:lnTo>
                    <a:pt x="1231" y="790"/>
                  </a:lnTo>
                  <a:lnTo>
                    <a:pt x="1224" y="787"/>
                  </a:lnTo>
                  <a:lnTo>
                    <a:pt x="1220" y="783"/>
                  </a:lnTo>
                  <a:lnTo>
                    <a:pt x="1219" y="778"/>
                  </a:lnTo>
                  <a:lnTo>
                    <a:pt x="1219" y="774"/>
                  </a:lnTo>
                  <a:lnTo>
                    <a:pt x="1219" y="769"/>
                  </a:lnTo>
                  <a:lnTo>
                    <a:pt x="1221" y="767"/>
                  </a:lnTo>
                  <a:lnTo>
                    <a:pt x="1221" y="766"/>
                  </a:lnTo>
                  <a:lnTo>
                    <a:pt x="1220" y="764"/>
                  </a:lnTo>
                  <a:lnTo>
                    <a:pt x="1219" y="759"/>
                  </a:lnTo>
                  <a:lnTo>
                    <a:pt x="1216" y="751"/>
                  </a:lnTo>
                  <a:lnTo>
                    <a:pt x="1212" y="744"/>
                  </a:lnTo>
                  <a:lnTo>
                    <a:pt x="1208" y="737"/>
                  </a:lnTo>
                  <a:lnTo>
                    <a:pt x="1201" y="733"/>
                  </a:lnTo>
                  <a:lnTo>
                    <a:pt x="1194" y="732"/>
                  </a:lnTo>
                  <a:lnTo>
                    <a:pt x="1187" y="736"/>
                  </a:lnTo>
                  <a:lnTo>
                    <a:pt x="1179" y="744"/>
                  </a:lnTo>
                  <a:lnTo>
                    <a:pt x="1171" y="753"/>
                  </a:lnTo>
                  <a:lnTo>
                    <a:pt x="1163" y="762"/>
                  </a:lnTo>
                  <a:lnTo>
                    <a:pt x="1155" y="772"/>
                  </a:lnTo>
                  <a:lnTo>
                    <a:pt x="1144" y="780"/>
                  </a:lnTo>
                  <a:lnTo>
                    <a:pt x="1135" y="786"/>
                  </a:lnTo>
                  <a:lnTo>
                    <a:pt x="1124" y="790"/>
                  </a:lnTo>
                  <a:lnTo>
                    <a:pt x="1112" y="792"/>
                  </a:lnTo>
                  <a:lnTo>
                    <a:pt x="1100" y="794"/>
                  </a:lnTo>
                  <a:lnTo>
                    <a:pt x="1093" y="798"/>
                  </a:lnTo>
                  <a:lnTo>
                    <a:pt x="1089" y="805"/>
                  </a:lnTo>
                  <a:lnTo>
                    <a:pt x="1087" y="812"/>
                  </a:lnTo>
                  <a:lnTo>
                    <a:pt x="1087" y="822"/>
                  </a:lnTo>
                  <a:lnTo>
                    <a:pt x="1088" y="831"/>
                  </a:lnTo>
                  <a:lnTo>
                    <a:pt x="1091" y="839"/>
                  </a:lnTo>
                  <a:lnTo>
                    <a:pt x="1095" y="846"/>
                  </a:lnTo>
                  <a:lnTo>
                    <a:pt x="1098" y="852"/>
                  </a:lnTo>
                  <a:lnTo>
                    <a:pt x="1099" y="860"/>
                  </a:lnTo>
                  <a:lnTo>
                    <a:pt x="1099" y="867"/>
                  </a:lnTo>
                  <a:lnTo>
                    <a:pt x="1099" y="876"/>
                  </a:lnTo>
                  <a:lnTo>
                    <a:pt x="1098" y="883"/>
                  </a:lnTo>
                  <a:lnTo>
                    <a:pt x="1099" y="890"/>
                  </a:lnTo>
                  <a:lnTo>
                    <a:pt x="1101" y="897"/>
                  </a:lnTo>
                  <a:lnTo>
                    <a:pt x="1107" y="902"/>
                  </a:lnTo>
                  <a:lnTo>
                    <a:pt x="1112" y="908"/>
                  </a:lnTo>
                  <a:lnTo>
                    <a:pt x="1115" y="914"/>
                  </a:lnTo>
                  <a:lnTo>
                    <a:pt x="1116" y="922"/>
                  </a:lnTo>
                  <a:lnTo>
                    <a:pt x="1117" y="929"/>
                  </a:lnTo>
                  <a:lnTo>
                    <a:pt x="1118" y="936"/>
                  </a:lnTo>
                  <a:lnTo>
                    <a:pt x="1119" y="941"/>
                  </a:lnTo>
                  <a:lnTo>
                    <a:pt x="1122" y="944"/>
                  </a:lnTo>
                  <a:lnTo>
                    <a:pt x="1126" y="944"/>
                  </a:lnTo>
                  <a:lnTo>
                    <a:pt x="1130" y="944"/>
                  </a:lnTo>
                  <a:lnTo>
                    <a:pt x="1133" y="947"/>
                  </a:lnTo>
                  <a:lnTo>
                    <a:pt x="1135" y="951"/>
                  </a:lnTo>
                  <a:lnTo>
                    <a:pt x="1137" y="956"/>
                  </a:lnTo>
                  <a:lnTo>
                    <a:pt x="1139" y="962"/>
                  </a:lnTo>
                  <a:lnTo>
                    <a:pt x="1143" y="966"/>
                  </a:lnTo>
                  <a:lnTo>
                    <a:pt x="1148" y="969"/>
                  </a:lnTo>
                  <a:lnTo>
                    <a:pt x="1157" y="969"/>
                  </a:lnTo>
                  <a:lnTo>
                    <a:pt x="1164" y="970"/>
                  </a:lnTo>
                  <a:lnTo>
                    <a:pt x="1167" y="977"/>
                  </a:lnTo>
                  <a:lnTo>
                    <a:pt x="1167" y="985"/>
                  </a:lnTo>
                  <a:lnTo>
                    <a:pt x="1165" y="995"/>
                  </a:lnTo>
                  <a:lnTo>
                    <a:pt x="1163" y="1005"/>
                  </a:lnTo>
                  <a:lnTo>
                    <a:pt x="1161" y="1015"/>
                  </a:lnTo>
                  <a:lnTo>
                    <a:pt x="1162" y="1023"/>
                  </a:lnTo>
                  <a:lnTo>
                    <a:pt x="1166" y="1026"/>
                  </a:lnTo>
                  <a:lnTo>
                    <a:pt x="1168" y="1028"/>
                  </a:lnTo>
                  <a:lnTo>
                    <a:pt x="1164" y="1032"/>
                  </a:lnTo>
                  <a:lnTo>
                    <a:pt x="1155" y="1036"/>
                  </a:lnTo>
                  <a:lnTo>
                    <a:pt x="1143" y="1042"/>
                  </a:lnTo>
                  <a:lnTo>
                    <a:pt x="1131" y="1049"/>
                  </a:lnTo>
                  <a:lnTo>
                    <a:pt x="1120" y="1057"/>
                  </a:lnTo>
                  <a:lnTo>
                    <a:pt x="1111" y="1065"/>
                  </a:lnTo>
                  <a:lnTo>
                    <a:pt x="1107" y="1074"/>
                  </a:lnTo>
                  <a:lnTo>
                    <a:pt x="1106" y="1083"/>
                  </a:lnTo>
                  <a:lnTo>
                    <a:pt x="1106" y="1094"/>
                  </a:lnTo>
                  <a:lnTo>
                    <a:pt x="1105" y="1105"/>
                  </a:lnTo>
                  <a:lnTo>
                    <a:pt x="1103" y="1116"/>
                  </a:lnTo>
                  <a:lnTo>
                    <a:pt x="1099" y="1127"/>
                  </a:lnTo>
                  <a:lnTo>
                    <a:pt x="1095" y="1135"/>
                  </a:lnTo>
                  <a:lnTo>
                    <a:pt x="1088" y="1141"/>
                  </a:lnTo>
                  <a:lnTo>
                    <a:pt x="1078" y="1144"/>
                  </a:lnTo>
                  <a:lnTo>
                    <a:pt x="1067" y="1145"/>
                  </a:lnTo>
                  <a:lnTo>
                    <a:pt x="1056" y="1148"/>
                  </a:lnTo>
                  <a:lnTo>
                    <a:pt x="1045" y="1152"/>
                  </a:lnTo>
                  <a:lnTo>
                    <a:pt x="1036" y="1156"/>
                  </a:lnTo>
                  <a:lnTo>
                    <a:pt x="1029" y="1161"/>
                  </a:lnTo>
                  <a:lnTo>
                    <a:pt x="1023" y="1167"/>
                  </a:lnTo>
                  <a:lnTo>
                    <a:pt x="1020" y="1173"/>
                  </a:lnTo>
                  <a:lnTo>
                    <a:pt x="1020" y="1178"/>
                  </a:lnTo>
                  <a:lnTo>
                    <a:pt x="1021" y="1185"/>
                  </a:lnTo>
                  <a:lnTo>
                    <a:pt x="1021" y="1194"/>
                  </a:lnTo>
                  <a:lnTo>
                    <a:pt x="1021" y="1204"/>
                  </a:lnTo>
                  <a:lnTo>
                    <a:pt x="1019" y="1212"/>
                  </a:lnTo>
                  <a:lnTo>
                    <a:pt x="1015" y="1217"/>
                  </a:lnTo>
                  <a:lnTo>
                    <a:pt x="1009" y="1216"/>
                  </a:lnTo>
                  <a:lnTo>
                    <a:pt x="1000" y="1208"/>
                  </a:lnTo>
                  <a:lnTo>
                    <a:pt x="989" y="1191"/>
                  </a:lnTo>
                  <a:lnTo>
                    <a:pt x="978" y="1173"/>
                  </a:lnTo>
                  <a:lnTo>
                    <a:pt x="971" y="1161"/>
                  </a:lnTo>
                  <a:lnTo>
                    <a:pt x="966" y="1156"/>
                  </a:lnTo>
                  <a:lnTo>
                    <a:pt x="962" y="1155"/>
                  </a:lnTo>
                  <a:lnTo>
                    <a:pt x="959" y="1158"/>
                  </a:lnTo>
                  <a:lnTo>
                    <a:pt x="957" y="1161"/>
                  </a:lnTo>
                  <a:lnTo>
                    <a:pt x="954" y="1165"/>
                  </a:lnTo>
                  <a:lnTo>
                    <a:pt x="949" y="1166"/>
                  </a:lnTo>
                  <a:lnTo>
                    <a:pt x="945" y="1165"/>
                  </a:lnTo>
                  <a:lnTo>
                    <a:pt x="944" y="1161"/>
                  </a:lnTo>
                  <a:lnTo>
                    <a:pt x="944" y="1156"/>
                  </a:lnTo>
                  <a:lnTo>
                    <a:pt x="946" y="1149"/>
                  </a:lnTo>
                  <a:lnTo>
                    <a:pt x="948" y="1143"/>
                  </a:lnTo>
                  <a:lnTo>
                    <a:pt x="950" y="1138"/>
                  </a:lnTo>
                  <a:lnTo>
                    <a:pt x="951" y="1134"/>
                  </a:lnTo>
                  <a:lnTo>
                    <a:pt x="952" y="1133"/>
                  </a:lnTo>
                  <a:lnTo>
                    <a:pt x="950" y="1133"/>
                  </a:lnTo>
                  <a:lnTo>
                    <a:pt x="946" y="1133"/>
                  </a:lnTo>
                  <a:lnTo>
                    <a:pt x="940" y="1132"/>
                  </a:lnTo>
                  <a:lnTo>
                    <a:pt x="932" y="1131"/>
                  </a:lnTo>
                  <a:lnTo>
                    <a:pt x="924" y="1128"/>
                  </a:lnTo>
                  <a:lnTo>
                    <a:pt x="915" y="1124"/>
                  </a:lnTo>
                  <a:lnTo>
                    <a:pt x="907" y="1118"/>
                  </a:lnTo>
                  <a:lnTo>
                    <a:pt x="899" y="1110"/>
                  </a:lnTo>
                  <a:lnTo>
                    <a:pt x="893" y="1102"/>
                  </a:lnTo>
                  <a:lnTo>
                    <a:pt x="889" y="1096"/>
                  </a:lnTo>
                  <a:lnTo>
                    <a:pt x="885" y="1092"/>
                  </a:lnTo>
                  <a:lnTo>
                    <a:pt x="881" y="1089"/>
                  </a:lnTo>
                  <a:lnTo>
                    <a:pt x="878" y="1089"/>
                  </a:lnTo>
                  <a:lnTo>
                    <a:pt x="875" y="1091"/>
                  </a:lnTo>
                  <a:lnTo>
                    <a:pt x="871" y="1095"/>
                  </a:lnTo>
                  <a:lnTo>
                    <a:pt x="866" y="1101"/>
                  </a:lnTo>
                  <a:lnTo>
                    <a:pt x="857" y="1108"/>
                  </a:lnTo>
                  <a:lnTo>
                    <a:pt x="849" y="1104"/>
                  </a:lnTo>
                  <a:lnTo>
                    <a:pt x="844" y="1097"/>
                  </a:lnTo>
                  <a:lnTo>
                    <a:pt x="843" y="1093"/>
                  </a:lnTo>
                  <a:lnTo>
                    <a:pt x="860" y="1074"/>
                  </a:lnTo>
                  <a:lnTo>
                    <a:pt x="862" y="1073"/>
                  </a:lnTo>
                  <a:lnTo>
                    <a:pt x="866" y="1070"/>
                  </a:lnTo>
                  <a:lnTo>
                    <a:pt x="871" y="1066"/>
                  </a:lnTo>
                  <a:lnTo>
                    <a:pt x="875" y="1062"/>
                  </a:lnTo>
                  <a:lnTo>
                    <a:pt x="878" y="1057"/>
                  </a:lnTo>
                  <a:lnTo>
                    <a:pt x="877" y="1053"/>
                  </a:lnTo>
                  <a:lnTo>
                    <a:pt x="872" y="1048"/>
                  </a:lnTo>
                  <a:lnTo>
                    <a:pt x="860" y="1045"/>
                  </a:lnTo>
                  <a:lnTo>
                    <a:pt x="846" y="1042"/>
                  </a:lnTo>
                  <a:lnTo>
                    <a:pt x="838" y="1038"/>
                  </a:lnTo>
                  <a:lnTo>
                    <a:pt x="834" y="1035"/>
                  </a:lnTo>
                  <a:lnTo>
                    <a:pt x="834" y="1031"/>
                  </a:lnTo>
                  <a:lnTo>
                    <a:pt x="837" y="1028"/>
                  </a:lnTo>
                  <a:lnTo>
                    <a:pt x="843" y="1025"/>
                  </a:lnTo>
                  <a:lnTo>
                    <a:pt x="850" y="1024"/>
                  </a:lnTo>
                  <a:lnTo>
                    <a:pt x="860" y="1023"/>
                  </a:lnTo>
                  <a:lnTo>
                    <a:pt x="870" y="1023"/>
                  </a:lnTo>
                  <a:lnTo>
                    <a:pt x="879" y="1020"/>
                  </a:lnTo>
                  <a:lnTo>
                    <a:pt x="889" y="1018"/>
                  </a:lnTo>
                  <a:lnTo>
                    <a:pt x="897" y="1015"/>
                  </a:lnTo>
                  <a:lnTo>
                    <a:pt x="906" y="1011"/>
                  </a:lnTo>
                  <a:lnTo>
                    <a:pt x="912" y="1006"/>
                  </a:lnTo>
                  <a:lnTo>
                    <a:pt x="917" y="1001"/>
                  </a:lnTo>
                  <a:lnTo>
                    <a:pt x="919" y="995"/>
                  </a:lnTo>
                  <a:lnTo>
                    <a:pt x="921" y="984"/>
                  </a:lnTo>
                  <a:lnTo>
                    <a:pt x="922" y="977"/>
                  </a:lnTo>
                  <a:lnTo>
                    <a:pt x="926" y="973"/>
                  </a:lnTo>
                  <a:lnTo>
                    <a:pt x="933" y="973"/>
                  </a:lnTo>
                  <a:lnTo>
                    <a:pt x="937" y="970"/>
                  </a:lnTo>
                  <a:lnTo>
                    <a:pt x="940" y="964"/>
                  </a:lnTo>
                  <a:lnTo>
                    <a:pt x="942" y="955"/>
                  </a:lnTo>
                  <a:lnTo>
                    <a:pt x="943" y="945"/>
                  </a:lnTo>
                  <a:lnTo>
                    <a:pt x="944" y="934"/>
                  </a:lnTo>
                  <a:lnTo>
                    <a:pt x="944" y="925"/>
                  </a:lnTo>
                  <a:lnTo>
                    <a:pt x="944" y="917"/>
                  </a:lnTo>
                  <a:lnTo>
                    <a:pt x="944" y="915"/>
                  </a:lnTo>
                  <a:lnTo>
                    <a:pt x="991" y="949"/>
                  </a:lnTo>
                  <a:lnTo>
                    <a:pt x="991" y="913"/>
                  </a:lnTo>
                  <a:lnTo>
                    <a:pt x="992" y="912"/>
                  </a:lnTo>
                  <a:lnTo>
                    <a:pt x="994" y="910"/>
                  </a:lnTo>
                  <a:lnTo>
                    <a:pt x="996" y="907"/>
                  </a:lnTo>
                  <a:lnTo>
                    <a:pt x="998" y="903"/>
                  </a:lnTo>
                  <a:lnTo>
                    <a:pt x="998" y="898"/>
                  </a:lnTo>
                  <a:lnTo>
                    <a:pt x="995" y="892"/>
                  </a:lnTo>
                  <a:lnTo>
                    <a:pt x="989" y="886"/>
                  </a:lnTo>
                  <a:lnTo>
                    <a:pt x="978" y="880"/>
                  </a:lnTo>
                  <a:lnTo>
                    <a:pt x="967" y="873"/>
                  </a:lnTo>
                  <a:lnTo>
                    <a:pt x="959" y="863"/>
                  </a:lnTo>
                  <a:lnTo>
                    <a:pt x="954" y="855"/>
                  </a:lnTo>
                  <a:lnTo>
                    <a:pt x="950" y="849"/>
                  </a:lnTo>
                  <a:lnTo>
                    <a:pt x="948" y="846"/>
                  </a:lnTo>
                  <a:lnTo>
                    <a:pt x="946" y="849"/>
                  </a:lnTo>
                  <a:lnTo>
                    <a:pt x="944" y="858"/>
                  </a:lnTo>
                  <a:lnTo>
                    <a:pt x="941" y="877"/>
                  </a:lnTo>
                  <a:lnTo>
                    <a:pt x="937" y="895"/>
                  </a:lnTo>
                  <a:lnTo>
                    <a:pt x="934" y="907"/>
                  </a:lnTo>
                  <a:lnTo>
                    <a:pt x="931" y="912"/>
                  </a:lnTo>
                  <a:lnTo>
                    <a:pt x="929" y="914"/>
                  </a:lnTo>
                  <a:lnTo>
                    <a:pt x="926" y="914"/>
                  </a:lnTo>
                  <a:lnTo>
                    <a:pt x="923" y="913"/>
                  </a:lnTo>
                  <a:lnTo>
                    <a:pt x="919" y="913"/>
                  </a:lnTo>
                  <a:lnTo>
                    <a:pt x="914" y="915"/>
                  </a:lnTo>
                  <a:lnTo>
                    <a:pt x="909" y="918"/>
                  </a:lnTo>
                  <a:lnTo>
                    <a:pt x="904" y="919"/>
                  </a:lnTo>
                  <a:lnTo>
                    <a:pt x="898" y="919"/>
                  </a:lnTo>
                  <a:lnTo>
                    <a:pt x="894" y="919"/>
                  </a:lnTo>
                  <a:lnTo>
                    <a:pt x="890" y="921"/>
                  </a:lnTo>
                  <a:lnTo>
                    <a:pt x="885" y="923"/>
                  </a:lnTo>
                  <a:lnTo>
                    <a:pt x="881" y="928"/>
                  </a:lnTo>
                  <a:lnTo>
                    <a:pt x="877" y="936"/>
                  </a:lnTo>
                  <a:lnTo>
                    <a:pt x="873" y="944"/>
                  </a:lnTo>
                  <a:lnTo>
                    <a:pt x="870" y="950"/>
                  </a:lnTo>
                  <a:lnTo>
                    <a:pt x="867" y="952"/>
                  </a:lnTo>
                  <a:lnTo>
                    <a:pt x="864" y="953"/>
                  </a:lnTo>
                  <a:lnTo>
                    <a:pt x="860" y="951"/>
                  </a:lnTo>
                  <a:lnTo>
                    <a:pt x="855" y="949"/>
                  </a:lnTo>
                  <a:lnTo>
                    <a:pt x="848" y="945"/>
                  </a:lnTo>
                  <a:lnTo>
                    <a:pt x="840" y="941"/>
                  </a:lnTo>
                  <a:lnTo>
                    <a:pt x="832" y="938"/>
                  </a:lnTo>
                  <a:lnTo>
                    <a:pt x="826" y="939"/>
                  </a:lnTo>
                  <a:lnTo>
                    <a:pt x="820" y="941"/>
                  </a:lnTo>
                  <a:lnTo>
                    <a:pt x="816" y="944"/>
                  </a:lnTo>
                  <a:lnTo>
                    <a:pt x="811" y="948"/>
                  </a:lnTo>
                  <a:lnTo>
                    <a:pt x="806" y="953"/>
                  </a:lnTo>
                  <a:lnTo>
                    <a:pt x="800" y="956"/>
                  </a:lnTo>
                  <a:lnTo>
                    <a:pt x="793" y="958"/>
                  </a:lnTo>
                  <a:lnTo>
                    <a:pt x="782" y="960"/>
                  </a:lnTo>
                  <a:lnTo>
                    <a:pt x="778" y="964"/>
                  </a:lnTo>
                  <a:lnTo>
                    <a:pt x="779" y="973"/>
                  </a:lnTo>
                  <a:lnTo>
                    <a:pt x="782" y="986"/>
                  </a:lnTo>
                  <a:lnTo>
                    <a:pt x="781" y="993"/>
                  </a:lnTo>
                  <a:lnTo>
                    <a:pt x="776" y="997"/>
                  </a:lnTo>
                  <a:lnTo>
                    <a:pt x="767" y="999"/>
                  </a:lnTo>
                  <a:lnTo>
                    <a:pt x="757" y="999"/>
                  </a:lnTo>
                  <a:lnTo>
                    <a:pt x="746" y="998"/>
                  </a:lnTo>
                  <a:lnTo>
                    <a:pt x="737" y="997"/>
                  </a:lnTo>
                  <a:lnTo>
                    <a:pt x="730" y="996"/>
                  </a:lnTo>
                  <a:lnTo>
                    <a:pt x="728" y="995"/>
                  </a:lnTo>
                  <a:lnTo>
                    <a:pt x="729" y="996"/>
                  </a:lnTo>
                  <a:lnTo>
                    <a:pt x="730" y="999"/>
                  </a:lnTo>
                  <a:lnTo>
                    <a:pt x="732" y="1004"/>
                  </a:lnTo>
                  <a:lnTo>
                    <a:pt x="734" y="1010"/>
                  </a:lnTo>
                  <a:lnTo>
                    <a:pt x="736" y="1017"/>
                  </a:lnTo>
                  <a:lnTo>
                    <a:pt x="738" y="1025"/>
                  </a:lnTo>
                  <a:lnTo>
                    <a:pt x="739" y="1033"/>
                  </a:lnTo>
                  <a:lnTo>
                    <a:pt x="739" y="1040"/>
                  </a:lnTo>
                  <a:lnTo>
                    <a:pt x="738" y="1046"/>
                  </a:lnTo>
                  <a:lnTo>
                    <a:pt x="736" y="1051"/>
                  </a:lnTo>
                  <a:lnTo>
                    <a:pt x="733" y="1054"/>
                  </a:lnTo>
                  <a:lnTo>
                    <a:pt x="729" y="1055"/>
                  </a:lnTo>
                  <a:lnTo>
                    <a:pt x="725" y="1057"/>
                  </a:lnTo>
                  <a:lnTo>
                    <a:pt x="720" y="1057"/>
                  </a:lnTo>
                  <a:lnTo>
                    <a:pt x="715" y="1058"/>
                  </a:lnTo>
                  <a:lnTo>
                    <a:pt x="709" y="1059"/>
                  </a:lnTo>
                  <a:lnTo>
                    <a:pt x="702" y="1060"/>
                  </a:lnTo>
                  <a:lnTo>
                    <a:pt x="696" y="1062"/>
                  </a:lnTo>
                  <a:lnTo>
                    <a:pt x="691" y="1064"/>
                  </a:lnTo>
                  <a:lnTo>
                    <a:pt x="687" y="1067"/>
                  </a:lnTo>
                  <a:lnTo>
                    <a:pt x="685" y="1069"/>
                  </a:lnTo>
                  <a:lnTo>
                    <a:pt x="684" y="1073"/>
                  </a:lnTo>
                  <a:lnTo>
                    <a:pt x="685" y="1076"/>
                  </a:lnTo>
                  <a:lnTo>
                    <a:pt x="689" y="1079"/>
                  </a:lnTo>
                  <a:lnTo>
                    <a:pt x="695" y="1082"/>
                  </a:lnTo>
                  <a:lnTo>
                    <a:pt x="700" y="1087"/>
                  </a:lnTo>
                  <a:lnTo>
                    <a:pt x="706" y="1092"/>
                  </a:lnTo>
                  <a:lnTo>
                    <a:pt x="711" y="1097"/>
                  </a:lnTo>
                  <a:lnTo>
                    <a:pt x="713" y="1104"/>
                  </a:lnTo>
                  <a:lnTo>
                    <a:pt x="713" y="1110"/>
                  </a:lnTo>
                  <a:lnTo>
                    <a:pt x="710" y="1118"/>
                  </a:lnTo>
                  <a:lnTo>
                    <a:pt x="703" y="1127"/>
                  </a:lnTo>
                  <a:lnTo>
                    <a:pt x="696" y="1134"/>
                  </a:lnTo>
                  <a:lnTo>
                    <a:pt x="691" y="1139"/>
                  </a:lnTo>
                  <a:lnTo>
                    <a:pt x="687" y="1143"/>
                  </a:lnTo>
                  <a:lnTo>
                    <a:pt x="685" y="1146"/>
                  </a:lnTo>
                  <a:lnTo>
                    <a:pt x="684" y="1149"/>
                  </a:lnTo>
                  <a:lnTo>
                    <a:pt x="684" y="1152"/>
                  </a:lnTo>
                  <a:lnTo>
                    <a:pt x="685" y="1157"/>
                  </a:lnTo>
                  <a:lnTo>
                    <a:pt x="686" y="1163"/>
                  </a:lnTo>
                  <a:lnTo>
                    <a:pt x="685" y="1168"/>
                  </a:lnTo>
                  <a:lnTo>
                    <a:pt x="681" y="1170"/>
                  </a:lnTo>
                  <a:lnTo>
                    <a:pt x="675" y="1169"/>
                  </a:lnTo>
                  <a:lnTo>
                    <a:pt x="668" y="1167"/>
                  </a:lnTo>
                  <a:lnTo>
                    <a:pt x="659" y="1165"/>
                  </a:lnTo>
                  <a:lnTo>
                    <a:pt x="650" y="1164"/>
                  </a:lnTo>
                  <a:lnTo>
                    <a:pt x="644" y="1163"/>
                  </a:lnTo>
                  <a:lnTo>
                    <a:pt x="639" y="1166"/>
                  </a:lnTo>
                  <a:lnTo>
                    <a:pt x="634" y="1170"/>
                  </a:lnTo>
                  <a:lnTo>
                    <a:pt x="627" y="1176"/>
                  </a:lnTo>
                  <a:lnTo>
                    <a:pt x="618" y="1180"/>
                  </a:lnTo>
                  <a:lnTo>
                    <a:pt x="609" y="1184"/>
                  </a:lnTo>
                  <a:lnTo>
                    <a:pt x="599" y="1189"/>
                  </a:lnTo>
                  <a:lnTo>
                    <a:pt x="590" y="1193"/>
                  </a:lnTo>
                  <a:lnTo>
                    <a:pt x="584" y="1198"/>
                  </a:lnTo>
                  <a:lnTo>
                    <a:pt x="580" y="1202"/>
                  </a:lnTo>
                  <a:lnTo>
                    <a:pt x="578" y="1205"/>
                  </a:lnTo>
                  <a:lnTo>
                    <a:pt x="575" y="1207"/>
                  </a:lnTo>
                  <a:lnTo>
                    <a:pt x="572" y="1207"/>
                  </a:lnTo>
                  <a:lnTo>
                    <a:pt x="569" y="1206"/>
                  </a:lnTo>
                  <a:lnTo>
                    <a:pt x="565" y="1204"/>
                  </a:lnTo>
                  <a:lnTo>
                    <a:pt x="561" y="1202"/>
                  </a:lnTo>
                  <a:lnTo>
                    <a:pt x="556" y="1199"/>
                  </a:lnTo>
                  <a:lnTo>
                    <a:pt x="549" y="1197"/>
                  </a:lnTo>
                  <a:lnTo>
                    <a:pt x="542" y="1195"/>
                  </a:lnTo>
                  <a:lnTo>
                    <a:pt x="533" y="1194"/>
                  </a:lnTo>
                  <a:lnTo>
                    <a:pt x="524" y="1192"/>
                  </a:lnTo>
                  <a:lnTo>
                    <a:pt x="515" y="1191"/>
                  </a:lnTo>
                  <a:lnTo>
                    <a:pt x="508" y="1189"/>
                  </a:lnTo>
                  <a:lnTo>
                    <a:pt x="503" y="1186"/>
                  </a:lnTo>
                  <a:lnTo>
                    <a:pt x="501" y="1181"/>
                  </a:lnTo>
                  <a:lnTo>
                    <a:pt x="505" y="1175"/>
                  </a:lnTo>
                  <a:lnTo>
                    <a:pt x="509" y="1167"/>
                  </a:lnTo>
                  <a:lnTo>
                    <a:pt x="510" y="1160"/>
                  </a:lnTo>
                  <a:lnTo>
                    <a:pt x="509" y="1153"/>
                  </a:lnTo>
                  <a:lnTo>
                    <a:pt x="506" y="1146"/>
                  </a:lnTo>
                  <a:lnTo>
                    <a:pt x="502" y="1141"/>
                  </a:lnTo>
                  <a:lnTo>
                    <a:pt x="499" y="1137"/>
                  </a:lnTo>
                  <a:lnTo>
                    <a:pt x="497" y="1134"/>
                  </a:lnTo>
                  <a:lnTo>
                    <a:pt x="496" y="1133"/>
                  </a:lnTo>
                  <a:lnTo>
                    <a:pt x="497" y="1132"/>
                  </a:lnTo>
                  <a:lnTo>
                    <a:pt x="498" y="1128"/>
                  </a:lnTo>
                  <a:lnTo>
                    <a:pt x="500" y="1123"/>
                  </a:lnTo>
                  <a:lnTo>
                    <a:pt x="502" y="1115"/>
                  </a:lnTo>
                  <a:lnTo>
                    <a:pt x="502" y="1108"/>
                  </a:lnTo>
                  <a:lnTo>
                    <a:pt x="501" y="1101"/>
                  </a:lnTo>
                  <a:lnTo>
                    <a:pt x="499" y="1095"/>
                  </a:lnTo>
                  <a:lnTo>
                    <a:pt x="493" y="1090"/>
                  </a:lnTo>
                  <a:lnTo>
                    <a:pt x="483" y="1081"/>
                  </a:lnTo>
                  <a:lnTo>
                    <a:pt x="479" y="1073"/>
                  </a:lnTo>
                  <a:lnTo>
                    <a:pt x="479" y="1066"/>
                  </a:lnTo>
                  <a:lnTo>
                    <a:pt x="479" y="1064"/>
                  </a:lnTo>
                  <a:lnTo>
                    <a:pt x="479" y="1066"/>
                  </a:lnTo>
                  <a:lnTo>
                    <a:pt x="479" y="1070"/>
                  </a:lnTo>
                  <a:lnTo>
                    <a:pt x="479" y="1078"/>
                  </a:lnTo>
                  <a:lnTo>
                    <a:pt x="478" y="1086"/>
                  </a:lnTo>
                  <a:lnTo>
                    <a:pt x="476" y="1094"/>
                  </a:lnTo>
                  <a:lnTo>
                    <a:pt x="474" y="1102"/>
                  </a:lnTo>
                  <a:lnTo>
                    <a:pt x="470" y="1108"/>
                  </a:lnTo>
                  <a:lnTo>
                    <a:pt x="465" y="1112"/>
                  </a:lnTo>
                  <a:lnTo>
                    <a:pt x="459" y="1115"/>
                  </a:lnTo>
                  <a:lnTo>
                    <a:pt x="455" y="1118"/>
                  </a:lnTo>
                  <a:lnTo>
                    <a:pt x="450" y="1124"/>
                  </a:lnTo>
                  <a:lnTo>
                    <a:pt x="448" y="1129"/>
                  </a:lnTo>
                  <a:lnTo>
                    <a:pt x="448" y="1134"/>
                  </a:lnTo>
                  <a:lnTo>
                    <a:pt x="450" y="1140"/>
                  </a:lnTo>
                  <a:lnTo>
                    <a:pt x="456" y="1146"/>
                  </a:lnTo>
                  <a:lnTo>
                    <a:pt x="463" y="1152"/>
                  </a:lnTo>
                  <a:lnTo>
                    <a:pt x="469" y="1158"/>
                  </a:lnTo>
                  <a:lnTo>
                    <a:pt x="468" y="1164"/>
                  </a:lnTo>
                  <a:lnTo>
                    <a:pt x="463" y="1170"/>
                  </a:lnTo>
                  <a:lnTo>
                    <a:pt x="456" y="1178"/>
                  </a:lnTo>
                  <a:lnTo>
                    <a:pt x="446" y="1184"/>
                  </a:lnTo>
                  <a:lnTo>
                    <a:pt x="437" y="1189"/>
                  </a:lnTo>
                  <a:lnTo>
                    <a:pt x="430" y="1195"/>
                  </a:lnTo>
                  <a:lnTo>
                    <a:pt x="426" y="1200"/>
                  </a:lnTo>
                  <a:lnTo>
                    <a:pt x="423" y="1204"/>
                  </a:lnTo>
                  <a:lnTo>
                    <a:pt x="418" y="1208"/>
                  </a:lnTo>
                  <a:lnTo>
                    <a:pt x="412" y="1211"/>
                  </a:lnTo>
                  <a:lnTo>
                    <a:pt x="405" y="1213"/>
                  </a:lnTo>
                  <a:lnTo>
                    <a:pt x="398" y="1214"/>
                  </a:lnTo>
                  <a:lnTo>
                    <a:pt x="392" y="1215"/>
                  </a:lnTo>
                  <a:lnTo>
                    <a:pt x="388" y="1216"/>
                  </a:lnTo>
                  <a:lnTo>
                    <a:pt x="387" y="1216"/>
                  </a:lnTo>
                  <a:lnTo>
                    <a:pt x="356" y="1256"/>
                  </a:lnTo>
                  <a:lnTo>
                    <a:pt x="356" y="1258"/>
                  </a:lnTo>
                  <a:lnTo>
                    <a:pt x="354" y="1265"/>
                  </a:lnTo>
                  <a:lnTo>
                    <a:pt x="352" y="1275"/>
                  </a:lnTo>
                  <a:lnTo>
                    <a:pt x="350" y="1286"/>
                  </a:lnTo>
                  <a:lnTo>
                    <a:pt x="347" y="1297"/>
                  </a:lnTo>
                  <a:lnTo>
                    <a:pt x="343" y="1308"/>
                  </a:lnTo>
                  <a:lnTo>
                    <a:pt x="337" y="1317"/>
                  </a:lnTo>
                  <a:lnTo>
                    <a:pt x="331" y="1324"/>
                  </a:lnTo>
                  <a:lnTo>
                    <a:pt x="326" y="1329"/>
                  </a:lnTo>
                  <a:lnTo>
                    <a:pt x="323" y="1337"/>
                  </a:lnTo>
                  <a:lnTo>
                    <a:pt x="321" y="1345"/>
                  </a:lnTo>
                  <a:lnTo>
                    <a:pt x="321" y="1354"/>
                  </a:lnTo>
                  <a:lnTo>
                    <a:pt x="319" y="1362"/>
                  </a:lnTo>
                  <a:lnTo>
                    <a:pt x="316" y="1369"/>
                  </a:lnTo>
                  <a:lnTo>
                    <a:pt x="310" y="1375"/>
                  </a:lnTo>
                  <a:lnTo>
                    <a:pt x="300" y="1377"/>
                  </a:lnTo>
                  <a:lnTo>
                    <a:pt x="290" y="1376"/>
                  </a:lnTo>
                  <a:lnTo>
                    <a:pt x="282" y="1371"/>
                  </a:lnTo>
                  <a:lnTo>
                    <a:pt x="277" y="1367"/>
                  </a:lnTo>
                  <a:lnTo>
                    <a:pt x="273" y="1361"/>
                  </a:lnTo>
                  <a:lnTo>
                    <a:pt x="271" y="1355"/>
                  </a:lnTo>
                  <a:lnTo>
                    <a:pt x="269" y="1351"/>
                  </a:lnTo>
                  <a:lnTo>
                    <a:pt x="269" y="1347"/>
                  </a:lnTo>
                  <a:lnTo>
                    <a:pt x="269" y="1346"/>
                  </a:lnTo>
                  <a:lnTo>
                    <a:pt x="268" y="1347"/>
                  </a:lnTo>
                  <a:lnTo>
                    <a:pt x="266" y="1350"/>
                  </a:lnTo>
                  <a:lnTo>
                    <a:pt x="262" y="1354"/>
                  </a:lnTo>
                  <a:lnTo>
                    <a:pt x="258" y="1357"/>
                  </a:lnTo>
                  <a:lnTo>
                    <a:pt x="252" y="1358"/>
                  </a:lnTo>
                  <a:lnTo>
                    <a:pt x="248" y="1357"/>
                  </a:lnTo>
                  <a:lnTo>
                    <a:pt x="244" y="1353"/>
                  </a:lnTo>
                  <a:lnTo>
                    <a:pt x="241" y="1343"/>
                  </a:lnTo>
                  <a:lnTo>
                    <a:pt x="238" y="1333"/>
                  </a:lnTo>
                  <a:lnTo>
                    <a:pt x="235" y="1327"/>
                  </a:lnTo>
                  <a:lnTo>
                    <a:pt x="231" y="1324"/>
                  </a:lnTo>
                  <a:lnTo>
                    <a:pt x="226" y="1321"/>
                  </a:lnTo>
                  <a:lnTo>
                    <a:pt x="221" y="1320"/>
                  </a:lnTo>
                  <a:lnTo>
                    <a:pt x="215" y="1319"/>
                  </a:lnTo>
                  <a:lnTo>
                    <a:pt x="209" y="1315"/>
                  </a:lnTo>
                  <a:lnTo>
                    <a:pt x="202" y="1309"/>
                  </a:lnTo>
                  <a:lnTo>
                    <a:pt x="197" y="1301"/>
                  </a:lnTo>
                  <a:lnTo>
                    <a:pt x="194" y="1295"/>
                  </a:lnTo>
                  <a:lnTo>
                    <a:pt x="192" y="1290"/>
                  </a:lnTo>
                  <a:lnTo>
                    <a:pt x="193" y="1285"/>
                  </a:lnTo>
                  <a:lnTo>
                    <a:pt x="196" y="1282"/>
                  </a:lnTo>
                  <a:lnTo>
                    <a:pt x="200" y="1279"/>
                  </a:lnTo>
                  <a:lnTo>
                    <a:pt x="206" y="1277"/>
                  </a:lnTo>
                  <a:lnTo>
                    <a:pt x="213" y="1276"/>
                  </a:lnTo>
                  <a:lnTo>
                    <a:pt x="221" y="1274"/>
                  </a:lnTo>
                  <a:lnTo>
                    <a:pt x="228" y="1269"/>
                  </a:lnTo>
                  <a:lnTo>
                    <a:pt x="235" y="1263"/>
                  </a:lnTo>
                  <a:lnTo>
                    <a:pt x="240" y="1257"/>
                  </a:lnTo>
                  <a:lnTo>
                    <a:pt x="243" y="1250"/>
                  </a:lnTo>
                  <a:lnTo>
                    <a:pt x="243" y="1244"/>
                  </a:lnTo>
                  <a:lnTo>
                    <a:pt x="240" y="1238"/>
                  </a:lnTo>
                  <a:lnTo>
                    <a:pt x="233" y="1234"/>
                  </a:lnTo>
                  <a:lnTo>
                    <a:pt x="225" y="1230"/>
                  </a:lnTo>
                  <a:lnTo>
                    <a:pt x="219" y="1225"/>
                  </a:lnTo>
                  <a:lnTo>
                    <a:pt x="216" y="1218"/>
                  </a:lnTo>
                  <a:lnTo>
                    <a:pt x="214" y="1212"/>
                  </a:lnTo>
                  <a:lnTo>
                    <a:pt x="213" y="1206"/>
                  </a:lnTo>
                  <a:lnTo>
                    <a:pt x="213" y="1201"/>
                  </a:lnTo>
                  <a:lnTo>
                    <a:pt x="213" y="1198"/>
                  </a:lnTo>
                  <a:lnTo>
                    <a:pt x="213" y="1197"/>
                  </a:lnTo>
                  <a:lnTo>
                    <a:pt x="213" y="1196"/>
                  </a:lnTo>
                  <a:lnTo>
                    <a:pt x="211" y="1194"/>
                  </a:lnTo>
                  <a:lnTo>
                    <a:pt x="209" y="1190"/>
                  </a:lnTo>
                  <a:lnTo>
                    <a:pt x="207" y="1184"/>
                  </a:lnTo>
                  <a:lnTo>
                    <a:pt x="203" y="1178"/>
                  </a:lnTo>
                  <a:lnTo>
                    <a:pt x="201" y="1169"/>
                  </a:lnTo>
                  <a:lnTo>
                    <a:pt x="198" y="1161"/>
                  </a:lnTo>
                  <a:lnTo>
                    <a:pt x="196" y="1152"/>
                  </a:lnTo>
                  <a:lnTo>
                    <a:pt x="195" y="1143"/>
                  </a:lnTo>
                  <a:lnTo>
                    <a:pt x="195" y="1135"/>
                  </a:lnTo>
                  <a:lnTo>
                    <a:pt x="196" y="1128"/>
                  </a:lnTo>
                  <a:lnTo>
                    <a:pt x="197" y="1121"/>
                  </a:lnTo>
                  <a:lnTo>
                    <a:pt x="199" y="1116"/>
                  </a:lnTo>
                  <a:lnTo>
                    <a:pt x="200" y="1113"/>
                  </a:lnTo>
                  <a:lnTo>
                    <a:pt x="202" y="1111"/>
                  </a:lnTo>
                  <a:lnTo>
                    <a:pt x="202" y="1110"/>
                  </a:lnTo>
                  <a:lnTo>
                    <a:pt x="222" y="1076"/>
                  </a:lnTo>
                  <a:lnTo>
                    <a:pt x="220" y="1077"/>
                  </a:lnTo>
                  <a:lnTo>
                    <a:pt x="216" y="1079"/>
                  </a:lnTo>
                  <a:lnTo>
                    <a:pt x="209" y="1081"/>
                  </a:lnTo>
                  <a:lnTo>
                    <a:pt x="200" y="1084"/>
                  </a:lnTo>
                  <a:lnTo>
                    <a:pt x="192" y="1088"/>
                  </a:lnTo>
                  <a:lnTo>
                    <a:pt x="183" y="1090"/>
                  </a:lnTo>
                  <a:lnTo>
                    <a:pt x="175" y="1092"/>
                  </a:lnTo>
                  <a:lnTo>
                    <a:pt x="169" y="1093"/>
                  </a:lnTo>
                  <a:lnTo>
                    <a:pt x="163" y="1092"/>
                  </a:lnTo>
                  <a:lnTo>
                    <a:pt x="154" y="1091"/>
                  </a:lnTo>
                  <a:lnTo>
                    <a:pt x="145" y="1089"/>
                  </a:lnTo>
                  <a:lnTo>
                    <a:pt x="136" y="1087"/>
                  </a:lnTo>
                  <a:lnTo>
                    <a:pt x="128" y="1086"/>
                  </a:lnTo>
                  <a:lnTo>
                    <a:pt x="121" y="1086"/>
                  </a:lnTo>
                  <a:lnTo>
                    <a:pt x="116" y="1088"/>
                  </a:lnTo>
                  <a:lnTo>
                    <a:pt x="113" y="1093"/>
                  </a:lnTo>
                  <a:lnTo>
                    <a:pt x="112" y="1096"/>
                  </a:lnTo>
                  <a:lnTo>
                    <a:pt x="111" y="1095"/>
                  </a:lnTo>
                  <a:lnTo>
                    <a:pt x="110" y="1090"/>
                  </a:lnTo>
                  <a:lnTo>
                    <a:pt x="109" y="1083"/>
                  </a:lnTo>
                  <a:lnTo>
                    <a:pt x="108" y="1075"/>
                  </a:lnTo>
                  <a:lnTo>
                    <a:pt x="108" y="1067"/>
                  </a:lnTo>
                  <a:lnTo>
                    <a:pt x="107" y="1061"/>
                  </a:lnTo>
                  <a:lnTo>
                    <a:pt x="107" y="1059"/>
                  </a:lnTo>
                  <a:lnTo>
                    <a:pt x="104" y="1059"/>
                  </a:lnTo>
                  <a:lnTo>
                    <a:pt x="99" y="1061"/>
                  </a:lnTo>
                  <a:lnTo>
                    <a:pt x="92" y="1062"/>
                  </a:lnTo>
                  <a:lnTo>
                    <a:pt x="83" y="1063"/>
                  </a:lnTo>
                  <a:lnTo>
                    <a:pt x="74" y="1064"/>
                  </a:lnTo>
                  <a:lnTo>
                    <a:pt x="65" y="1064"/>
                  </a:lnTo>
                  <a:lnTo>
                    <a:pt x="57" y="1062"/>
                  </a:lnTo>
                  <a:lnTo>
                    <a:pt x="50" y="1059"/>
                  </a:lnTo>
                  <a:lnTo>
                    <a:pt x="45" y="1055"/>
                  </a:lnTo>
                  <a:lnTo>
                    <a:pt x="40" y="1052"/>
                  </a:lnTo>
                  <a:lnTo>
                    <a:pt x="36" y="1048"/>
                  </a:lnTo>
                  <a:lnTo>
                    <a:pt x="33" y="1045"/>
                  </a:lnTo>
                  <a:lnTo>
                    <a:pt x="31" y="1042"/>
                  </a:lnTo>
                  <a:lnTo>
                    <a:pt x="30" y="1038"/>
                  </a:lnTo>
                  <a:lnTo>
                    <a:pt x="32" y="1034"/>
                  </a:lnTo>
                  <a:lnTo>
                    <a:pt x="37" y="1029"/>
                  </a:lnTo>
                  <a:lnTo>
                    <a:pt x="43" y="1024"/>
                  </a:lnTo>
                  <a:lnTo>
                    <a:pt x="47" y="1017"/>
                  </a:lnTo>
                  <a:lnTo>
                    <a:pt x="50" y="1011"/>
                  </a:lnTo>
                  <a:lnTo>
                    <a:pt x="52" y="1005"/>
                  </a:lnTo>
                  <a:lnTo>
                    <a:pt x="52" y="1000"/>
                  </a:lnTo>
                  <a:lnTo>
                    <a:pt x="50" y="995"/>
                  </a:lnTo>
                  <a:lnTo>
                    <a:pt x="46" y="992"/>
                  </a:lnTo>
                  <a:lnTo>
                    <a:pt x="39" y="989"/>
                  </a:lnTo>
                  <a:lnTo>
                    <a:pt x="31" y="987"/>
                  </a:lnTo>
                  <a:lnTo>
                    <a:pt x="23" y="985"/>
                  </a:lnTo>
                  <a:lnTo>
                    <a:pt x="16" y="982"/>
                  </a:lnTo>
                  <a:lnTo>
                    <a:pt x="10" y="979"/>
                  </a:lnTo>
                  <a:lnTo>
                    <a:pt x="5" y="975"/>
                  </a:lnTo>
                  <a:lnTo>
                    <a:pt x="2" y="969"/>
                  </a:lnTo>
                  <a:lnTo>
                    <a:pt x="1" y="963"/>
                  </a:lnTo>
                  <a:lnTo>
                    <a:pt x="3" y="955"/>
                  </a:lnTo>
                  <a:lnTo>
                    <a:pt x="7" y="947"/>
                  </a:lnTo>
                  <a:lnTo>
                    <a:pt x="8" y="939"/>
                  </a:lnTo>
                  <a:lnTo>
                    <a:pt x="9" y="931"/>
                  </a:lnTo>
                  <a:lnTo>
                    <a:pt x="10" y="925"/>
                  </a:lnTo>
                  <a:lnTo>
                    <a:pt x="10" y="918"/>
                  </a:lnTo>
                  <a:lnTo>
                    <a:pt x="9" y="914"/>
                  </a:lnTo>
                  <a:lnTo>
                    <a:pt x="9" y="911"/>
                  </a:lnTo>
                  <a:lnTo>
                    <a:pt x="9" y="910"/>
                  </a:lnTo>
                  <a:lnTo>
                    <a:pt x="8" y="909"/>
                  </a:lnTo>
                  <a:lnTo>
                    <a:pt x="5" y="906"/>
                  </a:lnTo>
                  <a:lnTo>
                    <a:pt x="3" y="902"/>
                  </a:lnTo>
                  <a:lnTo>
                    <a:pt x="1" y="898"/>
                  </a:lnTo>
                  <a:lnTo>
                    <a:pt x="0" y="892"/>
                  </a:lnTo>
                  <a:lnTo>
                    <a:pt x="2" y="887"/>
                  </a:lnTo>
                  <a:lnTo>
                    <a:pt x="7" y="882"/>
                  </a:lnTo>
                  <a:lnTo>
                    <a:pt x="15" y="877"/>
                  </a:lnTo>
                  <a:lnTo>
                    <a:pt x="25" y="873"/>
                  </a:lnTo>
                  <a:lnTo>
                    <a:pt x="35" y="871"/>
                  </a:lnTo>
                  <a:lnTo>
                    <a:pt x="44" y="868"/>
                  </a:lnTo>
                  <a:lnTo>
                    <a:pt x="53" y="866"/>
                  </a:lnTo>
                  <a:lnTo>
                    <a:pt x="61" y="866"/>
                  </a:lnTo>
                  <a:lnTo>
                    <a:pt x="66" y="865"/>
                  </a:lnTo>
                  <a:lnTo>
                    <a:pt x="70" y="865"/>
                  </a:lnTo>
                  <a:lnTo>
                    <a:pt x="71" y="865"/>
                  </a:lnTo>
                  <a:lnTo>
                    <a:pt x="71" y="866"/>
                  </a:lnTo>
                  <a:lnTo>
                    <a:pt x="72" y="869"/>
                  </a:lnTo>
                  <a:lnTo>
                    <a:pt x="72" y="874"/>
                  </a:lnTo>
                  <a:lnTo>
                    <a:pt x="73" y="878"/>
                  </a:lnTo>
                  <a:lnTo>
                    <a:pt x="72" y="884"/>
                  </a:lnTo>
                  <a:lnTo>
                    <a:pt x="70" y="889"/>
                  </a:lnTo>
                  <a:lnTo>
                    <a:pt x="67" y="894"/>
                  </a:lnTo>
                  <a:lnTo>
                    <a:pt x="62" y="899"/>
                  </a:lnTo>
                  <a:lnTo>
                    <a:pt x="58" y="903"/>
                  </a:lnTo>
                  <a:lnTo>
                    <a:pt x="56" y="908"/>
                  </a:lnTo>
                  <a:lnTo>
                    <a:pt x="57" y="913"/>
                  </a:lnTo>
                  <a:lnTo>
                    <a:pt x="60" y="918"/>
                  </a:lnTo>
                  <a:lnTo>
                    <a:pt x="64" y="923"/>
                  </a:lnTo>
                  <a:lnTo>
                    <a:pt x="69" y="927"/>
                  </a:lnTo>
                  <a:lnTo>
                    <a:pt x="74" y="929"/>
                  </a:lnTo>
                  <a:lnTo>
                    <a:pt x="79" y="930"/>
                  </a:lnTo>
                  <a:lnTo>
                    <a:pt x="82" y="931"/>
                  </a:lnTo>
                  <a:lnTo>
                    <a:pt x="83" y="935"/>
                  </a:lnTo>
                  <a:lnTo>
                    <a:pt x="82" y="940"/>
                  </a:lnTo>
                  <a:lnTo>
                    <a:pt x="81" y="946"/>
                  </a:lnTo>
                  <a:lnTo>
                    <a:pt x="79" y="952"/>
                  </a:lnTo>
                  <a:lnTo>
                    <a:pt x="78" y="958"/>
                  </a:lnTo>
                  <a:lnTo>
                    <a:pt x="79" y="963"/>
                  </a:lnTo>
                  <a:lnTo>
                    <a:pt x="82" y="966"/>
                  </a:lnTo>
                  <a:lnTo>
                    <a:pt x="86" y="968"/>
                  </a:lnTo>
                  <a:lnTo>
                    <a:pt x="89" y="969"/>
                  </a:lnTo>
                  <a:lnTo>
                    <a:pt x="91" y="972"/>
                  </a:lnTo>
                  <a:lnTo>
                    <a:pt x="94" y="973"/>
                  </a:lnTo>
                  <a:lnTo>
                    <a:pt x="96" y="975"/>
                  </a:lnTo>
                  <a:lnTo>
                    <a:pt x="100" y="978"/>
                  </a:lnTo>
                  <a:lnTo>
                    <a:pt x="107" y="983"/>
                  </a:lnTo>
                  <a:lnTo>
                    <a:pt x="115" y="989"/>
                  </a:lnTo>
                  <a:lnTo>
                    <a:pt x="123" y="995"/>
                  </a:lnTo>
                  <a:lnTo>
                    <a:pt x="130" y="997"/>
                  </a:lnTo>
                  <a:lnTo>
                    <a:pt x="135" y="997"/>
                  </a:lnTo>
                  <a:lnTo>
                    <a:pt x="138" y="995"/>
                  </a:lnTo>
                  <a:lnTo>
                    <a:pt x="139" y="991"/>
                  </a:lnTo>
                  <a:lnTo>
                    <a:pt x="139" y="987"/>
                  </a:lnTo>
                  <a:lnTo>
                    <a:pt x="136" y="981"/>
                  </a:lnTo>
                  <a:lnTo>
                    <a:pt x="132" y="975"/>
                  </a:lnTo>
                  <a:lnTo>
                    <a:pt x="126" y="968"/>
                  </a:lnTo>
                  <a:lnTo>
                    <a:pt x="120" y="964"/>
                  </a:lnTo>
                  <a:lnTo>
                    <a:pt x="114" y="960"/>
                  </a:lnTo>
                  <a:lnTo>
                    <a:pt x="109" y="956"/>
                  </a:lnTo>
                  <a:lnTo>
                    <a:pt x="106" y="954"/>
                  </a:lnTo>
                  <a:lnTo>
                    <a:pt x="107" y="951"/>
                  </a:lnTo>
                  <a:lnTo>
                    <a:pt x="111" y="950"/>
                  </a:lnTo>
                  <a:lnTo>
                    <a:pt x="121" y="949"/>
                  </a:lnTo>
                  <a:lnTo>
                    <a:pt x="132" y="948"/>
                  </a:lnTo>
                  <a:lnTo>
                    <a:pt x="142" y="945"/>
                  </a:lnTo>
                  <a:lnTo>
                    <a:pt x="149" y="942"/>
                  </a:lnTo>
                  <a:lnTo>
                    <a:pt x="156" y="939"/>
                  </a:lnTo>
                  <a:lnTo>
                    <a:pt x="161" y="935"/>
                  </a:lnTo>
                  <a:lnTo>
                    <a:pt x="164" y="933"/>
                  </a:lnTo>
                  <a:lnTo>
                    <a:pt x="165" y="931"/>
                  </a:lnTo>
                  <a:lnTo>
                    <a:pt x="166" y="930"/>
                  </a:lnTo>
                  <a:lnTo>
                    <a:pt x="167" y="930"/>
                  </a:lnTo>
                  <a:lnTo>
                    <a:pt x="168" y="931"/>
                  </a:lnTo>
                  <a:lnTo>
                    <a:pt x="170" y="932"/>
                  </a:lnTo>
                  <a:lnTo>
                    <a:pt x="174" y="934"/>
                  </a:lnTo>
                  <a:lnTo>
                    <a:pt x="178" y="936"/>
                  </a:lnTo>
                  <a:lnTo>
                    <a:pt x="183" y="938"/>
                  </a:lnTo>
                  <a:lnTo>
                    <a:pt x="189" y="941"/>
                  </a:lnTo>
                  <a:lnTo>
                    <a:pt x="196" y="944"/>
                  </a:lnTo>
                  <a:lnTo>
                    <a:pt x="203" y="946"/>
                  </a:lnTo>
                  <a:lnTo>
                    <a:pt x="211" y="947"/>
                  </a:lnTo>
                  <a:lnTo>
                    <a:pt x="217" y="947"/>
                  </a:lnTo>
                  <a:lnTo>
                    <a:pt x="224" y="947"/>
                  </a:lnTo>
                  <a:lnTo>
                    <a:pt x="229" y="949"/>
                  </a:lnTo>
                  <a:lnTo>
                    <a:pt x="235" y="952"/>
                  </a:lnTo>
                  <a:lnTo>
                    <a:pt x="240" y="959"/>
                  </a:lnTo>
                  <a:lnTo>
                    <a:pt x="244" y="969"/>
                  </a:lnTo>
                  <a:lnTo>
                    <a:pt x="248" y="981"/>
                  </a:lnTo>
                  <a:lnTo>
                    <a:pt x="252" y="989"/>
                  </a:lnTo>
                  <a:lnTo>
                    <a:pt x="256" y="995"/>
                  </a:lnTo>
                  <a:lnTo>
                    <a:pt x="259" y="999"/>
                  </a:lnTo>
                  <a:lnTo>
                    <a:pt x="261" y="1001"/>
                  </a:lnTo>
                  <a:lnTo>
                    <a:pt x="263" y="1002"/>
                  </a:lnTo>
                  <a:lnTo>
                    <a:pt x="264" y="1003"/>
                  </a:lnTo>
                  <a:lnTo>
                    <a:pt x="264" y="1003"/>
                  </a:lnTo>
                  <a:lnTo>
                    <a:pt x="265" y="1002"/>
                  </a:lnTo>
                  <a:lnTo>
                    <a:pt x="267" y="998"/>
                  </a:lnTo>
                  <a:lnTo>
                    <a:pt x="270" y="994"/>
                  </a:lnTo>
                  <a:lnTo>
                    <a:pt x="273" y="989"/>
                  </a:lnTo>
                  <a:lnTo>
                    <a:pt x="278" y="984"/>
                  </a:lnTo>
                  <a:lnTo>
                    <a:pt x="282" y="981"/>
                  </a:lnTo>
                  <a:lnTo>
                    <a:pt x="287" y="980"/>
                  </a:lnTo>
                  <a:lnTo>
                    <a:pt x="291" y="981"/>
                  </a:lnTo>
                  <a:lnTo>
                    <a:pt x="293" y="982"/>
                  </a:lnTo>
                  <a:lnTo>
                    <a:pt x="291" y="981"/>
                  </a:lnTo>
                  <a:lnTo>
                    <a:pt x="286" y="978"/>
                  </a:lnTo>
                  <a:lnTo>
                    <a:pt x="280" y="973"/>
                  </a:lnTo>
                  <a:lnTo>
                    <a:pt x="273" y="967"/>
                  </a:lnTo>
                  <a:lnTo>
                    <a:pt x="267" y="963"/>
                  </a:lnTo>
                  <a:lnTo>
                    <a:pt x="263" y="959"/>
                  </a:lnTo>
                  <a:lnTo>
                    <a:pt x="261" y="958"/>
                  </a:lnTo>
                  <a:lnTo>
                    <a:pt x="264" y="922"/>
                  </a:lnTo>
                  <a:lnTo>
                    <a:pt x="262" y="922"/>
                  </a:lnTo>
                  <a:lnTo>
                    <a:pt x="257" y="922"/>
                  </a:lnTo>
                  <a:lnTo>
                    <a:pt x="248" y="921"/>
                  </a:lnTo>
                  <a:lnTo>
                    <a:pt x="239" y="919"/>
                  </a:lnTo>
                  <a:lnTo>
                    <a:pt x="228" y="918"/>
                  </a:lnTo>
                  <a:lnTo>
                    <a:pt x="218" y="915"/>
                  </a:lnTo>
                  <a:lnTo>
                    <a:pt x="208" y="912"/>
                  </a:lnTo>
                  <a:lnTo>
                    <a:pt x="199" y="907"/>
                  </a:lnTo>
                  <a:lnTo>
                    <a:pt x="193" y="902"/>
                  </a:lnTo>
                  <a:lnTo>
                    <a:pt x="188" y="896"/>
                  </a:lnTo>
                  <a:lnTo>
                    <a:pt x="184" y="891"/>
                  </a:lnTo>
                  <a:lnTo>
                    <a:pt x="179" y="885"/>
                  </a:lnTo>
                  <a:lnTo>
                    <a:pt x="174" y="880"/>
                  </a:lnTo>
                  <a:lnTo>
                    <a:pt x="166" y="875"/>
                  </a:lnTo>
                  <a:lnTo>
                    <a:pt x="157" y="869"/>
                  </a:lnTo>
                  <a:lnTo>
                    <a:pt x="143" y="865"/>
                  </a:lnTo>
                  <a:lnTo>
                    <a:pt x="133" y="861"/>
                  </a:lnTo>
                  <a:lnTo>
                    <a:pt x="130" y="856"/>
                  </a:lnTo>
                  <a:lnTo>
                    <a:pt x="133" y="851"/>
                  </a:lnTo>
                  <a:lnTo>
                    <a:pt x="139" y="846"/>
                  </a:lnTo>
                  <a:lnTo>
                    <a:pt x="148" y="842"/>
                  </a:lnTo>
                  <a:lnTo>
                    <a:pt x="157" y="838"/>
                  </a:lnTo>
                  <a:lnTo>
                    <a:pt x="163" y="836"/>
                  </a:lnTo>
                  <a:lnTo>
                    <a:pt x="166" y="835"/>
                  </a:lnTo>
                  <a:lnTo>
                    <a:pt x="168" y="835"/>
                  </a:lnTo>
                  <a:lnTo>
                    <a:pt x="174" y="835"/>
                  </a:lnTo>
                  <a:lnTo>
                    <a:pt x="182" y="834"/>
                  </a:lnTo>
                  <a:lnTo>
                    <a:pt x="192" y="833"/>
                  </a:lnTo>
                  <a:lnTo>
                    <a:pt x="203" y="831"/>
                  </a:lnTo>
                  <a:lnTo>
                    <a:pt x="215" y="828"/>
                  </a:lnTo>
                  <a:lnTo>
                    <a:pt x="225" y="824"/>
                  </a:lnTo>
                  <a:lnTo>
                    <a:pt x="233" y="817"/>
                  </a:lnTo>
                  <a:lnTo>
                    <a:pt x="240" y="811"/>
                  </a:lnTo>
                  <a:lnTo>
                    <a:pt x="247" y="805"/>
                  </a:lnTo>
                  <a:lnTo>
                    <a:pt x="254" y="800"/>
                  </a:lnTo>
                  <a:lnTo>
                    <a:pt x="263" y="797"/>
                  </a:lnTo>
                  <a:lnTo>
                    <a:pt x="270" y="794"/>
                  </a:lnTo>
                  <a:lnTo>
                    <a:pt x="278" y="793"/>
                  </a:lnTo>
                  <a:lnTo>
                    <a:pt x="287" y="793"/>
                  </a:lnTo>
                  <a:lnTo>
                    <a:pt x="297" y="795"/>
                  </a:lnTo>
                  <a:lnTo>
                    <a:pt x="310" y="796"/>
                  </a:lnTo>
                  <a:lnTo>
                    <a:pt x="312" y="791"/>
                  </a:lnTo>
                  <a:lnTo>
                    <a:pt x="312" y="784"/>
                  </a:lnTo>
                  <a:lnTo>
                    <a:pt x="317" y="781"/>
                  </a:lnTo>
                  <a:lnTo>
                    <a:pt x="320" y="781"/>
                  </a:lnTo>
                  <a:lnTo>
                    <a:pt x="318" y="779"/>
                  </a:lnTo>
                  <a:lnTo>
                    <a:pt x="314" y="777"/>
                  </a:lnTo>
                  <a:lnTo>
                    <a:pt x="307" y="773"/>
                  </a:lnTo>
                  <a:lnTo>
                    <a:pt x="299" y="767"/>
                  </a:lnTo>
                  <a:lnTo>
                    <a:pt x="291" y="761"/>
                  </a:lnTo>
                  <a:lnTo>
                    <a:pt x="284" y="753"/>
                  </a:lnTo>
                  <a:lnTo>
                    <a:pt x="280" y="744"/>
                  </a:lnTo>
                  <a:lnTo>
                    <a:pt x="278" y="734"/>
                  </a:lnTo>
                  <a:lnTo>
                    <a:pt x="276" y="726"/>
                  </a:lnTo>
                  <a:lnTo>
                    <a:pt x="276" y="718"/>
                  </a:lnTo>
                  <a:lnTo>
                    <a:pt x="276" y="712"/>
                  </a:lnTo>
                  <a:lnTo>
                    <a:pt x="277" y="708"/>
                  </a:lnTo>
                  <a:lnTo>
                    <a:pt x="277" y="705"/>
                  </a:lnTo>
                  <a:lnTo>
                    <a:pt x="278" y="703"/>
                  </a:lnTo>
                  <a:lnTo>
                    <a:pt x="278" y="702"/>
                  </a:lnTo>
                  <a:lnTo>
                    <a:pt x="277" y="703"/>
                  </a:lnTo>
                  <a:lnTo>
                    <a:pt x="273" y="707"/>
                  </a:lnTo>
                  <a:lnTo>
                    <a:pt x="267" y="712"/>
                  </a:lnTo>
                  <a:lnTo>
                    <a:pt x="261" y="720"/>
                  </a:lnTo>
                  <a:lnTo>
                    <a:pt x="254" y="728"/>
                  </a:lnTo>
                  <a:lnTo>
                    <a:pt x="250" y="736"/>
                  </a:lnTo>
                  <a:lnTo>
                    <a:pt x="246" y="745"/>
                  </a:lnTo>
                  <a:lnTo>
                    <a:pt x="246" y="753"/>
                  </a:lnTo>
                  <a:lnTo>
                    <a:pt x="246" y="761"/>
                  </a:lnTo>
                  <a:lnTo>
                    <a:pt x="245" y="767"/>
                  </a:lnTo>
                  <a:lnTo>
                    <a:pt x="243" y="774"/>
                  </a:lnTo>
                  <a:lnTo>
                    <a:pt x="239" y="779"/>
                  </a:lnTo>
                  <a:lnTo>
                    <a:pt x="235" y="782"/>
                  </a:lnTo>
                  <a:lnTo>
                    <a:pt x="229" y="785"/>
                  </a:lnTo>
                  <a:lnTo>
                    <a:pt x="223" y="786"/>
                  </a:lnTo>
                  <a:lnTo>
                    <a:pt x="216" y="787"/>
                  </a:lnTo>
                  <a:lnTo>
                    <a:pt x="210" y="788"/>
                  </a:lnTo>
                  <a:lnTo>
                    <a:pt x="204" y="791"/>
                  </a:lnTo>
                  <a:lnTo>
                    <a:pt x="200" y="796"/>
                  </a:lnTo>
                  <a:lnTo>
                    <a:pt x="197" y="800"/>
                  </a:lnTo>
                  <a:lnTo>
                    <a:pt x="194" y="805"/>
                  </a:lnTo>
                  <a:lnTo>
                    <a:pt x="190" y="808"/>
                  </a:lnTo>
                  <a:lnTo>
                    <a:pt x="186" y="810"/>
                  </a:lnTo>
                  <a:lnTo>
                    <a:pt x="180" y="809"/>
                  </a:lnTo>
                  <a:lnTo>
                    <a:pt x="174" y="806"/>
                  </a:lnTo>
                  <a:lnTo>
                    <a:pt x="167" y="801"/>
                  </a:lnTo>
                  <a:lnTo>
                    <a:pt x="161" y="796"/>
                  </a:lnTo>
                  <a:lnTo>
                    <a:pt x="156" y="790"/>
                  </a:lnTo>
                  <a:lnTo>
                    <a:pt x="150" y="785"/>
                  </a:lnTo>
                  <a:lnTo>
                    <a:pt x="146" y="780"/>
                  </a:lnTo>
                  <a:lnTo>
                    <a:pt x="144" y="777"/>
                  </a:lnTo>
                  <a:lnTo>
                    <a:pt x="143" y="776"/>
                  </a:lnTo>
                  <a:lnTo>
                    <a:pt x="144" y="774"/>
                  </a:lnTo>
                  <a:lnTo>
                    <a:pt x="146" y="768"/>
                  </a:lnTo>
                  <a:lnTo>
                    <a:pt x="148" y="760"/>
                  </a:lnTo>
                  <a:lnTo>
                    <a:pt x="150" y="751"/>
                  </a:lnTo>
                  <a:lnTo>
                    <a:pt x="151" y="742"/>
                  </a:lnTo>
                  <a:lnTo>
                    <a:pt x="150" y="734"/>
                  </a:lnTo>
                  <a:lnTo>
                    <a:pt x="146" y="728"/>
                  </a:lnTo>
                  <a:lnTo>
                    <a:pt x="140" y="725"/>
                  </a:lnTo>
                  <a:lnTo>
                    <a:pt x="134" y="723"/>
                  </a:lnTo>
                  <a:lnTo>
                    <a:pt x="131" y="721"/>
                  </a:lnTo>
                  <a:lnTo>
                    <a:pt x="130" y="716"/>
                  </a:lnTo>
                  <a:lnTo>
                    <a:pt x="132" y="712"/>
                  </a:lnTo>
                  <a:lnTo>
                    <a:pt x="133" y="708"/>
                  </a:lnTo>
                  <a:lnTo>
                    <a:pt x="135" y="702"/>
                  </a:lnTo>
                  <a:lnTo>
                    <a:pt x="136" y="697"/>
                  </a:lnTo>
                  <a:lnTo>
                    <a:pt x="135" y="691"/>
                  </a:lnTo>
                  <a:lnTo>
                    <a:pt x="132" y="684"/>
                  </a:lnTo>
                  <a:lnTo>
                    <a:pt x="129" y="676"/>
                  </a:lnTo>
                  <a:lnTo>
                    <a:pt x="126" y="667"/>
                  </a:lnTo>
                  <a:lnTo>
                    <a:pt x="123" y="658"/>
                  </a:lnTo>
                  <a:lnTo>
                    <a:pt x="121" y="649"/>
                  </a:lnTo>
                  <a:lnTo>
                    <a:pt x="121" y="641"/>
                  </a:lnTo>
                  <a:lnTo>
                    <a:pt x="122" y="634"/>
                  </a:lnTo>
                  <a:lnTo>
                    <a:pt x="126" y="629"/>
                  </a:lnTo>
                  <a:lnTo>
                    <a:pt x="130" y="625"/>
                  </a:lnTo>
                  <a:lnTo>
                    <a:pt x="132" y="621"/>
                  </a:lnTo>
                  <a:lnTo>
                    <a:pt x="132" y="617"/>
                  </a:lnTo>
                  <a:lnTo>
                    <a:pt x="131" y="613"/>
                  </a:lnTo>
                  <a:lnTo>
                    <a:pt x="130" y="610"/>
                  </a:lnTo>
                  <a:lnTo>
                    <a:pt x="128" y="605"/>
                  </a:lnTo>
                  <a:lnTo>
                    <a:pt x="126" y="601"/>
                  </a:lnTo>
                  <a:lnTo>
                    <a:pt x="124" y="595"/>
                  </a:lnTo>
                  <a:lnTo>
                    <a:pt x="122" y="590"/>
                  </a:lnTo>
                  <a:lnTo>
                    <a:pt x="119" y="586"/>
                  </a:lnTo>
                  <a:lnTo>
                    <a:pt x="115" y="583"/>
                  </a:lnTo>
                  <a:lnTo>
                    <a:pt x="111" y="584"/>
                  </a:lnTo>
                  <a:lnTo>
                    <a:pt x="106" y="586"/>
                  </a:lnTo>
                  <a:lnTo>
                    <a:pt x="101" y="592"/>
                  </a:lnTo>
                  <a:lnTo>
                    <a:pt x="98" y="602"/>
                  </a:lnTo>
                  <a:lnTo>
                    <a:pt x="95" y="615"/>
                  </a:lnTo>
                  <a:lnTo>
                    <a:pt x="93" y="629"/>
                  </a:lnTo>
                  <a:lnTo>
                    <a:pt x="90" y="636"/>
                  </a:lnTo>
                  <a:lnTo>
                    <a:pt x="86" y="639"/>
                  </a:lnTo>
                  <a:lnTo>
                    <a:pt x="82" y="638"/>
                  </a:lnTo>
                  <a:lnTo>
                    <a:pt x="77" y="635"/>
                  </a:lnTo>
                  <a:lnTo>
                    <a:pt x="72" y="630"/>
                  </a:lnTo>
                  <a:lnTo>
                    <a:pt x="67" y="624"/>
                  </a:lnTo>
                  <a:lnTo>
                    <a:pt x="62" y="617"/>
                  </a:lnTo>
                  <a:lnTo>
                    <a:pt x="58" y="611"/>
                  </a:lnTo>
                  <a:lnTo>
                    <a:pt x="56" y="606"/>
                  </a:lnTo>
                  <a:lnTo>
                    <a:pt x="54" y="601"/>
                  </a:lnTo>
                  <a:lnTo>
                    <a:pt x="54" y="596"/>
                  </a:lnTo>
                  <a:lnTo>
                    <a:pt x="56" y="591"/>
                  </a:lnTo>
                  <a:lnTo>
                    <a:pt x="58" y="586"/>
                  </a:lnTo>
                  <a:lnTo>
                    <a:pt x="59" y="580"/>
                  </a:lnTo>
                  <a:lnTo>
                    <a:pt x="60" y="573"/>
                  </a:lnTo>
                  <a:lnTo>
                    <a:pt x="62" y="567"/>
                  </a:lnTo>
                  <a:lnTo>
                    <a:pt x="66" y="564"/>
                  </a:lnTo>
                  <a:lnTo>
                    <a:pt x="72" y="563"/>
                  </a:lnTo>
                  <a:lnTo>
                    <a:pt x="78" y="564"/>
                  </a:lnTo>
                  <a:lnTo>
                    <a:pt x="85" y="564"/>
                  </a:lnTo>
                  <a:lnTo>
                    <a:pt x="92" y="564"/>
                  </a:lnTo>
                  <a:lnTo>
                    <a:pt x="98" y="563"/>
                  </a:lnTo>
                  <a:lnTo>
                    <a:pt x="103" y="559"/>
                  </a:lnTo>
                  <a:lnTo>
                    <a:pt x="111" y="552"/>
                  </a:lnTo>
                  <a:lnTo>
                    <a:pt x="116" y="550"/>
                  </a:lnTo>
                  <a:lnTo>
                    <a:pt x="120" y="547"/>
                  </a:lnTo>
                  <a:lnTo>
                    <a:pt x="124" y="537"/>
                  </a:lnTo>
                  <a:lnTo>
                    <a:pt x="125" y="530"/>
                  </a:lnTo>
                  <a:lnTo>
                    <a:pt x="126" y="525"/>
                  </a:lnTo>
                  <a:lnTo>
                    <a:pt x="127" y="521"/>
                  </a:lnTo>
                  <a:lnTo>
                    <a:pt x="129" y="519"/>
                  </a:lnTo>
                  <a:lnTo>
                    <a:pt x="131" y="516"/>
                  </a:lnTo>
                  <a:lnTo>
                    <a:pt x="136" y="515"/>
                  </a:lnTo>
                  <a:lnTo>
                    <a:pt x="143" y="514"/>
                  </a:lnTo>
                  <a:lnTo>
                    <a:pt x="154" y="513"/>
                  </a:lnTo>
                  <a:lnTo>
                    <a:pt x="165" y="511"/>
                  </a:lnTo>
                  <a:lnTo>
                    <a:pt x="170" y="508"/>
                  </a:lnTo>
                  <a:lnTo>
                    <a:pt x="172" y="503"/>
                  </a:lnTo>
                  <a:lnTo>
                    <a:pt x="171" y="497"/>
                  </a:lnTo>
                  <a:lnTo>
                    <a:pt x="168" y="490"/>
                  </a:lnTo>
                  <a:lnTo>
                    <a:pt x="165" y="482"/>
                  </a:lnTo>
                  <a:lnTo>
                    <a:pt x="161" y="475"/>
                  </a:lnTo>
                  <a:lnTo>
                    <a:pt x="158" y="466"/>
                  </a:lnTo>
                  <a:lnTo>
                    <a:pt x="156" y="458"/>
                  </a:lnTo>
                  <a:lnTo>
                    <a:pt x="152" y="451"/>
                  </a:lnTo>
                  <a:lnTo>
                    <a:pt x="150" y="443"/>
                  </a:lnTo>
                  <a:lnTo>
                    <a:pt x="146" y="436"/>
                  </a:lnTo>
                  <a:lnTo>
                    <a:pt x="143" y="429"/>
                  </a:lnTo>
                  <a:lnTo>
                    <a:pt x="138" y="423"/>
                  </a:lnTo>
                  <a:lnTo>
                    <a:pt x="133" y="416"/>
                  </a:lnTo>
                  <a:lnTo>
                    <a:pt x="126" y="410"/>
                  </a:lnTo>
                  <a:lnTo>
                    <a:pt x="119" y="404"/>
                  </a:lnTo>
                  <a:lnTo>
                    <a:pt x="113" y="397"/>
                  </a:lnTo>
                  <a:lnTo>
                    <a:pt x="107" y="388"/>
                  </a:lnTo>
                  <a:lnTo>
                    <a:pt x="102" y="379"/>
                  </a:lnTo>
                  <a:lnTo>
                    <a:pt x="98" y="370"/>
                  </a:lnTo>
                  <a:lnTo>
                    <a:pt x="96" y="360"/>
                  </a:lnTo>
                  <a:lnTo>
                    <a:pt x="95" y="351"/>
                  </a:lnTo>
                  <a:lnTo>
                    <a:pt x="95" y="342"/>
                  </a:lnTo>
                  <a:lnTo>
                    <a:pt x="94" y="335"/>
                  </a:lnTo>
                  <a:lnTo>
                    <a:pt x="91" y="331"/>
                  </a:lnTo>
                  <a:lnTo>
                    <a:pt x="86" y="328"/>
                  </a:lnTo>
                  <a:lnTo>
                    <a:pt x="81" y="325"/>
                  </a:lnTo>
                  <a:lnTo>
                    <a:pt x="76" y="323"/>
                  </a:lnTo>
                  <a:lnTo>
                    <a:pt x="73" y="319"/>
                  </a:lnTo>
                  <a:lnTo>
                    <a:pt x="72" y="312"/>
                  </a:lnTo>
                  <a:lnTo>
                    <a:pt x="76" y="303"/>
                  </a:lnTo>
                  <a:lnTo>
                    <a:pt x="81" y="292"/>
                  </a:lnTo>
                  <a:lnTo>
                    <a:pt x="83" y="282"/>
                  </a:lnTo>
                  <a:lnTo>
                    <a:pt x="84" y="271"/>
                  </a:lnTo>
                  <a:lnTo>
                    <a:pt x="84" y="261"/>
                  </a:lnTo>
                  <a:lnTo>
                    <a:pt x="82" y="253"/>
                  </a:lnTo>
                  <a:lnTo>
                    <a:pt x="81" y="247"/>
                  </a:lnTo>
                  <a:lnTo>
                    <a:pt x="80" y="242"/>
                  </a:lnTo>
                  <a:lnTo>
                    <a:pt x="79" y="241"/>
                  </a:lnTo>
                  <a:lnTo>
                    <a:pt x="81" y="238"/>
                  </a:lnTo>
                  <a:lnTo>
                    <a:pt x="86" y="230"/>
                  </a:lnTo>
                  <a:lnTo>
                    <a:pt x="93" y="222"/>
                  </a:lnTo>
                  <a:lnTo>
                    <a:pt x="103" y="215"/>
                  </a:lnTo>
                  <a:lnTo>
                    <a:pt x="108" y="212"/>
                  </a:lnTo>
                  <a:lnTo>
                    <a:pt x="109" y="206"/>
                  </a:lnTo>
                  <a:lnTo>
                    <a:pt x="109" y="198"/>
                  </a:lnTo>
                  <a:lnTo>
                    <a:pt x="109" y="189"/>
                  </a:lnTo>
                  <a:lnTo>
                    <a:pt x="109" y="180"/>
                  </a:lnTo>
                  <a:lnTo>
                    <a:pt x="111" y="171"/>
                  </a:lnTo>
                  <a:lnTo>
                    <a:pt x="116" y="162"/>
                  </a:lnTo>
                  <a:lnTo>
                    <a:pt x="124" y="157"/>
                  </a:lnTo>
                  <a:lnTo>
                    <a:pt x="132" y="153"/>
                  </a:lnTo>
                  <a:lnTo>
                    <a:pt x="138" y="147"/>
                  </a:lnTo>
                  <a:lnTo>
                    <a:pt x="142" y="140"/>
                  </a:lnTo>
                  <a:lnTo>
                    <a:pt x="145" y="133"/>
                  </a:lnTo>
                  <a:lnTo>
                    <a:pt x="158" y="139"/>
                  </a:lnTo>
                  <a:lnTo>
                    <a:pt x="171" y="145"/>
                  </a:lnTo>
                  <a:lnTo>
                    <a:pt x="185" y="151"/>
                  </a:lnTo>
                  <a:lnTo>
                    <a:pt x="198" y="157"/>
                  </a:lnTo>
                  <a:lnTo>
                    <a:pt x="212" y="163"/>
                  </a:lnTo>
                  <a:lnTo>
                    <a:pt x="224" y="171"/>
                  </a:lnTo>
                  <a:lnTo>
                    <a:pt x="236" y="177"/>
                  </a:lnTo>
                  <a:lnTo>
                    <a:pt x="246" y="184"/>
                  </a:lnTo>
                  <a:lnTo>
                    <a:pt x="265" y="194"/>
                  </a:lnTo>
                  <a:lnTo>
                    <a:pt x="280" y="200"/>
                  </a:lnTo>
                  <a:lnTo>
                    <a:pt x="293" y="203"/>
                  </a:lnTo>
                  <a:lnTo>
                    <a:pt x="307" y="203"/>
                  </a:lnTo>
                  <a:lnTo>
                    <a:pt x="318" y="201"/>
                  </a:lnTo>
                  <a:lnTo>
                    <a:pt x="328" y="198"/>
                  </a:lnTo>
                  <a:lnTo>
                    <a:pt x="339" y="195"/>
                  </a:lnTo>
                  <a:lnTo>
                    <a:pt x="350" y="192"/>
                  </a:lnTo>
                  <a:lnTo>
                    <a:pt x="362" y="188"/>
                  </a:lnTo>
                  <a:lnTo>
                    <a:pt x="372" y="181"/>
                  </a:lnTo>
                  <a:lnTo>
                    <a:pt x="381" y="171"/>
                  </a:lnTo>
                  <a:lnTo>
                    <a:pt x="388" y="158"/>
                  </a:lnTo>
                  <a:lnTo>
                    <a:pt x="394" y="145"/>
                  </a:lnTo>
                  <a:lnTo>
                    <a:pt x="398" y="131"/>
                  </a:lnTo>
                  <a:lnTo>
                    <a:pt x="401" y="117"/>
                  </a:lnTo>
                  <a:lnTo>
                    <a:pt x="401" y="102"/>
                  </a:lnTo>
                  <a:lnTo>
                    <a:pt x="402" y="89"/>
                  </a:lnTo>
                  <a:lnTo>
                    <a:pt x="407" y="78"/>
                  </a:lnTo>
                  <a:lnTo>
                    <a:pt x="415" y="68"/>
                  </a:lnTo>
                  <a:lnTo>
                    <a:pt x="424" y="58"/>
                  </a:lnTo>
                  <a:lnTo>
                    <a:pt x="434" y="49"/>
                  </a:lnTo>
                  <a:lnTo>
                    <a:pt x="444" y="40"/>
                  </a:lnTo>
                  <a:lnTo>
                    <a:pt x="453" y="31"/>
                  </a:lnTo>
                  <a:lnTo>
                    <a:pt x="461" y="21"/>
                  </a:lnTo>
                  <a:lnTo>
                    <a:pt x="469" y="11"/>
                  </a:lnTo>
                  <a:lnTo>
                    <a:pt x="480" y="5"/>
                  </a:lnTo>
                  <a:lnTo>
                    <a:pt x="494" y="1"/>
                  </a:lnTo>
                  <a:lnTo>
                    <a:pt x="509" y="0"/>
                  </a:lnTo>
                  <a:lnTo>
                    <a:pt x="524" y="2"/>
                  </a:lnTo>
                  <a:lnTo>
                    <a:pt x="537" y="5"/>
                  </a:lnTo>
                  <a:lnTo>
                    <a:pt x="546" y="11"/>
                  </a:lnTo>
                  <a:lnTo>
                    <a:pt x="552" y="19"/>
                  </a:lnTo>
                  <a:lnTo>
                    <a:pt x="557" y="27"/>
                  </a:lnTo>
                  <a:lnTo>
                    <a:pt x="563" y="36"/>
                  </a:lnTo>
                  <a:lnTo>
                    <a:pt x="569" y="44"/>
                  </a:lnTo>
                  <a:lnTo>
                    <a:pt x="575" y="52"/>
                  </a:lnTo>
                  <a:lnTo>
                    <a:pt x="582" y="61"/>
                  </a:lnTo>
                  <a:lnTo>
                    <a:pt x="590" y="69"/>
                  </a:lnTo>
                  <a:lnTo>
                    <a:pt x="597" y="77"/>
                  </a:lnTo>
                  <a:lnTo>
                    <a:pt x="606" y="84"/>
                  </a:lnTo>
                  <a:lnTo>
                    <a:pt x="614" y="88"/>
                  </a:lnTo>
                  <a:lnTo>
                    <a:pt x="624" y="90"/>
                  </a:lnTo>
                  <a:lnTo>
                    <a:pt x="636" y="89"/>
                  </a:lnTo>
                  <a:lnTo>
                    <a:pt x="648" y="87"/>
                  </a:lnTo>
                  <a:lnTo>
                    <a:pt x="663" y="83"/>
                  </a:lnTo>
                  <a:lnTo>
                    <a:pt x="676" y="79"/>
                  </a:lnTo>
                  <a:lnTo>
                    <a:pt x="691" y="74"/>
                  </a:lnTo>
                  <a:lnTo>
                    <a:pt x="706" y="70"/>
                  </a:lnTo>
                  <a:lnTo>
                    <a:pt x="717" y="70"/>
                  </a:lnTo>
                  <a:lnTo>
                    <a:pt x="724" y="77"/>
                  </a:lnTo>
                  <a:lnTo>
                    <a:pt x="727" y="89"/>
                  </a:lnTo>
                  <a:lnTo>
                    <a:pt x="728" y="104"/>
                  </a:lnTo>
                  <a:lnTo>
                    <a:pt x="728" y="122"/>
                  </a:lnTo>
                  <a:lnTo>
                    <a:pt x="727" y="138"/>
                  </a:lnTo>
                  <a:lnTo>
                    <a:pt x="728" y="151"/>
                  </a:lnTo>
                  <a:lnTo>
                    <a:pt x="732" y="159"/>
                  </a:lnTo>
                  <a:lnTo>
                    <a:pt x="738" y="163"/>
                  </a:lnTo>
                  <a:lnTo>
                    <a:pt x="744" y="168"/>
                  </a:lnTo>
                  <a:lnTo>
                    <a:pt x="752" y="171"/>
                  </a:lnTo>
                  <a:lnTo>
                    <a:pt x="761" y="175"/>
                  </a:lnTo>
                  <a:lnTo>
                    <a:pt x="768" y="179"/>
                  </a:lnTo>
                  <a:lnTo>
                    <a:pt x="776" y="184"/>
                  </a:lnTo>
                  <a:lnTo>
                    <a:pt x="784" y="189"/>
                  </a:lnTo>
                  <a:lnTo>
                    <a:pt x="791" y="196"/>
                  </a:lnTo>
                  <a:lnTo>
                    <a:pt x="798" y="202"/>
                  </a:lnTo>
                  <a:lnTo>
                    <a:pt x="807" y="205"/>
                  </a:lnTo>
                  <a:lnTo>
                    <a:pt x="817" y="206"/>
                  </a:lnTo>
                  <a:lnTo>
                    <a:pt x="827" y="205"/>
                  </a:lnTo>
                  <a:lnTo>
                    <a:pt x="837" y="203"/>
                  </a:lnTo>
                  <a:lnTo>
                    <a:pt x="847" y="199"/>
                  </a:lnTo>
                  <a:lnTo>
                    <a:pt x="858" y="194"/>
                  </a:lnTo>
                  <a:lnTo>
                    <a:pt x="867" y="188"/>
                  </a:lnTo>
                  <a:lnTo>
                    <a:pt x="874" y="182"/>
                  </a:lnTo>
                  <a:lnTo>
                    <a:pt x="880" y="180"/>
                  </a:lnTo>
                  <a:lnTo>
                    <a:pt x="884" y="180"/>
                  </a:lnTo>
                  <a:lnTo>
                    <a:pt x="887" y="182"/>
                  </a:lnTo>
                  <a:lnTo>
                    <a:pt x="889" y="186"/>
                  </a:lnTo>
                  <a:lnTo>
                    <a:pt x="890" y="191"/>
                  </a:lnTo>
                  <a:lnTo>
                    <a:pt x="891" y="197"/>
                  </a:lnTo>
                  <a:lnTo>
                    <a:pt x="891" y="202"/>
                  </a:lnTo>
                  <a:lnTo>
                    <a:pt x="893" y="207"/>
                  </a:lnTo>
                  <a:lnTo>
                    <a:pt x="899" y="213"/>
                  </a:lnTo>
                  <a:lnTo>
                    <a:pt x="908" y="218"/>
                  </a:lnTo>
                  <a:lnTo>
                    <a:pt x="918" y="221"/>
                  </a:lnTo>
                  <a:lnTo>
                    <a:pt x="928" y="223"/>
                  </a:lnTo>
                  <a:lnTo>
                    <a:pt x="939" y="223"/>
                  </a:lnTo>
                  <a:lnTo>
                    <a:pt x="949" y="219"/>
                  </a:lnTo>
                  <a:lnTo>
                    <a:pt x="959" y="212"/>
                  </a:lnTo>
                  <a:lnTo>
                    <a:pt x="967" y="205"/>
                  </a:lnTo>
                  <a:lnTo>
                    <a:pt x="977" y="199"/>
                  </a:lnTo>
                  <a:lnTo>
                    <a:pt x="988" y="195"/>
                  </a:lnTo>
                  <a:lnTo>
                    <a:pt x="1000" y="192"/>
                  </a:lnTo>
                  <a:lnTo>
                    <a:pt x="1011" y="190"/>
                  </a:lnTo>
                  <a:lnTo>
                    <a:pt x="1020" y="189"/>
                  </a:lnTo>
                  <a:lnTo>
                    <a:pt x="1026" y="188"/>
                  </a:lnTo>
                  <a:lnTo>
                    <a:pt x="1028" y="188"/>
                  </a:lnTo>
                  <a:lnTo>
                    <a:pt x="1031" y="191"/>
                  </a:lnTo>
                  <a:lnTo>
                    <a:pt x="1041" y="197"/>
                  </a:lnTo>
                  <a:lnTo>
                    <a:pt x="1055" y="206"/>
                  </a:lnTo>
                  <a:lnTo>
                    <a:pt x="1071" y="217"/>
                  </a:lnTo>
                  <a:lnTo>
                    <a:pt x="1087" y="226"/>
                  </a:lnTo>
                  <a:lnTo>
                    <a:pt x="1103" y="233"/>
                  </a:lnTo>
                  <a:lnTo>
                    <a:pt x="1116" y="236"/>
                  </a:lnTo>
                  <a:lnTo>
                    <a:pt x="1124" y="233"/>
                  </a:lnTo>
                  <a:lnTo>
                    <a:pt x="1128" y="225"/>
                  </a:lnTo>
                  <a:lnTo>
                    <a:pt x="1131" y="217"/>
                  </a:lnTo>
                  <a:lnTo>
                    <a:pt x="1135" y="207"/>
                  </a:lnTo>
                  <a:lnTo>
                    <a:pt x="1139" y="199"/>
                  </a:lnTo>
                  <a:lnTo>
                    <a:pt x="1144" y="193"/>
                  </a:lnTo>
                  <a:lnTo>
                    <a:pt x="1151" y="190"/>
                  </a:lnTo>
                  <a:lnTo>
                    <a:pt x="1162" y="190"/>
                  </a:lnTo>
                  <a:lnTo>
                    <a:pt x="1175" y="196"/>
                  </a:lnTo>
                  <a:lnTo>
                    <a:pt x="1185" y="201"/>
                  </a:lnTo>
                  <a:lnTo>
                    <a:pt x="1195" y="205"/>
                  </a:lnTo>
                  <a:lnTo>
                    <a:pt x="1207" y="208"/>
                  </a:lnTo>
                  <a:lnTo>
                    <a:pt x="1217" y="210"/>
                  </a:lnTo>
                  <a:lnTo>
                    <a:pt x="1226" y="211"/>
                  </a:lnTo>
                  <a:lnTo>
                    <a:pt x="1235" y="211"/>
                  </a:lnTo>
                  <a:lnTo>
                    <a:pt x="1242" y="210"/>
                  </a:lnTo>
                  <a:lnTo>
                    <a:pt x="1248" y="208"/>
                  </a:lnTo>
                  <a:lnTo>
                    <a:pt x="1248" y="208"/>
                  </a:lnTo>
                  <a:lnTo>
                    <a:pt x="1248" y="208"/>
                  </a:lnTo>
                  <a:lnTo>
                    <a:pt x="1248" y="208"/>
                  </a:lnTo>
                  <a:lnTo>
                    <a:pt x="1248" y="208"/>
                  </a:lnTo>
                  <a:close/>
                </a:path>
              </a:pathLst>
            </a:custGeom>
            <a:solidFill>
              <a:srgbClr val="33cc66"/>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64" name=""/>
            <p:cNvSpPr/>
            <p:nvPr/>
          </p:nvSpPr>
          <p:spPr>
            <a:xfrm>
              <a:off x="572040" y="3797640"/>
              <a:ext cx="260640" cy="222840"/>
            </a:xfrm>
            <a:custGeom>
              <a:avLst/>
              <a:gdLst/>
              <a:ahLst/>
              <a:rect l="l" t="t" r="r" b="b"/>
              <a:pathLst>
                <a:path w="1452" h="1377">
                  <a:moveTo>
                    <a:pt x="1248" y="208"/>
                  </a:moveTo>
                  <a:lnTo>
                    <a:pt x="1248" y="208"/>
                  </a:lnTo>
                  <a:lnTo>
                    <a:pt x="1256" y="218"/>
                  </a:lnTo>
                  <a:lnTo>
                    <a:pt x="1262" y="227"/>
                  </a:lnTo>
                  <a:lnTo>
                    <a:pt x="1269" y="236"/>
                  </a:lnTo>
                  <a:lnTo>
                    <a:pt x="1274" y="245"/>
                  </a:lnTo>
                  <a:lnTo>
                    <a:pt x="1279" y="253"/>
                  </a:lnTo>
                  <a:lnTo>
                    <a:pt x="1283" y="262"/>
                  </a:lnTo>
                  <a:lnTo>
                    <a:pt x="1286" y="270"/>
                  </a:lnTo>
                  <a:lnTo>
                    <a:pt x="1287" y="277"/>
                  </a:lnTo>
                  <a:lnTo>
                    <a:pt x="1287" y="277"/>
                  </a:lnTo>
                  <a:lnTo>
                    <a:pt x="1288" y="290"/>
                  </a:lnTo>
                  <a:lnTo>
                    <a:pt x="1288" y="304"/>
                  </a:lnTo>
                  <a:lnTo>
                    <a:pt x="1289" y="318"/>
                  </a:lnTo>
                  <a:lnTo>
                    <a:pt x="1290" y="330"/>
                  </a:lnTo>
                  <a:lnTo>
                    <a:pt x="1290" y="340"/>
                  </a:lnTo>
                  <a:lnTo>
                    <a:pt x="1291" y="349"/>
                  </a:lnTo>
                  <a:lnTo>
                    <a:pt x="1291" y="354"/>
                  </a:lnTo>
                  <a:lnTo>
                    <a:pt x="1291" y="356"/>
                  </a:lnTo>
                  <a:lnTo>
                    <a:pt x="1353" y="401"/>
                  </a:lnTo>
                  <a:lnTo>
                    <a:pt x="1353" y="401"/>
                  </a:lnTo>
                  <a:lnTo>
                    <a:pt x="1353" y="401"/>
                  </a:lnTo>
                  <a:lnTo>
                    <a:pt x="1353" y="402"/>
                  </a:lnTo>
                  <a:lnTo>
                    <a:pt x="1351" y="404"/>
                  </a:lnTo>
                  <a:lnTo>
                    <a:pt x="1353" y="408"/>
                  </a:lnTo>
                  <a:lnTo>
                    <a:pt x="1354" y="413"/>
                  </a:lnTo>
                  <a:lnTo>
                    <a:pt x="1356" y="422"/>
                  </a:lnTo>
                  <a:lnTo>
                    <a:pt x="1359" y="433"/>
                  </a:lnTo>
                  <a:lnTo>
                    <a:pt x="1363" y="446"/>
                  </a:lnTo>
                  <a:lnTo>
                    <a:pt x="1363" y="446"/>
                  </a:lnTo>
                  <a:lnTo>
                    <a:pt x="1368" y="458"/>
                  </a:lnTo>
                  <a:lnTo>
                    <a:pt x="1373" y="467"/>
                  </a:lnTo>
                  <a:lnTo>
                    <a:pt x="1378" y="474"/>
                  </a:lnTo>
                  <a:lnTo>
                    <a:pt x="1383" y="479"/>
                  </a:lnTo>
                  <a:lnTo>
                    <a:pt x="1387" y="482"/>
                  </a:lnTo>
                  <a:lnTo>
                    <a:pt x="1390" y="486"/>
                  </a:lnTo>
                  <a:lnTo>
                    <a:pt x="1392" y="491"/>
                  </a:lnTo>
                  <a:lnTo>
                    <a:pt x="1393" y="497"/>
                  </a:lnTo>
                  <a:lnTo>
                    <a:pt x="1393" y="497"/>
                  </a:lnTo>
                  <a:lnTo>
                    <a:pt x="1394" y="504"/>
                  </a:lnTo>
                  <a:lnTo>
                    <a:pt x="1396" y="512"/>
                  </a:lnTo>
                  <a:lnTo>
                    <a:pt x="1399" y="522"/>
                  </a:lnTo>
                  <a:lnTo>
                    <a:pt x="1404" y="531"/>
                  </a:lnTo>
                  <a:lnTo>
                    <a:pt x="1407" y="540"/>
                  </a:lnTo>
                  <a:lnTo>
                    <a:pt x="1409" y="549"/>
                  </a:lnTo>
                  <a:lnTo>
                    <a:pt x="1410" y="557"/>
                  </a:lnTo>
                  <a:lnTo>
                    <a:pt x="1410" y="564"/>
                  </a:lnTo>
                  <a:lnTo>
                    <a:pt x="1410" y="564"/>
                  </a:lnTo>
                  <a:lnTo>
                    <a:pt x="1410" y="569"/>
                  </a:lnTo>
                  <a:lnTo>
                    <a:pt x="1411" y="574"/>
                  </a:lnTo>
                  <a:lnTo>
                    <a:pt x="1414" y="580"/>
                  </a:lnTo>
                  <a:lnTo>
                    <a:pt x="1417" y="586"/>
                  </a:lnTo>
                  <a:lnTo>
                    <a:pt x="1422" y="594"/>
                  </a:lnTo>
                  <a:lnTo>
                    <a:pt x="1427" y="601"/>
                  </a:lnTo>
                  <a:lnTo>
                    <a:pt x="1432" y="609"/>
                  </a:lnTo>
                  <a:lnTo>
                    <a:pt x="1438" y="616"/>
                  </a:lnTo>
                  <a:lnTo>
                    <a:pt x="1438" y="616"/>
                  </a:lnTo>
                  <a:lnTo>
                    <a:pt x="1438" y="616"/>
                  </a:lnTo>
                  <a:lnTo>
                    <a:pt x="1438" y="616"/>
                  </a:lnTo>
                  <a:lnTo>
                    <a:pt x="1438" y="616"/>
                  </a:lnTo>
                  <a:lnTo>
                    <a:pt x="1438" y="616"/>
                  </a:lnTo>
                  <a:lnTo>
                    <a:pt x="1438" y="616"/>
                  </a:lnTo>
                  <a:lnTo>
                    <a:pt x="1419" y="623"/>
                  </a:lnTo>
                  <a:lnTo>
                    <a:pt x="1396" y="633"/>
                  </a:lnTo>
                  <a:lnTo>
                    <a:pt x="1372" y="646"/>
                  </a:lnTo>
                  <a:lnTo>
                    <a:pt x="1348" y="661"/>
                  </a:lnTo>
                  <a:lnTo>
                    <a:pt x="1329" y="677"/>
                  </a:lnTo>
                  <a:lnTo>
                    <a:pt x="1317" y="693"/>
                  </a:lnTo>
                  <a:lnTo>
                    <a:pt x="1314" y="708"/>
                  </a:lnTo>
                  <a:lnTo>
                    <a:pt x="1322" y="722"/>
                  </a:lnTo>
                  <a:lnTo>
                    <a:pt x="1322" y="722"/>
                  </a:lnTo>
                  <a:lnTo>
                    <a:pt x="1328" y="731"/>
                  </a:lnTo>
                  <a:lnTo>
                    <a:pt x="1335" y="741"/>
                  </a:lnTo>
                  <a:lnTo>
                    <a:pt x="1343" y="752"/>
                  </a:lnTo>
                  <a:lnTo>
                    <a:pt x="1354" y="761"/>
                  </a:lnTo>
                  <a:lnTo>
                    <a:pt x="1365" y="768"/>
                  </a:lnTo>
                  <a:lnTo>
                    <a:pt x="1378" y="773"/>
                  </a:lnTo>
                  <a:lnTo>
                    <a:pt x="1393" y="771"/>
                  </a:lnTo>
                  <a:lnTo>
                    <a:pt x="1411" y="761"/>
                  </a:lnTo>
                  <a:lnTo>
                    <a:pt x="1411" y="761"/>
                  </a:lnTo>
                  <a:lnTo>
                    <a:pt x="1418" y="762"/>
                  </a:lnTo>
                  <a:lnTo>
                    <a:pt x="1427" y="767"/>
                  </a:lnTo>
                  <a:lnTo>
                    <a:pt x="1435" y="774"/>
                  </a:lnTo>
                  <a:lnTo>
                    <a:pt x="1443" y="783"/>
                  </a:lnTo>
                  <a:lnTo>
                    <a:pt x="1449" y="793"/>
                  </a:lnTo>
                  <a:lnTo>
                    <a:pt x="1452" y="805"/>
                  </a:lnTo>
                  <a:lnTo>
                    <a:pt x="1449" y="818"/>
                  </a:lnTo>
                  <a:lnTo>
                    <a:pt x="1442" y="832"/>
                  </a:lnTo>
                  <a:lnTo>
                    <a:pt x="1442" y="832"/>
                  </a:lnTo>
                  <a:lnTo>
                    <a:pt x="1434" y="844"/>
                  </a:lnTo>
                  <a:lnTo>
                    <a:pt x="1431" y="855"/>
                  </a:lnTo>
                  <a:lnTo>
                    <a:pt x="1429" y="863"/>
                  </a:lnTo>
                  <a:lnTo>
                    <a:pt x="1429" y="871"/>
                  </a:lnTo>
                  <a:lnTo>
                    <a:pt x="1428" y="877"/>
                  </a:lnTo>
                  <a:lnTo>
                    <a:pt x="1425" y="881"/>
                  </a:lnTo>
                  <a:lnTo>
                    <a:pt x="1419" y="885"/>
                  </a:lnTo>
                  <a:lnTo>
                    <a:pt x="1407" y="888"/>
                  </a:lnTo>
                  <a:lnTo>
                    <a:pt x="1407" y="888"/>
                  </a:lnTo>
                  <a:lnTo>
                    <a:pt x="1392" y="890"/>
                  </a:lnTo>
                  <a:lnTo>
                    <a:pt x="1379" y="889"/>
                  </a:lnTo>
                  <a:lnTo>
                    <a:pt x="1367" y="887"/>
                  </a:lnTo>
                  <a:lnTo>
                    <a:pt x="1356" y="886"/>
                  </a:lnTo>
                  <a:lnTo>
                    <a:pt x="1346" y="885"/>
                  </a:lnTo>
                  <a:lnTo>
                    <a:pt x="1338" y="885"/>
                  </a:lnTo>
                  <a:lnTo>
                    <a:pt x="1332" y="889"/>
                  </a:lnTo>
                  <a:lnTo>
                    <a:pt x="1328" y="896"/>
                  </a:lnTo>
                  <a:lnTo>
                    <a:pt x="1328" y="896"/>
                  </a:lnTo>
                  <a:lnTo>
                    <a:pt x="1326" y="907"/>
                  </a:lnTo>
                  <a:lnTo>
                    <a:pt x="1327" y="921"/>
                  </a:lnTo>
                  <a:lnTo>
                    <a:pt x="1328" y="936"/>
                  </a:lnTo>
                  <a:lnTo>
                    <a:pt x="1330" y="950"/>
                  </a:lnTo>
                  <a:lnTo>
                    <a:pt x="1331" y="964"/>
                  </a:lnTo>
                  <a:lnTo>
                    <a:pt x="1330" y="975"/>
                  </a:lnTo>
                  <a:lnTo>
                    <a:pt x="1326" y="982"/>
                  </a:lnTo>
                  <a:lnTo>
                    <a:pt x="1317" y="984"/>
                  </a:lnTo>
                  <a:lnTo>
                    <a:pt x="1317" y="984"/>
                  </a:lnTo>
                  <a:lnTo>
                    <a:pt x="1306" y="984"/>
                  </a:lnTo>
                  <a:lnTo>
                    <a:pt x="1294" y="984"/>
                  </a:lnTo>
                  <a:lnTo>
                    <a:pt x="1284" y="985"/>
                  </a:lnTo>
                  <a:lnTo>
                    <a:pt x="1275" y="985"/>
                  </a:lnTo>
                  <a:lnTo>
                    <a:pt x="1266" y="984"/>
                  </a:lnTo>
                  <a:lnTo>
                    <a:pt x="1258" y="981"/>
                  </a:lnTo>
                  <a:lnTo>
                    <a:pt x="1249" y="976"/>
                  </a:lnTo>
                  <a:lnTo>
                    <a:pt x="1243" y="966"/>
                  </a:lnTo>
                  <a:lnTo>
                    <a:pt x="1243" y="966"/>
                  </a:lnTo>
                  <a:lnTo>
                    <a:pt x="1240" y="956"/>
                  </a:lnTo>
                  <a:lnTo>
                    <a:pt x="1240" y="946"/>
                  </a:lnTo>
                  <a:lnTo>
                    <a:pt x="1244" y="937"/>
                  </a:lnTo>
                  <a:lnTo>
                    <a:pt x="1251" y="929"/>
                  </a:lnTo>
                  <a:lnTo>
                    <a:pt x="1259" y="922"/>
                  </a:lnTo>
                  <a:lnTo>
                    <a:pt x="1266" y="914"/>
                  </a:lnTo>
                  <a:lnTo>
                    <a:pt x="1272" y="908"/>
                  </a:lnTo>
                  <a:lnTo>
                    <a:pt x="1275" y="902"/>
                  </a:lnTo>
                  <a:lnTo>
                    <a:pt x="1275" y="902"/>
                  </a:lnTo>
                  <a:lnTo>
                    <a:pt x="1275" y="897"/>
                  </a:lnTo>
                  <a:lnTo>
                    <a:pt x="1273" y="892"/>
                  </a:lnTo>
                  <a:lnTo>
                    <a:pt x="1268" y="887"/>
                  </a:lnTo>
                  <a:lnTo>
                    <a:pt x="1263" y="883"/>
                  </a:lnTo>
                  <a:lnTo>
                    <a:pt x="1257" y="879"/>
                  </a:lnTo>
                  <a:lnTo>
                    <a:pt x="1251" y="876"/>
                  </a:lnTo>
                  <a:lnTo>
                    <a:pt x="1247" y="875"/>
                  </a:lnTo>
                  <a:lnTo>
                    <a:pt x="1246" y="874"/>
                  </a:lnTo>
                  <a:lnTo>
                    <a:pt x="1253" y="824"/>
                  </a:lnTo>
                  <a:lnTo>
                    <a:pt x="1253" y="824"/>
                  </a:lnTo>
                  <a:lnTo>
                    <a:pt x="1254" y="823"/>
                  </a:lnTo>
                  <a:lnTo>
                    <a:pt x="1256" y="819"/>
                  </a:lnTo>
                  <a:lnTo>
                    <a:pt x="1258" y="814"/>
                  </a:lnTo>
                  <a:lnTo>
                    <a:pt x="1260" y="809"/>
                  </a:lnTo>
                  <a:lnTo>
                    <a:pt x="1260" y="803"/>
                  </a:lnTo>
                  <a:lnTo>
                    <a:pt x="1258" y="798"/>
                  </a:lnTo>
                  <a:lnTo>
                    <a:pt x="1251" y="794"/>
                  </a:lnTo>
                  <a:lnTo>
                    <a:pt x="1241" y="792"/>
                  </a:lnTo>
                  <a:lnTo>
                    <a:pt x="1241" y="792"/>
                  </a:lnTo>
                  <a:lnTo>
                    <a:pt x="1231" y="790"/>
                  </a:lnTo>
                  <a:lnTo>
                    <a:pt x="1224" y="787"/>
                  </a:lnTo>
                  <a:lnTo>
                    <a:pt x="1220" y="783"/>
                  </a:lnTo>
                  <a:lnTo>
                    <a:pt x="1219" y="778"/>
                  </a:lnTo>
                  <a:lnTo>
                    <a:pt x="1219" y="774"/>
                  </a:lnTo>
                  <a:lnTo>
                    <a:pt x="1219" y="769"/>
                  </a:lnTo>
                  <a:lnTo>
                    <a:pt x="1221" y="767"/>
                  </a:lnTo>
                  <a:lnTo>
                    <a:pt x="1221" y="766"/>
                  </a:lnTo>
                  <a:lnTo>
                    <a:pt x="1221" y="766"/>
                  </a:lnTo>
                  <a:lnTo>
                    <a:pt x="1220" y="764"/>
                  </a:lnTo>
                  <a:lnTo>
                    <a:pt x="1219" y="759"/>
                  </a:lnTo>
                  <a:lnTo>
                    <a:pt x="1216" y="751"/>
                  </a:lnTo>
                  <a:lnTo>
                    <a:pt x="1212" y="744"/>
                  </a:lnTo>
                  <a:lnTo>
                    <a:pt x="1208" y="737"/>
                  </a:lnTo>
                  <a:lnTo>
                    <a:pt x="1201" y="733"/>
                  </a:lnTo>
                  <a:lnTo>
                    <a:pt x="1194" y="732"/>
                  </a:lnTo>
                  <a:lnTo>
                    <a:pt x="1187" y="736"/>
                  </a:lnTo>
                  <a:lnTo>
                    <a:pt x="1187" y="736"/>
                  </a:lnTo>
                  <a:lnTo>
                    <a:pt x="1179" y="744"/>
                  </a:lnTo>
                  <a:lnTo>
                    <a:pt x="1171" y="753"/>
                  </a:lnTo>
                  <a:lnTo>
                    <a:pt x="1163" y="762"/>
                  </a:lnTo>
                  <a:lnTo>
                    <a:pt x="1155" y="772"/>
                  </a:lnTo>
                  <a:lnTo>
                    <a:pt x="1144" y="780"/>
                  </a:lnTo>
                  <a:lnTo>
                    <a:pt x="1135" y="786"/>
                  </a:lnTo>
                  <a:lnTo>
                    <a:pt x="1124" y="790"/>
                  </a:lnTo>
                  <a:lnTo>
                    <a:pt x="1112" y="792"/>
                  </a:lnTo>
                  <a:lnTo>
                    <a:pt x="1112" y="792"/>
                  </a:lnTo>
                  <a:lnTo>
                    <a:pt x="1100" y="794"/>
                  </a:lnTo>
                  <a:lnTo>
                    <a:pt x="1093" y="798"/>
                  </a:lnTo>
                  <a:lnTo>
                    <a:pt x="1089" y="805"/>
                  </a:lnTo>
                  <a:lnTo>
                    <a:pt x="1087" y="812"/>
                  </a:lnTo>
                  <a:lnTo>
                    <a:pt x="1087" y="822"/>
                  </a:lnTo>
                  <a:lnTo>
                    <a:pt x="1088" y="831"/>
                  </a:lnTo>
                  <a:lnTo>
                    <a:pt x="1091" y="839"/>
                  </a:lnTo>
                  <a:lnTo>
                    <a:pt x="1095" y="846"/>
                  </a:lnTo>
                  <a:lnTo>
                    <a:pt x="1095" y="846"/>
                  </a:lnTo>
                  <a:lnTo>
                    <a:pt x="1098" y="852"/>
                  </a:lnTo>
                  <a:lnTo>
                    <a:pt x="1099" y="860"/>
                  </a:lnTo>
                  <a:lnTo>
                    <a:pt x="1099" y="867"/>
                  </a:lnTo>
                  <a:lnTo>
                    <a:pt x="1099" y="876"/>
                  </a:lnTo>
                  <a:lnTo>
                    <a:pt x="1098" y="883"/>
                  </a:lnTo>
                  <a:lnTo>
                    <a:pt x="1099" y="890"/>
                  </a:lnTo>
                  <a:lnTo>
                    <a:pt x="1101" y="897"/>
                  </a:lnTo>
                  <a:lnTo>
                    <a:pt x="1107" y="902"/>
                  </a:lnTo>
                  <a:lnTo>
                    <a:pt x="1107" y="902"/>
                  </a:lnTo>
                  <a:lnTo>
                    <a:pt x="1112" y="908"/>
                  </a:lnTo>
                  <a:lnTo>
                    <a:pt x="1115" y="914"/>
                  </a:lnTo>
                  <a:lnTo>
                    <a:pt x="1116" y="922"/>
                  </a:lnTo>
                  <a:lnTo>
                    <a:pt x="1117" y="929"/>
                  </a:lnTo>
                  <a:lnTo>
                    <a:pt x="1118" y="936"/>
                  </a:lnTo>
                  <a:lnTo>
                    <a:pt x="1119" y="941"/>
                  </a:lnTo>
                  <a:lnTo>
                    <a:pt x="1122" y="944"/>
                  </a:lnTo>
                  <a:lnTo>
                    <a:pt x="1126" y="944"/>
                  </a:lnTo>
                  <a:lnTo>
                    <a:pt x="1126" y="944"/>
                  </a:lnTo>
                  <a:lnTo>
                    <a:pt x="1130" y="944"/>
                  </a:lnTo>
                  <a:lnTo>
                    <a:pt x="1133" y="947"/>
                  </a:lnTo>
                  <a:lnTo>
                    <a:pt x="1135" y="951"/>
                  </a:lnTo>
                  <a:lnTo>
                    <a:pt x="1137" y="956"/>
                  </a:lnTo>
                  <a:lnTo>
                    <a:pt x="1139" y="962"/>
                  </a:lnTo>
                  <a:lnTo>
                    <a:pt x="1143" y="966"/>
                  </a:lnTo>
                  <a:lnTo>
                    <a:pt x="1148" y="969"/>
                  </a:lnTo>
                  <a:lnTo>
                    <a:pt x="1157" y="969"/>
                  </a:lnTo>
                  <a:lnTo>
                    <a:pt x="1157" y="969"/>
                  </a:lnTo>
                  <a:lnTo>
                    <a:pt x="1164" y="970"/>
                  </a:lnTo>
                  <a:lnTo>
                    <a:pt x="1167" y="977"/>
                  </a:lnTo>
                  <a:lnTo>
                    <a:pt x="1167" y="985"/>
                  </a:lnTo>
                  <a:lnTo>
                    <a:pt x="1165" y="995"/>
                  </a:lnTo>
                  <a:lnTo>
                    <a:pt x="1163" y="1005"/>
                  </a:lnTo>
                  <a:lnTo>
                    <a:pt x="1161" y="1015"/>
                  </a:lnTo>
                  <a:lnTo>
                    <a:pt x="1162" y="1023"/>
                  </a:lnTo>
                  <a:lnTo>
                    <a:pt x="1166" y="1026"/>
                  </a:lnTo>
                  <a:lnTo>
                    <a:pt x="1166" y="1026"/>
                  </a:lnTo>
                  <a:lnTo>
                    <a:pt x="1168" y="1028"/>
                  </a:lnTo>
                  <a:lnTo>
                    <a:pt x="1164" y="1032"/>
                  </a:lnTo>
                  <a:lnTo>
                    <a:pt x="1155" y="1036"/>
                  </a:lnTo>
                  <a:lnTo>
                    <a:pt x="1143" y="1042"/>
                  </a:lnTo>
                  <a:lnTo>
                    <a:pt x="1131" y="1049"/>
                  </a:lnTo>
                  <a:lnTo>
                    <a:pt x="1120" y="1057"/>
                  </a:lnTo>
                  <a:lnTo>
                    <a:pt x="1111" y="1065"/>
                  </a:lnTo>
                  <a:lnTo>
                    <a:pt x="1107" y="1074"/>
                  </a:lnTo>
                  <a:lnTo>
                    <a:pt x="1107" y="1074"/>
                  </a:lnTo>
                  <a:lnTo>
                    <a:pt x="1106" y="1083"/>
                  </a:lnTo>
                  <a:lnTo>
                    <a:pt x="1106" y="1094"/>
                  </a:lnTo>
                  <a:lnTo>
                    <a:pt x="1105" y="1105"/>
                  </a:lnTo>
                  <a:lnTo>
                    <a:pt x="1103" y="1116"/>
                  </a:lnTo>
                  <a:lnTo>
                    <a:pt x="1099" y="1127"/>
                  </a:lnTo>
                  <a:lnTo>
                    <a:pt x="1095" y="1135"/>
                  </a:lnTo>
                  <a:lnTo>
                    <a:pt x="1088" y="1141"/>
                  </a:lnTo>
                  <a:lnTo>
                    <a:pt x="1078" y="1144"/>
                  </a:lnTo>
                  <a:lnTo>
                    <a:pt x="1078" y="1144"/>
                  </a:lnTo>
                  <a:lnTo>
                    <a:pt x="1067" y="1145"/>
                  </a:lnTo>
                  <a:lnTo>
                    <a:pt x="1056" y="1148"/>
                  </a:lnTo>
                  <a:lnTo>
                    <a:pt x="1045" y="1152"/>
                  </a:lnTo>
                  <a:lnTo>
                    <a:pt x="1036" y="1156"/>
                  </a:lnTo>
                  <a:lnTo>
                    <a:pt x="1029" y="1161"/>
                  </a:lnTo>
                  <a:lnTo>
                    <a:pt x="1023" y="1167"/>
                  </a:lnTo>
                  <a:lnTo>
                    <a:pt x="1020" y="1173"/>
                  </a:lnTo>
                  <a:lnTo>
                    <a:pt x="1020" y="1178"/>
                  </a:lnTo>
                  <a:lnTo>
                    <a:pt x="1020" y="1178"/>
                  </a:lnTo>
                  <a:lnTo>
                    <a:pt x="1021" y="1185"/>
                  </a:lnTo>
                  <a:lnTo>
                    <a:pt x="1021" y="1194"/>
                  </a:lnTo>
                  <a:lnTo>
                    <a:pt x="1021" y="1204"/>
                  </a:lnTo>
                  <a:lnTo>
                    <a:pt x="1019" y="1212"/>
                  </a:lnTo>
                  <a:lnTo>
                    <a:pt x="1015" y="1217"/>
                  </a:lnTo>
                  <a:lnTo>
                    <a:pt x="1009" y="1216"/>
                  </a:lnTo>
                  <a:lnTo>
                    <a:pt x="1000" y="1208"/>
                  </a:lnTo>
                  <a:lnTo>
                    <a:pt x="989" y="1191"/>
                  </a:lnTo>
                  <a:lnTo>
                    <a:pt x="989" y="1191"/>
                  </a:lnTo>
                  <a:lnTo>
                    <a:pt x="978" y="1173"/>
                  </a:lnTo>
                  <a:lnTo>
                    <a:pt x="971" y="1161"/>
                  </a:lnTo>
                  <a:lnTo>
                    <a:pt x="966" y="1156"/>
                  </a:lnTo>
                  <a:lnTo>
                    <a:pt x="962" y="1155"/>
                  </a:lnTo>
                  <a:lnTo>
                    <a:pt x="959" y="1158"/>
                  </a:lnTo>
                  <a:lnTo>
                    <a:pt x="957" y="1161"/>
                  </a:lnTo>
                  <a:lnTo>
                    <a:pt x="954" y="1165"/>
                  </a:lnTo>
                  <a:lnTo>
                    <a:pt x="949" y="1166"/>
                  </a:lnTo>
                  <a:lnTo>
                    <a:pt x="949" y="1166"/>
                  </a:lnTo>
                  <a:lnTo>
                    <a:pt x="945" y="1165"/>
                  </a:lnTo>
                  <a:lnTo>
                    <a:pt x="944" y="1161"/>
                  </a:lnTo>
                  <a:lnTo>
                    <a:pt x="944" y="1156"/>
                  </a:lnTo>
                  <a:lnTo>
                    <a:pt x="946" y="1149"/>
                  </a:lnTo>
                  <a:lnTo>
                    <a:pt x="948" y="1143"/>
                  </a:lnTo>
                  <a:lnTo>
                    <a:pt x="950" y="1138"/>
                  </a:lnTo>
                  <a:lnTo>
                    <a:pt x="951" y="1134"/>
                  </a:lnTo>
                  <a:lnTo>
                    <a:pt x="952" y="1133"/>
                  </a:lnTo>
                  <a:lnTo>
                    <a:pt x="952" y="1133"/>
                  </a:lnTo>
                  <a:lnTo>
                    <a:pt x="950" y="1133"/>
                  </a:lnTo>
                  <a:lnTo>
                    <a:pt x="946" y="1133"/>
                  </a:lnTo>
                  <a:lnTo>
                    <a:pt x="940" y="1132"/>
                  </a:lnTo>
                  <a:lnTo>
                    <a:pt x="932" y="1131"/>
                  </a:lnTo>
                  <a:lnTo>
                    <a:pt x="924" y="1128"/>
                  </a:lnTo>
                  <a:lnTo>
                    <a:pt x="915" y="1124"/>
                  </a:lnTo>
                  <a:lnTo>
                    <a:pt x="907" y="1118"/>
                  </a:lnTo>
                  <a:lnTo>
                    <a:pt x="899" y="1110"/>
                  </a:lnTo>
                  <a:lnTo>
                    <a:pt x="899" y="1110"/>
                  </a:lnTo>
                  <a:lnTo>
                    <a:pt x="893" y="1102"/>
                  </a:lnTo>
                  <a:lnTo>
                    <a:pt x="889" y="1096"/>
                  </a:lnTo>
                  <a:lnTo>
                    <a:pt x="885" y="1092"/>
                  </a:lnTo>
                  <a:lnTo>
                    <a:pt x="881" y="1089"/>
                  </a:lnTo>
                  <a:lnTo>
                    <a:pt x="878" y="1089"/>
                  </a:lnTo>
                  <a:lnTo>
                    <a:pt x="875" y="1091"/>
                  </a:lnTo>
                  <a:lnTo>
                    <a:pt x="871" y="1095"/>
                  </a:lnTo>
                  <a:lnTo>
                    <a:pt x="866" y="1101"/>
                  </a:lnTo>
                  <a:lnTo>
                    <a:pt x="866" y="1101"/>
                  </a:lnTo>
                  <a:lnTo>
                    <a:pt x="857" y="1108"/>
                  </a:lnTo>
                  <a:lnTo>
                    <a:pt x="849" y="1104"/>
                  </a:lnTo>
                  <a:lnTo>
                    <a:pt x="844" y="1097"/>
                  </a:lnTo>
                  <a:lnTo>
                    <a:pt x="843" y="1093"/>
                  </a:lnTo>
                  <a:lnTo>
                    <a:pt x="860" y="1074"/>
                  </a:lnTo>
                  <a:lnTo>
                    <a:pt x="860" y="1074"/>
                  </a:lnTo>
                  <a:lnTo>
                    <a:pt x="862" y="1073"/>
                  </a:lnTo>
                  <a:lnTo>
                    <a:pt x="866" y="1070"/>
                  </a:lnTo>
                  <a:lnTo>
                    <a:pt x="871" y="1066"/>
                  </a:lnTo>
                  <a:lnTo>
                    <a:pt x="875" y="1062"/>
                  </a:lnTo>
                  <a:lnTo>
                    <a:pt x="878" y="1057"/>
                  </a:lnTo>
                  <a:lnTo>
                    <a:pt x="877" y="1053"/>
                  </a:lnTo>
                  <a:lnTo>
                    <a:pt x="872" y="1048"/>
                  </a:lnTo>
                  <a:lnTo>
                    <a:pt x="860" y="1045"/>
                  </a:lnTo>
                  <a:lnTo>
                    <a:pt x="860" y="1045"/>
                  </a:lnTo>
                  <a:lnTo>
                    <a:pt x="846" y="1042"/>
                  </a:lnTo>
                  <a:lnTo>
                    <a:pt x="838" y="1038"/>
                  </a:lnTo>
                  <a:lnTo>
                    <a:pt x="834" y="1035"/>
                  </a:lnTo>
                  <a:lnTo>
                    <a:pt x="834" y="1031"/>
                  </a:lnTo>
                  <a:lnTo>
                    <a:pt x="837" y="1028"/>
                  </a:lnTo>
                  <a:lnTo>
                    <a:pt x="843" y="1025"/>
                  </a:lnTo>
                  <a:lnTo>
                    <a:pt x="850" y="1024"/>
                  </a:lnTo>
                  <a:lnTo>
                    <a:pt x="860" y="1023"/>
                  </a:lnTo>
                  <a:lnTo>
                    <a:pt x="860" y="1023"/>
                  </a:lnTo>
                  <a:lnTo>
                    <a:pt x="870" y="1023"/>
                  </a:lnTo>
                  <a:lnTo>
                    <a:pt x="879" y="1020"/>
                  </a:lnTo>
                  <a:lnTo>
                    <a:pt x="889" y="1018"/>
                  </a:lnTo>
                  <a:lnTo>
                    <a:pt x="897" y="1015"/>
                  </a:lnTo>
                  <a:lnTo>
                    <a:pt x="906" y="1011"/>
                  </a:lnTo>
                  <a:lnTo>
                    <a:pt x="912" y="1006"/>
                  </a:lnTo>
                  <a:lnTo>
                    <a:pt x="917" y="1001"/>
                  </a:lnTo>
                  <a:lnTo>
                    <a:pt x="919" y="995"/>
                  </a:lnTo>
                  <a:lnTo>
                    <a:pt x="919" y="995"/>
                  </a:lnTo>
                  <a:lnTo>
                    <a:pt x="921" y="984"/>
                  </a:lnTo>
                  <a:lnTo>
                    <a:pt x="922" y="977"/>
                  </a:lnTo>
                  <a:lnTo>
                    <a:pt x="926" y="973"/>
                  </a:lnTo>
                  <a:lnTo>
                    <a:pt x="933" y="973"/>
                  </a:lnTo>
                  <a:lnTo>
                    <a:pt x="933" y="973"/>
                  </a:lnTo>
                  <a:lnTo>
                    <a:pt x="937" y="970"/>
                  </a:lnTo>
                  <a:lnTo>
                    <a:pt x="940" y="964"/>
                  </a:lnTo>
                  <a:lnTo>
                    <a:pt x="942" y="955"/>
                  </a:lnTo>
                  <a:lnTo>
                    <a:pt x="943" y="945"/>
                  </a:lnTo>
                  <a:lnTo>
                    <a:pt x="944" y="934"/>
                  </a:lnTo>
                  <a:lnTo>
                    <a:pt x="944" y="925"/>
                  </a:lnTo>
                  <a:lnTo>
                    <a:pt x="944" y="917"/>
                  </a:lnTo>
                  <a:lnTo>
                    <a:pt x="944" y="915"/>
                  </a:lnTo>
                  <a:lnTo>
                    <a:pt x="991" y="949"/>
                  </a:lnTo>
                  <a:lnTo>
                    <a:pt x="991" y="913"/>
                  </a:lnTo>
                  <a:lnTo>
                    <a:pt x="991" y="913"/>
                  </a:lnTo>
                  <a:lnTo>
                    <a:pt x="992" y="912"/>
                  </a:lnTo>
                  <a:lnTo>
                    <a:pt x="994" y="910"/>
                  </a:lnTo>
                  <a:lnTo>
                    <a:pt x="996" y="907"/>
                  </a:lnTo>
                  <a:lnTo>
                    <a:pt x="998" y="903"/>
                  </a:lnTo>
                  <a:lnTo>
                    <a:pt x="998" y="898"/>
                  </a:lnTo>
                  <a:lnTo>
                    <a:pt x="995" y="892"/>
                  </a:lnTo>
                  <a:lnTo>
                    <a:pt x="989" y="886"/>
                  </a:lnTo>
                  <a:lnTo>
                    <a:pt x="978" y="880"/>
                  </a:lnTo>
                  <a:lnTo>
                    <a:pt x="978" y="880"/>
                  </a:lnTo>
                  <a:lnTo>
                    <a:pt x="967" y="873"/>
                  </a:lnTo>
                  <a:lnTo>
                    <a:pt x="959" y="863"/>
                  </a:lnTo>
                  <a:lnTo>
                    <a:pt x="954" y="855"/>
                  </a:lnTo>
                  <a:lnTo>
                    <a:pt x="950" y="849"/>
                  </a:lnTo>
                  <a:lnTo>
                    <a:pt x="948" y="846"/>
                  </a:lnTo>
                  <a:lnTo>
                    <a:pt x="946" y="849"/>
                  </a:lnTo>
                  <a:lnTo>
                    <a:pt x="944" y="858"/>
                  </a:lnTo>
                  <a:lnTo>
                    <a:pt x="941" y="877"/>
                  </a:lnTo>
                  <a:lnTo>
                    <a:pt x="941" y="877"/>
                  </a:lnTo>
                  <a:lnTo>
                    <a:pt x="937" y="895"/>
                  </a:lnTo>
                  <a:lnTo>
                    <a:pt x="934" y="907"/>
                  </a:lnTo>
                  <a:lnTo>
                    <a:pt x="931" y="912"/>
                  </a:lnTo>
                  <a:lnTo>
                    <a:pt x="929" y="914"/>
                  </a:lnTo>
                  <a:lnTo>
                    <a:pt x="926" y="914"/>
                  </a:lnTo>
                  <a:lnTo>
                    <a:pt x="923" y="913"/>
                  </a:lnTo>
                  <a:lnTo>
                    <a:pt x="919" y="913"/>
                  </a:lnTo>
                  <a:lnTo>
                    <a:pt x="914" y="915"/>
                  </a:lnTo>
                  <a:lnTo>
                    <a:pt x="914" y="915"/>
                  </a:lnTo>
                  <a:lnTo>
                    <a:pt x="909" y="918"/>
                  </a:lnTo>
                  <a:lnTo>
                    <a:pt x="904" y="919"/>
                  </a:lnTo>
                  <a:lnTo>
                    <a:pt x="898" y="919"/>
                  </a:lnTo>
                  <a:lnTo>
                    <a:pt x="894" y="919"/>
                  </a:lnTo>
                  <a:lnTo>
                    <a:pt x="890" y="921"/>
                  </a:lnTo>
                  <a:lnTo>
                    <a:pt x="885" y="923"/>
                  </a:lnTo>
                  <a:lnTo>
                    <a:pt x="881" y="928"/>
                  </a:lnTo>
                  <a:lnTo>
                    <a:pt x="877" y="936"/>
                  </a:lnTo>
                  <a:lnTo>
                    <a:pt x="877" y="936"/>
                  </a:lnTo>
                  <a:lnTo>
                    <a:pt x="873" y="944"/>
                  </a:lnTo>
                  <a:lnTo>
                    <a:pt x="870" y="950"/>
                  </a:lnTo>
                  <a:lnTo>
                    <a:pt x="867" y="952"/>
                  </a:lnTo>
                  <a:lnTo>
                    <a:pt x="864" y="953"/>
                  </a:lnTo>
                  <a:lnTo>
                    <a:pt x="860" y="951"/>
                  </a:lnTo>
                  <a:lnTo>
                    <a:pt x="855" y="949"/>
                  </a:lnTo>
                  <a:lnTo>
                    <a:pt x="848" y="945"/>
                  </a:lnTo>
                  <a:lnTo>
                    <a:pt x="840" y="941"/>
                  </a:lnTo>
                  <a:lnTo>
                    <a:pt x="840" y="941"/>
                  </a:lnTo>
                  <a:lnTo>
                    <a:pt x="832" y="938"/>
                  </a:lnTo>
                  <a:lnTo>
                    <a:pt x="826" y="939"/>
                  </a:lnTo>
                  <a:lnTo>
                    <a:pt x="820" y="941"/>
                  </a:lnTo>
                  <a:lnTo>
                    <a:pt x="816" y="944"/>
                  </a:lnTo>
                  <a:lnTo>
                    <a:pt x="811" y="948"/>
                  </a:lnTo>
                  <a:lnTo>
                    <a:pt x="806" y="953"/>
                  </a:lnTo>
                  <a:lnTo>
                    <a:pt x="800" y="956"/>
                  </a:lnTo>
                  <a:lnTo>
                    <a:pt x="793" y="958"/>
                  </a:lnTo>
                  <a:lnTo>
                    <a:pt x="793" y="958"/>
                  </a:lnTo>
                  <a:lnTo>
                    <a:pt x="782" y="960"/>
                  </a:lnTo>
                  <a:lnTo>
                    <a:pt x="778" y="964"/>
                  </a:lnTo>
                  <a:lnTo>
                    <a:pt x="779" y="973"/>
                  </a:lnTo>
                  <a:lnTo>
                    <a:pt x="782" y="986"/>
                  </a:lnTo>
                  <a:lnTo>
                    <a:pt x="782" y="986"/>
                  </a:lnTo>
                  <a:lnTo>
                    <a:pt x="781" y="993"/>
                  </a:lnTo>
                  <a:lnTo>
                    <a:pt x="776" y="997"/>
                  </a:lnTo>
                  <a:lnTo>
                    <a:pt x="767" y="999"/>
                  </a:lnTo>
                  <a:lnTo>
                    <a:pt x="757" y="999"/>
                  </a:lnTo>
                  <a:lnTo>
                    <a:pt x="746" y="998"/>
                  </a:lnTo>
                  <a:lnTo>
                    <a:pt x="737" y="997"/>
                  </a:lnTo>
                  <a:lnTo>
                    <a:pt x="730" y="996"/>
                  </a:lnTo>
                  <a:lnTo>
                    <a:pt x="728" y="995"/>
                  </a:lnTo>
                  <a:lnTo>
                    <a:pt x="728" y="995"/>
                  </a:lnTo>
                  <a:lnTo>
                    <a:pt x="729" y="996"/>
                  </a:lnTo>
                  <a:lnTo>
                    <a:pt x="730" y="999"/>
                  </a:lnTo>
                  <a:lnTo>
                    <a:pt x="732" y="1004"/>
                  </a:lnTo>
                  <a:lnTo>
                    <a:pt x="734" y="1010"/>
                  </a:lnTo>
                  <a:lnTo>
                    <a:pt x="736" y="1017"/>
                  </a:lnTo>
                  <a:lnTo>
                    <a:pt x="738" y="1025"/>
                  </a:lnTo>
                  <a:lnTo>
                    <a:pt x="739" y="1033"/>
                  </a:lnTo>
                  <a:lnTo>
                    <a:pt x="739" y="1040"/>
                  </a:lnTo>
                  <a:lnTo>
                    <a:pt x="739" y="1040"/>
                  </a:lnTo>
                  <a:lnTo>
                    <a:pt x="738" y="1046"/>
                  </a:lnTo>
                  <a:lnTo>
                    <a:pt x="736" y="1051"/>
                  </a:lnTo>
                  <a:lnTo>
                    <a:pt x="733" y="1054"/>
                  </a:lnTo>
                  <a:lnTo>
                    <a:pt x="729" y="1055"/>
                  </a:lnTo>
                  <a:lnTo>
                    <a:pt x="725" y="1057"/>
                  </a:lnTo>
                  <a:lnTo>
                    <a:pt x="720" y="1057"/>
                  </a:lnTo>
                  <a:lnTo>
                    <a:pt x="715" y="1058"/>
                  </a:lnTo>
                  <a:lnTo>
                    <a:pt x="709" y="1059"/>
                  </a:lnTo>
                  <a:lnTo>
                    <a:pt x="709" y="1059"/>
                  </a:lnTo>
                  <a:lnTo>
                    <a:pt x="702" y="1060"/>
                  </a:lnTo>
                  <a:lnTo>
                    <a:pt x="696" y="1062"/>
                  </a:lnTo>
                  <a:lnTo>
                    <a:pt x="691" y="1064"/>
                  </a:lnTo>
                  <a:lnTo>
                    <a:pt x="687" y="1067"/>
                  </a:lnTo>
                  <a:lnTo>
                    <a:pt x="685" y="1069"/>
                  </a:lnTo>
                  <a:lnTo>
                    <a:pt x="684" y="1073"/>
                  </a:lnTo>
                  <a:lnTo>
                    <a:pt x="685" y="1076"/>
                  </a:lnTo>
                  <a:lnTo>
                    <a:pt x="689" y="1079"/>
                  </a:lnTo>
                  <a:lnTo>
                    <a:pt x="689" y="1079"/>
                  </a:lnTo>
                  <a:lnTo>
                    <a:pt x="695" y="1082"/>
                  </a:lnTo>
                  <a:lnTo>
                    <a:pt x="700" y="1087"/>
                  </a:lnTo>
                  <a:lnTo>
                    <a:pt x="706" y="1092"/>
                  </a:lnTo>
                  <a:lnTo>
                    <a:pt x="711" y="1097"/>
                  </a:lnTo>
                  <a:lnTo>
                    <a:pt x="713" y="1104"/>
                  </a:lnTo>
                  <a:lnTo>
                    <a:pt x="713" y="1110"/>
                  </a:lnTo>
                  <a:lnTo>
                    <a:pt x="710" y="1118"/>
                  </a:lnTo>
                  <a:lnTo>
                    <a:pt x="703" y="1127"/>
                  </a:lnTo>
                  <a:lnTo>
                    <a:pt x="703" y="1127"/>
                  </a:lnTo>
                  <a:lnTo>
                    <a:pt x="696" y="1134"/>
                  </a:lnTo>
                  <a:lnTo>
                    <a:pt x="691" y="1139"/>
                  </a:lnTo>
                  <a:lnTo>
                    <a:pt x="687" y="1143"/>
                  </a:lnTo>
                  <a:lnTo>
                    <a:pt x="685" y="1146"/>
                  </a:lnTo>
                  <a:lnTo>
                    <a:pt x="684" y="1149"/>
                  </a:lnTo>
                  <a:lnTo>
                    <a:pt x="684" y="1152"/>
                  </a:lnTo>
                  <a:lnTo>
                    <a:pt x="685" y="1157"/>
                  </a:lnTo>
                  <a:lnTo>
                    <a:pt x="686" y="1163"/>
                  </a:lnTo>
                  <a:lnTo>
                    <a:pt x="686" y="1163"/>
                  </a:lnTo>
                  <a:lnTo>
                    <a:pt x="685" y="1168"/>
                  </a:lnTo>
                  <a:lnTo>
                    <a:pt x="681" y="1170"/>
                  </a:lnTo>
                  <a:lnTo>
                    <a:pt x="675" y="1169"/>
                  </a:lnTo>
                  <a:lnTo>
                    <a:pt x="668" y="1167"/>
                  </a:lnTo>
                  <a:lnTo>
                    <a:pt x="659" y="1165"/>
                  </a:lnTo>
                  <a:lnTo>
                    <a:pt x="650" y="1164"/>
                  </a:lnTo>
                  <a:lnTo>
                    <a:pt x="644" y="1163"/>
                  </a:lnTo>
                  <a:lnTo>
                    <a:pt x="639" y="1166"/>
                  </a:lnTo>
                  <a:lnTo>
                    <a:pt x="639" y="1166"/>
                  </a:lnTo>
                  <a:lnTo>
                    <a:pt x="634" y="1170"/>
                  </a:lnTo>
                  <a:lnTo>
                    <a:pt x="627" y="1176"/>
                  </a:lnTo>
                  <a:lnTo>
                    <a:pt x="618" y="1180"/>
                  </a:lnTo>
                  <a:lnTo>
                    <a:pt x="609" y="1184"/>
                  </a:lnTo>
                  <a:lnTo>
                    <a:pt x="599" y="1189"/>
                  </a:lnTo>
                  <a:lnTo>
                    <a:pt x="590" y="1193"/>
                  </a:lnTo>
                  <a:lnTo>
                    <a:pt x="584" y="1198"/>
                  </a:lnTo>
                  <a:lnTo>
                    <a:pt x="580" y="1202"/>
                  </a:lnTo>
                  <a:lnTo>
                    <a:pt x="580" y="1202"/>
                  </a:lnTo>
                  <a:lnTo>
                    <a:pt x="578" y="1205"/>
                  </a:lnTo>
                  <a:lnTo>
                    <a:pt x="575" y="1207"/>
                  </a:lnTo>
                  <a:lnTo>
                    <a:pt x="572" y="1207"/>
                  </a:lnTo>
                  <a:lnTo>
                    <a:pt x="569" y="1206"/>
                  </a:lnTo>
                  <a:lnTo>
                    <a:pt x="565" y="1204"/>
                  </a:lnTo>
                  <a:lnTo>
                    <a:pt x="561" y="1202"/>
                  </a:lnTo>
                  <a:lnTo>
                    <a:pt x="556" y="1199"/>
                  </a:lnTo>
                  <a:lnTo>
                    <a:pt x="549" y="1197"/>
                  </a:lnTo>
                  <a:lnTo>
                    <a:pt x="549" y="1197"/>
                  </a:lnTo>
                  <a:lnTo>
                    <a:pt x="542" y="1195"/>
                  </a:lnTo>
                  <a:lnTo>
                    <a:pt x="533" y="1194"/>
                  </a:lnTo>
                  <a:lnTo>
                    <a:pt x="524" y="1192"/>
                  </a:lnTo>
                  <a:lnTo>
                    <a:pt x="515" y="1191"/>
                  </a:lnTo>
                  <a:lnTo>
                    <a:pt x="508" y="1189"/>
                  </a:lnTo>
                  <a:lnTo>
                    <a:pt x="503" y="1186"/>
                  </a:lnTo>
                  <a:lnTo>
                    <a:pt x="501" y="1181"/>
                  </a:lnTo>
                  <a:lnTo>
                    <a:pt x="505" y="1175"/>
                  </a:lnTo>
                  <a:lnTo>
                    <a:pt x="505" y="1175"/>
                  </a:lnTo>
                  <a:lnTo>
                    <a:pt x="509" y="1167"/>
                  </a:lnTo>
                  <a:lnTo>
                    <a:pt x="510" y="1160"/>
                  </a:lnTo>
                  <a:lnTo>
                    <a:pt x="509" y="1153"/>
                  </a:lnTo>
                  <a:lnTo>
                    <a:pt x="506" y="1146"/>
                  </a:lnTo>
                  <a:lnTo>
                    <a:pt x="502" y="1141"/>
                  </a:lnTo>
                  <a:lnTo>
                    <a:pt x="499" y="1137"/>
                  </a:lnTo>
                  <a:lnTo>
                    <a:pt x="497" y="1134"/>
                  </a:lnTo>
                  <a:lnTo>
                    <a:pt x="496" y="1133"/>
                  </a:lnTo>
                  <a:lnTo>
                    <a:pt x="496" y="1133"/>
                  </a:lnTo>
                  <a:lnTo>
                    <a:pt x="497" y="1132"/>
                  </a:lnTo>
                  <a:lnTo>
                    <a:pt x="498" y="1128"/>
                  </a:lnTo>
                  <a:lnTo>
                    <a:pt x="500" y="1123"/>
                  </a:lnTo>
                  <a:lnTo>
                    <a:pt x="502" y="1115"/>
                  </a:lnTo>
                  <a:lnTo>
                    <a:pt x="502" y="1108"/>
                  </a:lnTo>
                  <a:lnTo>
                    <a:pt x="501" y="1101"/>
                  </a:lnTo>
                  <a:lnTo>
                    <a:pt x="499" y="1095"/>
                  </a:lnTo>
                  <a:lnTo>
                    <a:pt x="493" y="1090"/>
                  </a:lnTo>
                  <a:lnTo>
                    <a:pt x="493" y="1090"/>
                  </a:lnTo>
                  <a:lnTo>
                    <a:pt x="483" y="1081"/>
                  </a:lnTo>
                  <a:lnTo>
                    <a:pt x="479" y="1073"/>
                  </a:lnTo>
                  <a:lnTo>
                    <a:pt x="479" y="1066"/>
                  </a:lnTo>
                  <a:lnTo>
                    <a:pt x="479" y="1064"/>
                  </a:lnTo>
                  <a:lnTo>
                    <a:pt x="479" y="1064"/>
                  </a:lnTo>
                  <a:lnTo>
                    <a:pt x="479" y="1066"/>
                  </a:lnTo>
                  <a:lnTo>
                    <a:pt x="479" y="1070"/>
                  </a:lnTo>
                  <a:lnTo>
                    <a:pt x="479" y="1078"/>
                  </a:lnTo>
                  <a:lnTo>
                    <a:pt x="478" y="1086"/>
                  </a:lnTo>
                  <a:lnTo>
                    <a:pt x="476" y="1094"/>
                  </a:lnTo>
                  <a:lnTo>
                    <a:pt x="474" y="1102"/>
                  </a:lnTo>
                  <a:lnTo>
                    <a:pt x="470" y="1108"/>
                  </a:lnTo>
                  <a:lnTo>
                    <a:pt x="465" y="1112"/>
                  </a:lnTo>
                  <a:lnTo>
                    <a:pt x="465" y="1112"/>
                  </a:lnTo>
                  <a:lnTo>
                    <a:pt x="459" y="1115"/>
                  </a:lnTo>
                  <a:lnTo>
                    <a:pt x="455" y="1118"/>
                  </a:lnTo>
                  <a:lnTo>
                    <a:pt x="450" y="1124"/>
                  </a:lnTo>
                  <a:lnTo>
                    <a:pt x="448" y="1129"/>
                  </a:lnTo>
                  <a:lnTo>
                    <a:pt x="448" y="1134"/>
                  </a:lnTo>
                  <a:lnTo>
                    <a:pt x="450" y="1140"/>
                  </a:lnTo>
                  <a:lnTo>
                    <a:pt x="456" y="1146"/>
                  </a:lnTo>
                  <a:lnTo>
                    <a:pt x="463" y="1152"/>
                  </a:lnTo>
                  <a:lnTo>
                    <a:pt x="463" y="1152"/>
                  </a:lnTo>
                  <a:lnTo>
                    <a:pt x="469" y="1158"/>
                  </a:lnTo>
                  <a:lnTo>
                    <a:pt x="468" y="1164"/>
                  </a:lnTo>
                  <a:lnTo>
                    <a:pt x="463" y="1170"/>
                  </a:lnTo>
                  <a:lnTo>
                    <a:pt x="456" y="1178"/>
                  </a:lnTo>
                  <a:lnTo>
                    <a:pt x="446" y="1184"/>
                  </a:lnTo>
                  <a:lnTo>
                    <a:pt x="437" y="1189"/>
                  </a:lnTo>
                  <a:lnTo>
                    <a:pt x="430" y="1195"/>
                  </a:lnTo>
                  <a:lnTo>
                    <a:pt x="426" y="1200"/>
                  </a:lnTo>
                  <a:lnTo>
                    <a:pt x="426" y="1200"/>
                  </a:lnTo>
                  <a:lnTo>
                    <a:pt x="423" y="1204"/>
                  </a:lnTo>
                  <a:lnTo>
                    <a:pt x="418" y="1208"/>
                  </a:lnTo>
                  <a:lnTo>
                    <a:pt x="412" y="1211"/>
                  </a:lnTo>
                  <a:lnTo>
                    <a:pt x="405" y="1213"/>
                  </a:lnTo>
                  <a:lnTo>
                    <a:pt x="398" y="1214"/>
                  </a:lnTo>
                  <a:lnTo>
                    <a:pt x="392" y="1215"/>
                  </a:lnTo>
                  <a:lnTo>
                    <a:pt x="388" y="1216"/>
                  </a:lnTo>
                  <a:lnTo>
                    <a:pt x="387" y="1216"/>
                  </a:lnTo>
                  <a:lnTo>
                    <a:pt x="356" y="1256"/>
                  </a:lnTo>
                  <a:lnTo>
                    <a:pt x="356" y="1256"/>
                  </a:lnTo>
                  <a:lnTo>
                    <a:pt x="356" y="1258"/>
                  </a:lnTo>
                  <a:lnTo>
                    <a:pt x="354" y="1265"/>
                  </a:lnTo>
                  <a:lnTo>
                    <a:pt x="352" y="1275"/>
                  </a:lnTo>
                  <a:lnTo>
                    <a:pt x="350" y="1286"/>
                  </a:lnTo>
                  <a:lnTo>
                    <a:pt x="347" y="1297"/>
                  </a:lnTo>
                  <a:lnTo>
                    <a:pt x="343" y="1308"/>
                  </a:lnTo>
                  <a:lnTo>
                    <a:pt x="337" y="1317"/>
                  </a:lnTo>
                  <a:lnTo>
                    <a:pt x="331" y="1324"/>
                  </a:lnTo>
                  <a:lnTo>
                    <a:pt x="331" y="1324"/>
                  </a:lnTo>
                  <a:lnTo>
                    <a:pt x="326" y="1329"/>
                  </a:lnTo>
                  <a:lnTo>
                    <a:pt x="323" y="1337"/>
                  </a:lnTo>
                  <a:lnTo>
                    <a:pt x="321" y="1345"/>
                  </a:lnTo>
                  <a:lnTo>
                    <a:pt x="321" y="1354"/>
                  </a:lnTo>
                  <a:lnTo>
                    <a:pt x="319" y="1362"/>
                  </a:lnTo>
                  <a:lnTo>
                    <a:pt x="316" y="1369"/>
                  </a:lnTo>
                  <a:lnTo>
                    <a:pt x="310" y="1375"/>
                  </a:lnTo>
                  <a:lnTo>
                    <a:pt x="300" y="1377"/>
                  </a:lnTo>
                  <a:lnTo>
                    <a:pt x="300" y="1377"/>
                  </a:lnTo>
                  <a:lnTo>
                    <a:pt x="290" y="1376"/>
                  </a:lnTo>
                  <a:lnTo>
                    <a:pt x="282" y="1371"/>
                  </a:lnTo>
                  <a:lnTo>
                    <a:pt x="277" y="1367"/>
                  </a:lnTo>
                  <a:lnTo>
                    <a:pt x="273" y="1361"/>
                  </a:lnTo>
                  <a:lnTo>
                    <a:pt x="271" y="1355"/>
                  </a:lnTo>
                  <a:lnTo>
                    <a:pt x="269" y="1351"/>
                  </a:lnTo>
                  <a:lnTo>
                    <a:pt x="269" y="1347"/>
                  </a:lnTo>
                  <a:lnTo>
                    <a:pt x="269" y="1346"/>
                  </a:lnTo>
                  <a:lnTo>
                    <a:pt x="269" y="1346"/>
                  </a:lnTo>
                  <a:lnTo>
                    <a:pt x="268" y="1347"/>
                  </a:lnTo>
                  <a:lnTo>
                    <a:pt x="266" y="1350"/>
                  </a:lnTo>
                  <a:lnTo>
                    <a:pt x="262" y="1354"/>
                  </a:lnTo>
                  <a:lnTo>
                    <a:pt x="258" y="1357"/>
                  </a:lnTo>
                  <a:lnTo>
                    <a:pt x="252" y="1358"/>
                  </a:lnTo>
                  <a:lnTo>
                    <a:pt x="248" y="1357"/>
                  </a:lnTo>
                  <a:lnTo>
                    <a:pt x="244" y="1353"/>
                  </a:lnTo>
                  <a:lnTo>
                    <a:pt x="241" y="1343"/>
                  </a:lnTo>
                  <a:lnTo>
                    <a:pt x="241" y="1343"/>
                  </a:lnTo>
                  <a:lnTo>
                    <a:pt x="238" y="1333"/>
                  </a:lnTo>
                  <a:lnTo>
                    <a:pt x="235" y="1327"/>
                  </a:lnTo>
                  <a:lnTo>
                    <a:pt x="231" y="1324"/>
                  </a:lnTo>
                  <a:lnTo>
                    <a:pt x="226" y="1321"/>
                  </a:lnTo>
                  <a:lnTo>
                    <a:pt x="221" y="1320"/>
                  </a:lnTo>
                  <a:lnTo>
                    <a:pt x="215" y="1319"/>
                  </a:lnTo>
                  <a:lnTo>
                    <a:pt x="209" y="1315"/>
                  </a:lnTo>
                  <a:lnTo>
                    <a:pt x="202" y="1309"/>
                  </a:lnTo>
                  <a:lnTo>
                    <a:pt x="202" y="1309"/>
                  </a:lnTo>
                  <a:lnTo>
                    <a:pt x="197" y="1301"/>
                  </a:lnTo>
                  <a:lnTo>
                    <a:pt x="194" y="1295"/>
                  </a:lnTo>
                  <a:lnTo>
                    <a:pt x="192" y="1290"/>
                  </a:lnTo>
                  <a:lnTo>
                    <a:pt x="193" y="1285"/>
                  </a:lnTo>
                  <a:lnTo>
                    <a:pt x="196" y="1282"/>
                  </a:lnTo>
                  <a:lnTo>
                    <a:pt x="200" y="1279"/>
                  </a:lnTo>
                  <a:lnTo>
                    <a:pt x="206" y="1277"/>
                  </a:lnTo>
                  <a:lnTo>
                    <a:pt x="213" y="1276"/>
                  </a:lnTo>
                  <a:lnTo>
                    <a:pt x="213" y="1276"/>
                  </a:lnTo>
                  <a:lnTo>
                    <a:pt x="221" y="1274"/>
                  </a:lnTo>
                  <a:lnTo>
                    <a:pt x="228" y="1269"/>
                  </a:lnTo>
                  <a:lnTo>
                    <a:pt x="235" y="1263"/>
                  </a:lnTo>
                  <a:lnTo>
                    <a:pt x="240" y="1257"/>
                  </a:lnTo>
                  <a:lnTo>
                    <a:pt x="243" y="1250"/>
                  </a:lnTo>
                  <a:lnTo>
                    <a:pt x="243" y="1244"/>
                  </a:lnTo>
                  <a:lnTo>
                    <a:pt x="240" y="1238"/>
                  </a:lnTo>
                  <a:lnTo>
                    <a:pt x="233" y="1234"/>
                  </a:lnTo>
                  <a:lnTo>
                    <a:pt x="233" y="1234"/>
                  </a:lnTo>
                  <a:lnTo>
                    <a:pt x="225" y="1230"/>
                  </a:lnTo>
                  <a:lnTo>
                    <a:pt x="219" y="1225"/>
                  </a:lnTo>
                  <a:lnTo>
                    <a:pt x="216" y="1218"/>
                  </a:lnTo>
                  <a:lnTo>
                    <a:pt x="214" y="1212"/>
                  </a:lnTo>
                  <a:lnTo>
                    <a:pt x="213" y="1206"/>
                  </a:lnTo>
                  <a:lnTo>
                    <a:pt x="213" y="1201"/>
                  </a:lnTo>
                  <a:lnTo>
                    <a:pt x="213" y="1198"/>
                  </a:lnTo>
                  <a:lnTo>
                    <a:pt x="213" y="1197"/>
                  </a:lnTo>
                  <a:lnTo>
                    <a:pt x="213" y="1197"/>
                  </a:lnTo>
                  <a:lnTo>
                    <a:pt x="213" y="1196"/>
                  </a:lnTo>
                  <a:lnTo>
                    <a:pt x="211" y="1194"/>
                  </a:lnTo>
                  <a:lnTo>
                    <a:pt x="209" y="1190"/>
                  </a:lnTo>
                  <a:lnTo>
                    <a:pt x="207" y="1184"/>
                  </a:lnTo>
                  <a:lnTo>
                    <a:pt x="203" y="1178"/>
                  </a:lnTo>
                  <a:lnTo>
                    <a:pt x="201" y="1169"/>
                  </a:lnTo>
                  <a:lnTo>
                    <a:pt x="198" y="1161"/>
                  </a:lnTo>
                  <a:lnTo>
                    <a:pt x="196" y="1152"/>
                  </a:lnTo>
                  <a:lnTo>
                    <a:pt x="196" y="1152"/>
                  </a:lnTo>
                  <a:lnTo>
                    <a:pt x="195" y="1143"/>
                  </a:lnTo>
                  <a:lnTo>
                    <a:pt x="195" y="1135"/>
                  </a:lnTo>
                  <a:lnTo>
                    <a:pt x="196" y="1128"/>
                  </a:lnTo>
                  <a:lnTo>
                    <a:pt x="197" y="1121"/>
                  </a:lnTo>
                  <a:lnTo>
                    <a:pt x="199" y="1116"/>
                  </a:lnTo>
                  <a:lnTo>
                    <a:pt x="200" y="1113"/>
                  </a:lnTo>
                  <a:lnTo>
                    <a:pt x="202" y="1111"/>
                  </a:lnTo>
                  <a:lnTo>
                    <a:pt x="202" y="1110"/>
                  </a:lnTo>
                  <a:lnTo>
                    <a:pt x="222" y="1076"/>
                  </a:lnTo>
                  <a:lnTo>
                    <a:pt x="222" y="1076"/>
                  </a:lnTo>
                  <a:lnTo>
                    <a:pt x="220" y="1077"/>
                  </a:lnTo>
                  <a:lnTo>
                    <a:pt x="216" y="1079"/>
                  </a:lnTo>
                  <a:lnTo>
                    <a:pt x="209" y="1081"/>
                  </a:lnTo>
                  <a:lnTo>
                    <a:pt x="200" y="1084"/>
                  </a:lnTo>
                  <a:lnTo>
                    <a:pt x="192" y="1088"/>
                  </a:lnTo>
                  <a:lnTo>
                    <a:pt x="183" y="1090"/>
                  </a:lnTo>
                  <a:lnTo>
                    <a:pt x="175" y="1092"/>
                  </a:lnTo>
                  <a:lnTo>
                    <a:pt x="169" y="1093"/>
                  </a:lnTo>
                  <a:lnTo>
                    <a:pt x="169" y="1093"/>
                  </a:lnTo>
                  <a:lnTo>
                    <a:pt x="163" y="1092"/>
                  </a:lnTo>
                  <a:lnTo>
                    <a:pt x="154" y="1091"/>
                  </a:lnTo>
                  <a:lnTo>
                    <a:pt x="145" y="1089"/>
                  </a:lnTo>
                  <a:lnTo>
                    <a:pt x="136" y="1087"/>
                  </a:lnTo>
                  <a:lnTo>
                    <a:pt x="128" y="1086"/>
                  </a:lnTo>
                  <a:lnTo>
                    <a:pt x="121" y="1086"/>
                  </a:lnTo>
                  <a:lnTo>
                    <a:pt x="116" y="1088"/>
                  </a:lnTo>
                  <a:lnTo>
                    <a:pt x="113" y="1093"/>
                  </a:lnTo>
                  <a:lnTo>
                    <a:pt x="113" y="1093"/>
                  </a:lnTo>
                  <a:lnTo>
                    <a:pt x="112" y="1096"/>
                  </a:lnTo>
                  <a:lnTo>
                    <a:pt x="111" y="1095"/>
                  </a:lnTo>
                  <a:lnTo>
                    <a:pt x="110" y="1090"/>
                  </a:lnTo>
                  <a:lnTo>
                    <a:pt x="109" y="1083"/>
                  </a:lnTo>
                  <a:lnTo>
                    <a:pt x="108" y="1075"/>
                  </a:lnTo>
                  <a:lnTo>
                    <a:pt x="108" y="1067"/>
                  </a:lnTo>
                  <a:lnTo>
                    <a:pt x="107" y="1061"/>
                  </a:lnTo>
                  <a:lnTo>
                    <a:pt x="107" y="1059"/>
                  </a:lnTo>
                  <a:lnTo>
                    <a:pt x="107" y="1059"/>
                  </a:lnTo>
                  <a:lnTo>
                    <a:pt x="104" y="1059"/>
                  </a:lnTo>
                  <a:lnTo>
                    <a:pt x="99" y="1061"/>
                  </a:lnTo>
                  <a:lnTo>
                    <a:pt x="92" y="1062"/>
                  </a:lnTo>
                  <a:lnTo>
                    <a:pt x="83" y="1063"/>
                  </a:lnTo>
                  <a:lnTo>
                    <a:pt x="74" y="1064"/>
                  </a:lnTo>
                  <a:lnTo>
                    <a:pt x="65" y="1064"/>
                  </a:lnTo>
                  <a:lnTo>
                    <a:pt x="57" y="1062"/>
                  </a:lnTo>
                  <a:lnTo>
                    <a:pt x="50" y="1059"/>
                  </a:lnTo>
                  <a:lnTo>
                    <a:pt x="50" y="1059"/>
                  </a:lnTo>
                  <a:lnTo>
                    <a:pt x="45" y="1055"/>
                  </a:lnTo>
                  <a:lnTo>
                    <a:pt x="40" y="1052"/>
                  </a:lnTo>
                  <a:lnTo>
                    <a:pt x="36" y="1048"/>
                  </a:lnTo>
                  <a:lnTo>
                    <a:pt x="33" y="1045"/>
                  </a:lnTo>
                  <a:lnTo>
                    <a:pt x="31" y="1042"/>
                  </a:lnTo>
                  <a:lnTo>
                    <a:pt x="30" y="1038"/>
                  </a:lnTo>
                  <a:lnTo>
                    <a:pt x="32" y="1034"/>
                  </a:lnTo>
                  <a:lnTo>
                    <a:pt x="37" y="1029"/>
                  </a:lnTo>
                  <a:lnTo>
                    <a:pt x="37" y="1029"/>
                  </a:lnTo>
                  <a:lnTo>
                    <a:pt x="43" y="1024"/>
                  </a:lnTo>
                  <a:lnTo>
                    <a:pt x="47" y="1017"/>
                  </a:lnTo>
                  <a:lnTo>
                    <a:pt x="50" y="1011"/>
                  </a:lnTo>
                  <a:lnTo>
                    <a:pt x="52" y="1005"/>
                  </a:lnTo>
                  <a:lnTo>
                    <a:pt x="52" y="1000"/>
                  </a:lnTo>
                  <a:lnTo>
                    <a:pt x="50" y="995"/>
                  </a:lnTo>
                  <a:lnTo>
                    <a:pt x="46" y="992"/>
                  </a:lnTo>
                  <a:lnTo>
                    <a:pt x="39" y="989"/>
                  </a:lnTo>
                  <a:lnTo>
                    <a:pt x="39" y="989"/>
                  </a:lnTo>
                  <a:lnTo>
                    <a:pt x="31" y="987"/>
                  </a:lnTo>
                  <a:lnTo>
                    <a:pt x="23" y="985"/>
                  </a:lnTo>
                  <a:lnTo>
                    <a:pt x="16" y="982"/>
                  </a:lnTo>
                  <a:lnTo>
                    <a:pt x="10" y="979"/>
                  </a:lnTo>
                  <a:lnTo>
                    <a:pt x="5" y="975"/>
                  </a:lnTo>
                  <a:lnTo>
                    <a:pt x="2" y="969"/>
                  </a:lnTo>
                  <a:lnTo>
                    <a:pt x="1" y="963"/>
                  </a:lnTo>
                  <a:lnTo>
                    <a:pt x="3" y="955"/>
                  </a:lnTo>
                  <a:lnTo>
                    <a:pt x="3" y="955"/>
                  </a:lnTo>
                  <a:lnTo>
                    <a:pt x="7" y="947"/>
                  </a:lnTo>
                  <a:lnTo>
                    <a:pt x="8" y="939"/>
                  </a:lnTo>
                  <a:lnTo>
                    <a:pt x="9" y="931"/>
                  </a:lnTo>
                  <a:lnTo>
                    <a:pt x="10" y="925"/>
                  </a:lnTo>
                  <a:lnTo>
                    <a:pt x="10" y="918"/>
                  </a:lnTo>
                  <a:lnTo>
                    <a:pt x="9" y="914"/>
                  </a:lnTo>
                  <a:lnTo>
                    <a:pt x="9" y="911"/>
                  </a:lnTo>
                  <a:lnTo>
                    <a:pt x="9" y="910"/>
                  </a:lnTo>
                  <a:lnTo>
                    <a:pt x="9" y="910"/>
                  </a:lnTo>
                  <a:lnTo>
                    <a:pt x="8" y="909"/>
                  </a:lnTo>
                  <a:lnTo>
                    <a:pt x="5" y="906"/>
                  </a:lnTo>
                  <a:lnTo>
                    <a:pt x="3" y="902"/>
                  </a:lnTo>
                  <a:lnTo>
                    <a:pt x="1" y="898"/>
                  </a:lnTo>
                  <a:lnTo>
                    <a:pt x="0" y="892"/>
                  </a:lnTo>
                  <a:lnTo>
                    <a:pt x="2" y="887"/>
                  </a:lnTo>
                  <a:lnTo>
                    <a:pt x="7" y="882"/>
                  </a:lnTo>
                  <a:lnTo>
                    <a:pt x="15" y="877"/>
                  </a:lnTo>
                  <a:lnTo>
                    <a:pt x="15" y="877"/>
                  </a:lnTo>
                  <a:lnTo>
                    <a:pt x="25" y="873"/>
                  </a:lnTo>
                  <a:lnTo>
                    <a:pt x="35" y="871"/>
                  </a:lnTo>
                  <a:lnTo>
                    <a:pt x="44" y="868"/>
                  </a:lnTo>
                  <a:lnTo>
                    <a:pt x="53" y="866"/>
                  </a:lnTo>
                  <a:lnTo>
                    <a:pt x="61" y="866"/>
                  </a:lnTo>
                  <a:lnTo>
                    <a:pt x="66" y="865"/>
                  </a:lnTo>
                  <a:lnTo>
                    <a:pt x="70" y="865"/>
                  </a:lnTo>
                  <a:lnTo>
                    <a:pt x="71" y="865"/>
                  </a:lnTo>
                  <a:lnTo>
                    <a:pt x="71" y="865"/>
                  </a:lnTo>
                  <a:lnTo>
                    <a:pt x="71" y="866"/>
                  </a:lnTo>
                  <a:lnTo>
                    <a:pt x="72" y="869"/>
                  </a:lnTo>
                  <a:lnTo>
                    <a:pt x="72" y="874"/>
                  </a:lnTo>
                  <a:lnTo>
                    <a:pt x="73" y="878"/>
                  </a:lnTo>
                  <a:lnTo>
                    <a:pt x="72" y="884"/>
                  </a:lnTo>
                  <a:lnTo>
                    <a:pt x="70" y="889"/>
                  </a:lnTo>
                  <a:lnTo>
                    <a:pt x="67" y="894"/>
                  </a:lnTo>
                  <a:lnTo>
                    <a:pt x="62" y="899"/>
                  </a:lnTo>
                  <a:lnTo>
                    <a:pt x="62" y="899"/>
                  </a:lnTo>
                  <a:lnTo>
                    <a:pt x="58" y="903"/>
                  </a:lnTo>
                  <a:lnTo>
                    <a:pt x="56" y="908"/>
                  </a:lnTo>
                  <a:lnTo>
                    <a:pt x="57" y="913"/>
                  </a:lnTo>
                  <a:lnTo>
                    <a:pt x="60" y="918"/>
                  </a:lnTo>
                  <a:lnTo>
                    <a:pt x="64" y="923"/>
                  </a:lnTo>
                  <a:lnTo>
                    <a:pt x="69" y="927"/>
                  </a:lnTo>
                  <a:lnTo>
                    <a:pt x="74" y="929"/>
                  </a:lnTo>
                  <a:lnTo>
                    <a:pt x="79" y="930"/>
                  </a:lnTo>
                  <a:lnTo>
                    <a:pt x="79" y="930"/>
                  </a:lnTo>
                  <a:lnTo>
                    <a:pt x="82" y="931"/>
                  </a:lnTo>
                  <a:lnTo>
                    <a:pt x="83" y="935"/>
                  </a:lnTo>
                  <a:lnTo>
                    <a:pt x="82" y="940"/>
                  </a:lnTo>
                  <a:lnTo>
                    <a:pt x="81" y="946"/>
                  </a:lnTo>
                  <a:lnTo>
                    <a:pt x="79" y="952"/>
                  </a:lnTo>
                  <a:lnTo>
                    <a:pt x="78" y="958"/>
                  </a:lnTo>
                  <a:lnTo>
                    <a:pt x="79" y="963"/>
                  </a:lnTo>
                  <a:lnTo>
                    <a:pt x="82" y="966"/>
                  </a:lnTo>
                  <a:lnTo>
                    <a:pt x="82" y="966"/>
                  </a:lnTo>
                  <a:lnTo>
                    <a:pt x="86" y="968"/>
                  </a:lnTo>
                  <a:lnTo>
                    <a:pt x="89" y="969"/>
                  </a:lnTo>
                  <a:lnTo>
                    <a:pt x="91" y="972"/>
                  </a:lnTo>
                  <a:lnTo>
                    <a:pt x="94" y="973"/>
                  </a:lnTo>
                  <a:lnTo>
                    <a:pt x="96" y="975"/>
                  </a:lnTo>
                  <a:lnTo>
                    <a:pt x="100" y="978"/>
                  </a:lnTo>
                  <a:lnTo>
                    <a:pt x="107" y="983"/>
                  </a:lnTo>
                  <a:lnTo>
                    <a:pt x="115" y="989"/>
                  </a:lnTo>
                  <a:lnTo>
                    <a:pt x="115" y="989"/>
                  </a:lnTo>
                  <a:lnTo>
                    <a:pt x="123" y="995"/>
                  </a:lnTo>
                  <a:lnTo>
                    <a:pt x="130" y="997"/>
                  </a:lnTo>
                  <a:lnTo>
                    <a:pt x="135" y="997"/>
                  </a:lnTo>
                  <a:lnTo>
                    <a:pt x="138" y="995"/>
                  </a:lnTo>
                  <a:lnTo>
                    <a:pt x="139" y="991"/>
                  </a:lnTo>
                  <a:lnTo>
                    <a:pt x="139" y="987"/>
                  </a:lnTo>
                  <a:lnTo>
                    <a:pt x="136" y="981"/>
                  </a:lnTo>
                  <a:lnTo>
                    <a:pt x="132" y="975"/>
                  </a:lnTo>
                  <a:lnTo>
                    <a:pt x="132" y="975"/>
                  </a:lnTo>
                  <a:lnTo>
                    <a:pt x="126" y="968"/>
                  </a:lnTo>
                  <a:lnTo>
                    <a:pt x="120" y="964"/>
                  </a:lnTo>
                  <a:lnTo>
                    <a:pt x="114" y="960"/>
                  </a:lnTo>
                  <a:lnTo>
                    <a:pt x="109" y="956"/>
                  </a:lnTo>
                  <a:lnTo>
                    <a:pt x="106" y="954"/>
                  </a:lnTo>
                  <a:lnTo>
                    <a:pt x="107" y="951"/>
                  </a:lnTo>
                  <a:lnTo>
                    <a:pt x="111" y="950"/>
                  </a:lnTo>
                  <a:lnTo>
                    <a:pt x="121" y="949"/>
                  </a:lnTo>
                  <a:lnTo>
                    <a:pt x="121" y="949"/>
                  </a:lnTo>
                  <a:lnTo>
                    <a:pt x="132" y="948"/>
                  </a:lnTo>
                  <a:lnTo>
                    <a:pt x="142" y="945"/>
                  </a:lnTo>
                  <a:lnTo>
                    <a:pt x="149" y="942"/>
                  </a:lnTo>
                  <a:lnTo>
                    <a:pt x="156" y="939"/>
                  </a:lnTo>
                  <a:lnTo>
                    <a:pt x="161" y="935"/>
                  </a:lnTo>
                  <a:lnTo>
                    <a:pt x="164" y="933"/>
                  </a:lnTo>
                  <a:lnTo>
                    <a:pt x="165" y="931"/>
                  </a:lnTo>
                  <a:lnTo>
                    <a:pt x="166" y="930"/>
                  </a:lnTo>
                  <a:lnTo>
                    <a:pt x="166" y="930"/>
                  </a:lnTo>
                  <a:lnTo>
                    <a:pt x="167" y="930"/>
                  </a:lnTo>
                  <a:lnTo>
                    <a:pt x="168" y="931"/>
                  </a:lnTo>
                  <a:lnTo>
                    <a:pt x="170" y="932"/>
                  </a:lnTo>
                  <a:lnTo>
                    <a:pt x="174" y="934"/>
                  </a:lnTo>
                  <a:lnTo>
                    <a:pt x="178" y="936"/>
                  </a:lnTo>
                  <a:lnTo>
                    <a:pt x="183" y="938"/>
                  </a:lnTo>
                  <a:lnTo>
                    <a:pt x="189" y="941"/>
                  </a:lnTo>
                  <a:lnTo>
                    <a:pt x="196" y="944"/>
                  </a:lnTo>
                  <a:lnTo>
                    <a:pt x="196" y="944"/>
                  </a:lnTo>
                  <a:lnTo>
                    <a:pt x="203" y="946"/>
                  </a:lnTo>
                  <a:lnTo>
                    <a:pt x="211" y="947"/>
                  </a:lnTo>
                  <a:lnTo>
                    <a:pt x="217" y="947"/>
                  </a:lnTo>
                  <a:lnTo>
                    <a:pt x="224" y="947"/>
                  </a:lnTo>
                  <a:lnTo>
                    <a:pt x="229" y="949"/>
                  </a:lnTo>
                  <a:lnTo>
                    <a:pt x="235" y="952"/>
                  </a:lnTo>
                  <a:lnTo>
                    <a:pt x="240" y="959"/>
                  </a:lnTo>
                  <a:lnTo>
                    <a:pt x="244" y="969"/>
                  </a:lnTo>
                  <a:lnTo>
                    <a:pt x="244" y="969"/>
                  </a:lnTo>
                  <a:lnTo>
                    <a:pt x="248" y="981"/>
                  </a:lnTo>
                  <a:lnTo>
                    <a:pt x="252" y="989"/>
                  </a:lnTo>
                  <a:lnTo>
                    <a:pt x="256" y="995"/>
                  </a:lnTo>
                  <a:lnTo>
                    <a:pt x="259" y="999"/>
                  </a:lnTo>
                  <a:lnTo>
                    <a:pt x="261" y="1001"/>
                  </a:lnTo>
                  <a:lnTo>
                    <a:pt x="263" y="1002"/>
                  </a:lnTo>
                  <a:lnTo>
                    <a:pt x="264" y="1003"/>
                  </a:lnTo>
                  <a:lnTo>
                    <a:pt x="264" y="1003"/>
                  </a:lnTo>
                  <a:lnTo>
                    <a:pt x="264" y="1003"/>
                  </a:lnTo>
                  <a:lnTo>
                    <a:pt x="265" y="1002"/>
                  </a:lnTo>
                  <a:lnTo>
                    <a:pt x="267" y="998"/>
                  </a:lnTo>
                  <a:lnTo>
                    <a:pt x="270" y="994"/>
                  </a:lnTo>
                  <a:lnTo>
                    <a:pt x="273" y="989"/>
                  </a:lnTo>
                  <a:lnTo>
                    <a:pt x="278" y="984"/>
                  </a:lnTo>
                  <a:lnTo>
                    <a:pt x="282" y="981"/>
                  </a:lnTo>
                  <a:lnTo>
                    <a:pt x="287" y="980"/>
                  </a:lnTo>
                  <a:lnTo>
                    <a:pt x="291" y="981"/>
                  </a:lnTo>
                  <a:lnTo>
                    <a:pt x="291" y="981"/>
                  </a:lnTo>
                  <a:lnTo>
                    <a:pt x="293" y="982"/>
                  </a:lnTo>
                  <a:lnTo>
                    <a:pt x="291" y="981"/>
                  </a:lnTo>
                  <a:lnTo>
                    <a:pt x="286" y="978"/>
                  </a:lnTo>
                  <a:lnTo>
                    <a:pt x="280" y="973"/>
                  </a:lnTo>
                  <a:lnTo>
                    <a:pt x="273" y="967"/>
                  </a:lnTo>
                  <a:lnTo>
                    <a:pt x="267" y="963"/>
                  </a:lnTo>
                  <a:lnTo>
                    <a:pt x="263" y="959"/>
                  </a:lnTo>
                  <a:lnTo>
                    <a:pt x="261" y="958"/>
                  </a:lnTo>
                  <a:lnTo>
                    <a:pt x="264" y="922"/>
                  </a:lnTo>
                  <a:lnTo>
                    <a:pt x="264" y="922"/>
                  </a:lnTo>
                  <a:lnTo>
                    <a:pt x="262" y="922"/>
                  </a:lnTo>
                  <a:lnTo>
                    <a:pt x="257" y="922"/>
                  </a:lnTo>
                  <a:lnTo>
                    <a:pt x="248" y="921"/>
                  </a:lnTo>
                  <a:lnTo>
                    <a:pt x="239" y="919"/>
                  </a:lnTo>
                  <a:lnTo>
                    <a:pt x="228" y="918"/>
                  </a:lnTo>
                  <a:lnTo>
                    <a:pt x="218" y="915"/>
                  </a:lnTo>
                  <a:lnTo>
                    <a:pt x="208" y="912"/>
                  </a:lnTo>
                  <a:lnTo>
                    <a:pt x="199" y="907"/>
                  </a:lnTo>
                  <a:lnTo>
                    <a:pt x="199" y="907"/>
                  </a:lnTo>
                  <a:lnTo>
                    <a:pt x="193" y="902"/>
                  </a:lnTo>
                  <a:lnTo>
                    <a:pt x="188" y="896"/>
                  </a:lnTo>
                  <a:lnTo>
                    <a:pt x="184" y="891"/>
                  </a:lnTo>
                  <a:lnTo>
                    <a:pt x="179" y="885"/>
                  </a:lnTo>
                  <a:lnTo>
                    <a:pt x="174" y="880"/>
                  </a:lnTo>
                  <a:lnTo>
                    <a:pt x="166" y="875"/>
                  </a:lnTo>
                  <a:lnTo>
                    <a:pt x="157" y="869"/>
                  </a:lnTo>
                  <a:lnTo>
                    <a:pt x="143" y="865"/>
                  </a:lnTo>
                  <a:lnTo>
                    <a:pt x="143" y="865"/>
                  </a:lnTo>
                  <a:lnTo>
                    <a:pt x="133" y="861"/>
                  </a:lnTo>
                  <a:lnTo>
                    <a:pt x="130" y="856"/>
                  </a:lnTo>
                  <a:lnTo>
                    <a:pt x="133" y="851"/>
                  </a:lnTo>
                  <a:lnTo>
                    <a:pt x="139" y="846"/>
                  </a:lnTo>
                  <a:lnTo>
                    <a:pt x="148" y="842"/>
                  </a:lnTo>
                  <a:lnTo>
                    <a:pt x="157" y="838"/>
                  </a:lnTo>
                  <a:lnTo>
                    <a:pt x="163" y="836"/>
                  </a:lnTo>
                  <a:lnTo>
                    <a:pt x="166" y="835"/>
                  </a:lnTo>
                  <a:lnTo>
                    <a:pt x="166" y="835"/>
                  </a:lnTo>
                  <a:lnTo>
                    <a:pt x="168" y="835"/>
                  </a:lnTo>
                  <a:lnTo>
                    <a:pt x="174" y="835"/>
                  </a:lnTo>
                  <a:lnTo>
                    <a:pt x="182" y="834"/>
                  </a:lnTo>
                  <a:lnTo>
                    <a:pt x="192" y="833"/>
                  </a:lnTo>
                  <a:lnTo>
                    <a:pt x="203" y="831"/>
                  </a:lnTo>
                  <a:lnTo>
                    <a:pt x="215" y="828"/>
                  </a:lnTo>
                  <a:lnTo>
                    <a:pt x="225" y="824"/>
                  </a:lnTo>
                  <a:lnTo>
                    <a:pt x="233" y="817"/>
                  </a:lnTo>
                  <a:lnTo>
                    <a:pt x="233" y="817"/>
                  </a:lnTo>
                  <a:lnTo>
                    <a:pt x="240" y="811"/>
                  </a:lnTo>
                  <a:lnTo>
                    <a:pt x="247" y="805"/>
                  </a:lnTo>
                  <a:lnTo>
                    <a:pt x="254" y="800"/>
                  </a:lnTo>
                  <a:lnTo>
                    <a:pt x="263" y="797"/>
                  </a:lnTo>
                  <a:lnTo>
                    <a:pt x="270" y="794"/>
                  </a:lnTo>
                  <a:lnTo>
                    <a:pt x="278" y="793"/>
                  </a:lnTo>
                  <a:lnTo>
                    <a:pt x="287" y="793"/>
                  </a:lnTo>
                  <a:lnTo>
                    <a:pt x="297" y="795"/>
                  </a:lnTo>
                  <a:lnTo>
                    <a:pt x="297" y="795"/>
                  </a:lnTo>
                  <a:lnTo>
                    <a:pt x="310" y="796"/>
                  </a:lnTo>
                  <a:lnTo>
                    <a:pt x="312" y="791"/>
                  </a:lnTo>
                  <a:lnTo>
                    <a:pt x="312" y="784"/>
                  </a:lnTo>
                  <a:lnTo>
                    <a:pt x="317" y="781"/>
                  </a:lnTo>
                  <a:lnTo>
                    <a:pt x="317" y="781"/>
                  </a:lnTo>
                  <a:lnTo>
                    <a:pt x="320" y="781"/>
                  </a:lnTo>
                  <a:lnTo>
                    <a:pt x="318" y="779"/>
                  </a:lnTo>
                  <a:lnTo>
                    <a:pt x="314" y="777"/>
                  </a:lnTo>
                  <a:lnTo>
                    <a:pt x="307" y="773"/>
                  </a:lnTo>
                  <a:lnTo>
                    <a:pt x="299" y="767"/>
                  </a:lnTo>
                  <a:lnTo>
                    <a:pt x="291" y="761"/>
                  </a:lnTo>
                  <a:lnTo>
                    <a:pt x="284" y="753"/>
                  </a:lnTo>
                  <a:lnTo>
                    <a:pt x="280" y="744"/>
                  </a:lnTo>
                  <a:lnTo>
                    <a:pt x="280" y="744"/>
                  </a:lnTo>
                  <a:lnTo>
                    <a:pt x="278" y="734"/>
                  </a:lnTo>
                  <a:lnTo>
                    <a:pt x="276" y="726"/>
                  </a:lnTo>
                  <a:lnTo>
                    <a:pt x="276" y="718"/>
                  </a:lnTo>
                  <a:lnTo>
                    <a:pt x="276" y="712"/>
                  </a:lnTo>
                  <a:lnTo>
                    <a:pt x="277" y="708"/>
                  </a:lnTo>
                  <a:lnTo>
                    <a:pt x="277" y="705"/>
                  </a:lnTo>
                  <a:lnTo>
                    <a:pt x="278" y="703"/>
                  </a:lnTo>
                  <a:lnTo>
                    <a:pt x="278" y="702"/>
                  </a:lnTo>
                  <a:lnTo>
                    <a:pt x="278" y="702"/>
                  </a:lnTo>
                  <a:lnTo>
                    <a:pt x="277" y="703"/>
                  </a:lnTo>
                  <a:lnTo>
                    <a:pt x="273" y="707"/>
                  </a:lnTo>
                  <a:lnTo>
                    <a:pt x="267" y="712"/>
                  </a:lnTo>
                  <a:lnTo>
                    <a:pt x="261" y="720"/>
                  </a:lnTo>
                  <a:lnTo>
                    <a:pt x="254" y="728"/>
                  </a:lnTo>
                  <a:lnTo>
                    <a:pt x="250" y="736"/>
                  </a:lnTo>
                  <a:lnTo>
                    <a:pt x="246" y="745"/>
                  </a:lnTo>
                  <a:lnTo>
                    <a:pt x="246" y="753"/>
                  </a:lnTo>
                  <a:lnTo>
                    <a:pt x="246" y="753"/>
                  </a:lnTo>
                  <a:lnTo>
                    <a:pt x="246" y="761"/>
                  </a:lnTo>
                  <a:lnTo>
                    <a:pt x="245" y="767"/>
                  </a:lnTo>
                  <a:lnTo>
                    <a:pt x="243" y="774"/>
                  </a:lnTo>
                  <a:lnTo>
                    <a:pt x="239" y="779"/>
                  </a:lnTo>
                  <a:lnTo>
                    <a:pt x="235" y="782"/>
                  </a:lnTo>
                  <a:lnTo>
                    <a:pt x="229" y="785"/>
                  </a:lnTo>
                  <a:lnTo>
                    <a:pt x="223" y="786"/>
                  </a:lnTo>
                  <a:lnTo>
                    <a:pt x="216" y="787"/>
                  </a:lnTo>
                  <a:lnTo>
                    <a:pt x="216" y="787"/>
                  </a:lnTo>
                  <a:lnTo>
                    <a:pt x="210" y="788"/>
                  </a:lnTo>
                  <a:lnTo>
                    <a:pt x="204" y="791"/>
                  </a:lnTo>
                  <a:lnTo>
                    <a:pt x="200" y="796"/>
                  </a:lnTo>
                  <a:lnTo>
                    <a:pt x="197" y="800"/>
                  </a:lnTo>
                  <a:lnTo>
                    <a:pt x="194" y="805"/>
                  </a:lnTo>
                  <a:lnTo>
                    <a:pt x="190" y="808"/>
                  </a:lnTo>
                  <a:lnTo>
                    <a:pt x="186" y="810"/>
                  </a:lnTo>
                  <a:lnTo>
                    <a:pt x="180" y="809"/>
                  </a:lnTo>
                  <a:lnTo>
                    <a:pt x="180" y="809"/>
                  </a:lnTo>
                  <a:lnTo>
                    <a:pt x="174" y="806"/>
                  </a:lnTo>
                  <a:lnTo>
                    <a:pt x="167" y="801"/>
                  </a:lnTo>
                  <a:lnTo>
                    <a:pt x="161" y="796"/>
                  </a:lnTo>
                  <a:lnTo>
                    <a:pt x="156" y="790"/>
                  </a:lnTo>
                  <a:lnTo>
                    <a:pt x="150" y="785"/>
                  </a:lnTo>
                  <a:lnTo>
                    <a:pt x="146" y="780"/>
                  </a:lnTo>
                  <a:lnTo>
                    <a:pt x="144" y="777"/>
                  </a:lnTo>
                  <a:lnTo>
                    <a:pt x="143" y="776"/>
                  </a:lnTo>
                  <a:lnTo>
                    <a:pt x="143" y="776"/>
                  </a:lnTo>
                  <a:lnTo>
                    <a:pt x="144" y="774"/>
                  </a:lnTo>
                  <a:lnTo>
                    <a:pt x="146" y="768"/>
                  </a:lnTo>
                  <a:lnTo>
                    <a:pt x="148" y="760"/>
                  </a:lnTo>
                  <a:lnTo>
                    <a:pt x="150" y="751"/>
                  </a:lnTo>
                  <a:lnTo>
                    <a:pt x="151" y="742"/>
                  </a:lnTo>
                  <a:lnTo>
                    <a:pt x="150" y="734"/>
                  </a:lnTo>
                  <a:lnTo>
                    <a:pt x="146" y="728"/>
                  </a:lnTo>
                  <a:lnTo>
                    <a:pt x="140" y="725"/>
                  </a:lnTo>
                  <a:lnTo>
                    <a:pt x="140" y="725"/>
                  </a:lnTo>
                  <a:lnTo>
                    <a:pt x="134" y="723"/>
                  </a:lnTo>
                  <a:lnTo>
                    <a:pt x="131" y="721"/>
                  </a:lnTo>
                  <a:lnTo>
                    <a:pt x="130" y="716"/>
                  </a:lnTo>
                  <a:lnTo>
                    <a:pt x="132" y="712"/>
                  </a:lnTo>
                  <a:lnTo>
                    <a:pt x="133" y="708"/>
                  </a:lnTo>
                  <a:lnTo>
                    <a:pt x="135" y="702"/>
                  </a:lnTo>
                  <a:lnTo>
                    <a:pt x="136" y="697"/>
                  </a:lnTo>
                  <a:lnTo>
                    <a:pt x="135" y="691"/>
                  </a:lnTo>
                  <a:lnTo>
                    <a:pt x="135" y="691"/>
                  </a:lnTo>
                  <a:lnTo>
                    <a:pt x="132" y="684"/>
                  </a:lnTo>
                  <a:lnTo>
                    <a:pt x="129" y="676"/>
                  </a:lnTo>
                  <a:lnTo>
                    <a:pt x="126" y="667"/>
                  </a:lnTo>
                  <a:lnTo>
                    <a:pt x="123" y="658"/>
                  </a:lnTo>
                  <a:lnTo>
                    <a:pt x="121" y="649"/>
                  </a:lnTo>
                  <a:lnTo>
                    <a:pt x="121" y="641"/>
                  </a:lnTo>
                  <a:lnTo>
                    <a:pt x="122" y="634"/>
                  </a:lnTo>
                  <a:lnTo>
                    <a:pt x="126" y="629"/>
                  </a:lnTo>
                  <a:lnTo>
                    <a:pt x="126" y="629"/>
                  </a:lnTo>
                  <a:lnTo>
                    <a:pt x="130" y="625"/>
                  </a:lnTo>
                  <a:lnTo>
                    <a:pt x="132" y="621"/>
                  </a:lnTo>
                  <a:lnTo>
                    <a:pt x="132" y="617"/>
                  </a:lnTo>
                  <a:lnTo>
                    <a:pt x="131" y="613"/>
                  </a:lnTo>
                  <a:lnTo>
                    <a:pt x="130" y="610"/>
                  </a:lnTo>
                  <a:lnTo>
                    <a:pt x="128" y="605"/>
                  </a:lnTo>
                  <a:lnTo>
                    <a:pt x="126" y="601"/>
                  </a:lnTo>
                  <a:lnTo>
                    <a:pt x="124" y="595"/>
                  </a:lnTo>
                  <a:lnTo>
                    <a:pt x="124" y="595"/>
                  </a:lnTo>
                  <a:lnTo>
                    <a:pt x="122" y="590"/>
                  </a:lnTo>
                  <a:lnTo>
                    <a:pt x="119" y="586"/>
                  </a:lnTo>
                  <a:lnTo>
                    <a:pt x="115" y="583"/>
                  </a:lnTo>
                  <a:lnTo>
                    <a:pt x="111" y="584"/>
                  </a:lnTo>
                  <a:lnTo>
                    <a:pt x="106" y="586"/>
                  </a:lnTo>
                  <a:lnTo>
                    <a:pt x="101" y="592"/>
                  </a:lnTo>
                  <a:lnTo>
                    <a:pt x="98" y="602"/>
                  </a:lnTo>
                  <a:lnTo>
                    <a:pt x="95" y="615"/>
                  </a:lnTo>
                  <a:lnTo>
                    <a:pt x="95" y="615"/>
                  </a:lnTo>
                  <a:lnTo>
                    <a:pt x="93" y="629"/>
                  </a:lnTo>
                  <a:lnTo>
                    <a:pt x="90" y="636"/>
                  </a:lnTo>
                  <a:lnTo>
                    <a:pt x="86" y="639"/>
                  </a:lnTo>
                  <a:lnTo>
                    <a:pt x="82" y="638"/>
                  </a:lnTo>
                  <a:lnTo>
                    <a:pt x="77" y="635"/>
                  </a:lnTo>
                  <a:lnTo>
                    <a:pt x="72" y="630"/>
                  </a:lnTo>
                  <a:lnTo>
                    <a:pt x="67" y="624"/>
                  </a:lnTo>
                  <a:lnTo>
                    <a:pt x="62" y="617"/>
                  </a:lnTo>
                  <a:lnTo>
                    <a:pt x="62" y="617"/>
                  </a:lnTo>
                  <a:lnTo>
                    <a:pt x="58" y="611"/>
                  </a:lnTo>
                  <a:lnTo>
                    <a:pt x="56" y="606"/>
                  </a:lnTo>
                  <a:lnTo>
                    <a:pt x="54" y="601"/>
                  </a:lnTo>
                  <a:lnTo>
                    <a:pt x="54" y="596"/>
                  </a:lnTo>
                  <a:lnTo>
                    <a:pt x="56" y="591"/>
                  </a:lnTo>
                  <a:lnTo>
                    <a:pt x="58" y="586"/>
                  </a:lnTo>
                  <a:lnTo>
                    <a:pt x="59" y="580"/>
                  </a:lnTo>
                  <a:lnTo>
                    <a:pt x="60" y="573"/>
                  </a:lnTo>
                  <a:lnTo>
                    <a:pt x="60" y="573"/>
                  </a:lnTo>
                  <a:lnTo>
                    <a:pt x="62" y="567"/>
                  </a:lnTo>
                  <a:lnTo>
                    <a:pt x="66" y="564"/>
                  </a:lnTo>
                  <a:lnTo>
                    <a:pt x="72" y="563"/>
                  </a:lnTo>
                  <a:lnTo>
                    <a:pt x="78" y="564"/>
                  </a:lnTo>
                  <a:lnTo>
                    <a:pt x="85" y="564"/>
                  </a:lnTo>
                  <a:lnTo>
                    <a:pt x="92" y="564"/>
                  </a:lnTo>
                  <a:lnTo>
                    <a:pt x="98" y="563"/>
                  </a:lnTo>
                  <a:lnTo>
                    <a:pt x="103" y="559"/>
                  </a:lnTo>
                  <a:lnTo>
                    <a:pt x="103" y="559"/>
                  </a:lnTo>
                  <a:lnTo>
                    <a:pt x="111" y="552"/>
                  </a:lnTo>
                  <a:lnTo>
                    <a:pt x="116" y="550"/>
                  </a:lnTo>
                  <a:lnTo>
                    <a:pt x="120" y="547"/>
                  </a:lnTo>
                  <a:lnTo>
                    <a:pt x="124" y="537"/>
                  </a:lnTo>
                  <a:lnTo>
                    <a:pt x="124" y="537"/>
                  </a:lnTo>
                  <a:lnTo>
                    <a:pt x="125" y="530"/>
                  </a:lnTo>
                  <a:lnTo>
                    <a:pt x="126" y="525"/>
                  </a:lnTo>
                  <a:lnTo>
                    <a:pt x="127" y="521"/>
                  </a:lnTo>
                  <a:lnTo>
                    <a:pt x="129" y="519"/>
                  </a:lnTo>
                  <a:lnTo>
                    <a:pt x="131" y="516"/>
                  </a:lnTo>
                  <a:lnTo>
                    <a:pt x="136" y="515"/>
                  </a:lnTo>
                  <a:lnTo>
                    <a:pt x="143" y="514"/>
                  </a:lnTo>
                  <a:lnTo>
                    <a:pt x="154" y="513"/>
                  </a:lnTo>
                  <a:lnTo>
                    <a:pt x="154" y="513"/>
                  </a:lnTo>
                  <a:lnTo>
                    <a:pt x="165" y="511"/>
                  </a:lnTo>
                  <a:lnTo>
                    <a:pt x="170" y="508"/>
                  </a:lnTo>
                  <a:lnTo>
                    <a:pt x="172" y="503"/>
                  </a:lnTo>
                  <a:lnTo>
                    <a:pt x="171" y="497"/>
                  </a:lnTo>
                  <a:lnTo>
                    <a:pt x="168" y="490"/>
                  </a:lnTo>
                  <a:lnTo>
                    <a:pt x="165" y="482"/>
                  </a:lnTo>
                  <a:lnTo>
                    <a:pt x="161" y="475"/>
                  </a:lnTo>
                  <a:lnTo>
                    <a:pt x="158" y="466"/>
                  </a:lnTo>
                  <a:lnTo>
                    <a:pt x="158" y="466"/>
                  </a:lnTo>
                  <a:lnTo>
                    <a:pt x="156" y="458"/>
                  </a:lnTo>
                  <a:lnTo>
                    <a:pt x="152" y="451"/>
                  </a:lnTo>
                  <a:lnTo>
                    <a:pt x="150" y="443"/>
                  </a:lnTo>
                  <a:lnTo>
                    <a:pt x="146" y="436"/>
                  </a:lnTo>
                  <a:lnTo>
                    <a:pt x="143" y="429"/>
                  </a:lnTo>
                  <a:lnTo>
                    <a:pt x="138" y="423"/>
                  </a:lnTo>
                  <a:lnTo>
                    <a:pt x="133" y="416"/>
                  </a:lnTo>
                  <a:lnTo>
                    <a:pt x="126" y="410"/>
                  </a:lnTo>
                  <a:lnTo>
                    <a:pt x="126" y="410"/>
                  </a:lnTo>
                  <a:lnTo>
                    <a:pt x="119" y="404"/>
                  </a:lnTo>
                  <a:lnTo>
                    <a:pt x="113" y="397"/>
                  </a:lnTo>
                  <a:lnTo>
                    <a:pt x="107" y="388"/>
                  </a:lnTo>
                  <a:lnTo>
                    <a:pt x="102" y="379"/>
                  </a:lnTo>
                  <a:lnTo>
                    <a:pt x="98" y="370"/>
                  </a:lnTo>
                  <a:lnTo>
                    <a:pt x="96" y="360"/>
                  </a:lnTo>
                  <a:lnTo>
                    <a:pt x="95" y="351"/>
                  </a:lnTo>
                  <a:lnTo>
                    <a:pt x="95" y="342"/>
                  </a:lnTo>
                  <a:lnTo>
                    <a:pt x="95" y="342"/>
                  </a:lnTo>
                  <a:lnTo>
                    <a:pt x="94" y="335"/>
                  </a:lnTo>
                  <a:lnTo>
                    <a:pt x="91" y="331"/>
                  </a:lnTo>
                  <a:lnTo>
                    <a:pt x="86" y="328"/>
                  </a:lnTo>
                  <a:lnTo>
                    <a:pt x="81" y="325"/>
                  </a:lnTo>
                  <a:lnTo>
                    <a:pt x="76" y="323"/>
                  </a:lnTo>
                  <a:lnTo>
                    <a:pt x="73" y="319"/>
                  </a:lnTo>
                  <a:lnTo>
                    <a:pt x="72" y="312"/>
                  </a:lnTo>
                  <a:lnTo>
                    <a:pt x="76" y="303"/>
                  </a:lnTo>
                  <a:lnTo>
                    <a:pt x="76" y="303"/>
                  </a:lnTo>
                  <a:lnTo>
                    <a:pt x="81" y="292"/>
                  </a:lnTo>
                  <a:lnTo>
                    <a:pt x="83" y="282"/>
                  </a:lnTo>
                  <a:lnTo>
                    <a:pt x="84" y="271"/>
                  </a:lnTo>
                  <a:lnTo>
                    <a:pt x="84" y="261"/>
                  </a:lnTo>
                  <a:lnTo>
                    <a:pt x="82" y="253"/>
                  </a:lnTo>
                  <a:lnTo>
                    <a:pt x="81" y="247"/>
                  </a:lnTo>
                  <a:lnTo>
                    <a:pt x="80" y="242"/>
                  </a:lnTo>
                  <a:lnTo>
                    <a:pt x="79" y="241"/>
                  </a:lnTo>
                  <a:lnTo>
                    <a:pt x="79" y="241"/>
                  </a:lnTo>
                  <a:lnTo>
                    <a:pt x="81" y="238"/>
                  </a:lnTo>
                  <a:lnTo>
                    <a:pt x="86" y="230"/>
                  </a:lnTo>
                  <a:lnTo>
                    <a:pt x="93" y="222"/>
                  </a:lnTo>
                  <a:lnTo>
                    <a:pt x="103" y="215"/>
                  </a:lnTo>
                  <a:lnTo>
                    <a:pt x="103" y="215"/>
                  </a:lnTo>
                  <a:lnTo>
                    <a:pt x="108" y="212"/>
                  </a:lnTo>
                  <a:lnTo>
                    <a:pt x="109" y="206"/>
                  </a:lnTo>
                  <a:lnTo>
                    <a:pt x="109" y="198"/>
                  </a:lnTo>
                  <a:lnTo>
                    <a:pt x="109" y="189"/>
                  </a:lnTo>
                  <a:lnTo>
                    <a:pt x="109" y="180"/>
                  </a:lnTo>
                  <a:lnTo>
                    <a:pt x="111" y="171"/>
                  </a:lnTo>
                  <a:lnTo>
                    <a:pt x="116" y="162"/>
                  </a:lnTo>
                  <a:lnTo>
                    <a:pt x="124" y="157"/>
                  </a:lnTo>
                  <a:lnTo>
                    <a:pt x="124" y="157"/>
                  </a:lnTo>
                  <a:lnTo>
                    <a:pt x="132" y="153"/>
                  </a:lnTo>
                  <a:lnTo>
                    <a:pt x="138" y="147"/>
                  </a:lnTo>
                  <a:lnTo>
                    <a:pt x="142" y="140"/>
                  </a:lnTo>
                  <a:lnTo>
                    <a:pt x="145" y="133"/>
                  </a:lnTo>
                  <a:lnTo>
                    <a:pt x="145" y="133"/>
                  </a:lnTo>
                  <a:lnTo>
                    <a:pt x="158" y="139"/>
                  </a:lnTo>
                  <a:lnTo>
                    <a:pt x="171" y="145"/>
                  </a:lnTo>
                  <a:lnTo>
                    <a:pt x="185" y="151"/>
                  </a:lnTo>
                  <a:lnTo>
                    <a:pt x="198" y="157"/>
                  </a:lnTo>
                  <a:lnTo>
                    <a:pt x="212" y="163"/>
                  </a:lnTo>
                  <a:lnTo>
                    <a:pt x="224" y="171"/>
                  </a:lnTo>
                  <a:lnTo>
                    <a:pt x="236" y="177"/>
                  </a:lnTo>
                  <a:lnTo>
                    <a:pt x="246" y="184"/>
                  </a:lnTo>
                  <a:lnTo>
                    <a:pt x="246" y="184"/>
                  </a:lnTo>
                  <a:lnTo>
                    <a:pt x="265" y="194"/>
                  </a:lnTo>
                  <a:lnTo>
                    <a:pt x="280" y="200"/>
                  </a:lnTo>
                  <a:lnTo>
                    <a:pt x="293" y="203"/>
                  </a:lnTo>
                  <a:lnTo>
                    <a:pt x="307" y="203"/>
                  </a:lnTo>
                  <a:lnTo>
                    <a:pt x="318" y="201"/>
                  </a:lnTo>
                  <a:lnTo>
                    <a:pt x="328" y="198"/>
                  </a:lnTo>
                  <a:lnTo>
                    <a:pt x="339" y="195"/>
                  </a:lnTo>
                  <a:lnTo>
                    <a:pt x="350" y="192"/>
                  </a:lnTo>
                  <a:lnTo>
                    <a:pt x="350" y="192"/>
                  </a:lnTo>
                  <a:lnTo>
                    <a:pt x="362" y="188"/>
                  </a:lnTo>
                  <a:lnTo>
                    <a:pt x="372" y="181"/>
                  </a:lnTo>
                  <a:lnTo>
                    <a:pt x="381" y="171"/>
                  </a:lnTo>
                  <a:lnTo>
                    <a:pt x="388" y="158"/>
                  </a:lnTo>
                  <a:lnTo>
                    <a:pt x="394" y="145"/>
                  </a:lnTo>
                  <a:lnTo>
                    <a:pt x="398" y="131"/>
                  </a:lnTo>
                  <a:lnTo>
                    <a:pt x="401" y="117"/>
                  </a:lnTo>
                  <a:lnTo>
                    <a:pt x="401" y="102"/>
                  </a:lnTo>
                  <a:lnTo>
                    <a:pt x="401" y="102"/>
                  </a:lnTo>
                  <a:lnTo>
                    <a:pt x="402" y="89"/>
                  </a:lnTo>
                  <a:lnTo>
                    <a:pt x="407" y="78"/>
                  </a:lnTo>
                  <a:lnTo>
                    <a:pt x="415" y="68"/>
                  </a:lnTo>
                  <a:lnTo>
                    <a:pt x="424" y="58"/>
                  </a:lnTo>
                  <a:lnTo>
                    <a:pt x="434" y="49"/>
                  </a:lnTo>
                  <a:lnTo>
                    <a:pt x="444" y="40"/>
                  </a:lnTo>
                  <a:lnTo>
                    <a:pt x="453" y="31"/>
                  </a:lnTo>
                  <a:lnTo>
                    <a:pt x="461" y="21"/>
                  </a:lnTo>
                  <a:lnTo>
                    <a:pt x="461" y="21"/>
                  </a:lnTo>
                  <a:lnTo>
                    <a:pt x="469" y="11"/>
                  </a:lnTo>
                  <a:lnTo>
                    <a:pt x="480" y="5"/>
                  </a:lnTo>
                  <a:lnTo>
                    <a:pt x="494" y="1"/>
                  </a:lnTo>
                  <a:lnTo>
                    <a:pt x="509" y="0"/>
                  </a:lnTo>
                  <a:lnTo>
                    <a:pt x="524" y="2"/>
                  </a:lnTo>
                  <a:lnTo>
                    <a:pt x="537" y="5"/>
                  </a:lnTo>
                  <a:lnTo>
                    <a:pt x="546" y="11"/>
                  </a:lnTo>
                  <a:lnTo>
                    <a:pt x="552" y="19"/>
                  </a:lnTo>
                  <a:lnTo>
                    <a:pt x="552" y="19"/>
                  </a:lnTo>
                  <a:lnTo>
                    <a:pt x="557" y="27"/>
                  </a:lnTo>
                  <a:lnTo>
                    <a:pt x="563" y="36"/>
                  </a:lnTo>
                  <a:lnTo>
                    <a:pt x="569" y="44"/>
                  </a:lnTo>
                  <a:lnTo>
                    <a:pt x="575" y="52"/>
                  </a:lnTo>
                  <a:lnTo>
                    <a:pt x="582" y="61"/>
                  </a:lnTo>
                  <a:lnTo>
                    <a:pt x="590" y="69"/>
                  </a:lnTo>
                  <a:lnTo>
                    <a:pt x="597" y="77"/>
                  </a:lnTo>
                  <a:lnTo>
                    <a:pt x="606" y="84"/>
                  </a:lnTo>
                  <a:lnTo>
                    <a:pt x="606" y="84"/>
                  </a:lnTo>
                  <a:lnTo>
                    <a:pt x="614" y="88"/>
                  </a:lnTo>
                  <a:lnTo>
                    <a:pt x="624" y="90"/>
                  </a:lnTo>
                  <a:lnTo>
                    <a:pt x="636" y="89"/>
                  </a:lnTo>
                  <a:lnTo>
                    <a:pt x="648" y="87"/>
                  </a:lnTo>
                  <a:lnTo>
                    <a:pt x="663" y="83"/>
                  </a:lnTo>
                  <a:lnTo>
                    <a:pt x="676" y="79"/>
                  </a:lnTo>
                  <a:lnTo>
                    <a:pt x="691" y="74"/>
                  </a:lnTo>
                  <a:lnTo>
                    <a:pt x="706" y="70"/>
                  </a:lnTo>
                  <a:lnTo>
                    <a:pt x="706" y="70"/>
                  </a:lnTo>
                  <a:lnTo>
                    <a:pt x="717" y="70"/>
                  </a:lnTo>
                  <a:lnTo>
                    <a:pt x="724" y="77"/>
                  </a:lnTo>
                  <a:lnTo>
                    <a:pt x="727" y="89"/>
                  </a:lnTo>
                  <a:lnTo>
                    <a:pt x="728" y="104"/>
                  </a:lnTo>
                  <a:lnTo>
                    <a:pt x="728" y="122"/>
                  </a:lnTo>
                  <a:lnTo>
                    <a:pt x="727" y="138"/>
                  </a:lnTo>
                  <a:lnTo>
                    <a:pt x="728" y="151"/>
                  </a:lnTo>
                  <a:lnTo>
                    <a:pt x="732" y="159"/>
                  </a:lnTo>
                  <a:lnTo>
                    <a:pt x="732" y="159"/>
                  </a:lnTo>
                  <a:lnTo>
                    <a:pt x="738" y="163"/>
                  </a:lnTo>
                  <a:lnTo>
                    <a:pt x="744" y="168"/>
                  </a:lnTo>
                  <a:lnTo>
                    <a:pt x="752" y="171"/>
                  </a:lnTo>
                  <a:lnTo>
                    <a:pt x="761" y="175"/>
                  </a:lnTo>
                  <a:lnTo>
                    <a:pt x="768" y="179"/>
                  </a:lnTo>
                  <a:lnTo>
                    <a:pt x="776" y="184"/>
                  </a:lnTo>
                  <a:lnTo>
                    <a:pt x="784" y="189"/>
                  </a:lnTo>
                  <a:lnTo>
                    <a:pt x="791" y="196"/>
                  </a:lnTo>
                  <a:lnTo>
                    <a:pt x="791" y="196"/>
                  </a:lnTo>
                  <a:lnTo>
                    <a:pt x="798" y="202"/>
                  </a:lnTo>
                  <a:lnTo>
                    <a:pt x="807" y="205"/>
                  </a:lnTo>
                  <a:lnTo>
                    <a:pt x="817" y="206"/>
                  </a:lnTo>
                  <a:lnTo>
                    <a:pt x="827" y="205"/>
                  </a:lnTo>
                  <a:lnTo>
                    <a:pt x="837" y="203"/>
                  </a:lnTo>
                  <a:lnTo>
                    <a:pt x="847" y="199"/>
                  </a:lnTo>
                  <a:lnTo>
                    <a:pt x="858" y="194"/>
                  </a:lnTo>
                  <a:lnTo>
                    <a:pt x="867" y="188"/>
                  </a:lnTo>
                  <a:lnTo>
                    <a:pt x="867" y="188"/>
                  </a:lnTo>
                  <a:lnTo>
                    <a:pt x="874" y="182"/>
                  </a:lnTo>
                  <a:lnTo>
                    <a:pt x="880" y="180"/>
                  </a:lnTo>
                  <a:lnTo>
                    <a:pt x="884" y="180"/>
                  </a:lnTo>
                  <a:lnTo>
                    <a:pt x="887" y="182"/>
                  </a:lnTo>
                  <a:lnTo>
                    <a:pt x="889" y="186"/>
                  </a:lnTo>
                  <a:lnTo>
                    <a:pt x="890" y="191"/>
                  </a:lnTo>
                  <a:lnTo>
                    <a:pt x="891" y="197"/>
                  </a:lnTo>
                  <a:lnTo>
                    <a:pt x="891" y="202"/>
                  </a:lnTo>
                  <a:lnTo>
                    <a:pt x="891" y="202"/>
                  </a:lnTo>
                  <a:lnTo>
                    <a:pt x="893" y="207"/>
                  </a:lnTo>
                  <a:lnTo>
                    <a:pt x="899" y="213"/>
                  </a:lnTo>
                  <a:lnTo>
                    <a:pt x="908" y="218"/>
                  </a:lnTo>
                  <a:lnTo>
                    <a:pt x="918" y="221"/>
                  </a:lnTo>
                  <a:lnTo>
                    <a:pt x="928" y="223"/>
                  </a:lnTo>
                  <a:lnTo>
                    <a:pt x="939" y="223"/>
                  </a:lnTo>
                  <a:lnTo>
                    <a:pt x="949" y="219"/>
                  </a:lnTo>
                  <a:lnTo>
                    <a:pt x="959" y="212"/>
                  </a:lnTo>
                  <a:lnTo>
                    <a:pt x="959" y="212"/>
                  </a:lnTo>
                  <a:lnTo>
                    <a:pt x="967" y="205"/>
                  </a:lnTo>
                  <a:lnTo>
                    <a:pt x="977" y="199"/>
                  </a:lnTo>
                  <a:lnTo>
                    <a:pt x="988" y="195"/>
                  </a:lnTo>
                  <a:lnTo>
                    <a:pt x="1000" y="192"/>
                  </a:lnTo>
                  <a:lnTo>
                    <a:pt x="1011" y="190"/>
                  </a:lnTo>
                  <a:lnTo>
                    <a:pt x="1020" y="189"/>
                  </a:lnTo>
                  <a:lnTo>
                    <a:pt x="1026" y="188"/>
                  </a:lnTo>
                  <a:lnTo>
                    <a:pt x="1028" y="188"/>
                  </a:lnTo>
                  <a:lnTo>
                    <a:pt x="1028" y="188"/>
                  </a:lnTo>
                  <a:lnTo>
                    <a:pt x="1031" y="191"/>
                  </a:lnTo>
                  <a:lnTo>
                    <a:pt x="1041" y="197"/>
                  </a:lnTo>
                  <a:lnTo>
                    <a:pt x="1055" y="206"/>
                  </a:lnTo>
                  <a:lnTo>
                    <a:pt x="1071" y="217"/>
                  </a:lnTo>
                  <a:lnTo>
                    <a:pt x="1087" y="226"/>
                  </a:lnTo>
                  <a:lnTo>
                    <a:pt x="1103" y="233"/>
                  </a:lnTo>
                  <a:lnTo>
                    <a:pt x="1116" y="236"/>
                  </a:lnTo>
                  <a:lnTo>
                    <a:pt x="1124" y="233"/>
                  </a:lnTo>
                  <a:lnTo>
                    <a:pt x="1124" y="233"/>
                  </a:lnTo>
                  <a:lnTo>
                    <a:pt x="1128" y="225"/>
                  </a:lnTo>
                  <a:lnTo>
                    <a:pt x="1131" y="217"/>
                  </a:lnTo>
                  <a:lnTo>
                    <a:pt x="1135" y="207"/>
                  </a:lnTo>
                  <a:lnTo>
                    <a:pt x="1139" y="199"/>
                  </a:lnTo>
                  <a:lnTo>
                    <a:pt x="1144" y="193"/>
                  </a:lnTo>
                  <a:lnTo>
                    <a:pt x="1151" y="190"/>
                  </a:lnTo>
                  <a:lnTo>
                    <a:pt x="1162" y="190"/>
                  </a:lnTo>
                  <a:lnTo>
                    <a:pt x="1175" y="196"/>
                  </a:lnTo>
                  <a:lnTo>
                    <a:pt x="1175" y="196"/>
                  </a:lnTo>
                  <a:lnTo>
                    <a:pt x="1185" y="201"/>
                  </a:lnTo>
                  <a:lnTo>
                    <a:pt x="1195" y="205"/>
                  </a:lnTo>
                  <a:lnTo>
                    <a:pt x="1207" y="208"/>
                  </a:lnTo>
                  <a:lnTo>
                    <a:pt x="1217" y="210"/>
                  </a:lnTo>
                  <a:lnTo>
                    <a:pt x="1226" y="211"/>
                  </a:lnTo>
                  <a:lnTo>
                    <a:pt x="1235" y="211"/>
                  </a:lnTo>
                  <a:lnTo>
                    <a:pt x="1242" y="210"/>
                  </a:lnTo>
                  <a:lnTo>
                    <a:pt x="1248" y="208"/>
                  </a:lnTo>
                  <a:lnTo>
                    <a:pt x="1248" y="208"/>
                  </a:lnTo>
                  <a:lnTo>
                    <a:pt x="1248" y="208"/>
                  </a:lnTo>
                  <a:lnTo>
                    <a:pt x="1248" y="208"/>
                  </a:lnTo>
                  <a:lnTo>
                    <a:pt x="1248" y="208"/>
                  </a:lnTo>
                  <a:lnTo>
                    <a:pt x="1248" y="208"/>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8965" name=""/>
            <p:cNvSpPr/>
            <p:nvPr/>
          </p:nvSpPr>
          <p:spPr>
            <a:xfrm>
              <a:off x="564840" y="3864600"/>
              <a:ext cx="26280" cy="17280"/>
            </a:xfrm>
            <a:custGeom>
              <a:avLst/>
              <a:gdLst/>
              <a:ahLst/>
              <a:rect l="l" t="t" r="r" b="b"/>
              <a:pathLst>
                <a:path w="149" h="108">
                  <a:moveTo>
                    <a:pt x="149" y="60"/>
                  </a:moveTo>
                  <a:lnTo>
                    <a:pt x="146" y="108"/>
                  </a:lnTo>
                  <a:lnTo>
                    <a:pt x="112" y="93"/>
                  </a:lnTo>
                  <a:lnTo>
                    <a:pt x="70" y="51"/>
                  </a:lnTo>
                  <a:lnTo>
                    <a:pt x="69" y="51"/>
                  </a:lnTo>
                  <a:lnTo>
                    <a:pt x="67" y="49"/>
                  </a:lnTo>
                  <a:lnTo>
                    <a:pt x="63" y="48"/>
                  </a:lnTo>
                  <a:lnTo>
                    <a:pt x="59" y="46"/>
                  </a:lnTo>
                  <a:lnTo>
                    <a:pt x="54" y="45"/>
                  </a:lnTo>
                  <a:lnTo>
                    <a:pt x="48" y="43"/>
                  </a:lnTo>
                  <a:lnTo>
                    <a:pt x="41" y="43"/>
                  </a:lnTo>
                  <a:lnTo>
                    <a:pt x="36" y="43"/>
                  </a:lnTo>
                  <a:lnTo>
                    <a:pt x="30" y="42"/>
                  </a:lnTo>
                  <a:lnTo>
                    <a:pt x="24" y="38"/>
                  </a:lnTo>
                  <a:lnTo>
                    <a:pt x="18" y="32"/>
                  </a:lnTo>
                  <a:lnTo>
                    <a:pt x="13" y="26"/>
                  </a:lnTo>
                  <a:lnTo>
                    <a:pt x="8" y="19"/>
                  </a:lnTo>
                  <a:lnTo>
                    <a:pt x="4" y="13"/>
                  </a:lnTo>
                  <a:lnTo>
                    <a:pt x="1" y="9"/>
                  </a:lnTo>
                  <a:lnTo>
                    <a:pt x="0" y="7"/>
                  </a:lnTo>
                  <a:lnTo>
                    <a:pt x="22" y="0"/>
                  </a:lnTo>
                  <a:lnTo>
                    <a:pt x="62" y="23"/>
                  </a:lnTo>
                  <a:lnTo>
                    <a:pt x="63" y="23"/>
                  </a:lnTo>
                  <a:lnTo>
                    <a:pt x="67" y="23"/>
                  </a:lnTo>
                  <a:lnTo>
                    <a:pt x="72" y="22"/>
                  </a:lnTo>
                  <a:lnTo>
                    <a:pt x="77" y="23"/>
                  </a:lnTo>
                  <a:lnTo>
                    <a:pt x="83" y="23"/>
                  </a:lnTo>
                  <a:lnTo>
                    <a:pt x="89" y="25"/>
                  </a:lnTo>
                  <a:lnTo>
                    <a:pt x="93" y="28"/>
                  </a:lnTo>
                  <a:lnTo>
                    <a:pt x="96" y="32"/>
                  </a:lnTo>
                  <a:lnTo>
                    <a:pt x="100" y="38"/>
                  </a:lnTo>
                  <a:lnTo>
                    <a:pt x="106" y="41"/>
                  </a:lnTo>
                  <a:lnTo>
                    <a:pt x="113" y="44"/>
                  </a:lnTo>
                  <a:lnTo>
                    <a:pt x="121" y="51"/>
                  </a:lnTo>
                  <a:lnTo>
                    <a:pt x="125" y="57"/>
                  </a:lnTo>
                  <a:lnTo>
                    <a:pt x="129" y="62"/>
                  </a:lnTo>
                  <a:lnTo>
                    <a:pt x="134" y="66"/>
                  </a:lnTo>
                  <a:lnTo>
                    <a:pt x="138" y="69"/>
                  </a:lnTo>
                  <a:lnTo>
                    <a:pt x="142" y="71"/>
                  </a:lnTo>
                  <a:lnTo>
                    <a:pt x="146" y="70"/>
                  </a:lnTo>
                  <a:lnTo>
                    <a:pt x="148" y="67"/>
                  </a:lnTo>
                  <a:lnTo>
                    <a:pt x="149" y="60"/>
                  </a:lnTo>
                  <a:close/>
                </a:path>
              </a:pathLst>
            </a:custGeom>
            <a:solidFill>
              <a:srgbClr val="33cc66"/>
            </a:solidFill>
            <a:ln w="0">
              <a:noFill/>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8966" name=""/>
            <p:cNvSpPr/>
            <p:nvPr/>
          </p:nvSpPr>
          <p:spPr>
            <a:xfrm>
              <a:off x="564840" y="3864600"/>
              <a:ext cx="26280" cy="17280"/>
            </a:xfrm>
            <a:custGeom>
              <a:avLst/>
              <a:gdLst/>
              <a:ahLst/>
              <a:rect l="l" t="t" r="r" b="b"/>
              <a:pathLst>
                <a:path w="149" h="108">
                  <a:moveTo>
                    <a:pt x="149" y="60"/>
                  </a:moveTo>
                  <a:lnTo>
                    <a:pt x="146" y="108"/>
                  </a:lnTo>
                  <a:lnTo>
                    <a:pt x="112" y="93"/>
                  </a:lnTo>
                  <a:lnTo>
                    <a:pt x="70" y="51"/>
                  </a:lnTo>
                  <a:lnTo>
                    <a:pt x="70" y="51"/>
                  </a:lnTo>
                  <a:lnTo>
                    <a:pt x="69" y="51"/>
                  </a:lnTo>
                  <a:lnTo>
                    <a:pt x="67" y="49"/>
                  </a:lnTo>
                  <a:lnTo>
                    <a:pt x="63" y="48"/>
                  </a:lnTo>
                  <a:lnTo>
                    <a:pt x="59" y="46"/>
                  </a:lnTo>
                  <a:lnTo>
                    <a:pt x="54" y="45"/>
                  </a:lnTo>
                  <a:lnTo>
                    <a:pt x="48" y="43"/>
                  </a:lnTo>
                  <a:lnTo>
                    <a:pt x="41" y="43"/>
                  </a:lnTo>
                  <a:lnTo>
                    <a:pt x="36" y="43"/>
                  </a:lnTo>
                  <a:lnTo>
                    <a:pt x="36" y="43"/>
                  </a:lnTo>
                  <a:lnTo>
                    <a:pt x="30" y="42"/>
                  </a:lnTo>
                  <a:lnTo>
                    <a:pt x="24" y="38"/>
                  </a:lnTo>
                  <a:lnTo>
                    <a:pt x="18" y="32"/>
                  </a:lnTo>
                  <a:lnTo>
                    <a:pt x="13" y="26"/>
                  </a:lnTo>
                  <a:lnTo>
                    <a:pt x="8" y="19"/>
                  </a:lnTo>
                  <a:lnTo>
                    <a:pt x="4" y="13"/>
                  </a:lnTo>
                  <a:lnTo>
                    <a:pt x="1" y="9"/>
                  </a:lnTo>
                  <a:lnTo>
                    <a:pt x="0" y="7"/>
                  </a:lnTo>
                  <a:lnTo>
                    <a:pt x="22" y="0"/>
                  </a:lnTo>
                  <a:lnTo>
                    <a:pt x="62" y="23"/>
                  </a:lnTo>
                  <a:lnTo>
                    <a:pt x="62" y="23"/>
                  </a:lnTo>
                  <a:lnTo>
                    <a:pt x="63" y="23"/>
                  </a:lnTo>
                  <a:lnTo>
                    <a:pt x="67" y="23"/>
                  </a:lnTo>
                  <a:lnTo>
                    <a:pt x="72" y="22"/>
                  </a:lnTo>
                  <a:lnTo>
                    <a:pt x="77" y="23"/>
                  </a:lnTo>
                  <a:lnTo>
                    <a:pt x="83" y="23"/>
                  </a:lnTo>
                  <a:lnTo>
                    <a:pt x="89" y="25"/>
                  </a:lnTo>
                  <a:lnTo>
                    <a:pt x="93" y="28"/>
                  </a:lnTo>
                  <a:lnTo>
                    <a:pt x="96" y="32"/>
                  </a:lnTo>
                  <a:lnTo>
                    <a:pt x="96" y="32"/>
                  </a:lnTo>
                  <a:lnTo>
                    <a:pt x="100" y="38"/>
                  </a:lnTo>
                  <a:lnTo>
                    <a:pt x="106" y="41"/>
                  </a:lnTo>
                  <a:lnTo>
                    <a:pt x="113" y="44"/>
                  </a:lnTo>
                  <a:lnTo>
                    <a:pt x="121" y="51"/>
                  </a:lnTo>
                  <a:lnTo>
                    <a:pt x="121" y="51"/>
                  </a:lnTo>
                  <a:lnTo>
                    <a:pt x="125" y="57"/>
                  </a:lnTo>
                  <a:lnTo>
                    <a:pt x="129" y="62"/>
                  </a:lnTo>
                  <a:lnTo>
                    <a:pt x="134" y="66"/>
                  </a:lnTo>
                  <a:lnTo>
                    <a:pt x="138" y="69"/>
                  </a:lnTo>
                  <a:lnTo>
                    <a:pt x="142" y="71"/>
                  </a:lnTo>
                  <a:lnTo>
                    <a:pt x="146" y="70"/>
                  </a:lnTo>
                  <a:lnTo>
                    <a:pt x="148" y="67"/>
                  </a:lnTo>
                  <a:lnTo>
                    <a:pt x="149" y="60"/>
                  </a:lnTo>
                </a:path>
              </a:pathLst>
            </a:custGeom>
            <a:noFill/>
            <a:ln w="0">
              <a:solidFill>
                <a:srgbClr val="000000"/>
              </a:solidFill>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8967" name=""/>
            <p:cNvSpPr/>
            <p:nvPr/>
          </p:nvSpPr>
          <p:spPr>
            <a:xfrm>
              <a:off x="555840" y="3869640"/>
              <a:ext cx="12600" cy="14040"/>
            </a:xfrm>
            <a:custGeom>
              <a:avLst/>
              <a:gdLst/>
              <a:ahLst/>
              <a:rect l="l" t="t" r="r" b="b"/>
              <a:pathLst>
                <a:path w="70" h="90">
                  <a:moveTo>
                    <a:pt x="58" y="42"/>
                  </a:moveTo>
                  <a:lnTo>
                    <a:pt x="69" y="28"/>
                  </a:lnTo>
                  <a:lnTo>
                    <a:pt x="69" y="27"/>
                  </a:lnTo>
                  <a:lnTo>
                    <a:pt x="70" y="25"/>
                  </a:lnTo>
                  <a:lnTo>
                    <a:pt x="70" y="20"/>
                  </a:lnTo>
                  <a:lnTo>
                    <a:pt x="69" y="16"/>
                  </a:lnTo>
                  <a:lnTo>
                    <a:pt x="67" y="12"/>
                  </a:lnTo>
                  <a:lnTo>
                    <a:pt x="63" y="8"/>
                  </a:lnTo>
                  <a:lnTo>
                    <a:pt x="57" y="5"/>
                  </a:lnTo>
                  <a:lnTo>
                    <a:pt x="46" y="2"/>
                  </a:lnTo>
                  <a:lnTo>
                    <a:pt x="35" y="0"/>
                  </a:lnTo>
                  <a:lnTo>
                    <a:pt x="24" y="0"/>
                  </a:lnTo>
                  <a:lnTo>
                    <a:pt x="14" y="0"/>
                  </a:lnTo>
                  <a:lnTo>
                    <a:pt x="7" y="1"/>
                  </a:lnTo>
                  <a:lnTo>
                    <a:pt x="2" y="4"/>
                  </a:lnTo>
                  <a:lnTo>
                    <a:pt x="0" y="8"/>
                  </a:lnTo>
                  <a:lnTo>
                    <a:pt x="2" y="14"/>
                  </a:lnTo>
                  <a:lnTo>
                    <a:pt x="8" y="22"/>
                  </a:lnTo>
                  <a:lnTo>
                    <a:pt x="16" y="33"/>
                  </a:lnTo>
                  <a:lnTo>
                    <a:pt x="24" y="43"/>
                  </a:lnTo>
                  <a:lnTo>
                    <a:pt x="30" y="53"/>
                  </a:lnTo>
                  <a:lnTo>
                    <a:pt x="36" y="63"/>
                  </a:lnTo>
                  <a:lnTo>
                    <a:pt x="41" y="72"/>
                  </a:lnTo>
                  <a:lnTo>
                    <a:pt x="46" y="81"/>
                  </a:lnTo>
                  <a:lnTo>
                    <a:pt x="51" y="87"/>
                  </a:lnTo>
                  <a:lnTo>
                    <a:pt x="55" y="90"/>
                  </a:lnTo>
                  <a:lnTo>
                    <a:pt x="59" y="90"/>
                  </a:lnTo>
                  <a:lnTo>
                    <a:pt x="61" y="87"/>
                  </a:lnTo>
                  <a:lnTo>
                    <a:pt x="63" y="82"/>
                  </a:lnTo>
                  <a:lnTo>
                    <a:pt x="65" y="76"/>
                  </a:lnTo>
                  <a:lnTo>
                    <a:pt x="65" y="69"/>
                  </a:lnTo>
                  <a:lnTo>
                    <a:pt x="66" y="64"/>
                  </a:lnTo>
                  <a:lnTo>
                    <a:pt x="66" y="60"/>
                  </a:lnTo>
                  <a:lnTo>
                    <a:pt x="66" y="58"/>
                  </a:lnTo>
                  <a:lnTo>
                    <a:pt x="58" y="42"/>
                  </a:lnTo>
                  <a:close/>
                </a:path>
              </a:pathLst>
            </a:custGeom>
            <a:solidFill>
              <a:srgbClr val="33cc66"/>
            </a:solidFill>
            <a:ln w="0">
              <a:no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8968" name=""/>
            <p:cNvSpPr/>
            <p:nvPr/>
          </p:nvSpPr>
          <p:spPr>
            <a:xfrm>
              <a:off x="555840" y="3869640"/>
              <a:ext cx="12600" cy="14040"/>
            </a:xfrm>
            <a:custGeom>
              <a:avLst/>
              <a:gdLst/>
              <a:ahLst/>
              <a:rect l="l" t="t" r="r" b="b"/>
              <a:pathLst>
                <a:path w="70" h="90">
                  <a:moveTo>
                    <a:pt x="58" y="42"/>
                  </a:moveTo>
                  <a:lnTo>
                    <a:pt x="69" y="28"/>
                  </a:lnTo>
                  <a:lnTo>
                    <a:pt x="69" y="28"/>
                  </a:lnTo>
                  <a:lnTo>
                    <a:pt x="69" y="27"/>
                  </a:lnTo>
                  <a:lnTo>
                    <a:pt x="70" y="25"/>
                  </a:lnTo>
                  <a:lnTo>
                    <a:pt x="70" y="20"/>
                  </a:lnTo>
                  <a:lnTo>
                    <a:pt x="69" y="16"/>
                  </a:lnTo>
                  <a:lnTo>
                    <a:pt x="67" y="12"/>
                  </a:lnTo>
                  <a:lnTo>
                    <a:pt x="63" y="8"/>
                  </a:lnTo>
                  <a:lnTo>
                    <a:pt x="57" y="5"/>
                  </a:lnTo>
                  <a:lnTo>
                    <a:pt x="46" y="2"/>
                  </a:lnTo>
                  <a:lnTo>
                    <a:pt x="46" y="2"/>
                  </a:lnTo>
                  <a:lnTo>
                    <a:pt x="35" y="0"/>
                  </a:lnTo>
                  <a:lnTo>
                    <a:pt x="24" y="0"/>
                  </a:lnTo>
                  <a:lnTo>
                    <a:pt x="14" y="0"/>
                  </a:lnTo>
                  <a:lnTo>
                    <a:pt x="7" y="1"/>
                  </a:lnTo>
                  <a:lnTo>
                    <a:pt x="2" y="4"/>
                  </a:lnTo>
                  <a:lnTo>
                    <a:pt x="0" y="8"/>
                  </a:lnTo>
                  <a:lnTo>
                    <a:pt x="2" y="14"/>
                  </a:lnTo>
                  <a:lnTo>
                    <a:pt x="8" y="22"/>
                  </a:lnTo>
                  <a:lnTo>
                    <a:pt x="8" y="22"/>
                  </a:lnTo>
                  <a:lnTo>
                    <a:pt x="16" y="33"/>
                  </a:lnTo>
                  <a:lnTo>
                    <a:pt x="24" y="43"/>
                  </a:lnTo>
                  <a:lnTo>
                    <a:pt x="30" y="53"/>
                  </a:lnTo>
                  <a:lnTo>
                    <a:pt x="36" y="63"/>
                  </a:lnTo>
                  <a:lnTo>
                    <a:pt x="41" y="72"/>
                  </a:lnTo>
                  <a:lnTo>
                    <a:pt x="46" y="81"/>
                  </a:lnTo>
                  <a:lnTo>
                    <a:pt x="51" y="87"/>
                  </a:lnTo>
                  <a:lnTo>
                    <a:pt x="55" y="90"/>
                  </a:lnTo>
                  <a:lnTo>
                    <a:pt x="55" y="90"/>
                  </a:lnTo>
                  <a:lnTo>
                    <a:pt x="59" y="90"/>
                  </a:lnTo>
                  <a:lnTo>
                    <a:pt x="61" y="87"/>
                  </a:lnTo>
                  <a:lnTo>
                    <a:pt x="63" y="82"/>
                  </a:lnTo>
                  <a:lnTo>
                    <a:pt x="65" y="76"/>
                  </a:lnTo>
                  <a:lnTo>
                    <a:pt x="65" y="69"/>
                  </a:lnTo>
                  <a:lnTo>
                    <a:pt x="66" y="64"/>
                  </a:lnTo>
                  <a:lnTo>
                    <a:pt x="66" y="60"/>
                  </a:lnTo>
                  <a:lnTo>
                    <a:pt x="66" y="58"/>
                  </a:lnTo>
                  <a:lnTo>
                    <a:pt x="58" y="42"/>
                  </a:lnTo>
                </a:path>
              </a:pathLst>
            </a:custGeom>
            <a:noFill/>
            <a:ln w="0">
              <a:solidFill>
                <a:srgbClr val="000000"/>
              </a:solid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8969" name=""/>
            <p:cNvSpPr/>
            <p:nvPr/>
          </p:nvSpPr>
          <p:spPr>
            <a:xfrm>
              <a:off x="548640" y="3888000"/>
              <a:ext cx="8280" cy="5760"/>
            </a:xfrm>
            <a:custGeom>
              <a:avLst/>
              <a:gdLst/>
              <a:ahLst/>
              <a:rect l="l" t="t" r="r" b="b"/>
              <a:pathLst>
                <a:path w="48" h="38">
                  <a:moveTo>
                    <a:pt x="33" y="0"/>
                  </a:moveTo>
                  <a:lnTo>
                    <a:pt x="48" y="34"/>
                  </a:lnTo>
                  <a:lnTo>
                    <a:pt x="46" y="36"/>
                  </a:lnTo>
                  <a:lnTo>
                    <a:pt x="40" y="38"/>
                  </a:lnTo>
                  <a:lnTo>
                    <a:pt x="30" y="37"/>
                  </a:lnTo>
                  <a:lnTo>
                    <a:pt x="19" y="28"/>
                  </a:lnTo>
                  <a:lnTo>
                    <a:pt x="9" y="16"/>
                  </a:lnTo>
                  <a:lnTo>
                    <a:pt x="4" y="8"/>
                  </a:lnTo>
                  <a:lnTo>
                    <a:pt x="1" y="4"/>
                  </a:lnTo>
                  <a:lnTo>
                    <a:pt x="0" y="3"/>
                  </a:lnTo>
                  <a:lnTo>
                    <a:pt x="1" y="3"/>
                  </a:lnTo>
                  <a:lnTo>
                    <a:pt x="5" y="3"/>
                  </a:lnTo>
                  <a:lnTo>
                    <a:pt x="10" y="3"/>
                  </a:lnTo>
                  <a:lnTo>
                    <a:pt x="15" y="3"/>
                  </a:lnTo>
                  <a:lnTo>
                    <a:pt x="21" y="2"/>
                  </a:lnTo>
                  <a:lnTo>
                    <a:pt x="27" y="2"/>
                  </a:lnTo>
                  <a:lnTo>
                    <a:pt x="31" y="1"/>
                  </a:lnTo>
                  <a:lnTo>
                    <a:pt x="33" y="0"/>
                  </a:lnTo>
                  <a:close/>
                </a:path>
              </a:pathLst>
            </a:custGeom>
            <a:solidFill>
              <a:srgbClr val="33cc66"/>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970" name=""/>
            <p:cNvSpPr/>
            <p:nvPr/>
          </p:nvSpPr>
          <p:spPr>
            <a:xfrm>
              <a:off x="548640" y="3888000"/>
              <a:ext cx="8280" cy="5760"/>
            </a:xfrm>
            <a:custGeom>
              <a:avLst/>
              <a:gdLst/>
              <a:ahLst/>
              <a:rect l="l" t="t" r="r" b="b"/>
              <a:pathLst>
                <a:path w="48" h="38">
                  <a:moveTo>
                    <a:pt x="33" y="0"/>
                  </a:moveTo>
                  <a:lnTo>
                    <a:pt x="48" y="34"/>
                  </a:lnTo>
                  <a:lnTo>
                    <a:pt x="48" y="34"/>
                  </a:lnTo>
                  <a:lnTo>
                    <a:pt x="46" y="36"/>
                  </a:lnTo>
                  <a:lnTo>
                    <a:pt x="40" y="38"/>
                  </a:lnTo>
                  <a:lnTo>
                    <a:pt x="30" y="37"/>
                  </a:lnTo>
                  <a:lnTo>
                    <a:pt x="19" y="28"/>
                  </a:lnTo>
                  <a:lnTo>
                    <a:pt x="19" y="28"/>
                  </a:lnTo>
                  <a:lnTo>
                    <a:pt x="9" y="16"/>
                  </a:lnTo>
                  <a:lnTo>
                    <a:pt x="4" y="8"/>
                  </a:lnTo>
                  <a:lnTo>
                    <a:pt x="1" y="4"/>
                  </a:lnTo>
                  <a:lnTo>
                    <a:pt x="0" y="3"/>
                  </a:lnTo>
                  <a:lnTo>
                    <a:pt x="0" y="3"/>
                  </a:lnTo>
                  <a:lnTo>
                    <a:pt x="1" y="3"/>
                  </a:lnTo>
                  <a:lnTo>
                    <a:pt x="5" y="3"/>
                  </a:lnTo>
                  <a:lnTo>
                    <a:pt x="10" y="3"/>
                  </a:lnTo>
                  <a:lnTo>
                    <a:pt x="15" y="3"/>
                  </a:lnTo>
                  <a:lnTo>
                    <a:pt x="21" y="2"/>
                  </a:lnTo>
                  <a:lnTo>
                    <a:pt x="27" y="2"/>
                  </a:lnTo>
                  <a:lnTo>
                    <a:pt x="31" y="1"/>
                  </a:lnTo>
                  <a:lnTo>
                    <a:pt x="33" y="0"/>
                  </a:lnTo>
                </a:path>
              </a:pathLst>
            </a:custGeom>
            <a:noFill/>
            <a:ln w="0">
              <a:solidFill>
                <a:srgbClr val="000000"/>
              </a:solid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971" name=""/>
            <p:cNvSpPr/>
            <p:nvPr/>
          </p:nvSpPr>
          <p:spPr>
            <a:xfrm>
              <a:off x="531360" y="3904200"/>
              <a:ext cx="11520" cy="13320"/>
            </a:xfrm>
            <a:custGeom>
              <a:avLst/>
              <a:gdLst/>
              <a:ahLst/>
              <a:rect l="l" t="t" r="r" b="b"/>
              <a:pathLst>
                <a:path w="63" h="83">
                  <a:moveTo>
                    <a:pt x="58" y="18"/>
                  </a:moveTo>
                  <a:lnTo>
                    <a:pt x="58" y="20"/>
                  </a:lnTo>
                  <a:lnTo>
                    <a:pt x="60" y="24"/>
                  </a:lnTo>
                  <a:lnTo>
                    <a:pt x="61" y="30"/>
                  </a:lnTo>
                  <a:lnTo>
                    <a:pt x="62" y="37"/>
                  </a:lnTo>
                  <a:lnTo>
                    <a:pt x="63" y="45"/>
                  </a:lnTo>
                  <a:lnTo>
                    <a:pt x="62" y="51"/>
                  </a:lnTo>
                  <a:lnTo>
                    <a:pt x="60" y="56"/>
                  </a:lnTo>
                  <a:lnTo>
                    <a:pt x="56" y="59"/>
                  </a:lnTo>
                  <a:lnTo>
                    <a:pt x="46" y="60"/>
                  </a:lnTo>
                  <a:lnTo>
                    <a:pt x="39" y="63"/>
                  </a:lnTo>
                  <a:lnTo>
                    <a:pt x="33" y="67"/>
                  </a:lnTo>
                  <a:lnTo>
                    <a:pt x="27" y="76"/>
                  </a:lnTo>
                  <a:lnTo>
                    <a:pt x="21" y="83"/>
                  </a:lnTo>
                  <a:lnTo>
                    <a:pt x="12" y="81"/>
                  </a:lnTo>
                  <a:lnTo>
                    <a:pt x="4" y="77"/>
                  </a:lnTo>
                  <a:lnTo>
                    <a:pt x="0" y="74"/>
                  </a:lnTo>
                  <a:lnTo>
                    <a:pt x="0" y="73"/>
                  </a:lnTo>
                  <a:lnTo>
                    <a:pt x="0" y="69"/>
                  </a:lnTo>
                  <a:lnTo>
                    <a:pt x="0" y="63"/>
                  </a:lnTo>
                  <a:lnTo>
                    <a:pt x="0" y="53"/>
                  </a:lnTo>
                  <a:lnTo>
                    <a:pt x="0" y="48"/>
                  </a:lnTo>
                  <a:lnTo>
                    <a:pt x="1" y="44"/>
                  </a:lnTo>
                  <a:lnTo>
                    <a:pt x="2" y="40"/>
                  </a:lnTo>
                  <a:lnTo>
                    <a:pt x="4" y="36"/>
                  </a:lnTo>
                  <a:lnTo>
                    <a:pt x="7" y="33"/>
                  </a:lnTo>
                  <a:lnTo>
                    <a:pt x="11" y="29"/>
                  </a:lnTo>
                  <a:lnTo>
                    <a:pt x="16" y="26"/>
                  </a:lnTo>
                  <a:lnTo>
                    <a:pt x="22" y="23"/>
                  </a:lnTo>
                  <a:lnTo>
                    <a:pt x="29" y="19"/>
                  </a:lnTo>
                  <a:lnTo>
                    <a:pt x="37" y="13"/>
                  </a:lnTo>
                  <a:lnTo>
                    <a:pt x="44" y="7"/>
                  </a:lnTo>
                  <a:lnTo>
                    <a:pt x="50" y="2"/>
                  </a:lnTo>
                  <a:lnTo>
                    <a:pt x="54" y="0"/>
                  </a:lnTo>
                  <a:lnTo>
                    <a:pt x="57" y="1"/>
                  </a:lnTo>
                  <a:lnTo>
                    <a:pt x="59" y="6"/>
                  </a:lnTo>
                  <a:lnTo>
                    <a:pt x="58" y="18"/>
                  </a:lnTo>
                  <a:close/>
                </a:path>
              </a:pathLst>
            </a:custGeom>
            <a:solidFill>
              <a:srgbClr val="33cc66"/>
            </a:solidFill>
            <a:ln w="0">
              <a:noFill/>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8972" name=""/>
            <p:cNvSpPr/>
            <p:nvPr/>
          </p:nvSpPr>
          <p:spPr>
            <a:xfrm>
              <a:off x="531360" y="3904200"/>
              <a:ext cx="11520" cy="13320"/>
            </a:xfrm>
            <a:custGeom>
              <a:avLst/>
              <a:gdLst/>
              <a:ahLst/>
              <a:rect l="l" t="t" r="r" b="b"/>
              <a:pathLst>
                <a:path w="63" h="83">
                  <a:moveTo>
                    <a:pt x="58" y="18"/>
                  </a:moveTo>
                  <a:lnTo>
                    <a:pt x="58" y="18"/>
                  </a:lnTo>
                  <a:lnTo>
                    <a:pt x="58" y="20"/>
                  </a:lnTo>
                  <a:lnTo>
                    <a:pt x="60" y="24"/>
                  </a:lnTo>
                  <a:lnTo>
                    <a:pt x="61" y="30"/>
                  </a:lnTo>
                  <a:lnTo>
                    <a:pt x="62" y="37"/>
                  </a:lnTo>
                  <a:lnTo>
                    <a:pt x="63" y="45"/>
                  </a:lnTo>
                  <a:lnTo>
                    <a:pt x="62" y="51"/>
                  </a:lnTo>
                  <a:lnTo>
                    <a:pt x="60" y="56"/>
                  </a:lnTo>
                  <a:lnTo>
                    <a:pt x="56" y="59"/>
                  </a:lnTo>
                  <a:lnTo>
                    <a:pt x="56" y="59"/>
                  </a:lnTo>
                  <a:lnTo>
                    <a:pt x="46" y="60"/>
                  </a:lnTo>
                  <a:lnTo>
                    <a:pt x="39" y="63"/>
                  </a:lnTo>
                  <a:lnTo>
                    <a:pt x="33" y="67"/>
                  </a:lnTo>
                  <a:lnTo>
                    <a:pt x="27" y="76"/>
                  </a:lnTo>
                  <a:lnTo>
                    <a:pt x="27" y="76"/>
                  </a:lnTo>
                  <a:lnTo>
                    <a:pt x="21" y="83"/>
                  </a:lnTo>
                  <a:lnTo>
                    <a:pt x="12" y="81"/>
                  </a:lnTo>
                  <a:lnTo>
                    <a:pt x="4" y="77"/>
                  </a:lnTo>
                  <a:lnTo>
                    <a:pt x="0" y="74"/>
                  </a:lnTo>
                  <a:lnTo>
                    <a:pt x="0" y="74"/>
                  </a:lnTo>
                  <a:lnTo>
                    <a:pt x="0" y="73"/>
                  </a:lnTo>
                  <a:lnTo>
                    <a:pt x="0" y="69"/>
                  </a:lnTo>
                  <a:lnTo>
                    <a:pt x="0" y="63"/>
                  </a:lnTo>
                  <a:lnTo>
                    <a:pt x="0" y="53"/>
                  </a:lnTo>
                  <a:lnTo>
                    <a:pt x="0" y="53"/>
                  </a:lnTo>
                  <a:lnTo>
                    <a:pt x="0" y="48"/>
                  </a:lnTo>
                  <a:lnTo>
                    <a:pt x="1" y="44"/>
                  </a:lnTo>
                  <a:lnTo>
                    <a:pt x="2" y="40"/>
                  </a:lnTo>
                  <a:lnTo>
                    <a:pt x="4" y="36"/>
                  </a:lnTo>
                  <a:lnTo>
                    <a:pt x="7" y="33"/>
                  </a:lnTo>
                  <a:lnTo>
                    <a:pt x="11" y="29"/>
                  </a:lnTo>
                  <a:lnTo>
                    <a:pt x="16" y="26"/>
                  </a:lnTo>
                  <a:lnTo>
                    <a:pt x="22" y="23"/>
                  </a:lnTo>
                  <a:lnTo>
                    <a:pt x="22" y="23"/>
                  </a:lnTo>
                  <a:lnTo>
                    <a:pt x="29" y="19"/>
                  </a:lnTo>
                  <a:lnTo>
                    <a:pt x="37" y="13"/>
                  </a:lnTo>
                  <a:lnTo>
                    <a:pt x="44" y="7"/>
                  </a:lnTo>
                  <a:lnTo>
                    <a:pt x="50" y="2"/>
                  </a:lnTo>
                  <a:lnTo>
                    <a:pt x="54" y="0"/>
                  </a:lnTo>
                  <a:lnTo>
                    <a:pt x="57" y="1"/>
                  </a:lnTo>
                  <a:lnTo>
                    <a:pt x="59" y="6"/>
                  </a:lnTo>
                  <a:lnTo>
                    <a:pt x="58" y="18"/>
                  </a:lnTo>
                </a:path>
              </a:pathLst>
            </a:custGeom>
            <a:noFill/>
            <a:ln w="0">
              <a:solidFill>
                <a:srgbClr val="000000"/>
              </a:solidFill>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8973" name=""/>
            <p:cNvSpPr/>
            <p:nvPr/>
          </p:nvSpPr>
          <p:spPr>
            <a:xfrm>
              <a:off x="545040" y="3914640"/>
              <a:ext cx="9000" cy="10800"/>
            </a:xfrm>
            <a:custGeom>
              <a:avLst/>
              <a:gdLst/>
              <a:ahLst/>
              <a:rect l="l" t="t" r="r" b="b"/>
              <a:pathLst>
                <a:path w="52" h="69">
                  <a:moveTo>
                    <a:pt x="33" y="31"/>
                  </a:moveTo>
                  <a:lnTo>
                    <a:pt x="52" y="14"/>
                  </a:lnTo>
                  <a:lnTo>
                    <a:pt x="41" y="0"/>
                  </a:lnTo>
                  <a:lnTo>
                    <a:pt x="16" y="22"/>
                  </a:lnTo>
                  <a:lnTo>
                    <a:pt x="15" y="22"/>
                  </a:lnTo>
                  <a:lnTo>
                    <a:pt x="13" y="21"/>
                  </a:lnTo>
                  <a:lnTo>
                    <a:pt x="10" y="20"/>
                  </a:lnTo>
                  <a:lnTo>
                    <a:pt x="6" y="21"/>
                  </a:lnTo>
                  <a:lnTo>
                    <a:pt x="3" y="22"/>
                  </a:lnTo>
                  <a:lnTo>
                    <a:pt x="1" y="26"/>
                  </a:lnTo>
                  <a:lnTo>
                    <a:pt x="0" y="33"/>
                  </a:lnTo>
                  <a:lnTo>
                    <a:pt x="2" y="42"/>
                  </a:lnTo>
                  <a:lnTo>
                    <a:pt x="5" y="53"/>
                  </a:lnTo>
                  <a:lnTo>
                    <a:pt x="11" y="61"/>
                  </a:lnTo>
                  <a:lnTo>
                    <a:pt x="15" y="66"/>
                  </a:lnTo>
                  <a:lnTo>
                    <a:pt x="20" y="69"/>
                  </a:lnTo>
                  <a:lnTo>
                    <a:pt x="24" y="69"/>
                  </a:lnTo>
                  <a:lnTo>
                    <a:pt x="27" y="67"/>
                  </a:lnTo>
                  <a:lnTo>
                    <a:pt x="29" y="63"/>
                  </a:lnTo>
                  <a:lnTo>
                    <a:pt x="30" y="56"/>
                  </a:lnTo>
                  <a:lnTo>
                    <a:pt x="30" y="42"/>
                  </a:lnTo>
                  <a:lnTo>
                    <a:pt x="32" y="35"/>
                  </a:lnTo>
                  <a:lnTo>
                    <a:pt x="33" y="32"/>
                  </a:lnTo>
                  <a:lnTo>
                    <a:pt x="33" y="31"/>
                  </a:lnTo>
                  <a:close/>
                </a:path>
              </a:pathLst>
            </a:custGeom>
            <a:solidFill>
              <a:srgbClr val="33cc66"/>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8974" name=""/>
            <p:cNvSpPr/>
            <p:nvPr/>
          </p:nvSpPr>
          <p:spPr>
            <a:xfrm>
              <a:off x="545040" y="3914640"/>
              <a:ext cx="9000" cy="10800"/>
            </a:xfrm>
            <a:custGeom>
              <a:avLst/>
              <a:gdLst/>
              <a:ahLst/>
              <a:rect l="l" t="t" r="r" b="b"/>
              <a:pathLst>
                <a:path w="52" h="69">
                  <a:moveTo>
                    <a:pt x="33" y="31"/>
                  </a:moveTo>
                  <a:lnTo>
                    <a:pt x="52" y="14"/>
                  </a:lnTo>
                  <a:lnTo>
                    <a:pt x="41" y="0"/>
                  </a:lnTo>
                  <a:lnTo>
                    <a:pt x="16" y="22"/>
                  </a:lnTo>
                  <a:lnTo>
                    <a:pt x="16" y="22"/>
                  </a:lnTo>
                  <a:lnTo>
                    <a:pt x="15" y="22"/>
                  </a:lnTo>
                  <a:lnTo>
                    <a:pt x="13" y="21"/>
                  </a:lnTo>
                  <a:lnTo>
                    <a:pt x="10" y="20"/>
                  </a:lnTo>
                  <a:lnTo>
                    <a:pt x="6" y="21"/>
                  </a:lnTo>
                  <a:lnTo>
                    <a:pt x="3" y="22"/>
                  </a:lnTo>
                  <a:lnTo>
                    <a:pt x="1" y="26"/>
                  </a:lnTo>
                  <a:lnTo>
                    <a:pt x="0" y="33"/>
                  </a:lnTo>
                  <a:lnTo>
                    <a:pt x="2" y="42"/>
                  </a:lnTo>
                  <a:lnTo>
                    <a:pt x="2" y="42"/>
                  </a:lnTo>
                  <a:lnTo>
                    <a:pt x="5" y="53"/>
                  </a:lnTo>
                  <a:lnTo>
                    <a:pt x="11" y="61"/>
                  </a:lnTo>
                  <a:lnTo>
                    <a:pt x="15" y="66"/>
                  </a:lnTo>
                  <a:lnTo>
                    <a:pt x="20" y="69"/>
                  </a:lnTo>
                  <a:lnTo>
                    <a:pt x="24" y="69"/>
                  </a:lnTo>
                  <a:lnTo>
                    <a:pt x="27" y="67"/>
                  </a:lnTo>
                  <a:lnTo>
                    <a:pt x="29" y="63"/>
                  </a:lnTo>
                  <a:lnTo>
                    <a:pt x="30" y="56"/>
                  </a:lnTo>
                  <a:lnTo>
                    <a:pt x="30" y="56"/>
                  </a:lnTo>
                  <a:lnTo>
                    <a:pt x="30" y="42"/>
                  </a:lnTo>
                  <a:lnTo>
                    <a:pt x="32" y="35"/>
                  </a:lnTo>
                  <a:lnTo>
                    <a:pt x="33" y="32"/>
                  </a:lnTo>
                  <a:lnTo>
                    <a:pt x="33" y="31"/>
                  </a:lnTo>
                </a:path>
              </a:pathLst>
            </a:custGeom>
            <a:noFill/>
            <a:ln w="0">
              <a:solidFill>
                <a:srgbClr val="000000"/>
              </a:solid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8975" name=""/>
            <p:cNvSpPr/>
            <p:nvPr/>
          </p:nvSpPr>
          <p:spPr>
            <a:xfrm>
              <a:off x="549360" y="3927960"/>
              <a:ext cx="7920" cy="5040"/>
            </a:xfrm>
            <a:custGeom>
              <a:avLst/>
              <a:gdLst/>
              <a:ahLst/>
              <a:rect l="l" t="t" r="r" b="b"/>
              <a:pathLst>
                <a:path w="43" h="34">
                  <a:moveTo>
                    <a:pt x="0" y="18"/>
                  </a:moveTo>
                  <a:lnTo>
                    <a:pt x="28" y="34"/>
                  </a:lnTo>
                  <a:lnTo>
                    <a:pt x="43" y="14"/>
                  </a:lnTo>
                  <a:lnTo>
                    <a:pt x="17" y="0"/>
                  </a:lnTo>
                  <a:lnTo>
                    <a:pt x="0" y="18"/>
                  </a:lnTo>
                  <a:close/>
                </a:path>
              </a:pathLst>
            </a:custGeom>
            <a:solidFill>
              <a:srgbClr val="33cc66"/>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76" name=""/>
            <p:cNvSpPr/>
            <p:nvPr/>
          </p:nvSpPr>
          <p:spPr>
            <a:xfrm>
              <a:off x="549360" y="3927960"/>
              <a:ext cx="7920" cy="5040"/>
            </a:xfrm>
            <a:custGeom>
              <a:avLst/>
              <a:gdLst/>
              <a:ahLst/>
              <a:rect l="l" t="t" r="r" b="b"/>
              <a:pathLst>
                <a:path w="43" h="34">
                  <a:moveTo>
                    <a:pt x="0" y="18"/>
                  </a:moveTo>
                  <a:lnTo>
                    <a:pt x="28" y="34"/>
                  </a:lnTo>
                  <a:lnTo>
                    <a:pt x="43" y="14"/>
                  </a:lnTo>
                  <a:lnTo>
                    <a:pt x="17" y="0"/>
                  </a:lnTo>
                  <a:lnTo>
                    <a:pt x="0" y="18"/>
                  </a:lnTo>
                </a:path>
              </a:pathLst>
            </a:custGeom>
            <a:noFill/>
            <a:ln w="0">
              <a:solidFill>
                <a:srgbClr val="000000"/>
              </a:solid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77" name=""/>
            <p:cNvSpPr/>
            <p:nvPr/>
          </p:nvSpPr>
          <p:spPr>
            <a:xfrm>
              <a:off x="546480" y="3935880"/>
              <a:ext cx="9000" cy="8640"/>
            </a:xfrm>
            <a:custGeom>
              <a:avLst/>
              <a:gdLst/>
              <a:ahLst/>
              <a:rect l="l" t="t" r="r" b="b"/>
              <a:pathLst>
                <a:path w="50" h="57">
                  <a:moveTo>
                    <a:pt x="19" y="2"/>
                  </a:moveTo>
                  <a:lnTo>
                    <a:pt x="44" y="33"/>
                  </a:lnTo>
                  <a:lnTo>
                    <a:pt x="45" y="34"/>
                  </a:lnTo>
                  <a:lnTo>
                    <a:pt x="46" y="38"/>
                  </a:lnTo>
                  <a:lnTo>
                    <a:pt x="47" y="43"/>
                  </a:lnTo>
                  <a:lnTo>
                    <a:pt x="50" y="48"/>
                  </a:lnTo>
                  <a:lnTo>
                    <a:pt x="50" y="53"/>
                  </a:lnTo>
                  <a:lnTo>
                    <a:pt x="49" y="56"/>
                  </a:lnTo>
                  <a:lnTo>
                    <a:pt x="46" y="57"/>
                  </a:lnTo>
                  <a:lnTo>
                    <a:pt x="41" y="55"/>
                  </a:lnTo>
                  <a:lnTo>
                    <a:pt x="35" y="50"/>
                  </a:lnTo>
                  <a:lnTo>
                    <a:pt x="28" y="45"/>
                  </a:lnTo>
                  <a:lnTo>
                    <a:pt x="21" y="40"/>
                  </a:lnTo>
                  <a:lnTo>
                    <a:pt x="15" y="34"/>
                  </a:lnTo>
                  <a:lnTo>
                    <a:pt x="9" y="30"/>
                  </a:lnTo>
                  <a:lnTo>
                    <a:pt x="4" y="26"/>
                  </a:lnTo>
                  <a:lnTo>
                    <a:pt x="1" y="23"/>
                  </a:lnTo>
                  <a:lnTo>
                    <a:pt x="0" y="22"/>
                  </a:lnTo>
                  <a:lnTo>
                    <a:pt x="0" y="21"/>
                  </a:lnTo>
                  <a:lnTo>
                    <a:pt x="1" y="16"/>
                  </a:lnTo>
                  <a:lnTo>
                    <a:pt x="2" y="12"/>
                  </a:lnTo>
                  <a:lnTo>
                    <a:pt x="4" y="7"/>
                  </a:lnTo>
                  <a:lnTo>
                    <a:pt x="7" y="3"/>
                  </a:lnTo>
                  <a:lnTo>
                    <a:pt x="10" y="0"/>
                  </a:lnTo>
                  <a:lnTo>
                    <a:pt x="14" y="0"/>
                  </a:lnTo>
                  <a:lnTo>
                    <a:pt x="19" y="2"/>
                  </a:lnTo>
                  <a:close/>
                </a:path>
              </a:pathLst>
            </a:custGeom>
            <a:solidFill>
              <a:srgbClr val="33cc66"/>
            </a:solidFill>
            <a:ln w="0">
              <a:noFill/>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8978" name=""/>
            <p:cNvSpPr/>
            <p:nvPr/>
          </p:nvSpPr>
          <p:spPr>
            <a:xfrm>
              <a:off x="546480" y="3935880"/>
              <a:ext cx="9000" cy="8640"/>
            </a:xfrm>
            <a:custGeom>
              <a:avLst/>
              <a:gdLst/>
              <a:ahLst/>
              <a:rect l="l" t="t" r="r" b="b"/>
              <a:pathLst>
                <a:path w="50" h="57">
                  <a:moveTo>
                    <a:pt x="19" y="2"/>
                  </a:moveTo>
                  <a:lnTo>
                    <a:pt x="44" y="33"/>
                  </a:lnTo>
                  <a:lnTo>
                    <a:pt x="44" y="33"/>
                  </a:lnTo>
                  <a:lnTo>
                    <a:pt x="45" y="34"/>
                  </a:lnTo>
                  <a:lnTo>
                    <a:pt x="46" y="38"/>
                  </a:lnTo>
                  <a:lnTo>
                    <a:pt x="47" y="43"/>
                  </a:lnTo>
                  <a:lnTo>
                    <a:pt x="50" y="48"/>
                  </a:lnTo>
                  <a:lnTo>
                    <a:pt x="50" y="53"/>
                  </a:lnTo>
                  <a:lnTo>
                    <a:pt x="49" y="56"/>
                  </a:lnTo>
                  <a:lnTo>
                    <a:pt x="46" y="57"/>
                  </a:lnTo>
                  <a:lnTo>
                    <a:pt x="41" y="55"/>
                  </a:lnTo>
                  <a:lnTo>
                    <a:pt x="41" y="55"/>
                  </a:lnTo>
                  <a:lnTo>
                    <a:pt x="35" y="50"/>
                  </a:lnTo>
                  <a:lnTo>
                    <a:pt x="28" y="45"/>
                  </a:lnTo>
                  <a:lnTo>
                    <a:pt x="21" y="40"/>
                  </a:lnTo>
                  <a:lnTo>
                    <a:pt x="15" y="34"/>
                  </a:lnTo>
                  <a:lnTo>
                    <a:pt x="9" y="30"/>
                  </a:lnTo>
                  <a:lnTo>
                    <a:pt x="4" y="26"/>
                  </a:lnTo>
                  <a:lnTo>
                    <a:pt x="1" y="23"/>
                  </a:lnTo>
                  <a:lnTo>
                    <a:pt x="0" y="22"/>
                  </a:lnTo>
                  <a:lnTo>
                    <a:pt x="0" y="22"/>
                  </a:lnTo>
                  <a:lnTo>
                    <a:pt x="0" y="21"/>
                  </a:lnTo>
                  <a:lnTo>
                    <a:pt x="1" y="16"/>
                  </a:lnTo>
                  <a:lnTo>
                    <a:pt x="2" y="12"/>
                  </a:lnTo>
                  <a:lnTo>
                    <a:pt x="4" y="7"/>
                  </a:lnTo>
                  <a:lnTo>
                    <a:pt x="7" y="3"/>
                  </a:lnTo>
                  <a:lnTo>
                    <a:pt x="10" y="0"/>
                  </a:lnTo>
                  <a:lnTo>
                    <a:pt x="14" y="0"/>
                  </a:lnTo>
                  <a:lnTo>
                    <a:pt x="19" y="2"/>
                  </a:lnTo>
                </a:path>
              </a:pathLst>
            </a:custGeom>
            <a:noFill/>
            <a:ln w="0">
              <a:solidFill>
                <a:srgbClr val="000000"/>
              </a:solidFill>
            </a:ln>
          </p:spPr>
          <p:style>
            <a:lnRef idx="0"/>
            <a:fillRef idx="0"/>
            <a:effectRef idx="0"/>
            <a:fontRef idx="minor"/>
          </p:style>
          <p:txBody>
            <a:bodyPr lIns="90000" rIns="90000" tIns="-38160" bIns="-38160" anchor="t">
              <a:noAutofit/>
            </a:bodyPr>
            <a:p>
              <a:endParaRPr b="0" lang="en-US" sz="2400" spc="-1" strike="noStrike">
                <a:solidFill>
                  <a:srgbClr val="000000"/>
                </a:solidFill>
                <a:latin typeface="Times New Roman"/>
              </a:endParaRPr>
            </a:p>
          </p:txBody>
        </p:sp>
        <p:sp>
          <p:nvSpPr>
            <p:cNvPr id="8979" name=""/>
            <p:cNvSpPr/>
            <p:nvPr/>
          </p:nvSpPr>
          <p:spPr>
            <a:xfrm>
              <a:off x="514800" y="3928680"/>
              <a:ext cx="9000" cy="9360"/>
            </a:xfrm>
            <a:custGeom>
              <a:avLst/>
              <a:gdLst/>
              <a:ahLst/>
              <a:rect l="l" t="t" r="r" b="b"/>
              <a:pathLst>
                <a:path w="52" h="58">
                  <a:moveTo>
                    <a:pt x="21" y="42"/>
                  </a:moveTo>
                  <a:lnTo>
                    <a:pt x="52" y="20"/>
                  </a:lnTo>
                  <a:lnTo>
                    <a:pt x="52" y="0"/>
                  </a:lnTo>
                  <a:lnTo>
                    <a:pt x="19" y="23"/>
                  </a:lnTo>
                  <a:lnTo>
                    <a:pt x="18" y="22"/>
                  </a:lnTo>
                  <a:lnTo>
                    <a:pt x="15" y="21"/>
                  </a:lnTo>
                  <a:lnTo>
                    <a:pt x="11" y="19"/>
                  </a:lnTo>
                  <a:lnTo>
                    <a:pt x="6" y="19"/>
                  </a:lnTo>
                  <a:lnTo>
                    <a:pt x="3" y="19"/>
                  </a:lnTo>
                  <a:lnTo>
                    <a:pt x="0" y="23"/>
                  </a:lnTo>
                  <a:lnTo>
                    <a:pt x="0" y="29"/>
                  </a:lnTo>
                  <a:lnTo>
                    <a:pt x="2" y="39"/>
                  </a:lnTo>
                  <a:lnTo>
                    <a:pt x="6" y="49"/>
                  </a:lnTo>
                  <a:lnTo>
                    <a:pt x="8" y="55"/>
                  </a:lnTo>
                  <a:lnTo>
                    <a:pt x="10" y="58"/>
                  </a:lnTo>
                  <a:lnTo>
                    <a:pt x="12" y="58"/>
                  </a:lnTo>
                  <a:lnTo>
                    <a:pt x="14" y="56"/>
                  </a:lnTo>
                  <a:lnTo>
                    <a:pt x="16" y="52"/>
                  </a:lnTo>
                  <a:lnTo>
                    <a:pt x="18" y="47"/>
                  </a:lnTo>
                  <a:lnTo>
                    <a:pt x="21" y="42"/>
                  </a:lnTo>
                  <a:close/>
                </a:path>
              </a:pathLst>
            </a:custGeom>
            <a:solidFill>
              <a:srgbClr val="33cc66"/>
            </a:solidFill>
            <a:ln w="0">
              <a:noFill/>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8980" name=""/>
            <p:cNvSpPr/>
            <p:nvPr/>
          </p:nvSpPr>
          <p:spPr>
            <a:xfrm>
              <a:off x="514800" y="3928680"/>
              <a:ext cx="9000" cy="9360"/>
            </a:xfrm>
            <a:custGeom>
              <a:avLst/>
              <a:gdLst/>
              <a:ahLst/>
              <a:rect l="l" t="t" r="r" b="b"/>
              <a:pathLst>
                <a:path w="52" h="58">
                  <a:moveTo>
                    <a:pt x="21" y="42"/>
                  </a:moveTo>
                  <a:lnTo>
                    <a:pt x="52" y="20"/>
                  </a:lnTo>
                  <a:lnTo>
                    <a:pt x="52" y="0"/>
                  </a:lnTo>
                  <a:lnTo>
                    <a:pt x="19" y="23"/>
                  </a:lnTo>
                  <a:lnTo>
                    <a:pt x="19" y="23"/>
                  </a:lnTo>
                  <a:lnTo>
                    <a:pt x="18" y="22"/>
                  </a:lnTo>
                  <a:lnTo>
                    <a:pt x="15" y="21"/>
                  </a:lnTo>
                  <a:lnTo>
                    <a:pt x="11" y="19"/>
                  </a:lnTo>
                  <a:lnTo>
                    <a:pt x="6" y="19"/>
                  </a:lnTo>
                  <a:lnTo>
                    <a:pt x="3" y="19"/>
                  </a:lnTo>
                  <a:lnTo>
                    <a:pt x="0" y="23"/>
                  </a:lnTo>
                  <a:lnTo>
                    <a:pt x="0" y="29"/>
                  </a:lnTo>
                  <a:lnTo>
                    <a:pt x="2" y="39"/>
                  </a:lnTo>
                  <a:lnTo>
                    <a:pt x="2" y="39"/>
                  </a:lnTo>
                  <a:lnTo>
                    <a:pt x="6" y="49"/>
                  </a:lnTo>
                  <a:lnTo>
                    <a:pt x="8" y="55"/>
                  </a:lnTo>
                  <a:lnTo>
                    <a:pt x="10" y="58"/>
                  </a:lnTo>
                  <a:lnTo>
                    <a:pt x="12" y="58"/>
                  </a:lnTo>
                  <a:lnTo>
                    <a:pt x="14" y="56"/>
                  </a:lnTo>
                  <a:lnTo>
                    <a:pt x="16" y="52"/>
                  </a:lnTo>
                  <a:lnTo>
                    <a:pt x="18" y="47"/>
                  </a:lnTo>
                  <a:lnTo>
                    <a:pt x="21" y="42"/>
                  </a:lnTo>
                </a:path>
              </a:pathLst>
            </a:custGeom>
            <a:noFill/>
            <a:ln w="0">
              <a:solidFill>
                <a:srgbClr val="000000"/>
              </a:solidFill>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8981" name=""/>
            <p:cNvSpPr/>
            <p:nvPr/>
          </p:nvSpPr>
          <p:spPr>
            <a:xfrm>
              <a:off x="513360" y="3940560"/>
              <a:ext cx="13680" cy="10800"/>
            </a:xfrm>
            <a:custGeom>
              <a:avLst/>
              <a:gdLst/>
              <a:ahLst/>
              <a:rect l="l" t="t" r="r" b="b"/>
              <a:pathLst>
                <a:path w="76" h="66">
                  <a:moveTo>
                    <a:pt x="48" y="66"/>
                  </a:moveTo>
                  <a:lnTo>
                    <a:pt x="48" y="66"/>
                  </a:lnTo>
                  <a:lnTo>
                    <a:pt x="51" y="65"/>
                  </a:lnTo>
                  <a:lnTo>
                    <a:pt x="57" y="63"/>
                  </a:lnTo>
                  <a:lnTo>
                    <a:pt x="68" y="61"/>
                  </a:lnTo>
                  <a:lnTo>
                    <a:pt x="76" y="58"/>
                  </a:lnTo>
                  <a:lnTo>
                    <a:pt x="75" y="53"/>
                  </a:lnTo>
                  <a:lnTo>
                    <a:pt x="69" y="45"/>
                  </a:lnTo>
                  <a:lnTo>
                    <a:pt x="62" y="35"/>
                  </a:lnTo>
                  <a:lnTo>
                    <a:pt x="59" y="29"/>
                  </a:lnTo>
                  <a:lnTo>
                    <a:pt x="57" y="21"/>
                  </a:lnTo>
                  <a:lnTo>
                    <a:pt x="55" y="14"/>
                  </a:lnTo>
                  <a:lnTo>
                    <a:pt x="53" y="7"/>
                  </a:lnTo>
                  <a:lnTo>
                    <a:pt x="50" y="2"/>
                  </a:lnTo>
                  <a:lnTo>
                    <a:pt x="46" y="0"/>
                  </a:lnTo>
                  <a:lnTo>
                    <a:pt x="41" y="2"/>
                  </a:lnTo>
                  <a:lnTo>
                    <a:pt x="34" y="8"/>
                  </a:lnTo>
                  <a:lnTo>
                    <a:pt x="26" y="17"/>
                  </a:lnTo>
                  <a:lnTo>
                    <a:pt x="19" y="26"/>
                  </a:lnTo>
                  <a:lnTo>
                    <a:pt x="11" y="34"/>
                  </a:lnTo>
                  <a:lnTo>
                    <a:pt x="5" y="42"/>
                  </a:lnTo>
                  <a:lnTo>
                    <a:pt x="1" y="49"/>
                  </a:lnTo>
                  <a:lnTo>
                    <a:pt x="0" y="54"/>
                  </a:lnTo>
                  <a:lnTo>
                    <a:pt x="2" y="58"/>
                  </a:lnTo>
                  <a:lnTo>
                    <a:pt x="9" y="61"/>
                  </a:lnTo>
                  <a:lnTo>
                    <a:pt x="18" y="63"/>
                  </a:lnTo>
                  <a:lnTo>
                    <a:pt x="25" y="64"/>
                  </a:lnTo>
                  <a:lnTo>
                    <a:pt x="32" y="65"/>
                  </a:lnTo>
                  <a:lnTo>
                    <a:pt x="38" y="65"/>
                  </a:lnTo>
                  <a:lnTo>
                    <a:pt x="43" y="66"/>
                  </a:lnTo>
                  <a:lnTo>
                    <a:pt x="46" y="66"/>
                  </a:lnTo>
                  <a:lnTo>
                    <a:pt x="47" y="66"/>
                  </a:lnTo>
                  <a:lnTo>
                    <a:pt x="48" y="66"/>
                  </a:lnTo>
                  <a:close/>
                </a:path>
              </a:pathLst>
            </a:custGeom>
            <a:solidFill>
              <a:srgbClr val="33cc66"/>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8982" name=""/>
            <p:cNvSpPr/>
            <p:nvPr/>
          </p:nvSpPr>
          <p:spPr>
            <a:xfrm>
              <a:off x="513360" y="3940560"/>
              <a:ext cx="13680" cy="10800"/>
            </a:xfrm>
            <a:custGeom>
              <a:avLst/>
              <a:gdLst/>
              <a:ahLst/>
              <a:rect l="l" t="t" r="r" b="b"/>
              <a:pathLst>
                <a:path w="76" h="66">
                  <a:moveTo>
                    <a:pt x="48" y="66"/>
                  </a:moveTo>
                  <a:lnTo>
                    <a:pt x="48" y="66"/>
                  </a:lnTo>
                  <a:lnTo>
                    <a:pt x="48" y="66"/>
                  </a:lnTo>
                  <a:lnTo>
                    <a:pt x="51" y="65"/>
                  </a:lnTo>
                  <a:lnTo>
                    <a:pt x="57" y="63"/>
                  </a:lnTo>
                  <a:lnTo>
                    <a:pt x="68" y="61"/>
                  </a:lnTo>
                  <a:lnTo>
                    <a:pt x="68" y="61"/>
                  </a:lnTo>
                  <a:lnTo>
                    <a:pt x="76" y="58"/>
                  </a:lnTo>
                  <a:lnTo>
                    <a:pt x="75" y="53"/>
                  </a:lnTo>
                  <a:lnTo>
                    <a:pt x="69" y="45"/>
                  </a:lnTo>
                  <a:lnTo>
                    <a:pt x="62" y="35"/>
                  </a:lnTo>
                  <a:lnTo>
                    <a:pt x="62" y="35"/>
                  </a:lnTo>
                  <a:lnTo>
                    <a:pt x="59" y="29"/>
                  </a:lnTo>
                  <a:lnTo>
                    <a:pt x="57" y="21"/>
                  </a:lnTo>
                  <a:lnTo>
                    <a:pt x="55" y="14"/>
                  </a:lnTo>
                  <a:lnTo>
                    <a:pt x="53" y="7"/>
                  </a:lnTo>
                  <a:lnTo>
                    <a:pt x="50" y="2"/>
                  </a:lnTo>
                  <a:lnTo>
                    <a:pt x="46" y="0"/>
                  </a:lnTo>
                  <a:lnTo>
                    <a:pt x="41" y="2"/>
                  </a:lnTo>
                  <a:lnTo>
                    <a:pt x="34" y="8"/>
                  </a:lnTo>
                  <a:lnTo>
                    <a:pt x="34" y="8"/>
                  </a:lnTo>
                  <a:lnTo>
                    <a:pt x="26" y="17"/>
                  </a:lnTo>
                  <a:lnTo>
                    <a:pt x="19" y="26"/>
                  </a:lnTo>
                  <a:lnTo>
                    <a:pt x="11" y="34"/>
                  </a:lnTo>
                  <a:lnTo>
                    <a:pt x="5" y="42"/>
                  </a:lnTo>
                  <a:lnTo>
                    <a:pt x="1" y="49"/>
                  </a:lnTo>
                  <a:lnTo>
                    <a:pt x="0" y="54"/>
                  </a:lnTo>
                  <a:lnTo>
                    <a:pt x="2" y="58"/>
                  </a:lnTo>
                  <a:lnTo>
                    <a:pt x="9" y="61"/>
                  </a:lnTo>
                  <a:lnTo>
                    <a:pt x="9" y="61"/>
                  </a:lnTo>
                  <a:lnTo>
                    <a:pt x="18" y="63"/>
                  </a:lnTo>
                  <a:lnTo>
                    <a:pt x="25" y="64"/>
                  </a:lnTo>
                  <a:lnTo>
                    <a:pt x="32" y="65"/>
                  </a:lnTo>
                  <a:lnTo>
                    <a:pt x="38" y="65"/>
                  </a:lnTo>
                  <a:lnTo>
                    <a:pt x="43" y="66"/>
                  </a:lnTo>
                  <a:lnTo>
                    <a:pt x="46" y="66"/>
                  </a:lnTo>
                  <a:lnTo>
                    <a:pt x="47" y="66"/>
                  </a:lnTo>
                  <a:lnTo>
                    <a:pt x="48" y="66"/>
                  </a:lnTo>
                </a:path>
              </a:pathLst>
            </a:custGeom>
            <a:noFill/>
            <a:ln w="0">
              <a:solidFill>
                <a:srgbClr val="000000"/>
              </a:solid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8983" name=""/>
            <p:cNvSpPr/>
            <p:nvPr/>
          </p:nvSpPr>
          <p:spPr>
            <a:xfrm>
              <a:off x="422280" y="3949560"/>
              <a:ext cx="7560" cy="5760"/>
            </a:xfrm>
            <a:custGeom>
              <a:avLst/>
              <a:gdLst/>
              <a:ahLst/>
              <a:rect l="l" t="t" r="r" b="b"/>
              <a:pathLst>
                <a:path w="45" h="37">
                  <a:moveTo>
                    <a:pt x="19" y="36"/>
                  </a:moveTo>
                  <a:lnTo>
                    <a:pt x="20" y="33"/>
                  </a:lnTo>
                  <a:lnTo>
                    <a:pt x="23" y="28"/>
                  </a:lnTo>
                  <a:lnTo>
                    <a:pt x="28" y="25"/>
                  </a:lnTo>
                  <a:lnTo>
                    <a:pt x="38" y="26"/>
                  </a:lnTo>
                  <a:lnTo>
                    <a:pt x="42" y="27"/>
                  </a:lnTo>
                  <a:lnTo>
                    <a:pt x="45" y="25"/>
                  </a:lnTo>
                  <a:lnTo>
                    <a:pt x="45" y="21"/>
                  </a:lnTo>
                  <a:lnTo>
                    <a:pt x="43" y="16"/>
                  </a:lnTo>
                  <a:lnTo>
                    <a:pt x="40" y="10"/>
                  </a:lnTo>
                  <a:lnTo>
                    <a:pt x="38" y="6"/>
                  </a:lnTo>
                  <a:lnTo>
                    <a:pt x="36" y="2"/>
                  </a:lnTo>
                  <a:lnTo>
                    <a:pt x="35" y="1"/>
                  </a:lnTo>
                  <a:lnTo>
                    <a:pt x="34" y="1"/>
                  </a:lnTo>
                  <a:lnTo>
                    <a:pt x="31" y="0"/>
                  </a:lnTo>
                  <a:lnTo>
                    <a:pt x="26" y="0"/>
                  </a:lnTo>
                  <a:lnTo>
                    <a:pt x="21" y="0"/>
                  </a:lnTo>
                  <a:lnTo>
                    <a:pt x="16" y="2"/>
                  </a:lnTo>
                  <a:lnTo>
                    <a:pt x="11" y="5"/>
                  </a:lnTo>
                  <a:lnTo>
                    <a:pt x="7" y="10"/>
                  </a:lnTo>
                  <a:lnTo>
                    <a:pt x="5" y="18"/>
                  </a:lnTo>
                  <a:lnTo>
                    <a:pt x="4" y="26"/>
                  </a:lnTo>
                  <a:lnTo>
                    <a:pt x="2" y="31"/>
                  </a:lnTo>
                  <a:lnTo>
                    <a:pt x="0" y="35"/>
                  </a:lnTo>
                  <a:lnTo>
                    <a:pt x="0" y="37"/>
                  </a:lnTo>
                  <a:lnTo>
                    <a:pt x="1" y="37"/>
                  </a:lnTo>
                  <a:lnTo>
                    <a:pt x="4" y="37"/>
                  </a:lnTo>
                  <a:lnTo>
                    <a:pt x="10" y="36"/>
                  </a:lnTo>
                  <a:lnTo>
                    <a:pt x="19" y="36"/>
                  </a:lnTo>
                  <a:close/>
                </a:path>
              </a:pathLst>
            </a:custGeom>
            <a:solidFill>
              <a:srgbClr val="33cc66"/>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984" name=""/>
            <p:cNvSpPr/>
            <p:nvPr/>
          </p:nvSpPr>
          <p:spPr>
            <a:xfrm>
              <a:off x="422280" y="3949560"/>
              <a:ext cx="7560" cy="5760"/>
            </a:xfrm>
            <a:custGeom>
              <a:avLst/>
              <a:gdLst/>
              <a:ahLst/>
              <a:rect l="l" t="t" r="r" b="b"/>
              <a:pathLst>
                <a:path w="45" h="37">
                  <a:moveTo>
                    <a:pt x="19" y="36"/>
                  </a:moveTo>
                  <a:lnTo>
                    <a:pt x="19" y="36"/>
                  </a:lnTo>
                  <a:lnTo>
                    <a:pt x="20" y="33"/>
                  </a:lnTo>
                  <a:lnTo>
                    <a:pt x="23" y="28"/>
                  </a:lnTo>
                  <a:lnTo>
                    <a:pt x="28" y="25"/>
                  </a:lnTo>
                  <a:lnTo>
                    <a:pt x="38" y="26"/>
                  </a:lnTo>
                  <a:lnTo>
                    <a:pt x="38" y="26"/>
                  </a:lnTo>
                  <a:lnTo>
                    <a:pt x="42" y="27"/>
                  </a:lnTo>
                  <a:lnTo>
                    <a:pt x="45" y="25"/>
                  </a:lnTo>
                  <a:lnTo>
                    <a:pt x="45" y="21"/>
                  </a:lnTo>
                  <a:lnTo>
                    <a:pt x="43" y="16"/>
                  </a:lnTo>
                  <a:lnTo>
                    <a:pt x="40" y="10"/>
                  </a:lnTo>
                  <a:lnTo>
                    <a:pt x="38" y="6"/>
                  </a:lnTo>
                  <a:lnTo>
                    <a:pt x="36" y="2"/>
                  </a:lnTo>
                  <a:lnTo>
                    <a:pt x="35" y="1"/>
                  </a:lnTo>
                  <a:lnTo>
                    <a:pt x="35" y="1"/>
                  </a:lnTo>
                  <a:lnTo>
                    <a:pt x="34" y="1"/>
                  </a:lnTo>
                  <a:lnTo>
                    <a:pt x="31" y="0"/>
                  </a:lnTo>
                  <a:lnTo>
                    <a:pt x="26" y="0"/>
                  </a:lnTo>
                  <a:lnTo>
                    <a:pt x="21" y="0"/>
                  </a:lnTo>
                  <a:lnTo>
                    <a:pt x="16" y="2"/>
                  </a:lnTo>
                  <a:lnTo>
                    <a:pt x="11" y="5"/>
                  </a:lnTo>
                  <a:lnTo>
                    <a:pt x="7" y="10"/>
                  </a:lnTo>
                  <a:lnTo>
                    <a:pt x="5" y="18"/>
                  </a:lnTo>
                  <a:lnTo>
                    <a:pt x="5" y="18"/>
                  </a:lnTo>
                  <a:lnTo>
                    <a:pt x="4" y="26"/>
                  </a:lnTo>
                  <a:lnTo>
                    <a:pt x="2" y="31"/>
                  </a:lnTo>
                  <a:lnTo>
                    <a:pt x="0" y="35"/>
                  </a:lnTo>
                  <a:lnTo>
                    <a:pt x="0" y="37"/>
                  </a:lnTo>
                  <a:lnTo>
                    <a:pt x="1" y="37"/>
                  </a:lnTo>
                  <a:lnTo>
                    <a:pt x="4" y="37"/>
                  </a:lnTo>
                  <a:lnTo>
                    <a:pt x="10" y="36"/>
                  </a:lnTo>
                  <a:lnTo>
                    <a:pt x="19" y="36"/>
                  </a:lnTo>
                </a:path>
              </a:pathLst>
            </a:custGeom>
            <a:noFill/>
            <a:ln w="0">
              <a:solidFill>
                <a:srgbClr val="000000"/>
              </a:solid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8985" name=""/>
            <p:cNvSpPr/>
            <p:nvPr/>
          </p:nvSpPr>
          <p:spPr>
            <a:xfrm>
              <a:off x="387720" y="3940920"/>
              <a:ext cx="5040" cy="6840"/>
            </a:xfrm>
            <a:custGeom>
              <a:avLst/>
              <a:gdLst/>
              <a:ahLst/>
              <a:rect l="l" t="t" r="r" b="b"/>
              <a:pathLst>
                <a:path w="29" h="44">
                  <a:moveTo>
                    <a:pt x="15" y="42"/>
                  </a:moveTo>
                  <a:lnTo>
                    <a:pt x="29" y="22"/>
                  </a:lnTo>
                  <a:lnTo>
                    <a:pt x="29" y="0"/>
                  </a:lnTo>
                  <a:lnTo>
                    <a:pt x="27" y="1"/>
                  </a:lnTo>
                  <a:lnTo>
                    <a:pt x="21" y="4"/>
                  </a:lnTo>
                  <a:lnTo>
                    <a:pt x="13" y="10"/>
                  </a:lnTo>
                  <a:lnTo>
                    <a:pt x="5" y="19"/>
                  </a:lnTo>
                  <a:lnTo>
                    <a:pt x="2" y="24"/>
                  </a:lnTo>
                  <a:lnTo>
                    <a:pt x="0" y="29"/>
                  </a:lnTo>
                  <a:lnTo>
                    <a:pt x="0" y="34"/>
                  </a:lnTo>
                  <a:lnTo>
                    <a:pt x="2" y="39"/>
                  </a:lnTo>
                  <a:lnTo>
                    <a:pt x="4" y="42"/>
                  </a:lnTo>
                  <a:lnTo>
                    <a:pt x="7" y="44"/>
                  </a:lnTo>
                  <a:lnTo>
                    <a:pt x="11" y="44"/>
                  </a:lnTo>
                  <a:lnTo>
                    <a:pt x="15" y="42"/>
                  </a:lnTo>
                  <a:close/>
                </a:path>
              </a:pathLst>
            </a:custGeom>
            <a:solidFill>
              <a:srgbClr val="33cc66"/>
            </a:solidFill>
            <a:ln w="0">
              <a:no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986" name=""/>
            <p:cNvSpPr/>
            <p:nvPr/>
          </p:nvSpPr>
          <p:spPr>
            <a:xfrm>
              <a:off x="387720" y="3940920"/>
              <a:ext cx="5040" cy="6840"/>
            </a:xfrm>
            <a:custGeom>
              <a:avLst/>
              <a:gdLst/>
              <a:ahLst/>
              <a:rect l="l" t="t" r="r" b="b"/>
              <a:pathLst>
                <a:path w="29" h="44">
                  <a:moveTo>
                    <a:pt x="15" y="42"/>
                  </a:moveTo>
                  <a:lnTo>
                    <a:pt x="29" y="22"/>
                  </a:lnTo>
                  <a:lnTo>
                    <a:pt x="29" y="0"/>
                  </a:lnTo>
                  <a:lnTo>
                    <a:pt x="29" y="0"/>
                  </a:lnTo>
                  <a:lnTo>
                    <a:pt x="27" y="1"/>
                  </a:lnTo>
                  <a:lnTo>
                    <a:pt x="21" y="4"/>
                  </a:lnTo>
                  <a:lnTo>
                    <a:pt x="13" y="10"/>
                  </a:lnTo>
                  <a:lnTo>
                    <a:pt x="5" y="19"/>
                  </a:lnTo>
                  <a:lnTo>
                    <a:pt x="5" y="19"/>
                  </a:lnTo>
                  <a:lnTo>
                    <a:pt x="2" y="24"/>
                  </a:lnTo>
                  <a:lnTo>
                    <a:pt x="0" y="29"/>
                  </a:lnTo>
                  <a:lnTo>
                    <a:pt x="0" y="34"/>
                  </a:lnTo>
                  <a:lnTo>
                    <a:pt x="2" y="39"/>
                  </a:lnTo>
                  <a:lnTo>
                    <a:pt x="4" y="42"/>
                  </a:lnTo>
                  <a:lnTo>
                    <a:pt x="7" y="44"/>
                  </a:lnTo>
                  <a:lnTo>
                    <a:pt x="11" y="44"/>
                  </a:lnTo>
                  <a:lnTo>
                    <a:pt x="15" y="42"/>
                  </a:lnTo>
                </a:path>
              </a:pathLst>
            </a:custGeom>
            <a:noFill/>
            <a:ln w="0">
              <a:solidFill>
                <a:srgbClr val="000000"/>
              </a:solid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8987" name=""/>
            <p:cNvSpPr/>
            <p:nvPr/>
          </p:nvSpPr>
          <p:spPr>
            <a:xfrm>
              <a:off x="403200" y="4002120"/>
              <a:ext cx="5040" cy="5040"/>
            </a:xfrm>
            <a:custGeom>
              <a:avLst/>
              <a:gdLst/>
              <a:ahLst/>
              <a:rect l="l" t="t" r="r" b="b"/>
              <a:pathLst>
                <a:path w="26" h="34">
                  <a:moveTo>
                    <a:pt x="26" y="25"/>
                  </a:moveTo>
                  <a:lnTo>
                    <a:pt x="21" y="0"/>
                  </a:lnTo>
                  <a:lnTo>
                    <a:pt x="20" y="1"/>
                  </a:lnTo>
                  <a:lnTo>
                    <a:pt x="17" y="4"/>
                  </a:lnTo>
                  <a:lnTo>
                    <a:pt x="11" y="10"/>
                  </a:lnTo>
                  <a:lnTo>
                    <a:pt x="4" y="20"/>
                  </a:lnTo>
                  <a:lnTo>
                    <a:pt x="1" y="25"/>
                  </a:lnTo>
                  <a:lnTo>
                    <a:pt x="0" y="29"/>
                  </a:lnTo>
                  <a:lnTo>
                    <a:pt x="0" y="32"/>
                  </a:lnTo>
                  <a:lnTo>
                    <a:pt x="3" y="34"/>
                  </a:lnTo>
                  <a:lnTo>
                    <a:pt x="6" y="34"/>
                  </a:lnTo>
                  <a:lnTo>
                    <a:pt x="12" y="33"/>
                  </a:lnTo>
                  <a:lnTo>
                    <a:pt x="18" y="30"/>
                  </a:lnTo>
                  <a:lnTo>
                    <a:pt x="26" y="25"/>
                  </a:lnTo>
                  <a:close/>
                </a:path>
              </a:pathLst>
            </a:custGeom>
            <a:solidFill>
              <a:srgbClr val="33cc66"/>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88" name=""/>
            <p:cNvSpPr/>
            <p:nvPr/>
          </p:nvSpPr>
          <p:spPr>
            <a:xfrm>
              <a:off x="403200" y="4002120"/>
              <a:ext cx="5040" cy="5040"/>
            </a:xfrm>
            <a:custGeom>
              <a:avLst/>
              <a:gdLst/>
              <a:ahLst/>
              <a:rect l="l" t="t" r="r" b="b"/>
              <a:pathLst>
                <a:path w="26" h="34">
                  <a:moveTo>
                    <a:pt x="26" y="25"/>
                  </a:moveTo>
                  <a:lnTo>
                    <a:pt x="21" y="0"/>
                  </a:lnTo>
                  <a:lnTo>
                    <a:pt x="21" y="0"/>
                  </a:lnTo>
                  <a:lnTo>
                    <a:pt x="20" y="1"/>
                  </a:lnTo>
                  <a:lnTo>
                    <a:pt x="17" y="4"/>
                  </a:lnTo>
                  <a:lnTo>
                    <a:pt x="11" y="10"/>
                  </a:lnTo>
                  <a:lnTo>
                    <a:pt x="4" y="20"/>
                  </a:lnTo>
                  <a:lnTo>
                    <a:pt x="4" y="20"/>
                  </a:lnTo>
                  <a:lnTo>
                    <a:pt x="1" y="25"/>
                  </a:lnTo>
                  <a:lnTo>
                    <a:pt x="0" y="29"/>
                  </a:lnTo>
                  <a:lnTo>
                    <a:pt x="0" y="32"/>
                  </a:lnTo>
                  <a:lnTo>
                    <a:pt x="3" y="34"/>
                  </a:lnTo>
                  <a:lnTo>
                    <a:pt x="6" y="34"/>
                  </a:lnTo>
                  <a:lnTo>
                    <a:pt x="12" y="33"/>
                  </a:lnTo>
                  <a:lnTo>
                    <a:pt x="18" y="30"/>
                  </a:lnTo>
                  <a:lnTo>
                    <a:pt x="26" y="25"/>
                  </a:lnTo>
                </a:path>
              </a:pathLst>
            </a:custGeom>
            <a:noFill/>
            <a:ln w="0">
              <a:solidFill>
                <a:srgbClr val="000000"/>
              </a:solid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89" name=""/>
            <p:cNvSpPr/>
            <p:nvPr/>
          </p:nvSpPr>
          <p:spPr>
            <a:xfrm>
              <a:off x="372240" y="4053600"/>
              <a:ext cx="3240" cy="9360"/>
            </a:xfrm>
            <a:custGeom>
              <a:avLst/>
              <a:gdLst/>
              <a:ahLst/>
              <a:rect l="l" t="t" r="r" b="b"/>
              <a:pathLst>
                <a:path w="24" h="59">
                  <a:moveTo>
                    <a:pt x="22" y="39"/>
                  </a:moveTo>
                  <a:lnTo>
                    <a:pt x="5" y="0"/>
                  </a:lnTo>
                  <a:lnTo>
                    <a:pt x="5" y="2"/>
                  </a:lnTo>
                  <a:lnTo>
                    <a:pt x="4" y="6"/>
                  </a:lnTo>
                  <a:lnTo>
                    <a:pt x="2" y="14"/>
                  </a:lnTo>
                  <a:lnTo>
                    <a:pt x="0" y="25"/>
                  </a:lnTo>
                  <a:lnTo>
                    <a:pt x="0" y="32"/>
                  </a:lnTo>
                  <a:lnTo>
                    <a:pt x="3" y="41"/>
                  </a:lnTo>
                  <a:lnTo>
                    <a:pt x="7" y="50"/>
                  </a:lnTo>
                  <a:lnTo>
                    <a:pt x="12" y="56"/>
                  </a:lnTo>
                  <a:lnTo>
                    <a:pt x="17" y="59"/>
                  </a:lnTo>
                  <a:lnTo>
                    <a:pt x="21" y="59"/>
                  </a:lnTo>
                  <a:lnTo>
                    <a:pt x="24" y="53"/>
                  </a:lnTo>
                  <a:lnTo>
                    <a:pt x="22" y="39"/>
                  </a:lnTo>
                  <a:close/>
                </a:path>
              </a:pathLst>
            </a:custGeom>
            <a:solidFill>
              <a:srgbClr val="33cc66"/>
            </a:solidFill>
            <a:ln w="0">
              <a:noFill/>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8990" name=""/>
            <p:cNvSpPr/>
            <p:nvPr/>
          </p:nvSpPr>
          <p:spPr>
            <a:xfrm>
              <a:off x="372240" y="4053600"/>
              <a:ext cx="3240" cy="9360"/>
            </a:xfrm>
            <a:custGeom>
              <a:avLst/>
              <a:gdLst/>
              <a:ahLst/>
              <a:rect l="l" t="t" r="r" b="b"/>
              <a:pathLst>
                <a:path w="24" h="59">
                  <a:moveTo>
                    <a:pt x="22" y="39"/>
                  </a:moveTo>
                  <a:lnTo>
                    <a:pt x="5" y="0"/>
                  </a:lnTo>
                  <a:lnTo>
                    <a:pt x="5" y="0"/>
                  </a:lnTo>
                  <a:lnTo>
                    <a:pt x="5" y="2"/>
                  </a:lnTo>
                  <a:lnTo>
                    <a:pt x="4" y="6"/>
                  </a:lnTo>
                  <a:lnTo>
                    <a:pt x="2" y="14"/>
                  </a:lnTo>
                  <a:lnTo>
                    <a:pt x="0" y="25"/>
                  </a:lnTo>
                  <a:lnTo>
                    <a:pt x="0" y="25"/>
                  </a:lnTo>
                  <a:lnTo>
                    <a:pt x="0" y="32"/>
                  </a:lnTo>
                  <a:lnTo>
                    <a:pt x="3" y="41"/>
                  </a:lnTo>
                  <a:lnTo>
                    <a:pt x="7" y="50"/>
                  </a:lnTo>
                  <a:lnTo>
                    <a:pt x="12" y="56"/>
                  </a:lnTo>
                  <a:lnTo>
                    <a:pt x="17" y="59"/>
                  </a:lnTo>
                  <a:lnTo>
                    <a:pt x="21" y="59"/>
                  </a:lnTo>
                  <a:lnTo>
                    <a:pt x="24" y="53"/>
                  </a:lnTo>
                  <a:lnTo>
                    <a:pt x="22" y="39"/>
                  </a:lnTo>
                </a:path>
              </a:pathLst>
            </a:custGeom>
            <a:noFill/>
            <a:ln w="0">
              <a:solidFill>
                <a:srgbClr val="000000"/>
              </a:solidFill>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8991" name=""/>
            <p:cNvSpPr/>
            <p:nvPr/>
          </p:nvSpPr>
          <p:spPr>
            <a:xfrm>
              <a:off x="515520" y="4042800"/>
              <a:ext cx="3960" cy="4320"/>
            </a:xfrm>
            <a:custGeom>
              <a:avLst/>
              <a:gdLst/>
              <a:ahLst/>
              <a:rect l="l" t="t" r="r" b="b"/>
              <a:pathLst>
                <a:path w="21" h="27">
                  <a:moveTo>
                    <a:pt x="7" y="27"/>
                  </a:moveTo>
                  <a:lnTo>
                    <a:pt x="4" y="24"/>
                  </a:lnTo>
                  <a:lnTo>
                    <a:pt x="0" y="17"/>
                  </a:lnTo>
                  <a:lnTo>
                    <a:pt x="0" y="8"/>
                  </a:lnTo>
                  <a:lnTo>
                    <a:pt x="10" y="1"/>
                  </a:lnTo>
                  <a:lnTo>
                    <a:pt x="17" y="0"/>
                  </a:lnTo>
                  <a:lnTo>
                    <a:pt x="20" y="2"/>
                  </a:lnTo>
                  <a:lnTo>
                    <a:pt x="21" y="5"/>
                  </a:lnTo>
                  <a:lnTo>
                    <a:pt x="20" y="10"/>
                  </a:lnTo>
                  <a:lnTo>
                    <a:pt x="17" y="17"/>
                  </a:lnTo>
                  <a:lnTo>
                    <a:pt x="14" y="22"/>
                  </a:lnTo>
                  <a:lnTo>
                    <a:pt x="10" y="26"/>
                  </a:lnTo>
                  <a:lnTo>
                    <a:pt x="7" y="27"/>
                  </a:lnTo>
                  <a:close/>
                </a:path>
              </a:pathLst>
            </a:custGeom>
            <a:solidFill>
              <a:srgbClr val="33cc66"/>
            </a:solidFill>
            <a:ln w="0">
              <a:no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8992" name=""/>
            <p:cNvSpPr/>
            <p:nvPr/>
          </p:nvSpPr>
          <p:spPr>
            <a:xfrm>
              <a:off x="515520" y="4042800"/>
              <a:ext cx="3960" cy="4320"/>
            </a:xfrm>
            <a:custGeom>
              <a:avLst/>
              <a:gdLst/>
              <a:ahLst/>
              <a:rect l="l" t="t" r="r" b="b"/>
              <a:pathLst>
                <a:path w="21" h="27">
                  <a:moveTo>
                    <a:pt x="7" y="27"/>
                  </a:moveTo>
                  <a:lnTo>
                    <a:pt x="7" y="27"/>
                  </a:lnTo>
                  <a:lnTo>
                    <a:pt x="4" y="24"/>
                  </a:lnTo>
                  <a:lnTo>
                    <a:pt x="0" y="17"/>
                  </a:lnTo>
                  <a:lnTo>
                    <a:pt x="0" y="8"/>
                  </a:lnTo>
                  <a:lnTo>
                    <a:pt x="10" y="1"/>
                  </a:lnTo>
                  <a:lnTo>
                    <a:pt x="10" y="1"/>
                  </a:lnTo>
                  <a:lnTo>
                    <a:pt x="17" y="0"/>
                  </a:lnTo>
                  <a:lnTo>
                    <a:pt x="20" y="2"/>
                  </a:lnTo>
                  <a:lnTo>
                    <a:pt x="21" y="5"/>
                  </a:lnTo>
                  <a:lnTo>
                    <a:pt x="20" y="10"/>
                  </a:lnTo>
                  <a:lnTo>
                    <a:pt x="17" y="17"/>
                  </a:lnTo>
                  <a:lnTo>
                    <a:pt x="14" y="22"/>
                  </a:lnTo>
                  <a:lnTo>
                    <a:pt x="10" y="26"/>
                  </a:lnTo>
                  <a:lnTo>
                    <a:pt x="7" y="27"/>
                  </a:lnTo>
                </a:path>
              </a:pathLst>
            </a:custGeom>
            <a:noFill/>
            <a:ln w="0">
              <a:solidFill>
                <a:srgbClr val="000000"/>
              </a:solid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8993" name=""/>
            <p:cNvSpPr/>
            <p:nvPr/>
          </p:nvSpPr>
          <p:spPr>
            <a:xfrm>
              <a:off x="534960" y="4026600"/>
              <a:ext cx="2880" cy="3960"/>
            </a:xfrm>
            <a:custGeom>
              <a:avLst/>
              <a:gdLst/>
              <a:ahLst/>
              <a:rect l="l" t="t" r="r" b="b"/>
              <a:pathLst>
                <a:path w="17" h="26">
                  <a:moveTo>
                    <a:pt x="17" y="23"/>
                  </a:moveTo>
                  <a:lnTo>
                    <a:pt x="0" y="0"/>
                  </a:lnTo>
                  <a:lnTo>
                    <a:pt x="0" y="26"/>
                  </a:lnTo>
                  <a:lnTo>
                    <a:pt x="1" y="26"/>
                  </a:lnTo>
                  <a:lnTo>
                    <a:pt x="5" y="26"/>
                  </a:lnTo>
                  <a:lnTo>
                    <a:pt x="10" y="26"/>
                  </a:lnTo>
                  <a:lnTo>
                    <a:pt x="17" y="23"/>
                  </a:lnTo>
                  <a:close/>
                </a:path>
              </a:pathLst>
            </a:custGeom>
            <a:solidFill>
              <a:srgbClr val="33cc66"/>
            </a:solidFill>
            <a:ln w="0">
              <a:no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994" name=""/>
            <p:cNvSpPr/>
            <p:nvPr/>
          </p:nvSpPr>
          <p:spPr>
            <a:xfrm>
              <a:off x="534960" y="4026600"/>
              <a:ext cx="2880" cy="3960"/>
            </a:xfrm>
            <a:custGeom>
              <a:avLst/>
              <a:gdLst/>
              <a:ahLst/>
              <a:rect l="l" t="t" r="r" b="b"/>
              <a:pathLst>
                <a:path w="17" h="26">
                  <a:moveTo>
                    <a:pt x="17" y="23"/>
                  </a:moveTo>
                  <a:lnTo>
                    <a:pt x="0" y="0"/>
                  </a:lnTo>
                  <a:lnTo>
                    <a:pt x="0" y="26"/>
                  </a:lnTo>
                  <a:lnTo>
                    <a:pt x="0" y="26"/>
                  </a:lnTo>
                  <a:lnTo>
                    <a:pt x="1" y="26"/>
                  </a:lnTo>
                  <a:lnTo>
                    <a:pt x="5" y="26"/>
                  </a:lnTo>
                  <a:lnTo>
                    <a:pt x="10" y="26"/>
                  </a:lnTo>
                  <a:lnTo>
                    <a:pt x="17" y="23"/>
                  </a:lnTo>
                </a:path>
              </a:pathLst>
            </a:custGeom>
            <a:noFill/>
            <a:ln w="0">
              <a:solidFill>
                <a:srgbClr val="000000"/>
              </a:solid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995" name=""/>
            <p:cNvSpPr/>
            <p:nvPr/>
          </p:nvSpPr>
          <p:spPr>
            <a:xfrm>
              <a:off x="534960" y="4018680"/>
              <a:ext cx="6840" cy="3960"/>
            </a:xfrm>
            <a:custGeom>
              <a:avLst/>
              <a:gdLst/>
              <a:ahLst/>
              <a:rect l="l" t="t" r="r" b="b"/>
              <a:pathLst>
                <a:path w="41" h="26">
                  <a:moveTo>
                    <a:pt x="30" y="26"/>
                  </a:moveTo>
                  <a:lnTo>
                    <a:pt x="29" y="25"/>
                  </a:lnTo>
                  <a:lnTo>
                    <a:pt x="25" y="22"/>
                  </a:lnTo>
                  <a:lnTo>
                    <a:pt x="18" y="18"/>
                  </a:lnTo>
                  <a:lnTo>
                    <a:pt x="7" y="15"/>
                  </a:lnTo>
                  <a:lnTo>
                    <a:pt x="2" y="14"/>
                  </a:lnTo>
                  <a:lnTo>
                    <a:pt x="0" y="12"/>
                  </a:lnTo>
                  <a:lnTo>
                    <a:pt x="0" y="10"/>
                  </a:lnTo>
                  <a:lnTo>
                    <a:pt x="2" y="7"/>
                  </a:lnTo>
                  <a:lnTo>
                    <a:pt x="5" y="5"/>
                  </a:lnTo>
                  <a:lnTo>
                    <a:pt x="9" y="3"/>
                  </a:lnTo>
                  <a:lnTo>
                    <a:pt x="16" y="1"/>
                  </a:lnTo>
                  <a:lnTo>
                    <a:pt x="22" y="0"/>
                  </a:lnTo>
                  <a:lnTo>
                    <a:pt x="32" y="0"/>
                  </a:lnTo>
                  <a:lnTo>
                    <a:pt x="38" y="3"/>
                  </a:lnTo>
                  <a:lnTo>
                    <a:pt x="40" y="6"/>
                  </a:lnTo>
                  <a:lnTo>
                    <a:pt x="41" y="9"/>
                  </a:lnTo>
                  <a:lnTo>
                    <a:pt x="40" y="11"/>
                  </a:lnTo>
                  <a:lnTo>
                    <a:pt x="37" y="16"/>
                  </a:lnTo>
                  <a:lnTo>
                    <a:pt x="34" y="22"/>
                  </a:lnTo>
                  <a:lnTo>
                    <a:pt x="30" y="26"/>
                  </a:lnTo>
                  <a:close/>
                </a:path>
              </a:pathLst>
            </a:custGeom>
            <a:solidFill>
              <a:srgbClr val="33cc66"/>
            </a:solidFill>
            <a:ln w="0">
              <a:no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996" name=""/>
            <p:cNvSpPr/>
            <p:nvPr/>
          </p:nvSpPr>
          <p:spPr>
            <a:xfrm>
              <a:off x="534960" y="4018680"/>
              <a:ext cx="6840" cy="3960"/>
            </a:xfrm>
            <a:custGeom>
              <a:avLst/>
              <a:gdLst/>
              <a:ahLst/>
              <a:rect l="l" t="t" r="r" b="b"/>
              <a:pathLst>
                <a:path w="41" h="26">
                  <a:moveTo>
                    <a:pt x="30" y="26"/>
                  </a:moveTo>
                  <a:lnTo>
                    <a:pt x="30" y="26"/>
                  </a:lnTo>
                  <a:lnTo>
                    <a:pt x="29" y="25"/>
                  </a:lnTo>
                  <a:lnTo>
                    <a:pt x="25" y="22"/>
                  </a:lnTo>
                  <a:lnTo>
                    <a:pt x="18" y="18"/>
                  </a:lnTo>
                  <a:lnTo>
                    <a:pt x="7" y="15"/>
                  </a:lnTo>
                  <a:lnTo>
                    <a:pt x="7" y="15"/>
                  </a:lnTo>
                  <a:lnTo>
                    <a:pt x="2" y="14"/>
                  </a:lnTo>
                  <a:lnTo>
                    <a:pt x="0" y="12"/>
                  </a:lnTo>
                  <a:lnTo>
                    <a:pt x="0" y="10"/>
                  </a:lnTo>
                  <a:lnTo>
                    <a:pt x="2" y="7"/>
                  </a:lnTo>
                  <a:lnTo>
                    <a:pt x="5" y="5"/>
                  </a:lnTo>
                  <a:lnTo>
                    <a:pt x="9" y="3"/>
                  </a:lnTo>
                  <a:lnTo>
                    <a:pt x="16" y="1"/>
                  </a:lnTo>
                  <a:lnTo>
                    <a:pt x="22" y="0"/>
                  </a:lnTo>
                  <a:lnTo>
                    <a:pt x="22" y="0"/>
                  </a:lnTo>
                  <a:lnTo>
                    <a:pt x="32" y="0"/>
                  </a:lnTo>
                  <a:lnTo>
                    <a:pt x="38" y="3"/>
                  </a:lnTo>
                  <a:lnTo>
                    <a:pt x="40" y="6"/>
                  </a:lnTo>
                  <a:lnTo>
                    <a:pt x="41" y="9"/>
                  </a:lnTo>
                  <a:lnTo>
                    <a:pt x="41" y="9"/>
                  </a:lnTo>
                  <a:lnTo>
                    <a:pt x="40" y="11"/>
                  </a:lnTo>
                  <a:lnTo>
                    <a:pt x="37" y="16"/>
                  </a:lnTo>
                  <a:lnTo>
                    <a:pt x="34" y="22"/>
                  </a:lnTo>
                  <a:lnTo>
                    <a:pt x="30" y="26"/>
                  </a:lnTo>
                </a:path>
              </a:pathLst>
            </a:custGeom>
            <a:noFill/>
            <a:ln w="0">
              <a:solidFill>
                <a:srgbClr val="000000"/>
              </a:solid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8997" name=""/>
            <p:cNvSpPr/>
            <p:nvPr/>
          </p:nvSpPr>
          <p:spPr>
            <a:xfrm>
              <a:off x="550800" y="4025160"/>
              <a:ext cx="2880" cy="5040"/>
            </a:xfrm>
            <a:custGeom>
              <a:avLst/>
              <a:gdLst/>
              <a:ahLst/>
              <a:rect l="l" t="t" r="r" b="b"/>
              <a:pathLst>
                <a:path w="14" h="34">
                  <a:moveTo>
                    <a:pt x="0" y="11"/>
                  </a:moveTo>
                  <a:lnTo>
                    <a:pt x="8" y="34"/>
                  </a:lnTo>
                  <a:lnTo>
                    <a:pt x="14" y="0"/>
                  </a:lnTo>
                  <a:lnTo>
                    <a:pt x="13" y="1"/>
                  </a:lnTo>
                  <a:lnTo>
                    <a:pt x="9" y="4"/>
                  </a:lnTo>
                  <a:lnTo>
                    <a:pt x="5" y="7"/>
                  </a:lnTo>
                  <a:lnTo>
                    <a:pt x="0" y="11"/>
                  </a:lnTo>
                  <a:close/>
                </a:path>
              </a:pathLst>
            </a:custGeom>
            <a:solidFill>
              <a:srgbClr val="33cc66"/>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98" name=""/>
            <p:cNvSpPr/>
            <p:nvPr/>
          </p:nvSpPr>
          <p:spPr>
            <a:xfrm>
              <a:off x="550800" y="4025160"/>
              <a:ext cx="2880" cy="5040"/>
            </a:xfrm>
            <a:custGeom>
              <a:avLst/>
              <a:gdLst/>
              <a:ahLst/>
              <a:rect l="l" t="t" r="r" b="b"/>
              <a:pathLst>
                <a:path w="14" h="34">
                  <a:moveTo>
                    <a:pt x="0" y="11"/>
                  </a:moveTo>
                  <a:lnTo>
                    <a:pt x="8" y="34"/>
                  </a:lnTo>
                  <a:lnTo>
                    <a:pt x="14" y="0"/>
                  </a:lnTo>
                  <a:lnTo>
                    <a:pt x="14" y="0"/>
                  </a:lnTo>
                  <a:lnTo>
                    <a:pt x="13" y="1"/>
                  </a:lnTo>
                  <a:lnTo>
                    <a:pt x="9" y="4"/>
                  </a:lnTo>
                  <a:lnTo>
                    <a:pt x="5" y="7"/>
                  </a:lnTo>
                  <a:lnTo>
                    <a:pt x="0" y="11"/>
                  </a:lnTo>
                </a:path>
              </a:pathLst>
            </a:custGeom>
            <a:noFill/>
            <a:ln w="0">
              <a:solidFill>
                <a:srgbClr val="000000"/>
              </a:solid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8999" name=""/>
            <p:cNvSpPr/>
            <p:nvPr/>
          </p:nvSpPr>
          <p:spPr>
            <a:xfrm>
              <a:off x="527760" y="4008960"/>
              <a:ext cx="3960" cy="5040"/>
            </a:xfrm>
            <a:custGeom>
              <a:avLst/>
              <a:gdLst/>
              <a:ahLst/>
              <a:rect l="l" t="t" r="r" b="b"/>
              <a:pathLst>
                <a:path w="23" h="31">
                  <a:moveTo>
                    <a:pt x="21" y="27"/>
                  </a:moveTo>
                  <a:lnTo>
                    <a:pt x="23" y="4"/>
                  </a:lnTo>
                  <a:lnTo>
                    <a:pt x="20" y="2"/>
                  </a:lnTo>
                  <a:lnTo>
                    <a:pt x="12" y="0"/>
                  </a:lnTo>
                  <a:lnTo>
                    <a:pt x="4" y="2"/>
                  </a:lnTo>
                  <a:lnTo>
                    <a:pt x="0" y="12"/>
                  </a:lnTo>
                  <a:lnTo>
                    <a:pt x="2" y="25"/>
                  </a:lnTo>
                  <a:lnTo>
                    <a:pt x="8" y="30"/>
                  </a:lnTo>
                  <a:lnTo>
                    <a:pt x="15" y="31"/>
                  </a:lnTo>
                  <a:lnTo>
                    <a:pt x="21" y="27"/>
                  </a:lnTo>
                  <a:close/>
                </a:path>
              </a:pathLst>
            </a:custGeom>
            <a:solidFill>
              <a:srgbClr val="33cc66"/>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9000" name=""/>
            <p:cNvSpPr/>
            <p:nvPr/>
          </p:nvSpPr>
          <p:spPr>
            <a:xfrm>
              <a:off x="527760" y="4008960"/>
              <a:ext cx="3960" cy="5040"/>
            </a:xfrm>
            <a:custGeom>
              <a:avLst/>
              <a:gdLst/>
              <a:ahLst/>
              <a:rect l="l" t="t" r="r" b="b"/>
              <a:pathLst>
                <a:path w="23" h="31">
                  <a:moveTo>
                    <a:pt x="21" y="27"/>
                  </a:moveTo>
                  <a:lnTo>
                    <a:pt x="23" y="4"/>
                  </a:lnTo>
                  <a:lnTo>
                    <a:pt x="23" y="4"/>
                  </a:lnTo>
                  <a:lnTo>
                    <a:pt x="20" y="2"/>
                  </a:lnTo>
                  <a:lnTo>
                    <a:pt x="12" y="0"/>
                  </a:lnTo>
                  <a:lnTo>
                    <a:pt x="4" y="2"/>
                  </a:lnTo>
                  <a:lnTo>
                    <a:pt x="0" y="12"/>
                  </a:lnTo>
                  <a:lnTo>
                    <a:pt x="0" y="12"/>
                  </a:lnTo>
                  <a:lnTo>
                    <a:pt x="2" y="25"/>
                  </a:lnTo>
                  <a:lnTo>
                    <a:pt x="8" y="30"/>
                  </a:lnTo>
                  <a:lnTo>
                    <a:pt x="15" y="31"/>
                  </a:lnTo>
                  <a:lnTo>
                    <a:pt x="21" y="27"/>
                  </a:lnTo>
                </a:path>
              </a:pathLst>
            </a:custGeom>
            <a:noFill/>
            <a:ln w="0">
              <a:solidFill>
                <a:srgbClr val="000000"/>
              </a:solid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9001" name=""/>
            <p:cNvSpPr/>
            <p:nvPr/>
          </p:nvSpPr>
          <p:spPr>
            <a:xfrm>
              <a:off x="536400" y="3972240"/>
              <a:ext cx="5040" cy="6120"/>
            </a:xfrm>
            <a:custGeom>
              <a:avLst/>
              <a:gdLst/>
              <a:ahLst/>
              <a:rect l="l" t="t" r="r" b="b"/>
              <a:pathLst>
                <a:path w="32" h="39">
                  <a:moveTo>
                    <a:pt x="32" y="28"/>
                  </a:moveTo>
                  <a:lnTo>
                    <a:pt x="32" y="0"/>
                  </a:lnTo>
                  <a:lnTo>
                    <a:pt x="6" y="20"/>
                  </a:lnTo>
                  <a:lnTo>
                    <a:pt x="4" y="24"/>
                  </a:lnTo>
                  <a:lnTo>
                    <a:pt x="0" y="32"/>
                  </a:lnTo>
                  <a:lnTo>
                    <a:pt x="1" y="39"/>
                  </a:lnTo>
                  <a:lnTo>
                    <a:pt x="12" y="39"/>
                  </a:lnTo>
                  <a:lnTo>
                    <a:pt x="23" y="35"/>
                  </a:lnTo>
                  <a:lnTo>
                    <a:pt x="27" y="33"/>
                  </a:lnTo>
                  <a:lnTo>
                    <a:pt x="29" y="32"/>
                  </a:lnTo>
                  <a:lnTo>
                    <a:pt x="32" y="28"/>
                  </a:lnTo>
                  <a:close/>
                </a:path>
              </a:pathLst>
            </a:custGeom>
            <a:solidFill>
              <a:srgbClr val="33cc66"/>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9002" name=""/>
            <p:cNvSpPr/>
            <p:nvPr/>
          </p:nvSpPr>
          <p:spPr>
            <a:xfrm>
              <a:off x="536400" y="3972240"/>
              <a:ext cx="5040" cy="6120"/>
            </a:xfrm>
            <a:custGeom>
              <a:avLst/>
              <a:gdLst/>
              <a:ahLst/>
              <a:rect l="l" t="t" r="r" b="b"/>
              <a:pathLst>
                <a:path w="32" h="39">
                  <a:moveTo>
                    <a:pt x="32" y="28"/>
                  </a:moveTo>
                  <a:lnTo>
                    <a:pt x="32" y="0"/>
                  </a:lnTo>
                  <a:lnTo>
                    <a:pt x="6" y="20"/>
                  </a:lnTo>
                  <a:lnTo>
                    <a:pt x="6" y="20"/>
                  </a:lnTo>
                  <a:lnTo>
                    <a:pt x="4" y="24"/>
                  </a:lnTo>
                  <a:lnTo>
                    <a:pt x="0" y="32"/>
                  </a:lnTo>
                  <a:lnTo>
                    <a:pt x="1" y="39"/>
                  </a:lnTo>
                  <a:lnTo>
                    <a:pt x="12" y="39"/>
                  </a:lnTo>
                  <a:lnTo>
                    <a:pt x="12" y="39"/>
                  </a:lnTo>
                  <a:lnTo>
                    <a:pt x="23" y="35"/>
                  </a:lnTo>
                  <a:lnTo>
                    <a:pt x="27" y="33"/>
                  </a:lnTo>
                  <a:lnTo>
                    <a:pt x="29" y="32"/>
                  </a:lnTo>
                  <a:lnTo>
                    <a:pt x="32" y="28"/>
                  </a:lnTo>
                </a:path>
              </a:pathLst>
            </a:custGeom>
            <a:noFill/>
            <a:ln w="0">
              <a:solidFill>
                <a:srgbClr val="000000"/>
              </a:solid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9003" name=""/>
            <p:cNvSpPr/>
            <p:nvPr/>
          </p:nvSpPr>
          <p:spPr>
            <a:xfrm>
              <a:off x="542160" y="3952800"/>
              <a:ext cx="21240" cy="13320"/>
            </a:xfrm>
            <a:custGeom>
              <a:avLst/>
              <a:gdLst/>
              <a:ahLst/>
              <a:rect l="l" t="t" r="r" b="b"/>
              <a:pathLst>
                <a:path w="120" h="85">
                  <a:moveTo>
                    <a:pt x="90" y="30"/>
                  </a:moveTo>
                  <a:lnTo>
                    <a:pt x="64" y="30"/>
                  </a:lnTo>
                  <a:lnTo>
                    <a:pt x="48" y="44"/>
                  </a:lnTo>
                  <a:lnTo>
                    <a:pt x="45" y="42"/>
                  </a:lnTo>
                  <a:lnTo>
                    <a:pt x="40" y="38"/>
                  </a:lnTo>
                  <a:lnTo>
                    <a:pt x="33" y="39"/>
                  </a:lnTo>
                  <a:lnTo>
                    <a:pt x="29" y="47"/>
                  </a:lnTo>
                  <a:lnTo>
                    <a:pt x="28" y="53"/>
                  </a:lnTo>
                  <a:lnTo>
                    <a:pt x="27" y="57"/>
                  </a:lnTo>
                  <a:lnTo>
                    <a:pt x="26" y="60"/>
                  </a:lnTo>
                  <a:lnTo>
                    <a:pt x="25" y="63"/>
                  </a:lnTo>
                  <a:lnTo>
                    <a:pt x="23" y="66"/>
                  </a:lnTo>
                  <a:lnTo>
                    <a:pt x="22" y="69"/>
                  </a:lnTo>
                  <a:lnTo>
                    <a:pt x="21" y="73"/>
                  </a:lnTo>
                  <a:lnTo>
                    <a:pt x="19" y="78"/>
                  </a:lnTo>
                  <a:lnTo>
                    <a:pt x="17" y="83"/>
                  </a:lnTo>
                  <a:lnTo>
                    <a:pt x="14" y="85"/>
                  </a:lnTo>
                  <a:lnTo>
                    <a:pt x="12" y="84"/>
                  </a:lnTo>
                  <a:lnTo>
                    <a:pt x="9" y="82"/>
                  </a:lnTo>
                  <a:lnTo>
                    <a:pt x="7" y="79"/>
                  </a:lnTo>
                  <a:lnTo>
                    <a:pt x="5" y="74"/>
                  </a:lnTo>
                  <a:lnTo>
                    <a:pt x="3" y="69"/>
                  </a:lnTo>
                  <a:lnTo>
                    <a:pt x="3" y="63"/>
                  </a:lnTo>
                  <a:lnTo>
                    <a:pt x="3" y="57"/>
                  </a:lnTo>
                  <a:lnTo>
                    <a:pt x="2" y="50"/>
                  </a:lnTo>
                  <a:lnTo>
                    <a:pt x="1" y="43"/>
                  </a:lnTo>
                  <a:lnTo>
                    <a:pt x="0" y="36"/>
                  </a:lnTo>
                  <a:lnTo>
                    <a:pt x="0" y="31"/>
                  </a:lnTo>
                  <a:lnTo>
                    <a:pt x="2" y="27"/>
                  </a:lnTo>
                  <a:lnTo>
                    <a:pt x="5" y="26"/>
                  </a:lnTo>
                  <a:lnTo>
                    <a:pt x="11" y="28"/>
                  </a:lnTo>
                  <a:lnTo>
                    <a:pt x="23" y="31"/>
                  </a:lnTo>
                  <a:lnTo>
                    <a:pt x="32" y="28"/>
                  </a:lnTo>
                  <a:lnTo>
                    <a:pt x="36" y="22"/>
                  </a:lnTo>
                  <a:lnTo>
                    <a:pt x="37" y="19"/>
                  </a:lnTo>
                  <a:lnTo>
                    <a:pt x="38" y="18"/>
                  </a:lnTo>
                  <a:lnTo>
                    <a:pt x="41" y="14"/>
                  </a:lnTo>
                  <a:lnTo>
                    <a:pt x="46" y="10"/>
                  </a:lnTo>
                  <a:lnTo>
                    <a:pt x="52" y="5"/>
                  </a:lnTo>
                  <a:lnTo>
                    <a:pt x="59" y="2"/>
                  </a:lnTo>
                  <a:lnTo>
                    <a:pt x="66" y="0"/>
                  </a:lnTo>
                  <a:lnTo>
                    <a:pt x="75" y="1"/>
                  </a:lnTo>
                  <a:lnTo>
                    <a:pt x="82" y="5"/>
                  </a:lnTo>
                  <a:lnTo>
                    <a:pt x="90" y="11"/>
                  </a:lnTo>
                  <a:lnTo>
                    <a:pt x="100" y="16"/>
                  </a:lnTo>
                  <a:lnTo>
                    <a:pt x="109" y="20"/>
                  </a:lnTo>
                  <a:lnTo>
                    <a:pt x="117" y="23"/>
                  </a:lnTo>
                  <a:lnTo>
                    <a:pt x="120" y="25"/>
                  </a:lnTo>
                  <a:lnTo>
                    <a:pt x="118" y="27"/>
                  </a:lnTo>
                  <a:lnTo>
                    <a:pt x="109" y="29"/>
                  </a:lnTo>
                  <a:lnTo>
                    <a:pt x="90" y="30"/>
                  </a:lnTo>
                  <a:close/>
                </a:path>
              </a:pathLst>
            </a:custGeom>
            <a:solidFill>
              <a:srgbClr val="33cc66"/>
            </a:solidFill>
            <a:ln w="0">
              <a:noFill/>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9004" name=""/>
            <p:cNvSpPr/>
            <p:nvPr/>
          </p:nvSpPr>
          <p:spPr>
            <a:xfrm>
              <a:off x="542160" y="3952800"/>
              <a:ext cx="21240" cy="13320"/>
            </a:xfrm>
            <a:custGeom>
              <a:avLst/>
              <a:gdLst/>
              <a:ahLst/>
              <a:rect l="l" t="t" r="r" b="b"/>
              <a:pathLst>
                <a:path w="120" h="85">
                  <a:moveTo>
                    <a:pt x="90" y="30"/>
                  </a:moveTo>
                  <a:lnTo>
                    <a:pt x="64" y="30"/>
                  </a:lnTo>
                  <a:lnTo>
                    <a:pt x="48" y="44"/>
                  </a:lnTo>
                  <a:lnTo>
                    <a:pt x="48" y="44"/>
                  </a:lnTo>
                  <a:lnTo>
                    <a:pt x="45" y="42"/>
                  </a:lnTo>
                  <a:lnTo>
                    <a:pt x="40" y="38"/>
                  </a:lnTo>
                  <a:lnTo>
                    <a:pt x="33" y="39"/>
                  </a:lnTo>
                  <a:lnTo>
                    <a:pt x="29" y="47"/>
                  </a:lnTo>
                  <a:lnTo>
                    <a:pt x="29" y="47"/>
                  </a:lnTo>
                  <a:lnTo>
                    <a:pt x="28" y="53"/>
                  </a:lnTo>
                  <a:lnTo>
                    <a:pt x="27" y="57"/>
                  </a:lnTo>
                  <a:lnTo>
                    <a:pt x="26" y="60"/>
                  </a:lnTo>
                  <a:lnTo>
                    <a:pt x="25" y="63"/>
                  </a:lnTo>
                  <a:lnTo>
                    <a:pt x="23" y="66"/>
                  </a:lnTo>
                  <a:lnTo>
                    <a:pt x="22" y="69"/>
                  </a:lnTo>
                  <a:lnTo>
                    <a:pt x="21" y="73"/>
                  </a:lnTo>
                  <a:lnTo>
                    <a:pt x="19" y="78"/>
                  </a:lnTo>
                  <a:lnTo>
                    <a:pt x="19" y="78"/>
                  </a:lnTo>
                  <a:lnTo>
                    <a:pt x="17" y="83"/>
                  </a:lnTo>
                  <a:lnTo>
                    <a:pt x="14" y="85"/>
                  </a:lnTo>
                  <a:lnTo>
                    <a:pt x="12" y="84"/>
                  </a:lnTo>
                  <a:lnTo>
                    <a:pt x="9" y="82"/>
                  </a:lnTo>
                  <a:lnTo>
                    <a:pt x="7" y="79"/>
                  </a:lnTo>
                  <a:lnTo>
                    <a:pt x="5" y="74"/>
                  </a:lnTo>
                  <a:lnTo>
                    <a:pt x="3" y="69"/>
                  </a:lnTo>
                  <a:lnTo>
                    <a:pt x="3" y="63"/>
                  </a:lnTo>
                  <a:lnTo>
                    <a:pt x="3" y="63"/>
                  </a:lnTo>
                  <a:lnTo>
                    <a:pt x="3" y="57"/>
                  </a:lnTo>
                  <a:lnTo>
                    <a:pt x="2" y="50"/>
                  </a:lnTo>
                  <a:lnTo>
                    <a:pt x="1" y="43"/>
                  </a:lnTo>
                  <a:lnTo>
                    <a:pt x="0" y="36"/>
                  </a:lnTo>
                  <a:lnTo>
                    <a:pt x="0" y="31"/>
                  </a:lnTo>
                  <a:lnTo>
                    <a:pt x="2" y="27"/>
                  </a:lnTo>
                  <a:lnTo>
                    <a:pt x="5" y="26"/>
                  </a:lnTo>
                  <a:lnTo>
                    <a:pt x="11" y="28"/>
                  </a:lnTo>
                  <a:lnTo>
                    <a:pt x="11" y="28"/>
                  </a:lnTo>
                  <a:lnTo>
                    <a:pt x="23" y="31"/>
                  </a:lnTo>
                  <a:lnTo>
                    <a:pt x="32" y="28"/>
                  </a:lnTo>
                  <a:lnTo>
                    <a:pt x="36" y="22"/>
                  </a:lnTo>
                  <a:lnTo>
                    <a:pt x="37" y="19"/>
                  </a:lnTo>
                  <a:lnTo>
                    <a:pt x="37" y="19"/>
                  </a:lnTo>
                  <a:lnTo>
                    <a:pt x="38" y="18"/>
                  </a:lnTo>
                  <a:lnTo>
                    <a:pt x="41" y="14"/>
                  </a:lnTo>
                  <a:lnTo>
                    <a:pt x="46" y="10"/>
                  </a:lnTo>
                  <a:lnTo>
                    <a:pt x="52" y="5"/>
                  </a:lnTo>
                  <a:lnTo>
                    <a:pt x="59" y="2"/>
                  </a:lnTo>
                  <a:lnTo>
                    <a:pt x="66" y="0"/>
                  </a:lnTo>
                  <a:lnTo>
                    <a:pt x="75" y="1"/>
                  </a:lnTo>
                  <a:lnTo>
                    <a:pt x="82" y="5"/>
                  </a:lnTo>
                  <a:lnTo>
                    <a:pt x="82" y="5"/>
                  </a:lnTo>
                  <a:lnTo>
                    <a:pt x="90" y="11"/>
                  </a:lnTo>
                  <a:lnTo>
                    <a:pt x="100" y="16"/>
                  </a:lnTo>
                  <a:lnTo>
                    <a:pt x="109" y="20"/>
                  </a:lnTo>
                  <a:lnTo>
                    <a:pt x="117" y="23"/>
                  </a:lnTo>
                  <a:lnTo>
                    <a:pt x="120" y="25"/>
                  </a:lnTo>
                  <a:lnTo>
                    <a:pt x="118" y="27"/>
                  </a:lnTo>
                  <a:lnTo>
                    <a:pt x="109" y="29"/>
                  </a:lnTo>
                  <a:lnTo>
                    <a:pt x="90" y="30"/>
                  </a:lnTo>
                </a:path>
              </a:pathLst>
            </a:custGeom>
            <a:noFill/>
            <a:ln w="0">
              <a:solidFill>
                <a:srgbClr val="000000"/>
              </a:solidFill>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9005" name=""/>
            <p:cNvSpPr/>
            <p:nvPr/>
          </p:nvSpPr>
          <p:spPr>
            <a:xfrm>
              <a:off x="545040" y="3975840"/>
              <a:ext cx="45000" cy="30960"/>
            </a:xfrm>
            <a:custGeom>
              <a:avLst/>
              <a:gdLst/>
              <a:ahLst/>
              <a:rect l="l" t="t" r="r" b="b"/>
              <a:pathLst>
                <a:path w="250" h="193">
                  <a:moveTo>
                    <a:pt x="152" y="50"/>
                  </a:moveTo>
                  <a:lnTo>
                    <a:pt x="151" y="49"/>
                  </a:lnTo>
                  <a:lnTo>
                    <a:pt x="149" y="47"/>
                  </a:lnTo>
                  <a:lnTo>
                    <a:pt x="146" y="43"/>
                  </a:lnTo>
                  <a:lnTo>
                    <a:pt x="143" y="38"/>
                  </a:lnTo>
                  <a:lnTo>
                    <a:pt x="142" y="33"/>
                  </a:lnTo>
                  <a:lnTo>
                    <a:pt x="141" y="28"/>
                  </a:lnTo>
                  <a:lnTo>
                    <a:pt x="144" y="24"/>
                  </a:lnTo>
                  <a:lnTo>
                    <a:pt x="149" y="19"/>
                  </a:lnTo>
                  <a:lnTo>
                    <a:pt x="155" y="15"/>
                  </a:lnTo>
                  <a:lnTo>
                    <a:pt x="161" y="11"/>
                  </a:lnTo>
                  <a:lnTo>
                    <a:pt x="164" y="7"/>
                  </a:lnTo>
                  <a:lnTo>
                    <a:pt x="167" y="3"/>
                  </a:lnTo>
                  <a:lnTo>
                    <a:pt x="169" y="1"/>
                  </a:lnTo>
                  <a:lnTo>
                    <a:pt x="172" y="0"/>
                  </a:lnTo>
                  <a:lnTo>
                    <a:pt x="175" y="1"/>
                  </a:lnTo>
                  <a:lnTo>
                    <a:pt x="180" y="5"/>
                  </a:lnTo>
                  <a:lnTo>
                    <a:pt x="186" y="9"/>
                  </a:lnTo>
                  <a:lnTo>
                    <a:pt x="192" y="11"/>
                  </a:lnTo>
                  <a:lnTo>
                    <a:pt x="198" y="11"/>
                  </a:lnTo>
                  <a:lnTo>
                    <a:pt x="205" y="10"/>
                  </a:lnTo>
                  <a:lnTo>
                    <a:pt x="211" y="9"/>
                  </a:lnTo>
                  <a:lnTo>
                    <a:pt x="216" y="7"/>
                  </a:lnTo>
                  <a:lnTo>
                    <a:pt x="219" y="6"/>
                  </a:lnTo>
                  <a:lnTo>
                    <a:pt x="220" y="5"/>
                  </a:lnTo>
                  <a:lnTo>
                    <a:pt x="221" y="5"/>
                  </a:lnTo>
                  <a:lnTo>
                    <a:pt x="224" y="6"/>
                  </a:lnTo>
                  <a:lnTo>
                    <a:pt x="229" y="8"/>
                  </a:lnTo>
                  <a:lnTo>
                    <a:pt x="234" y="10"/>
                  </a:lnTo>
                  <a:lnTo>
                    <a:pt x="239" y="14"/>
                  </a:lnTo>
                  <a:lnTo>
                    <a:pt x="244" y="18"/>
                  </a:lnTo>
                  <a:lnTo>
                    <a:pt x="248" y="24"/>
                  </a:lnTo>
                  <a:lnTo>
                    <a:pt x="250" y="31"/>
                  </a:lnTo>
                  <a:lnTo>
                    <a:pt x="250" y="38"/>
                  </a:lnTo>
                  <a:lnTo>
                    <a:pt x="247" y="44"/>
                  </a:lnTo>
                  <a:lnTo>
                    <a:pt x="243" y="49"/>
                  </a:lnTo>
                  <a:lnTo>
                    <a:pt x="239" y="54"/>
                  </a:lnTo>
                  <a:lnTo>
                    <a:pt x="236" y="60"/>
                  </a:lnTo>
                  <a:lnTo>
                    <a:pt x="234" y="66"/>
                  </a:lnTo>
                  <a:lnTo>
                    <a:pt x="236" y="73"/>
                  </a:lnTo>
                  <a:lnTo>
                    <a:pt x="242" y="81"/>
                  </a:lnTo>
                  <a:lnTo>
                    <a:pt x="248" y="89"/>
                  </a:lnTo>
                  <a:lnTo>
                    <a:pt x="248" y="96"/>
                  </a:lnTo>
                  <a:lnTo>
                    <a:pt x="245" y="102"/>
                  </a:lnTo>
                  <a:lnTo>
                    <a:pt x="239" y="108"/>
                  </a:lnTo>
                  <a:lnTo>
                    <a:pt x="232" y="114"/>
                  </a:lnTo>
                  <a:lnTo>
                    <a:pt x="223" y="121"/>
                  </a:lnTo>
                  <a:lnTo>
                    <a:pt x="214" y="126"/>
                  </a:lnTo>
                  <a:lnTo>
                    <a:pt x="205" y="132"/>
                  </a:lnTo>
                  <a:lnTo>
                    <a:pt x="197" y="138"/>
                  </a:lnTo>
                  <a:lnTo>
                    <a:pt x="187" y="142"/>
                  </a:lnTo>
                  <a:lnTo>
                    <a:pt x="177" y="146"/>
                  </a:lnTo>
                  <a:lnTo>
                    <a:pt x="166" y="149"/>
                  </a:lnTo>
                  <a:lnTo>
                    <a:pt x="156" y="151"/>
                  </a:lnTo>
                  <a:lnTo>
                    <a:pt x="148" y="153"/>
                  </a:lnTo>
                  <a:lnTo>
                    <a:pt x="143" y="154"/>
                  </a:lnTo>
                  <a:lnTo>
                    <a:pt x="141" y="154"/>
                  </a:lnTo>
                  <a:lnTo>
                    <a:pt x="141" y="155"/>
                  </a:lnTo>
                  <a:lnTo>
                    <a:pt x="140" y="159"/>
                  </a:lnTo>
                  <a:lnTo>
                    <a:pt x="138" y="164"/>
                  </a:lnTo>
                  <a:lnTo>
                    <a:pt x="134" y="169"/>
                  </a:lnTo>
                  <a:lnTo>
                    <a:pt x="127" y="176"/>
                  </a:lnTo>
                  <a:lnTo>
                    <a:pt x="118" y="182"/>
                  </a:lnTo>
                  <a:lnTo>
                    <a:pt x="105" y="186"/>
                  </a:lnTo>
                  <a:lnTo>
                    <a:pt x="88" y="188"/>
                  </a:lnTo>
                  <a:lnTo>
                    <a:pt x="73" y="189"/>
                  </a:lnTo>
                  <a:lnTo>
                    <a:pt x="63" y="191"/>
                  </a:lnTo>
                  <a:lnTo>
                    <a:pt x="56" y="192"/>
                  </a:lnTo>
                  <a:lnTo>
                    <a:pt x="53" y="193"/>
                  </a:lnTo>
                  <a:lnTo>
                    <a:pt x="51" y="192"/>
                  </a:lnTo>
                  <a:lnTo>
                    <a:pt x="50" y="190"/>
                  </a:lnTo>
                  <a:lnTo>
                    <a:pt x="46" y="185"/>
                  </a:lnTo>
                  <a:lnTo>
                    <a:pt x="40" y="177"/>
                  </a:lnTo>
                  <a:lnTo>
                    <a:pt x="31" y="167"/>
                  </a:lnTo>
                  <a:lnTo>
                    <a:pt x="23" y="160"/>
                  </a:lnTo>
                  <a:lnTo>
                    <a:pt x="15" y="153"/>
                  </a:lnTo>
                  <a:lnTo>
                    <a:pt x="7" y="147"/>
                  </a:lnTo>
                  <a:lnTo>
                    <a:pt x="2" y="143"/>
                  </a:lnTo>
                  <a:lnTo>
                    <a:pt x="0" y="139"/>
                  </a:lnTo>
                  <a:lnTo>
                    <a:pt x="1" y="136"/>
                  </a:lnTo>
                  <a:lnTo>
                    <a:pt x="6" y="134"/>
                  </a:lnTo>
                  <a:lnTo>
                    <a:pt x="13" y="132"/>
                  </a:lnTo>
                  <a:lnTo>
                    <a:pt x="17" y="129"/>
                  </a:lnTo>
                  <a:lnTo>
                    <a:pt x="20" y="125"/>
                  </a:lnTo>
                  <a:lnTo>
                    <a:pt x="22" y="119"/>
                  </a:lnTo>
                  <a:lnTo>
                    <a:pt x="24" y="114"/>
                  </a:lnTo>
                  <a:lnTo>
                    <a:pt x="27" y="108"/>
                  </a:lnTo>
                  <a:lnTo>
                    <a:pt x="31" y="102"/>
                  </a:lnTo>
                  <a:lnTo>
                    <a:pt x="37" y="95"/>
                  </a:lnTo>
                  <a:lnTo>
                    <a:pt x="43" y="88"/>
                  </a:lnTo>
                  <a:lnTo>
                    <a:pt x="47" y="81"/>
                  </a:lnTo>
                  <a:lnTo>
                    <a:pt x="49" y="75"/>
                  </a:lnTo>
                  <a:lnTo>
                    <a:pt x="52" y="69"/>
                  </a:lnTo>
                  <a:lnTo>
                    <a:pt x="55" y="65"/>
                  </a:lnTo>
                  <a:lnTo>
                    <a:pt x="62" y="63"/>
                  </a:lnTo>
                  <a:lnTo>
                    <a:pt x="71" y="62"/>
                  </a:lnTo>
                  <a:lnTo>
                    <a:pt x="85" y="64"/>
                  </a:lnTo>
                  <a:lnTo>
                    <a:pt x="98" y="65"/>
                  </a:lnTo>
                  <a:lnTo>
                    <a:pt x="106" y="63"/>
                  </a:lnTo>
                  <a:lnTo>
                    <a:pt x="110" y="58"/>
                  </a:lnTo>
                  <a:lnTo>
                    <a:pt x="112" y="53"/>
                  </a:lnTo>
                  <a:lnTo>
                    <a:pt x="112" y="49"/>
                  </a:lnTo>
                  <a:lnTo>
                    <a:pt x="112" y="47"/>
                  </a:lnTo>
                  <a:lnTo>
                    <a:pt x="115" y="47"/>
                  </a:lnTo>
                  <a:lnTo>
                    <a:pt x="122" y="53"/>
                  </a:lnTo>
                  <a:lnTo>
                    <a:pt x="130" y="60"/>
                  </a:lnTo>
                  <a:lnTo>
                    <a:pt x="136" y="64"/>
                  </a:lnTo>
                  <a:lnTo>
                    <a:pt x="141" y="65"/>
                  </a:lnTo>
                  <a:lnTo>
                    <a:pt x="144" y="65"/>
                  </a:lnTo>
                  <a:lnTo>
                    <a:pt x="147" y="63"/>
                  </a:lnTo>
                  <a:lnTo>
                    <a:pt x="149" y="59"/>
                  </a:lnTo>
                  <a:lnTo>
                    <a:pt x="150" y="55"/>
                  </a:lnTo>
                  <a:lnTo>
                    <a:pt x="152" y="50"/>
                  </a:lnTo>
                  <a:close/>
                </a:path>
              </a:pathLst>
            </a:custGeom>
            <a:solidFill>
              <a:srgbClr val="33cc66"/>
            </a:solidFill>
            <a:ln w="0">
              <a:noFill/>
            </a:ln>
          </p:spPr>
          <p:style>
            <a:lnRef idx="0"/>
            <a:fillRef idx="0"/>
            <a:effectRef idx="0"/>
            <a:fontRef idx="minor"/>
          </p:style>
          <p:txBody>
            <a:bodyPr lIns="90000" rIns="90000" tIns="-15840" bIns="-15840" anchor="t">
              <a:noAutofit/>
            </a:bodyPr>
            <a:p>
              <a:endParaRPr b="0" lang="en-US" sz="2400" spc="-1" strike="noStrike">
                <a:solidFill>
                  <a:srgbClr val="000000"/>
                </a:solidFill>
                <a:latin typeface="Times New Roman"/>
              </a:endParaRPr>
            </a:p>
          </p:txBody>
        </p:sp>
        <p:sp>
          <p:nvSpPr>
            <p:cNvPr id="9006" name=""/>
            <p:cNvSpPr/>
            <p:nvPr/>
          </p:nvSpPr>
          <p:spPr>
            <a:xfrm>
              <a:off x="545040" y="3975840"/>
              <a:ext cx="45000" cy="30960"/>
            </a:xfrm>
            <a:custGeom>
              <a:avLst/>
              <a:gdLst/>
              <a:ahLst/>
              <a:rect l="l" t="t" r="r" b="b"/>
              <a:pathLst>
                <a:path w="250" h="193">
                  <a:moveTo>
                    <a:pt x="152" y="50"/>
                  </a:moveTo>
                  <a:lnTo>
                    <a:pt x="152" y="50"/>
                  </a:lnTo>
                  <a:lnTo>
                    <a:pt x="151" y="49"/>
                  </a:lnTo>
                  <a:lnTo>
                    <a:pt x="149" y="47"/>
                  </a:lnTo>
                  <a:lnTo>
                    <a:pt x="146" y="43"/>
                  </a:lnTo>
                  <a:lnTo>
                    <a:pt x="143" y="38"/>
                  </a:lnTo>
                  <a:lnTo>
                    <a:pt x="142" y="33"/>
                  </a:lnTo>
                  <a:lnTo>
                    <a:pt x="141" y="28"/>
                  </a:lnTo>
                  <a:lnTo>
                    <a:pt x="144" y="24"/>
                  </a:lnTo>
                  <a:lnTo>
                    <a:pt x="149" y="19"/>
                  </a:lnTo>
                  <a:lnTo>
                    <a:pt x="149" y="19"/>
                  </a:lnTo>
                  <a:lnTo>
                    <a:pt x="155" y="15"/>
                  </a:lnTo>
                  <a:lnTo>
                    <a:pt x="161" y="11"/>
                  </a:lnTo>
                  <a:lnTo>
                    <a:pt x="164" y="7"/>
                  </a:lnTo>
                  <a:lnTo>
                    <a:pt x="167" y="3"/>
                  </a:lnTo>
                  <a:lnTo>
                    <a:pt x="169" y="1"/>
                  </a:lnTo>
                  <a:lnTo>
                    <a:pt x="172" y="0"/>
                  </a:lnTo>
                  <a:lnTo>
                    <a:pt x="175" y="1"/>
                  </a:lnTo>
                  <a:lnTo>
                    <a:pt x="180" y="5"/>
                  </a:lnTo>
                  <a:lnTo>
                    <a:pt x="180" y="5"/>
                  </a:lnTo>
                  <a:lnTo>
                    <a:pt x="186" y="9"/>
                  </a:lnTo>
                  <a:lnTo>
                    <a:pt x="192" y="11"/>
                  </a:lnTo>
                  <a:lnTo>
                    <a:pt x="198" y="11"/>
                  </a:lnTo>
                  <a:lnTo>
                    <a:pt x="205" y="10"/>
                  </a:lnTo>
                  <a:lnTo>
                    <a:pt x="211" y="9"/>
                  </a:lnTo>
                  <a:lnTo>
                    <a:pt x="216" y="7"/>
                  </a:lnTo>
                  <a:lnTo>
                    <a:pt x="219" y="6"/>
                  </a:lnTo>
                  <a:lnTo>
                    <a:pt x="220" y="5"/>
                  </a:lnTo>
                  <a:lnTo>
                    <a:pt x="220" y="5"/>
                  </a:lnTo>
                  <a:lnTo>
                    <a:pt x="221" y="5"/>
                  </a:lnTo>
                  <a:lnTo>
                    <a:pt x="224" y="6"/>
                  </a:lnTo>
                  <a:lnTo>
                    <a:pt x="229" y="8"/>
                  </a:lnTo>
                  <a:lnTo>
                    <a:pt x="234" y="10"/>
                  </a:lnTo>
                  <a:lnTo>
                    <a:pt x="239" y="14"/>
                  </a:lnTo>
                  <a:lnTo>
                    <a:pt x="244" y="18"/>
                  </a:lnTo>
                  <a:lnTo>
                    <a:pt x="248" y="24"/>
                  </a:lnTo>
                  <a:lnTo>
                    <a:pt x="250" y="31"/>
                  </a:lnTo>
                  <a:lnTo>
                    <a:pt x="250" y="31"/>
                  </a:lnTo>
                  <a:lnTo>
                    <a:pt x="250" y="38"/>
                  </a:lnTo>
                  <a:lnTo>
                    <a:pt x="247" y="44"/>
                  </a:lnTo>
                  <a:lnTo>
                    <a:pt x="243" y="49"/>
                  </a:lnTo>
                  <a:lnTo>
                    <a:pt x="239" y="54"/>
                  </a:lnTo>
                  <a:lnTo>
                    <a:pt x="236" y="60"/>
                  </a:lnTo>
                  <a:lnTo>
                    <a:pt x="234" y="66"/>
                  </a:lnTo>
                  <a:lnTo>
                    <a:pt x="236" y="73"/>
                  </a:lnTo>
                  <a:lnTo>
                    <a:pt x="242" y="81"/>
                  </a:lnTo>
                  <a:lnTo>
                    <a:pt x="242" y="81"/>
                  </a:lnTo>
                  <a:lnTo>
                    <a:pt x="248" y="89"/>
                  </a:lnTo>
                  <a:lnTo>
                    <a:pt x="248" y="96"/>
                  </a:lnTo>
                  <a:lnTo>
                    <a:pt x="245" y="102"/>
                  </a:lnTo>
                  <a:lnTo>
                    <a:pt x="239" y="108"/>
                  </a:lnTo>
                  <a:lnTo>
                    <a:pt x="232" y="114"/>
                  </a:lnTo>
                  <a:lnTo>
                    <a:pt x="223" y="121"/>
                  </a:lnTo>
                  <a:lnTo>
                    <a:pt x="214" y="126"/>
                  </a:lnTo>
                  <a:lnTo>
                    <a:pt x="205" y="132"/>
                  </a:lnTo>
                  <a:lnTo>
                    <a:pt x="205" y="132"/>
                  </a:lnTo>
                  <a:lnTo>
                    <a:pt x="197" y="138"/>
                  </a:lnTo>
                  <a:lnTo>
                    <a:pt x="187" y="142"/>
                  </a:lnTo>
                  <a:lnTo>
                    <a:pt x="177" y="146"/>
                  </a:lnTo>
                  <a:lnTo>
                    <a:pt x="166" y="149"/>
                  </a:lnTo>
                  <a:lnTo>
                    <a:pt x="156" y="151"/>
                  </a:lnTo>
                  <a:lnTo>
                    <a:pt x="148" y="153"/>
                  </a:lnTo>
                  <a:lnTo>
                    <a:pt x="143" y="154"/>
                  </a:lnTo>
                  <a:lnTo>
                    <a:pt x="141" y="154"/>
                  </a:lnTo>
                  <a:lnTo>
                    <a:pt x="141" y="154"/>
                  </a:lnTo>
                  <a:lnTo>
                    <a:pt x="141" y="155"/>
                  </a:lnTo>
                  <a:lnTo>
                    <a:pt x="140" y="159"/>
                  </a:lnTo>
                  <a:lnTo>
                    <a:pt x="138" y="164"/>
                  </a:lnTo>
                  <a:lnTo>
                    <a:pt x="134" y="169"/>
                  </a:lnTo>
                  <a:lnTo>
                    <a:pt x="127" y="176"/>
                  </a:lnTo>
                  <a:lnTo>
                    <a:pt x="118" y="182"/>
                  </a:lnTo>
                  <a:lnTo>
                    <a:pt x="105" y="186"/>
                  </a:lnTo>
                  <a:lnTo>
                    <a:pt x="88" y="188"/>
                  </a:lnTo>
                  <a:lnTo>
                    <a:pt x="88" y="188"/>
                  </a:lnTo>
                  <a:lnTo>
                    <a:pt x="73" y="189"/>
                  </a:lnTo>
                  <a:lnTo>
                    <a:pt x="63" y="191"/>
                  </a:lnTo>
                  <a:lnTo>
                    <a:pt x="56" y="192"/>
                  </a:lnTo>
                  <a:lnTo>
                    <a:pt x="53" y="193"/>
                  </a:lnTo>
                  <a:lnTo>
                    <a:pt x="51" y="192"/>
                  </a:lnTo>
                  <a:lnTo>
                    <a:pt x="50" y="190"/>
                  </a:lnTo>
                  <a:lnTo>
                    <a:pt x="46" y="185"/>
                  </a:lnTo>
                  <a:lnTo>
                    <a:pt x="40" y="177"/>
                  </a:lnTo>
                  <a:lnTo>
                    <a:pt x="40" y="177"/>
                  </a:lnTo>
                  <a:lnTo>
                    <a:pt x="31" y="167"/>
                  </a:lnTo>
                  <a:lnTo>
                    <a:pt x="23" y="160"/>
                  </a:lnTo>
                  <a:lnTo>
                    <a:pt x="15" y="153"/>
                  </a:lnTo>
                  <a:lnTo>
                    <a:pt x="7" y="147"/>
                  </a:lnTo>
                  <a:lnTo>
                    <a:pt x="2" y="143"/>
                  </a:lnTo>
                  <a:lnTo>
                    <a:pt x="0" y="139"/>
                  </a:lnTo>
                  <a:lnTo>
                    <a:pt x="1" y="136"/>
                  </a:lnTo>
                  <a:lnTo>
                    <a:pt x="6" y="134"/>
                  </a:lnTo>
                  <a:lnTo>
                    <a:pt x="6" y="134"/>
                  </a:lnTo>
                  <a:lnTo>
                    <a:pt x="13" y="132"/>
                  </a:lnTo>
                  <a:lnTo>
                    <a:pt x="17" y="129"/>
                  </a:lnTo>
                  <a:lnTo>
                    <a:pt x="20" y="125"/>
                  </a:lnTo>
                  <a:lnTo>
                    <a:pt x="22" y="119"/>
                  </a:lnTo>
                  <a:lnTo>
                    <a:pt x="24" y="114"/>
                  </a:lnTo>
                  <a:lnTo>
                    <a:pt x="27" y="108"/>
                  </a:lnTo>
                  <a:lnTo>
                    <a:pt x="31" y="102"/>
                  </a:lnTo>
                  <a:lnTo>
                    <a:pt x="37" y="95"/>
                  </a:lnTo>
                  <a:lnTo>
                    <a:pt x="37" y="95"/>
                  </a:lnTo>
                  <a:lnTo>
                    <a:pt x="43" y="88"/>
                  </a:lnTo>
                  <a:lnTo>
                    <a:pt x="47" y="81"/>
                  </a:lnTo>
                  <a:lnTo>
                    <a:pt x="49" y="75"/>
                  </a:lnTo>
                  <a:lnTo>
                    <a:pt x="52" y="69"/>
                  </a:lnTo>
                  <a:lnTo>
                    <a:pt x="55" y="65"/>
                  </a:lnTo>
                  <a:lnTo>
                    <a:pt x="62" y="63"/>
                  </a:lnTo>
                  <a:lnTo>
                    <a:pt x="71" y="62"/>
                  </a:lnTo>
                  <a:lnTo>
                    <a:pt x="85" y="64"/>
                  </a:lnTo>
                  <a:lnTo>
                    <a:pt x="85" y="64"/>
                  </a:lnTo>
                  <a:lnTo>
                    <a:pt x="98" y="65"/>
                  </a:lnTo>
                  <a:lnTo>
                    <a:pt x="106" y="63"/>
                  </a:lnTo>
                  <a:lnTo>
                    <a:pt x="110" y="58"/>
                  </a:lnTo>
                  <a:lnTo>
                    <a:pt x="112" y="53"/>
                  </a:lnTo>
                  <a:lnTo>
                    <a:pt x="112" y="49"/>
                  </a:lnTo>
                  <a:lnTo>
                    <a:pt x="112" y="47"/>
                  </a:lnTo>
                  <a:lnTo>
                    <a:pt x="115" y="47"/>
                  </a:lnTo>
                  <a:lnTo>
                    <a:pt x="122" y="53"/>
                  </a:lnTo>
                  <a:lnTo>
                    <a:pt x="122" y="53"/>
                  </a:lnTo>
                  <a:lnTo>
                    <a:pt x="130" y="60"/>
                  </a:lnTo>
                  <a:lnTo>
                    <a:pt x="136" y="64"/>
                  </a:lnTo>
                  <a:lnTo>
                    <a:pt x="141" y="65"/>
                  </a:lnTo>
                  <a:lnTo>
                    <a:pt x="144" y="65"/>
                  </a:lnTo>
                  <a:lnTo>
                    <a:pt x="147" y="63"/>
                  </a:lnTo>
                  <a:lnTo>
                    <a:pt x="149" y="59"/>
                  </a:lnTo>
                  <a:lnTo>
                    <a:pt x="150" y="55"/>
                  </a:lnTo>
                  <a:lnTo>
                    <a:pt x="152" y="50"/>
                  </a:lnTo>
                </a:path>
              </a:pathLst>
            </a:custGeom>
            <a:noFill/>
            <a:ln w="0">
              <a:solidFill>
                <a:srgbClr val="000000"/>
              </a:solidFill>
            </a:ln>
          </p:spPr>
          <p:style>
            <a:lnRef idx="0"/>
            <a:fillRef idx="0"/>
            <a:effectRef idx="0"/>
            <a:fontRef idx="minor"/>
          </p:style>
          <p:txBody>
            <a:bodyPr lIns="90000" rIns="90000" tIns="-15840" bIns="-15840" anchor="t">
              <a:noAutofit/>
            </a:bodyPr>
            <a:p>
              <a:endParaRPr b="0" lang="en-US" sz="2400" spc="-1" strike="noStrike">
                <a:solidFill>
                  <a:srgbClr val="000000"/>
                </a:solidFill>
                <a:latin typeface="Times New Roman"/>
              </a:endParaRPr>
            </a:p>
          </p:txBody>
        </p:sp>
        <p:sp>
          <p:nvSpPr>
            <p:cNvPr id="9007" name=""/>
            <p:cNvSpPr/>
            <p:nvPr/>
          </p:nvSpPr>
          <p:spPr>
            <a:xfrm>
              <a:off x="613800" y="4045320"/>
              <a:ext cx="11880" cy="6840"/>
            </a:xfrm>
            <a:custGeom>
              <a:avLst/>
              <a:gdLst/>
              <a:ahLst/>
              <a:rect l="l" t="t" r="r" b="b"/>
              <a:pathLst>
                <a:path w="69" h="42">
                  <a:moveTo>
                    <a:pt x="47" y="28"/>
                  </a:moveTo>
                  <a:lnTo>
                    <a:pt x="69" y="5"/>
                  </a:lnTo>
                  <a:lnTo>
                    <a:pt x="15" y="0"/>
                  </a:lnTo>
                  <a:lnTo>
                    <a:pt x="14" y="1"/>
                  </a:lnTo>
                  <a:lnTo>
                    <a:pt x="11" y="5"/>
                  </a:lnTo>
                  <a:lnTo>
                    <a:pt x="7" y="10"/>
                  </a:lnTo>
                  <a:lnTo>
                    <a:pt x="4" y="16"/>
                  </a:lnTo>
                  <a:lnTo>
                    <a:pt x="1" y="23"/>
                  </a:lnTo>
                  <a:lnTo>
                    <a:pt x="0" y="30"/>
                  </a:lnTo>
                  <a:lnTo>
                    <a:pt x="2" y="35"/>
                  </a:lnTo>
                  <a:lnTo>
                    <a:pt x="7" y="39"/>
                  </a:lnTo>
                  <a:lnTo>
                    <a:pt x="14" y="41"/>
                  </a:lnTo>
                  <a:lnTo>
                    <a:pt x="21" y="42"/>
                  </a:lnTo>
                  <a:lnTo>
                    <a:pt x="29" y="42"/>
                  </a:lnTo>
                  <a:lnTo>
                    <a:pt x="35" y="41"/>
                  </a:lnTo>
                  <a:lnTo>
                    <a:pt x="40" y="38"/>
                  </a:lnTo>
                  <a:lnTo>
                    <a:pt x="44" y="35"/>
                  </a:lnTo>
                  <a:lnTo>
                    <a:pt x="46" y="32"/>
                  </a:lnTo>
                  <a:lnTo>
                    <a:pt x="47" y="28"/>
                  </a:lnTo>
                  <a:close/>
                </a:path>
              </a:pathLst>
            </a:custGeom>
            <a:solidFill>
              <a:srgbClr val="33cc66"/>
            </a:solidFill>
            <a:ln w="0">
              <a:no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9008" name=""/>
            <p:cNvSpPr/>
            <p:nvPr/>
          </p:nvSpPr>
          <p:spPr>
            <a:xfrm>
              <a:off x="613800" y="4045320"/>
              <a:ext cx="11880" cy="6840"/>
            </a:xfrm>
            <a:custGeom>
              <a:avLst/>
              <a:gdLst/>
              <a:ahLst/>
              <a:rect l="l" t="t" r="r" b="b"/>
              <a:pathLst>
                <a:path w="69" h="42">
                  <a:moveTo>
                    <a:pt x="47" y="28"/>
                  </a:moveTo>
                  <a:lnTo>
                    <a:pt x="69" y="5"/>
                  </a:lnTo>
                  <a:lnTo>
                    <a:pt x="15" y="0"/>
                  </a:lnTo>
                  <a:lnTo>
                    <a:pt x="15" y="0"/>
                  </a:lnTo>
                  <a:lnTo>
                    <a:pt x="14" y="1"/>
                  </a:lnTo>
                  <a:lnTo>
                    <a:pt x="11" y="5"/>
                  </a:lnTo>
                  <a:lnTo>
                    <a:pt x="7" y="10"/>
                  </a:lnTo>
                  <a:lnTo>
                    <a:pt x="4" y="16"/>
                  </a:lnTo>
                  <a:lnTo>
                    <a:pt x="1" y="23"/>
                  </a:lnTo>
                  <a:lnTo>
                    <a:pt x="0" y="30"/>
                  </a:lnTo>
                  <a:lnTo>
                    <a:pt x="2" y="35"/>
                  </a:lnTo>
                  <a:lnTo>
                    <a:pt x="7" y="39"/>
                  </a:lnTo>
                  <a:lnTo>
                    <a:pt x="7" y="39"/>
                  </a:lnTo>
                  <a:lnTo>
                    <a:pt x="14" y="41"/>
                  </a:lnTo>
                  <a:lnTo>
                    <a:pt x="21" y="42"/>
                  </a:lnTo>
                  <a:lnTo>
                    <a:pt x="29" y="42"/>
                  </a:lnTo>
                  <a:lnTo>
                    <a:pt x="35" y="41"/>
                  </a:lnTo>
                  <a:lnTo>
                    <a:pt x="40" y="38"/>
                  </a:lnTo>
                  <a:lnTo>
                    <a:pt x="44" y="35"/>
                  </a:lnTo>
                  <a:lnTo>
                    <a:pt x="46" y="32"/>
                  </a:lnTo>
                  <a:lnTo>
                    <a:pt x="47" y="28"/>
                  </a:lnTo>
                </a:path>
              </a:pathLst>
            </a:custGeom>
            <a:noFill/>
            <a:ln w="0">
              <a:solidFill>
                <a:srgbClr val="000000"/>
              </a:solid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9009" name=""/>
            <p:cNvSpPr/>
            <p:nvPr/>
          </p:nvSpPr>
          <p:spPr>
            <a:xfrm>
              <a:off x="496080" y="3954600"/>
              <a:ext cx="14040" cy="7560"/>
            </a:xfrm>
            <a:custGeom>
              <a:avLst/>
              <a:gdLst/>
              <a:ahLst/>
              <a:rect l="l" t="t" r="r" b="b"/>
              <a:pathLst>
                <a:path w="80" h="46">
                  <a:moveTo>
                    <a:pt x="67" y="17"/>
                  </a:moveTo>
                  <a:lnTo>
                    <a:pt x="65" y="17"/>
                  </a:lnTo>
                  <a:lnTo>
                    <a:pt x="59" y="19"/>
                  </a:lnTo>
                  <a:lnTo>
                    <a:pt x="50" y="20"/>
                  </a:lnTo>
                  <a:lnTo>
                    <a:pt x="40" y="23"/>
                  </a:lnTo>
                  <a:lnTo>
                    <a:pt x="28" y="27"/>
                  </a:lnTo>
                  <a:lnTo>
                    <a:pt x="17" y="31"/>
                  </a:lnTo>
                  <a:lnTo>
                    <a:pt x="9" y="36"/>
                  </a:lnTo>
                  <a:lnTo>
                    <a:pt x="3" y="42"/>
                  </a:lnTo>
                  <a:lnTo>
                    <a:pt x="0" y="46"/>
                  </a:lnTo>
                  <a:lnTo>
                    <a:pt x="0" y="46"/>
                  </a:lnTo>
                  <a:lnTo>
                    <a:pt x="2" y="42"/>
                  </a:lnTo>
                  <a:lnTo>
                    <a:pt x="5" y="36"/>
                  </a:lnTo>
                  <a:lnTo>
                    <a:pt x="10" y="29"/>
                  </a:lnTo>
                  <a:lnTo>
                    <a:pt x="16" y="21"/>
                  </a:lnTo>
                  <a:lnTo>
                    <a:pt x="23" y="14"/>
                  </a:lnTo>
                  <a:lnTo>
                    <a:pt x="30" y="9"/>
                  </a:lnTo>
                  <a:lnTo>
                    <a:pt x="39" y="5"/>
                  </a:lnTo>
                  <a:lnTo>
                    <a:pt x="47" y="3"/>
                  </a:lnTo>
                  <a:lnTo>
                    <a:pt x="55" y="1"/>
                  </a:lnTo>
                  <a:lnTo>
                    <a:pt x="63" y="0"/>
                  </a:lnTo>
                  <a:lnTo>
                    <a:pt x="70" y="0"/>
                  </a:lnTo>
                  <a:lnTo>
                    <a:pt x="75" y="0"/>
                  </a:lnTo>
                  <a:lnTo>
                    <a:pt x="79" y="0"/>
                  </a:lnTo>
                  <a:lnTo>
                    <a:pt x="80" y="0"/>
                  </a:lnTo>
                  <a:lnTo>
                    <a:pt x="78" y="3"/>
                  </a:lnTo>
                  <a:lnTo>
                    <a:pt x="75" y="7"/>
                  </a:lnTo>
                  <a:lnTo>
                    <a:pt x="70" y="12"/>
                  </a:lnTo>
                  <a:lnTo>
                    <a:pt x="67" y="17"/>
                  </a:lnTo>
                  <a:close/>
                </a:path>
              </a:pathLst>
            </a:custGeom>
            <a:solidFill>
              <a:srgbClr val="33cc66"/>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9010" name=""/>
            <p:cNvSpPr/>
            <p:nvPr/>
          </p:nvSpPr>
          <p:spPr>
            <a:xfrm>
              <a:off x="496080" y="3954600"/>
              <a:ext cx="14040" cy="7560"/>
            </a:xfrm>
            <a:custGeom>
              <a:avLst/>
              <a:gdLst/>
              <a:ahLst/>
              <a:rect l="l" t="t" r="r" b="b"/>
              <a:pathLst>
                <a:path w="80" h="46">
                  <a:moveTo>
                    <a:pt x="67" y="17"/>
                  </a:moveTo>
                  <a:lnTo>
                    <a:pt x="67" y="17"/>
                  </a:lnTo>
                  <a:lnTo>
                    <a:pt x="65" y="17"/>
                  </a:lnTo>
                  <a:lnTo>
                    <a:pt x="59" y="19"/>
                  </a:lnTo>
                  <a:lnTo>
                    <a:pt x="50" y="20"/>
                  </a:lnTo>
                  <a:lnTo>
                    <a:pt x="40" y="23"/>
                  </a:lnTo>
                  <a:lnTo>
                    <a:pt x="28" y="27"/>
                  </a:lnTo>
                  <a:lnTo>
                    <a:pt x="17" y="31"/>
                  </a:lnTo>
                  <a:lnTo>
                    <a:pt x="9" y="36"/>
                  </a:lnTo>
                  <a:lnTo>
                    <a:pt x="3" y="42"/>
                  </a:lnTo>
                  <a:lnTo>
                    <a:pt x="3" y="42"/>
                  </a:lnTo>
                  <a:lnTo>
                    <a:pt x="0" y="46"/>
                  </a:lnTo>
                  <a:lnTo>
                    <a:pt x="0" y="46"/>
                  </a:lnTo>
                  <a:lnTo>
                    <a:pt x="2" y="42"/>
                  </a:lnTo>
                  <a:lnTo>
                    <a:pt x="5" y="36"/>
                  </a:lnTo>
                  <a:lnTo>
                    <a:pt x="10" y="29"/>
                  </a:lnTo>
                  <a:lnTo>
                    <a:pt x="16" y="21"/>
                  </a:lnTo>
                  <a:lnTo>
                    <a:pt x="23" y="14"/>
                  </a:lnTo>
                  <a:lnTo>
                    <a:pt x="30" y="9"/>
                  </a:lnTo>
                  <a:lnTo>
                    <a:pt x="30" y="9"/>
                  </a:lnTo>
                  <a:lnTo>
                    <a:pt x="39" y="5"/>
                  </a:lnTo>
                  <a:lnTo>
                    <a:pt x="47" y="3"/>
                  </a:lnTo>
                  <a:lnTo>
                    <a:pt x="55" y="1"/>
                  </a:lnTo>
                  <a:lnTo>
                    <a:pt x="63" y="0"/>
                  </a:lnTo>
                  <a:lnTo>
                    <a:pt x="70" y="0"/>
                  </a:lnTo>
                  <a:lnTo>
                    <a:pt x="75" y="0"/>
                  </a:lnTo>
                  <a:lnTo>
                    <a:pt x="79" y="0"/>
                  </a:lnTo>
                  <a:lnTo>
                    <a:pt x="80" y="0"/>
                  </a:lnTo>
                  <a:lnTo>
                    <a:pt x="80" y="0"/>
                  </a:lnTo>
                  <a:lnTo>
                    <a:pt x="78" y="3"/>
                  </a:lnTo>
                  <a:lnTo>
                    <a:pt x="75" y="7"/>
                  </a:lnTo>
                  <a:lnTo>
                    <a:pt x="70" y="12"/>
                  </a:lnTo>
                  <a:lnTo>
                    <a:pt x="67" y="17"/>
                  </a:lnTo>
                </a:path>
              </a:pathLst>
            </a:custGeom>
            <a:noFill/>
            <a:ln w="0">
              <a:solidFill>
                <a:srgbClr val="000000"/>
              </a:solid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9011" name=""/>
            <p:cNvSpPr/>
            <p:nvPr/>
          </p:nvSpPr>
          <p:spPr>
            <a:xfrm>
              <a:off x="534960" y="3982320"/>
              <a:ext cx="2880" cy="5760"/>
            </a:xfrm>
            <a:custGeom>
              <a:avLst/>
              <a:gdLst/>
              <a:ahLst/>
              <a:rect l="l" t="t" r="r" b="b"/>
              <a:pathLst>
                <a:path w="18" h="37">
                  <a:moveTo>
                    <a:pt x="18" y="16"/>
                  </a:moveTo>
                  <a:lnTo>
                    <a:pt x="0" y="37"/>
                  </a:lnTo>
                  <a:lnTo>
                    <a:pt x="3" y="5"/>
                  </a:lnTo>
                  <a:lnTo>
                    <a:pt x="4" y="3"/>
                  </a:lnTo>
                  <a:lnTo>
                    <a:pt x="8" y="0"/>
                  </a:lnTo>
                  <a:lnTo>
                    <a:pt x="13" y="2"/>
                  </a:lnTo>
                  <a:lnTo>
                    <a:pt x="18" y="16"/>
                  </a:lnTo>
                  <a:close/>
                </a:path>
              </a:pathLst>
            </a:custGeom>
            <a:solidFill>
              <a:srgbClr val="33cc66"/>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12" name=""/>
            <p:cNvSpPr/>
            <p:nvPr/>
          </p:nvSpPr>
          <p:spPr>
            <a:xfrm>
              <a:off x="534960" y="3982320"/>
              <a:ext cx="2880" cy="5760"/>
            </a:xfrm>
            <a:custGeom>
              <a:avLst/>
              <a:gdLst/>
              <a:ahLst/>
              <a:rect l="l" t="t" r="r" b="b"/>
              <a:pathLst>
                <a:path w="18" h="37">
                  <a:moveTo>
                    <a:pt x="18" y="16"/>
                  </a:moveTo>
                  <a:lnTo>
                    <a:pt x="0" y="37"/>
                  </a:lnTo>
                  <a:lnTo>
                    <a:pt x="3" y="5"/>
                  </a:lnTo>
                  <a:lnTo>
                    <a:pt x="3" y="5"/>
                  </a:lnTo>
                  <a:lnTo>
                    <a:pt x="4" y="3"/>
                  </a:lnTo>
                  <a:lnTo>
                    <a:pt x="8" y="0"/>
                  </a:lnTo>
                  <a:lnTo>
                    <a:pt x="13" y="2"/>
                  </a:lnTo>
                  <a:lnTo>
                    <a:pt x="18" y="16"/>
                  </a:lnTo>
                </a:path>
              </a:pathLst>
            </a:custGeom>
            <a:noFill/>
            <a:ln w="0">
              <a:solidFill>
                <a:srgbClr val="000000"/>
              </a:solid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13" name=""/>
            <p:cNvSpPr/>
            <p:nvPr/>
          </p:nvSpPr>
          <p:spPr>
            <a:xfrm>
              <a:off x="610200" y="4022640"/>
              <a:ext cx="1440" cy="5040"/>
            </a:xfrm>
            <a:custGeom>
              <a:avLst/>
              <a:gdLst/>
              <a:ahLst/>
              <a:rect l="l" t="t" r="r" b="b"/>
              <a:pathLst>
                <a:path w="11" h="31">
                  <a:moveTo>
                    <a:pt x="0" y="0"/>
                  </a:moveTo>
                  <a:lnTo>
                    <a:pt x="2" y="31"/>
                  </a:lnTo>
                  <a:lnTo>
                    <a:pt x="11" y="14"/>
                  </a:lnTo>
                  <a:lnTo>
                    <a:pt x="10" y="13"/>
                  </a:lnTo>
                  <a:lnTo>
                    <a:pt x="9" y="9"/>
                  </a:lnTo>
                  <a:lnTo>
                    <a:pt x="5" y="4"/>
                  </a:lnTo>
                  <a:lnTo>
                    <a:pt x="0" y="0"/>
                  </a:lnTo>
                  <a:close/>
                </a:path>
              </a:pathLst>
            </a:custGeom>
            <a:solidFill>
              <a:srgbClr val="33cc66"/>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9014" name=""/>
            <p:cNvSpPr/>
            <p:nvPr/>
          </p:nvSpPr>
          <p:spPr>
            <a:xfrm>
              <a:off x="610200" y="4022640"/>
              <a:ext cx="1440" cy="5040"/>
            </a:xfrm>
            <a:custGeom>
              <a:avLst/>
              <a:gdLst/>
              <a:ahLst/>
              <a:rect l="l" t="t" r="r" b="b"/>
              <a:pathLst>
                <a:path w="11" h="31">
                  <a:moveTo>
                    <a:pt x="0" y="0"/>
                  </a:moveTo>
                  <a:lnTo>
                    <a:pt x="2" y="31"/>
                  </a:lnTo>
                  <a:lnTo>
                    <a:pt x="11" y="14"/>
                  </a:lnTo>
                  <a:lnTo>
                    <a:pt x="11" y="14"/>
                  </a:lnTo>
                  <a:lnTo>
                    <a:pt x="10" y="13"/>
                  </a:lnTo>
                  <a:lnTo>
                    <a:pt x="9" y="9"/>
                  </a:lnTo>
                  <a:lnTo>
                    <a:pt x="5" y="4"/>
                  </a:lnTo>
                  <a:lnTo>
                    <a:pt x="0" y="0"/>
                  </a:lnTo>
                </a:path>
              </a:pathLst>
            </a:custGeom>
            <a:noFill/>
            <a:ln w="0">
              <a:solidFill>
                <a:srgbClr val="000000"/>
              </a:solid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9015" name=""/>
            <p:cNvSpPr/>
            <p:nvPr/>
          </p:nvSpPr>
          <p:spPr>
            <a:xfrm>
              <a:off x="621720" y="4021920"/>
              <a:ext cx="4680" cy="3960"/>
            </a:xfrm>
            <a:custGeom>
              <a:avLst/>
              <a:gdLst/>
              <a:ahLst/>
              <a:rect l="l" t="t" r="r" b="b"/>
              <a:pathLst>
                <a:path w="27" h="23">
                  <a:moveTo>
                    <a:pt x="0" y="20"/>
                  </a:moveTo>
                  <a:lnTo>
                    <a:pt x="27" y="23"/>
                  </a:lnTo>
                  <a:lnTo>
                    <a:pt x="27" y="0"/>
                  </a:lnTo>
                  <a:lnTo>
                    <a:pt x="24" y="3"/>
                  </a:lnTo>
                  <a:lnTo>
                    <a:pt x="16" y="10"/>
                  </a:lnTo>
                  <a:lnTo>
                    <a:pt x="7" y="17"/>
                  </a:lnTo>
                  <a:lnTo>
                    <a:pt x="0" y="20"/>
                  </a:lnTo>
                  <a:close/>
                </a:path>
              </a:pathLst>
            </a:custGeom>
            <a:solidFill>
              <a:srgbClr val="33cc66"/>
            </a:solidFill>
            <a:ln w="0">
              <a:no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9016" name=""/>
            <p:cNvSpPr/>
            <p:nvPr/>
          </p:nvSpPr>
          <p:spPr>
            <a:xfrm>
              <a:off x="621720" y="4021920"/>
              <a:ext cx="4680" cy="3960"/>
            </a:xfrm>
            <a:custGeom>
              <a:avLst/>
              <a:gdLst/>
              <a:ahLst/>
              <a:rect l="l" t="t" r="r" b="b"/>
              <a:pathLst>
                <a:path w="27" h="23">
                  <a:moveTo>
                    <a:pt x="0" y="20"/>
                  </a:moveTo>
                  <a:lnTo>
                    <a:pt x="27" y="23"/>
                  </a:lnTo>
                  <a:lnTo>
                    <a:pt x="27" y="0"/>
                  </a:lnTo>
                  <a:lnTo>
                    <a:pt x="27" y="0"/>
                  </a:lnTo>
                  <a:lnTo>
                    <a:pt x="24" y="3"/>
                  </a:lnTo>
                  <a:lnTo>
                    <a:pt x="16" y="10"/>
                  </a:lnTo>
                  <a:lnTo>
                    <a:pt x="7" y="17"/>
                  </a:lnTo>
                  <a:lnTo>
                    <a:pt x="0" y="20"/>
                  </a:lnTo>
                </a:path>
              </a:pathLst>
            </a:custGeom>
            <a:noFill/>
            <a:ln w="0">
              <a:solidFill>
                <a:srgbClr val="000000"/>
              </a:solid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9017" name=""/>
            <p:cNvSpPr/>
            <p:nvPr/>
          </p:nvSpPr>
          <p:spPr>
            <a:xfrm>
              <a:off x="659880" y="3997440"/>
              <a:ext cx="12960" cy="8280"/>
            </a:xfrm>
            <a:custGeom>
              <a:avLst/>
              <a:gdLst/>
              <a:ahLst/>
              <a:rect l="l" t="t" r="r" b="b"/>
              <a:pathLst>
                <a:path w="74" h="52">
                  <a:moveTo>
                    <a:pt x="0" y="29"/>
                  </a:moveTo>
                  <a:lnTo>
                    <a:pt x="18" y="52"/>
                  </a:lnTo>
                  <a:lnTo>
                    <a:pt x="32" y="38"/>
                  </a:lnTo>
                  <a:lnTo>
                    <a:pt x="33" y="38"/>
                  </a:lnTo>
                  <a:lnTo>
                    <a:pt x="37" y="39"/>
                  </a:lnTo>
                  <a:lnTo>
                    <a:pt x="41" y="39"/>
                  </a:lnTo>
                  <a:lnTo>
                    <a:pt x="47" y="38"/>
                  </a:lnTo>
                  <a:lnTo>
                    <a:pt x="53" y="38"/>
                  </a:lnTo>
                  <a:lnTo>
                    <a:pt x="59" y="34"/>
                  </a:lnTo>
                  <a:lnTo>
                    <a:pt x="64" y="31"/>
                  </a:lnTo>
                  <a:lnTo>
                    <a:pt x="68" y="26"/>
                  </a:lnTo>
                  <a:lnTo>
                    <a:pt x="70" y="20"/>
                  </a:lnTo>
                  <a:lnTo>
                    <a:pt x="72" y="14"/>
                  </a:lnTo>
                  <a:lnTo>
                    <a:pt x="73" y="9"/>
                  </a:lnTo>
                  <a:lnTo>
                    <a:pt x="74" y="5"/>
                  </a:lnTo>
                  <a:lnTo>
                    <a:pt x="73" y="2"/>
                  </a:lnTo>
                  <a:lnTo>
                    <a:pt x="70" y="0"/>
                  </a:lnTo>
                  <a:lnTo>
                    <a:pt x="64" y="0"/>
                  </a:lnTo>
                  <a:lnTo>
                    <a:pt x="56" y="1"/>
                  </a:lnTo>
                  <a:lnTo>
                    <a:pt x="47" y="3"/>
                  </a:lnTo>
                  <a:lnTo>
                    <a:pt x="38" y="5"/>
                  </a:lnTo>
                  <a:lnTo>
                    <a:pt x="29" y="7"/>
                  </a:lnTo>
                  <a:lnTo>
                    <a:pt x="21" y="10"/>
                  </a:lnTo>
                  <a:lnTo>
                    <a:pt x="13" y="13"/>
                  </a:lnTo>
                  <a:lnTo>
                    <a:pt x="7" y="17"/>
                  </a:lnTo>
                  <a:lnTo>
                    <a:pt x="3" y="23"/>
                  </a:lnTo>
                  <a:lnTo>
                    <a:pt x="0" y="29"/>
                  </a:lnTo>
                  <a:close/>
                </a:path>
              </a:pathLst>
            </a:custGeom>
            <a:solidFill>
              <a:srgbClr val="33cc66"/>
            </a:solidFill>
            <a:ln w="0">
              <a:noFill/>
            </a:ln>
          </p:spPr>
          <p:style>
            <a:lnRef idx="0"/>
            <a:fillRef idx="0"/>
            <a:effectRef idx="0"/>
            <a:fontRef idx="minor"/>
          </p:style>
          <p:txBody>
            <a:bodyPr lIns="90000" rIns="90000" tIns="-38520" bIns="-38520" anchor="t">
              <a:noAutofit/>
            </a:bodyPr>
            <a:p>
              <a:endParaRPr b="0" lang="en-US" sz="2400" spc="-1" strike="noStrike">
                <a:solidFill>
                  <a:srgbClr val="000000"/>
                </a:solidFill>
                <a:latin typeface="Times New Roman"/>
              </a:endParaRPr>
            </a:p>
          </p:txBody>
        </p:sp>
        <p:sp>
          <p:nvSpPr>
            <p:cNvPr id="9018" name=""/>
            <p:cNvSpPr/>
            <p:nvPr/>
          </p:nvSpPr>
          <p:spPr>
            <a:xfrm>
              <a:off x="659880" y="3997440"/>
              <a:ext cx="12960" cy="8280"/>
            </a:xfrm>
            <a:custGeom>
              <a:avLst/>
              <a:gdLst/>
              <a:ahLst/>
              <a:rect l="l" t="t" r="r" b="b"/>
              <a:pathLst>
                <a:path w="74" h="52">
                  <a:moveTo>
                    <a:pt x="0" y="29"/>
                  </a:moveTo>
                  <a:lnTo>
                    <a:pt x="18" y="52"/>
                  </a:lnTo>
                  <a:lnTo>
                    <a:pt x="32" y="38"/>
                  </a:lnTo>
                  <a:lnTo>
                    <a:pt x="32" y="38"/>
                  </a:lnTo>
                  <a:lnTo>
                    <a:pt x="33" y="38"/>
                  </a:lnTo>
                  <a:lnTo>
                    <a:pt x="37" y="39"/>
                  </a:lnTo>
                  <a:lnTo>
                    <a:pt x="41" y="39"/>
                  </a:lnTo>
                  <a:lnTo>
                    <a:pt x="47" y="38"/>
                  </a:lnTo>
                  <a:lnTo>
                    <a:pt x="53" y="38"/>
                  </a:lnTo>
                  <a:lnTo>
                    <a:pt x="59" y="34"/>
                  </a:lnTo>
                  <a:lnTo>
                    <a:pt x="64" y="31"/>
                  </a:lnTo>
                  <a:lnTo>
                    <a:pt x="68" y="26"/>
                  </a:lnTo>
                  <a:lnTo>
                    <a:pt x="68" y="26"/>
                  </a:lnTo>
                  <a:lnTo>
                    <a:pt x="70" y="20"/>
                  </a:lnTo>
                  <a:lnTo>
                    <a:pt x="72" y="14"/>
                  </a:lnTo>
                  <a:lnTo>
                    <a:pt x="73" y="9"/>
                  </a:lnTo>
                  <a:lnTo>
                    <a:pt x="74" y="5"/>
                  </a:lnTo>
                  <a:lnTo>
                    <a:pt x="73" y="2"/>
                  </a:lnTo>
                  <a:lnTo>
                    <a:pt x="70" y="0"/>
                  </a:lnTo>
                  <a:lnTo>
                    <a:pt x="64" y="0"/>
                  </a:lnTo>
                  <a:lnTo>
                    <a:pt x="56" y="1"/>
                  </a:lnTo>
                  <a:lnTo>
                    <a:pt x="56" y="1"/>
                  </a:lnTo>
                  <a:lnTo>
                    <a:pt x="47" y="3"/>
                  </a:lnTo>
                  <a:lnTo>
                    <a:pt x="38" y="5"/>
                  </a:lnTo>
                  <a:lnTo>
                    <a:pt x="29" y="7"/>
                  </a:lnTo>
                  <a:lnTo>
                    <a:pt x="21" y="10"/>
                  </a:lnTo>
                  <a:lnTo>
                    <a:pt x="13" y="13"/>
                  </a:lnTo>
                  <a:lnTo>
                    <a:pt x="7" y="17"/>
                  </a:lnTo>
                  <a:lnTo>
                    <a:pt x="3" y="23"/>
                  </a:lnTo>
                  <a:lnTo>
                    <a:pt x="0" y="29"/>
                  </a:lnTo>
                </a:path>
              </a:pathLst>
            </a:custGeom>
            <a:noFill/>
            <a:ln w="0">
              <a:solidFill>
                <a:srgbClr val="000000"/>
              </a:solidFill>
            </a:ln>
          </p:spPr>
          <p:style>
            <a:lnRef idx="0"/>
            <a:fillRef idx="0"/>
            <a:effectRef idx="0"/>
            <a:fontRef idx="minor"/>
          </p:style>
          <p:txBody>
            <a:bodyPr lIns="90000" rIns="90000" tIns="-38520" bIns="-38520" anchor="t">
              <a:noAutofit/>
            </a:bodyPr>
            <a:p>
              <a:endParaRPr b="0" lang="en-US" sz="2400" spc="-1" strike="noStrike">
                <a:solidFill>
                  <a:srgbClr val="000000"/>
                </a:solidFill>
                <a:latin typeface="Times New Roman"/>
              </a:endParaRPr>
            </a:p>
          </p:txBody>
        </p:sp>
        <p:sp>
          <p:nvSpPr>
            <p:cNvPr id="9019" name=""/>
            <p:cNvSpPr/>
            <p:nvPr/>
          </p:nvSpPr>
          <p:spPr>
            <a:xfrm>
              <a:off x="636120" y="4002120"/>
              <a:ext cx="24120" cy="19800"/>
            </a:xfrm>
            <a:custGeom>
              <a:avLst/>
              <a:gdLst/>
              <a:ahLst/>
              <a:rect l="l" t="t" r="r" b="b"/>
              <a:pathLst>
                <a:path w="137" h="124">
                  <a:moveTo>
                    <a:pt x="53" y="93"/>
                  </a:moveTo>
                  <a:lnTo>
                    <a:pt x="52" y="91"/>
                  </a:lnTo>
                  <a:lnTo>
                    <a:pt x="48" y="86"/>
                  </a:lnTo>
                  <a:lnTo>
                    <a:pt x="42" y="82"/>
                  </a:lnTo>
                  <a:lnTo>
                    <a:pt x="33" y="82"/>
                  </a:lnTo>
                  <a:lnTo>
                    <a:pt x="27" y="83"/>
                  </a:lnTo>
                  <a:lnTo>
                    <a:pt x="21" y="82"/>
                  </a:lnTo>
                  <a:lnTo>
                    <a:pt x="15" y="81"/>
                  </a:lnTo>
                  <a:lnTo>
                    <a:pt x="10" y="79"/>
                  </a:lnTo>
                  <a:lnTo>
                    <a:pt x="5" y="76"/>
                  </a:lnTo>
                  <a:lnTo>
                    <a:pt x="2" y="72"/>
                  </a:lnTo>
                  <a:lnTo>
                    <a:pt x="0" y="67"/>
                  </a:lnTo>
                  <a:lnTo>
                    <a:pt x="2" y="59"/>
                  </a:lnTo>
                  <a:lnTo>
                    <a:pt x="5" y="52"/>
                  </a:lnTo>
                  <a:lnTo>
                    <a:pt x="9" y="46"/>
                  </a:lnTo>
                  <a:lnTo>
                    <a:pt x="13" y="40"/>
                  </a:lnTo>
                  <a:lnTo>
                    <a:pt x="18" y="35"/>
                  </a:lnTo>
                  <a:lnTo>
                    <a:pt x="23" y="31"/>
                  </a:lnTo>
                  <a:lnTo>
                    <a:pt x="26" y="28"/>
                  </a:lnTo>
                  <a:lnTo>
                    <a:pt x="29" y="27"/>
                  </a:lnTo>
                  <a:lnTo>
                    <a:pt x="30" y="26"/>
                  </a:lnTo>
                  <a:lnTo>
                    <a:pt x="53" y="0"/>
                  </a:lnTo>
                  <a:lnTo>
                    <a:pt x="55" y="1"/>
                  </a:lnTo>
                  <a:lnTo>
                    <a:pt x="59" y="2"/>
                  </a:lnTo>
                  <a:lnTo>
                    <a:pt x="65" y="5"/>
                  </a:lnTo>
                  <a:lnTo>
                    <a:pt x="72" y="9"/>
                  </a:lnTo>
                  <a:lnTo>
                    <a:pt x="79" y="15"/>
                  </a:lnTo>
                  <a:lnTo>
                    <a:pt x="85" y="20"/>
                  </a:lnTo>
                  <a:lnTo>
                    <a:pt x="89" y="27"/>
                  </a:lnTo>
                  <a:lnTo>
                    <a:pt x="91" y="34"/>
                  </a:lnTo>
                  <a:lnTo>
                    <a:pt x="91" y="42"/>
                  </a:lnTo>
                  <a:lnTo>
                    <a:pt x="90" y="49"/>
                  </a:lnTo>
                  <a:lnTo>
                    <a:pt x="89" y="57"/>
                  </a:lnTo>
                  <a:lnTo>
                    <a:pt x="89" y="65"/>
                  </a:lnTo>
                  <a:lnTo>
                    <a:pt x="90" y="71"/>
                  </a:lnTo>
                  <a:lnTo>
                    <a:pt x="92" y="76"/>
                  </a:lnTo>
                  <a:lnTo>
                    <a:pt x="96" y="80"/>
                  </a:lnTo>
                  <a:lnTo>
                    <a:pt x="103" y="82"/>
                  </a:lnTo>
                  <a:lnTo>
                    <a:pt x="109" y="84"/>
                  </a:lnTo>
                  <a:lnTo>
                    <a:pt x="113" y="88"/>
                  </a:lnTo>
                  <a:lnTo>
                    <a:pt x="116" y="94"/>
                  </a:lnTo>
                  <a:lnTo>
                    <a:pt x="118" y="100"/>
                  </a:lnTo>
                  <a:lnTo>
                    <a:pt x="120" y="106"/>
                  </a:lnTo>
                  <a:lnTo>
                    <a:pt x="123" y="113"/>
                  </a:lnTo>
                  <a:lnTo>
                    <a:pt x="127" y="117"/>
                  </a:lnTo>
                  <a:lnTo>
                    <a:pt x="133" y="119"/>
                  </a:lnTo>
                  <a:lnTo>
                    <a:pt x="137" y="120"/>
                  </a:lnTo>
                  <a:lnTo>
                    <a:pt x="134" y="121"/>
                  </a:lnTo>
                  <a:lnTo>
                    <a:pt x="127" y="122"/>
                  </a:lnTo>
                  <a:lnTo>
                    <a:pt x="118" y="123"/>
                  </a:lnTo>
                  <a:lnTo>
                    <a:pt x="107" y="123"/>
                  </a:lnTo>
                  <a:lnTo>
                    <a:pt x="96" y="124"/>
                  </a:lnTo>
                  <a:lnTo>
                    <a:pt x="89" y="124"/>
                  </a:lnTo>
                  <a:lnTo>
                    <a:pt x="86" y="124"/>
                  </a:lnTo>
                  <a:lnTo>
                    <a:pt x="86" y="123"/>
                  </a:lnTo>
                  <a:lnTo>
                    <a:pt x="85" y="122"/>
                  </a:lnTo>
                  <a:lnTo>
                    <a:pt x="83" y="119"/>
                  </a:lnTo>
                  <a:lnTo>
                    <a:pt x="80" y="115"/>
                  </a:lnTo>
                  <a:lnTo>
                    <a:pt x="76" y="110"/>
                  </a:lnTo>
                  <a:lnTo>
                    <a:pt x="70" y="104"/>
                  </a:lnTo>
                  <a:lnTo>
                    <a:pt x="62" y="99"/>
                  </a:lnTo>
                  <a:lnTo>
                    <a:pt x="53" y="93"/>
                  </a:lnTo>
                  <a:close/>
                </a:path>
              </a:pathLst>
            </a:custGeom>
            <a:solidFill>
              <a:srgbClr val="33cc66"/>
            </a:solidFill>
            <a:ln w="0">
              <a:noFill/>
            </a:ln>
          </p:spPr>
          <p:style>
            <a:lnRef idx="0"/>
            <a:fillRef idx="0"/>
            <a:effectRef idx="0"/>
            <a:fontRef idx="minor"/>
          </p:style>
          <p:txBody>
            <a:bodyPr lIns="90000" rIns="90000" tIns="-27000" bIns="-27000" anchor="t">
              <a:noAutofit/>
            </a:bodyPr>
            <a:p>
              <a:endParaRPr b="0" lang="en-US" sz="2400" spc="-1" strike="noStrike">
                <a:solidFill>
                  <a:srgbClr val="000000"/>
                </a:solidFill>
                <a:latin typeface="Times New Roman"/>
              </a:endParaRPr>
            </a:p>
          </p:txBody>
        </p:sp>
        <p:sp>
          <p:nvSpPr>
            <p:cNvPr id="9020" name=""/>
            <p:cNvSpPr/>
            <p:nvPr/>
          </p:nvSpPr>
          <p:spPr>
            <a:xfrm>
              <a:off x="636120" y="4002120"/>
              <a:ext cx="24120" cy="19800"/>
            </a:xfrm>
            <a:custGeom>
              <a:avLst/>
              <a:gdLst/>
              <a:ahLst/>
              <a:rect l="l" t="t" r="r" b="b"/>
              <a:pathLst>
                <a:path w="137" h="124">
                  <a:moveTo>
                    <a:pt x="53" y="93"/>
                  </a:moveTo>
                  <a:lnTo>
                    <a:pt x="53" y="93"/>
                  </a:lnTo>
                  <a:lnTo>
                    <a:pt x="52" y="91"/>
                  </a:lnTo>
                  <a:lnTo>
                    <a:pt x="48" y="86"/>
                  </a:lnTo>
                  <a:lnTo>
                    <a:pt x="42" y="82"/>
                  </a:lnTo>
                  <a:lnTo>
                    <a:pt x="33" y="82"/>
                  </a:lnTo>
                  <a:lnTo>
                    <a:pt x="33" y="82"/>
                  </a:lnTo>
                  <a:lnTo>
                    <a:pt x="27" y="83"/>
                  </a:lnTo>
                  <a:lnTo>
                    <a:pt x="21" y="82"/>
                  </a:lnTo>
                  <a:lnTo>
                    <a:pt x="15" y="81"/>
                  </a:lnTo>
                  <a:lnTo>
                    <a:pt x="10" y="79"/>
                  </a:lnTo>
                  <a:lnTo>
                    <a:pt x="5" y="76"/>
                  </a:lnTo>
                  <a:lnTo>
                    <a:pt x="2" y="72"/>
                  </a:lnTo>
                  <a:lnTo>
                    <a:pt x="0" y="67"/>
                  </a:lnTo>
                  <a:lnTo>
                    <a:pt x="2" y="59"/>
                  </a:lnTo>
                  <a:lnTo>
                    <a:pt x="2" y="59"/>
                  </a:lnTo>
                  <a:lnTo>
                    <a:pt x="5" y="52"/>
                  </a:lnTo>
                  <a:lnTo>
                    <a:pt x="9" y="46"/>
                  </a:lnTo>
                  <a:lnTo>
                    <a:pt x="13" y="40"/>
                  </a:lnTo>
                  <a:lnTo>
                    <a:pt x="18" y="35"/>
                  </a:lnTo>
                  <a:lnTo>
                    <a:pt x="23" y="31"/>
                  </a:lnTo>
                  <a:lnTo>
                    <a:pt x="26" y="28"/>
                  </a:lnTo>
                  <a:lnTo>
                    <a:pt x="29" y="27"/>
                  </a:lnTo>
                  <a:lnTo>
                    <a:pt x="30" y="26"/>
                  </a:lnTo>
                  <a:lnTo>
                    <a:pt x="53" y="0"/>
                  </a:lnTo>
                  <a:lnTo>
                    <a:pt x="53" y="0"/>
                  </a:lnTo>
                  <a:lnTo>
                    <a:pt x="55" y="1"/>
                  </a:lnTo>
                  <a:lnTo>
                    <a:pt x="59" y="2"/>
                  </a:lnTo>
                  <a:lnTo>
                    <a:pt x="65" y="5"/>
                  </a:lnTo>
                  <a:lnTo>
                    <a:pt x="72" y="9"/>
                  </a:lnTo>
                  <a:lnTo>
                    <a:pt x="79" y="15"/>
                  </a:lnTo>
                  <a:lnTo>
                    <a:pt x="85" y="20"/>
                  </a:lnTo>
                  <a:lnTo>
                    <a:pt x="89" y="27"/>
                  </a:lnTo>
                  <a:lnTo>
                    <a:pt x="91" y="34"/>
                  </a:lnTo>
                  <a:lnTo>
                    <a:pt x="91" y="34"/>
                  </a:lnTo>
                  <a:lnTo>
                    <a:pt x="91" y="42"/>
                  </a:lnTo>
                  <a:lnTo>
                    <a:pt x="90" y="49"/>
                  </a:lnTo>
                  <a:lnTo>
                    <a:pt x="89" y="57"/>
                  </a:lnTo>
                  <a:lnTo>
                    <a:pt x="89" y="65"/>
                  </a:lnTo>
                  <a:lnTo>
                    <a:pt x="90" y="71"/>
                  </a:lnTo>
                  <a:lnTo>
                    <a:pt x="92" y="76"/>
                  </a:lnTo>
                  <a:lnTo>
                    <a:pt x="96" y="80"/>
                  </a:lnTo>
                  <a:lnTo>
                    <a:pt x="103" y="82"/>
                  </a:lnTo>
                  <a:lnTo>
                    <a:pt x="103" y="82"/>
                  </a:lnTo>
                  <a:lnTo>
                    <a:pt x="109" y="84"/>
                  </a:lnTo>
                  <a:lnTo>
                    <a:pt x="113" y="88"/>
                  </a:lnTo>
                  <a:lnTo>
                    <a:pt x="116" y="94"/>
                  </a:lnTo>
                  <a:lnTo>
                    <a:pt x="118" y="100"/>
                  </a:lnTo>
                  <a:lnTo>
                    <a:pt x="120" y="106"/>
                  </a:lnTo>
                  <a:lnTo>
                    <a:pt x="123" y="113"/>
                  </a:lnTo>
                  <a:lnTo>
                    <a:pt x="127" y="117"/>
                  </a:lnTo>
                  <a:lnTo>
                    <a:pt x="133" y="119"/>
                  </a:lnTo>
                  <a:lnTo>
                    <a:pt x="133" y="119"/>
                  </a:lnTo>
                  <a:lnTo>
                    <a:pt x="137" y="120"/>
                  </a:lnTo>
                  <a:lnTo>
                    <a:pt x="134" y="121"/>
                  </a:lnTo>
                  <a:lnTo>
                    <a:pt x="127" y="122"/>
                  </a:lnTo>
                  <a:lnTo>
                    <a:pt x="118" y="123"/>
                  </a:lnTo>
                  <a:lnTo>
                    <a:pt x="107" y="123"/>
                  </a:lnTo>
                  <a:lnTo>
                    <a:pt x="96" y="124"/>
                  </a:lnTo>
                  <a:lnTo>
                    <a:pt x="89" y="124"/>
                  </a:lnTo>
                  <a:lnTo>
                    <a:pt x="86" y="124"/>
                  </a:lnTo>
                  <a:lnTo>
                    <a:pt x="86" y="124"/>
                  </a:lnTo>
                  <a:lnTo>
                    <a:pt x="86" y="123"/>
                  </a:lnTo>
                  <a:lnTo>
                    <a:pt x="85" y="122"/>
                  </a:lnTo>
                  <a:lnTo>
                    <a:pt x="83" y="119"/>
                  </a:lnTo>
                  <a:lnTo>
                    <a:pt x="80" y="115"/>
                  </a:lnTo>
                  <a:lnTo>
                    <a:pt x="76" y="110"/>
                  </a:lnTo>
                  <a:lnTo>
                    <a:pt x="70" y="104"/>
                  </a:lnTo>
                  <a:lnTo>
                    <a:pt x="62" y="99"/>
                  </a:lnTo>
                  <a:lnTo>
                    <a:pt x="53" y="93"/>
                  </a:lnTo>
                </a:path>
              </a:pathLst>
            </a:custGeom>
            <a:noFill/>
            <a:ln w="0">
              <a:solidFill>
                <a:srgbClr val="000000"/>
              </a:solidFill>
            </a:ln>
          </p:spPr>
          <p:style>
            <a:lnRef idx="0"/>
            <a:fillRef idx="0"/>
            <a:effectRef idx="0"/>
            <a:fontRef idx="minor"/>
          </p:style>
          <p:txBody>
            <a:bodyPr lIns="90000" rIns="90000" tIns="-27000" bIns="-27000" anchor="t">
              <a:noAutofit/>
            </a:bodyPr>
            <a:p>
              <a:endParaRPr b="0" lang="en-US" sz="2400" spc="-1" strike="noStrike">
                <a:solidFill>
                  <a:srgbClr val="000000"/>
                </a:solidFill>
                <a:latin typeface="Times New Roman"/>
              </a:endParaRPr>
            </a:p>
          </p:txBody>
        </p:sp>
        <p:sp>
          <p:nvSpPr>
            <p:cNvPr id="9021" name=""/>
            <p:cNvSpPr/>
            <p:nvPr/>
          </p:nvSpPr>
          <p:spPr>
            <a:xfrm>
              <a:off x="638280" y="4043520"/>
              <a:ext cx="5400" cy="9360"/>
            </a:xfrm>
            <a:custGeom>
              <a:avLst/>
              <a:gdLst/>
              <a:ahLst/>
              <a:rect l="l" t="t" r="r" b="b"/>
              <a:pathLst>
                <a:path w="33" h="61">
                  <a:moveTo>
                    <a:pt x="14" y="60"/>
                  </a:moveTo>
                  <a:lnTo>
                    <a:pt x="0" y="29"/>
                  </a:lnTo>
                  <a:lnTo>
                    <a:pt x="0" y="25"/>
                  </a:lnTo>
                  <a:lnTo>
                    <a:pt x="0" y="15"/>
                  </a:lnTo>
                  <a:lnTo>
                    <a:pt x="2" y="4"/>
                  </a:lnTo>
                  <a:lnTo>
                    <a:pt x="9" y="0"/>
                  </a:lnTo>
                  <a:lnTo>
                    <a:pt x="18" y="0"/>
                  </a:lnTo>
                  <a:lnTo>
                    <a:pt x="25" y="3"/>
                  </a:lnTo>
                  <a:lnTo>
                    <a:pt x="30" y="12"/>
                  </a:lnTo>
                  <a:lnTo>
                    <a:pt x="33" y="26"/>
                  </a:lnTo>
                  <a:lnTo>
                    <a:pt x="33" y="35"/>
                  </a:lnTo>
                  <a:lnTo>
                    <a:pt x="33" y="43"/>
                  </a:lnTo>
                  <a:lnTo>
                    <a:pt x="31" y="49"/>
                  </a:lnTo>
                  <a:lnTo>
                    <a:pt x="29" y="54"/>
                  </a:lnTo>
                  <a:lnTo>
                    <a:pt x="26" y="59"/>
                  </a:lnTo>
                  <a:lnTo>
                    <a:pt x="22" y="61"/>
                  </a:lnTo>
                  <a:lnTo>
                    <a:pt x="18" y="61"/>
                  </a:lnTo>
                  <a:lnTo>
                    <a:pt x="14" y="60"/>
                  </a:lnTo>
                  <a:close/>
                </a:path>
              </a:pathLst>
            </a:custGeom>
            <a:solidFill>
              <a:srgbClr val="33cc66"/>
            </a:solidFill>
            <a:ln w="0">
              <a:noFill/>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9022" name=""/>
            <p:cNvSpPr/>
            <p:nvPr/>
          </p:nvSpPr>
          <p:spPr>
            <a:xfrm>
              <a:off x="638280" y="4043520"/>
              <a:ext cx="5400" cy="9360"/>
            </a:xfrm>
            <a:custGeom>
              <a:avLst/>
              <a:gdLst/>
              <a:ahLst/>
              <a:rect l="l" t="t" r="r" b="b"/>
              <a:pathLst>
                <a:path w="33" h="61">
                  <a:moveTo>
                    <a:pt x="14" y="60"/>
                  </a:moveTo>
                  <a:lnTo>
                    <a:pt x="0" y="29"/>
                  </a:lnTo>
                  <a:lnTo>
                    <a:pt x="0" y="29"/>
                  </a:lnTo>
                  <a:lnTo>
                    <a:pt x="0" y="25"/>
                  </a:lnTo>
                  <a:lnTo>
                    <a:pt x="0" y="15"/>
                  </a:lnTo>
                  <a:lnTo>
                    <a:pt x="2" y="4"/>
                  </a:lnTo>
                  <a:lnTo>
                    <a:pt x="9" y="0"/>
                  </a:lnTo>
                  <a:lnTo>
                    <a:pt x="9" y="0"/>
                  </a:lnTo>
                  <a:lnTo>
                    <a:pt x="18" y="0"/>
                  </a:lnTo>
                  <a:lnTo>
                    <a:pt x="25" y="3"/>
                  </a:lnTo>
                  <a:lnTo>
                    <a:pt x="30" y="12"/>
                  </a:lnTo>
                  <a:lnTo>
                    <a:pt x="33" y="26"/>
                  </a:lnTo>
                  <a:lnTo>
                    <a:pt x="33" y="26"/>
                  </a:lnTo>
                  <a:lnTo>
                    <a:pt x="33" y="35"/>
                  </a:lnTo>
                  <a:lnTo>
                    <a:pt x="33" y="43"/>
                  </a:lnTo>
                  <a:lnTo>
                    <a:pt x="31" y="49"/>
                  </a:lnTo>
                  <a:lnTo>
                    <a:pt x="29" y="54"/>
                  </a:lnTo>
                  <a:lnTo>
                    <a:pt x="26" y="59"/>
                  </a:lnTo>
                  <a:lnTo>
                    <a:pt x="22" y="61"/>
                  </a:lnTo>
                  <a:lnTo>
                    <a:pt x="18" y="61"/>
                  </a:lnTo>
                  <a:lnTo>
                    <a:pt x="14" y="60"/>
                  </a:lnTo>
                </a:path>
              </a:pathLst>
            </a:custGeom>
            <a:noFill/>
            <a:ln w="0">
              <a:solidFill>
                <a:srgbClr val="000000"/>
              </a:solidFill>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9023" name=""/>
            <p:cNvSpPr/>
            <p:nvPr/>
          </p:nvSpPr>
          <p:spPr>
            <a:xfrm>
              <a:off x="677160" y="4039560"/>
              <a:ext cx="5400" cy="6840"/>
            </a:xfrm>
            <a:custGeom>
              <a:avLst/>
              <a:gdLst/>
              <a:ahLst/>
              <a:rect l="l" t="t" r="r" b="b"/>
              <a:pathLst>
                <a:path w="31" h="41">
                  <a:moveTo>
                    <a:pt x="14" y="31"/>
                  </a:moveTo>
                  <a:lnTo>
                    <a:pt x="0" y="11"/>
                  </a:lnTo>
                  <a:lnTo>
                    <a:pt x="0" y="10"/>
                  </a:lnTo>
                  <a:lnTo>
                    <a:pt x="3" y="7"/>
                  </a:lnTo>
                  <a:lnTo>
                    <a:pt x="8" y="3"/>
                  </a:lnTo>
                  <a:lnTo>
                    <a:pt x="17" y="0"/>
                  </a:lnTo>
                  <a:lnTo>
                    <a:pt x="26" y="2"/>
                  </a:lnTo>
                  <a:lnTo>
                    <a:pt x="30" y="10"/>
                  </a:lnTo>
                  <a:lnTo>
                    <a:pt x="30" y="18"/>
                  </a:lnTo>
                  <a:lnTo>
                    <a:pt x="29" y="22"/>
                  </a:lnTo>
                  <a:lnTo>
                    <a:pt x="29" y="23"/>
                  </a:lnTo>
                  <a:lnTo>
                    <a:pt x="30" y="27"/>
                  </a:lnTo>
                  <a:lnTo>
                    <a:pt x="31" y="33"/>
                  </a:lnTo>
                  <a:lnTo>
                    <a:pt x="31" y="37"/>
                  </a:lnTo>
                  <a:lnTo>
                    <a:pt x="30" y="40"/>
                  </a:lnTo>
                  <a:lnTo>
                    <a:pt x="28" y="41"/>
                  </a:lnTo>
                  <a:lnTo>
                    <a:pt x="23" y="38"/>
                  </a:lnTo>
                  <a:lnTo>
                    <a:pt x="14" y="31"/>
                  </a:lnTo>
                  <a:close/>
                </a:path>
              </a:pathLst>
            </a:custGeom>
            <a:solidFill>
              <a:srgbClr val="33cc66"/>
            </a:solidFill>
            <a:ln w="0">
              <a:no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9024" name=""/>
            <p:cNvSpPr/>
            <p:nvPr/>
          </p:nvSpPr>
          <p:spPr>
            <a:xfrm>
              <a:off x="677160" y="4039560"/>
              <a:ext cx="5400" cy="6840"/>
            </a:xfrm>
            <a:custGeom>
              <a:avLst/>
              <a:gdLst/>
              <a:ahLst/>
              <a:rect l="l" t="t" r="r" b="b"/>
              <a:pathLst>
                <a:path w="31" h="41">
                  <a:moveTo>
                    <a:pt x="14" y="31"/>
                  </a:moveTo>
                  <a:lnTo>
                    <a:pt x="0" y="11"/>
                  </a:lnTo>
                  <a:lnTo>
                    <a:pt x="0" y="11"/>
                  </a:lnTo>
                  <a:lnTo>
                    <a:pt x="0" y="10"/>
                  </a:lnTo>
                  <a:lnTo>
                    <a:pt x="3" y="7"/>
                  </a:lnTo>
                  <a:lnTo>
                    <a:pt x="8" y="3"/>
                  </a:lnTo>
                  <a:lnTo>
                    <a:pt x="17" y="0"/>
                  </a:lnTo>
                  <a:lnTo>
                    <a:pt x="17" y="0"/>
                  </a:lnTo>
                  <a:lnTo>
                    <a:pt x="26" y="2"/>
                  </a:lnTo>
                  <a:lnTo>
                    <a:pt x="30" y="10"/>
                  </a:lnTo>
                  <a:lnTo>
                    <a:pt x="30" y="18"/>
                  </a:lnTo>
                  <a:lnTo>
                    <a:pt x="29" y="22"/>
                  </a:lnTo>
                  <a:lnTo>
                    <a:pt x="29" y="22"/>
                  </a:lnTo>
                  <a:lnTo>
                    <a:pt x="29" y="23"/>
                  </a:lnTo>
                  <a:lnTo>
                    <a:pt x="30" y="27"/>
                  </a:lnTo>
                  <a:lnTo>
                    <a:pt x="31" y="33"/>
                  </a:lnTo>
                  <a:lnTo>
                    <a:pt x="31" y="37"/>
                  </a:lnTo>
                  <a:lnTo>
                    <a:pt x="30" y="40"/>
                  </a:lnTo>
                  <a:lnTo>
                    <a:pt x="28" y="41"/>
                  </a:lnTo>
                  <a:lnTo>
                    <a:pt x="23" y="38"/>
                  </a:lnTo>
                  <a:lnTo>
                    <a:pt x="14" y="31"/>
                  </a:lnTo>
                </a:path>
              </a:pathLst>
            </a:custGeom>
            <a:noFill/>
            <a:ln w="0">
              <a:solidFill>
                <a:srgbClr val="000000"/>
              </a:solid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9025" name=""/>
            <p:cNvSpPr/>
            <p:nvPr/>
          </p:nvSpPr>
          <p:spPr>
            <a:xfrm>
              <a:off x="677880" y="4003200"/>
              <a:ext cx="11880" cy="6120"/>
            </a:xfrm>
            <a:custGeom>
              <a:avLst/>
              <a:gdLst/>
              <a:ahLst/>
              <a:rect l="l" t="t" r="r" b="b"/>
              <a:pathLst>
                <a:path w="69" h="38">
                  <a:moveTo>
                    <a:pt x="26" y="35"/>
                  </a:moveTo>
                  <a:lnTo>
                    <a:pt x="27" y="35"/>
                  </a:lnTo>
                  <a:lnTo>
                    <a:pt x="29" y="33"/>
                  </a:lnTo>
                  <a:lnTo>
                    <a:pt x="33" y="32"/>
                  </a:lnTo>
                  <a:lnTo>
                    <a:pt x="37" y="29"/>
                  </a:lnTo>
                  <a:lnTo>
                    <a:pt x="42" y="27"/>
                  </a:lnTo>
                  <a:lnTo>
                    <a:pt x="48" y="26"/>
                  </a:lnTo>
                  <a:lnTo>
                    <a:pt x="54" y="24"/>
                  </a:lnTo>
                  <a:lnTo>
                    <a:pt x="59" y="24"/>
                  </a:lnTo>
                  <a:lnTo>
                    <a:pt x="64" y="23"/>
                  </a:lnTo>
                  <a:lnTo>
                    <a:pt x="68" y="21"/>
                  </a:lnTo>
                  <a:lnTo>
                    <a:pt x="69" y="18"/>
                  </a:lnTo>
                  <a:lnTo>
                    <a:pt x="68" y="14"/>
                  </a:lnTo>
                  <a:lnTo>
                    <a:pt x="64" y="10"/>
                  </a:lnTo>
                  <a:lnTo>
                    <a:pt x="59" y="7"/>
                  </a:lnTo>
                  <a:lnTo>
                    <a:pt x="51" y="4"/>
                  </a:lnTo>
                  <a:lnTo>
                    <a:pt x="40" y="1"/>
                  </a:lnTo>
                  <a:lnTo>
                    <a:pt x="28" y="0"/>
                  </a:lnTo>
                  <a:lnTo>
                    <a:pt x="19" y="0"/>
                  </a:lnTo>
                  <a:lnTo>
                    <a:pt x="10" y="2"/>
                  </a:lnTo>
                  <a:lnTo>
                    <a:pt x="4" y="5"/>
                  </a:lnTo>
                  <a:lnTo>
                    <a:pt x="1" y="8"/>
                  </a:lnTo>
                  <a:lnTo>
                    <a:pt x="0" y="12"/>
                  </a:lnTo>
                  <a:lnTo>
                    <a:pt x="1" y="17"/>
                  </a:lnTo>
                  <a:lnTo>
                    <a:pt x="6" y="24"/>
                  </a:lnTo>
                  <a:lnTo>
                    <a:pt x="15" y="34"/>
                  </a:lnTo>
                  <a:lnTo>
                    <a:pt x="21" y="38"/>
                  </a:lnTo>
                  <a:lnTo>
                    <a:pt x="24" y="37"/>
                  </a:lnTo>
                  <a:lnTo>
                    <a:pt x="26" y="35"/>
                  </a:lnTo>
                  <a:close/>
                </a:path>
              </a:pathLst>
            </a:custGeom>
            <a:solidFill>
              <a:srgbClr val="33cc66"/>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9026" name=""/>
            <p:cNvSpPr/>
            <p:nvPr/>
          </p:nvSpPr>
          <p:spPr>
            <a:xfrm>
              <a:off x="677880" y="4003200"/>
              <a:ext cx="11880" cy="6120"/>
            </a:xfrm>
            <a:custGeom>
              <a:avLst/>
              <a:gdLst/>
              <a:ahLst/>
              <a:rect l="l" t="t" r="r" b="b"/>
              <a:pathLst>
                <a:path w="69" h="38">
                  <a:moveTo>
                    <a:pt x="26" y="35"/>
                  </a:moveTo>
                  <a:lnTo>
                    <a:pt x="26" y="35"/>
                  </a:lnTo>
                  <a:lnTo>
                    <a:pt x="27" y="35"/>
                  </a:lnTo>
                  <a:lnTo>
                    <a:pt x="29" y="33"/>
                  </a:lnTo>
                  <a:lnTo>
                    <a:pt x="33" y="32"/>
                  </a:lnTo>
                  <a:lnTo>
                    <a:pt x="37" y="29"/>
                  </a:lnTo>
                  <a:lnTo>
                    <a:pt x="42" y="27"/>
                  </a:lnTo>
                  <a:lnTo>
                    <a:pt x="48" y="26"/>
                  </a:lnTo>
                  <a:lnTo>
                    <a:pt x="54" y="24"/>
                  </a:lnTo>
                  <a:lnTo>
                    <a:pt x="59" y="24"/>
                  </a:lnTo>
                  <a:lnTo>
                    <a:pt x="59" y="24"/>
                  </a:lnTo>
                  <a:lnTo>
                    <a:pt x="64" y="23"/>
                  </a:lnTo>
                  <a:lnTo>
                    <a:pt x="68" y="21"/>
                  </a:lnTo>
                  <a:lnTo>
                    <a:pt x="69" y="18"/>
                  </a:lnTo>
                  <a:lnTo>
                    <a:pt x="68" y="14"/>
                  </a:lnTo>
                  <a:lnTo>
                    <a:pt x="64" y="10"/>
                  </a:lnTo>
                  <a:lnTo>
                    <a:pt x="59" y="7"/>
                  </a:lnTo>
                  <a:lnTo>
                    <a:pt x="51" y="4"/>
                  </a:lnTo>
                  <a:lnTo>
                    <a:pt x="40" y="1"/>
                  </a:lnTo>
                  <a:lnTo>
                    <a:pt x="40" y="1"/>
                  </a:lnTo>
                  <a:lnTo>
                    <a:pt x="28" y="0"/>
                  </a:lnTo>
                  <a:lnTo>
                    <a:pt x="19" y="0"/>
                  </a:lnTo>
                  <a:lnTo>
                    <a:pt x="10" y="2"/>
                  </a:lnTo>
                  <a:lnTo>
                    <a:pt x="4" y="5"/>
                  </a:lnTo>
                  <a:lnTo>
                    <a:pt x="1" y="8"/>
                  </a:lnTo>
                  <a:lnTo>
                    <a:pt x="0" y="12"/>
                  </a:lnTo>
                  <a:lnTo>
                    <a:pt x="1" y="17"/>
                  </a:lnTo>
                  <a:lnTo>
                    <a:pt x="6" y="24"/>
                  </a:lnTo>
                  <a:lnTo>
                    <a:pt x="6" y="24"/>
                  </a:lnTo>
                  <a:lnTo>
                    <a:pt x="15" y="34"/>
                  </a:lnTo>
                  <a:lnTo>
                    <a:pt x="21" y="38"/>
                  </a:lnTo>
                  <a:lnTo>
                    <a:pt x="24" y="37"/>
                  </a:lnTo>
                  <a:lnTo>
                    <a:pt x="26" y="35"/>
                  </a:lnTo>
                </a:path>
              </a:pathLst>
            </a:custGeom>
            <a:noFill/>
            <a:ln w="0">
              <a:solidFill>
                <a:srgbClr val="000000"/>
              </a:solid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9027" name=""/>
            <p:cNvSpPr/>
            <p:nvPr/>
          </p:nvSpPr>
          <p:spPr>
            <a:xfrm>
              <a:off x="709560" y="3991680"/>
              <a:ext cx="3240" cy="5760"/>
            </a:xfrm>
            <a:custGeom>
              <a:avLst/>
              <a:gdLst/>
              <a:ahLst/>
              <a:rect l="l" t="t" r="r" b="b"/>
              <a:pathLst>
                <a:path w="17" h="37">
                  <a:moveTo>
                    <a:pt x="5" y="37"/>
                  </a:moveTo>
                  <a:lnTo>
                    <a:pt x="5" y="35"/>
                  </a:lnTo>
                  <a:lnTo>
                    <a:pt x="3" y="31"/>
                  </a:lnTo>
                  <a:lnTo>
                    <a:pt x="2" y="24"/>
                  </a:lnTo>
                  <a:lnTo>
                    <a:pt x="1" y="17"/>
                  </a:lnTo>
                  <a:lnTo>
                    <a:pt x="0" y="10"/>
                  </a:lnTo>
                  <a:lnTo>
                    <a:pt x="0" y="4"/>
                  </a:lnTo>
                  <a:lnTo>
                    <a:pt x="2" y="1"/>
                  </a:lnTo>
                  <a:lnTo>
                    <a:pt x="5" y="0"/>
                  </a:lnTo>
                  <a:lnTo>
                    <a:pt x="9" y="2"/>
                  </a:lnTo>
                  <a:lnTo>
                    <a:pt x="12" y="7"/>
                  </a:lnTo>
                  <a:lnTo>
                    <a:pt x="15" y="12"/>
                  </a:lnTo>
                  <a:lnTo>
                    <a:pt x="17" y="18"/>
                  </a:lnTo>
                  <a:lnTo>
                    <a:pt x="17" y="26"/>
                  </a:lnTo>
                  <a:lnTo>
                    <a:pt x="15" y="31"/>
                  </a:lnTo>
                  <a:lnTo>
                    <a:pt x="11" y="35"/>
                  </a:lnTo>
                  <a:lnTo>
                    <a:pt x="5" y="37"/>
                  </a:lnTo>
                  <a:close/>
                </a:path>
              </a:pathLst>
            </a:custGeom>
            <a:solidFill>
              <a:srgbClr val="33cc66"/>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28" name=""/>
            <p:cNvSpPr/>
            <p:nvPr/>
          </p:nvSpPr>
          <p:spPr>
            <a:xfrm>
              <a:off x="709560" y="3991680"/>
              <a:ext cx="3240" cy="5760"/>
            </a:xfrm>
            <a:custGeom>
              <a:avLst/>
              <a:gdLst/>
              <a:ahLst/>
              <a:rect l="l" t="t" r="r" b="b"/>
              <a:pathLst>
                <a:path w="17" h="37">
                  <a:moveTo>
                    <a:pt x="5" y="37"/>
                  </a:moveTo>
                  <a:lnTo>
                    <a:pt x="5" y="37"/>
                  </a:lnTo>
                  <a:lnTo>
                    <a:pt x="5" y="35"/>
                  </a:lnTo>
                  <a:lnTo>
                    <a:pt x="3" y="31"/>
                  </a:lnTo>
                  <a:lnTo>
                    <a:pt x="2" y="24"/>
                  </a:lnTo>
                  <a:lnTo>
                    <a:pt x="1" y="17"/>
                  </a:lnTo>
                  <a:lnTo>
                    <a:pt x="0" y="10"/>
                  </a:lnTo>
                  <a:lnTo>
                    <a:pt x="0" y="4"/>
                  </a:lnTo>
                  <a:lnTo>
                    <a:pt x="2" y="1"/>
                  </a:lnTo>
                  <a:lnTo>
                    <a:pt x="5" y="0"/>
                  </a:lnTo>
                  <a:lnTo>
                    <a:pt x="5" y="0"/>
                  </a:lnTo>
                  <a:lnTo>
                    <a:pt x="9" y="2"/>
                  </a:lnTo>
                  <a:lnTo>
                    <a:pt x="12" y="7"/>
                  </a:lnTo>
                  <a:lnTo>
                    <a:pt x="15" y="12"/>
                  </a:lnTo>
                  <a:lnTo>
                    <a:pt x="17" y="18"/>
                  </a:lnTo>
                  <a:lnTo>
                    <a:pt x="17" y="26"/>
                  </a:lnTo>
                  <a:lnTo>
                    <a:pt x="15" y="31"/>
                  </a:lnTo>
                  <a:lnTo>
                    <a:pt x="11" y="35"/>
                  </a:lnTo>
                  <a:lnTo>
                    <a:pt x="5" y="37"/>
                  </a:lnTo>
                </a:path>
              </a:pathLst>
            </a:custGeom>
            <a:noFill/>
            <a:ln w="0">
              <a:solidFill>
                <a:srgbClr val="000000"/>
              </a:solid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29" name=""/>
            <p:cNvSpPr/>
            <p:nvPr/>
          </p:nvSpPr>
          <p:spPr>
            <a:xfrm>
              <a:off x="693000" y="4017600"/>
              <a:ext cx="6480" cy="2520"/>
            </a:xfrm>
            <a:custGeom>
              <a:avLst/>
              <a:gdLst/>
              <a:ahLst/>
              <a:rect l="l" t="t" r="r" b="b"/>
              <a:pathLst>
                <a:path w="37" h="18">
                  <a:moveTo>
                    <a:pt x="11" y="18"/>
                  </a:moveTo>
                  <a:lnTo>
                    <a:pt x="7" y="15"/>
                  </a:lnTo>
                  <a:lnTo>
                    <a:pt x="1" y="10"/>
                  </a:lnTo>
                  <a:lnTo>
                    <a:pt x="0" y="5"/>
                  </a:lnTo>
                  <a:lnTo>
                    <a:pt x="11" y="1"/>
                  </a:lnTo>
                  <a:lnTo>
                    <a:pt x="20" y="0"/>
                  </a:lnTo>
                  <a:lnTo>
                    <a:pt x="28" y="1"/>
                  </a:lnTo>
                  <a:lnTo>
                    <a:pt x="34" y="2"/>
                  </a:lnTo>
                  <a:lnTo>
                    <a:pt x="37" y="4"/>
                  </a:lnTo>
                  <a:lnTo>
                    <a:pt x="36" y="7"/>
                  </a:lnTo>
                  <a:lnTo>
                    <a:pt x="32" y="10"/>
                  </a:lnTo>
                  <a:lnTo>
                    <a:pt x="23" y="14"/>
                  </a:lnTo>
                  <a:lnTo>
                    <a:pt x="11" y="18"/>
                  </a:lnTo>
                  <a:close/>
                </a:path>
              </a:pathLst>
            </a:custGeom>
            <a:solidFill>
              <a:srgbClr val="33cc66"/>
            </a:solidFill>
            <a:ln w="0">
              <a:no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9030" name=""/>
            <p:cNvSpPr/>
            <p:nvPr/>
          </p:nvSpPr>
          <p:spPr>
            <a:xfrm>
              <a:off x="693000" y="4017600"/>
              <a:ext cx="6480" cy="2520"/>
            </a:xfrm>
            <a:custGeom>
              <a:avLst/>
              <a:gdLst/>
              <a:ahLst/>
              <a:rect l="l" t="t" r="r" b="b"/>
              <a:pathLst>
                <a:path w="37" h="18">
                  <a:moveTo>
                    <a:pt x="11" y="18"/>
                  </a:moveTo>
                  <a:lnTo>
                    <a:pt x="11" y="18"/>
                  </a:lnTo>
                  <a:lnTo>
                    <a:pt x="7" y="15"/>
                  </a:lnTo>
                  <a:lnTo>
                    <a:pt x="1" y="10"/>
                  </a:lnTo>
                  <a:lnTo>
                    <a:pt x="0" y="5"/>
                  </a:lnTo>
                  <a:lnTo>
                    <a:pt x="11" y="1"/>
                  </a:lnTo>
                  <a:lnTo>
                    <a:pt x="11" y="1"/>
                  </a:lnTo>
                  <a:lnTo>
                    <a:pt x="20" y="0"/>
                  </a:lnTo>
                  <a:lnTo>
                    <a:pt x="28" y="1"/>
                  </a:lnTo>
                  <a:lnTo>
                    <a:pt x="34" y="2"/>
                  </a:lnTo>
                  <a:lnTo>
                    <a:pt x="37" y="4"/>
                  </a:lnTo>
                  <a:lnTo>
                    <a:pt x="36" y="7"/>
                  </a:lnTo>
                  <a:lnTo>
                    <a:pt x="32" y="10"/>
                  </a:lnTo>
                  <a:lnTo>
                    <a:pt x="23" y="14"/>
                  </a:lnTo>
                  <a:lnTo>
                    <a:pt x="11" y="18"/>
                  </a:lnTo>
                </a:path>
              </a:pathLst>
            </a:custGeom>
            <a:noFill/>
            <a:ln w="0">
              <a:solidFill>
                <a:srgbClr val="000000"/>
              </a:solidFill>
            </a:ln>
          </p:spPr>
          <p:style>
            <a:lnRef idx="0"/>
            <a:fillRef idx="0"/>
            <a:effectRef idx="0"/>
            <a:fontRef idx="minor"/>
          </p:style>
          <p:txBody>
            <a:bodyPr lIns="90000" rIns="90000" tIns="-44280" bIns="-44280" anchor="t">
              <a:noAutofit/>
            </a:bodyPr>
            <a:p>
              <a:endParaRPr b="0" lang="en-US" sz="2400" spc="-1" strike="noStrike">
                <a:solidFill>
                  <a:srgbClr val="000000"/>
                </a:solidFill>
                <a:latin typeface="Times New Roman"/>
              </a:endParaRPr>
            </a:p>
          </p:txBody>
        </p:sp>
        <p:sp>
          <p:nvSpPr>
            <p:cNvPr id="9031" name=""/>
            <p:cNvSpPr/>
            <p:nvPr/>
          </p:nvSpPr>
          <p:spPr>
            <a:xfrm>
              <a:off x="740160" y="4031640"/>
              <a:ext cx="5400" cy="3960"/>
            </a:xfrm>
            <a:custGeom>
              <a:avLst/>
              <a:gdLst/>
              <a:ahLst/>
              <a:rect l="l" t="t" r="r" b="b"/>
              <a:pathLst>
                <a:path w="35" h="22">
                  <a:moveTo>
                    <a:pt x="22" y="22"/>
                  </a:moveTo>
                  <a:lnTo>
                    <a:pt x="23" y="21"/>
                  </a:lnTo>
                  <a:lnTo>
                    <a:pt x="26" y="18"/>
                  </a:lnTo>
                  <a:lnTo>
                    <a:pt x="30" y="14"/>
                  </a:lnTo>
                  <a:lnTo>
                    <a:pt x="33" y="10"/>
                  </a:lnTo>
                  <a:lnTo>
                    <a:pt x="35" y="6"/>
                  </a:lnTo>
                  <a:lnTo>
                    <a:pt x="35" y="2"/>
                  </a:lnTo>
                  <a:lnTo>
                    <a:pt x="31" y="0"/>
                  </a:lnTo>
                  <a:lnTo>
                    <a:pt x="22" y="0"/>
                  </a:lnTo>
                  <a:lnTo>
                    <a:pt x="12" y="1"/>
                  </a:lnTo>
                  <a:lnTo>
                    <a:pt x="5" y="3"/>
                  </a:lnTo>
                  <a:lnTo>
                    <a:pt x="2" y="6"/>
                  </a:lnTo>
                  <a:lnTo>
                    <a:pt x="0" y="8"/>
                  </a:lnTo>
                  <a:lnTo>
                    <a:pt x="0" y="10"/>
                  </a:lnTo>
                  <a:lnTo>
                    <a:pt x="1" y="12"/>
                  </a:lnTo>
                  <a:lnTo>
                    <a:pt x="2" y="14"/>
                  </a:lnTo>
                  <a:lnTo>
                    <a:pt x="2" y="14"/>
                  </a:lnTo>
                  <a:lnTo>
                    <a:pt x="22" y="22"/>
                  </a:lnTo>
                  <a:close/>
                </a:path>
              </a:pathLst>
            </a:custGeom>
            <a:solidFill>
              <a:srgbClr val="33cc66"/>
            </a:solidFill>
            <a:ln w="0">
              <a:no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9032" name=""/>
            <p:cNvSpPr/>
            <p:nvPr/>
          </p:nvSpPr>
          <p:spPr>
            <a:xfrm>
              <a:off x="740160" y="4031640"/>
              <a:ext cx="5400" cy="3960"/>
            </a:xfrm>
            <a:custGeom>
              <a:avLst/>
              <a:gdLst/>
              <a:ahLst/>
              <a:rect l="l" t="t" r="r" b="b"/>
              <a:pathLst>
                <a:path w="35" h="22">
                  <a:moveTo>
                    <a:pt x="22" y="22"/>
                  </a:moveTo>
                  <a:lnTo>
                    <a:pt x="22" y="22"/>
                  </a:lnTo>
                  <a:lnTo>
                    <a:pt x="23" y="21"/>
                  </a:lnTo>
                  <a:lnTo>
                    <a:pt x="26" y="18"/>
                  </a:lnTo>
                  <a:lnTo>
                    <a:pt x="30" y="14"/>
                  </a:lnTo>
                  <a:lnTo>
                    <a:pt x="33" y="10"/>
                  </a:lnTo>
                  <a:lnTo>
                    <a:pt x="35" y="6"/>
                  </a:lnTo>
                  <a:lnTo>
                    <a:pt x="35" y="2"/>
                  </a:lnTo>
                  <a:lnTo>
                    <a:pt x="31" y="0"/>
                  </a:lnTo>
                  <a:lnTo>
                    <a:pt x="22" y="0"/>
                  </a:lnTo>
                  <a:lnTo>
                    <a:pt x="22" y="0"/>
                  </a:lnTo>
                  <a:lnTo>
                    <a:pt x="12" y="1"/>
                  </a:lnTo>
                  <a:lnTo>
                    <a:pt x="5" y="3"/>
                  </a:lnTo>
                  <a:lnTo>
                    <a:pt x="2" y="6"/>
                  </a:lnTo>
                  <a:lnTo>
                    <a:pt x="0" y="8"/>
                  </a:lnTo>
                  <a:lnTo>
                    <a:pt x="0" y="10"/>
                  </a:lnTo>
                  <a:lnTo>
                    <a:pt x="1" y="12"/>
                  </a:lnTo>
                  <a:lnTo>
                    <a:pt x="2" y="14"/>
                  </a:lnTo>
                  <a:lnTo>
                    <a:pt x="2" y="14"/>
                  </a:lnTo>
                  <a:lnTo>
                    <a:pt x="22" y="22"/>
                  </a:lnTo>
                </a:path>
              </a:pathLst>
            </a:custGeom>
            <a:noFill/>
            <a:ln w="0">
              <a:solidFill>
                <a:srgbClr val="000000"/>
              </a:solid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9033" name=""/>
            <p:cNvSpPr/>
            <p:nvPr/>
          </p:nvSpPr>
          <p:spPr>
            <a:xfrm>
              <a:off x="767520" y="4021920"/>
              <a:ext cx="2520" cy="5760"/>
            </a:xfrm>
            <a:custGeom>
              <a:avLst/>
              <a:gdLst/>
              <a:ahLst/>
              <a:rect l="l" t="t" r="r" b="b"/>
              <a:pathLst>
                <a:path w="17" h="35">
                  <a:moveTo>
                    <a:pt x="8" y="0"/>
                  </a:moveTo>
                  <a:lnTo>
                    <a:pt x="7" y="1"/>
                  </a:lnTo>
                  <a:lnTo>
                    <a:pt x="6" y="3"/>
                  </a:lnTo>
                  <a:lnTo>
                    <a:pt x="3" y="6"/>
                  </a:lnTo>
                  <a:lnTo>
                    <a:pt x="1" y="10"/>
                  </a:lnTo>
                  <a:lnTo>
                    <a:pt x="0" y="15"/>
                  </a:lnTo>
                  <a:lnTo>
                    <a:pt x="0" y="20"/>
                  </a:lnTo>
                  <a:lnTo>
                    <a:pt x="1" y="26"/>
                  </a:lnTo>
                  <a:lnTo>
                    <a:pt x="5" y="31"/>
                  </a:lnTo>
                  <a:lnTo>
                    <a:pt x="13" y="35"/>
                  </a:lnTo>
                  <a:lnTo>
                    <a:pt x="17" y="29"/>
                  </a:lnTo>
                  <a:lnTo>
                    <a:pt x="17" y="21"/>
                  </a:lnTo>
                  <a:lnTo>
                    <a:pt x="17" y="17"/>
                  </a:lnTo>
                  <a:lnTo>
                    <a:pt x="16" y="15"/>
                  </a:lnTo>
                  <a:lnTo>
                    <a:pt x="13" y="9"/>
                  </a:lnTo>
                  <a:lnTo>
                    <a:pt x="11" y="3"/>
                  </a:lnTo>
                  <a:lnTo>
                    <a:pt x="8" y="0"/>
                  </a:lnTo>
                  <a:close/>
                </a:path>
              </a:pathLst>
            </a:custGeom>
            <a:solidFill>
              <a:srgbClr val="33cc66"/>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34" name=""/>
            <p:cNvSpPr/>
            <p:nvPr/>
          </p:nvSpPr>
          <p:spPr>
            <a:xfrm>
              <a:off x="767520" y="4021920"/>
              <a:ext cx="2520" cy="5760"/>
            </a:xfrm>
            <a:custGeom>
              <a:avLst/>
              <a:gdLst/>
              <a:ahLst/>
              <a:rect l="l" t="t" r="r" b="b"/>
              <a:pathLst>
                <a:path w="17" h="35">
                  <a:moveTo>
                    <a:pt x="8" y="0"/>
                  </a:moveTo>
                  <a:lnTo>
                    <a:pt x="8" y="0"/>
                  </a:lnTo>
                  <a:lnTo>
                    <a:pt x="7" y="1"/>
                  </a:lnTo>
                  <a:lnTo>
                    <a:pt x="6" y="3"/>
                  </a:lnTo>
                  <a:lnTo>
                    <a:pt x="3" y="6"/>
                  </a:lnTo>
                  <a:lnTo>
                    <a:pt x="1" y="10"/>
                  </a:lnTo>
                  <a:lnTo>
                    <a:pt x="0" y="15"/>
                  </a:lnTo>
                  <a:lnTo>
                    <a:pt x="0" y="20"/>
                  </a:lnTo>
                  <a:lnTo>
                    <a:pt x="1" y="26"/>
                  </a:lnTo>
                  <a:lnTo>
                    <a:pt x="5" y="31"/>
                  </a:lnTo>
                  <a:lnTo>
                    <a:pt x="5" y="31"/>
                  </a:lnTo>
                  <a:lnTo>
                    <a:pt x="13" y="35"/>
                  </a:lnTo>
                  <a:lnTo>
                    <a:pt x="17" y="29"/>
                  </a:lnTo>
                  <a:lnTo>
                    <a:pt x="17" y="21"/>
                  </a:lnTo>
                  <a:lnTo>
                    <a:pt x="17" y="17"/>
                  </a:lnTo>
                  <a:lnTo>
                    <a:pt x="17" y="17"/>
                  </a:lnTo>
                  <a:lnTo>
                    <a:pt x="16" y="15"/>
                  </a:lnTo>
                  <a:lnTo>
                    <a:pt x="13" y="9"/>
                  </a:lnTo>
                  <a:lnTo>
                    <a:pt x="11" y="3"/>
                  </a:lnTo>
                  <a:lnTo>
                    <a:pt x="8" y="0"/>
                  </a:lnTo>
                </a:path>
              </a:pathLst>
            </a:custGeom>
            <a:noFill/>
            <a:ln w="0">
              <a:solidFill>
                <a:srgbClr val="000000"/>
              </a:solid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35" name=""/>
            <p:cNvSpPr/>
            <p:nvPr/>
          </p:nvSpPr>
          <p:spPr>
            <a:xfrm>
              <a:off x="748800" y="4067280"/>
              <a:ext cx="6840" cy="5760"/>
            </a:xfrm>
            <a:custGeom>
              <a:avLst/>
              <a:gdLst/>
              <a:ahLst/>
              <a:rect l="l" t="t" r="r" b="b"/>
              <a:pathLst>
                <a:path w="43" h="36">
                  <a:moveTo>
                    <a:pt x="12" y="29"/>
                  </a:moveTo>
                  <a:lnTo>
                    <a:pt x="43" y="8"/>
                  </a:lnTo>
                  <a:lnTo>
                    <a:pt x="1" y="0"/>
                  </a:lnTo>
                  <a:lnTo>
                    <a:pt x="1" y="2"/>
                  </a:lnTo>
                  <a:lnTo>
                    <a:pt x="0" y="8"/>
                  </a:lnTo>
                  <a:lnTo>
                    <a:pt x="0" y="17"/>
                  </a:lnTo>
                  <a:lnTo>
                    <a:pt x="0" y="25"/>
                  </a:lnTo>
                  <a:lnTo>
                    <a:pt x="1" y="32"/>
                  </a:lnTo>
                  <a:lnTo>
                    <a:pt x="3" y="36"/>
                  </a:lnTo>
                  <a:lnTo>
                    <a:pt x="7" y="36"/>
                  </a:lnTo>
                  <a:lnTo>
                    <a:pt x="12" y="29"/>
                  </a:lnTo>
                  <a:close/>
                </a:path>
              </a:pathLst>
            </a:custGeom>
            <a:solidFill>
              <a:srgbClr val="33cc66"/>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36" name=""/>
            <p:cNvSpPr/>
            <p:nvPr/>
          </p:nvSpPr>
          <p:spPr>
            <a:xfrm>
              <a:off x="748800" y="4067280"/>
              <a:ext cx="6840" cy="5760"/>
            </a:xfrm>
            <a:custGeom>
              <a:avLst/>
              <a:gdLst/>
              <a:ahLst/>
              <a:rect l="l" t="t" r="r" b="b"/>
              <a:pathLst>
                <a:path w="43" h="36">
                  <a:moveTo>
                    <a:pt x="12" y="29"/>
                  </a:moveTo>
                  <a:lnTo>
                    <a:pt x="43" y="8"/>
                  </a:lnTo>
                  <a:lnTo>
                    <a:pt x="1" y="0"/>
                  </a:lnTo>
                  <a:lnTo>
                    <a:pt x="1" y="0"/>
                  </a:lnTo>
                  <a:lnTo>
                    <a:pt x="1" y="2"/>
                  </a:lnTo>
                  <a:lnTo>
                    <a:pt x="0" y="8"/>
                  </a:lnTo>
                  <a:lnTo>
                    <a:pt x="0" y="17"/>
                  </a:lnTo>
                  <a:lnTo>
                    <a:pt x="0" y="25"/>
                  </a:lnTo>
                  <a:lnTo>
                    <a:pt x="1" y="32"/>
                  </a:lnTo>
                  <a:lnTo>
                    <a:pt x="3" y="36"/>
                  </a:lnTo>
                  <a:lnTo>
                    <a:pt x="7" y="36"/>
                  </a:lnTo>
                  <a:lnTo>
                    <a:pt x="12" y="29"/>
                  </a:lnTo>
                </a:path>
              </a:pathLst>
            </a:custGeom>
            <a:noFill/>
            <a:ln w="0">
              <a:solidFill>
                <a:srgbClr val="000000"/>
              </a:solid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37" name=""/>
            <p:cNvSpPr/>
            <p:nvPr/>
          </p:nvSpPr>
          <p:spPr>
            <a:xfrm>
              <a:off x="719640" y="3985200"/>
              <a:ext cx="16920" cy="15480"/>
            </a:xfrm>
            <a:custGeom>
              <a:avLst/>
              <a:gdLst/>
              <a:ahLst/>
              <a:rect l="l" t="t" r="r" b="b"/>
              <a:pathLst>
                <a:path w="98" h="96">
                  <a:moveTo>
                    <a:pt x="13" y="56"/>
                  </a:moveTo>
                  <a:lnTo>
                    <a:pt x="12" y="56"/>
                  </a:lnTo>
                  <a:lnTo>
                    <a:pt x="9" y="55"/>
                  </a:lnTo>
                  <a:lnTo>
                    <a:pt x="5" y="54"/>
                  </a:lnTo>
                  <a:lnTo>
                    <a:pt x="1" y="52"/>
                  </a:lnTo>
                  <a:lnTo>
                    <a:pt x="0" y="49"/>
                  </a:lnTo>
                  <a:lnTo>
                    <a:pt x="1" y="46"/>
                  </a:lnTo>
                  <a:lnTo>
                    <a:pt x="6" y="43"/>
                  </a:lnTo>
                  <a:lnTo>
                    <a:pt x="16" y="39"/>
                  </a:lnTo>
                  <a:lnTo>
                    <a:pt x="27" y="36"/>
                  </a:lnTo>
                  <a:lnTo>
                    <a:pt x="35" y="34"/>
                  </a:lnTo>
                  <a:lnTo>
                    <a:pt x="40" y="33"/>
                  </a:lnTo>
                  <a:lnTo>
                    <a:pt x="43" y="33"/>
                  </a:lnTo>
                  <a:lnTo>
                    <a:pt x="44" y="32"/>
                  </a:lnTo>
                  <a:lnTo>
                    <a:pt x="45" y="31"/>
                  </a:lnTo>
                  <a:lnTo>
                    <a:pt x="47" y="29"/>
                  </a:lnTo>
                  <a:lnTo>
                    <a:pt x="50" y="25"/>
                  </a:lnTo>
                  <a:lnTo>
                    <a:pt x="57" y="19"/>
                  </a:lnTo>
                  <a:lnTo>
                    <a:pt x="67" y="11"/>
                  </a:lnTo>
                  <a:lnTo>
                    <a:pt x="79" y="5"/>
                  </a:lnTo>
                  <a:lnTo>
                    <a:pt x="90" y="1"/>
                  </a:lnTo>
                  <a:lnTo>
                    <a:pt x="97" y="0"/>
                  </a:lnTo>
                  <a:lnTo>
                    <a:pt x="98" y="4"/>
                  </a:lnTo>
                  <a:lnTo>
                    <a:pt x="91" y="15"/>
                  </a:lnTo>
                  <a:lnTo>
                    <a:pt x="72" y="34"/>
                  </a:lnTo>
                  <a:lnTo>
                    <a:pt x="52" y="52"/>
                  </a:lnTo>
                  <a:lnTo>
                    <a:pt x="40" y="62"/>
                  </a:lnTo>
                  <a:lnTo>
                    <a:pt x="32" y="66"/>
                  </a:lnTo>
                  <a:lnTo>
                    <a:pt x="31" y="68"/>
                  </a:lnTo>
                  <a:lnTo>
                    <a:pt x="32" y="68"/>
                  </a:lnTo>
                  <a:lnTo>
                    <a:pt x="35" y="68"/>
                  </a:lnTo>
                  <a:lnTo>
                    <a:pt x="38" y="71"/>
                  </a:lnTo>
                  <a:lnTo>
                    <a:pt x="39" y="79"/>
                  </a:lnTo>
                  <a:lnTo>
                    <a:pt x="38" y="88"/>
                  </a:lnTo>
                  <a:lnTo>
                    <a:pt x="36" y="93"/>
                  </a:lnTo>
                  <a:lnTo>
                    <a:pt x="31" y="96"/>
                  </a:lnTo>
                  <a:lnTo>
                    <a:pt x="27" y="96"/>
                  </a:lnTo>
                  <a:lnTo>
                    <a:pt x="23" y="94"/>
                  </a:lnTo>
                  <a:lnTo>
                    <a:pt x="19" y="92"/>
                  </a:lnTo>
                  <a:lnTo>
                    <a:pt x="17" y="91"/>
                  </a:lnTo>
                  <a:lnTo>
                    <a:pt x="16" y="90"/>
                  </a:lnTo>
                  <a:lnTo>
                    <a:pt x="13" y="56"/>
                  </a:lnTo>
                  <a:close/>
                </a:path>
              </a:pathLst>
            </a:custGeom>
            <a:solidFill>
              <a:srgbClr val="33cc66"/>
            </a:solidFill>
            <a:ln w="0">
              <a:noFill/>
            </a:ln>
          </p:spPr>
          <p:style>
            <a:lnRef idx="0"/>
            <a:fillRef idx="0"/>
            <a:effectRef idx="0"/>
            <a:fontRef idx="minor"/>
          </p:style>
          <p:txBody>
            <a:bodyPr lIns="90000" rIns="90000" tIns="-31320" bIns="-31320" anchor="t">
              <a:noAutofit/>
            </a:bodyPr>
            <a:p>
              <a:endParaRPr b="0" lang="en-US" sz="2400" spc="-1" strike="noStrike">
                <a:solidFill>
                  <a:srgbClr val="000000"/>
                </a:solidFill>
                <a:latin typeface="Times New Roman"/>
              </a:endParaRPr>
            </a:p>
          </p:txBody>
        </p:sp>
        <p:sp>
          <p:nvSpPr>
            <p:cNvPr id="9038" name=""/>
            <p:cNvSpPr/>
            <p:nvPr/>
          </p:nvSpPr>
          <p:spPr>
            <a:xfrm>
              <a:off x="719640" y="3985200"/>
              <a:ext cx="16920" cy="15480"/>
            </a:xfrm>
            <a:custGeom>
              <a:avLst/>
              <a:gdLst/>
              <a:ahLst/>
              <a:rect l="l" t="t" r="r" b="b"/>
              <a:pathLst>
                <a:path w="98" h="96">
                  <a:moveTo>
                    <a:pt x="13" y="56"/>
                  </a:moveTo>
                  <a:lnTo>
                    <a:pt x="13" y="56"/>
                  </a:lnTo>
                  <a:lnTo>
                    <a:pt x="12" y="56"/>
                  </a:lnTo>
                  <a:lnTo>
                    <a:pt x="9" y="55"/>
                  </a:lnTo>
                  <a:lnTo>
                    <a:pt x="5" y="54"/>
                  </a:lnTo>
                  <a:lnTo>
                    <a:pt x="1" y="52"/>
                  </a:lnTo>
                  <a:lnTo>
                    <a:pt x="0" y="49"/>
                  </a:lnTo>
                  <a:lnTo>
                    <a:pt x="1" y="46"/>
                  </a:lnTo>
                  <a:lnTo>
                    <a:pt x="6" y="43"/>
                  </a:lnTo>
                  <a:lnTo>
                    <a:pt x="16" y="39"/>
                  </a:lnTo>
                  <a:lnTo>
                    <a:pt x="16" y="39"/>
                  </a:lnTo>
                  <a:lnTo>
                    <a:pt x="27" y="36"/>
                  </a:lnTo>
                  <a:lnTo>
                    <a:pt x="35" y="34"/>
                  </a:lnTo>
                  <a:lnTo>
                    <a:pt x="40" y="33"/>
                  </a:lnTo>
                  <a:lnTo>
                    <a:pt x="43" y="33"/>
                  </a:lnTo>
                  <a:lnTo>
                    <a:pt x="44" y="32"/>
                  </a:lnTo>
                  <a:lnTo>
                    <a:pt x="45" y="31"/>
                  </a:lnTo>
                  <a:lnTo>
                    <a:pt x="47" y="29"/>
                  </a:lnTo>
                  <a:lnTo>
                    <a:pt x="50" y="25"/>
                  </a:lnTo>
                  <a:lnTo>
                    <a:pt x="50" y="25"/>
                  </a:lnTo>
                  <a:lnTo>
                    <a:pt x="57" y="19"/>
                  </a:lnTo>
                  <a:lnTo>
                    <a:pt x="67" y="11"/>
                  </a:lnTo>
                  <a:lnTo>
                    <a:pt x="79" y="5"/>
                  </a:lnTo>
                  <a:lnTo>
                    <a:pt x="90" y="1"/>
                  </a:lnTo>
                  <a:lnTo>
                    <a:pt x="97" y="0"/>
                  </a:lnTo>
                  <a:lnTo>
                    <a:pt x="98" y="4"/>
                  </a:lnTo>
                  <a:lnTo>
                    <a:pt x="91" y="15"/>
                  </a:lnTo>
                  <a:lnTo>
                    <a:pt x="72" y="34"/>
                  </a:lnTo>
                  <a:lnTo>
                    <a:pt x="72" y="34"/>
                  </a:lnTo>
                  <a:lnTo>
                    <a:pt x="52" y="52"/>
                  </a:lnTo>
                  <a:lnTo>
                    <a:pt x="40" y="62"/>
                  </a:lnTo>
                  <a:lnTo>
                    <a:pt x="32" y="66"/>
                  </a:lnTo>
                  <a:lnTo>
                    <a:pt x="31" y="68"/>
                  </a:lnTo>
                  <a:lnTo>
                    <a:pt x="32" y="68"/>
                  </a:lnTo>
                  <a:lnTo>
                    <a:pt x="35" y="68"/>
                  </a:lnTo>
                  <a:lnTo>
                    <a:pt x="38" y="71"/>
                  </a:lnTo>
                  <a:lnTo>
                    <a:pt x="39" y="79"/>
                  </a:lnTo>
                  <a:lnTo>
                    <a:pt x="39" y="79"/>
                  </a:lnTo>
                  <a:lnTo>
                    <a:pt x="38" y="88"/>
                  </a:lnTo>
                  <a:lnTo>
                    <a:pt x="36" y="93"/>
                  </a:lnTo>
                  <a:lnTo>
                    <a:pt x="31" y="96"/>
                  </a:lnTo>
                  <a:lnTo>
                    <a:pt x="27" y="96"/>
                  </a:lnTo>
                  <a:lnTo>
                    <a:pt x="23" y="94"/>
                  </a:lnTo>
                  <a:lnTo>
                    <a:pt x="19" y="92"/>
                  </a:lnTo>
                  <a:lnTo>
                    <a:pt x="17" y="91"/>
                  </a:lnTo>
                  <a:lnTo>
                    <a:pt x="16" y="90"/>
                  </a:lnTo>
                  <a:lnTo>
                    <a:pt x="13" y="56"/>
                  </a:lnTo>
                </a:path>
              </a:pathLst>
            </a:custGeom>
            <a:noFill/>
            <a:ln w="0">
              <a:solidFill>
                <a:srgbClr val="000000"/>
              </a:solidFill>
            </a:ln>
          </p:spPr>
          <p:style>
            <a:lnRef idx="0"/>
            <a:fillRef idx="0"/>
            <a:effectRef idx="0"/>
            <a:fontRef idx="minor"/>
          </p:style>
          <p:txBody>
            <a:bodyPr lIns="90000" rIns="90000" tIns="-31320" bIns="-31320" anchor="t">
              <a:noAutofit/>
            </a:bodyPr>
            <a:p>
              <a:endParaRPr b="0" lang="en-US" sz="2400" spc="-1" strike="noStrike">
                <a:solidFill>
                  <a:srgbClr val="000000"/>
                </a:solidFill>
                <a:latin typeface="Times New Roman"/>
              </a:endParaRPr>
            </a:p>
          </p:txBody>
        </p:sp>
        <p:sp>
          <p:nvSpPr>
            <p:cNvPr id="9039" name=""/>
            <p:cNvSpPr/>
            <p:nvPr/>
          </p:nvSpPr>
          <p:spPr>
            <a:xfrm>
              <a:off x="781920" y="3988800"/>
              <a:ext cx="9000" cy="12240"/>
            </a:xfrm>
            <a:custGeom>
              <a:avLst/>
              <a:gdLst/>
              <a:ahLst/>
              <a:rect l="l" t="t" r="r" b="b"/>
              <a:pathLst>
                <a:path w="54" h="74">
                  <a:moveTo>
                    <a:pt x="9" y="40"/>
                  </a:moveTo>
                  <a:lnTo>
                    <a:pt x="8" y="37"/>
                  </a:lnTo>
                  <a:lnTo>
                    <a:pt x="6" y="33"/>
                  </a:lnTo>
                  <a:lnTo>
                    <a:pt x="3" y="27"/>
                  </a:lnTo>
                  <a:lnTo>
                    <a:pt x="1" y="21"/>
                  </a:lnTo>
                  <a:lnTo>
                    <a:pt x="0" y="14"/>
                  </a:lnTo>
                  <a:lnTo>
                    <a:pt x="0" y="7"/>
                  </a:lnTo>
                  <a:lnTo>
                    <a:pt x="3" y="3"/>
                  </a:lnTo>
                  <a:lnTo>
                    <a:pt x="9" y="0"/>
                  </a:lnTo>
                  <a:lnTo>
                    <a:pt x="16" y="0"/>
                  </a:lnTo>
                  <a:lnTo>
                    <a:pt x="23" y="0"/>
                  </a:lnTo>
                  <a:lnTo>
                    <a:pt x="29" y="3"/>
                  </a:lnTo>
                  <a:lnTo>
                    <a:pt x="35" y="6"/>
                  </a:lnTo>
                  <a:lnTo>
                    <a:pt x="40" y="10"/>
                  </a:lnTo>
                  <a:lnTo>
                    <a:pt x="44" y="15"/>
                  </a:lnTo>
                  <a:lnTo>
                    <a:pt x="48" y="21"/>
                  </a:lnTo>
                  <a:lnTo>
                    <a:pt x="51" y="28"/>
                  </a:lnTo>
                  <a:lnTo>
                    <a:pt x="53" y="35"/>
                  </a:lnTo>
                  <a:lnTo>
                    <a:pt x="54" y="44"/>
                  </a:lnTo>
                  <a:lnTo>
                    <a:pt x="52" y="51"/>
                  </a:lnTo>
                  <a:lnTo>
                    <a:pt x="50" y="58"/>
                  </a:lnTo>
                  <a:lnTo>
                    <a:pt x="46" y="64"/>
                  </a:lnTo>
                  <a:lnTo>
                    <a:pt x="40" y="69"/>
                  </a:lnTo>
                  <a:lnTo>
                    <a:pt x="33" y="72"/>
                  </a:lnTo>
                  <a:lnTo>
                    <a:pt x="25" y="73"/>
                  </a:lnTo>
                  <a:lnTo>
                    <a:pt x="17" y="73"/>
                  </a:lnTo>
                  <a:lnTo>
                    <a:pt x="11" y="74"/>
                  </a:lnTo>
                  <a:lnTo>
                    <a:pt x="6" y="74"/>
                  </a:lnTo>
                  <a:lnTo>
                    <a:pt x="3" y="72"/>
                  </a:lnTo>
                  <a:lnTo>
                    <a:pt x="1" y="69"/>
                  </a:lnTo>
                  <a:lnTo>
                    <a:pt x="2" y="63"/>
                  </a:lnTo>
                  <a:lnTo>
                    <a:pt x="4" y="53"/>
                  </a:lnTo>
                  <a:lnTo>
                    <a:pt x="9" y="40"/>
                  </a:lnTo>
                  <a:close/>
                </a:path>
              </a:pathLst>
            </a:custGeom>
            <a:solidFill>
              <a:srgbClr val="33cc66"/>
            </a:solidFill>
            <a:ln w="0">
              <a:noFill/>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9040" name=""/>
            <p:cNvSpPr/>
            <p:nvPr/>
          </p:nvSpPr>
          <p:spPr>
            <a:xfrm>
              <a:off x="781920" y="3988800"/>
              <a:ext cx="9000" cy="12240"/>
            </a:xfrm>
            <a:custGeom>
              <a:avLst/>
              <a:gdLst/>
              <a:ahLst/>
              <a:rect l="l" t="t" r="r" b="b"/>
              <a:pathLst>
                <a:path w="54" h="74">
                  <a:moveTo>
                    <a:pt x="9" y="40"/>
                  </a:moveTo>
                  <a:lnTo>
                    <a:pt x="9" y="40"/>
                  </a:lnTo>
                  <a:lnTo>
                    <a:pt x="8" y="37"/>
                  </a:lnTo>
                  <a:lnTo>
                    <a:pt x="6" y="33"/>
                  </a:lnTo>
                  <a:lnTo>
                    <a:pt x="3" y="27"/>
                  </a:lnTo>
                  <a:lnTo>
                    <a:pt x="1" y="21"/>
                  </a:lnTo>
                  <a:lnTo>
                    <a:pt x="0" y="14"/>
                  </a:lnTo>
                  <a:lnTo>
                    <a:pt x="0" y="7"/>
                  </a:lnTo>
                  <a:lnTo>
                    <a:pt x="3" y="3"/>
                  </a:lnTo>
                  <a:lnTo>
                    <a:pt x="9" y="0"/>
                  </a:lnTo>
                  <a:lnTo>
                    <a:pt x="9" y="0"/>
                  </a:lnTo>
                  <a:lnTo>
                    <a:pt x="16" y="0"/>
                  </a:lnTo>
                  <a:lnTo>
                    <a:pt x="23" y="0"/>
                  </a:lnTo>
                  <a:lnTo>
                    <a:pt x="29" y="3"/>
                  </a:lnTo>
                  <a:lnTo>
                    <a:pt x="35" y="6"/>
                  </a:lnTo>
                  <a:lnTo>
                    <a:pt x="40" y="10"/>
                  </a:lnTo>
                  <a:lnTo>
                    <a:pt x="44" y="15"/>
                  </a:lnTo>
                  <a:lnTo>
                    <a:pt x="48" y="21"/>
                  </a:lnTo>
                  <a:lnTo>
                    <a:pt x="51" y="28"/>
                  </a:lnTo>
                  <a:lnTo>
                    <a:pt x="51" y="28"/>
                  </a:lnTo>
                  <a:lnTo>
                    <a:pt x="53" y="35"/>
                  </a:lnTo>
                  <a:lnTo>
                    <a:pt x="54" y="44"/>
                  </a:lnTo>
                  <a:lnTo>
                    <a:pt x="52" y="51"/>
                  </a:lnTo>
                  <a:lnTo>
                    <a:pt x="50" y="58"/>
                  </a:lnTo>
                  <a:lnTo>
                    <a:pt x="46" y="64"/>
                  </a:lnTo>
                  <a:lnTo>
                    <a:pt x="40" y="69"/>
                  </a:lnTo>
                  <a:lnTo>
                    <a:pt x="33" y="72"/>
                  </a:lnTo>
                  <a:lnTo>
                    <a:pt x="25" y="73"/>
                  </a:lnTo>
                  <a:lnTo>
                    <a:pt x="25" y="73"/>
                  </a:lnTo>
                  <a:lnTo>
                    <a:pt x="17" y="73"/>
                  </a:lnTo>
                  <a:lnTo>
                    <a:pt x="11" y="74"/>
                  </a:lnTo>
                  <a:lnTo>
                    <a:pt x="6" y="74"/>
                  </a:lnTo>
                  <a:lnTo>
                    <a:pt x="3" y="72"/>
                  </a:lnTo>
                  <a:lnTo>
                    <a:pt x="1" y="69"/>
                  </a:lnTo>
                  <a:lnTo>
                    <a:pt x="2" y="63"/>
                  </a:lnTo>
                  <a:lnTo>
                    <a:pt x="4" y="53"/>
                  </a:lnTo>
                  <a:lnTo>
                    <a:pt x="9" y="40"/>
                  </a:lnTo>
                </a:path>
              </a:pathLst>
            </a:custGeom>
            <a:noFill/>
            <a:ln w="0">
              <a:solidFill>
                <a:srgbClr val="000000"/>
              </a:solidFill>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9041" name=""/>
            <p:cNvSpPr/>
            <p:nvPr/>
          </p:nvSpPr>
          <p:spPr>
            <a:xfrm>
              <a:off x="836640" y="3993480"/>
              <a:ext cx="4320" cy="6120"/>
            </a:xfrm>
            <a:custGeom>
              <a:avLst/>
              <a:gdLst/>
              <a:ahLst/>
              <a:rect l="l" t="t" r="r" b="b"/>
              <a:pathLst>
                <a:path w="22" h="40">
                  <a:moveTo>
                    <a:pt x="0" y="40"/>
                  </a:moveTo>
                  <a:lnTo>
                    <a:pt x="3" y="9"/>
                  </a:lnTo>
                  <a:lnTo>
                    <a:pt x="6" y="6"/>
                  </a:lnTo>
                  <a:lnTo>
                    <a:pt x="11" y="0"/>
                  </a:lnTo>
                  <a:lnTo>
                    <a:pt x="18" y="0"/>
                  </a:lnTo>
                  <a:lnTo>
                    <a:pt x="22" y="13"/>
                  </a:lnTo>
                  <a:lnTo>
                    <a:pt x="21" y="29"/>
                  </a:lnTo>
                  <a:lnTo>
                    <a:pt x="16" y="37"/>
                  </a:lnTo>
                  <a:lnTo>
                    <a:pt x="9" y="40"/>
                  </a:lnTo>
                  <a:lnTo>
                    <a:pt x="0" y="40"/>
                  </a:lnTo>
                  <a:close/>
                </a:path>
              </a:pathLst>
            </a:custGeom>
            <a:solidFill>
              <a:srgbClr val="33cc66"/>
            </a:solidFill>
            <a:ln w="0">
              <a:no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9042" name=""/>
            <p:cNvSpPr/>
            <p:nvPr/>
          </p:nvSpPr>
          <p:spPr>
            <a:xfrm>
              <a:off x="836640" y="3993480"/>
              <a:ext cx="4320" cy="6120"/>
            </a:xfrm>
            <a:custGeom>
              <a:avLst/>
              <a:gdLst/>
              <a:ahLst/>
              <a:rect l="l" t="t" r="r" b="b"/>
              <a:pathLst>
                <a:path w="22" h="40">
                  <a:moveTo>
                    <a:pt x="0" y="40"/>
                  </a:moveTo>
                  <a:lnTo>
                    <a:pt x="3" y="9"/>
                  </a:lnTo>
                  <a:lnTo>
                    <a:pt x="3" y="9"/>
                  </a:lnTo>
                  <a:lnTo>
                    <a:pt x="6" y="6"/>
                  </a:lnTo>
                  <a:lnTo>
                    <a:pt x="11" y="0"/>
                  </a:lnTo>
                  <a:lnTo>
                    <a:pt x="18" y="0"/>
                  </a:lnTo>
                  <a:lnTo>
                    <a:pt x="22" y="13"/>
                  </a:lnTo>
                  <a:lnTo>
                    <a:pt x="22" y="13"/>
                  </a:lnTo>
                  <a:lnTo>
                    <a:pt x="21" y="29"/>
                  </a:lnTo>
                  <a:lnTo>
                    <a:pt x="16" y="37"/>
                  </a:lnTo>
                  <a:lnTo>
                    <a:pt x="9" y="40"/>
                  </a:lnTo>
                  <a:lnTo>
                    <a:pt x="0" y="40"/>
                  </a:lnTo>
                </a:path>
              </a:pathLst>
            </a:custGeom>
            <a:noFill/>
            <a:ln w="0">
              <a:solidFill>
                <a:srgbClr val="000000"/>
              </a:solidFill>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9043" name=""/>
            <p:cNvSpPr/>
            <p:nvPr/>
          </p:nvSpPr>
          <p:spPr>
            <a:xfrm>
              <a:off x="825120" y="3977280"/>
              <a:ext cx="5400" cy="5040"/>
            </a:xfrm>
            <a:custGeom>
              <a:avLst/>
              <a:gdLst/>
              <a:ahLst/>
              <a:rect l="l" t="t" r="r" b="b"/>
              <a:pathLst>
                <a:path w="30" h="35">
                  <a:moveTo>
                    <a:pt x="0" y="17"/>
                  </a:moveTo>
                  <a:lnTo>
                    <a:pt x="11" y="0"/>
                  </a:lnTo>
                  <a:lnTo>
                    <a:pt x="30" y="11"/>
                  </a:lnTo>
                  <a:lnTo>
                    <a:pt x="29" y="11"/>
                  </a:lnTo>
                  <a:lnTo>
                    <a:pt x="26" y="13"/>
                  </a:lnTo>
                  <a:lnTo>
                    <a:pt x="23" y="18"/>
                  </a:lnTo>
                  <a:lnTo>
                    <a:pt x="22" y="28"/>
                  </a:lnTo>
                  <a:lnTo>
                    <a:pt x="20" y="35"/>
                  </a:lnTo>
                  <a:lnTo>
                    <a:pt x="16" y="32"/>
                  </a:lnTo>
                  <a:lnTo>
                    <a:pt x="9" y="24"/>
                  </a:lnTo>
                  <a:lnTo>
                    <a:pt x="0" y="17"/>
                  </a:lnTo>
                  <a:close/>
                </a:path>
              </a:pathLst>
            </a:custGeom>
            <a:solidFill>
              <a:srgbClr val="33cc66"/>
            </a:solidFill>
            <a:ln w="0">
              <a:no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9044" name=""/>
            <p:cNvSpPr/>
            <p:nvPr/>
          </p:nvSpPr>
          <p:spPr>
            <a:xfrm>
              <a:off x="825120" y="3977280"/>
              <a:ext cx="5400" cy="5040"/>
            </a:xfrm>
            <a:custGeom>
              <a:avLst/>
              <a:gdLst/>
              <a:ahLst/>
              <a:rect l="l" t="t" r="r" b="b"/>
              <a:pathLst>
                <a:path w="30" h="35">
                  <a:moveTo>
                    <a:pt x="0" y="17"/>
                  </a:moveTo>
                  <a:lnTo>
                    <a:pt x="11" y="0"/>
                  </a:lnTo>
                  <a:lnTo>
                    <a:pt x="30" y="11"/>
                  </a:lnTo>
                  <a:lnTo>
                    <a:pt x="30" y="11"/>
                  </a:lnTo>
                  <a:lnTo>
                    <a:pt x="29" y="11"/>
                  </a:lnTo>
                  <a:lnTo>
                    <a:pt x="26" y="13"/>
                  </a:lnTo>
                  <a:lnTo>
                    <a:pt x="23" y="18"/>
                  </a:lnTo>
                  <a:lnTo>
                    <a:pt x="22" y="28"/>
                  </a:lnTo>
                  <a:lnTo>
                    <a:pt x="22" y="28"/>
                  </a:lnTo>
                  <a:lnTo>
                    <a:pt x="20" y="35"/>
                  </a:lnTo>
                  <a:lnTo>
                    <a:pt x="16" y="32"/>
                  </a:lnTo>
                  <a:lnTo>
                    <a:pt x="9" y="24"/>
                  </a:lnTo>
                  <a:lnTo>
                    <a:pt x="0" y="17"/>
                  </a:lnTo>
                </a:path>
              </a:pathLst>
            </a:custGeom>
            <a:noFill/>
            <a:ln w="0">
              <a:solidFill>
                <a:srgbClr val="000000"/>
              </a:solidFill>
            </a:ln>
          </p:spPr>
          <p:style>
            <a:lnRef idx="0"/>
            <a:fillRef idx="0"/>
            <a:effectRef idx="0"/>
            <a:fontRef idx="minor"/>
          </p:style>
          <p:txBody>
            <a:bodyPr lIns="90000" rIns="90000" tIns="-41760" bIns="-41760" anchor="t">
              <a:noAutofit/>
            </a:bodyPr>
            <a:p>
              <a:endParaRPr b="0" lang="en-US" sz="2400" spc="-1" strike="noStrike">
                <a:solidFill>
                  <a:srgbClr val="000000"/>
                </a:solidFill>
                <a:latin typeface="Times New Roman"/>
              </a:endParaRPr>
            </a:p>
          </p:txBody>
        </p:sp>
        <p:sp>
          <p:nvSpPr>
            <p:cNvPr id="9045" name=""/>
            <p:cNvSpPr/>
            <p:nvPr/>
          </p:nvSpPr>
          <p:spPr>
            <a:xfrm>
              <a:off x="815040" y="3969720"/>
              <a:ext cx="1440" cy="3960"/>
            </a:xfrm>
            <a:custGeom>
              <a:avLst/>
              <a:gdLst/>
              <a:ahLst/>
              <a:rect l="l" t="t" r="r" b="b"/>
              <a:pathLst>
                <a:path w="8" h="23">
                  <a:moveTo>
                    <a:pt x="8" y="0"/>
                  </a:moveTo>
                  <a:lnTo>
                    <a:pt x="5" y="23"/>
                  </a:lnTo>
                  <a:lnTo>
                    <a:pt x="4" y="21"/>
                  </a:lnTo>
                  <a:lnTo>
                    <a:pt x="0" y="16"/>
                  </a:lnTo>
                  <a:lnTo>
                    <a:pt x="2" y="8"/>
                  </a:lnTo>
                  <a:lnTo>
                    <a:pt x="8" y="0"/>
                  </a:lnTo>
                  <a:close/>
                </a:path>
              </a:pathLst>
            </a:custGeom>
            <a:solidFill>
              <a:srgbClr val="33cc66"/>
            </a:solidFill>
            <a:ln w="0">
              <a:no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9046" name=""/>
            <p:cNvSpPr/>
            <p:nvPr/>
          </p:nvSpPr>
          <p:spPr>
            <a:xfrm>
              <a:off x="815040" y="3969720"/>
              <a:ext cx="1440" cy="3960"/>
            </a:xfrm>
            <a:custGeom>
              <a:avLst/>
              <a:gdLst/>
              <a:ahLst/>
              <a:rect l="l" t="t" r="r" b="b"/>
              <a:pathLst>
                <a:path w="8" h="23">
                  <a:moveTo>
                    <a:pt x="8" y="0"/>
                  </a:moveTo>
                  <a:lnTo>
                    <a:pt x="5" y="23"/>
                  </a:lnTo>
                  <a:lnTo>
                    <a:pt x="5" y="23"/>
                  </a:lnTo>
                  <a:lnTo>
                    <a:pt x="4" y="21"/>
                  </a:lnTo>
                  <a:lnTo>
                    <a:pt x="0" y="16"/>
                  </a:lnTo>
                  <a:lnTo>
                    <a:pt x="2" y="8"/>
                  </a:lnTo>
                  <a:lnTo>
                    <a:pt x="8" y="0"/>
                  </a:lnTo>
                </a:path>
              </a:pathLst>
            </a:custGeom>
            <a:noFill/>
            <a:ln w="0">
              <a:solidFill>
                <a:srgbClr val="000000"/>
              </a:solidFill>
            </a:ln>
          </p:spPr>
          <p:style>
            <a:lnRef idx="0"/>
            <a:fillRef idx="0"/>
            <a:effectRef idx="0"/>
            <a:fontRef idx="minor"/>
          </p:style>
          <p:txBody>
            <a:bodyPr lIns="90000" rIns="90000" tIns="-42840" bIns="-42840" anchor="t">
              <a:noAutofit/>
            </a:bodyPr>
            <a:p>
              <a:endParaRPr b="0" lang="en-US" sz="2400" spc="-1" strike="noStrike">
                <a:solidFill>
                  <a:srgbClr val="000000"/>
                </a:solidFill>
                <a:latin typeface="Times New Roman"/>
              </a:endParaRPr>
            </a:p>
          </p:txBody>
        </p:sp>
        <p:sp>
          <p:nvSpPr>
            <p:cNvPr id="9047" name=""/>
            <p:cNvSpPr/>
            <p:nvPr/>
          </p:nvSpPr>
          <p:spPr>
            <a:xfrm>
              <a:off x="824400" y="3948840"/>
              <a:ext cx="14040" cy="14040"/>
            </a:xfrm>
            <a:custGeom>
              <a:avLst/>
              <a:gdLst/>
              <a:ahLst/>
              <a:rect l="l" t="t" r="r" b="b"/>
              <a:pathLst>
                <a:path w="80" h="89">
                  <a:moveTo>
                    <a:pt x="68" y="35"/>
                  </a:moveTo>
                  <a:lnTo>
                    <a:pt x="68" y="36"/>
                  </a:lnTo>
                  <a:lnTo>
                    <a:pt x="67" y="39"/>
                  </a:lnTo>
                  <a:lnTo>
                    <a:pt x="66" y="43"/>
                  </a:lnTo>
                  <a:lnTo>
                    <a:pt x="66" y="47"/>
                  </a:lnTo>
                  <a:lnTo>
                    <a:pt x="66" y="52"/>
                  </a:lnTo>
                  <a:lnTo>
                    <a:pt x="67" y="57"/>
                  </a:lnTo>
                  <a:lnTo>
                    <a:pt x="70" y="62"/>
                  </a:lnTo>
                  <a:lnTo>
                    <a:pt x="74" y="66"/>
                  </a:lnTo>
                  <a:lnTo>
                    <a:pt x="78" y="70"/>
                  </a:lnTo>
                  <a:lnTo>
                    <a:pt x="80" y="74"/>
                  </a:lnTo>
                  <a:lnTo>
                    <a:pt x="79" y="78"/>
                  </a:lnTo>
                  <a:lnTo>
                    <a:pt x="77" y="81"/>
                  </a:lnTo>
                  <a:lnTo>
                    <a:pt x="73" y="84"/>
                  </a:lnTo>
                  <a:lnTo>
                    <a:pt x="68" y="86"/>
                  </a:lnTo>
                  <a:lnTo>
                    <a:pt x="63" y="89"/>
                  </a:lnTo>
                  <a:lnTo>
                    <a:pt x="57" y="89"/>
                  </a:lnTo>
                  <a:lnTo>
                    <a:pt x="50" y="89"/>
                  </a:lnTo>
                  <a:lnTo>
                    <a:pt x="41" y="86"/>
                  </a:lnTo>
                  <a:lnTo>
                    <a:pt x="32" y="85"/>
                  </a:lnTo>
                  <a:lnTo>
                    <a:pt x="23" y="82"/>
                  </a:lnTo>
                  <a:lnTo>
                    <a:pt x="15" y="80"/>
                  </a:lnTo>
                  <a:lnTo>
                    <a:pt x="8" y="79"/>
                  </a:lnTo>
                  <a:lnTo>
                    <a:pt x="4" y="77"/>
                  </a:lnTo>
                  <a:lnTo>
                    <a:pt x="2" y="77"/>
                  </a:lnTo>
                  <a:lnTo>
                    <a:pt x="2" y="76"/>
                  </a:lnTo>
                  <a:lnTo>
                    <a:pt x="1" y="73"/>
                  </a:lnTo>
                  <a:lnTo>
                    <a:pt x="0" y="69"/>
                  </a:lnTo>
                  <a:lnTo>
                    <a:pt x="0" y="63"/>
                  </a:lnTo>
                  <a:lnTo>
                    <a:pt x="1" y="56"/>
                  </a:lnTo>
                  <a:lnTo>
                    <a:pt x="3" y="50"/>
                  </a:lnTo>
                  <a:lnTo>
                    <a:pt x="7" y="43"/>
                  </a:lnTo>
                  <a:lnTo>
                    <a:pt x="13" y="35"/>
                  </a:lnTo>
                  <a:lnTo>
                    <a:pt x="19" y="28"/>
                  </a:lnTo>
                  <a:lnTo>
                    <a:pt x="23" y="21"/>
                  </a:lnTo>
                  <a:lnTo>
                    <a:pt x="27" y="14"/>
                  </a:lnTo>
                  <a:lnTo>
                    <a:pt x="30" y="8"/>
                  </a:lnTo>
                  <a:lnTo>
                    <a:pt x="33" y="3"/>
                  </a:lnTo>
                  <a:lnTo>
                    <a:pt x="37" y="0"/>
                  </a:lnTo>
                  <a:lnTo>
                    <a:pt x="43" y="0"/>
                  </a:lnTo>
                  <a:lnTo>
                    <a:pt x="52" y="2"/>
                  </a:lnTo>
                  <a:lnTo>
                    <a:pt x="60" y="6"/>
                  </a:lnTo>
                  <a:lnTo>
                    <a:pt x="67" y="10"/>
                  </a:lnTo>
                  <a:lnTo>
                    <a:pt x="71" y="13"/>
                  </a:lnTo>
                  <a:lnTo>
                    <a:pt x="74" y="17"/>
                  </a:lnTo>
                  <a:lnTo>
                    <a:pt x="74" y="20"/>
                  </a:lnTo>
                  <a:lnTo>
                    <a:pt x="74" y="25"/>
                  </a:lnTo>
                  <a:lnTo>
                    <a:pt x="71" y="29"/>
                  </a:lnTo>
                  <a:lnTo>
                    <a:pt x="68" y="35"/>
                  </a:lnTo>
                  <a:close/>
                </a:path>
              </a:pathLst>
            </a:custGeom>
            <a:solidFill>
              <a:srgbClr val="33cc66"/>
            </a:solidFill>
            <a:ln w="0">
              <a:no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9048" name=""/>
            <p:cNvSpPr/>
            <p:nvPr/>
          </p:nvSpPr>
          <p:spPr>
            <a:xfrm>
              <a:off x="824400" y="3948840"/>
              <a:ext cx="14040" cy="14040"/>
            </a:xfrm>
            <a:custGeom>
              <a:avLst/>
              <a:gdLst/>
              <a:ahLst/>
              <a:rect l="l" t="t" r="r" b="b"/>
              <a:pathLst>
                <a:path w="80" h="89">
                  <a:moveTo>
                    <a:pt x="68" y="35"/>
                  </a:moveTo>
                  <a:lnTo>
                    <a:pt x="68" y="35"/>
                  </a:lnTo>
                  <a:lnTo>
                    <a:pt x="68" y="36"/>
                  </a:lnTo>
                  <a:lnTo>
                    <a:pt x="67" y="39"/>
                  </a:lnTo>
                  <a:lnTo>
                    <a:pt x="66" y="43"/>
                  </a:lnTo>
                  <a:lnTo>
                    <a:pt x="66" y="47"/>
                  </a:lnTo>
                  <a:lnTo>
                    <a:pt x="66" y="52"/>
                  </a:lnTo>
                  <a:lnTo>
                    <a:pt x="67" y="57"/>
                  </a:lnTo>
                  <a:lnTo>
                    <a:pt x="70" y="62"/>
                  </a:lnTo>
                  <a:lnTo>
                    <a:pt x="74" y="66"/>
                  </a:lnTo>
                  <a:lnTo>
                    <a:pt x="74" y="66"/>
                  </a:lnTo>
                  <a:lnTo>
                    <a:pt x="78" y="70"/>
                  </a:lnTo>
                  <a:lnTo>
                    <a:pt x="80" y="74"/>
                  </a:lnTo>
                  <a:lnTo>
                    <a:pt x="79" y="78"/>
                  </a:lnTo>
                  <a:lnTo>
                    <a:pt x="77" y="81"/>
                  </a:lnTo>
                  <a:lnTo>
                    <a:pt x="73" y="84"/>
                  </a:lnTo>
                  <a:lnTo>
                    <a:pt x="68" y="86"/>
                  </a:lnTo>
                  <a:lnTo>
                    <a:pt x="63" y="89"/>
                  </a:lnTo>
                  <a:lnTo>
                    <a:pt x="57" y="89"/>
                  </a:lnTo>
                  <a:lnTo>
                    <a:pt x="57" y="89"/>
                  </a:lnTo>
                  <a:lnTo>
                    <a:pt x="50" y="89"/>
                  </a:lnTo>
                  <a:lnTo>
                    <a:pt x="41" y="86"/>
                  </a:lnTo>
                  <a:lnTo>
                    <a:pt x="32" y="85"/>
                  </a:lnTo>
                  <a:lnTo>
                    <a:pt x="23" y="82"/>
                  </a:lnTo>
                  <a:lnTo>
                    <a:pt x="15" y="80"/>
                  </a:lnTo>
                  <a:lnTo>
                    <a:pt x="8" y="79"/>
                  </a:lnTo>
                  <a:lnTo>
                    <a:pt x="4" y="77"/>
                  </a:lnTo>
                  <a:lnTo>
                    <a:pt x="2" y="77"/>
                  </a:lnTo>
                  <a:lnTo>
                    <a:pt x="2" y="77"/>
                  </a:lnTo>
                  <a:lnTo>
                    <a:pt x="2" y="76"/>
                  </a:lnTo>
                  <a:lnTo>
                    <a:pt x="1" y="73"/>
                  </a:lnTo>
                  <a:lnTo>
                    <a:pt x="0" y="69"/>
                  </a:lnTo>
                  <a:lnTo>
                    <a:pt x="0" y="63"/>
                  </a:lnTo>
                  <a:lnTo>
                    <a:pt x="1" y="56"/>
                  </a:lnTo>
                  <a:lnTo>
                    <a:pt x="3" y="50"/>
                  </a:lnTo>
                  <a:lnTo>
                    <a:pt x="7" y="43"/>
                  </a:lnTo>
                  <a:lnTo>
                    <a:pt x="13" y="35"/>
                  </a:lnTo>
                  <a:lnTo>
                    <a:pt x="13" y="35"/>
                  </a:lnTo>
                  <a:lnTo>
                    <a:pt x="19" y="28"/>
                  </a:lnTo>
                  <a:lnTo>
                    <a:pt x="23" y="21"/>
                  </a:lnTo>
                  <a:lnTo>
                    <a:pt x="27" y="14"/>
                  </a:lnTo>
                  <a:lnTo>
                    <a:pt x="30" y="8"/>
                  </a:lnTo>
                  <a:lnTo>
                    <a:pt x="33" y="3"/>
                  </a:lnTo>
                  <a:lnTo>
                    <a:pt x="37" y="0"/>
                  </a:lnTo>
                  <a:lnTo>
                    <a:pt x="43" y="0"/>
                  </a:lnTo>
                  <a:lnTo>
                    <a:pt x="52" y="2"/>
                  </a:lnTo>
                  <a:lnTo>
                    <a:pt x="52" y="2"/>
                  </a:lnTo>
                  <a:lnTo>
                    <a:pt x="60" y="6"/>
                  </a:lnTo>
                  <a:lnTo>
                    <a:pt x="67" y="10"/>
                  </a:lnTo>
                  <a:lnTo>
                    <a:pt x="71" y="13"/>
                  </a:lnTo>
                  <a:lnTo>
                    <a:pt x="74" y="17"/>
                  </a:lnTo>
                  <a:lnTo>
                    <a:pt x="74" y="20"/>
                  </a:lnTo>
                  <a:lnTo>
                    <a:pt x="74" y="25"/>
                  </a:lnTo>
                  <a:lnTo>
                    <a:pt x="71" y="29"/>
                  </a:lnTo>
                  <a:lnTo>
                    <a:pt x="68" y="35"/>
                  </a:lnTo>
                </a:path>
              </a:pathLst>
            </a:custGeom>
            <a:noFill/>
            <a:ln w="0">
              <a:solidFill>
                <a:srgbClr val="000000"/>
              </a:solidFill>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9049" name=""/>
            <p:cNvSpPr/>
            <p:nvPr/>
          </p:nvSpPr>
          <p:spPr>
            <a:xfrm>
              <a:off x="560880" y="3904920"/>
              <a:ext cx="28440" cy="14760"/>
            </a:xfrm>
            <a:custGeom>
              <a:avLst/>
              <a:gdLst/>
              <a:ahLst/>
              <a:rect l="l" t="t" r="r" b="b"/>
              <a:pathLst>
                <a:path w="160" h="92">
                  <a:moveTo>
                    <a:pt x="120" y="0"/>
                  </a:moveTo>
                  <a:lnTo>
                    <a:pt x="120" y="4"/>
                  </a:lnTo>
                  <a:lnTo>
                    <a:pt x="120" y="13"/>
                  </a:lnTo>
                  <a:lnTo>
                    <a:pt x="115" y="20"/>
                  </a:lnTo>
                  <a:lnTo>
                    <a:pt x="105" y="21"/>
                  </a:lnTo>
                  <a:lnTo>
                    <a:pt x="96" y="21"/>
                  </a:lnTo>
                  <a:lnTo>
                    <a:pt x="94" y="26"/>
                  </a:lnTo>
                  <a:lnTo>
                    <a:pt x="96" y="32"/>
                  </a:lnTo>
                  <a:lnTo>
                    <a:pt x="97" y="35"/>
                  </a:lnTo>
                  <a:lnTo>
                    <a:pt x="96" y="39"/>
                  </a:lnTo>
                  <a:lnTo>
                    <a:pt x="93" y="48"/>
                  </a:lnTo>
                  <a:lnTo>
                    <a:pt x="88" y="56"/>
                  </a:lnTo>
                  <a:lnTo>
                    <a:pt x="80" y="60"/>
                  </a:lnTo>
                  <a:lnTo>
                    <a:pt x="75" y="59"/>
                  </a:lnTo>
                  <a:lnTo>
                    <a:pt x="68" y="55"/>
                  </a:lnTo>
                  <a:lnTo>
                    <a:pt x="63" y="53"/>
                  </a:lnTo>
                  <a:lnTo>
                    <a:pt x="58" y="50"/>
                  </a:lnTo>
                  <a:lnTo>
                    <a:pt x="53" y="49"/>
                  </a:lnTo>
                  <a:lnTo>
                    <a:pt x="49" y="49"/>
                  </a:lnTo>
                  <a:lnTo>
                    <a:pt x="46" y="50"/>
                  </a:lnTo>
                  <a:lnTo>
                    <a:pt x="44" y="54"/>
                  </a:lnTo>
                  <a:lnTo>
                    <a:pt x="40" y="60"/>
                  </a:lnTo>
                  <a:lnTo>
                    <a:pt x="32" y="66"/>
                  </a:lnTo>
                  <a:lnTo>
                    <a:pt x="22" y="71"/>
                  </a:lnTo>
                  <a:lnTo>
                    <a:pt x="11" y="76"/>
                  </a:lnTo>
                  <a:lnTo>
                    <a:pt x="4" y="81"/>
                  </a:lnTo>
                  <a:lnTo>
                    <a:pt x="0" y="85"/>
                  </a:lnTo>
                  <a:lnTo>
                    <a:pt x="3" y="89"/>
                  </a:lnTo>
                  <a:lnTo>
                    <a:pt x="15" y="91"/>
                  </a:lnTo>
                  <a:lnTo>
                    <a:pt x="31" y="92"/>
                  </a:lnTo>
                  <a:lnTo>
                    <a:pt x="42" y="91"/>
                  </a:lnTo>
                  <a:lnTo>
                    <a:pt x="50" y="90"/>
                  </a:lnTo>
                  <a:lnTo>
                    <a:pt x="57" y="87"/>
                  </a:lnTo>
                  <a:lnTo>
                    <a:pt x="63" y="85"/>
                  </a:lnTo>
                  <a:lnTo>
                    <a:pt x="70" y="83"/>
                  </a:lnTo>
                  <a:lnTo>
                    <a:pt x="76" y="82"/>
                  </a:lnTo>
                  <a:lnTo>
                    <a:pt x="83" y="82"/>
                  </a:lnTo>
                  <a:lnTo>
                    <a:pt x="91" y="83"/>
                  </a:lnTo>
                  <a:lnTo>
                    <a:pt x="97" y="84"/>
                  </a:lnTo>
                  <a:lnTo>
                    <a:pt x="103" y="85"/>
                  </a:lnTo>
                  <a:lnTo>
                    <a:pt x="108" y="86"/>
                  </a:lnTo>
                  <a:lnTo>
                    <a:pt x="111" y="87"/>
                  </a:lnTo>
                  <a:lnTo>
                    <a:pt x="114" y="87"/>
                  </a:lnTo>
                  <a:lnTo>
                    <a:pt x="115" y="88"/>
                  </a:lnTo>
                  <a:lnTo>
                    <a:pt x="116" y="88"/>
                  </a:lnTo>
                  <a:lnTo>
                    <a:pt x="120" y="88"/>
                  </a:lnTo>
                  <a:lnTo>
                    <a:pt x="128" y="85"/>
                  </a:lnTo>
                  <a:lnTo>
                    <a:pt x="137" y="77"/>
                  </a:lnTo>
                  <a:lnTo>
                    <a:pt x="142" y="63"/>
                  </a:lnTo>
                  <a:lnTo>
                    <a:pt x="143" y="54"/>
                  </a:lnTo>
                  <a:lnTo>
                    <a:pt x="142" y="47"/>
                  </a:lnTo>
                  <a:lnTo>
                    <a:pt x="142" y="43"/>
                  </a:lnTo>
                  <a:lnTo>
                    <a:pt x="141" y="39"/>
                  </a:lnTo>
                  <a:lnTo>
                    <a:pt x="142" y="36"/>
                  </a:lnTo>
                  <a:lnTo>
                    <a:pt x="144" y="33"/>
                  </a:lnTo>
                  <a:lnTo>
                    <a:pt x="148" y="30"/>
                  </a:lnTo>
                  <a:lnTo>
                    <a:pt x="155" y="26"/>
                  </a:lnTo>
                  <a:lnTo>
                    <a:pt x="160" y="22"/>
                  </a:lnTo>
                  <a:lnTo>
                    <a:pt x="159" y="17"/>
                  </a:lnTo>
                  <a:lnTo>
                    <a:pt x="154" y="13"/>
                  </a:lnTo>
                  <a:lnTo>
                    <a:pt x="146" y="9"/>
                  </a:lnTo>
                  <a:lnTo>
                    <a:pt x="137" y="5"/>
                  </a:lnTo>
                  <a:lnTo>
                    <a:pt x="129" y="2"/>
                  </a:lnTo>
                  <a:lnTo>
                    <a:pt x="122" y="1"/>
                  </a:lnTo>
                  <a:lnTo>
                    <a:pt x="120" y="0"/>
                  </a:lnTo>
                  <a:close/>
                </a:path>
              </a:pathLst>
            </a:custGeom>
            <a:solidFill>
              <a:srgbClr val="33cc66"/>
            </a:solidFill>
            <a:ln w="0">
              <a:noFill/>
            </a:ln>
          </p:spPr>
          <p:style>
            <a:lnRef idx="0"/>
            <a:fillRef idx="0"/>
            <a:effectRef idx="0"/>
            <a:fontRef idx="minor"/>
          </p:style>
          <p:txBody>
            <a:bodyPr lIns="90000" rIns="90000" tIns="-32040" bIns="-32040" anchor="t">
              <a:noAutofit/>
            </a:bodyPr>
            <a:p>
              <a:endParaRPr b="0" lang="en-US" sz="2400" spc="-1" strike="noStrike">
                <a:solidFill>
                  <a:srgbClr val="000000"/>
                </a:solidFill>
                <a:latin typeface="Times New Roman"/>
              </a:endParaRPr>
            </a:p>
          </p:txBody>
        </p:sp>
        <p:sp>
          <p:nvSpPr>
            <p:cNvPr id="9050" name=""/>
            <p:cNvSpPr/>
            <p:nvPr/>
          </p:nvSpPr>
          <p:spPr>
            <a:xfrm>
              <a:off x="560880" y="3904920"/>
              <a:ext cx="28440" cy="14760"/>
            </a:xfrm>
            <a:custGeom>
              <a:avLst/>
              <a:gdLst/>
              <a:ahLst/>
              <a:rect l="l" t="t" r="r" b="b"/>
              <a:pathLst>
                <a:path w="160" h="92">
                  <a:moveTo>
                    <a:pt x="120" y="0"/>
                  </a:moveTo>
                  <a:lnTo>
                    <a:pt x="120" y="0"/>
                  </a:lnTo>
                  <a:lnTo>
                    <a:pt x="120" y="4"/>
                  </a:lnTo>
                  <a:lnTo>
                    <a:pt x="120" y="13"/>
                  </a:lnTo>
                  <a:lnTo>
                    <a:pt x="115" y="20"/>
                  </a:lnTo>
                  <a:lnTo>
                    <a:pt x="105" y="21"/>
                  </a:lnTo>
                  <a:lnTo>
                    <a:pt x="105" y="21"/>
                  </a:lnTo>
                  <a:lnTo>
                    <a:pt x="96" y="21"/>
                  </a:lnTo>
                  <a:lnTo>
                    <a:pt x="94" y="26"/>
                  </a:lnTo>
                  <a:lnTo>
                    <a:pt x="96" y="32"/>
                  </a:lnTo>
                  <a:lnTo>
                    <a:pt x="97" y="35"/>
                  </a:lnTo>
                  <a:lnTo>
                    <a:pt x="97" y="35"/>
                  </a:lnTo>
                  <a:lnTo>
                    <a:pt x="96" y="39"/>
                  </a:lnTo>
                  <a:lnTo>
                    <a:pt x="93" y="48"/>
                  </a:lnTo>
                  <a:lnTo>
                    <a:pt x="88" y="56"/>
                  </a:lnTo>
                  <a:lnTo>
                    <a:pt x="80" y="60"/>
                  </a:lnTo>
                  <a:lnTo>
                    <a:pt x="80" y="60"/>
                  </a:lnTo>
                  <a:lnTo>
                    <a:pt x="75" y="59"/>
                  </a:lnTo>
                  <a:lnTo>
                    <a:pt x="68" y="55"/>
                  </a:lnTo>
                  <a:lnTo>
                    <a:pt x="63" y="53"/>
                  </a:lnTo>
                  <a:lnTo>
                    <a:pt x="58" y="50"/>
                  </a:lnTo>
                  <a:lnTo>
                    <a:pt x="53" y="49"/>
                  </a:lnTo>
                  <a:lnTo>
                    <a:pt x="49" y="49"/>
                  </a:lnTo>
                  <a:lnTo>
                    <a:pt x="46" y="50"/>
                  </a:lnTo>
                  <a:lnTo>
                    <a:pt x="44" y="54"/>
                  </a:lnTo>
                  <a:lnTo>
                    <a:pt x="44" y="54"/>
                  </a:lnTo>
                  <a:lnTo>
                    <a:pt x="40" y="60"/>
                  </a:lnTo>
                  <a:lnTo>
                    <a:pt x="32" y="66"/>
                  </a:lnTo>
                  <a:lnTo>
                    <a:pt x="22" y="71"/>
                  </a:lnTo>
                  <a:lnTo>
                    <a:pt x="11" y="76"/>
                  </a:lnTo>
                  <a:lnTo>
                    <a:pt x="4" y="81"/>
                  </a:lnTo>
                  <a:lnTo>
                    <a:pt x="0" y="85"/>
                  </a:lnTo>
                  <a:lnTo>
                    <a:pt x="3" y="89"/>
                  </a:lnTo>
                  <a:lnTo>
                    <a:pt x="15" y="91"/>
                  </a:lnTo>
                  <a:lnTo>
                    <a:pt x="15" y="91"/>
                  </a:lnTo>
                  <a:lnTo>
                    <a:pt x="31" y="92"/>
                  </a:lnTo>
                  <a:lnTo>
                    <a:pt x="42" y="91"/>
                  </a:lnTo>
                  <a:lnTo>
                    <a:pt x="50" y="90"/>
                  </a:lnTo>
                  <a:lnTo>
                    <a:pt x="57" y="87"/>
                  </a:lnTo>
                  <a:lnTo>
                    <a:pt x="63" y="85"/>
                  </a:lnTo>
                  <a:lnTo>
                    <a:pt x="70" y="83"/>
                  </a:lnTo>
                  <a:lnTo>
                    <a:pt x="76" y="82"/>
                  </a:lnTo>
                  <a:lnTo>
                    <a:pt x="83" y="82"/>
                  </a:lnTo>
                  <a:lnTo>
                    <a:pt x="83" y="82"/>
                  </a:lnTo>
                  <a:lnTo>
                    <a:pt x="91" y="83"/>
                  </a:lnTo>
                  <a:lnTo>
                    <a:pt x="97" y="84"/>
                  </a:lnTo>
                  <a:lnTo>
                    <a:pt x="103" y="85"/>
                  </a:lnTo>
                  <a:lnTo>
                    <a:pt x="108" y="86"/>
                  </a:lnTo>
                  <a:lnTo>
                    <a:pt x="111" y="87"/>
                  </a:lnTo>
                  <a:lnTo>
                    <a:pt x="114" y="87"/>
                  </a:lnTo>
                  <a:lnTo>
                    <a:pt x="115" y="88"/>
                  </a:lnTo>
                  <a:lnTo>
                    <a:pt x="116" y="88"/>
                  </a:lnTo>
                  <a:lnTo>
                    <a:pt x="116" y="88"/>
                  </a:lnTo>
                  <a:lnTo>
                    <a:pt x="120" y="88"/>
                  </a:lnTo>
                  <a:lnTo>
                    <a:pt x="128" y="85"/>
                  </a:lnTo>
                  <a:lnTo>
                    <a:pt x="137" y="77"/>
                  </a:lnTo>
                  <a:lnTo>
                    <a:pt x="142" y="63"/>
                  </a:lnTo>
                  <a:lnTo>
                    <a:pt x="142" y="63"/>
                  </a:lnTo>
                  <a:lnTo>
                    <a:pt x="143" y="54"/>
                  </a:lnTo>
                  <a:lnTo>
                    <a:pt x="142" y="47"/>
                  </a:lnTo>
                  <a:lnTo>
                    <a:pt x="142" y="43"/>
                  </a:lnTo>
                  <a:lnTo>
                    <a:pt x="141" y="39"/>
                  </a:lnTo>
                  <a:lnTo>
                    <a:pt x="142" y="36"/>
                  </a:lnTo>
                  <a:lnTo>
                    <a:pt x="144" y="33"/>
                  </a:lnTo>
                  <a:lnTo>
                    <a:pt x="148" y="30"/>
                  </a:lnTo>
                  <a:lnTo>
                    <a:pt x="155" y="26"/>
                  </a:lnTo>
                  <a:lnTo>
                    <a:pt x="155" y="26"/>
                  </a:lnTo>
                  <a:lnTo>
                    <a:pt x="160" y="22"/>
                  </a:lnTo>
                  <a:lnTo>
                    <a:pt x="159" y="17"/>
                  </a:lnTo>
                  <a:lnTo>
                    <a:pt x="154" y="13"/>
                  </a:lnTo>
                  <a:lnTo>
                    <a:pt x="146" y="9"/>
                  </a:lnTo>
                  <a:lnTo>
                    <a:pt x="137" y="5"/>
                  </a:lnTo>
                  <a:lnTo>
                    <a:pt x="129" y="2"/>
                  </a:lnTo>
                  <a:lnTo>
                    <a:pt x="122" y="1"/>
                  </a:lnTo>
                  <a:lnTo>
                    <a:pt x="120" y="0"/>
                  </a:lnTo>
                </a:path>
              </a:pathLst>
            </a:custGeom>
            <a:noFill/>
            <a:ln w="0">
              <a:solidFill>
                <a:srgbClr val="000000"/>
              </a:solidFill>
            </a:ln>
          </p:spPr>
          <p:style>
            <a:lnRef idx="0"/>
            <a:fillRef idx="0"/>
            <a:effectRef idx="0"/>
            <a:fontRef idx="minor"/>
          </p:style>
          <p:txBody>
            <a:bodyPr lIns="90000" rIns="90000" tIns="-32040" bIns="-32040" anchor="t">
              <a:noAutofit/>
            </a:bodyPr>
            <a:p>
              <a:endParaRPr b="0" lang="en-US" sz="2400" spc="-1" strike="noStrike">
                <a:solidFill>
                  <a:srgbClr val="000000"/>
                </a:solidFill>
                <a:latin typeface="Times New Roman"/>
              </a:endParaRPr>
            </a:p>
          </p:txBody>
        </p:sp>
        <p:sp>
          <p:nvSpPr>
            <p:cNvPr id="9051" name=""/>
            <p:cNvSpPr/>
            <p:nvPr/>
          </p:nvSpPr>
          <p:spPr>
            <a:xfrm>
              <a:off x="625320" y="4035600"/>
              <a:ext cx="5400" cy="7560"/>
            </a:xfrm>
            <a:custGeom>
              <a:avLst/>
              <a:gdLst/>
              <a:ahLst/>
              <a:rect l="l" t="t" r="r" b="b"/>
              <a:pathLst>
                <a:path w="34" h="48">
                  <a:moveTo>
                    <a:pt x="29" y="48"/>
                  </a:moveTo>
                  <a:lnTo>
                    <a:pt x="30" y="48"/>
                  </a:lnTo>
                  <a:lnTo>
                    <a:pt x="32" y="45"/>
                  </a:lnTo>
                  <a:lnTo>
                    <a:pt x="33" y="39"/>
                  </a:lnTo>
                  <a:lnTo>
                    <a:pt x="34" y="26"/>
                  </a:lnTo>
                  <a:lnTo>
                    <a:pt x="34" y="18"/>
                  </a:lnTo>
                  <a:lnTo>
                    <a:pt x="33" y="12"/>
                  </a:lnTo>
                  <a:lnTo>
                    <a:pt x="32" y="7"/>
                  </a:lnTo>
                  <a:lnTo>
                    <a:pt x="30" y="2"/>
                  </a:lnTo>
                  <a:lnTo>
                    <a:pt x="27" y="0"/>
                  </a:lnTo>
                  <a:lnTo>
                    <a:pt x="24" y="0"/>
                  </a:lnTo>
                  <a:lnTo>
                    <a:pt x="20" y="2"/>
                  </a:lnTo>
                  <a:lnTo>
                    <a:pt x="15" y="7"/>
                  </a:lnTo>
                  <a:lnTo>
                    <a:pt x="9" y="12"/>
                  </a:lnTo>
                  <a:lnTo>
                    <a:pt x="6" y="17"/>
                  </a:lnTo>
                  <a:lnTo>
                    <a:pt x="3" y="22"/>
                  </a:lnTo>
                  <a:lnTo>
                    <a:pt x="2" y="27"/>
                  </a:lnTo>
                  <a:lnTo>
                    <a:pt x="1" y="31"/>
                  </a:lnTo>
                  <a:lnTo>
                    <a:pt x="0" y="34"/>
                  </a:lnTo>
                  <a:lnTo>
                    <a:pt x="0" y="36"/>
                  </a:lnTo>
                  <a:lnTo>
                    <a:pt x="0" y="37"/>
                  </a:lnTo>
                  <a:lnTo>
                    <a:pt x="29" y="48"/>
                  </a:lnTo>
                  <a:close/>
                </a:path>
              </a:pathLst>
            </a:custGeom>
            <a:solidFill>
              <a:srgbClr val="33cc66"/>
            </a:solidFill>
            <a:ln w="0">
              <a:no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9052" name=""/>
            <p:cNvSpPr/>
            <p:nvPr/>
          </p:nvSpPr>
          <p:spPr>
            <a:xfrm>
              <a:off x="625320" y="4035600"/>
              <a:ext cx="5400" cy="7560"/>
            </a:xfrm>
            <a:custGeom>
              <a:avLst/>
              <a:gdLst/>
              <a:ahLst/>
              <a:rect l="l" t="t" r="r" b="b"/>
              <a:pathLst>
                <a:path w="34" h="48">
                  <a:moveTo>
                    <a:pt x="29" y="48"/>
                  </a:moveTo>
                  <a:lnTo>
                    <a:pt x="29" y="48"/>
                  </a:lnTo>
                  <a:lnTo>
                    <a:pt x="30" y="48"/>
                  </a:lnTo>
                  <a:lnTo>
                    <a:pt x="32" y="45"/>
                  </a:lnTo>
                  <a:lnTo>
                    <a:pt x="33" y="39"/>
                  </a:lnTo>
                  <a:lnTo>
                    <a:pt x="34" y="26"/>
                  </a:lnTo>
                  <a:lnTo>
                    <a:pt x="34" y="26"/>
                  </a:lnTo>
                  <a:lnTo>
                    <a:pt x="34" y="18"/>
                  </a:lnTo>
                  <a:lnTo>
                    <a:pt x="33" y="12"/>
                  </a:lnTo>
                  <a:lnTo>
                    <a:pt x="32" y="7"/>
                  </a:lnTo>
                  <a:lnTo>
                    <a:pt x="30" y="2"/>
                  </a:lnTo>
                  <a:lnTo>
                    <a:pt x="27" y="0"/>
                  </a:lnTo>
                  <a:lnTo>
                    <a:pt x="24" y="0"/>
                  </a:lnTo>
                  <a:lnTo>
                    <a:pt x="20" y="2"/>
                  </a:lnTo>
                  <a:lnTo>
                    <a:pt x="15" y="7"/>
                  </a:lnTo>
                  <a:lnTo>
                    <a:pt x="15" y="7"/>
                  </a:lnTo>
                  <a:lnTo>
                    <a:pt x="9" y="12"/>
                  </a:lnTo>
                  <a:lnTo>
                    <a:pt x="6" y="17"/>
                  </a:lnTo>
                  <a:lnTo>
                    <a:pt x="3" y="22"/>
                  </a:lnTo>
                  <a:lnTo>
                    <a:pt x="2" y="27"/>
                  </a:lnTo>
                  <a:lnTo>
                    <a:pt x="1" y="31"/>
                  </a:lnTo>
                  <a:lnTo>
                    <a:pt x="0" y="34"/>
                  </a:lnTo>
                  <a:lnTo>
                    <a:pt x="0" y="36"/>
                  </a:lnTo>
                  <a:lnTo>
                    <a:pt x="0" y="37"/>
                  </a:lnTo>
                  <a:lnTo>
                    <a:pt x="29" y="48"/>
                  </a:lnTo>
                </a:path>
              </a:pathLst>
            </a:custGeom>
            <a:noFill/>
            <a:ln w="0">
              <a:solidFill>
                <a:srgbClr val="000000"/>
              </a:solidFill>
            </a:ln>
          </p:spPr>
          <p:style>
            <a:lnRef idx="0"/>
            <a:fillRef idx="0"/>
            <a:effectRef idx="0"/>
            <a:fontRef idx="minor"/>
          </p:style>
          <p:txBody>
            <a:bodyPr lIns="90000" rIns="90000" tIns="-39240" bIns="-39240" anchor="t">
              <a:noAutofit/>
            </a:bodyPr>
            <a:p>
              <a:endParaRPr b="0" lang="en-US" sz="2400" spc="-1" strike="noStrike">
                <a:solidFill>
                  <a:srgbClr val="000000"/>
                </a:solidFill>
                <a:latin typeface="Times New Roman"/>
              </a:endParaRPr>
            </a:p>
          </p:txBody>
        </p:sp>
        <p:sp>
          <p:nvSpPr>
            <p:cNvPr id="9053" name=""/>
            <p:cNvSpPr/>
            <p:nvPr/>
          </p:nvSpPr>
          <p:spPr>
            <a:xfrm>
              <a:off x="590400" y="3284640"/>
              <a:ext cx="232560" cy="254520"/>
            </a:xfrm>
            <a:custGeom>
              <a:avLst/>
              <a:gdLst/>
              <a:ahLst/>
              <a:rect l="l" t="t" r="r" b="b"/>
              <a:pathLst>
                <a:path w="1296" h="1572">
                  <a:moveTo>
                    <a:pt x="902" y="1550"/>
                  </a:moveTo>
                  <a:lnTo>
                    <a:pt x="896" y="1553"/>
                  </a:lnTo>
                  <a:lnTo>
                    <a:pt x="890" y="1557"/>
                  </a:lnTo>
                  <a:lnTo>
                    <a:pt x="884" y="1560"/>
                  </a:lnTo>
                  <a:lnTo>
                    <a:pt x="878" y="1564"/>
                  </a:lnTo>
                  <a:lnTo>
                    <a:pt x="869" y="1569"/>
                  </a:lnTo>
                  <a:lnTo>
                    <a:pt x="861" y="1572"/>
                  </a:lnTo>
                  <a:lnTo>
                    <a:pt x="854" y="1572"/>
                  </a:lnTo>
                  <a:lnTo>
                    <a:pt x="849" y="1571"/>
                  </a:lnTo>
                  <a:lnTo>
                    <a:pt x="846" y="1569"/>
                  </a:lnTo>
                  <a:lnTo>
                    <a:pt x="843" y="1567"/>
                  </a:lnTo>
                  <a:lnTo>
                    <a:pt x="841" y="1565"/>
                  </a:lnTo>
                  <a:lnTo>
                    <a:pt x="841" y="1564"/>
                  </a:lnTo>
                  <a:lnTo>
                    <a:pt x="839" y="1562"/>
                  </a:lnTo>
                  <a:lnTo>
                    <a:pt x="834" y="1556"/>
                  </a:lnTo>
                  <a:lnTo>
                    <a:pt x="827" y="1548"/>
                  </a:lnTo>
                  <a:lnTo>
                    <a:pt x="817" y="1539"/>
                  </a:lnTo>
                  <a:lnTo>
                    <a:pt x="803" y="1531"/>
                  </a:lnTo>
                  <a:lnTo>
                    <a:pt x="789" y="1525"/>
                  </a:lnTo>
                  <a:lnTo>
                    <a:pt x="774" y="1522"/>
                  </a:lnTo>
                  <a:lnTo>
                    <a:pt x="758" y="1526"/>
                  </a:lnTo>
                  <a:lnTo>
                    <a:pt x="742" y="1531"/>
                  </a:lnTo>
                  <a:lnTo>
                    <a:pt x="728" y="1535"/>
                  </a:lnTo>
                  <a:lnTo>
                    <a:pt x="717" y="1538"/>
                  </a:lnTo>
                  <a:lnTo>
                    <a:pt x="708" y="1540"/>
                  </a:lnTo>
                  <a:lnTo>
                    <a:pt x="699" y="1541"/>
                  </a:lnTo>
                  <a:lnTo>
                    <a:pt x="694" y="1542"/>
                  </a:lnTo>
                  <a:lnTo>
                    <a:pt x="691" y="1542"/>
                  </a:lnTo>
                  <a:lnTo>
                    <a:pt x="690" y="1542"/>
                  </a:lnTo>
                  <a:lnTo>
                    <a:pt x="689" y="1541"/>
                  </a:lnTo>
                  <a:lnTo>
                    <a:pt x="687" y="1539"/>
                  </a:lnTo>
                  <a:lnTo>
                    <a:pt x="683" y="1535"/>
                  </a:lnTo>
                  <a:lnTo>
                    <a:pt x="677" y="1531"/>
                  </a:lnTo>
                  <a:lnTo>
                    <a:pt x="671" y="1527"/>
                  </a:lnTo>
                  <a:lnTo>
                    <a:pt x="664" y="1522"/>
                  </a:lnTo>
                  <a:lnTo>
                    <a:pt x="656" y="1520"/>
                  </a:lnTo>
                  <a:lnTo>
                    <a:pt x="647" y="1519"/>
                  </a:lnTo>
                  <a:lnTo>
                    <a:pt x="639" y="1519"/>
                  </a:lnTo>
                  <a:lnTo>
                    <a:pt x="630" y="1520"/>
                  </a:lnTo>
                  <a:lnTo>
                    <a:pt x="621" y="1522"/>
                  </a:lnTo>
                  <a:lnTo>
                    <a:pt x="612" y="1523"/>
                  </a:lnTo>
                  <a:lnTo>
                    <a:pt x="602" y="1526"/>
                  </a:lnTo>
                  <a:lnTo>
                    <a:pt x="594" y="1528"/>
                  </a:lnTo>
                  <a:lnTo>
                    <a:pt x="587" y="1530"/>
                  </a:lnTo>
                  <a:lnTo>
                    <a:pt x="580" y="1532"/>
                  </a:lnTo>
                  <a:lnTo>
                    <a:pt x="577" y="1532"/>
                  </a:lnTo>
                  <a:lnTo>
                    <a:pt x="573" y="1532"/>
                  </a:lnTo>
                  <a:lnTo>
                    <a:pt x="568" y="1532"/>
                  </a:lnTo>
                  <a:lnTo>
                    <a:pt x="563" y="1533"/>
                  </a:lnTo>
                  <a:lnTo>
                    <a:pt x="557" y="1533"/>
                  </a:lnTo>
                  <a:lnTo>
                    <a:pt x="549" y="1534"/>
                  </a:lnTo>
                  <a:lnTo>
                    <a:pt x="543" y="1534"/>
                  </a:lnTo>
                  <a:lnTo>
                    <a:pt x="536" y="1535"/>
                  </a:lnTo>
                  <a:lnTo>
                    <a:pt x="537" y="1533"/>
                  </a:lnTo>
                  <a:lnTo>
                    <a:pt x="538" y="1531"/>
                  </a:lnTo>
                  <a:lnTo>
                    <a:pt x="540" y="1530"/>
                  </a:lnTo>
                  <a:lnTo>
                    <a:pt x="543" y="1529"/>
                  </a:lnTo>
                  <a:lnTo>
                    <a:pt x="548" y="1529"/>
                  </a:lnTo>
                  <a:lnTo>
                    <a:pt x="551" y="1529"/>
                  </a:lnTo>
                  <a:lnTo>
                    <a:pt x="551" y="1529"/>
                  </a:lnTo>
                  <a:lnTo>
                    <a:pt x="550" y="1529"/>
                  </a:lnTo>
                  <a:lnTo>
                    <a:pt x="546" y="1530"/>
                  </a:lnTo>
                  <a:lnTo>
                    <a:pt x="541" y="1530"/>
                  </a:lnTo>
                  <a:lnTo>
                    <a:pt x="535" y="1529"/>
                  </a:lnTo>
                  <a:lnTo>
                    <a:pt x="527" y="1527"/>
                  </a:lnTo>
                  <a:lnTo>
                    <a:pt x="519" y="1525"/>
                  </a:lnTo>
                  <a:lnTo>
                    <a:pt x="511" y="1525"/>
                  </a:lnTo>
                  <a:lnTo>
                    <a:pt x="503" y="1523"/>
                  </a:lnTo>
                  <a:lnTo>
                    <a:pt x="497" y="1523"/>
                  </a:lnTo>
                  <a:lnTo>
                    <a:pt x="491" y="1522"/>
                  </a:lnTo>
                  <a:lnTo>
                    <a:pt x="487" y="1521"/>
                  </a:lnTo>
                  <a:lnTo>
                    <a:pt x="484" y="1517"/>
                  </a:lnTo>
                  <a:lnTo>
                    <a:pt x="482" y="1512"/>
                  </a:lnTo>
                  <a:lnTo>
                    <a:pt x="480" y="1506"/>
                  </a:lnTo>
                  <a:lnTo>
                    <a:pt x="478" y="1502"/>
                  </a:lnTo>
                  <a:lnTo>
                    <a:pt x="475" y="1499"/>
                  </a:lnTo>
                  <a:lnTo>
                    <a:pt x="471" y="1496"/>
                  </a:lnTo>
                  <a:lnTo>
                    <a:pt x="467" y="1493"/>
                  </a:lnTo>
                  <a:lnTo>
                    <a:pt x="464" y="1490"/>
                  </a:lnTo>
                  <a:lnTo>
                    <a:pt x="462" y="1486"/>
                  </a:lnTo>
                  <a:lnTo>
                    <a:pt x="460" y="1481"/>
                  </a:lnTo>
                  <a:lnTo>
                    <a:pt x="458" y="1475"/>
                  </a:lnTo>
                  <a:lnTo>
                    <a:pt x="455" y="1468"/>
                  </a:lnTo>
                  <a:lnTo>
                    <a:pt x="453" y="1463"/>
                  </a:lnTo>
                  <a:lnTo>
                    <a:pt x="451" y="1458"/>
                  </a:lnTo>
                  <a:lnTo>
                    <a:pt x="449" y="1453"/>
                  </a:lnTo>
                  <a:lnTo>
                    <a:pt x="449" y="1448"/>
                  </a:lnTo>
                  <a:lnTo>
                    <a:pt x="450" y="1443"/>
                  </a:lnTo>
                  <a:lnTo>
                    <a:pt x="454" y="1439"/>
                  </a:lnTo>
                  <a:lnTo>
                    <a:pt x="461" y="1433"/>
                  </a:lnTo>
                  <a:lnTo>
                    <a:pt x="460" y="1428"/>
                  </a:lnTo>
                  <a:lnTo>
                    <a:pt x="452" y="1421"/>
                  </a:lnTo>
                  <a:lnTo>
                    <a:pt x="443" y="1411"/>
                  </a:lnTo>
                  <a:lnTo>
                    <a:pt x="437" y="1401"/>
                  </a:lnTo>
                  <a:lnTo>
                    <a:pt x="435" y="1396"/>
                  </a:lnTo>
                  <a:lnTo>
                    <a:pt x="432" y="1399"/>
                  </a:lnTo>
                  <a:lnTo>
                    <a:pt x="423" y="1411"/>
                  </a:lnTo>
                  <a:lnTo>
                    <a:pt x="416" y="1418"/>
                  </a:lnTo>
                  <a:lnTo>
                    <a:pt x="411" y="1422"/>
                  </a:lnTo>
                  <a:lnTo>
                    <a:pt x="405" y="1424"/>
                  </a:lnTo>
                  <a:lnTo>
                    <a:pt x="401" y="1422"/>
                  </a:lnTo>
                  <a:lnTo>
                    <a:pt x="398" y="1418"/>
                  </a:lnTo>
                  <a:lnTo>
                    <a:pt x="395" y="1413"/>
                  </a:lnTo>
                  <a:lnTo>
                    <a:pt x="393" y="1406"/>
                  </a:lnTo>
                  <a:lnTo>
                    <a:pt x="392" y="1397"/>
                  </a:lnTo>
                  <a:lnTo>
                    <a:pt x="391" y="1388"/>
                  </a:lnTo>
                  <a:lnTo>
                    <a:pt x="390" y="1379"/>
                  </a:lnTo>
                  <a:lnTo>
                    <a:pt x="390" y="1371"/>
                  </a:lnTo>
                  <a:lnTo>
                    <a:pt x="391" y="1363"/>
                  </a:lnTo>
                  <a:lnTo>
                    <a:pt x="393" y="1357"/>
                  </a:lnTo>
                  <a:lnTo>
                    <a:pt x="395" y="1351"/>
                  </a:lnTo>
                  <a:lnTo>
                    <a:pt x="398" y="1345"/>
                  </a:lnTo>
                  <a:lnTo>
                    <a:pt x="403" y="1341"/>
                  </a:lnTo>
                  <a:lnTo>
                    <a:pt x="407" y="1337"/>
                  </a:lnTo>
                  <a:lnTo>
                    <a:pt x="407" y="1333"/>
                  </a:lnTo>
                  <a:lnTo>
                    <a:pt x="404" y="1329"/>
                  </a:lnTo>
                  <a:lnTo>
                    <a:pt x="400" y="1325"/>
                  </a:lnTo>
                  <a:lnTo>
                    <a:pt x="398" y="1318"/>
                  </a:lnTo>
                  <a:lnTo>
                    <a:pt x="397" y="1310"/>
                  </a:lnTo>
                  <a:lnTo>
                    <a:pt x="399" y="1300"/>
                  </a:lnTo>
                  <a:lnTo>
                    <a:pt x="407" y="1287"/>
                  </a:lnTo>
                  <a:lnTo>
                    <a:pt x="416" y="1276"/>
                  </a:lnTo>
                  <a:lnTo>
                    <a:pt x="422" y="1268"/>
                  </a:lnTo>
                  <a:lnTo>
                    <a:pt x="427" y="1265"/>
                  </a:lnTo>
                  <a:lnTo>
                    <a:pt x="428" y="1265"/>
                  </a:lnTo>
                  <a:lnTo>
                    <a:pt x="426" y="1266"/>
                  </a:lnTo>
                  <a:lnTo>
                    <a:pt x="419" y="1268"/>
                  </a:lnTo>
                  <a:lnTo>
                    <a:pt x="407" y="1270"/>
                  </a:lnTo>
                  <a:lnTo>
                    <a:pt x="389" y="1270"/>
                  </a:lnTo>
                  <a:lnTo>
                    <a:pt x="371" y="1271"/>
                  </a:lnTo>
                  <a:lnTo>
                    <a:pt x="358" y="1276"/>
                  </a:lnTo>
                  <a:lnTo>
                    <a:pt x="348" y="1282"/>
                  </a:lnTo>
                  <a:lnTo>
                    <a:pt x="341" y="1288"/>
                  </a:lnTo>
                  <a:lnTo>
                    <a:pt x="336" y="1292"/>
                  </a:lnTo>
                  <a:lnTo>
                    <a:pt x="333" y="1294"/>
                  </a:lnTo>
                  <a:lnTo>
                    <a:pt x="329" y="1291"/>
                  </a:lnTo>
                  <a:lnTo>
                    <a:pt x="325" y="1282"/>
                  </a:lnTo>
                  <a:lnTo>
                    <a:pt x="321" y="1270"/>
                  </a:lnTo>
                  <a:lnTo>
                    <a:pt x="317" y="1263"/>
                  </a:lnTo>
                  <a:lnTo>
                    <a:pt x="313" y="1257"/>
                  </a:lnTo>
                  <a:lnTo>
                    <a:pt x="310" y="1253"/>
                  </a:lnTo>
                  <a:lnTo>
                    <a:pt x="305" y="1250"/>
                  </a:lnTo>
                  <a:lnTo>
                    <a:pt x="301" y="1248"/>
                  </a:lnTo>
                  <a:lnTo>
                    <a:pt x="296" y="1245"/>
                  </a:lnTo>
                  <a:lnTo>
                    <a:pt x="291" y="1242"/>
                  </a:lnTo>
                  <a:lnTo>
                    <a:pt x="286" y="1238"/>
                  </a:lnTo>
                  <a:lnTo>
                    <a:pt x="283" y="1235"/>
                  </a:lnTo>
                  <a:lnTo>
                    <a:pt x="281" y="1232"/>
                  </a:lnTo>
                  <a:lnTo>
                    <a:pt x="282" y="1229"/>
                  </a:lnTo>
                  <a:lnTo>
                    <a:pt x="284" y="1225"/>
                  </a:lnTo>
                  <a:lnTo>
                    <a:pt x="289" y="1219"/>
                  </a:lnTo>
                  <a:lnTo>
                    <a:pt x="296" y="1213"/>
                  </a:lnTo>
                  <a:lnTo>
                    <a:pt x="305" y="1205"/>
                  </a:lnTo>
                  <a:lnTo>
                    <a:pt x="314" y="1198"/>
                  </a:lnTo>
                  <a:lnTo>
                    <a:pt x="319" y="1194"/>
                  </a:lnTo>
                  <a:lnTo>
                    <a:pt x="320" y="1192"/>
                  </a:lnTo>
                  <a:lnTo>
                    <a:pt x="320" y="1190"/>
                  </a:lnTo>
                  <a:lnTo>
                    <a:pt x="318" y="1189"/>
                  </a:lnTo>
                  <a:lnTo>
                    <a:pt x="317" y="1185"/>
                  </a:lnTo>
                  <a:lnTo>
                    <a:pt x="316" y="1178"/>
                  </a:lnTo>
                  <a:lnTo>
                    <a:pt x="317" y="1166"/>
                  </a:lnTo>
                  <a:lnTo>
                    <a:pt x="320" y="1155"/>
                  </a:lnTo>
                  <a:lnTo>
                    <a:pt x="323" y="1148"/>
                  </a:lnTo>
                  <a:lnTo>
                    <a:pt x="328" y="1145"/>
                  </a:lnTo>
                  <a:lnTo>
                    <a:pt x="333" y="1143"/>
                  </a:lnTo>
                  <a:lnTo>
                    <a:pt x="340" y="1143"/>
                  </a:lnTo>
                  <a:lnTo>
                    <a:pt x="347" y="1143"/>
                  </a:lnTo>
                  <a:lnTo>
                    <a:pt x="357" y="1141"/>
                  </a:lnTo>
                  <a:lnTo>
                    <a:pt x="367" y="1138"/>
                  </a:lnTo>
                  <a:lnTo>
                    <a:pt x="376" y="1132"/>
                  </a:lnTo>
                  <a:lnTo>
                    <a:pt x="382" y="1124"/>
                  </a:lnTo>
                  <a:lnTo>
                    <a:pt x="386" y="1115"/>
                  </a:lnTo>
                  <a:lnTo>
                    <a:pt x="388" y="1106"/>
                  </a:lnTo>
                  <a:lnTo>
                    <a:pt x="388" y="1098"/>
                  </a:lnTo>
                  <a:lnTo>
                    <a:pt x="388" y="1091"/>
                  </a:lnTo>
                  <a:lnTo>
                    <a:pt x="387" y="1087"/>
                  </a:lnTo>
                  <a:lnTo>
                    <a:pt x="387" y="1085"/>
                  </a:lnTo>
                  <a:lnTo>
                    <a:pt x="386" y="1083"/>
                  </a:lnTo>
                  <a:lnTo>
                    <a:pt x="383" y="1079"/>
                  </a:lnTo>
                  <a:lnTo>
                    <a:pt x="378" y="1072"/>
                  </a:lnTo>
                  <a:lnTo>
                    <a:pt x="371" y="1063"/>
                  </a:lnTo>
                  <a:lnTo>
                    <a:pt x="364" y="1055"/>
                  </a:lnTo>
                  <a:lnTo>
                    <a:pt x="357" y="1048"/>
                  </a:lnTo>
                  <a:lnTo>
                    <a:pt x="349" y="1041"/>
                  </a:lnTo>
                  <a:lnTo>
                    <a:pt x="342" y="1037"/>
                  </a:lnTo>
                  <a:lnTo>
                    <a:pt x="336" y="1032"/>
                  </a:lnTo>
                  <a:lnTo>
                    <a:pt x="332" y="1023"/>
                  </a:lnTo>
                  <a:lnTo>
                    <a:pt x="329" y="1012"/>
                  </a:lnTo>
                  <a:lnTo>
                    <a:pt x="327" y="1000"/>
                  </a:lnTo>
                  <a:lnTo>
                    <a:pt x="326" y="989"/>
                  </a:lnTo>
                  <a:lnTo>
                    <a:pt x="325" y="979"/>
                  </a:lnTo>
                  <a:lnTo>
                    <a:pt x="325" y="973"/>
                  </a:lnTo>
                  <a:lnTo>
                    <a:pt x="325" y="969"/>
                  </a:lnTo>
                  <a:lnTo>
                    <a:pt x="324" y="969"/>
                  </a:lnTo>
                  <a:lnTo>
                    <a:pt x="322" y="968"/>
                  </a:lnTo>
                  <a:lnTo>
                    <a:pt x="319" y="966"/>
                  </a:lnTo>
                  <a:lnTo>
                    <a:pt x="315" y="964"/>
                  </a:lnTo>
                  <a:lnTo>
                    <a:pt x="309" y="961"/>
                  </a:lnTo>
                  <a:lnTo>
                    <a:pt x="303" y="958"/>
                  </a:lnTo>
                  <a:lnTo>
                    <a:pt x="297" y="954"/>
                  </a:lnTo>
                  <a:lnTo>
                    <a:pt x="291" y="950"/>
                  </a:lnTo>
                  <a:lnTo>
                    <a:pt x="284" y="946"/>
                  </a:lnTo>
                  <a:lnTo>
                    <a:pt x="277" y="941"/>
                  </a:lnTo>
                  <a:lnTo>
                    <a:pt x="268" y="935"/>
                  </a:lnTo>
                  <a:lnTo>
                    <a:pt x="261" y="930"/>
                  </a:lnTo>
                  <a:lnTo>
                    <a:pt x="253" y="924"/>
                  </a:lnTo>
                  <a:lnTo>
                    <a:pt x="248" y="917"/>
                  </a:lnTo>
                  <a:lnTo>
                    <a:pt x="246" y="912"/>
                  </a:lnTo>
                  <a:lnTo>
                    <a:pt x="246" y="907"/>
                  </a:lnTo>
                  <a:lnTo>
                    <a:pt x="248" y="902"/>
                  </a:lnTo>
                  <a:lnTo>
                    <a:pt x="251" y="898"/>
                  </a:lnTo>
                  <a:lnTo>
                    <a:pt x="254" y="894"/>
                  </a:lnTo>
                  <a:lnTo>
                    <a:pt x="256" y="889"/>
                  </a:lnTo>
                  <a:lnTo>
                    <a:pt x="260" y="883"/>
                  </a:lnTo>
                  <a:lnTo>
                    <a:pt x="263" y="876"/>
                  </a:lnTo>
                  <a:lnTo>
                    <a:pt x="265" y="867"/>
                  </a:lnTo>
                  <a:lnTo>
                    <a:pt x="267" y="857"/>
                  </a:lnTo>
                  <a:lnTo>
                    <a:pt x="269" y="846"/>
                  </a:lnTo>
                  <a:lnTo>
                    <a:pt x="269" y="837"/>
                  </a:lnTo>
                  <a:lnTo>
                    <a:pt x="270" y="829"/>
                  </a:lnTo>
                  <a:lnTo>
                    <a:pt x="270" y="822"/>
                  </a:lnTo>
                  <a:lnTo>
                    <a:pt x="270" y="816"/>
                  </a:lnTo>
                  <a:lnTo>
                    <a:pt x="269" y="812"/>
                  </a:lnTo>
                  <a:lnTo>
                    <a:pt x="269" y="810"/>
                  </a:lnTo>
                  <a:lnTo>
                    <a:pt x="269" y="809"/>
                  </a:lnTo>
                  <a:lnTo>
                    <a:pt x="269" y="808"/>
                  </a:lnTo>
                  <a:lnTo>
                    <a:pt x="270" y="804"/>
                  </a:lnTo>
                  <a:lnTo>
                    <a:pt x="271" y="798"/>
                  </a:lnTo>
                  <a:lnTo>
                    <a:pt x="271" y="792"/>
                  </a:lnTo>
                  <a:lnTo>
                    <a:pt x="271" y="785"/>
                  </a:lnTo>
                  <a:lnTo>
                    <a:pt x="269" y="778"/>
                  </a:lnTo>
                  <a:lnTo>
                    <a:pt x="266" y="772"/>
                  </a:lnTo>
                  <a:lnTo>
                    <a:pt x="261" y="767"/>
                  </a:lnTo>
                  <a:lnTo>
                    <a:pt x="255" y="765"/>
                  </a:lnTo>
                  <a:lnTo>
                    <a:pt x="250" y="765"/>
                  </a:lnTo>
                  <a:lnTo>
                    <a:pt x="246" y="765"/>
                  </a:lnTo>
                  <a:lnTo>
                    <a:pt x="242" y="764"/>
                  </a:lnTo>
                  <a:lnTo>
                    <a:pt x="237" y="760"/>
                  </a:lnTo>
                  <a:lnTo>
                    <a:pt x="231" y="753"/>
                  </a:lnTo>
                  <a:lnTo>
                    <a:pt x="223" y="740"/>
                  </a:lnTo>
                  <a:lnTo>
                    <a:pt x="214" y="720"/>
                  </a:lnTo>
                  <a:lnTo>
                    <a:pt x="205" y="699"/>
                  </a:lnTo>
                  <a:lnTo>
                    <a:pt x="200" y="684"/>
                  </a:lnTo>
                  <a:lnTo>
                    <a:pt x="199" y="676"/>
                  </a:lnTo>
                  <a:lnTo>
                    <a:pt x="198" y="673"/>
                  </a:lnTo>
                  <a:lnTo>
                    <a:pt x="198" y="675"/>
                  </a:lnTo>
                  <a:lnTo>
                    <a:pt x="197" y="681"/>
                  </a:lnTo>
                  <a:lnTo>
                    <a:pt x="194" y="691"/>
                  </a:lnTo>
                  <a:lnTo>
                    <a:pt x="188" y="705"/>
                  </a:lnTo>
                  <a:lnTo>
                    <a:pt x="180" y="720"/>
                  </a:lnTo>
                  <a:lnTo>
                    <a:pt x="172" y="732"/>
                  </a:lnTo>
                  <a:lnTo>
                    <a:pt x="165" y="740"/>
                  </a:lnTo>
                  <a:lnTo>
                    <a:pt x="159" y="747"/>
                  </a:lnTo>
                  <a:lnTo>
                    <a:pt x="152" y="751"/>
                  </a:lnTo>
                  <a:lnTo>
                    <a:pt x="146" y="752"/>
                  </a:lnTo>
                  <a:lnTo>
                    <a:pt x="141" y="751"/>
                  </a:lnTo>
                  <a:lnTo>
                    <a:pt x="137" y="747"/>
                  </a:lnTo>
                  <a:lnTo>
                    <a:pt x="133" y="741"/>
                  </a:lnTo>
                  <a:lnTo>
                    <a:pt x="130" y="732"/>
                  </a:lnTo>
                  <a:lnTo>
                    <a:pt x="126" y="724"/>
                  </a:lnTo>
                  <a:lnTo>
                    <a:pt x="123" y="716"/>
                  </a:lnTo>
                  <a:lnTo>
                    <a:pt x="119" y="712"/>
                  </a:lnTo>
                  <a:lnTo>
                    <a:pt x="114" y="714"/>
                  </a:lnTo>
                  <a:lnTo>
                    <a:pt x="109" y="724"/>
                  </a:lnTo>
                  <a:lnTo>
                    <a:pt x="101" y="742"/>
                  </a:lnTo>
                  <a:lnTo>
                    <a:pt x="92" y="759"/>
                  </a:lnTo>
                  <a:lnTo>
                    <a:pt x="82" y="766"/>
                  </a:lnTo>
                  <a:lnTo>
                    <a:pt x="70" y="764"/>
                  </a:lnTo>
                  <a:lnTo>
                    <a:pt x="58" y="758"/>
                  </a:lnTo>
                  <a:lnTo>
                    <a:pt x="46" y="749"/>
                  </a:lnTo>
                  <a:lnTo>
                    <a:pt x="37" y="739"/>
                  </a:lnTo>
                  <a:lnTo>
                    <a:pt x="30" y="731"/>
                  </a:lnTo>
                  <a:lnTo>
                    <a:pt x="28" y="728"/>
                  </a:lnTo>
                  <a:lnTo>
                    <a:pt x="27" y="727"/>
                  </a:lnTo>
                  <a:lnTo>
                    <a:pt x="25" y="723"/>
                  </a:lnTo>
                  <a:lnTo>
                    <a:pt x="23" y="717"/>
                  </a:lnTo>
                  <a:lnTo>
                    <a:pt x="21" y="712"/>
                  </a:lnTo>
                  <a:lnTo>
                    <a:pt x="19" y="706"/>
                  </a:lnTo>
                  <a:lnTo>
                    <a:pt x="20" y="700"/>
                  </a:lnTo>
                  <a:lnTo>
                    <a:pt x="22" y="696"/>
                  </a:lnTo>
                  <a:lnTo>
                    <a:pt x="28" y="694"/>
                  </a:lnTo>
                  <a:lnTo>
                    <a:pt x="35" y="691"/>
                  </a:lnTo>
                  <a:lnTo>
                    <a:pt x="43" y="686"/>
                  </a:lnTo>
                  <a:lnTo>
                    <a:pt x="49" y="678"/>
                  </a:lnTo>
                  <a:lnTo>
                    <a:pt x="54" y="668"/>
                  </a:lnTo>
                  <a:lnTo>
                    <a:pt x="58" y="658"/>
                  </a:lnTo>
                  <a:lnTo>
                    <a:pt x="58" y="648"/>
                  </a:lnTo>
                  <a:lnTo>
                    <a:pt x="55" y="638"/>
                  </a:lnTo>
                  <a:lnTo>
                    <a:pt x="50" y="630"/>
                  </a:lnTo>
                  <a:lnTo>
                    <a:pt x="44" y="623"/>
                  </a:lnTo>
                  <a:lnTo>
                    <a:pt x="39" y="618"/>
                  </a:lnTo>
                  <a:lnTo>
                    <a:pt x="35" y="614"/>
                  </a:lnTo>
                  <a:lnTo>
                    <a:pt x="32" y="610"/>
                  </a:lnTo>
                  <a:lnTo>
                    <a:pt x="30" y="607"/>
                  </a:lnTo>
                  <a:lnTo>
                    <a:pt x="29" y="603"/>
                  </a:lnTo>
                  <a:lnTo>
                    <a:pt x="28" y="597"/>
                  </a:lnTo>
                  <a:lnTo>
                    <a:pt x="28" y="590"/>
                  </a:lnTo>
                  <a:lnTo>
                    <a:pt x="28" y="582"/>
                  </a:lnTo>
                  <a:lnTo>
                    <a:pt x="27" y="576"/>
                  </a:lnTo>
                  <a:lnTo>
                    <a:pt x="26" y="571"/>
                  </a:lnTo>
                  <a:lnTo>
                    <a:pt x="26" y="564"/>
                  </a:lnTo>
                  <a:lnTo>
                    <a:pt x="26" y="559"/>
                  </a:lnTo>
                  <a:lnTo>
                    <a:pt x="27" y="554"/>
                  </a:lnTo>
                  <a:lnTo>
                    <a:pt x="30" y="548"/>
                  </a:lnTo>
                  <a:lnTo>
                    <a:pt x="34" y="540"/>
                  </a:lnTo>
                  <a:lnTo>
                    <a:pt x="39" y="532"/>
                  </a:lnTo>
                  <a:lnTo>
                    <a:pt x="45" y="524"/>
                  </a:lnTo>
                  <a:lnTo>
                    <a:pt x="51" y="516"/>
                  </a:lnTo>
                  <a:lnTo>
                    <a:pt x="56" y="510"/>
                  </a:lnTo>
                  <a:lnTo>
                    <a:pt x="61" y="504"/>
                  </a:lnTo>
                  <a:lnTo>
                    <a:pt x="65" y="500"/>
                  </a:lnTo>
                  <a:lnTo>
                    <a:pt x="67" y="498"/>
                  </a:lnTo>
                  <a:lnTo>
                    <a:pt x="68" y="497"/>
                  </a:lnTo>
                  <a:lnTo>
                    <a:pt x="69" y="497"/>
                  </a:lnTo>
                  <a:lnTo>
                    <a:pt x="72" y="499"/>
                  </a:lnTo>
                  <a:lnTo>
                    <a:pt x="75" y="501"/>
                  </a:lnTo>
                  <a:lnTo>
                    <a:pt x="80" y="504"/>
                  </a:lnTo>
                  <a:lnTo>
                    <a:pt x="85" y="509"/>
                  </a:lnTo>
                  <a:lnTo>
                    <a:pt x="90" y="514"/>
                  </a:lnTo>
                  <a:lnTo>
                    <a:pt x="94" y="522"/>
                  </a:lnTo>
                  <a:lnTo>
                    <a:pt x="98" y="531"/>
                  </a:lnTo>
                  <a:lnTo>
                    <a:pt x="102" y="539"/>
                  </a:lnTo>
                  <a:lnTo>
                    <a:pt x="109" y="544"/>
                  </a:lnTo>
                  <a:lnTo>
                    <a:pt x="116" y="548"/>
                  </a:lnTo>
                  <a:lnTo>
                    <a:pt x="124" y="550"/>
                  </a:lnTo>
                  <a:lnTo>
                    <a:pt x="132" y="550"/>
                  </a:lnTo>
                  <a:lnTo>
                    <a:pt x="140" y="551"/>
                  </a:lnTo>
                  <a:lnTo>
                    <a:pt x="147" y="551"/>
                  </a:lnTo>
                  <a:lnTo>
                    <a:pt x="154" y="551"/>
                  </a:lnTo>
                  <a:lnTo>
                    <a:pt x="161" y="553"/>
                  </a:lnTo>
                  <a:lnTo>
                    <a:pt x="166" y="557"/>
                  </a:lnTo>
                  <a:lnTo>
                    <a:pt x="170" y="562"/>
                  </a:lnTo>
                  <a:lnTo>
                    <a:pt x="173" y="570"/>
                  </a:lnTo>
                  <a:lnTo>
                    <a:pt x="176" y="579"/>
                  </a:lnTo>
                  <a:lnTo>
                    <a:pt x="179" y="589"/>
                  </a:lnTo>
                  <a:lnTo>
                    <a:pt x="181" y="600"/>
                  </a:lnTo>
                  <a:lnTo>
                    <a:pt x="182" y="612"/>
                  </a:lnTo>
                  <a:lnTo>
                    <a:pt x="183" y="622"/>
                  </a:lnTo>
                  <a:lnTo>
                    <a:pt x="185" y="626"/>
                  </a:lnTo>
                  <a:lnTo>
                    <a:pt x="186" y="625"/>
                  </a:lnTo>
                  <a:lnTo>
                    <a:pt x="188" y="621"/>
                  </a:lnTo>
                  <a:lnTo>
                    <a:pt x="189" y="613"/>
                  </a:lnTo>
                  <a:lnTo>
                    <a:pt x="190" y="605"/>
                  </a:lnTo>
                  <a:lnTo>
                    <a:pt x="191" y="596"/>
                  </a:lnTo>
                  <a:lnTo>
                    <a:pt x="191" y="587"/>
                  </a:lnTo>
                  <a:lnTo>
                    <a:pt x="191" y="580"/>
                  </a:lnTo>
                  <a:lnTo>
                    <a:pt x="193" y="574"/>
                  </a:lnTo>
                  <a:lnTo>
                    <a:pt x="195" y="570"/>
                  </a:lnTo>
                  <a:lnTo>
                    <a:pt x="198" y="567"/>
                  </a:lnTo>
                  <a:lnTo>
                    <a:pt x="202" y="567"/>
                  </a:lnTo>
                  <a:lnTo>
                    <a:pt x="208" y="570"/>
                  </a:lnTo>
                  <a:lnTo>
                    <a:pt x="214" y="574"/>
                  </a:lnTo>
                  <a:lnTo>
                    <a:pt x="222" y="579"/>
                  </a:lnTo>
                  <a:lnTo>
                    <a:pt x="230" y="583"/>
                  </a:lnTo>
                  <a:lnTo>
                    <a:pt x="239" y="582"/>
                  </a:lnTo>
                  <a:lnTo>
                    <a:pt x="247" y="579"/>
                  </a:lnTo>
                  <a:lnTo>
                    <a:pt x="255" y="575"/>
                  </a:lnTo>
                  <a:lnTo>
                    <a:pt x="264" y="571"/>
                  </a:lnTo>
                  <a:lnTo>
                    <a:pt x="271" y="570"/>
                  </a:lnTo>
                  <a:lnTo>
                    <a:pt x="277" y="572"/>
                  </a:lnTo>
                  <a:lnTo>
                    <a:pt x="283" y="579"/>
                  </a:lnTo>
                  <a:lnTo>
                    <a:pt x="287" y="589"/>
                  </a:lnTo>
                  <a:lnTo>
                    <a:pt x="291" y="599"/>
                  </a:lnTo>
                  <a:lnTo>
                    <a:pt x="293" y="608"/>
                  </a:lnTo>
                  <a:lnTo>
                    <a:pt x="295" y="617"/>
                  </a:lnTo>
                  <a:lnTo>
                    <a:pt x="298" y="626"/>
                  </a:lnTo>
                  <a:lnTo>
                    <a:pt x="301" y="634"/>
                  </a:lnTo>
                  <a:lnTo>
                    <a:pt x="307" y="640"/>
                  </a:lnTo>
                  <a:lnTo>
                    <a:pt x="314" y="646"/>
                  </a:lnTo>
                  <a:lnTo>
                    <a:pt x="322" y="652"/>
                  </a:lnTo>
                  <a:lnTo>
                    <a:pt x="328" y="658"/>
                  </a:lnTo>
                  <a:lnTo>
                    <a:pt x="334" y="664"/>
                  </a:lnTo>
                  <a:lnTo>
                    <a:pt x="339" y="670"/>
                  </a:lnTo>
                  <a:lnTo>
                    <a:pt x="342" y="675"/>
                  </a:lnTo>
                  <a:lnTo>
                    <a:pt x="345" y="679"/>
                  </a:lnTo>
                  <a:lnTo>
                    <a:pt x="346" y="682"/>
                  </a:lnTo>
                  <a:lnTo>
                    <a:pt x="347" y="683"/>
                  </a:lnTo>
                  <a:lnTo>
                    <a:pt x="346" y="681"/>
                  </a:lnTo>
                  <a:lnTo>
                    <a:pt x="342" y="677"/>
                  </a:lnTo>
                  <a:lnTo>
                    <a:pt x="337" y="668"/>
                  </a:lnTo>
                  <a:lnTo>
                    <a:pt x="331" y="657"/>
                  </a:lnTo>
                  <a:lnTo>
                    <a:pt x="324" y="645"/>
                  </a:lnTo>
                  <a:lnTo>
                    <a:pt x="319" y="630"/>
                  </a:lnTo>
                  <a:lnTo>
                    <a:pt x="314" y="612"/>
                  </a:lnTo>
                  <a:lnTo>
                    <a:pt x="312" y="593"/>
                  </a:lnTo>
                  <a:lnTo>
                    <a:pt x="311" y="576"/>
                  </a:lnTo>
                  <a:lnTo>
                    <a:pt x="310" y="561"/>
                  </a:lnTo>
                  <a:lnTo>
                    <a:pt x="308" y="551"/>
                  </a:lnTo>
                  <a:lnTo>
                    <a:pt x="304" y="545"/>
                  </a:lnTo>
                  <a:lnTo>
                    <a:pt x="299" y="541"/>
                  </a:lnTo>
                  <a:lnTo>
                    <a:pt x="293" y="540"/>
                  </a:lnTo>
                  <a:lnTo>
                    <a:pt x="284" y="542"/>
                  </a:lnTo>
                  <a:lnTo>
                    <a:pt x="272" y="545"/>
                  </a:lnTo>
                  <a:lnTo>
                    <a:pt x="258" y="548"/>
                  </a:lnTo>
                  <a:lnTo>
                    <a:pt x="244" y="548"/>
                  </a:lnTo>
                  <a:lnTo>
                    <a:pt x="231" y="547"/>
                  </a:lnTo>
                  <a:lnTo>
                    <a:pt x="219" y="544"/>
                  </a:lnTo>
                  <a:lnTo>
                    <a:pt x="206" y="540"/>
                  </a:lnTo>
                  <a:lnTo>
                    <a:pt x="196" y="535"/>
                  </a:lnTo>
                  <a:lnTo>
                    <a:pt x="187" y="529"/>
                  </a:lnTo>
                  <a:lnTo>
                    <a:pt x="180" y="523"/>
                  </a:lnTo>
                  <a:lnTo>
                    <a:pt x="172" y="517"/>
                  </a:lnTo>
                  <a:lnTo>
                    <a:pt x="163" y="514"/>
                  </a:lnTo>
                  <a:lnTo>
                    <a:pt x="150" y="512"/>
                  </a:lnTo>
                  <a:lnTo>
                    <a:pt x="138" y="511"/>
                  </a:lnTo>
                  <a:lnTo>
                    <a:pt x="126" y="509"/>
                  </a:lnTo>
                  <a:lnTo>
                    <a:pt x="114" y="507"/>
                  </a:lnTo>
                  <a:lnTo>
                    <a:pt x="102" y="502"/>
                  </a:lnTo>
                  <a:lnTo>
                    <a:pt x="93" y="495"/>
                  </a:lnTo>
                  <a:lnTo>
                    <a:pt x="86" y="487"/>
                  </a:lnTo>
                  <a:lnTo>
                    <a:pt x="81" y="479"/>
                  </a:lnTo>
                  <a:lnTo>
                    <a:pt x="78" y="472"/>
                  </a:lnTo>
                  <a:lnTo>
                    <a:pt x="76" y="464"/>
                  </a:lnTo>
                  <a:lnTo>
                    <a:pt x="76" y="459"/>
                  </a:lnTo>
                  <a:lnTo>
                    <a:pt x="76" y="455"/>
                  </a:lnTo>
                  <a:lnTo>
                    <a:pt x="76" y="453"/>
                  </a:lnTo>
                  <a:lnTo>
                    <a:pt x="76" y="452"/>
                  </a:lnTo>
                  <a:lnTo>
                    <a:pt x="76" y="452"/>
                  </a:lnTo>
                  <a:lnTo>
                    <a:pt x="75" y="451"/>
                  </a:lnTo>
                  <a:lnTo>
                    <a:pt x="74" y="449"/>
                  </a:lnTo>
                  <a:lnTo>
                    <a:pt x="72" y="448"/>
                  </a:lnTo>
                  <a:lnTo>
                    <a:pt x="68" y="446"/>
                  </a:lnTo>
                  <a:lnTo>
                    <a:pt x="62" y="444"/>
                  </a:lnTo>
                  <a:lnTo>
                    <a:pt x="53" y="442"/>
                  </a:lnTo>
                  <a:lnTo>
                    <a:pt x="42" y="441"/>
                  </a:lnTo>
                  <a:lnTo>
                    <a:pt x="32" y="440"/>
                  </a:lnTo>
                  <a:lnTo>
                    <a:pt x="26" y="437"/>
                  </a:lnTo>
                  <a:lnTo>
                    <a:pt x="22" y="435"/>
                  </a:lnTo>
                  <a:lnTo>
                    <a:pt x="20" y="434"/>
                  </a:lnTo>
                  <a:lnTo>
                    <a:pt x="18" y="435"/>
                  </a:lnTo>
                  <a:lnTo>
                    <a:pt x="15" y="438"/>
                  </a:lnTo>
                  <a:lnTo>
                    <a:pt x="10" y="444"/>
                  </a:lnTo>
                  <a:lnTo>
                    <a:pt x="0" y="455"/>
                  </a:lnTo>
                  <a:lnTo>
                    <a:pt x="3" y="442"/>
                  </a:lnTo>
                  <a:lnTo>
                    <a:pt x="5" y="432"/>
                  </a:lnTo>
                  <a:lnTo>
                    <a:pt x="5" y="424"/>
                  </a:lnTo>
                  <a:lnTo>
                    <a:pt x="5" y="417"/>
                  </a:lnTo>
                  <a:lnTo>
                    <a:pt x="4" y="413"/>
                  </a:lnTo>
                  <a:lnTo>
                    <a:pt x="4" y="410"/>
                  </a:lnTo>
                  <a:lnTo>
                    <a:pt x="5" y="408"/>
                  </a:lnTo>
                  <a:lnTo>
                    <a:pt x="8" y="407"/>
                  </a:lnTo>
                  <a:lnTo>
                    <a:pt x="12" y="404"/>
                  </a:lnTo>
                  <a:lnTo>
                    <a:pt x="17" y="397"/>
                  </a:lnTo>
                  <a:lnTo>
                    <a:pt x="23" y="389"/>
                  </a:lnTo>
                  <a:lnTo>
                    <a:pt x="28" y="379"/>
                  </a:lnTo>
                  <a:lnTo>
                    <a:pt x="33" y="368"/>
                  </a:lnTo>
                  <a:lnTo>
                    <a:pt x="36" y="357"/>
                  </a:lnTo>
                  <a:lnTo>
                    <a:pt x="39" y="349"/>
                  </a:lnTo>
                  <a:lnTo>
                    <a:pt x="40" y="342"/>
                  </a:lnTo>
                  <a:lnTo>
                    <a:pt x="41" y="335"/>
                  </a:lnTo>
                  <a:lnTo>
                    <a:pt x="45" y="324"/>
                  </a:lnTo>
                  <a:lnTo>
                    <a:pt x="49" y="311"/>
                  </a:lnTo>
                  <a:lnTo>
                    <a:pt x="55" y="298"/>
                  </a:lnTo>
                  <a:lnTo>
                    <a:pt x="62" y="285"/>
                  </a:lnTo>
                  <a:lnTo>
                    <a:pt x="66" y="275"/>
                  </a:lnTo>
                  <a:lnTo>
                    <a:pt x="70" y="268"/>
                  </a:lnTo>
                  <a:lnTo>
                    <a:pt x="71" y="264"/>
                  </a:lnTo>
                  <a:lnTo>
                    <a:pt x="73" y="263"/>
                  </a:lnTo>
                  <a:lnTo>
                    <a:pt x="79" y="260"/>
                  </a:lnTo>
                  <a:lnTo>
                    <a:pt x="87" y="255"/>
                  </a:lnTo>
                  <a:lnTo>
                    <a:pt x="97" y="249"/>
                  </a:lnTo>
                  <a:lnTo>
                    <a:pt x="108" y="242"/>
                  </a:lnTo>
                  <a:lnTo>
                    <a:pt x="119" y="235"/>
                  </a:lnTo>
                  <a:lnTo>
                    <a:pt x="129" y="228"/>
                  </a:lnTo>
                  <a:lnTo>
                    <a:pt x="138" y="222"/>
                  </a:lnTo>
                  <a:lnTo>
                    <a:pt x="144" y="213"/>
                  </a:lnTo>
                  <a:lnTo>
                    <a:pt x="148" y="203"/>
                  </a:lnTo>
                  <a:lnTo>
                    <a:pt x="152" y="191"/>
                  </a:lnTo>
                  <a:lnTo>
                    <a:pt x="155" y="179"/>
                  </a:lnTo>
                  <a:lnTo>
                    <a:pt x="159" y="168"/>
                  </a:lnTo>
                  <a:lnTo>
                    <a:pt x="162" y="156"/>
                  </a:lnTo>
                  <a:lnTo>
                    <a:pt x="166" y="147"/>
                  </a:lnTo>
                  <a:lnTo>
                    <a:pt x="171" y="140"/>
                  </a:lnTo>
                  <a:lnTo>
                    <a:pt x="177" y="136"/>
                  </a:lnTo>
                  <a:lnTo>
                    <a:pt x="185" y="133"/>
                  </a:lnTo>
                  <a:lnTo>
                    <a:pt x="192" y="130"/>
                  </a:lnTo>
                  <a:lnTo>
                    <a:pt x="200" y="129"/>
                  </a:lnTo>
                  <a:lnTo>
                    <a:pt x="208" y="127"/>
                  </a:lnTo>
                  <a:lnTo>
                    <a:pt x="215" y="125"/>
                  </a:lnTo>
                  <a:lnTo>
                    <a:pt x="221" y="121"/>
                  </a:lnTo>
                  <a:lnTo>
                    <a:pt x="226" y="115"/>
                  </a:lnTo>
                  <a:lnTo>
                    <a:pt x="230" y="109"/>
                  </a:lnTo>
                  <a:lnTo>
                    <a:pt x="236" y="102"/>
                  </a:lnTo>
                  <a:lnTo>
                    <a:pt x="242" y="96"/>
                  </a:lnTo>
                  <a:lnTo>
                    <a:pt x="249" y="90"/>
                  </a:lnTo>
                  <a:lnTo>
                    <a:pt x="258" y="85"/>
                  </a:lnTo>
                  <a:lnTo>
                    <a:pt x="266" y="82"/>
                  </a:lnTo>
                  <a:lnTo>
                    <a:pt x="273" y="80"/>
                  </a:lnTo>
                  <a:lnTo>
                    <a:pt x="281" y="81"/>
                  </a:lnTo>
                  <a:lnTo>
                    <a:pt x="288" y="83"/>
                  </a:lnTo>
                  <a:lnTo>
                    <a:pt x="296" y="85"/>
                  </a:lnTo>
                  <a:lnTo>
                    <a:pt x="304" y="86"/>
                  </a:lnTo>
                  <a:lnTo>
                    <a:pt x="314" y="86"/>
                  </a:lnTo>
                  <a:lnTo>
                    <a:pt x="323" y="85"/>
                  </a:lnTo>
                  <a:lnTo>
                    <a:pt x="331" y="83"/>
                  </a:lnTo>
                  <a:lnTo>
                    <a:pt x="339" y="78"/>
                  </a:lnTo>
                  <a:lnTo>
                    <a:pt x="346" y="71"/>
                  </a:lnTo>
                  <a:lnTo>
                    <a:pt x="353" y="63"/>
                  </a:lnTo>
                  <a:lnTo>
                    <a:pt x="361" y="57"/>
                  </a:lnTo>
                  <a:lnTo>
                    <a:pt x="370" y="53"/>
                  </a:lnTo>
                  <a:lnTo>
                    <a:pt x="378" y="50"/>
                  </a:lnTo>
                  <a:lnTo>
                    <a:pt x="387" y="49"/>
                  </a:lnTo>
                  <a:lnTo>
                    <a:pt x="396" y="50"/>
                  </a:lnTo>
                  <a:lnTo>
                    <a:pt x="404" y="52"/>
                  </a:lnTo>
                  <a:lnTo>
                    <a:pt x="412" y="56"/>
                  </a:lnTo>
                  <a:lnTo>
                    <a:pt x="420" y="59"/>
                  </a:lnTo>
                  <a:lnTo>
                    <a:pt x="428" y="60"/>
                  </a:lnTo>
                  <a:lnTo>
                    <a:pt x="437" y="60"/>
                  </a:lnTo>
                  <a:lnTo>
                    <a:pt x="446" y="59"/>
                  </a:lnTo>
                  <a:lnTo>
                    <a:pt x="455" y="57"/>
                  </a:lnTo>
                  <a:lnTo>
                    <a:pt x="464" y="55"/>
                  </a:lnTo>
                  <a:lnTo>
                    <a:pt x="471" y="52"/>
                  </a:lnTo>
                  <a:lnTo>
                    <a:pt x="477" y="50"/>
                  </a:lnTo>
                  <a:lnTo>
                    <a:pt x="480" y="48"/>
                  </a:lnTo>
                  <a:lnTo>
                    <a:pt x="483" y="44"/>
                  </a:lnTo>
                  <a:lnTo>
                    <a:pt x="486" y="39"/>
                  </a:lnTo>
                  <a:lnTo>
                    <a:pt x="490" y="33"/>
                  </a:lnTo>
                  <a:lnTo>
                    <a:pt x="495" y="26"/>
                  </a:lnTo>
                  <a:lnTo>
                    <a:pt x="499" y="18"/>
                  </a:lnTo>
                  <a:lnTo>
                    <a:pt x="503" y="9"/>
                  </a:lnTo>
                  <a:lnTo>
                    <a:pt x="509" y="0"/>
                  </a:lnTo>
                  <a:lnTo>
                    <a:pt x="513" y="6"/>
                  </a:lnTo>
                  <a:lnTo>
                    <a:pt x="517" y="11"/>
                  </a:lnTo>
                  <a:lnTo>
                    <a:pt x="523" y="16"/>
                  </a:lnTo>
                  <a:lnTo>
                    <a:pt x="530" y="20"/>
                  </a:lnTo>
                  <a:lnTo>
                    <a:pt x="547" y="26"/>
                  </a:lnTo>
                  <a:lnTo>
                    <a:pt x="565" y="28"/>
                  </a:lnTo>
                  <a:lnTo>
                    <a:pt x="581" y="28"/>
                  </a:lnTo>
                  <a:lnTo>
                    <a:pt x="597" y="27"/>
                  </a:lnTo>
                  <a:lnTo>
                    <a:pt x="613" y="28"/>
                  </a:lnTo>
                  <a:lnTo>
                    <a:pt x="627" y="31"/>
                  </a:lnTo>
                  <a:lnTo>
                    <a:pt x="639" y="38"/>
                  </a:lnTo>
                  <a:lnTo>
                    <a:pt x="648" y="50"/>
                  </a:lnTo>
                  <a:lnTo>
                    <a:pt x="657" y="63"/>
                  </a:lnTo>
                  <a:lnTo>
                    <a:pt x="666" y="73"/>
                  </a:lnTo>
                  <a:lnTo>
                    <a:pt x="676" y="79"/>
                  </a:lnTo>
                  <a:lnTo>
                    <a:pt x="687" y="81"/>
                  </a:lnTo>
                  <a:lnTo>
                    <a:pt x="698" y="81"/>
                  </a:lnTo>
                  <a:lnTo>
                    <a:pt x="711" y="80"/>
                  </a:lnTo>
                  <a:lnTo>
                    <a:pt x="725" y="77"/>
                  </a:lnTo>
                  <a:lnTo>
                    <a:pt x="740" y="75"/>
                  </a:lnTo>
                  <a:lnTo>
                    <a:pt x="756" y="74"/>
                  </a:lnTo>
                  <a:lnTo>
                    <a:pt x="769" y="75"/>
                  </a:lnTo>
                  <a:lnTo>
                    <a:pt x="781" y="76"/>
                  </a:lnTo>
                  <a:lnTo>
                    <a:pt x="791" y="79"/>
                  </a:lnTo>
                  <a:lnTo>
                    <a:pt x="798" y="84"/>
                  </a:lnTo>
                  <a:lnTo>
                    <a:pt x="803" y="90"/>
                  </a:lnTo>
                  <a:lnTo>
                    <a:pt x="807" y="97"/>
                  </a:lnTo>
                  <a:lnTo>
                    <a:pt x="808" y="105"/>
                  </a:lnTo>
                  <a:lnTo>
                    <a:pt x="807" y="115"/>
                  </a:lnTo>
                  <a:lnTo>
                    <a:pt x="806" y="126"/>
                  </a:lnTo>
                  <a:lnTo>
                    <a:pt x="804" y="135"/>
                  </a:lnTo>
                  <a:lnTo>
                    <a:pt x="806" y="144"/>
                  </a:lnTo>
                  <a:lnTo>
                    <a:pt x="808" y="151"/>
                  </a:lnTo>
                  <a:lnTo>
                    <a:pt x="813" y="155"/>
                  </a:lnTo>
                  <a:lnTo>
                    <a:pt x="821" y="157"/>
                  </a:lnTo>
                  <a:lnTo>
                    <a:pt x="832" y="156"/>
                  </a:lnTo>
                  <a:lnTo>
                    <a:pt x="844" y="153"/>
                  </a:lnTo>
                  <a:lnTo>
                    <a:pt x="854" y="151"/>
                  </a:lnTo>
                  <a:lnTo>
                    <a:pt x="863" y="149"/>
                  </a:lnTo>
                  <a:lnTo>
                    <a:pt x="870" y="149"/>
                  </a:lnTo>
                  <a:lnTo>
                    <a:pt x="877" y="150"/>
                  </a:lnTo>
                  <a:lnTo>
                    <a:pt x="883" y="154"/>
                  </a:lnTo>
                  <a:lnTo>
                    <a:pt x="889" y="160"/>
                  </a:lnTo>
                  <a:lnTo>
                    <a:pt x="897" y="171"/>
                  </a:lnTo>
                  <a:lnTo>
                    <a:pt x="904" y="182"/>
                  </a:lnTo>
                  <a:lnTo>
                    <a:pt x="911" y="192"/>
                  </a:lnTo>
                  <a:lnTo>
                    <a:pt x="916" y="201"/>
                  </a:lnTo>
                  <a:lnTo>
                    <a:pt x="921" y="209"/>
                  </a:lnTo>
                  <a:lnTo>
                    <a:pt x="926" y="215"/>
                  </a:lnTo>
                  <a:lnTo>
                    <a:pt x="931" y="220"/>
                  </a:lnTo>
                  <a:lnTo>
                    <a:pt x="939" y="222"/>
                  </a:lnTo>
                  <a:lnTo>
                    <a:pt x="948" y="222"/>
                  </a:lnTo>
                  <a:lnTo>
                    <a:pt x="958" y="219"/>
                  </a:lnTo>
                  <a:lnTo>
                    <a:pt x="966" y="214"/>
                  </a:lnTo>
                  <a:lnTo>
                    <a:pt x="973" y="210"/>
                  </a:lnTo>
                  <a:lnTo>
                    <a:pt x="980" y="208"/>
                  </a:lnTo>
                  <a:lnTo>
                    <a:pt x="986" y="208"/>
                  </a:lnTo>
                  <a:lnTo>
                    <a:pt x="992" y="212"/>
                  </a:lnTo>
                  <a:lnTo>
                    <a:pt x="998" y="221"/>
                  </a:lnTo>
                  <a:lnTo>
                    <a:pt x="1006" y="236"/>
                  </a:lnTo>
                  <a:lnTo>
                    <a:pt x="1012" y="252"/>
                  </a:lnTo>
                  <a:lnTo>
                    <a:pt x="1016" y="264"/>
                  </a:lnTo>
                  <a:lnTo>
                    <a:pt x="1019" y="276"/>
                  </a:lnTo>
                  <a:lnTo>
                    <a:pt x="1021" y="284"/>
                  </a:lnTo>
                  <a:lnTo>
                    <a:pt x="1025" y="292"/>
                  </a:lnTo>
                  <a:lnTo>
                    <a:pt x="1030" y="300"/>
                  </a:lnTo>
                  <a:lnTo>
                    <a:pt x="1038" y="308"/>
                  </a:lnTo>
                  <a:lnTo>
                    <a:pt x="1050" y="318"/>
                  </a:lnTo>
                  <a:lnTo>
                    <a:pt x="1064" y="327"/>
                  </a:lnTo>
                  <a:lnTo>
                    <a:pt x="1076" y="336"/>
                  </a:lnTo>
                  <a:lnTo>
                    <a:pt x="1087" y="345"/>
                  </a:lnTo>
                  <a:lnTo>
                    <a:pt x="1096" y="355"/>
                  </a:lnTo>
                  <a:lnTo>
                    <a:pt x="1103" y="366"/>
                  </a:lnTo>
                  <a:lnTo>
                    <a:pt x="1110" y="381"/>
                  </a:lnTo>
                  <a:lnTo>
                    <a:pt x="1114" y="396"/>
                  </a:lnTo>
                  <a:lnTo>
                    <a:pt x="1116" y="415"/>
                  </a:lnTo>
                  <a:lnTo>
                    <a:pt x="1118" y="436"/>
                  </a:lnTo>
                  <a:lnTo>
                    <a:pt x="1121" y="455"/>
                  </a:lnTo>
                  <a:lnTo>
                    <a:pt x="1124" y="474"/>
                  </a:lnTo>
                  <a:lnTo>
                    <a:pt x="1128" y="491"/>
                  </a:lnTo>
                  <a:lnTo>
                    <a:pt x="1129" y="506"/>
                  </a:lnTo>
                  <a:lnTo>
                    <a:pt x="1129" y="520"/>
                  </a:lnTo>
                  <a:lnTo>
                    <a:pt x="1125" y="529"/>
                  </a:lnTo>
                  <a:lnTo>
                    <a:pt x="1118" y="534"/>
                  </a:lnTo>
                  <a:lnTo>
                    <a:pt x="1109" y="538"/>
                  </a:lnTo>
                  <a:lnTo>
                    <a:pt x="1100" y="543"/>
                  </a:lnTo>
                  <a:lnTo>
                    <a:pt x="1093" y="549"/>
                  </a:lnTo>
                  <a:lnTo>
                    <a:pt x="1088" y="556"/>
                  </a:lnTo>
                  <a:lnTo>
                    <a:pt x="1085" y="564"/>
                  </a:lnTo>
                  <a:lnTo>
                    <a:pt x="1085" y="575"/>
                  </a:lnTo>
                  <a:lnTo>
                    <a:pt x="1088" y="585"/>
                  </a:lnTo>
                  <a:lnTo>
                    <a:pt x="1095" y="597"/>
                  </a:lnTo>
                  <a:lnTo>
                    <a:pt x="1102" y="611"/>
                  </a:lnTo>
                  <a:lnTo>
                    <a:pt x="1106" y="626"/>
                  </a:lnTo>
                  <a:lnTo>
                    <a:pt x="1103" y="641"/>
                  </a:lnTo>
                  <a:lnTo>
                    <a:pt x="1099" y="655"/>
                  </a:lnTo>
                  <a:lnTo>
                    <a:pt x="1093" y="668"/>
                  </a:lnTo>
                  <a:lnTo>
                    <a:pt x="1086" y="679"/>
                  </a:lnTo>
                  <a:lnTo>
                    <a:pt x="1079" y="686"/>
                  </a:lnTo>
                  <a:lnTo>
                    <a:pt x="1073" y="689"/>
                  </a:lnTo>
                  <a:lnTo>
                    <a:pt x="1068" y="692"/>
                  </a:lnTo>
                  <a:lnTo>
                    <a:pt x="1064" y="700"/>
                  </a:lnTo>
                  <a:lnTo>
                    <a:pt x="1061" y="710"/>
                  </a:lnTo>
                  <a:lnTo>
                    <a:pt x="1061" y="721"/>
                  </a:lnTo>
                  <a:lnTo>
                    <a:pt x="1064" y="732"/>
                  </a:lnTo>
                  <a:lnTo>
                    <a:pt x="1071" y="740"/>
                  </a:lnTo>
                  <a:lnTo>
                    <a:pt x="1083" y="745"/>
                  </a:lnTo>
                  <a:lnTo>
                    <a:pt x="1101" y="744"/>
                  </a:lnTo>
                  <a:lnTo>
                    <a:pt x="1121" y="740"/>
                  </a:lnTo>
                  <a:lnTo>
                    <a:pt x="1136" y="735"/>
                  </a:lnTo>
                  <a:lnTo>
                    <a:pt x="1150" y="729"/>
                  </a:lnTo>
                  <a:lnTo>
                    <a:pt x="1163" y="723"/>
                  </a:lnTo>
                  <a:lnTo>
                    <a:pt x="1174" y="718"/>
                  </a:lnTo>
                  <a:lnTo>
                    <a:pt x="1185" y="716"/>
                  </a:lnTo>
                  <a:lnTo>
                    <a:pt x="1196" y="716"/>
                  </a:lnTo>
                  <a:lnTo>
                    <a:pt x="1210" y="722"/>
                  </a:lnTo>
                  <a:lnTo>
                    <a:pt x="1223" y="729"/>
                  </a:lnTo>
                  <a:lnTo>
                    <a:pt x="1236" y="736"/>
                  </a:lnTo>
                  <a:lnTo>
                    <a:pt x="1248" y="742"/>
                  </a:lnTo>
                  <a:lnTo>
                    <a:pt x="1260" y="749"/>
                  </a:lnTo>
                  <a:lnTo>
                    <a:pt x="1268" y="755"/>
                  </a:lnTo>
                  <a:lnTo>
                    <a:pt x="1274" y="763"/>
                  </a:lnTo>
                  <a:lnTo>
                    <a:pt x="1277" y="772"/>
                  </a:lnTo>
                  <a:lnTo>
                    <a:pt x="1277" y="781"/>
                  </a:lnTo>
                  <a:lnTo>
                    <a:pt x="1277" y="792"/>
                  </a:lnTo>
                  <a:lnTo>
                    <a:pt x="1279" y="806"/>
                  </a:lnTo>
                  <a:lnTo>
                    <a:pt x="1283" y="823"/>
                  </a:lnTo>
                  <a:lnTo>
                    <a:pt x="1288" y="841"/>
                  </a:lnTo>
                  <a:lnTo>
                    <a:pt x="1292" y="859"/>
                  </a:lnTo>
                  <a:lnTo>
                    <a:pt x="1295" y="877"/>
                  </a:lnTo>
                  <a:lnTo>
                    <a:pt x="1296" y="892"/>
                  </a:lnTo>
                  <a:lnTo>
                    <a:pt x="1295" y="905"/>
                  </a:lnTo>
                  <a:lnTo>
                    <a:pt x="1291" y="917"/>
                  </a:lnTo>
                  <a:lnTo>
                    <a:pt x="1285" y="933"/>
                  </a:lnTo>
                  <a:lnTo>
                    <a:pt x="1278" y="949"/>
                  </a:lnTo>
                  <a:lnTo>
                    <a:pt x="1272" y="965"/>
                  </a:lnTo>
                  <a:lnTo>
                    <a:pt x="1266" y="982"/>
                  </a:lnTo>
                  <a:lnTo>
                    <a:pt x="1263" y="998"/>
                  </a:lnTo>
                  <a:lnTo>
                    <a:pt x="1262" y="1013"/>
                  </a:lnTo>
                  <a:lnTo>
                    <a:pt x="1265" y="1026"/>
                  </a:lnTo>
                  <a:lnTo>
                    <a:pt x="1267" y="1036"/>
                  </a:lnTo>
                  <a:lnTo>
                    <a:pt x="1266" y="1049"/>
                  </a:lnTo>
                  <a:lnTo>
                    <a:pt x="1264" y="1062"/>
                  </a:lnTo>
                  <a:lnTo>
                    <a:pt x="1262" y="1078"/>
                  </a:lnTo>
                  <a:lnTo>
                    <a:pt x="1260" y="1092"/>
                  </a:lnTo>
                  <a:lnTo>
                    <a:pt x="1259" y="1106"/>
                  </a:lnTo>
                  <a:lnTo>
                    <a:pt x="1261" y="1119"/>
                  </a:lnTo>
                  <a:lnTo>
                    <a:pt x="1267" y="1131"/>
                  </a:lnTo>
                  <a:lnTo>
                    <a:pt x="1263" y="1137"/>
                  </a:lnTo>
                  <a:lnTo>
                    <a:pt x="1259" y="1143"/>
                  </a:lnTo>
                  <a:lnTo>
                    <a:pt x="1255" y="1148"/>
                  </a:lnTo>
                  <a:lnTo>
                    <a:pt x="1250" y="1154"/>
                  </a:lnTo>
                  <a:lnTo>
                    <a:pt x="1245" y="1160"/>
                  </a:lnTo>
                  <a:lnTo>
                    <a:pt x="1240" y="1166"/>
                  </a:lnTo>
                  <a:lnTo>
                    <a:pt x="1234" y="1171"/>
                  </a:lnTo>
                  <a:lnTo>
                    <a:pt x="1228" y="1177"/>
                  </a:lnTo>
                  <a:lnTo>
                    <a:pt x="1217" y="1184"/>
                  </a:lnTo>
                  <a:lnTo>
                    <a:pt x="1210" y="1190"/>
                  </a:lnTo>
                  <a:lnTo>
                    <a:pt x="1206" y="1196"/>
                  </a:lnTo>
                  <a:lnTo>
                    <a:pt x="1205" y="1202"/>
                  </a:lnTo>
                  <a:lnTo>
                    <a:pt x="1203" y="1210"/>
                  </a:lnTo>
                  <a:lnTo>
                    <a:pt x="1206" y="1219"/>
                  </a:lnTo>
                  <a:lnTo>
                    <a:pt x="1207" y="1232"/>
                  </a:lnTo>
                  <a:lnTo>
                    <a:pt x="1208" y="1248"/>
                  </a:lnTo>
                  <a:lnTo>
                    <a:pt x="1209" y="1263"/>
                  </a:lnTo>
                  <a:lnTo>
                    <a:pt x="1210" y="1275"/>
                  </a:lnTo>
                  <a:lnTo>
                    <a:pt x="1209" y="1282"/>
                  </a:lnTo>
                  <a:lnTo>
                    <a:pt x="1206" y="1287"/>
                  </a:lnTo>
                  <a:lnTo>
                    <a:pt x="1199" y="1291"/>
                  </a:lnTo>
                  <a:lnTo>
                    <a:pt x="1189" y="1293"/>
                  </a:lnTo>
                  <a:lnTo>
                    <a:pt x="1175" y="1297"/>
                  </a:lnTo>
                  <a:lnTo>
                    <a:pt x="1155" y="1301"/>
                  </a:lnTo>
                  <a:lnTo>
                    <a:pt x="1135" y="1306"/>
                  </a:lnTo>
                  <a:lnTo>
                    <a:pt x="1124" y="1312"/>
                  </a:lnTo>
                  <a:lnTo>
                    <a:pt x="1117" y="1318"/>
                  </a:lnTo>
                  <a:lnTo>
                    <a:pt x="1115" y="1326"/>
                  </a:lnTo>
                  <a:lnTo>
                    <a:pt x="1114" y="1335"/>
                  </a:lnTo>
                  <a:lnTo>
                    <a:pt x="1114" y="1344"/>
                  </a:lnTo>
                  <a:lnTo>
                    <a:pt x="1113" y="1356"/>
                  </a:lnTo>
                  <a:lnTo>
                    <a:pt x="1110" y="1370"/>
                  </a:lnTo>
                  <a:lnTo>
                    <a:pt x="1105" y="1385"/>
                  </a:lnTo>
                  <a:lnTo>
                    <a:pt x="1099" y="1394"/>
                  </a:lnTo>
                  <a:lnTo>
                    <a:pt x="1092" y="1400"/>
                  </a:lnTo>
                  <a:lnTo>
                    <a:pt x="1084" y="1403"/>
                  </a:lnTo>
                  <a:lnTo>
                    <a:pt x="1074" y="1403"/>
                  </a:lnTo>
                  <a:lnTo>
                    <a:pt x="1062" y="1402"/>
                  </a:lnTo>
                  <a:lnTo>
                    <a:pt x="1046" y="1400"/>
                  </a:lnTo>
                  <a:lnTo>
                    <a:pt x="1028" y="1397"/>
                  </a:lnTo>
                  <a:lnTo>
                    <a:pt x="1011" y="1397"/>
                  </a:lnTo>
                  <a:lnTo>
                    <a:pt x="996" y="1401"/>
                  </a:lnTo>
                  <a:lnTo>
                    <a:pt x="984" y="1408"/>
                  </a:lnTo>
                  <a:lnTo>
                    <a:pt x="975" y="1418"/>
                  </a:lnTo>
                  <a:lnTo>
                    <a:pt x="967" y="1430"/>
                  </a:lnTo>
                  <a:lnTo>
                    <a:pt x="960" y="1442"/>
                  </a:lnTo>
                  <a:lnTo>
                    <a:pt x="951" y="1452"/>
                  </a:lnTo>
                  <a:lnTo>
                    <a:pt x="942" y="1460"/>
                  </a:lnTo>
                  <a:lnTo>
                    <a:pt x="933" y="1469"/>
                  </a:lnTo>
                  <a:lnTo>
                    <a:pt x="926" y="1480"/>
                  </a:lnTo>
                  <a:lnTo>
                    <a:pt x="920" y="1491"/>
                  </a:lnTo>
                  <a:lnTo>
                    <a:pt x="916" y="1503"/>
                  </a:lnTo>
                  <a:lnTo>
                    <a:pt x="913" y="1515"/>
                  </a:lnTo>
                  <a:lnTo>
                    <a:pt x="910" y="1528"/>
                  </a:lnTo>
                  <a:lnTo>
                    <a:pt x="907" y="1539"/>
                  </a:lnTo>
                  <a:lnTo>
                    <a:pt x="903" y="1548"/>
                  </a:lnTo>
                  <a:lnTo>
                    <a:pt x="902" y="1549"/>
                  </a:lnTo>
                  <a:lnTo>
                    <a:pt x="902" y="1549"/>
                  </a:lnTo>
                  <a:lnTo>
                    <a:pt x="902" y="1549"/>
                  </a:lnTo>
                  <a:lnTo>
                    <a:pt x="902" y="1550"/>
                  </a:lnTo>
                  <a:close/>
                </a:path>
              </a:pathLst>
            </a:custGeom>
            <a:solidFill>
              <a:srgbClr val="ccff66"/>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54" name=""/>
            <p:cNvSpPr/>
            <p:nvPr/>
          </p:nvSpPr>
          <p:spPr>
            <a:xfrm>
              <a:off x="590400" y="3284640"/>
              <a:ext cx="232560" cy="254520"/>
            </a:xfrm>
            <a:custGeom>
              <a:avLst/>
              <a:gdLst/>
              <a:ahLst/>
              <a:rect l="l" t="t" r="r" b="b"/>
              <a:pathLst>
                <a:path w="1296" h="1572">
                  <a:moveTo>
                    <a:pt x="902" y="1550"/>
                  </a:moveTo>
                  <a:lnTo>
                    <a:pt x="902" y="1550"/>
                  </a:lnTo>
                  <a:lnTo>
                    <a:pt x="896" y="1553"/>
                  </a:lnTo>
                  <a:lnTo>
                    <a:pt x="890" y="1557"/>
                  </a:lnTo>
                  <a:lnTo>
                    <a:pt x="884" y="1560"/>
                  </a:lnTo>
                  <a:lnTo>
                    <a:pt x="878" y="1564"/>
                  </a:lnTo>
                  <a:lnTo>
                    <a:pt x="878" y="1564"/>
                  </a:lnTo>
                  <a:lnTo>
                    <a:pt x="869" y="1569"/>
                  </a:lnTo>
                  <a:lnTo>
                    <a:pt x="861" y="1572"/>
                  </a:lnTo>
                  <a:lnTo>
                    <a:pt x="854" y="1572"/>
                  </a:lnTo>
                  <a:lnTo>
                    <a:pt x="849" y="1571"/>
                  </a:lnTo>
                  <a:lnTo>
                    <a:pt x="846" y="1569"/>
                  </a:lnTo>
                  <a:lnTo>
                    <a:pt x="843" y="1567"/>
                  </a:lnTo>
                  <a:lnTo>
                    <a:pt x="841" y="1565"/>
                  </a:lnTo>
                  <a:lnTo>
                    <a:pt x="841" y="1564"/>
                  </a:lnTo>
                  <a:lnTo>
                    <a:pt x="841" y="1564"/>
                  </a:lnTo>
                  <a:lnTo>
                    <a:pt x="839" y="1562"/>
                  </a:lnTo>
                  <a:lnTo>
                    <a:pt x="834" y="1556"/>
                  </a:lnTo>
                  <a:lnTo>
                    <a:pt x="827" y="1548"/>
                  </a:lnTo>
                  <a:lnTo>
                    <a:pt x="817" y="1539"/>
                  </a:lnTo>
                  <a:lnTo>
                    <a:pt x="803" y="1531"/>
                  </a:lnTo>
                  <a:lnTo>
                    <a:pt x="789" y="1525"/>
                  </a:lnTo>
                  <a:lnTo>
                    <a:pt x="774" y="1522"/>
                  </a:lnTo>
                  <a:lnTo>
                    <a:pt x="758" y="1526"/>
                  </a:lnTo>
                  <a:lnTo>
                    <a:pt x="758" y="1526"/>
                  </a:lnTo>
                  <a:lnTo>
                    <a:pt x="742" y="1531"/>
                  </a:lnTo>
                  <a:lnTo>
                    <a:pt x="728" y="1535"/>
                  </a:lnTo>
                  <a:lnTo>
                    <a:pt x="717" y="1538"/>
                  </a:lnTo>
                  <a:lnTo>
                    <a:pt x="708" y="1540"/>
                  </a:lnTo>
                  <a:lnTo>
                    <a:pt x="699" y="1541"/>
                  </a:lnTo>
                  <a:lnTo>
                    <a:pt x="694" y="1542"/>
                  </a:lnTo>
                  <a:lnTo>
                    <a:pt x="691" y="1542"/>
                  </a:lnTo>
                  <a:lnTo>
                    <a:pt x="690" y="1542"/>
                  </a:lnTo>
                  <a:lnTo>
                    <a:pt x="690" y="1542"/>
                  </a:lnTo>
                  <a:lnTo>
                    <a:pt x="689" y="1541"/>
                  </a:lnTo>
                  <a:lnTo>
                    <a:pt x="687" y="1539"/>
                  </a:lnTo>
                  <a:lnTo>
                    <a:pt x="683" y="1535"/>
                  </a:lnTo>
                  <a:lnTo>
                    <a:pt x="677" y="1531"/>
                  </a:lnTo>
                  <a:lnTo>
                    <a:pt x="671" y="1527"/>
                  </a:lnTo>
                  <a:lnTo>
                    <a:pt x="664" y="1522"/>
                  </a:lnTo>
                  <a:lnTo>
                    <a:pt x="656" y="1520"/>
                  </a:lnTo>
                  <a:lnTo>
                    <a:pt x="647" y="1519"/>
                  </a:lnTo>
                  <a:lnTo>
                    <a:pt x="647" y="1519"/>
                  </a:lnTo>
                  <a:lnTo>
                    <a:pt x="639" y="1519"/>
                  </a:lnTo>
                  <a:lnTo>
                    <a:pt x="630" y="1520"/>
                  </a:lnTo>
                  <a:lnTo>
                    <a:pt x="621" y="1522"/>
                  </a:lnTo>
                  <a:lnTo>
                    <a:pt x="612" y="1523"/>
                  </a:lnTo>
                  <a:lnTo>
                    <a:pt x="602" y="1526"/>
                  </a:lnTo>
                  <a:lnTo>
                    <a:pt x="594" y="1528"/>
                  </a:lnTo>
                  <a:lnTo>
                    <a:pt x="587" y="1530"/>
                  </a:lnTo>
                  <a:lnTo>
                    <a:pt x="580" y="1532"/>
                  </a:lnTo>
                  <a:lnTo>
                    <a:pt x="580" y="1532"/>
                  </a:lnTo>
                  <a:lnTo>
                    <a:pt x="577" y="1532"/>
                  </a:lnTo>
                  <a:lnTo>
                    <a:pt x="573" y="1532"/>
                  </a:lnTo>
                  <a:lnTo>
                    <a:pt x="568" y="1532"/>
                  </a:lnTo>
                  <a:lnTo>
                    <a:pt x="563" y="1533"/>
                  </a:lnTo>
                  <a:lnTo>
                    <a:pt x="557" y="1533"/>
                  </a:lnTo>
                  <a:lnTo>
                    <a:pt x="549" y="1534"/>
                  </a:lnTo>
                  <a:lnTo>
                    <a:pt x="543" y="1534"/>
                  </a:lnTo>
                  <a:lnTo>
                    <a:pt x="536" y="1535"/>
                  </a:lnTo>
                  <a:lnTo>
                    <a:pt x="536" y="1535"/>
                  </a:lnTo>
                  <a:lnTo>
                    <a:pt x="537" y="1533"/>
                  </a:lnTo>
                  <a:lnTo>
                    <a:pt x="538" y="1531"/>
                  </a:lnTo>
                  <a:lnTo>
                    <a:pt x="540" y="1530"/>
                  </a:lnTo>
                  <a:lnTo>
                    <a:pt x="543" y="1529"/>
                  </a:lnTo>
                  <a:lnTo>
                    <a:pt x="543" y="1529"/>
                  </a:lnTo>
                  <a:lnTo>
                    <a:pt x="548" y="1529"/>
                  </a:lnTo>
                  <a:lnTo>
                    <a:pt x="551" y="1529"/>
                  </a:lnTo>
                  <a:lnTo>
                    <a:pt x="551" y="1529"/>
                  </a:lnTo>
                  <a:lnTo>
                    <a:pt x="550" y="1529"/>
                  </a:lnTo>
                  <a:lnTo>
                    <a:pt x="546" y="1530"/>
                  </a:lnTo>
                  <a:lnTo>
                    <a:pt x="541" y="1530"/>
                  </a:lnTo>
                  <a:lnTo>
                    <a:pt x="535" y="1529"/>
                  </a:lnTo>
                  <a:lnTo>
                    <a:pt x="527" y="1527"/>
                  </a:lnTo>
                  <a:lnTo>
                    <a:pt x="527" y="1527"/>
                  </a:lnTo>
                  <a:lnTo>
                    <a:pt x="519" y="1525"/>
                  </a:lnTo>
                  <a:lnTo>
                    <a:pt x="511" y="1525"/>
                  </a:lnTo>
                  <a:lnTo>
                    <a:pt x="503" y="1523"/>
                  </a:lnTo>
                  <a:lnTo>
                    <a:pt x="497" y="1523"/>
                  </a:lnTo>
                  <a:lnTo>
                    <a:pt x="491" y="1522"/>
                  </a:lnTo>
                  <a:lnTo>
                    <a:pt x="487" y="1521"/>
                  </a:lnTo>
                  <a:lnTo>
                    <a:pt x="484" y="1517"/>
                  </a:lnTo>
                  <a:lnTo>
                    <a:pt x="482" y="1512"/>
                  </a:lnTo>
                  <a:lnTo>
                    <a:pt x="482" y="1512"/>
                  </a:lnTo>
                  <a:lnTo>
                    <a:pt x="480" y="1506"/>
                  </a:lnTo>
                  <a:lnTo>
                    <a:pt x="478" y="1502"/>
                  </a:lnTo>
                  <a:lnTo>
                    <a:pt x="475" y="1499"/>
                  </a:lnTo>
                  <a:lnTo>
                    <a:pt x="471" y="1496"/>
                  </a:lnTo>
                  <a:lnTo>
                    <a:pt x="467" y="1493"/>
                  </a:lnTo>
                  <a:lnTo>
                    <a:pt x="464" y="1490"/>
                  </a:lnTo>
                  <a:lnTo>
                    <a:pt x="462" y="1486"/>
                  </a:lnTo>
                  <a:lnTo>
                    <a:pt x="460" y="1481"/>
                  </a:lnTo>
                  <a:lnTo>
                    <a:pt x="460" y="1481"/>
                  </a:lnTo>
                  <a:lnTo>
                    <a:pt x="458" y="1475"/>
                  </a:lnTo>
                  <a:lnTo>
                    <a:pt x="455" y="1468"/>
                  </a:lnTo>
                  <a:lnTo>
                    <a:pt x="453" y="1463"/>
                  </a:lnTo>
                  <a:lnTo>
                    <a:pt x="451" y="1458"/>
                  </a:lnTo>
                  <a:lnTo>
                    <a:pt x="449" y="1453"/>
                  </a:lnTo>
                  <a:lnTo>
                    <a:pt x="449" y="1448"/>
                  </a:lnTo>
                  <a:lnTo>
                    <a:pt x="450" y="1443"/>
                  </a:lnTo>
                  <a:lnTo>
                    <a:pt x="454" y="1439"/>
                  </a:lnTo>
                  <a:lnTo>
                    <a:pt x="454" y="1439"/>
                  </a:lnTo>
                  <a:lnTo>
                    <a:pt x="461" y="1433"/>
                  </a:lnTo>
                  <a:lnTo>
                    <a:pt x="460" y="1428"/>
                  </a:lnTo>
                  <a:lnTo>
                    <a:pt x="452" y="1421"/>
                  </a:lnTo>
                  <a:lnTo>
                    <a:pt x="443" y="1411"/>
                  </a:lnTo>
                  <a:lnTo>
                    <a:pt x="443" y="1411"/>
                  </a:lnTo>
                  <a:lnTo>
                    <a:pt x="437" y="1401"/>
                  </a:lnTo>
                  <a:lnTo>
                    <a:pt x="435" y="1396"/>
                  </a:lnTo>
                  <a:lnTo>
                    <a:pt x="432" y="1399"/>
                  </a:lnTo>
                  <a:lnTo>
                    <a:pt x="423" y="1411"/>
                  </a:lnTo>
                  <a:lnTo>
                    <a:pt x="423" y="1411"/>
                  </a:lnTo>
                  <a:lnTo>
                    <a:pt x="416" y="1418"/>
                  </a:lnTo>
                  <a:lnTo>
                    <a:pt x="411" y="1422"/>
                  </a:lnTo>
                  <a:lnTo>
                    <a:pt x="405" y="1424"/>
                  </a:lnTo>
                  <a:lnTo>
                    <a:pt x="401" y="1422"/>
                  </a:lnTo>
                  <a:lnTo>
                    <a:pt x="398" y="1418"/>
                  </a:lnTo>
                  <a:lnTo>
                    <a:pt x="395" y="1413"/>
                  </a:lnTo>
                  <a:lnTo>
                    <a:pt x="393" y="1406"/>
                  </a:lnTo>
                  <a:lnTo>
                    <a:pt x="392" y="1397"/>
                  </a:lnTo>
                  <a:lnTo>
                    <a:pt x="392" y="1397"/>
                  </a:lnTo>
                  <a:lnTo>
                    <a:pt x="391" y="1388"/>
                  </a:lnTo>
                  <a:lnTo>
                    <a:pt x="390" y="1379"/>
                  </a:lnTo>
                  <a:lnTo>
                    <a:pt x="390" y="1371"/>
                  </a:lnTo>
                  <a:lnTo>
                    <a:pt x="391" y="1363"/>
                  </a:lnTo>
                  <a:lnTo>
                    <a:pt x="393" y="1357"/>
                  </a:lnTo>
                  <a:lnTo>
                    <a:pt x="395" y="1351"/>
                  </a:lnTo>
                  <a:lnTo>
                    <a:pt x="398" y="1345"/>
                  </a:lnTo>
                  <a:lnTo>
                    <a:pt x="403" y="1341"/>
                  </a:lnTo>
                  <a:lnTo>
                    <a:pt x="403" y="1341"/>
                  </a:lnTo>
                  <a:lnTo>
                    <a:pt x="407" y="1337"/>
                  </a:lnTo>
                  <a:lnTo>
                    <a:pt x="407" y="1333"/>
                  </a:lnTo>
                  <a:lnTo>
                    <a:pt x="404" y="1329"/>
                  </a:lnTo>
                  <a:lnTo>
                    <a:pt x="400" y="1325"/>
                  </a:lnTo>
                  <a:lnTo>
                    <a:pt x="398" y="1318"/>
                  </a:lnTo>
                  <a:lnTo>
                    <a:pt x="397" y="1310"/>
                  </a:lnTo>
                  <a:lnTo>
                    <a:pt x="399" y="1300"/>
                  </a:lnTo>
                  <a:lnTo>
                    <a:pt x="407" y="1287"/>
                  </a:lnTo>
                  <a:lnTo>
                    <a:pt x="407" y="1287"/>
                  </a:lnTo>
                  <a:lnTo>
                    <a:pt x="416" y="1276"/>
                  </a:lnTo>
                  <a:lnTo>
                    <a:pt x="422" y="1268"/>
                  </a:lnTo>
                  <a:lnTo>
                    <a:pt x="427" y="1265"/>
                  </a:lnTo>
                  <a:lnTo>
                    <a:pt x="428" y="1265"/>
                  </a:lnTo>
                  <a:lnTo>
                    <a:pt x="426" y="1266"/>
                  </a:lnTo>
                  <a:lnTo>
                    <a:pt x="419" y="1268"/>
                  </a:lnTo>
                  <a:lnTo>
                    <a:pt x="407" y="1270"/>
                  </a:lnTo>
                  <a:lnTo>
                    <a:pt x="389" y="1270"/>
                  </a:lnTo>
                  <a:lnTo>
                    <a:pt x="389" y="1270"/>
                  </a:lnTo>
                  <a:lnTo>
                    <a:pt x="371" y="1271"/>
                  </a:lnTo>
                  <a:lnTo>
                    <a:pt x="358" y="1276"/>
                  </a:lnTo>
                  <a:lnTo>
                    <a:pt x="348" y="1282"/>
                  </a:lnTo>
                  <a:lnTo>
                    <a:pt x="341" y="1288"/>
                  </a:lnTo>
                  <a:lnTo>
                    <a:pt x="336" y="1292"/>
                  </a:lnTo>
                  <a:lnTo>
                    <a:pt x="333" y="1294"/>
                  </a:lnTo>
                  <a:lnTo>
                    <a:pt x="329" y="1291"/>
                  </a:lnTo>
                  <a:lnTo>
                    <a:pt x="325" y="1282"/>
                  </a:lnTo>
                  <a:lnTo>
                    <a:pt x="325" y="1282"/>
                  </a:lnTo>
                  <a:lnTo>
                    <a:pt x="321" y="1270"/>
                  </a:lnTo>
                  <a:lnTo>
                    <a:pt x="317" y="1263"/>
                  </a:lnTo>
                  <a:lnTo>
                    <a:pt x="313" y="1257"/>
                  </a:lnTo>
                  <a:lnTo>
                    <a:pt x="310" y="1253"/>
                  </a:lnTo>
                  <a:lnTo>
                    <a:pt x="305" y="1250"/>
                  </a:lnTo>
                  <a:lnTo>
                    <a:pt x="301" y="1248"/>
                  </a:lnTo>
                  <a:lnTo>
                    <a:pt x="296" y="1245"/>
                  </a:lnTo>
                  <a:lnTo>
                    <a:pt x="291" y="1242"/>
                  </a:lnTo>
                  <a:lnTo>
                    <a:pt x="291" y="1242"/>
                  </a:lnTo>
                  <a:lnTo>
                    <a:pt x="286" y="1238"/>
                  </a:lnTo>
                  <a:lnTo>
                    <a:pt x="283" y="1235"/>
                  </a:lnTo>
                  <a:lnTo>
                    <a:pt x="281" y="1232"/>
                  </a:lnTo>
                  <a:lnTo>
                    <a:pt x="282" y="1229"/>
                  </a:lnTo>
                  <a:lnTo>
                    <a:pt x="284" y="1225"/>
                  </a:lnTo>
                  <a:lnTo>
                    <a:pt x="289" y="1219"/>
                  </a:lnTo>
                  <a:lnTo>
                    <a:pt x="296" y="1213"/>
                  </a:lnTo>
                  <a:lnTo>
                    <a:pt x="305" y="1205"/>
                  </a:lnTo>
                  <a:lnTo>
                    <a:pt x="305" y="1205"/>
                  </a:lnTo>
                  <a:lnTo>
                    <a:pt x="314" y="1198"/>
                  </a:lnTo>
                  <a:lnTo>
                    <a:pt x="319" y="1194"/>
                  </a:lnTo>
                  <a:lnTo>
                    <a:pt x="320" y="1192"/>
                  </a:lnTo>
                  <a:lnTo>
                    <a:pt x="320" y="1190"/>
                  </a:lnTo>
                  <a:lnTo>
                    <a:pt x="318" y="1189"/>
                  </a:lnTo>
                  <a:lnTo>
                    <a:pt x="317" y="1185"/>
                  </a:lnTo>
                  <a:lnTo>
                    <a:pt x="316" y="1178"/>
                  </a:lnTo>
                  <a:lnTo>
                    <a:pt x="317" y="1166"/>
                  </a:lnTo>
                  <a:lnTo>
                    <a:pt x="317" y="1166"/>
                  </a:lnTo>
                  <a:lnTo>
                    <a:pt x="320" y="1155"/>
                  </a:lnTo>
                  <a:lnTo>
                    <a:pt x="323" y="1148"/>
                  </a:lnTo>
                  <a:lnTo>
                    <a:pt x="328" y="1145"/>
                  </a:lnTo>
                  <a:lnTo>
                    <a:pt x="333" y="1143"/>
                  </a:lnTo>
                  <a:lnTo>
                    <a:pt x="340" y="1143"/>
                  </a:lnTo>
                  <a:lnTo>
                    <a:pt x="347" y="1143"/>
                  </a:lnTo>
                  <a:lnTo>
                    <a:pt x="357" y="1141"/>
                  </a:lnTo>
                  <a:lnTo>
                    <a:pt x="367" y="1138"/>
                  </a:lnTo>
                  <a:lnTo>
                    <a:pt x="367" y="1138"/>
                  </a:lnTo>
                  <a:lnTo>
                    <a:pt x="376" y="1132"/>
                  </a:lnTo>
                  <a:lnTo>
                    <a:pt x="382" y="1124"/>
                  </a:lnTo>
                  <a:lnTo>
                    <a:pt x="386" y="1115"/>
                  </a:lnTo>
                  <a:lnTo>
                    <a:pt x="388" y="1106"/>
                  </a:lnTo>
                  <a:lnTo>
                    <a:pt x="388" y="1098"/>
                  </a:lnTo>
                  <a:lnTo>
                    <a:pt x="388" y="1091"/>
                  </a:lnTo>
                  <a:lnTo>
                    <a:pt x="387" y="1087"/>
                  </a:lnTo>
                  <a:lnTo>
                    <a:pt x="387" y="1085"/>
                  </a:lnTo>
                  <a:lnTo>
                    <a:pt x="387" y="1085"/>
                  </a:lnTo>
                  <a:lnTo>
                    <a:pt x="386" y="1083"/>
                  </a:lnTo>
                  <a:lnTo>
                    <a:pt x="383" y="1079"/>
                  </a:lnTo>
                  <a:lnTo>
                    <a:pt x="378" y="1072"/>
                  </a:lnTo>
                  <a:lnTo>
                    <a:pt x="371" y="1063"/>
                  </a:lnTo>
                  <a:lnTo>
                    <a:pt x="364" y="1055"/>
                  </a:lnTo>
                  <a:lnTo>
                    <a:pt x="357" y="1048"/>
                  </a:lnTo>
                  <a:lnTo>
                    <a:pt x="349" y="1041"/>
                  </a:lnTo>
                  <a:lnTo>
                    <a:pt x="342" y="1037"/>
                  </a:lnTo>
                  <a:lnTo>
                    <a:pt x="342" y="1037"/>
                  </a:lnTo>
                  <a:lnTo>
                    <a:pt x="336" y="1032"/>
                  </a:lnTo>
                  <a:lnTo>
                    <a:pt x="332" y="1023"/>
                  </a:lnTo>
                  <a:lnTo>
                    <a:pt x="329" y="1012"/>
                  </a:lnTo>
                  <a:lnTo>
                    <a:pt x="327" y="1000"/>
                  </a:lnTo>
                  <a:lnTo>
                    <a:pt x="326" y="989"/>
                  </a:lnTo>
                  <a:lnTo>
                    <a:pt x="325" y="979"/>
                  </a:lnTo>
                  <a:lnTo>
                    <a:pt x="325" y="973"/>
                  </a:lnTo>
                  <a:lnTo>
                    <a:pt x="325" y="969"/>
                  </a:lnTo>
                  <a:lnTo>
                    <a:pt x="325" y="969"/>
                  </a:lnTo>
                  <a:lnTo>
                    <a:pt x="324" y="969"/>
                  </a:lnTo>
                  <a:lnTo>
                    <a:pt x="322" y="968"/>
                  </a:lnTo>
                  <a:lnTo>
                    <a:pt x="319" y="966"/>
                  </a:lnTo>
                  <a:lnTo>
                    <a:pt x="315" y="964"/>
                  </a:lnTo>
                  <a:lnTo>
                    <a:pt x="309" y="961"/>
                  </a:lnTo>
                  <a:lnTo>
                    <a:pt x="303" y="958"/>
                  </a:lnTo>
                  <a:lnTo>
                    <a:pt x="297" y="954"/>
                  </a:lnTo>
                  <a:lnTo>
                    <a:pt x="291" y="950"/>
                  </a:lnTo>
                  <a:lnTo>
                    <a:pt x="291" y="950"/>
                  </a:lnTo>
                  <a:lnTo>
                    <a:pt x="284" y="946"/>
                  </a:lnTo>
                  <a:lnTo>
                    <a:pt x="277" y="941"/>
                  </a:lnTo>
                  <a:lnTo>
                    <a:pt x="268" y="935"/>
                  </a:lnTo>
                  <a:lnTo>
                    <a:pt x="261" y="930"/>
                  </a:lnTo>
                  <a:lnTo>
                    <a:pt x="253" y="924"/>
                  </a:lnTo>
                  <a:lnTo>
                    <a:pt x="248" y="917"/>
                  </a:lnTo>
                  <a:lnTo>
                    <a:pt x="246" y="912"/>
                  </a:lnTo>
                  <a:lnTo>
                    <a:pt x="246" y="907"/>
                  </a:lnTo>
                  <a:lnTo>
                    <a:pt x="246" y="907"/>
                  </a:lnTo>
                  <a:lnTo>
                    <a:pt x="248" y="902"/>
                  </a:lnTo>
                  <a:lnTo>
                    <a:pt x="251" y="898"/>
                  </a:lnTo>
                  <a:lnTo>
                    <a:pt x="254" y="894"/>
                  </a:lnTo>
                  <a:lnTo>
                    <a:pt x="256" y="889"/>
                  </a:lnTo>
                  <a:lnTo>
                    <a:pt x="260" y="883"/>
                  </a:lnTo>
                  <a:lnTo>
                    <a:pt x="263" y="876"/>
                  </a:lnTo>
                  <a:lnTo>
                    <a:pt x="265" y="867"/>
                  </a:lnTo>
                  <a:lnTo>
                    <a:pt x="267" y="857"/>
                  </a:lnTo>
                  <a:lnTo>
                    <a:pt x="267" y="857"/>
                  </a:lnTo>
                  <a:lnTo>
                    <a:pt x="269" y="846"/>
                  </a:lnTo>
                  <a:lnTo>
                    <a:pt x="269" y="837"/>
                  </a:lnTo>
                  <a:lnTo>
                    <a:pt x="270" y="829"/>
                  </a:lnTo>
                  <a:lnTo>
                    <a:pt x="270" y="822"/>
                  </a:lnTo>
                  <a:lnTo>
                    <a:pt x="270" y="816"/>
                  </a:lnTo>
                  <a:lnTo>
                    <a:pt x="269" y="812"/>
                  </a:lnTo>
                  <a:lnTo>
                    <a:pt x="269" y="810"/>
                  </a:lnTo>
                  <a:lnTo>
                    <a:pt x="269" y="809"/>
                  </a:lnTo>
                  <a:lnTo>
                    <a:pt x="269" y="809"/>
                  </a:lnTo>
                  <a:lnTo>
                    <a:pt x="269" y="808"/>
                  </a:lnTo>
                  <a:lnTo>
                    <a:pt x="270" y="804"/>
                  </a:lnTo>
                  <a:lnTo>
                    <a:pt x="271" y="798"/>
                  </a:lnTo>
                  <a:lnTo>
                    <a:pt x="271" y="792"/>
                  </a:lnTo>
                  <a:lnTo>
                    <a:pt x="271" y="785"/>
                  </a:lnTo>
                  <a:lnTo>
                    <a:pt x="269" y="778"/>
                  </a:lnTo>
                  <a:lnTo>
                    <a:pt x="266" y="772"/>
                  </a:lnTo>
                  <a:lnTo>
                    <a:pt x="261" y="767"/>
                  </a:lnTo>
                  <a:lnTo>
                    <a:pt x="261" y="767"/>
                  </a:lnTo>
                  <a:lnTo>
                    <a:pt x="255" y="765"/>
                  </a:lnTo>
                  <a:lnTo>
                    <a:pt x="250" y="765"/>
                  </a:lnTo>
                  <a:lnTo>
                    <a:pt x="246" y="765"/>
                  </a:lnTo>
                  <a:lnTo>
                    <a:pt x="242" y="764"/>
                  </a:lnTo>
                  <a:lnTo>
                    <a:pt x="237" y="760"/>
                  </a:lnTo>
                  <a:lnTo>
                    <a:pt x="231" y="753"/>
                  </a:lnTo>
                  <a:lnTo>
                    <a:pt x="223" y="740"/>
                  </a:lnTo>
                  <a:lnTo>
                    <a:pt x="214" y="720"/>
                  </a:lnTo>
                  <a:lnTo>
                    <a:pt x="214" y="720"/>
                  </a:lnTo>
                  <a:lnTo>
                    <a:pt x="205" y="699"/>
                  </a:lnTo>
                  <a:lnTo>
                    <a:pt x="200" y="684"/>
                  </a:lnTo>
                  <a:lnTo>
                    <a:pt x="199" y="676"/>
                  </a:lnTo>
                  <a:lnTo>
                    <a:pt x="198" y="673"/>
                  </a:lnTo>
                  <a:lnTo>
                    <a:pt x="198" y="675"/>
                  </a:lnTo>
                  <a:lnTo>
                    <a:pt x="197" y="681"/>
                  </a:lnTo>
                  <a:lnTo>
                    <a:pt x="194" y="691"/>
                  </a:lnTo>
                  <a:lnTo>
                    <a:pt x="188" y="705"/>
                  </a:lnTo>
                  <a:lnTo>
                    <a:pt x="188" y="705"/>
                  </a:lnTo>
                  <a:lnTo>
                    <a:pt x="180" y="720"/>
                  </a:lnTo>
                  <a:lnTo>
                    <a:pt x="172" y="732"/>
                  </a:lnTo>
                  <a:lnTo>
                    <a:pt x="165" y="740"/>
                  </a:lnTo>
                  <a:lnTo>
                    <a:pt x="159" y="747"/>
                  </a:lnTo>
                  <a:lnTo>
                    <a:pt x="152" y="751"/>
                  </a:lnTo>
                  <a:lnTo>
                    <a:pt x="146" y="752"/>
                  </a:lnTo>
                  <a:lnTo>
                    <a:pt x="141" y="751"/>
                  </a:lnTo>
                  <a:lnTo>
                    <a:pt x="137" y="747"/>
                  </a:lnTo>
                  <a:lnTo>
                    <a:pt x="137" y="747"/>
                  </a:lnTo>
                  <a:lnTo>
                    <a:pt x="133" y="741"/>
                  </a:lnTo>
                  <a:lnTo>
                    <a:pt x="130" y="732"/>
                  </a:lnTo>
                  <a:lnTo>
                    <a:pt x="126" y="724"/>
                  </a:lnTo>
                  <a:lnTo>
                    <a:pt x="123" y="716"/>
                  </a:lnTo>
                  <a:lnTo>
                    <a:pt x="119" y="712"/>
                  </a:lnTo>
                  <a:lnTo>
                    <a:pt x="114" y="714"/>
                  </a:lnTo>
                  <a:lnTo>
                    <a:pt x="109" y="724"/>
                  </a:lnTo>
                  <a:lnTo>
                    <a:pt x="101" y="742"/>
                  </a:lnTo>
                  <a:lnTo>
                    <a:pt x="101" y="742"/>
                  </a:lnTo>
                  <a:lnTo>
                    <a:pt x="92" y="759"/>
                  </a:lnTo>
                  <a:lnTo>
                    <a:pt x="82" y="766"/>
                  </a:lnTo>
                  <a:lnTo>
                    <a:pt x="70" y="764"/>
                  </a:lnTo>
                  <a:lnTo>
                    <a:pt x="58" y="758"/>
                  </a:lnTo>
                  <a:lnTo>
                    <a:pt x="46" y="749"/>
                  </a:lnTo>
                  <a:lnTo>
                    <a:pt x="37" y="739"/>
                  </a:lnTo>
                  <a:lnTo>
                    <a:pt x="30" y="731"/>
                  </a:lnTo>
                  <a:lnTo>
                    <a:pt x="28" y="728"/>
                  </a:lnTo>
                  <a:lnTo>
                    <a:pt x="28" y="728"/>
                  </a:lnTo>
                  <a:lnTo>
                    <a:pt x="27" y="727"/>
                  </a:lnTo>
                  <a:lnTo>
                    <a:pt x="25" y="723"/>
                  </a:lnTo>
                  <a:lnTo>
                    <a:pt x="23" y="717"/>
                  </a:lnTo>
                  <a:lnTo>
                    <a:pt x="21" y="712"/>
                  </a:lnTo>
                  <a:lnTo>
                    <a:pt x="19" y="706"/>
                  </a:lnTo>
                  <a:lnTo>
                    <a:pt x="20" y="700"/>
                  </a:lnTo>
                  <a:lnTo>
                    <a:pt x="22" y="696"/>
                  </a:lnTo>
                  <a:lnTo>
                    <a:pt x="28" y="694"/>
                  </a:lnTo>
                  <a:lnTo>
                    <a:pt x="28" y="694"/>
                  </a:lnTo>
                  <a:lnTo>
                    <a:pt x="35" y="691"/>
                  </a:lnTo>
                  <a:lnTo>
                    <a:pt x="43" y="686"/>
                  </a:lnTo>
                  <a:lnTo>
                    <a:pt x="49" y="678"/>
                  </a:lnTo>
                  <a:lnTo>
                    <a:pt x="54" y="668"/>
                  </a:lnTo>
                  <a:lnTo>
                    <a:pt x="58" y="658"/>
                  </a:lnTo>
                  <a:lnTo>
                    <a:pt x="58" y="648"/>
                  </a:lnTo>
                  <a:lnTo>
                    <a:pt x="55" y="638"/>
                  </a:lnTo>
                  <a:lnTo>
                    <a:pt x="50" y="630"/>
                  </a:lnTo>
                  <a:lnTo>
                    <a:pt x="50" y="630"/>
                  </a:lnTo>
                  <a:lnTo>
                    <a:pt x="44" y="623"/>
                  </a:lnTo>
                  <a:lnTo>
                    <a:pt x="39" y="618"/>
                  </a:lnTo>
                  <a:lnTo>
                    <a:pt x="35" y="614"/>
                  </a:lnTo>
                  <a:lnTo>
                    <a:pt x="32" y="610"/>
                  </a:lnTo>
                  <a:lnTo>
                    <a:pt x="30" y="607"/>
                  </a:lnTo>
                  <a:lnTo>
                    <a:pt x="29" y="603"/>
                  </a:lnTo>
                  <a:lnTo>
                    <a:pt x="28" y="597"/>
                  </a:lnTo>
                  <a:lnTo>
                    <a:pt x="28" y="590"/>
                  </a:lnTo>
                  <a:lnTo>
                    <a:pt x="28" y="590"/>
                  </a:lnTo>
                  <a:lnTo>
                    <a:pt x="28" y="582"/>
                  </a:lnTo>
                  <a:lnTo>
                    <a:pt x="27" y="576"/>
                  </a:lnTo>
                  <a:lnTo>
                    <a:pt x="26" y="571"/>
                  </a:lnTo>
                  <a:lnTo>
                    <a:pt x="26" y="564"/>
                  </a:lnTo>
                  <a:lnTo>
                    <a:pt x="26" y="559"/>
                  </a:lnTo>
                  <a:lnTo>
                    <a:pt x="27" y="554"/>
                  </a:lnTo>
                  <a:lnTo>
                    <a:pt x="30" y="548"/>
                  </a:lnTo>
                  <a:lnTo>
                    <a:pt x="34" y="540"/>
                  </a:lnTo>
                  <a:lnTo>
                    <a:pt x="34" y="540"/>
                  </a:lnTo>
                  <a:lnTo>
                    <a:pt x="39" y="532"/>
                  </a:lnTo>
                  <a:lnTo>
                    <a:pt x="45" y="524"/>
                  </a:lnTo>
                  <a:lnTo>
                    <a:pt x="51" y="516"/>
                  </a:lnTo>
                  <a:lnTo>
                    <a:pt x="56" y="510"/>
                  </a:lnTo>
                  <a:lnTo>
                    <a:pt x="61" y="504"/>
                  </a:lnTo>
                  <a:lnTo>
                    <a:pt x="65" y="500"/>
                  </a:lnTo>
                  <a:lnTo>
                    <a:pt x="67" y="498"/>
                  </a:lnTo>
                  <a:lnTo>
                    <a:pt x="68" y="497"/>
                  </a:lnTo>
                  <a:lnTo>
                    <a:pt x="68" y="497"/>
                  </a:lnTo>
                  <a:lnTo>
                    <a:pt x="69" y="497"/>
                  </a:lnTo>
                  <a:lnTo>
                    <a:pt x="72" y="499"/>
                  </a:lnTo>
                  <a:lnTo>
                    <a:pt x="75" y="501"/>
                  </a:lnTo>
                  <a:lnTo>
                    <a:pt x="80" y="504"/>
                  </a:lnTo>
                  <a:lnTo>
                    <a:pt x="85" y="509"/>
                  </a:lnTo>
                  <a:lnTo>
                    <a:pt x="90" y="514"/>
                  </a:lnTo>
                  <a:lnTo>
                    <a:pt x="94" y="522"/>
                  </a:lnTo>
                  <a:lnTo>
                    <a:pt x="98" y="531"/>
                  </a:lnTo>
                  <a:lnTo>
                    <a:pt x="98" y="531"/>
                  </a:lnTo>
                  <a:lnTo>
                    <a:pt x="102" y="539"/>
                  </a:lnTo>
                  <a:lnTo>
                    <a:pt x="109" y="544"/>
                  </a:lnTo>
                  <a:lnTo>
                    <a:pt x="116" y="548"/>
                  </a:lnTo>
                  <a:lnTo>
                    <a:pt x="124" y="550"/>
                  </a:lnTo>
                  <a:lnTo>
                    <a:pt x="132" y="550"/>
                  </a:lnTo>
                  <a:lnTo>
                    <a:pt x="140" y="551"/>
                  </a:lnTo>
                  <a:lnTo>
                    <a:pt x="147" y="551"/>
                  </a:lnTo>
                  <a:lnTo>
                    <a:pt x="154" y="551"/>
                  </a:lnTo>
                  <a:lnTo>
                    <a:pt x="154" y="551"/>
                  </a:lnTo>
                  <a:lnTo>
                    <a:pt x="161" y="553"/>
                  </a:lnTo>
                  <a:lnTo>
                    <a:pt x="166" y="557"/>
                  </a:lnTo>
                  <a:lnTo>
                    <a:pt x="170" y="562"/>
                  </a:lnTo>
                  <a:lnTo>
                    <a:pt x="173" y="570"/>
                  </a:lnTo>
                  <a:lnTo>
                    <a:pt x="176" y="579"/>
                  </a:lnTo>
                  <a:lnTo>
                    <a:pt x="179" y="589"/>
                  </a:lnTo>
                  <a:lnTo>
                    <a:pt x="181" y="600"/>
                  </a:lnTo>
                  <a:lnTo>
                    <a:pt x="182" y="612"/>
                  </a:lnTo>
                  <a:lnTo>
                    <a:pt x="182" y="612"/>
                  </a:lnTo>
                  <a:lnTo>
                    <a:pt x="183" y="622"/>
                  </a:lnTo>
                  <a:lnTo>
                    <a:pt x="185" y="626"/>
                  </a:lnTo>
                  <a:lnTo>
                    <a:pt x="186" y="625"/>
                  </a:lnTo>
                  <a:lnTo>
                    <a:pt x="188" y="621"/>
                  </a:lnTo>
                  <a:lnTo>
                    <a:pt x="189" y="613"/>
                  </a:lnTo>
                  <a:lnTo>
                    <a:pt x="190" y="605"/>
                  </a:lnTo>
                  <a:lnTo>
                    <a:pt x="191" y="596"/>
                  </a:lnTo>
                  <a:lnTo>
                    <a:pt x="191" y="587"/>
                  </a:lnTo>
                  <a:lnTo>
                    <a:pt x="191" y="587"/>
                  </a:lnTo>
                  <a:lnTo>
                    <a:pt x="191" y="580"/>
                  </a:lnTo>
                  <a:lnTo>
                    <a:pt x="193" y="574"/>
                  </a:lnTo>
                  <a:lnTo>
                    <a:pt x="195" y="570"/>
                  </a:lnTo>
                  <a:lnTo>
                    <a:pt x="198" y="567"/>
                  </a:lnTo>
                  <a:lnTo>
                    <a:pt x="202" y="567"/>
                  </a:lnTo>
                  <a:lnTo>
                    <a:pt x="208" y="570"/>
                  </a:lnTo>
                  <a:lnTo>
                    <a:pt x="214" y="574"/>
                  </a:lnTo>
                  <a:lnTo>
                    <a:pt x="222" y="579"/>
                  </a:lnTo>
                  <a:lnTo>
                    <a:pt x="222" y="579"/>
                  </a:lnTo>
                  <a:lnTo>
                    <a:pt x="230" y="583"/>
                  </a:lnTo>
                  <a:lnTo>
                    <a:pt x="239" y="582"/>
                  </a:lnTo>
                  <a:lnTo>
                    <a:pt x="247" y="579"/>
                  </a:lnTo>
                  <a:lnTo>
                    <a:pt x="255" y="575"/>
                  </a:lnTo>
                  <a:lnTo>
                    <a:pt x="264" y="571"/>
                  </a:lnTo>
                  <a:lnTo>
                    <a:pt x="271" y="570"/>
                  </a:lnTo>
                  <a:lnTo>
                    <a:pt x="277" y="572"/>
                  </a:lnTo>
                  <a:lnTo>
                    <a:pt x="283" y="579"/>
                  </a:lnTo>
                  <a:lnTo>
                    <a:pt x="283" y="579"/>
                  </a:lnTo>
                  <a:lnTo>
                    <a:pt x="287" y="589"/>
                  </a:lnTo>
                  <a:lnTo>
                    <a:pt x="291" y="599"/>
                  </a:lnTo>
                  <a:lnTo>
                    <a:pt x="293" y="608"/>
                  </a:lnTo>
                  <a:lnTo>
                    <a:pt x="295" y="617"/>
                  </a:lnTo>
                  <a:lnTo>
                    <a:pt x="298" y="626"/>
                  </a:lnTo>
                  <a:lnTo>
                    <a:pt x="301" y="634"/>
                  </a:lnTo>
                  <a:lnTo>
                    <a:pt x="307" y="640"/>
                  </a:lnTo>
                  <a:lnTo>
                    <a:pt x="314" y="646"/>
                  </a:lnTo>
                  <a:lnTo>
                    <a:pt x="314" y="646"/>
                  </a:lnTo>
                  <a:lnTo>
                    <a:pt x="322" y="652"/>
                  </a:lnTo>
                  <a:lnTo>
                    <a:pt x="328" y="658"/>
                  </a:lnTo>
                  <a:lnTo>
                    <a:pt x="334" y="664"/>
                  </a:lnTo>
                  <a:lnTo>
                    <a:pt x="339" y="670"/>
                  </a:lnTo>
                  <a:lnTo>
                    <a:pt x="342" y="675"/>
                  </a:lnTo>
                  <a:lnTo>
                    <a:pt x="345" y="679"/>
                  </a:lnTo>
                  <a:lnTo>
                    <a:pt x="346" y="682"/>
                  </a:lnTo>
                  <a:lnTo>
                    <a:pt x="347" y="683"/>
                  </a:lnTo>
                  <a:lnTo>
                    <a:pt x="347" y="683"/>
                  </a:lnTo>
                  <a:lnTo>
                    <a:pt x="346" y="681"/>
                  </a:lnTo>
                  <a:lnTo>
                    <a:pt x="342" y="677"/>
                  </a:lnTo>
                  <a:lnTo>
                    <a:pt x="337" y="668"/>
                  </a:lnTo>
                  <a:lnTo>
                    <a:pt x="331" y="657"/>
                  </a:lnTo>
                  <a:lnTo>
                    <a:pt x="324" y="645"/>
                  </a:lnTo>
                  <a:lnTo>
                    <a:pt x="319" y="630"/>
                  </a:lnTo>
                  <a:lnTo>
                    <a:pt x="314" y="612"/>
                  </a:lnTo>
                  <a:lnTo>
                    <a:pt x="312" y="593"/>
                  </a:lnTo>
                  <a:lnTo>
                    <a:pt x="312" y="593"/>
                  </a:lnTo>
                  <a:lnTo>
                    <a:pt x="311" y="576"/>
                  </a:lnTo>
                  <a:lnTo>
                    <a:pt x="310" y="561"/>
                  </a:lnTo>
                  <a:lnTo>
                    <a:pt x="308" y="551"/>
                  </a:lnTo>
                  <a:lnTo>
                    <a:pt x="304" y="545"/>
                  </a:lnTo>
                  <a:lnTo>
                    <a:pt x="299" y="541"/>
                  </a:lnTo>
                  <a:lnTo>
                    <a:pt x="293" y="540"/>
                  </a:lnTo>
                  <a:lnTo>
                    <a:pt x="284" y="542"/>
                  </a:lnTo>
                  <a:lnTo>
                    <a:pt x="272" y="545"/>
                  </a:lnTo>
                  <a:lnTo>
                    <a:pt x="272" y="545"/>
                  </a:lnTo>
                  <a:lnTo>
                    <a:pt x="258" y="548"/>
                  </a:lnTo>
                  <a:lnTo>
                    <a:pt x="244" y="548"/>
                  </a:lnTo>
                  <a:lnTo>
                    <a:pt x="231" y="547"/>
                  </a:lnTo>
                  <a:lnTo>
                    <a:pt x="219" y="544"/>
                  </a:lnTo>
                  <a:lnTo>
                    <a:pt x="206" y="540"/>
                  </a:lnTo>
                  <a:lnTo>
                    <a:pt x="196" y="535"/>
                  </a:lnTo>
                  <a:lnTo>
                    <a:pt x="187" y="529"/>
                  </a:lnTo>
                  <a:lnTo>
                    <a:pt x="180" y="523"/>
                  </a:lnTo>
                  <a:lnTo>
                    <a:pt x="180" y="523"/>
                  </a:lnTo>
                  <a:lnTo>
                    <a:pt x="172" y="517"/>
                  </a:lnTo>
                  <a:lnTo>
                    <a:pt x="163" y="514"/>
                  </a:lnTo>
                  <a:lnTo>
                    <a:pt x="150" y="512"/>
                  </a:lnTo>
                  <a:lnTo>
                    <a:pt x="138" y="511"/>
                  </a:lnTo>
                  <a:lnTo>
                    <a:pt x="126" y="509"/>
                  </a:lnTo>
                  <a:lnTo>
                    <a:pt x="114" y="507"/>
                  </a:lnTo>
                  <a:lnTo>
                    <a:pt x="102" y="502"/>
                  </a:lnTo>
                  <a:lnTo>
                    <a:pt x="93" y="495"/>
                  </a:lnTo>
                  <a:lnTo>
                    <a:pt x="93" y="495"/>
                  </a:lnTo>
                  <a:lnTo>
                    <a:pt x="86" y="487"/>
                  </a:lnTo>
                  <a:lnTo>
                    <a:pt x="81" y="479"/>
                  </a:lnTo>
                  <a:lnTo>
                    <a:pt x="78" y="472"/>
                  </a:lnTo>
                  <a:lnTo>
                    <a:pt x="76" y="464"/>
                  </a:lnTo>
                  <a:lnTo>
                    <a:pt x="76" y="459"/>
                  </a:lnTo>
                  <a:lnTo>
                    <a:pt x="76" y="455"/>
                  </a:lnTo>
                  <a:lnTo>
                    <a:pt x="76" y="453"/>
                  </a:lnTo>
                  <a:lnTo>
                    <a:pt x="76" y="452"/>
                  </a:lnTo>
                  <a:lnTo>
                    <a:pt x="76" y="452"/>
                  </a:lnTo>
                  <a:lnTo>
                    <a:pt x="76" y="452"/>
                  </a:lnTo>
                  <a:lnTo>
                    <a:pt x="75" y="451"/>
                  </a:lnTo>
                  <a:lnTo>
                    <a:pt x="74" y="449"/>
                  </a:lnTo>
                  <a:lnTo>
                    <a:pt x="72" y="448"/>
                  </a:lnTo>
                  <a:lnTo>
                    <a:pt x="68" y="446"/>
                  </a:lnTo>
                  <a:lnTo>
                    <a:pt x="62" y="444"/>
                  </a:lnTo>
                  <a:lnTo>
                    <a:pt x="53" y="442"/>
                  </a:lnTo>
                  <a:lnTo>
                    <a:pt x="42" y="441"/>
                  </a:lnTo>
                  <a:lnTo>
                    <a:pt x="42" y="441"/>
                  </a:lnTo>
                  <a:lnTo>
                    <a:pt x="32" y="440"/>
                  </a:lnTo>
                  <a:lnTo>
                    <a:pt x="26" y="437"/>
                  </a:lnTo>
                  <a:lnTo>
                    <a:pt x="22" y="435"/>
                  </a:lnTo>
                  <a:lnTo>
                    <a:pt x="20" y="434"/>
                  </a:lnTo>
                  <a:lnTo>
                    <a:pt x="18" y="435"/>
                  </a:lnTo>
                  <a:lnTo>
                    <a:pt x="15" y="438"/>
                  </a:lnTo>
                  <a:lnTo>
                    <a:pt x="10" y="444"/>
                  </a:lnTo>
                  <a:lnTo>
                    <a:pt x="0" y="455"/>
                  </a:lnTo>
                  <a:lnTo>
                    <a:pt x="0" y="455"/>
                  </a:lnTo>
                  <a:lnTo>
                    <a:pt x="3" y="442"/>
                  </a:lnTo>
                  <a:lnTo>
                    <a:pt x="5" y="432"/>
                  </a:lnTo>
                  <a:lnTo>
                    <a:pt x="5" y="424"/>
                  </a:lnTo>
                  <a:lnTo>
                    <a:pt x="5" y="417"/>
                  </a:lnTo>
                  <a:lnTo>
                    <a:pt x="4" y="413"/>
                  </a:lnTo>
                  <a:lnTo>
                    <a:pt x="4" y="410"/>
                  </a:lnTo>
                  <a:lnTo>
                    <a:pt x="5" y="408"/>
                  </a:lnTo>
                  <a:lnTo>
                    <a:pt x="8" y="407"/>
                  </a:lnTo>
                  <a:lnTo>
                    <a:pt x="8" y="407"/>
                  </a:lnTo>
                  <a:lnTo>
                    <a:pt x="12" y="404"/>
                  </a:lnTo>
                  <a:lnTo>
                    <a:pt x="17" y="397"/>
                  </a:lnTo>
                  <a:lnTo>
                    <a:pt x="23" y="389"/>
                  </a:lnTo>
                  <a:lnTo>
                    <a:pt x="28" y="379"/>
                  </a:lnTo>
                  <a:lnTo>
                    <a:pt x="33" y="368"/>
                  </a:lnTo>
                  <a:lnTo>
                    <a:pt x="36" y="357"/>
                  </a:lnTo>
                  <a:lnTo>
                    <a:pt x="39" y="349"/>
                  </a:lnTo>
                  <a:lnTo>
                    <a:pt x="40" y="342"/>
                  </a:lnTo>
                  <a:lnTo>
                    <a:pt x="40" y="342"/>
                  </a:lnTo>
                  <a:lnTo>
                    <a:pt x="41" y="335"/>
                  </a:lnTo>
                  <a:lnTo>
                    <a:pt x="45" y="324"/>
                  </a:lnTo>
                  <a:lnTo>
                    <a:pt x="49" y="311"/>
                  </a:lnTo>
                  <a:lnTo>
                    <a:pt x="55" y="298"/>
                  </a:lnTo>
                  <a:lnTo>
                    <a:pt x="62" y="285"/>
                  </a:lnTo>
                  <a:lnTo>
                    <a:pt x="66" y="275"/>
                  </a:lnTo>
                  <a:lnTo>
                    <a:pt x="70" y="268"/>
                  </a:lnTo>
                  <a:lnTo>
                    <a:pt x="71" y="264"/>
                  </a:lnTo>
                  <a:lnTo>
                    <a:pt x="71" y="264"/>
                  </a:lnTo>
                  <a:lnTo>
                    <a:pt x="73" y="263"/>
                  </a:lnTo>
                  <a:lnTo>
                    <a:pt x="79" y="260"/>
                  </a:lnTo>
                  <a:lnTo>
                    <a:pt x="87" y="255"/>
                  </a:lnTo>
                  <a:lnTo>
                    <a:pt x="97" y="249"/>
                  </a:lnTo>
                  <a:lnTo>
                    <a:pt x="108" y="242"/>
                  </a:lnTo>
                  <a:lnTo>
                    <a:pt x="119" y="235"/>
                  </a:lnTo>
                  <a:lnTo>
                    <a:pt x="129" y="228"/>
                  </a:lnTo>
                  <a:lnTo>
                    <a:pt x="138" y="222"/>
                  </a:lnTo>
                  <a:lnTo>
                    <a:pt x="138" y="222"/>
                  </a:lnTo>
                  <a:lnTo>
                    <a:pt x="144" y="213"/>
                  </a:lnTo>
                  <a:lnTo>
                    <a:pt x="148" y="203"/>
                  </a:lnTo>
                  <a:lnTo>
                    <a:pt x="152" y="191"/>
                  </a:lnTo>
                  <a:lnTo>
                    <a:pt x="155" y="179"/>
                  </a:lnTo>
                  <a:lnTo>
                    <a:pt x="159" y="168"/>
                  </a:lnTo>
                  <a:lnTo>
                    <a:pt x="162" y="156"/>
                  </a:lnTo>
                  <a:lnTo>
                    <a:pt x="166" y="147"/>
                  </a:lnTo>
                  <a:lnTo>
                    <a:pt x="171" y="140"/>
                  </a:lnTo>
                  <a:lnTo>
                    <a:pt x="171" y="140"/>
                  </a:lnTo>
                  <a:lnTo>
                    <a:pt x="177" y="136"/>
                  </a:lnTo>
                  <a:lnTo>
                    <a:pt x="185" y="133"/>
                  </a:lnTo>
                  <a:lnTo>
                    <a:pt x="192" y="130"/>
                  </a:lnTo>
                  <a:lnTo>
                    <a:pt x="200" y="129"/>
                  </a:lnTo>
                  <a:lnTo>
                    <a:pt x="208" y="127"/>
                  </a:lnTo>
                  <a:lnTo>
                    <a:pt x="215" y="125"/>
                  </a:lnTo>
                  <a:lnTo>
                    <a:pt x="221" y="121"/>
                  </a:lnTo>
                  <a:lnTo>
                    <a:pt x="226" y="115"/>
                  </a:lnTo>
                  <a:lnTo>
                    <a:pt x="226" y="115"/>
                  </a:lnTo>
                  <a:lnTo>
                    <a:pt x="230" y="109"/>
                  </a:lnTo>
                  <a:lnTo>
                    <a:pt x="236" y="102"/>
                  </a:lnTo>
                  <a:lnTo>
                    <a:pt x="242" y="96"/>
                  </a:lnTo>
                  <a:lnTo>
                    <a:pt x="249" y="90"/>
                  </a:lnTo>
                  <a:lnTo>
                    <a:pt x="258" y="85"/>
                  </a:lnTo>
                  <a:lnTo>
                    <a:pt x="266" y="82"/>
                  </a:lnTo>
                  <a:lnTo>
                    <a:pt x="273" y="80"/>
                  </a:lnTo>
                  <a:lnTo>
                    <a:pt x="281" y="81"/>
                  </a:lnTo>
                  <a:lnTo>
                    <a:pt x="281" y="81"/>
                  </a:lnTo>
                  <a:lnTo>
                    <a:pt x="288" y="83"/>
                  </a:lnTo>
                  <a:lnTo>
                    <a:pt x="296" y="85"/>
                  </a:lnTo>
                  <a:lnTo>
                    <a:pt x="304" y="86"/>
                  </a:lnTo>
                  <a:lnTo>
                    <a:pt x="314" y="86"/>
                  </a:lnTo>
                  <a:lnTo>
                    <a:pt x="323" y="85"/>
                  </a:lnTo>
                  <a:lnTo>
                    <a:pt x="331" y="83"/>
                  </a:lnTo>
                  <a:lnTo>
                    <a:pt x="339" y="78"/>
                  </a:lnTo>
                  <a:lnTo>
                    <a:pt x="346" y="71"/>
                  </a:lnTo>
                  <a:lnTo>
                    <a:pt x="346" y="71"/>
                  </a:lnTo>
                  <a:lnTo>
                    <a:pt x="353" y="63"/>
                  </a:lnTo>
                  <a:lnTo>
                    <a:pt x="361" y="57"/>
                  </a:lnTo>
                  <a:lnTo>
                    <a:pt x="370" y="53"/>
                  </a:lnTo>
                  <a:lnTo>
                    <a:pt x="378" y="50"/>
                  </a:lnTo>
                  <a:lnTo>
                    <a:pt x="387" y="49"/>
                  </a:lnTo>
                  <a:lnTo>
                    <a:pt x="396" y="50"/>
                  </a:lnTo>
                  <a:lnTo>
                    <a:pt x="404" y="52"/>
                  </a:lnTo>
                  <a:lnTo>
                    <a:pt x="412" y="56"/>
                  </a:lnTo>
                  <a:lnTo>
                    <a:pt x="412" y="56"/>
                  </a:lnTo>
                  <a:lnTo>
                    <a:pt x="420" y="59"/>
                  </a:lnTo>
                  <a:lnTo>
                    <a:pt x="428" y="60"/>
                  </a:lnTo>
                  <a:lnTo>
                    <a:pt x="437" y="60"/>
                  </a:lnTo>
                  <a:lnTo>
                    <a:pt x="446" y="59"/>
                  </a:lnTo>
                  <a:lnTo>
                    <a:pt x="455" y="57"/>
                  </a:lnTo>
                  <a:lnTo>
                    <a:pt x="464" y="55"/>
                  </a:lnTo>
                  <a:lnTo>
                    <a:pt x="471" y="52"/>
                  </a:lnTo>
                  <a:lnTo>
                    <a:pt x="477" y="50"/>
                  </a:lnTo>
                  <a:lnTo>
                    <a:pt x="477" y="50"/>
                  </a:lnTo>
                  <a:lnTo>
                    <a:pt x="480" y="48"/>
                  </a:lnTo>
                  <a:lnTo>
                    <a:pt x="483" y="44"/>
                  </a:lnTo>
                  <a:lnTo>
                    <a:pt x="486" y="39"/>
                  </a:lnTo>
                  <a:lnTo>
                    <a:pt x="490" y="33"/>
                  </a:lnTo>
                  <a:lnTo>
                    <a:pt x="495" y="26"/>
                  </a:lnTo>
                  <a:lnTo>
                    <a:pt x="499" y="18"/>
                  </a:lnTo>
                  <a:lnTo>
                    <a:pt x="503" y="9"/>
                  </a:lnTo>
                  <a:lnTo>
                    <a:pt x="509" y="0"/>
                  </a:lnTo>
                  <a:lnTo>
                    <a:pt x="509" y="0"/>
                  </a:lnTo>
                  <a:lnTo>
                    <a:pt x="513" y="6"/>
                  </a:lnTo>
                  <a:lnTo>
                    <a:pt x="517" y="11"/>
                  </a:lnTo>
                  <a:lnTo>
                    <a:pt x="523" y="16"/>
                  </a:lnTo>
                  <a:lnTo>
                    <a:pt x="530" y="20"/>
                  </a:lnTo>
                  <a:lnTo>
                    <a:pt x="530" y="20"/>
                  </a:lnTo>
                  <a:lnTo>
                    <a:pt x="547" y="26"/>
                  </a:lnTo>
                  <a:lnTo>
                    <a:pt x="565" y="28"/>
                  </a:lnTo>
                  <a:lnTo>
                    <a:pt x="581" y="28"/>
                  </a:lnTo>
                  <a:lnTo>
                    <a:pt x="597" y="27"/>
                  </a:lnTo>
                  <a:lnTo>
                    <a:pt x="613" y="28"/>
                  </a:lnTo>
                  <a:lnTo>
                    <a:pt x="627" y="31"/>
                  </a:lnTo>
                  <a:lnTo>
                    <a:pt x="639" y="38"/>
                  </a:lnTo>
                  <a:lnTo>
                    <a:pt x="648" y="50"/>
                  </a:lnTo>
                  <a:lnTo>
                    <a:pt x="648" y="50"/>
                  </a:lnTo>
                  <a:lnTo>
                    <a:pt x="657" y="63"/>
                  </a:lnTo>
                  <a:lnTo>
                    <a:pt x="666" y="73"/>
                  </a:lnTo>
                  <a:lnTo>
                    <a:pt x="676" y="79"/>
                  </a:lnTo>
                  <a:lnTo>
                    <a:pt x="687" y="81"/>
                  </a:lnTo>
                  <a:lnTo>
                    <a:pt x="698" y="81"/>
                  </a:lnTo>
                  <a:lnTo>
                    <a:pt x="711" y="80"/>
                  </a:lnTo>
                  <a:lnTo>
                    <a:pt x="725" y="77"/>
                  </a:lnTo>
                  <a:lnTo>
                    <a:pt x="740" y="75"/>
                  </a:lnTo>
                  <a:lnTo>
                    <a:pt x="740" y="75"/>
                  </a:lnTo>
                  <a:lnTo>
                    <a:pt x="756" y="74"/>
                  </a:lnTo>
                  <a:lnTo>
                    <a:pt x="769" y="75"/>
                  </a:lnTo>
                  <a:lnTo>
                    <a:pt x="781" y="76"/>
                  </a:lnTo>
                  <a:lnTo>
                    <a:pt x="791" y="79"/>
                  </a:lnTo>
                  <a:lnTo>
                    <a:pt x="798" y="84"/>
                  </a:lnTo>
                  <a:lnTo>
                    <a:pt x="803" y="90"/>
                  </a:lnTo>
                  <a:lnTo>
                    <a:pt x="807" y="97"/>
                  </a:lnTo>
                  <a:lnTo>
                    <a:pt x="808" y="105"/>
                  </a:lnTo>
                  <a:lnTo>
                    <a:pt x="808" y="105"/>
                  </a:lnTo>
                  <a:lnTo>
                    <a:pt x="807" y="115"/>
                  </a:lnTo>
                  <a:lnTo>
                    <a:pt x="806" y="126"/>
                  </a:lnTo>
                  <a:lnTo>
                    <a:pt x="804" y="135"/>
                  </a:lnTo>
                  <a:lnTo>
                    <a:pt x="806" y="144"/>
                  </a:lnTo>
                  <a:lnTo>
                    <a:pt x="808" y="151"/>
                  </a:lnTo>
                  <a:lnTo>
                    <a:pt x="813" y="155"/>
                  </a:lnTo>
                  <a:lnTo>
                    <a:pt x="821" y="157"/>
                  </a:lnTo>
                  <a:lnTo>
                    <a:pt x="832" y="156"/>
                  </a:lnTo>
                  <a:lnTo>
                    <a:pt x="832" y="156"/>
                  </a:lnTo>
                  <a:lnTo>
                    <a:pt x="844" y="153"/>
                  </a:lnTo>
                  <a:lnTo>
                    <a:pt x="854" y="151"/>
                  </a:lnTo>
                  <a:lnTo>
                    <a:pt x="863" y="149"/>
                  </a:lnTo>
                  <a:lnTo>
                    <a:pt x="870" y="149"/>
                  </a:lnTo>
                  <a:lnTo>
                    <a:pt x="877" y="150"/>
                  </a:lnTo>
                  <a:lnTo>
                    <a:pt x="883" y="154"/>
                  </a:lnTo>
                  <a:lnTo>
                    <a:pt x="889" y="160"/>
                  </a:lnTo>
                  <a:lnTo>
                    <a:pt x="897" y="171"/>
                  </a:lnTo>
                  <a:lnTo>
                    <a:pt x="897" y="171"/>
                  </a:lnTo>
                  <a:lnTo>
                    <a:pt x="904" y="182"/>
                  </a:lnTo>
                  <a:lnTo>
                    <a:pt x="911" y="192"/>
                  </a:lnTo>
                  <a:lnTo>
                    <a:pt x="916" y="201"/>
                  </a:lnTo>
                  <a:lnTo>
                    <a:pt x="921" y="209"/>
                  </a:lnTo>
                  <a:lnTo>
                    <a:pt x="926" y="215"/>
                  </a:lnTo>
                  <a:lnTo>
                    <a:pt x="931" y="220"/>
                  </a:lnTo>
                  <a:lnTo>
                    <a:pt x="939" y="222"/>
                  </a:lnTo>
                  <a:lnTo>
                    <a:pt x="948" y="222"/>
                  </a:lnTo>
                  <a:lnTo>
                    <a:pt x="948" y="222"/>
                  </a:lnTo>
                  <a:lnTo>
                    <a:pt x="958" y="219"/>
                  </a:lnTo>
                  <a:lnTo>
                    <a:pt x="966" y="214"/>
                  </a:lnTo>
                  <a:lnTo>
                    <a:pt x="973" y="210"/>
                  </a:lnTo>
                  <a:lnTo>
                    <a:pt x="980" y="208"/>
                  </a:lnTo>
                  <a:lnTo>
                    <a:pt x="986" y="208"/>
                  </a:lnTo>
                  <a:lnTo>
                    <a:pt x="992" y="212"/>
                  </a:lnTo>
                  <a:lnTo>
                    <a:pt x="998" y="221"/>
                  </a:lnTo>
                  <a:lnTo>
                    <a:pt x="1006" y="236"/>
                  </a:lnTo>
                  <a:lnTo>
                    <a:pt x="1006" y="236"/>
                  </a:lnTo>
                  <a:lnTo>
                    <a:pt x="1012" y="252"/>
                  </a:lnTo>
                  <a:lnTo>
                    <a:pt x="1016" y="264"/>
                  </a:lnTo>
                  <a:lnTo>
                    <a:pt x="1019" y="276"/>
                  </a:lnTo>
                  <a:lnTo>
                    <a:pt x="1021" y="284"/>
                  </a:lnTo>
                  <a:lnTo>
                    <a:pt x="1025" y="292"/>
                  </a:lnTo>
                  <a:lnTo>
                    <a:pt x="1030" y="300"/>
                  </a:lnTo>
                  <a:lnTo>
                    <a:pt x="1038" y="308"/>
                  </a:lnTo>
                  <a:lnTo>
                    <a:pt x="1050" y="318"/>
                  </a:lnTo>
                  <a:lnTo>
                    <a:pt x="1050" y="318"/>
                  </a:lnTo>
                  <a:lnTo>
                    <a:pt x="1064" y="327"/>
                  </a:lnTo>
                  <a:lnTo>
                    <a:pt x="1076" y="336"/>
                  </a:lnTo>
                  <a:lnTo>
                    <a:pt x="1087" y="345"/>
                  </a:lnTo>
                  <a:lnTo>
                    <a:pt x="1096" y="355"/>
                  </a:lnTo>
                  <a:lnTo>
                    <a:pt x="1103" y="366"/>
                  </a:lnTo>
                  <a:lnTo>
                    <a:pt x="1110" y="381"/>
                  </a:lnTo>
                  <a:lnTo>
                    <a:pt x="1114" y="396"/>
                  </a:lnTo>
                  <a:lnTo>
                    <a:pt x="1116" y="415"/>
                  </a:lnTo>
                  <a:lnTo>
                    <a:pt x="1116" y="415"/>
                  </a:lnTo>
                  <a:lnTo>
                    <a:pt x="1118" y="436"/>
                  </a:lnTo>
                  <a:lnTo>
                    <a:pt x="1121" y="455"/>
                  </a:lnTo>
                  <a:lnTo>
                    <a:pt x="1124" y="474"/>
                  </a:lnTo>
                  <a:lnTo>
                    <a:pt x="1128" y="491"/>
                  </a:lnTo>
                  <a:lnTo>
                    <a:pt x="1129" y="506"/>
                  </a:lnTo>
                  <a:lnTo>
                    <a:pt x="1129" y="520"/>
                  </a:lnTo>
                  <a:lnTo>
                    <a:pt x="1125" y="529"/>
                  </a:lnTo>
                  <a:lnTo>
                    <a:pt x="1118" y="534"/>
                  </a:lnTo>
                  <a:lnTo>
                    <a:pt x="1118" y="534"/>
                  </a:lnTo>
                  <a:lnTo>
                    <a:pt x="1109" y="538"/>
                  </a:lnTo>
                  <a:lnTo>
                    <a:pt x="1100" y="543"/>
                  </a:lnTo>
                  <a:lnTo>
                    <a:pt x="1093" y="549"/>
                  </a:lnTo>
                  <a:lnTo>
                    <a:pt x="1088" y="556"/>
                  </a:lnTo>
                  <a:lnTo>
                    <a:pt x="1085" y="564"/>
                  </a:lnTo>
                  <a:lnTo>
                    <a:pt x="1085" y="575"/>
                  </a:lnTo>
                  <a:lnTo>
                    <a:pt x="1088" y="585"/>
                  </a:lnTo>
                  <a:lnTo>
                    <a:pt x="1095" y="597"/>
                  </a:lnTo>
                  <a:lnTo>
                    <a:pt x="1095" y="597"/>
                  </a:lnTo>
                  <a:lnTo>
                    <a:pt x="1102" y="611"/>
                  </a:lnTo>
                  <a:lnTo>
                    <a:pt x="1106" y="626"/>
                  </a:lnTo>
                  <a:lnTo>
                    <a:pt x="1103" y="641"/>
                  </a:lnTo>
                  <a:lnTo>
                    <a:pt x="1099" y="655"/>
                  </a:lnTo>
                  <a:lnTo>
                    <a:pt x="1093" y="668"/>
                  </a:lnTo>
                  <a:lnTo>
                    <a:pt x="1086" y="679"/>
                  </a:lnTo>
                  <a:lnTo>
                    <a:pt x="1079" y="686"/>
                  </a:lnTo>
                  <a:lnTo>
                    <a:pt x="1073" y="689"/>
                  </a:lnTo>
                  <a:lnTo>
                    <a:pt x="1073" y="689"/>
                  </a:lnTo>
                  <a:lnTo>
                    <a:pt x="1068" y="692"/>
                  </a:lnTo>
                  <a:lnTo>
                    <a:pt x="1064" y="700"/>
                  </a:lnTo>
                  <a:lnTo>
                    <a:pt x="1061" y="710"/>
                  </a:lnTo>
                  <a:lnTo>
                    <a:pt x="1061" y="721"/>
                  </a:lnTo>
                  <a:lnTo>
                    <a:pt x="1064" y="732"/>
                  </a:lnTo>
                  <a:lnTo>
                    <a:pt x="1071" y="740"/>
                  </a:lnTo>
                  <a:lnTo>
                    <a:pt x="1083" y="745"/>
                  </a:lnTo>
                  <a:lnTo>
                    <a:pt x="1101" y="744"/>
                  </a:lnTo>
                  <a:lnTo>
                    <a:pt x="1101" y="744"/>
                  </a:lnTo>
                  <a:lnTo>
                    <a:pt x="1121" y="740"/>
                  </a:lnTo>
                  <a:lnTo>
                    <a:pt x="1136" y="735"/>
                  </a:lnTo>
                  <a:lnTo>
                    <a:pt x="1150" y="729"/>
                  </a:lnTo>
                  <a:lnTo>
                    <a:pt x="1163" y="723"/>
                  </a:lnTo>
                  <a:lnTo>
                    <a:pt x="1174" y="718"/>
                  </a:lnTo>
                  <a:lnTo>
                    <a:pt x="1185" y="716"/>
                  </a:lnTo>
                  <a:lnTo>
                    <a:pt x="1196" y="716"/>
                  </a:lnTo>
                  <a:lnTo>
                    <a:pt x="1210" y="722"/>
                  </a:lnTo>
                  <a:lnTo>
                    <a:pt x="1210" y="722"/>
                  </a:lnTo>
                  <a:lnTo>
                    <a:pt x="1223" y="729"/>
                  </a:lnTo>
                  <a:lnTo>
                    <a:pt x="1236" y="736"/>
                  </a:lnTo>
                  <a:lnTo>
                    <a:pt x="1248" y="742"/>
                  </a:lnTo>
                  <a:lnTo>
                    <a:pt x="1260" y="749"/>
                  </a:lnTo>
                  <a:lnTo>
                    <a:pt x="1268" y="755"/>
                  </a:lnTo>
                  <a:lnTo>
                    <a:pt x="1274" y="763"/>
                  </a:lnTo>
                  <a:lnTo>
                    <a:pt x="1277" y="772"/>
                  </a:lnTo>
                  <a:lnTo>
                    <a:pt x="1277" y="781"/>
                  </a:lnTo>
                  <a:lnTo>
                    <a:pt x="1277" y="781"/>
                  </a:lnTo>
                  <a:lnTo>
                    <a:pt x="1277" y="792"/>
                  </a:lnTo>
                  <a:lnTo>
                    <a:pt x="1279" y="806"/>
                  </a:lnTo>
                  <a:lnTo>
                    <a:pt x="1283" y="823"/>
                  </a:lnTo>
                  <a:lnTo>
                    <a:pt x="1288" y="841"/>
                  </a:lnTo>
                  <a:lnTo>
                    <a:pt x="1292" y="859"/>
                  </a:lnTo>
                  <a:lnTo>
                    <a:pt x="1295" y="877"/>
                  </a:lnTo>
                  <a:lnTo>
                    <a:pt x="1296" y="892"/>
                  </a:lnTo>
                  <a:lnTo>
                    <a:pt x="1295" y="905"/>
                  </a:lnTo>
                  <a:lnTo>
                    <a:pt x="1295" y="905"/>
                  </a:lnTo>
                  <a:lnTo>
                    <a:pt x="1291" y="917"/>
                  </a:lnTo>
                  <a:lnTo>
                    <a:pt x="1285" y="933"/>
                  </a:lnTo>
                  <a:lnTo>
                    <a:pt x="1278" y="949"/>
                  </a:lnTo>
                  <a:lnTo>
                    <a:pt x="1272" y="965"/>
                  </a:lnTo>
                  <a:lnTo>
                    <a:pt x="1266" y="982"/>
                  </a:lnTo>
                  <a:lnTo>
                    <a:pt x="1263" y="998"/>
                  </a:lnTo>
                  <a:lnTo>
                    <a:pt x="1262" y="1013"/>
                  </a:lnTo>
                  <a:lnTo>
                    <a:pt x="1265" y="1026"/>
                  </a:lnTo>
                  <a:lnTo>
                    <a:pt x="1265" y="1026"/>
                  </a:lnTo>
                  <a:lnTo>
                    <a:pt x="1267" y="1036"/>
                  </a:lnTo>
                  <a:lnTo>
                    <a:pt x="1266" y="1049"/>
                  </a:lnTo>
                  <a:lnTo>
                    <a:pt x="1264" y="1062"/>
                  </a:lnTo>
                  <a:lnTo>
                    <a:pt x="1262" y="1078"/>
                  </a:lnTo>
                  <a:lnTo>
                    <a:pt x="1260" y="1092"/>
                  </a:lnTo>
                  <a:lnTo>
                    <a:pt x="1259" y="1106"/>
                  </a:lnTo>
                  <a:lnTo>
                    <a:pt x="1261" y="1119"/>
                  </a:lnTo>
                  <a:lnTo>
                    <a:pt x="1267" y="1131"/>
                  </a:lnTo>
                  <a:lnTo>
                    <a:pt x="1267" y="1131"/>
                  </a:lnTo>
                  <a:lnTo>
                    <a:pt x="1263" y="1137"/>
                  </a:lnTo>
                  <a:lnTo>
                    <a:pt x="1259" y="1143"/>
                  </a:lnTo>
                  <a:lnTo>
                    <a:pt x="1255" y="1148"/>
                  </a:lnTo>
                  <a:lnTo>
                    <a:pt x="1250" y="1154"/>
                  </a:lnTo>
                  <a:lnTo>
                    <a:pt x="1245" y="1160"/>
                  </a:lnTo>
                  <a:lnTo>
                    <a:pt x="1240" y="1166"/>
                  </a:lnTo>
                  <a:lnTo>
                    <a:pt x="1234" y="1171"/>
                  </a:lnTo>
                  <a:lnTo>
                    <a:pt x="1228" y="1177"/>
                  </a:lnTo>
                  <a:lnTo>
                    <a:pt x="1228" y="1177"/>
                  </a:lnTo>
                  <a:lnTo>
                    <a:pt x="1217" y="1184"/>
                  </a:lnTo>
                  <a:lnTo>
                    <a:pt x="1210" y="1190"/>
                  </a:lnTo>
                  <a:lnTo>
                    <a:pt x="1206" y="1196"/>
                  </a:lnTo>
                  <a:lnTo>
                    <a:pt x="1205" y="1202"/>
                  </a:lnTo>
                  <a:lnTo>
                    <a:pt x="1203" y="1210"/>
                  </a:lnTo>
                  <a:lnTo>
                    <a:pt x="1206" y="1219"/>
                  </a:lnTo>
                  <a:lnTo>
                    <a:pt x="1207" y="1232"/>
                  </a:lnTo>
                  <a:lnTo>
                    <a:pt x="1208" y="1248"/>
                  </a:lnTo>
                  <a:lnTo>
                    <a:pt x="1208" y="1248"/>
                  </a:lnTo>
                  <a:lnTo>
                    <a:pt x="1209" y="1263"/>
                  </a:lnTo>
                  <a:lnTo>
                    <a:pt x="1210" y="1275"/>
                  </a:lnTo>
                  <a:lnTo>
                    <a:pt x="1209" y="1282"/>
                  </a:lnTo>
                  <a:lnTo>
                    <a:pt x="1206" y="1287"/>
                  </a:lnTo>
                  <a:lnTo>
                    <a:pt x="1199" y="1291"/>
                  </a:lnTo>
                  <a:lnTo>
                    <a:pt x="1189" y="1293"/>
                  </a:lnTo>
                  <a:lnTo>
                    <a:pt x="1175" y="1297"/>
                  </a:lnTo>
                  <a:lnTo>
                    <a:pt x="1155" y="1301"/>
                  </a:lnTo>
                  <a:lnTo>
                    <a:pt x="1155" y="1301"/>
                  </a:lnTo>
                  <a:lnTo>
                    <a:pt x="1135" y="1306"/>
                  </a:lnTo>
                  <a:lnTo>
                    <a:pt x="1124" y="1312"/>
                  </a:lnTo>
                  <a:lnTo>
                    <a:pt x="1117" y="1318"/>
                  </a:lnTo>
                  <a:lnTo>
                    <a:pt x="1115" y="1326"/>
                  </a:lnTo>
                  <a:lnTo>
                    <a:pt x="1114" y="1335"/>
                  </a:lnTo>
                  <a:lnTo>
                    <a:pt x="1114" y="1344"/>
                  </a:lnTo>
                  <a:lnTo>
                    <a:pt x="1113" y="1356"/>
                  </a:lnTo>
                  <a:lnTo>
                    <a:pt x="1110" y="1370"/>
                  </a:lnTo>
                  <a:lnTo>
                    <a:pt x="1110" y="1370"/>
                  </a:lnTo>
                  <a:lnTo>
                    <a:pt x="1105" y="1385"/>
                  </a:lnTo>
                  <a:lnTo>
                    <a:pt x="1099" y="1394"/>
                  </a:lnTo>
                  <a:lnTo>
                    <a:pt x="1092" y="1400"/>
                  </a:lnTo>
                  <a:lnTo>
                    <a:pt x="1084" y="1403"/>
                  </a:lnTo>
                  <a:lnTo>
                    <a:pt x="1074" y="1403"/>
                  </a:lnTo>
                  <a:lnTo>
                    <a:pt x="1062" y="1402"/>
                  </a:lnTo>
                  <a:lnTo>
                    <a:pt x="1046" y="1400"/>
                  </a:lnTo>
                  <a:lnTo>
                    <a:pt x="1028" y="1397"/>
                  </a:lnTo>
                  <a:lnTo>
                    <a:pt x="1028" y="1397"/>
                  </a:lnTo>
                  <a:lnTo>
                    <a:pt x="1011" y="1397"/>
                  </a:lnTo>
                  <a:lnTo>
                    <a:pt x="996" y="1401"/>
                  </a:lnTo>
                  <a:lnTo>
                    <a:pt x="984" y="1408"/>
                  </a:lnTo>
                  <a:lnTo>
                    <a:pt x="975" y="1418"/>
                  </a:lnTo>
                  <a:lnTo>
                    <a:pt x="967" y="1430"/>
                  </a:lnTo>
                  <a:lnTo>
                    <a:pt x="960" y="1442"/>
                  </a:lnTo>
                  <a:lnTo>
                    <a:pt x="951" y="1452"/>
                  </a:lnTo>
                  <a:lnTo>
                    <a:pt x="942" y="1460"/>
                  </a:lnTo>
                  <a:lnTo>
                    <a:pt x="942" y="1460"/>
                  </a:lnTo>
                  <a:lnTo>
                    <a:pt x="933" y="1469"/>
                  </a:lnTo>
                  <a:lnTo>
                    <a:pt x="926" y="1480"/>
                  </a:lnTo>
                  <a:lnTo>
                    <a:pt x="920" y="1491"/>
                  </a:lnTo>
                  <a:lnTo>
                    <a:pt x="916" y="1503"/>
                  </a:lnTo>
                  <a:lnTo>
                    <a:pt x="913" y="1515"/>
                  </a:lnTo>
                  <a:lnTo>
                    <a:pt x="910" y="1528"/>
                  </a:lnTo>
                  <a:lnTo>
                    <a:pt x="907" y="1539"/>
                  </a:lnTo>
                  <a:lnTo>
                    <a:pt x="903" y="1548"/>
                  </a:lnTo>
                  <a:lnTo>
                    <a:pt x="903" y="1548"/>
                  </a:lnTo>
                  <a:lnTo>
                    <a:pt x="902" y="1549"/>
                  </a:lnTo>
                  <a:lnTo>
                    <a:pt x="902" y="1549"/>
                  </a:lnTo>
                  <a:lnTo>
                    <a:pt x="902" y="1549"/>
                  </a:lnTo>
                  <a:lnTo>
                    <a:pt x="902" y="1550"/>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55" name=""/>
            <p:cNvSpPr/>
            <p:nvPr/>
          </p:nvSpPr>
          <p:spPr>
            <a:xfrm>
              <a:off x="576720" y="3368880"/>
              <a:ext cx="11160" cy="10080"/>
            </a:xfrm>
            <a:custGeom>
              <a:avLst/>
              <a:gdLst/>
              <a:ahLst/>
              <a:rect l="l" t="t" r="r" b="b"/>
              <a:pathLst>
                <a:path w="63" h="61">
                  <a:moveTo>
                    <a:pt x="29" y="19"/>
                  </a:moveTo>
                  <a:lnTo>
                    <a:pt x="30" y="16"/>
                  </a:lnTo>
                  <a:lnTo>
                    <a:pt x="34" y="8"/>
                  </a:lnTo>
                  <a:lnTo>
                    <a:pt x="41" y="2"/>
                  </a:lnTo>
                  <a:lnTo>
                    <a:pt x="52" y="0"/>
                  </a:lnTo>
                  <a:lnTo>
                    <a:pt x="60" y="6"/>
                  </a:lnTo>
                  <a:lnTo>
                    <a:pt x="58" y="15"/>
                  </a:lnTo>
                  <a:lnTo>
                    <a:pt x="52" y="24"/>
                  </a:lnTo>
                  <a:lnTo>
                    <a:pt x="49" y="28"/>
                  </a:lnTo>
                  <a:lnTo>
                    <a:pt x="51" y="29"/>
                  </a:lnTo>
                  <a:lnTo>
                    <a:pt x="56" y="34"/>
                  </a:lnTo>
                  <a:lnTo>
                    <a:pt x="61" y="41"/>
                  </a:lnTo>
                  <a:lnTo>
                    <a:pt x="63" y="53"/>
                  </a:lnTo>
                  <a:lnTo>
                    <a:pt x="62" y="58"/>
                  </a:lnTo>
                  <a:lnTo>
                    <a:pt x="60" y="60"/>
                  </a:lnTo>
                  <a:lnTo>
                    <a:pt x="57" y="61"/>
                  </a:lnTo>
                  <a:lnTo>
                    <a:pt x="52" y="60"/>
                  </a:lnTo>
                  <a:lnTo>
                    <a:pt x="46" y="58"/>
                  </a:lnTo>
                  <a:lnTo>
                    <a:pt x="39" y="57"/>
                  </a:lnTo>
                  <a:lnTo>
                    <a:pt x="29" y="56"/>
                  </a:lnTo>
                  <a:lnTo>
                    <a:pt x="18" y="56"/>
                  </a:lnTo>
                  <a:lnTo>
                    <a:pt x="9" y="56"/>
                  </a:lnTo>
                  <a:lnTo>
                    <a:pt x="3" y="53"/>
                  </a:lnTo>
                  <a:lnTo>
                    <a:pt x="0" y="49"/>
                  </a:lnTo>
                  <a:lnTo>
                    <a:pt x="0" y="44"/>
                  </a:lnTo>
                  <a:lnTo>
                    <a:pt x="1" y="39"/>
                  </a:lnTo>
                  <a:lnTo>
                    <a:pt x="2" y="34"/>
                  </a:lnTo>
                  <a:lnTo>
                    <a:pt x="3" y="31"/>
                  </a:lnTo>
                  <a:lnTo>
                    <a:pt x="4" y="30"/>
                  </a:lnTo>
                  <a:lnTo>
                    <a:pt x="7" y="30"/>
                  </a:lnTo>
                  <a:lnTo>
                    <a:pt x="15" y="29"/>
                  </a:lnTo>
                  <a:lnTo>
                    <a:pt x="24" y="25"/>
                  </a:lnTo>
                  <a:lnTo>
                    <a:pt x="29" y="19"/>
                  </a:lnTo>
                  <a:close/>
                </a:path>
              </a:pathLst>
            </a:custGeom>
            <a:solidFill>
              <a:srgbClr val="ccff66"/>
            </a:solidFill>
            <a:ln w="0">
              <a:noFill/>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9056" name=""/>
            <p:cNvSpPr/>
            <p:nvPr/>
          </p:nvSpPr>
          <p:spPr>
            <a:xfrm>
              <a:off x="576720" y="3368880"/>
              <a:ext cx="11160" cy="10080"/>
            </a:xfrm>
            <a:custGeom>
              <a:avLst/>
              <a:gdLst/>
              <a:ahLst/>
              <a:rect l="l" t="t" r="r" b="b"/>
              <a:pathLst>
                <a:path w="63" h="61">
                  <a:moveTo>
                    <a:pt x="29" y="19"/>
                  </a:moveTo>
                  <a:lnTo>
                    <a:pt x="29" y="19"/>
                  </a:lnTo>
                  <a:lnTo>
                    <a:pt x="30" y="16"/>
                  </a:lnTo>
                  <a:lnTo>
                    <a:pt x="34" y="8"/>
                  </a:lnTo>
                  <a:lnTo>
                    <a:pt x="41" y="2"/>
                  </a:lnTo>
                  <a:lnTo>
                    <a:pt x="52" y="0"/>
                  </a:lnTo>
                  <a:lnTo>
                    <a:pt x="52" y="0"/>
                  </a:lnTo>
                  <a:lnTo>
                    <a:pt x="60" y="6"/>
                  </a:lnTo>
                  <a:lnTo>
                    <a:pt x="58" y="15"/>
                  </a:lnTo>
                  <a:lnTo>
                    <a:pt x="52" y="24"/>
                  </a:lnTo>
                  <a:lnTo>
                    <a:pt x="49" y="28"/>
                  </a:lnTo>
                  <a:lnTo>
                    <a:pt x="49" y="28"/>
                  </a:lnTo>
                  <a:lnTo>
                    <a:pt x="51" y="29"/>
                  </a:lnTo>
                  <a:lnTo>
                    <a:pt x="56" y="34"/>
                  </a:lnTo>
                  <a:lnTo>
                    <a:pt x="61" y="41"/>
                  </a:lnTo>
                  <a:lnTo>
                    <a:pt x="63" y="53"/>
                  </a:lnTo>
                  <a:lnTo>
                    <a:pt x="63" y="53"/>
                  </a:lnTo>
                  <a:lnTo>
                    <a:pt x="62" y="58"/>
                  </a:lnTo>
                  <a:lnTo>
                    <a:pt x="60" y="60"/>
                  </a:lnTo>
                  <a:lnTo>
                    <a:pt x="57" y="61"/>
                  </a:lnTo>
                  <a:lnTo>
                    <a:pt x="52" y="60"/>
                  </a:lnTo>
                  <a:lnTo>
                    <a:pt x="46" y="58"/>
                  </a:lnTo>
                  <a:lnTo>
                    <a:pt x="39" y="57"/>
                  </a:lnTo>
                  <a:lnTo>
                    <a:pt x="29" y="56"/>
                  </a:lnTo>
                  <a:lnTo>
                    <a:pt x="18" y="56"/>
                  </a:lnTo>
                  <a:lnTo>
                    <a:pt x="18" y="56"/>
                  </a:lnTo>
                  <a:lnTo>
                    <a:pt x="9" y="56"/>
                  </a:lnTo>
                  <a:lnTo>
                    <a:pt x="3" y="53"/>
                  </a:lnTo>
                  <a:lnTo>
                    <a:pt x="0" y="49"/>
                  </a:lnTo>
                  <a:lnTo>
                    <a:pt x="0" y="44"/>
                  </a:lnTo>
                  <a:lnTo>
                    <a:pt x="1" y="39"/>
                  </a:lnTo>
                  <a:lnTo>
                    <a:pt x="2" y="34"/>
                  </a:lnTo>
                  <a:lnTo>
                    <a:pt x="3" y="31"/>
                  </a:lnTo>
                  <a:lnTo>
                    <a:pt x="4" y="30"/>
                  </a:lnTo>
                  <a:lnTo>
                    <a:pt x="4" y="30"/>
                  </a:lnTo>
                  <a:lnTo>
                    <a:pt x="7" y="30"/>
                  </a:lnTo>
                  <a:lnTo>
                    <a:pt x="15" y="29"/>
                  </a:lnTo>
                  <a:lnTo>
                    <a:pt x="24" y="25"/>
                  </a:lnTo>
                  <a:lnTo>
                    <a:pt x="29" y="19"/>
                  </a:lnTo>
                </a:path>
              </a:pathLst>
            </a:custGeom>
            <a:noFill/>
            <a:ln w="0">
              <a:solidFill>
                <a:srgbClr val="000000"/>
              </a:solidFill>
            </a:ln>
          </p:spPr>
          <p:style>
            <a:lnRef idx="0"/>
            <a:fillRef idx="0"/>
            <a:effectRef idx="0"/>
            <a:fontRef idx="minor"/>
          </p:style>
          <p:txBody>
            <a:bodyPr lIns="90000" rIns="90000" tIns="-36720" bIns="-36720" anchor="t">
              <a:noAutofit/>
            </a:bodyPr>
            <a:p>
              <a:endParaRPr b="0" lang="en-US" sz="2400" spc="-1" strike="noStrike">
                <a:solidFill>
                  <a:srgbClr val="000000"/>
                </a:solidFill>
                <a:latin typeface="Times New Roman"/>
              </a:endParaRPr>
            </a:p>
          </p:txBody>
        </p:sp>
        <p:sp>
          <p:nvSpPr>
            <p:cNvPr id="9057" name=""/>
            <p:cNvSpPr/>
            <p:nvPr/>
          </p:nvSpPr>
          <p:spPr>
            <a:xfrm>
              <a:off x="610920" y="3417480"/>
              <a:ext cx="14400" cy="10800"/>
            </a:xfrm>
            <a:custGeom>
              <a:avLst/>
              <a:gdLst/>
              <a:ahLst/>
              <a:rect l="l" t="t" r="r" b="b"/>
              <a:pathLst>
                <a:path w="79" h="69">
                  <a:moveTo>
                    <a:pt x="60" y="50"/>
                  </a:moveTo>
                  <a:lnTo>
                    <a:pt x="79" y="18"/>
                  </a:lnTo>
                  <a:lnTo>
                    <a:pt x="78" y="17"/>
                  </a:lnTo>
                  <a:lnTo>
                    <a:pt x="74" y="14"/>
                  </a:lnTo>
                  <a:lnTo>
                    <a:pt x="68" y="10"/>
                  </a:lnTo>
                  <a:lnTo>
                    <a:pt x="61" y="6"/>
                  </a:lnTo>
                  <a:lnTo>
                    <a:pt x="54" y="2"/>
                  </a:lnTo>
                  <a:lnTo>
                    <a:pt x="46" y="0"/>
                  </a:lnTo>
                  <a:lnTo>
                    <a:pt x="38" y="1"/>
                  </a:lnTo>
                  <a:lnTo>
                    <a:pt x="32" y="4"/>
                  </a:lnTo>
                  <a:lnTo>
                    <a:pt x="28" y="10"/>
                  </a:lnTo>
                  <a:lnTo>
                    <a:pt x="26" y="17"/>
                  </a:lnTo>
                  <a:lnTo>
                    <a:pt x="24" y="24"/>
                  </a:lnTo>
                  <a:lnTo>
                    <a:pt x="24" y="31"/>
                  </a:lnTo>
                  <a:lnTo>
                    <a:pt x="23" y="37"/>
                  </a:lnTo>
                  <a:lnTo>
                    <a:pt x="21" y="42"/>
                  </a:lnTo>
                  <a:lnTo>
                    <a:pt x="17" y="44"/>
                  </a:lnTo>
                  <a:lnTo>
                    <a:pt x="12" y="43"/>
                  </a:lnTo>
                  <a:lnTo>
                    <a:pt x="6" y="42"/>
                  </a:lnTo>
                  <a:lnTo>
                    <a:pt x="2" y="44"/>
                  </a:lnTo>
                  <a:lnTo>
                    <a:pt x="0" y="47"/>
                  </a:lnTo>
                  <a:lnTo>
                    <a:pt x="0" y="53"/>
                  </a:lnTo>
                  <a:lnTo>
                    <a:pt x="1" y="58"/>
                  </a:lnTo>
                  <a:lnTo>
                    <a:pt x="4" y="63"/>
                  </a:lnTo>
                  <a:lnTo>
                    <a:pt x="7" y="67"/>
                  </a:lnTo>
                  <a:lnTo>
                    <a:pt x="12" y="69"/>
                  </a:lnTo>
                  <a:lnTo>
                    <a:pt x="18" y="69"/>
                  </a:lnTo>
                  <a:lnTo>
                    <a:pt x="25" y="69"/>
                  </a:lnTo>
                  <a:lnTo>
                    <a:pt x="32" y="67"/>
                  </a:lnTo>
                  <a:lnTo>
                    <a:pt x="41" y="65"/>
                  </a:lnTo>
                  <a:lnTo>
                    <a:pt x="48" y="62"/>
                  </a:lnTo>
                  <a:lnTo>
                    <a:pt x="53" y="58"/>
                  </a:lnTo>
                  <a:lnTo>
                    <a:pt x="58" y="54"/>
                  </a:lnTo>
                  <a:lnTo>
                    <a:pt x="60" y="50"/>
                  </a:lnTo>
                  <a:close/>
                </a:path>
              </a:pathLst>
            </a:custGeom>
            <a:solidFill>
              <a:srgbClr val="ccff66"/>
            </a:solidFill>
            <a:ln w="0">
              <a:no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9058" name=""/>
            <p:cNvSpPr/>
            <p:nvPr/>
          </p:nvSpPr>
          <p:spPr>
            <a:xfrm>
              <a:off x="610920" y="3417480"/>
              <a:ext cx="14400" cy="10800"/>
            </a:xfrm>
            <a:custGeom>
              <a:avLst/>
              <a:gdLst/>
              <a:ahLst/>
              <a:rect l="l" t="t" r="r" b="b"/>
              <a:pathLst>
                <a:path w="79" h="69">
                  <a:moveTo>
                    <a:pt x="60" y="50"/>
                  </a:moveTo>
                  <a:lnTo>
                    <a:pt x="79" y="18"/>
                  </a:lnTo>
                  <a:lnTo>
                    <a:pt x="79" y="18"/>
                  </a:lnTo>
                  <a:lnTo>
                    <a:pt x="78" y="17"/>
                  </a:lnTo>
                  <a:lnTo>
                    <a:pt x="74" y="14"/>
                  </a:lnTo>
                  <a:lnTo>
                    <a:pt x="68" y="10"/>
                  </a:lnTo>
                  <a:lnTo>
                    <a:pt x="61" y="6"/>
                  </a:lnTo>
                  <a:lnTo>
                    <a:pt x="54" y="2"/>
                  </a:lnTo>
                  <a:lnTo>
                    <a:pt x="46" y="0"/>
                  </a:lnTo>
                  <a:lnTo>
                    <a:pt x="38" y="1"/>
                  </a:lnTo>
                  <a:lnTo>
                    <a:pt x="32" y="4"/>
                  </a:lnTo>
                  <a:lnTo>
                    <a:pt x="32" y="4"/>
                  </a:lnTo>
                  <a:lnTo>
                    <a:pt x="28" y="10"/>
                  </a:lnTo>
                  <a:lnTo>
                    <a:pt x="26" y="17"/>
                  </a:lnTo>
                  <a:lnTo>
                    <a:pt x="24" y="24"/>
                  </a:lnTo>
                  <a:lnTo>
                    <a:pt x="24" y="31"/>
                  </a:lnTo>
                  <a:lnTo>
                    <a:pt x="23" y="37"/>
                  </a:lnTo>
                  <a:lnTo>
                    <a:pt x="21" y="42"/>
                  </a:lnTo>
                  <a:lnTo>
                    <a:pt x="17" y="44"/>
                  </a:lnTo>
                  <a:lnTo>
                    <a:pt x="12" y="43"/>
                  </a:lnTo>
                  <a:lnTo>
                    <a:pt x="12" y="43"/>
                  </a:lnTo>
                  <a:lnTo>
                    <a:pt x="6" y="42"/>
                  </a:lnTo>
                  <a:lnTo>
                    <a:pt x="2" y="44"/>
                  </a:lnTo>
                  <a:lnTo>
                    <a:pt x="0" y="47"/>
                  </a:lnTo>
                  <a:lnTo>
                    <a:pt x="0" y="53"/>
                  </a:lnTo>
                  <a:lnTo>
                    <a:pt x="1" y="58"/>
                  </a:lnTo>
                  <a:lnTo>
                    <a:pt x="4" y="63"/>
                  </a:lnTo>
                  <a:lnTo>
                    <a:pt x="7" y="67"/>
                  </a:lnTo>
                  <a:lnTo>
                    <a:pt x="12" y="69"/>
                  </a:lnTo>
                  <a:lnTo>
                    <a:pt x="12" y="69"/>
                  </a:lnTo>
                  <a:lnTo>
                    <a:pt x="18" y="69"/>
                  </a:lnTo>
                  <a:lnTo>
                    <a:pt x="25" y="69"/>
                  </a:lnTo>
                  <a:lnTo>
                    <a:pt x="32" y="67"/>
                  </a:lnTo>
                  <a:lnTo>
                    <a:pt x="41" y="65"/>
                  </a:lnTo>
                  <a:lnTo>
                    <a:pt x="48" y="62"/>
                  </a:lnTo>
                  <a:lnTo>
                    <a:pt x="53" y="58"/>
                  </a:lnTo>
                  <a:lnTo>
                    <a:pt x="58" y="54"/>
                  </a:lnTo>
                  <a:lnTo>
                    <a:pt x="60" y="50"/>
                  </a:lnTo>
                </a:path>
              </a:pathLst>
            </a:custGeom>
            <a:noFill/>
            <a:ln w="0">
              <a:solidFill>
                <a:srgbClr val="000000"/>
              </a:solidFill>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9059" name=""/>
            <p:cNvSpPr/>
            <p:nvPr/>
          </p:nvSpPr>
          <p:spPr>
            <a:xfrm>
              <a:off x="623880" y="3465000"/>
              <a:ext cx="9000" cy="13320"/>
            </a:xfrm>
            <a:custGeom>
              <a:avLst/>
              <a:gdLst/>
              <a:ahLst/>
              <a:rect l="l" t="t" r="r" b="b"/>
              <a:pathLst>
                <a:path w="51" h="83">
                  <a:moveTo>
                    <a:pt x="36" y="0"/>
                  </a:moveTo>
                  <a:lnTo>
                    <a:pt x="17" y="40"/>
                  </a:lnTo>
                  <a:lnTo>
                    <a:pt x="15" y="41"/>
                  </a:lnTo>
                  <a:lnTo>
                    <a:pt x="12" y="42"/>
                  </a:lnTo>
                  <a:lnTo>
                    <a:pt x="8" y="45"/>
                  </a:lnTo>
                  <a:lnTo>
                    <a:pt x="4" y="48"/>
                  </a:lnTo>
                  <a:lnTo>
                    <a:pt x="1" y="52"/>
                  </a:lnTo>
                  <a:lnTo>
                    <a:pt x="0" y="58"/>
                  </a:lnTo>
                  <a:lnTo>
                    <a:pt x="2" y="65"/>
                  </a:lnTo>
                  <a:lnTo>
                    <a:pt x="8" y="72"/>
                  </a:lnTo>
                  <a:lnTo>
                    <a:pt x="17" y="78"/>
                  </a:lnTo>
                  <a:lnTo>
                    <a:pt x="24" y="82"/>
                  </a:lnTo>
                  <a:lnTo>
                    <a:pt x="30" y="83"/>
                  </a:lnTo>
                  <a:lnTo>
                    <a:pt x="36" y="82"/>
                  </a:lnTo>
                  <a:lnTo>
                    <a:pt x="41" y="79"/>
                  </a:lnTo>
                  <a:lnTo>
                    <a:pt x="45" y="74"/>
                  </a:lnTo>
                  <a:lnTo>
                    <a:pt x="48" y="67"/>
                  </a:lnTo>
                  <a:lnTo>
                    <a:pt x="50" y="58"/>
                  </a:lnTo>
                  <a:lnTo>
                    <a:pt x="51" y="49"/>
                  </a:lnTo>
                  <a:lnTo>
                    <a:pt x="51" y="41"/>
                  </a:lnTo>
                  <a:lnTo>
                    <a:pt x="50" y="33"/>
                  </a:lnTo>
                  <a:lnTo>
                    <a:pt x="48" y="26"/>
                  </a:lnTo>
                  <a:lnTo>
                    <a:pt x="45" y="19"/>
                  </a:lnTo>
                  <a:lnTo>
                    <a:pt x="42" y="12"/>
                  </a:lnTo>
                  <a:lnTo>
                    <a:pt x="39" y="5"/>
                  </a:lnTo>
                  <a:lnTo>
                    <a:pt x="36" y="0"/>
                  </a:lnTo>
                  <a:close/>
                </a:path>
              </a:pathLst>
            </a:custGeom>
            <a:solidFill>
              <a:srgbClr val="ccff66"/>
            </a:solidFill>
            <a:ln w="0">
              <a:noFill/>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9060" name=""/>
            <p:cNvSpPr/>
            <p:nvPr/>
          </p:nvSpPr>
          <p:spPr>
            <a:xfrm>
              <a:off x="623880" y="3465000"/>
              <a:ext cx="9000" cy="13320"/>
            </a:xfrm>
            <a:custGeom>
              <a:avLst/>
              <a:gdLst/>
              <a:ahLst/>
              <a:rect l="l" t="t" r="r" b="b"/>
              <a:pathLst>
                <a:path w="51" h="83">
                  <a:moveTo>
                    <a:pt x="36" y="0"/>
                  </a:moveTo>
                  <a:lnTo>
                    <a:pt x="17" y="40"/>
                  </a:lnTo>
                  <a:lnTo>
                    <a:pt x="17" y="40"/>
                  </a:lnTo>
                  <a:lnTo>
                    <a:pt x="15" y="41"/>
                  </a:lnTo>
                  <a:lnTo>
                    <a:pt x="12" y="42"/>
                  </a:lnTo>
                  <a:lnTo>
                    <a:pt x="8" y="45"/>
                  </a:lnTo>
                  <a:lnTo>
                    <a:pt x="4" y="48"/>
                  </a:lnTo>
                  <a:lnTo>
                    <a:pt x="1" y="52"/>
                  </a:lnTo>
                  <a:lnTo>
                    <a:pt x="0" y="58"/>
                  </a:lnTo>
                  <a:lnTo>
                    <a:pt x="2" y="65"/>
                  </a:lnTo>
                  <a:lnTo>
                    <a:pt x="8" y="72"/>
                  </a:lnTo>
                  <a:lnTo>
                    <a:pt x="8" y="72"/>
                  </a:lnTo>
                  <a:lnTo>
                    <a:pt x="17" y="78"/>
                  </a:lnTo>
                  <a:lnTo>
                    <a:pt x="24" y="82"/>
                  </a:lnTo>
                  <a:lnTo>
                    <a:pt x="30" y="83"/>
                  </a:lnTo>
                  <a:lnTo>
                    <a:pt x="36" y="82"/>
                  </a:lnTo>
                  <a:lnTo>
                    <a:pt x="41" y="79"/>
                  </a:lnTo>
                  <a:lnTo>
                    <a:pt x="45" y="74"/>
                  </a:lnTo>
                  <a:lnTo>
                    <a:pt x="48" y="67"/>
                  </a:lnTo>
                  <a:lnTo>
                    <a:pt x="50" y="58"/>
                  </a:lnTo>
                  <a:lnTo>
                    <a:pt x="50" y="58"/>
                  </a:lnTo>
                  <a:lnTo>
                    <a:pt x="51" y="49"/>
                  </a:lnTo>
                  <a:lnTo>
                    <a:pt x="51" y="41"/>
                  </a:lnTo>
                  <a:lnTo>
                    <a:pt x="50" y="33"/>
                  </a:lnTo>
                  <a:lnTo>
                    <a:pt x="48" y="26"/>
                  </a:lnTo>
                  <a:lnTo>
                    <a:pt x="45" y="19"/>
                  </a:lnTo>
                  <a:lnTo>
                    <a:pt x="42" y="12"/>
                  </a:lnTo>
                  <a:lnTo>
                    <a:pt x="39" y="5"/>
                  </a:lnTo>
                  <a:lnTo>
                    <a:pt x="36" y="0"/>
                  </a:lnTo>
                </a:path>
              </a:pathLst>
            </a:custGeom>
            <a:noFill/>
            <a:ln w="0">
              <a:solidFill>
                <a:srgbClr val="000000"/>
              </a:solidFill>
            </a:ln>
          </p:spPr>
          <p:style>
            <a:lnRef idx="0"/>
            <a:fillRef idx="0"/>
            <a:effectRef idx="0"/>
            <a:fontRef idx="minor"/>
          </p:style>
          <p:txBody>
            <a:bodyPr lIns="90000" rIns="90000" tIns="-33480" bIns="-33480" anchor="t">
              <a:noAutofit/>
            </a:bodyPr>
            <a:p>
              <a:endParaRPr b="0" lang="en-US" sz="2400" spc="-1" strike="noStrike">
                <a:solidFill>
                  <a:srgbClr val="000000"/>
                </a:solidFill>
                <a:latin typeface="Times New Roman"/>
              </a:endParaRPr>
            </a:p>
          </p:txBody>
        </p:sp>
        <p:sp>
          <p:nvSpPr>
            <p:cNvPr id="9061" name=""/>
            <p:cNvSpPr/>
            <p:nvPr/>
          </p:nvSpPr>
          <p:spPr>
            <a:xfrm>
              <a:off x="549360" y="3466080"/>
              <a:ext cx="5400" cy="6840"/>
            </a:xfrm>
            <a:custGeom>
              <a:avLst/>
              <a:gdLst/>
              <a:ahLst/>
              <a:rect l="l" t="t" r="r" b="b"/>
              <a:pathLst>
                <a:path w="31" h="46">
                  <a:moveTo>
                    <a:pt x="25" y="46"/>
                  </a:moveTo>
                  <a:lnTo>
                    <a:pt x="26" y="46"/>
                  </a:lnTo>
                  <a:lnTo>
                    <a:pt x="29" y="45"/>
                  </a:lnTo>
                  <a:lnTo>
                    <a:pt x="31" y="41"/>
                  </a:lnTo>
                  <a:lnTo>
                    <a:pt x="31" y="32"/>
                  </a:lnTo>
                  <a:lnTo>
                    <a:pt x="29" y="26"/>
                  </a:lnTo>
                  <a:lnTo>
                    <a:pt x="26" y="19"/>
                  </a:lnTo>
                  <a:lnTo>
                    <a:pt x="23" y="13"/>
                  </a:lnTo>
                  <a:lnTo>
                    <a:pt x="19" y="7"/>
                  </a:lnTo>
                  <a:lnTo>
                    <a:pt x="14" y="3"/>
                  </a:lnTo>
                  <a:lnTo>
                    <a:pt x="11" y="0"/>
                  </a:lnTo>
                  <a:lnTo>
                    <a:pt x="8" y="3"/>
                  </a:lnTo>
                  <a:lnTo>
                    <a:pt x="6" y="7"/>
                  </a:lnTo>
                  <a:lnTo>
                    <a:pt x="5" y="13"/>
                  </a:lnTo>
                  <a:lnTo>
                    <a:pt x="4" y="19"/>
                  </a:lnTo>
                  <a:lnTo>
                    <a:pt x="3" y="25"/>
                  </a:lnTo>
                  <a:lnTo>
                    <a:pt x="2" y="30"/>
                  </a:lnTo>
                  <a:lnTo>
                    <a:pt x="1" y="34"/>
                  </a:lnTo>
                  <a:lnTo>
                    <a:pt x="1" y="37"/>
                  </a:lnTo>
                  <a:lnTo>
                    <a:pt x="0" y="39"/>
                  </a:lnTo>
                  <a:lnTo>
                    <a:pt x="0" y="40"/>
                  </a:lnTo>
                  <a:lnTo>
                    <a:pt x="3" y="41"/>
                  </a:lnTo>
                  <a:lnTo>
                    <a:pt x="11" y="44"/>
                  </a:lnTo>
                  <a:lnTo>
                    <a:pt x="20" y="46"/>
                  </a:lnTo>
                  <a:lnTo>
                    <a:pt x="25" y="46"/>
                  </a:lnTo>
                  <a:close/>
                </a:path>
              </a:pathLst>
            </a:custGeom>
            <a:solidFill>
              <a:srgbClr val="ccff66"/>
            </a:solidFill>
            <a:ln w="0">
              <a:no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9062" name=""/>
            <p:cNvSpPr/>
            <p:nvPr/>
          </p:nvSpPr>
          <p:spPr>
            <a:xfrm>
              <a:off x="549360" y="3466080"/>
              <a:ext cx="5400" cy="6840"/>
            </a:xfrm>
            <a:custGeom>
              <a:avLst/>
              <a:gdLst/>
              <a:ahLst/>
              <a:rect l="l" t="t" r="r" b="b"/>
              <a:pathLst>
                <a:path w="31" h="46">
                  <a:moveTo>
                    <a:pt x="25" y="46"/>
                  </a:moveTo>
                  <a:lnTo>
                    <a:pt x="25" y="46"/>
                  </a:lnTo>
                  <a:lnTo>
                    <a:pt x="26" y="46"/>
                  </a:lnTo>
                  <a:lnTo>
                    <a:pt x="29" y="45"/>
                  </a:lnTo>
                  <a:lnTo>
                    <a:pt x="31" y="41"/>
                  </a:lnTo>
                  <a:lnTo>
                    <a:pt x="31" y="32"/>
                  </a:lnTo>
                  <a:lnTo>
                    <a:pt x="31" y="32"/>
                  </a:lnTo>
                  <a:lnTo>
                    <a:pt x="29" y="26"/>
                  </a:lnTo>
                  <a:lnTo>
                    <a:pt x="26" y="19"/>
                  </a:lnTo>
                  <a:lnTo>
                    <a:pt x="23" y="13"/>
                  </a:lnTo>
                  <a:lnTo>
                    <a:pt x="19" y="7"/>
                  </a:lnTo>
                  <a:lnTo>
                    <a:pt x="14" y="3"/>
                  </a:lnTo>
                  <a:lnTo>
                    <a:pt x="11" y="0"/>
                  </a:lnTo>
                  <a:lnTo>
                    <a:pt x="8" y="3"/>
                  </a:lnTo>
                  <a:lnTo>
                    <a:pt x="6" y="7"/>
                  </a:lnTo>
                  <a:lnTo>
                    <a:pt x="6" y="7"/>
                  </a:lnTo>
                  <a:lnTo>
                    <a:pt x="5" y="13"/>
                  </a:lnTo>
                  <a:lnTo>
                    <a:pt x="4" y="19"/>
                  </a:lnTo>
                  <a:lnTo>
                    <a:pt x="3" y="25"/>
                  </a:lnTo>
                  <a:lnTo>
                    <a:pt x="2" y="30"/>
                  </a:lnTo>
                  <a:lnTo>
                    <a:pt x="1" y="34"/>
                  </a:lnTo>
                  <a:lnTo>
                    <a:pt x="1" y="37"/>
                  </a:lnTo>
                  <a:lnTo>
                    <a:pt x="0" y="39"/>
                  </a:lnTo>
                  <a:lnTo>
                    <a:pt x="0" y="40"/>
                  </a:lnTo>
                  <a:lnTo>
                    <a:pt x="0" y="40"/>
                  </a:lnTo>
                  <a:lnTo>
                    <a:pt x="3" y="41"/>
                  </a:lnTo>
                  <a:lnTo>
                    <a:pt x="11" y="44"/>
                  </a:lnTo>
                  <a:lnTo>
                    <a:pt x="20" y="46"/>
                  </a:lnTo>
                  <a:lnTo>
                    <a:pt x="25" y="46"/>
                  </a:lnTo>
                </a:path>
              </a:pathLst>
            </a:custGeom>
            <a:noFill/>
            <a:ln w="0">
              <a:solidFill>
                <a:srgbClr val="000000"/>
              </a:solid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9063" name=""/>
            <p:cNvSpPr/>
            <p:nvPr/>
          </p:nvSpPr>
          <p:spPr>
            <a:xfrm>
              <a:off x="522000" y="3499920"/>
              <a:ext cx="5400" cy="3600"/>
            </a:xfrm>
            <a:custGeom>
              <a:avLst/>
              <a:gdLst/>
              <a:ahLst/>
              <a:rect l="l" t="t" r="r" b="b"/>
              <a:pathLst>
                <a:path w="31" h="24">
                  <a:moveTo>
                    <a:pt x="31" y="0"/>
                  </a:moveTo>
                  <a:lnTo>
                    <a:pt x="0" y="2"/>
                  </a:lnTo>
                  <a:lnTo>
                    <a:pt x="11" y="24"/>
                  </a:lnTo>
                  <a:lnTo>
                    <a:pt x="15" y="24"/>
                  </a:lnTo>
                  <a:lnTo>
                    <a:pt x="22" y="21"/>
                  </a:lnTo>
                  <a:lnTo>
                    <a:pt x="29" y="14"/>
                  </a:lnTo>
                  <a:lnTo>
                    <a:pt x="31" y="0"/>
                  </a:lnTo>
                  <a:close/>
                </a:path>
              </a:pathLst>
            </a:custGeom>
            <a:solidFill>
              <a:srgbClr val="ccff66"/>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9064" name=""/>
            <p:cNvSpPr/>
            <p:nvPr/>
          </p:nvSpPr>
          <p:spPr>
            <a:xfrm>
              <a:off x="522000" y="3499920"/>
              <a:ext cx="5400" cy="3600"/>
            </a:xfrm>
            <a:custGeom>
              <a:avLst/>
              <a:gdLst/>
              <a:ahLst/>
              <a:rect l="l" t="t" r="r" b="b"/>
              <a:pathLst>
                <a:path w="31" h="24">
                  <a:moveTo>
                    <a:pt x="31" y="0"/>
                  </a:moveTo>
                  <a:lnTo>
                    <a:pt x="0" y="2"/>
                  </a:lnTo>
                  <a:lnTo>
                    <a:pt x="11" y="24"/>
                  </a:lnTo>
                  <a:lnTo>
                    <a:pt x="11" y="24"/>
                  </a:lnTo>
                  <a:lnTo>
                    <a:pt x="15" y="24"/>
                  </a:lnTo>
                  <a:lnTo>
                    <a:pt x="22" y="21"/>
                  </a:lnTo>
                  <a:lnTo>
                    <a:pt x="29" y="14"/>
                  </a:lnTo>
                  <a:lnTo>
                    <a:pt x="31" y="0"/>
                  </a:lnTo>
                </a:path>
              </a:pathLst>
            </a:custGeom>
            <a:noFill/>
            <a:ln w="0">
              <a:solidFill>
                <a:srgbClr val="000000"/>
              </a:solid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9065" name=""/>
            <p:cNvSpPr/>
            <p:nvPr/>
          </p:nvSpPr>
          <p:spPr>
            <a:xfrm>
              <a:off x="608040" y="3465000"/>
              <a:ext cx="8280" cy="3600"/>
            </a:xfrm>
            <a:custGeom>
              <a:avLst/>
              <a:gdLst/>
              <a:ahLst/>
              <a:rect l="l" t="t" r="r" b="b"/>
              <a:pathLst>
                <a:path w="47" h="26">
                  <a:moveTo>
                    <a:pt x="24" y="26"/>
                  </a:moveTo>
                  <a:lnTo>
                    <a:pt x="22" y="25"/>
                  </a:lnTo>
                  <a:lnTo>
                    <a:pt x="18" y="23"/>
                  </a:lnTo>
                  <a:lnTo>
                    <a:pt x="13" y="20"/>
                  </a:lnTo>
                  <a:lnTo>
                    <a:pt x="8" y="16"/>
                  </a:lnTo>
                  <a:lnTo>
                    <a:pt x="2" y="12"/>
                  </a:lnTo>
                  <a:lnTo>
                    <a:pt x="0" y="7"/>
                  </a:lnTo>
                  <a:lnTo>
                    <a:pt x="1" y="4"/>
                  </a:lnTo>
                  <a:lnTo>
                    <a:pt x="8" y="1"/>
                  </a:lnTo>
                  <a:lnTo>
                    <a:pt x="16" y="0"/>
                  </a:lnTo>
                  <a:lnTo>
                    <a:pt x="23" y="0"/>
                  </a:lnTo>
                  <a:lnTo>
                    <a:pt x="30" y="1"/>
                  </a:lnTo>
                  <a:lnTo>
                    <a:pt x="36" y="3"/>
                  </a:lnTo>
                  <a:lnTo>
                    <a:pt x="40" y="5"/>
                  </a:lnTo>
                  <a:lnTo>
                    <a:pt x="44" y="7"/>
                  </a:lnTo>
                  <a:lnTo>
                    <a:pt x="46" y="8"/>
                  </a:lnTo>
                  <a:lnTo>
                    <a:pt x="47" y="9"/>
                  </a:lnTo>
                  <a:lnTo>
                    <a:pt x="24" y="26"/>
                  </a:lnTo>
                  <a:close/>
                </a:path>
              </a:pathLst>
            </a:custGeom>
            <a:solidFill>
              <a:srgbClr val="ccff66"/>
            </a:solidFill>
            <a:ln w="0">
              <a:no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9066" name=""/>
            <p:cNvSpPr/>
            <p:nvPr/>
          </p:nvSpPr>
          <p:spPr>
            <a:xfrm>
              <a:off x="608040" y="3465000"/>
              <a:ext cx="8280" cy="3600"/>
            </a:xfrm>
            <a:custGeom>
              <a:avLst/>
              <a:gdLst/>
              <a:ahLst/>
              <a:rect l="l" t="t" r="r" b="b"/>
              <a:pathLst>
                <a:path w="47" h="26">
                  <a:moveTo>
                    <a:pt x="24" y="26"/>
                  </a:moveTo>
                  <a:lnTo>
                    <a:pt x="24" y="26"/>
                  </a:lnTo>
                  <a:lnTo>
                    <a:pt x="22" y="25"/>
                  </a:lnTo>
                  <a:lnTo>
                    <a:pt x="18" y="23"/>
                  </a:lnTo>
                  <a:lnTo>
                    <a:pt x="13" y="20"/>
                  </a:lnTo>
                  <a:lnTo>
                    <a:pt x="8" y="16"/>
                  </a:lnTo>
                  <a:lnTo>
                    <a:pt x="2" y="12"/>
                  </a:lnTo>
                  <a:lnTo>
                    <a:pt x="0" y="7"/>
                  </a:lnTo>
                  <a:lnTo>
                    <a:pt x="1" y="4"/>
                  </a:lnTo>
                  <a:lnTo>
                    <a:pt x="8" y="1"/>
                  </a:lnTo>
                  <a:lnTo>
                    <a:pt x="8" y="1"/>
                  </a:lnTo>
                  <a:lnTo>
                    <a:pt x="16" y="0"/>
                  </a:lnTo>
                  <a:lnTo>
                    <a:pt x="23" y="0"/>
                  </a:lnTo>
                  <a:lnTo>
                    <a:pt x="30" y="1"/>
                  </a:lnTo>
                  <a:lnTo>
                    <a:pt x="36" y="3"/>
                  </a:lnTo>
                  <a:lnTo>
                    <a:pt x="40" y="5"/>
                  </a:lnTo>
                  <a:lnTo>
                    <a:pt x="44" y="7"/>
                  </a:lnTo>
                  <a:lnTo>
                    <a:pt x="46" y="8"/>
                  </a:lnTo>
                  <a:lnTo>
                    <a:pt x="47" y="9"/>
                  </a:lnTo>
                  <a:lnTo>
                    <a:pt x="24" y="26"/>
                  </a:lnTo>
                </a:path>
              </a:pathLst>
            </a:custGeom>
            <a:noFill/>
            <a:ln w="0">
              <a:solidFill>
                <a:srgbClr val="000000"/>
              </a:solidFill>
            </a:ln>
          </p:spPr>
          <p:style>
            <a:lnRef idx="0"/>
            <a:fillRef idx="0"/>
            <a:effectRef idx="0"/>
            <a:fontRef idx="minor"/>
          </p:style>
          <p:txBody>
            <a:bodyPr lIns="90000" rIns="90000" tIns="-43200" bIns="-43200" anchor="t">
              <a:noAutofit/>
            </a:bodyPr>
            <a:p>
              <a:endParaRPr b="0" lang="en-US" sz="2400" spc="-1" strike="noStrike">
                <a:solidFill>
                  <a:srgbClr val="000000"/>
                </a:solidFill>
                <a:latin typeface="Times New Roman"/>
              </a:endParaRPr>
            </a:p>
          </p:txBody>
        </p:sp>
        <p:sp>
          <p:nvSpPr>
            <p:cNvPr id="9067" name=""/>
            <p:cNvSpPr/>
            <p:nvPr/>
          </p:nvSpPr>
          <p:spPr>
            <a:xfrm>
              <a:off x="587880" y="3413880"/>
              <a:ext cx="5040" cy="5400"/>
            </a:xfrm>
            <a:custGeom>
              <a:avLst/>
              <a:gdLst/>
              <a:ahLst/>
              <a:rect l="l" t="t" r="r" b="b"/>
              <a:pathLst>
                <a:path w="29" h="36">
                  <a:moveTo>
                    <a:pt x="12" y="2"/>
                  </a:moveTo>
                  <a:lnTo>
                    <a:pt x="6" y="21"/>
                  </a:lnTo>
                  <a:lnTo>
                    <a:pt x="3" y="23"/>
                  </a:lnTo>
                  <a:lnTo>
                    <a:pt x="0" y="29"/>
                  </a:lnTo>
                  <a:lnTo>
                    <a:pt x="1" y="34"/>
                  </a:lnTo>
                  <a:lnTo>
                    <a:pt x="12" y="36"/>
                  </a:lnTo>
                  <a:lnTo>
                    <a:pt x="26" y="33"/>
                  </a:lnTo>
                  <a:lnTo>
                    <a:pt x="29" y="28"/>
                  </a:lnTo>
                  <a:lnTo>
                    <a:pt x="28" y="21"/>
                  </a:lnTo>
                  <a:lnTo>
                    <a:pt x="27" y="19"/>
                  </a:lnTo>
                  <a:lnTo>
                    <a:pt x="25" y="15"/>
                  </a:lnTo>
                  <a:lnTo>
                    <a:pt x="21" y="6"/>
                  </a:lnTo>
                  <a:lnTo>
                    <a:pt x="15" y="0"/>
                  </a:lnTo>
                  <a:lnTo>
                    <a:pt x="12" y="2"/>
                  </a:lnTo>
                  <a:close/>
                </a:path>
              </a:pathLst>
            </a:custGeom>
            <a:solidFill>
              <a:srgbClr val="ccff66"/>
            </a:solidFill>
            <a:ln w="0">
              <a:noFill/>
            </a:ln>
          </p:spPr>
          <p:style>
            <a:lnRef idx="0"/>
            <a:fillRef idx="0"/>
            <a:effectRef idx="0"/>
            <a:fontRef idx="minor"/>
          </p:style>
          <p:txBody>
            <a:bodyPr lIns="90000" rIns="90000" tIns="-41400" bIns="-41400" anchor="t">
              <a:noAutofit/>
            </a:bodyPr>
            <a:p>
              <a:endParaRPr b="0" lang="en-US" sz="2400" spc="-1" strike="noStrike">
                <a:solidFill>
                  <a:srgbClr val="000000"/>
                </a:solidFill>
                <a:latin typeface="Times New Roman"/>
              </a:endParaRPr>
            </a:p>
          </p:txBody>
        </p:sp>
        <p:sp>
          <p:nvSpPr>
            <p:cNvPr id="9068" name=""/>
            <p:cNvSpPr/>
            <p:nvPr/>
          </p:nvSpPr>
          <p:spPr>
            <a:xfrm>
              <a:off x="587880" y="3413880"/>
              <a:ext cx="5040" cy="5400"/>
            </a:xfrm>
            <a:custGeom>
              <a:avLst/>
              <a:gdLst/>
              <a:ahLst/>
              <a:rect l="l" t="t" r="r" b="b"/>
              <a:pathLst>
                <a:path w="29" h="36">
                  <a:moveTo>
                    <a:pt x="12" y="2"/>
                  </a:moveTo>
                  <a:lnTo>
                    <a:pt x="6" y="21"/>
                  </a:lnTo>
                  <a:lnTo>
                    <a:pt x="6" y="21"/>
                  </a:lnTo>
                  <a:lnTo>
                    <a:pt x="3" y="23"/>
                  </a:lnTo>
                  <a:lnTo>
                    <a:pt x="0" y="29"/>
                  </a:lnTo>
                  <a:lnTo>
                    <a:pt x="1" y="34"/>
                  </a:lnTo>
                  <a:lnTo>
                    <a:pt x="12" y="36"/>
                  </a:lnTo>
                  <a:lnTo>
                    <a:pt x="12" y="36"/>
                  </a:lnTo>
                  <a:lnTo>
                    <a:pt x="26" y="33"/>
                  </a:lnTo>
                  <a:lnTo>
                    <a:pt x="29" y="28"/>
                  </a:lnTo>
                  <a:lnTo>
                    <a:pt x="28" y="21"/>
                  </a:lnTo>
                  <a:lnTo>
                    <a:pt x="27" y="19"/>
                  </a:lnTo>
                  <a:lnTo>
                    <a:pt x="27" y="19"/>
                  </a:lnTo>
                  <a:lnTo>
                    <a:pt x="25" y="15"/>
                  </a:lnTo>
                  <a:lnTo>
                    <a:pt x="21" y="6"/>
                  </a:lnTo>
                  <a:lnTo>
                    <a:pt x="15" y="0"/>
                  </a:lnTo>
                  <a:lnTo>
                    <a:pt x="12" y="2"/>
                  </a:lnTo>
                </a:path>
              </a:pathLst>
            </a:custGeom>
            <a:noFill/>
            <a:ln w="0">
              <a:solidFill>
                <a:srgbClr val="000000"/>
              </a:solidFill>
            </a:ln>
          </p:spPr>
          <p:style>
            <a:lnRef idx="0"/>
            <a:fillRef idx="0"/>
            <a:effectRef idx="0"/>
            <a:fontRef idx="minor"/>
          </p:style>
          <p:txBody>
            <a:bodyPr lIns="90000" rIns="90000" tIns="-41400" bIns="-41400" anchor="t">
              <a:noAutofit/>
            </a:bodyPr>
            <a:p>
              <a:endParaRPr b="0" lang="en-US" sz="2400" spc="-1" strike="noStrike">
                <a:solidFill>
                  <a:srgbClr val="000000"/>
                </a:solidFill>
                <a:latin typeface="Times New Roman"/>
              </a:endParaRPr>
            </a:p>
          </p:txBody>
        </p:sp>
        <p:sp>
          <p:nvSpPr>
            <p:cNvPr id="9069" name=""/>
            <p:cNvSpPr/>
            <p:nvPr/>
          </p:nvSpPr>
          <p:spPr>
            <a:xfrm>
              <a:off x="586800" y="3379320"/>
              <a:ext cx="8280" cy="12240"/>
            </a:xfrm>
            <a:custGeom>
              <a:avLst/>
              <a:gdLst/>
              <a:ahLst/>
              <a:rect l="l" t="t" r="r" b="b"/>
              <a:pathLst>
                <a:path w="51" h="77">
                  <a:moveTo>
                    <a:pt x="19" y="0"/>
                  </a:moveTo>
                  <a:lnTo>
                    <a:pt x="19" y="2"/>
                  </a:lnTo>
                  <a:lnTo>
                    <a:pt x="19" y="6"/>
                  </a:lnTo>
                  <a:lnTo>
                    <a:pt x="20" y="11"/>
                  </a:lnTo>
                  <a:lnTo>
                    <a:pt x="21" y="18"/>
                  </a:lnTo>
                  <a:lnTo>
                    <a:pt x="23" y="25"/>
                  </a:lnTo>
                  <a:lnTo>
                    <a:pt x="25" y="31"/>
                  </a:lnTo>
                  <a:lnTo>
                    <a:pt x="30" y="37"/>
                  </a:lnTo>
                  <a:lnTo>
                    <a:pt x="34" y="39"/>
                  </a:lnTo>
                  <a:lnTo>
                    <a:pt x="39" y="41"/>
                  </a:lnTo>
                  <a:lnTo>
                    <a:pt x="43" y="43"/>
                  </a:lnTo>
                  <a:lnTo>
                    <a:pt x="47" y="47"/>
                  </a:lnTo>
                  <a:lnTo>
                    <a:pt x="50" y="51"/>
                  </a:lnTo>
                  <a:lnTo>
                    <a:pt x="51" y="56"/>
                  </a:lnTo>
                  <a:lnTo>
                    <a:pt x="51" y="61"/>
                  </a:lnTo>
                  <a:lnTo>
                    <a:pt x="49" y="67"/>
                  </a:lnTo>
                  <a:lnTo>
                    <a:pt x="45" y="72"/>
                  </a:lnTo>
                  <a:lnTo>
                    <a:pt x="40" y="76"/>
                  </a:lnTo>
                  <a:lnTo>
                    <a:pt x="34" y="77"/>
                  </a:lnTo>
                  <a:lnTo>
                    <a:pt x="29" y="77"/>
                  </a:lnTo>
                  <a:lnTo>
                    <a:pt x="23" y="74"/>
                  </a:lnTo>
                  <a:lnTo>
                    <a:pt x="19" y="71"/>
                  </a:lnTo>
                  <a:lnTo>
                    <a:pt x="16" y="66"/>
                  </a:lnTo>
                  <a:lnTo>
                    <a:pt x="14" y="61"/>
                  </a:lnTo>
                  <a:lnTo>
                    <a:pt x="13" y="56"/>
                  </a:lnTo>
                  <a:lnTo>
                    <a:pt x="12" y="50"/>
                  </a:lnTo>
                  <a:lnTo>
                    <a:pt x="11" y="44"/>
                  </a:lnTo>
                  <a:lnTo>
                    <a:pt x="9" y="38"/>
                  </a:lnTo>
                  <a:lnTo>
                    <a:pt x="7" y="32"/>
                  </a:lnTo>
                  <a:lnTo>
                    <a:pt x="4" y="27"/>
                  </a:lnTo>
                  <a:lnTo>
                    <a:pt x="2" y="23"/>
                  </a:lnTo>
                  <a:lnTo>
                    <a:pt x="1" y="20"/>
                  </a:lnTo>
                  <a:lnTo>
                    <a:pt x="0" y="19"/>
                  </a:lnTo>
                  <a:lnTo>
                    <a:pt x="1" y="16"/>
                  </a:lnTo>
                  <a:lnTo>
                    <a:pt x="4" y="9"/>
                  </a:lnTo>
                  <a:lnTo>
                    <a:pt x="10" y="3"/>
                  </a:lnTo>
                  <a:lnTo>
                    <a:pt x="19" y="0"/>
                  </a:lnTo>
                  <a:close/>
                </a:path>
              </a:pathLst>
            </a:custGeom>
            <a:solidFill>
              <a:srgbClr val="ccff66"/>
            </a:solidFill>
            <a:ln w="0">
              <a:noFill/>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9070" name=""/>
            <p:cNvSpPr/>
            <p:nvPr/>
          </p:nvSpPr>
          <p:spPr>
            <a:xfrm>
              <a:off x="586800" y="3379320"/>
              <a:ext cx="8280" cy="12240"/>
            </a:xfrm>
            <a:custGeom>
              <a:avLst/>
              <a:gdLst/>
              <a:ahLst/>
              <a:rect l="l" t="t" r="r" b="b"/>
              <a:pathLst>
                <a:path w="51" h="77">
                  <a:moveTo>
                    <a:pt x="19" y="0"/>
                  </a:moveTo>
                  <a:lnTo>
                    <a:pt x="19" y="0"/>
                  </a:lnTo>
                  <a:lnTo>
                    <a:pt x="19" y="2"/>
                  </a:lnTo>
                  <a:lnTo>
                    <a:pt x="19" y="6"/>
                  </a:lnTo>
                  <a:lnTo>
                    <a:pt x="20" y="11"/>
                  </a:lnTo>
                  <a:lnTo>
                    <a:pt x="21" y="18"/>
                  </a:lnTo>
                  <a:lnTo>
                    <a:pt x="23" y="25"/>
                  </a:lnTo>
                  <a:lnTo>
                    <a:pt x="25" y="31"/>
                  </a:lnTo>
                  <a:lnTo>
                    <a:pt x="30" y="37"/>
                  </a:lnTo>
                  <a:lnTo>
                    <a:pt x="34" y="39"/>
                  </a:lnTo>
                  <a:lnTo>
                    <a:pt x="34" y="39"/>
                  </a:lnTo>
                  <a:lnTo>
                    <a:pt x="39" y="41"/>
                  </a:lnTo>
                  <a:lnTo>
                    <a:pt x="43" y="43"/>
                  </a:lnTo>
                  <a:lnTo>
                    <a:pt x="47" y="47"/>
                  </a:lnTo>
                  <a:lnTo>
                    <a:pt x="50" y="51"/>
                  </a:lnTo>
                  <a:lnTo>
                    <a:pt x="51" y="56"/>
                  </a:lnTo>
                  <a:lnTo>
                    <a:pt x="51" y="61"/>
                  </a:lnTo>
                  <a:lnTo>
                    <a:pt x="49" y="67"/>
                  </a:lnTo>
                  <a:lnTo>
                    <a:pt x="45" y="72"/>
                  </a:lnTo>
                  <a:lnTo>
                    <a:pt x="45" y="72"/>
                  </a:lnTo>
                  <a:lnTo>
                    <a:pt x="40" y="76"/>
                  </a:lnTo>
                  <a:lnTo>
                    <a:pt x="34" y="77"/>
                  </a:lnTo>
                  <a:lnTo>
                    <a:pt x="29" y="77"/>
                  </a:lnTo>
                  <a:lnTo>
                    <a:pt x="23" y="74"/>
                  </a:lnTo>
                  <a:lnTo>
                    <a:pt x="19" y="71"/>
                  </a:lnTo>
                  <a:lnTo>
                    <a:pt x="16" y="66"/>
                  </a:lnTo>
                  <a:lnTo>
                    <a:pt x="14" y="61"/>
                  </a:lnTo>
                  <a:lnTo>
                    <a:pt x="13" y="56"/>
                  </a:lnTo>
                  <a:lnTo>
                    <a:pt x="13" y="56"/>
                  </a:lnTo>
                  <a:lnTo>
                    <a:pt x="12" y="50"/>
                  </a:lnTo>
                  <a:lnTo>
                    <a:pt x="11" y="44"/>
                  </a:lnTo>
                  <a:lnTo>
                    <a:pt x="9" y="38"/>
                  </a:lnTo>
                  <a:lnTo>
                    <a:pt x="7" y="32"/>
                  </a:lnTo>
                  <a:lnTo>
                    <a:pt x="4" y="27"/>
                  </a:lnTo>
                  <a:lnTo>
                    <a:pt x="2" y="23"/>
                  </a:lnTo>
                  <a:lnTo>
                    <a:pt x="1" y="20"/>
                  </a:lnTo>
                  <a:lnTo>
                    <a:pt x="0" y="19"/>
                  </a:lnTo>
                  <a:lnTo>
                    <a:pt x="0" y="19"/>
                  </a:lnTo>
                  <a:lnTo>
                    <a:pt x="1" y="16"/>
                  </a:lnTo>
                  <a:lnTo>
                    <a:pt x="4" y="9"/>
                  </a:lnTo>
                  <a:lnTo>
                    <a:pt x="10" y="3"/>
                  </a:lnTo>
                  <a:lnTo>
                    <a:pt x="19" y="0"/>
                  </a:lnTo>
                </a:path>
              </a:pathLst>
            </a:custGeom>
            <a:noFill/>
            <a:ln w="0">
              <a:solidFill>
                <a:srgbClr val="000000"/>
              </a:solidFill>
            </a:ln>
          </p:spPr>
          <p:style>
            <a:lnRef idx="0"/>
            <a:fillRef idx="0"/>
            <a:effectRef idx="0"/>
            <a:fontRef idx="minor"/>
          </p:style>
          <p:txBody>
            <a:bodyPr lIns="90000" rIns="90000" tIns="-34560" bIns="-34560" anchor="t">
              <a:noAutofit/>
            </a:bodyPr>
            <a:p>
              <a:endParaRPr b="0" lang="en-US" sz="2400" spc="-1" strike="noStrike">
                <a:solidFill>
                  <a:srgbClr val="000000"/>
                </a:solidFill>
                <a:latin typeface="Times New Roman"/>
              </a:endParaRPr>
            </a:p>
          </p:txBody>
        </p:sp>
        <p:sp>
          <p:nvSpPr>
            <p:cNvPr id="9071" name=""/>
            <p:cNvSpPr/>
            <p:nvPr/>
          </p:nvSpPr>
          <p:spPr>
            <a:xfrm>
              <a:off x="588960" y="3428640"/>
              <a:ext cx="11160" cy="8280"/>
            </a:xfrm>
            <a:custGeom>
              <a:avLst/>
              <a:gdLst/>
              <a:ahLst/>
              <a:rect l="l" t="t" r="r" b="b"/>
              <a:pathLst>
                <a:path w="66" h="54">
                  <a:moveTo>
                    <a:pt x="9" y="0"/>
                  </a:moveTo>
                  <a:lnTo>
                    <a:pt x="10" y="4"/>
                  </a:lnTo>
                  <a:lnTo>
                    <a:pt x="15" y="11"/>
                  </a:lnTo>
                  <a:lnTo>
                    <a:pt x="22" y="18"/>
                  </a:lnTo>
                  <a:lnTo>
                    <a:pt x="34" y="19"/>
                  </a:lnTo>
                  <a:lnTo>
                    <a:pt x="41" y="18"/>
                  </a:lnTo>
                  <a:lnTo>
                    <a:pt x="47" y="20"/>
                  </a:lnTo>
                  <a:lnTo>
                    <a:pt x="53" y="23"/>
                  </a:lnTo>
                  <a:lnTo>
                    <a:pt x="57" y="27"/>
                  </a:lnTo>
                  <a:lnTo>
                    <a:pt x="60" y="31"/>
                  </a:lnTo>
                  <a:lnTo>
                    <a:pt x="64" y="36"/>
                  </a:lnTo>
                  <a:lnTo>
                    <a:pt x="65" y="39"/>
                  </a:lnTo>
                  <a:lnTo>
                    <a:pt x="66" y="40"/>
                  </a:lnTo>
                  <a:lnTo>
                    <a:pt x="29" y="54"/>
                  </a:lnTo>
                  <a:lnTo>
                    <a:pt x="0" y="28"/>
                  </a:lnTo>
                  <a:lnTo>
                    <a:pt x="9" y="0"/>
                  </a:lnTo>
                  <a:close/>
                </a:path>
              </a:pathLst>
            </a:custGeom>
            <a:solidFill>
              <a:srgbClr val="ccff66"/>
            </a:solidFill>
            <a:ln w="0">
              <a:noFill/>
            </a:ln>
          </p:spPr>
          <p:style>
            <a:lnRef idx="0"/>
            <a:fillRef idx="0"/>
            <a:effectRef idx="0"/>
            <a:fontRef idx="minor"/>
          </p:style>
          <p:txBody>
            <a:bodyPr lIns="90000" rIns="90000" tIns="-38520" bIns="-38520" anchor="t">
              <a:noAutofit/>
            </a:bodyPr>
            <a:p>
              <a:endParaRPr b="0" lang="en-US" sz="2400" spc="-1" strike="noStrike">
                <a:solidFill>
                  <a:srgbClr val="000000"/>
                </a:solidFill>
                <a:latin typeface="Times New Roman"/>
              </a:endParaRPr>
            </a:p>
          </p:txBody>
        </p:sp>
        <p:sp>
          <p:nvSpPr>
            <p:cNvPr id="9072" name=""/>
            <p:cNvSpPr/>
            <p:nvPr/>
          </p:nvSpPr>
          <p:spPr>
            <a:xfrm>
              <a:off x="588960" y="3428640"/>
              <a:ext cx="11160" cy="8280"/>
            </a:xfrm>
            <a:custGeom>
              <a:avLst/>
              <a:gdLst/>
              <a:ahLst/>
              <a:rect l="l" t="t" r="r" b="b"/>
              <a:pathLst>
                <a:path w="66" h="54">
                  <a:moveTo>
                    <a:pt x="9" y="0"/>
                  </a:moveTo>
                  <a:lnTo>
                    <a:pt x="9" y="0"/>
                  </a:lnTo>
                  <a:lnTo>
                    <a:pt x="10" y="4"/>
                  </a:lnTo>
                  <a:lnTo>
                    <a:pt x="15" y="11"/>
                  </a:lnTo>
                  <a:lnTo>
                    <a:pt x="22" y="18"/>
                  </a:lnTo>
                  <a:lnTo>
                    <a:pt x="34" y="19"/>
                  </a:lnTo>
                  <a:lnTo>
                    <a:pt x="34" y="19"/>
                  </a:lnTo>
                  <a:lnTo>
                    <a:pt x="41" y="18"/>
                  </a:lnTo>
                  <a:lnTo>
                    <a:pt x="47" y="20"/>
                  </a:lnTo>
                  <a:lnTo>
                    <a:pt x="53" y="23"/>
                  </a:lnTo>
                  <a:lnTo>
                    <a:pt x="57" y="27"/>
                  </a:lnTo>
                  <a:lnTo>
                    <a:pt x="60" y="31"/>
                  </a:lnTo>
                  <a:lnTo>
                    <a:pt x="64" y="36"/>
                  </a:lnTo>
                  <a:lnTo>
                    <a:pt x="65" y="39"/>
                  </a:lnTo>
                  <a:lnTo>
                    <a:pt x="66" y="40"/>
                  </a:lnTo>
                  <a:lnTo>
                    <a:pt x="29" y="54"/>
                  </a:lnTo>
                  <a:lnTo>
                    <a:pt x="0" y="28"/>
                  </a:lnTo>
                  <a:lnTo>
                    <a:pt x="9" y="0"/>
                  </a:lnTo>
                </a:path>
              </a:pathLst>
            </a:custGeom>
            <a:noFill/>
            <a:ln w="0">
              <a:solidFill>
                <a:srgbClr val="000000"/>
              </a:solidFill>
            </a:ln>
          </p:spPr>
          <p:style>
            <a:lnRef idx="0"/>
            <a:fillRef idx="0"/>
            <a:effectRef idx="0"/>
            <a:fontRef idx="minor"/>
          </p:style>
          <p:txBody>
            <a:bodyPr lIns="90000" rIns="90000" tIns="-38520" bIns="-38520" anchor="t">
              <a:noAutofit/>
            </a:bodyPr>
            <a:p>
              <a:endParaRPr b="0" lang="en-US" sz="2400" spc="-1" strike="noStrike">
                <a:solidFill>
                  <a:srgbClr val="000000"/>
                </a:solidFill>
                <a:latin typeface="Times New Roman"/>
              </a:endParaRPr>
            </a:p>
          </p:txBody>
        </p:sp>
        <p:sp>
          <p:nvSpPr>
            <p:cNvPr id="9073" name=""/>
            <p:cNvSpPr/>
            <p:nvPr/>
          </p:nvSpPr>
          <p:spPr>
            <a:xfrm>
              <a:off x="596520" y="3438360"/>
              <a:ext cx="6840" cy="5760"/>
            </a:xfrm>
            <a:custGeom>
              <a:avLst/>
              <a:gdLst/>
              <a:ahLst/>
              <a:rect l="l" t="t" r="r" b="b"/>
              <a:pathLst>
                <a:path w="43" h="36">
                  <a:moveTo>
                    <a:pt x="0" y="0"/>
                  </a:moveTo>
                  <a:lnTo>
                    <a:pt x="2" y="0"/>
                  </a:lnTo>
                  <a:lnTo>
                    <a:pt x="8" y="1"/>
                  </a:lnTo>
                  <a:lnTo>
                    <a:pt x="15" y="3"/>
                  </a:lnTo>
                  <a:lnTo>
                    <a:pt x="25" y="5"/>
                  </a:lnTo>
                  <a:lnTo>
                    <a:pt x="33" y="9"/>
                  </a:lnTo>
                  <a:lnTo>
                    <a:pt x="39" y="13"/>
                  </a:lnTo>
                  <a:lnTo>
                    <a:pt x="43" y="18"/>
                  </a:lnTo>
                  <a:lnTo>
                    <a:pt x="42" y="26"/>
                  </a:lnTo>
                  <a:lnTo>
                    <a:pt x="35" y="35"/>
                  </a:lnTo>
                  <a:lnTo>
                    <a:pt x="27" y="36"/>
                  </a:lnTo>
                  <a:lnTo>
                    <a:pt x="19" y="33"/>
                  </a:lnTo>
                  <a:lnTo>
                    <a:pt x="16" y="31"/>
                  </a:lnTo>
                  <a:lnTo>
                    <a:pt x="15" y="30"/>
                  </a:lnTo>
                  <a:lnTo>
                    <a:pt x="14" y="27"/>
                  </a:lnTo>
                  <a:lnTo>
                    <a:pt x="11" y="22"/>
                  </a:lnTo>
                  <a:lnTo>
                    <a:pt x="8" y="16"/>
                  </a:lnTo>
                  <a:lnTo>
                    <a:pt x="5" y="11"/>
                  </a:lnTo>
                  <a:lnTo>
                    <a:pt x="3" y="6"/>
                  </a:lnTo>
                  <a:lnTo>
                    <a:pt x="1" y="2"/>
                  </a:lnTo>
                  <a:lnTo>
                    <a:pt x="0" y="0"/>
                  </a:lnTo>
                  <a:close/>
                </a:path>
              </a:pathLst>
            </a:custGeom>
            <a:solidFill>
              <a:srgbClr val="ccff66"/>
            </a:solidFill>
            <a:ln w="0">
              <a:no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74" name=""/>
            <p:cNvSpPr/>
            <p:nvPr/>
          </p:nvSpPr>
          <p:spPr>
            <a:xfrm>
              <a:off x="596520" y="3438360"/>
              <a:ext cx="6840" cy="5760"/>
            </a:xfrm>
            <a:custGeom>
              <a:avLst/>
              <a:gdLst/>
              <a:ahLst/>
              <a:rect l="l" t="t" r="r" b="b"/>
              <a:pathLst>
                <a:path w="43" h="36">
                  <a:moveTo>
                    <a:pt x="0" y="0"/>
                  </a:moveTo>
                  <a:lnTo>
                    <a:pt x="0" y="0"/>
                  </a:lnTo>
                  <a:lnTo>
                    <a:pt x="2" y="0"/>
                  </a:lnTo>
                  <a:lnTo>
                    <a:pt x="8" y="1"/>
                  </a:lnTo>
                  <a:lnTo>
                    <a:pt x="15" y="3"/>
                  </a:lnTo>
                  <a:lnTo>
                    <a:pt x="25" y="5"/>
                  </a:lnTo>
                  <a:lnTo>
                    <a:pt x="33" y="9"/>
                  </a:lnTo>
                  <a:lnTo>
                    <a:pt x="39" y="13"/>
                  </a:lnTo>
                  <a:lnTo>
                    <a:pt x="43" y="18"/>
                  </a:lnTo>
                  <a:lnTo>
                    <a:pt x="42" y="26"/>
                  </a:lnTo>
                  <a:lnTo>
                    <a:pt x="42" y="26"/>
                  </a:lnTo>
                  <a:lnTo>
                    <a:pt x="35" y="35"/>
                  </a:lnTo>
                  <a:lnTo>
                    <a:pt x="27" y="36"/>
                  </a:lnTo>
                  <a:lnTo>
                    <a:pt x="19" y="33"/>
                  </a:lnTo>
                  <a:lnTo>
                    <a:pt x="16" y="31"/>
                  </a:lnTo>
                  <a:lnTo>
                    <a:pt x="16" y="31"/>
                  </a:lnTo>
                  <a:lnTo>
                    <a:pt x="15" y="30"/>
                  </a:lnTo>
                  <a:lnTo>
                    <a:pt x="14" y="27"/>
                  </a:lnTo>
                  <a:lnTo>
                    <a:pt x="11" y="22"/>
                  </a:lnTo>
                  <a:lnTo>
                    <a:pt x="8" y="16"/>
                  </a:lnTo>
                  <a:lnTo>
                    <a:pt x="5" y="11"/>
                  </a:lnTo>
                  <a:lnTo>
                    <a:pt x="3" y="6"/>
                  </a:lnTo>
                  <a:lnTo>
                    <a:pt x="1" y="2"/>
                  </a:lnTo>
                  <a:lnTo>
                    <a:pt x="0" y="0"/>
                  </a:lnTo>
                </a:path>
              </a:pathLst>
            </a:custGeom>
            <a:noFill/>
            <a:ln w="0">
              <a:solidFill>
                <a:srgbClr val="000000"/>
              </a:solidFill>
            </a:ln>
          </p:spPr>
          <p:style>
            <a:lnRef idx="0"/>
            <a:fillRef idx="0"/>
            <a:effectRef idx="0"/>
            <a:fontRef idx="minor"/>
          </p:style>
          <p:txBody>
            <a:bodyPr lIns="90000" rIns="90000" tIns="-41040" bIns="-41040" anchor="t">
              <a:noAutofit/>
            </a:bodyPr>
            <a:p>
              <a:endParaRPr b="0" lang="en-US" sz="2400" spc="-1" strike="noStrike">
                <a:solidFill>
                  <a:srgbClr val="000000"/>
                </a:solidFill>
                <a:latin typeface="Times New Roman"/>
              </a:endParaRPr>
            </a:p>
          </p:txBody>
        </p:sp>
        <p:sp>
          <p:nvSpPr>
            <p:cNvPr id="9075" name=""/>
            <p:cNvSpPr/>
            <p:nvPr/>
          </p:nvSpPr>
          <p:spPr>
            <a:xfrm>
              <a:off x="578520" y="3461040"/>
              <a:ext cx="10440" cy="4320"/>
            </a:xfrm>
            <a:custGeom>
              <a:avLst/>
              <a:gdLst/>
              <a:ahLst/>
              <a:rect l="l" t="t" r="r" b="b"/>
              <a:pathLst>
                <a:path w="60" h="24">
                  <a:moveTo>
                    <a:pt x="50" y="2"/>
                  </a:moveTo>
                  <a:lnTo>
                    <a:pt x="16" y="0"/>
                  </a:lnTo>
                  <a:lnTo>
                    <a:pt x="10" y="4"/>
                  </a:lnTo>
                  <a:lnTo>
                    <a:pt x="5" y="8"/>
                  </a:lnTo>
                  <a:lnTo>
                    <a:pt x="2" y="12"/>
                  </a:lnTo>
                  <a:lnTo>
                    <a:pt x="0" y="15"/>
                  </a:lnTo>
                  <a:lnTo>
                    <a:pt x="1" y="17"/>
                  </a:lnTo>
                  <a:lnTo>
                    <a:pt x="5" y="18"/>
                  </a:lnTo>
                  <a:lnTo>
                    <a:pt x="13" y="17"/>
                  </a:lnTo>
                  <a:lnTo>
                    <a:pt x="26" y="13"/>
                  </a:lnTo>
                  <a:lnTo>
                    <a:pt x="38" y="10"/>
                  </a:lnTo>
                  <a:lnTo>
                    <a:pt x="46" y="9"/>
                  </a:lnTo>
                  <a:lnTo>
                    <a:pt x="50" y="11"/>
                  </a:lnTo>
                  <a:lnTo>
                    <a:pt x="52" y="14"/>
                  </a:lnTo>
                  <a:lnTo>
                    <a:pt x="52" y="17"/>
                  </a:lnTo>
                  <a:lnTo>
                    <a:pt x="52" y="20"/>
                  </a:lnTo>
                  <a:lnTo>
                    <a:pt x="51" y="23"/>
                  </a:lnTo>
                  <a:lnTo>
                    <a:pt x="50" y="24"/>
                  </a:lnTo>
                  <a:lnTo>
                    <a:pt x="53" y="24"/>
                  </a:lnTo>
                  <a:lnTo>
                    <a:pt x="59" y="21"/>
                  </a:lnTo>
                  <a:lnTo>
                    <a:pt x="60" y="15"/>
                  </a:lnTo>
                  <a:lnTo>
                    <a:pt x="50" y="2"/>
                  </a:lnTo>
                  <a:close/>
                </a:path>
              </a:pathLst>
            </a:custGeom>
            <a:solidFill>
              <a:srgbClr val="ccff66"/>
            </a:solidFill>
            <a:ln w="0">
              <a:no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9076" name=""/>
            <p:cNvSpPr/>
            <p:nvPr/>
          </p:nvSpPr>
          <p:spPr>
            <a:xfrm>
              <a:off x="578520" y="3461040"/>
              <a:ext cx="10440" cy="4320"/>
            </a:xfrm>
            <a:custGeom>
              <a:avLst/>
              <a:gdLst/>
              <a:ahLst/>
              <a:rect l="l" t="t" r="r" b="b"/>
              <a:pathLst>
                <a:path w="60" h="24">
                  <a:moveTo>
                    <a:pt x="50" y="2"/>
                  </a:moveTo>
                  <a:lnTo>
                    <a:pt x="16" y="0"/>
                  </a:lnTo>
                  <a:lnTo>
                    <a:pt x="16" y="0"/>
                  </a:lnTo>
                  <a:lnTo>
                    <a:pt x="10" y="4"/>
                  </a:lnTo>
                  <a:lnTo>
                    <a:pt x="5" y="8"/>
                  </a:lnTo>
                  <a:lnTo>
                    <a:pt x="2" y="12"/>
                  </a:lnTo>
                  <a:lnTo>
                    <a:pt x="0" y="15"/>
                  </a:lnTo>
                  <a:lnTo>
                    <a:pt x="1" y="17"/>
                  </a:lnTo>
                  <a:lnTo>
                    <a:pt x="5" y="18"/>
                  </a:lnTo>
                  <a:lnTo>
                    <a:pt x="13" y="17"/>
                  </a:lnTo>
                  <a:lnTo>
                    <a:pt x="26" y="13"/>
                  </a:lnTo>
                  <a:lnTo>
                    <a:pt x="26" y="13"/>
                  </a:lnTo>
                  <a:lnTo>
                    <a:pt x="38" y="10"/>
                  </a:lnTo>
                  <a:lnTo>
                    <a:pt x="46" y="9"/>
                  </a:lnTo>
                  <a:lnTo>
                    <a:pt x="50" y="11"/>
                  </a:lnTo>
                  <a:lnTo>
                    <a:pt x="52" y="14"/>
                  </a:lnTo>
                  <a:lnTo>
                    <a:pt x="52" y="17"/>
                  </a:lnTo>
                  <a:lnTo>
                    <a:pt x="52" y="20"/>
                  </a:lnTo>
                  <a:lnTo>
                    <a:pt x="51" y="23"/>
                  </a:lnTo>
                  <a:lnTo>
                    <a:pt x="50" y="24"/>
                  </a:lnTo>
                  <a:lnTo>
                    <a:pt x="50" y="24"/>
                  </a:lnTo>
                  <a:lnTo>
                    <a:pt x="53" y="24"/>
                  </a:lnTo>
                  <a:lnTo>
                    <a:pt x="59" y="21"/>
                  </a:lnTo>
                  <a:lnTo>
                    <a:pt x="60" y="15"/>
                  </a:lnTo>
                  <a:lnTo>
                    <a:pt x="50" y="2"/>
                  </a:lnTo>
                </a:path>
              </a:pathLst>
            </a:custGeom>
            <a:noFill/>
            <a:ln w="0">
              <a:solidFill>
                <a:srgbClr val="000000"/>
              </a:solidFill>
            </a:ln>
          </p:spPr>
          <p:style>
            <a:lnRef idx="0"/>
            <a:fillRef idx="0"/>
            <a:effectRef idx="0"/>
            <a:fontRef idx="minor"/>
          </p:style>
          <p:txBody>
            <a:bodyPr lIns="90000" rIns="90000" tIns="-42480" bIns="-42480" anchor="t">
              <a:noAutofit/>
            </a:bodyPr>
            <a:p>
              <a:endParaRPr b="0" lang="en-US" sz="2400" spc="-1" strike="noStrike">
                <a:solidFill>
                  <a:srgbClr val="000000"/>
                </a:solidFill>
                <a:latin typeface="Times New Roman"/>
              </a:endParaRPr>
            </a:p>
          </p:txBody>
        </p:sp>
        <p:sp>
          <p:nvSpPr>
            <p:cNvPr id="9077" name=""/>
            <p:cNvSpPr/>
            <p:nvPr/>
          </p:nvSpPr>
          <p:spPr>
            <a:xfrm>
              <a:off x="836640" y="3475080"/>
              <a:ext cx="300240" cy="296640"/>
            </a:xfrm>
            <a:custGeom>
              <a:avLst/>
              <a:gdLst/>
              <a:ahLst/>
              <a:rect l="l" t="t" r="r" b="b"/>
              <a:pathLst>
                <a:path w="1671" h="1831">
                  <a:moveTo>
                    <a:pt x="1589" y="1787"/>
                  </a:moveTo>
                  <a:lnTo>
                    <a:pt x="1570" y="1785"/>
                  </a:lnTo>
                  <a:lnTo>
                    <a:pt x="1551" y="1783"/>
                  </a:lnTo>
                  <a:lnTo>
                    <a:pt x="1534" y="1780"/>
                  </a:lnTo>
                  <a:lnTo>
                    <a:pt x="1517" y="1777"/>
                  </a:lnTo>
                  <a:lnTo>
                    <a:pt x="1502" y="1774"/>
                  </a:lnTo>
                  <a:lnTo>
                    <a:pt x="1490" y="1770"/>
                  </a:lnTo>
                  <a:lnTo>
                    <a:pt x="1481" y="1765"/>
                  </a:lnTo>
                  <a:lnTo>
                    <a:pt x="1475" y="1760"/>
                  </a:lnTo>
                  <a:lnTo>
                    <a:pt x="1465" y="1750"/>
                  </a:lnTo>
                  <a:lnTo>
                    <a:pt x="1456" y="1748"/>
                  </a:lnTo>
                  <a:lnTo>
                    <a:pt x="1447" y="1750"/>
                  </a:lnTo>
                  <a:lnTo>
                    <a:pt x="1437" y="1757"/>
                  </a:lnTo>
                  <a:lnTo>
                    <a:pt x="1427" y="1765"/>
                  </a:lnTo>
                  <a:lnTo>
                    <a:pt x="1416" y="1773"/>
                  </a:lnTo>
                  <a:lnTo>
                    <a:pt x="1405" y="1781"/>
                  </a:lnTo>
                  <a:lnTo>
                    <a:pt x="1395" y="1788"/>
                  </a:lnTo>
                  <a:lnTo>
                    <a:pt x="1383" y="1791"/>
                  </a:lnTo>
                  <a:lnTo>
                    <a:pt x="1368" y="1792"/>
                  </a:lnTo>
                  <a:lnTo>
                    <a:pt x="1354" y="1790"/>
                  </a:lnTo>
                  <a:lnTo>
                    <a:pt x="1340" y="1786"/>
                  </a:lnTo>
                  <a:lnTo>
                    <a:pt x="1326" y="1782"/>
                  </a:lnTo>
                  <a:lnTo>
                    <a:pt x="1315" y="1778"/>
                  </a:lnTo>
                  <a:lnTo>
                    <a:pt x="1308" y="1775"/>
                  </a:lnTo>
                  <a:lnTo>
                    <a:pt x="1305" y="1774"/>
                  </a:lnTo>
                  <a:lnTo>
                    <a:pt x="1306" y="1772"/>
                  </a:lnTo>
                  <a:lnTo>
                    <a:pt x="1307" y="1768"/>
                  </a:lnTo>
                  <a:lnTo>
                    <a:pt x="1307" y="1761"/>
                  </a:lnTo>
                  <a:lnTo>
                    <a:pt x="1307" y="1752"/>
                  </a:lnTo>
                  <a:lnTo>
                    <a:pt x="1304" y="1743"/>
                  </a:lnTo>
                  <a:lnTo>
                    <a:pt x="1298" y="1732"/>
                  </a:lnTo>
                  <a:lnTo>
                    <a:pt x="1289" y="1722"/>
                  </a:lnTo>
                  <a:lnTo>
                    <a:pt x="1275" y="1713"/>
                  </a:lnTo>
                  <a:lnTo>
                    <a:pt x="1258" y="1707"/>
                  </a:lnTo>
                  <a:lnTo>
                    <a:pt x="1244" y="1707"/>
                  </a:lnTo>
                  <a:lnTo>
                    <a:pt x="1231" y="1711"/>
                  </a:lnTo>
                  <a:lnTo>
                    <a:pt x="1218" y="1717"/>
                  </a:lnTo>
                  <a:lnTo>
                    <a:pt x="1207" y="1724"/>
                  </a:lnTo>
                  <a:lnTo>
                    <a:pt x="1196" y="1729"/>
                  </a:lnTo>
                  <a:lnTo>
                    <a:pt x="1185" y="1731"/>
                  </a:lnTo>
                  <a:lnTo>
                    <a:pt x="1174" y="1729"/>
                  </a:lnTo>
                  <a:lnTo>
                    <a:pt x="1163" y="1727"/>
                  </a:lnTo>
                  <a:lnTo>
                    <a:pt x="1152" y="1729"/>
                  </a:lnTo>
                  <a:lnTo>
                    <a:pt x="1140" y="1736"/>
                  </a:lnTo>
                  <a:lnTo>
                    <a:pt x="1130" y="1745"/>
                  </a:lnTo>
                  <a:lnTo>
                    <a:pt x="1119" y="1758"/>
                  </a:lnTo>
                  <a:lnTo>
                    <a:pt x="1110" y="1770"/>
                  </a:lnTo>
                  <a:lnTo>
                    <a:pt x="1103" y="1783"/>
                  </a:lnTo>
                  <a:lnTo>
                    <a:pt x="1099" y="1794"/>
                  </a:lnTo>
                  <a:lnTo>
                    <a:pt x="1094" y="1802"/>
                  </a:lnTo>
                  <a:lnTo>
                    <a:pt x="1085" y="1808"/>
                  </a:lnTo>
                  <a:lnTo>
                    <a:pt x="1072" y="1811"/>
                  </a:lnTo>
                  <a:lnTo>
                    <a:pt x="1060" y="1811"/>
                  </a:lnTo>
                  <a:lnTo>
                    <a:pt x="1047" y="1812"/>
                  </a:lnTo>
                  <a:lnTo>
                    <a:pt x="1035" y="1812"/>
                  </a:lnTo>
                  <a:lnTo>
                    <a:pt x="1026" y="1815"/>
                  </a:lnTo>
                  <a:lnTo>
                    <a:pt x="1019" y="1819"/>
                  </a:lnTo>
                  <a:lnTo>
                    <a:pt x="1015" y="1824"/>
                  </a:lnTo>
                  <a:lnTo>
                    <a:pt x="1010" y="1828"/>
                  </a:lnTo>
                  <a:lnTo>
                    <a:pt x="1003" y="1830"/>
                  </a:lnTo>
                  <a:lnTo>
                    <a:pt x="995" y="1831"/>
                  </a:lnTo>
                  <a:lnTo>
                    <a:pt x="985" y="1830"/>
                  </a:lnTo>
                  <a:lnTo>
                    <a:pt x="972" y="1828"/>
                  </a:lnTo>
                  <a:lnTo>
                    <a:pt x="959" y="1824"/>
                  </a:lnTo>
                  <a:lnTo>
                    <a:pt x="944" y="1819"/>
                  </a:lnTo>
                  <a:lnTo>
                    <a:pt x="930" y="1814"/>
                  </a:lnTo>
                  <a:lnTo>
                    <a:pt x="915" y="1812"/>
                  </a:lnTo>
                  <a:lnTo>
                    <a:pt x="902" y="1813"/>
                  </a:lnTo>
                  <a:lnTo>
                    <a:pt x="890" y="1816"/>
                  </a:lnTo>
                  <a:lnTo>
                    <a:pt x="879" y="1819"/>
                  </a:lnTo>
                  <a:lnTo>
                    <a:pt x="866" y="1823"/>
                  </a:lnTo>
                  <a:lnTo>
                    <a:pt x="855" y="1827"/>
                  </a:lnTo>
                  <a:lnTo>
                    <a:pt x="844" y="1829"/>
                  </a:lnTo>
                  <a:lnTo>
                    <a:pt x="832" y="1831"/>
                  </a:lnTo>
                  <a:lnTo>
                    <a:pt x="820" y="1831"/>
                  </a:lnTo>
                  <a:lnTo>
                    <a:pt x="809" y="1831"/>
                  </a:lnTo>
                  <a:lnTo>
                    <a:pt x="798" y="1828"/>
                  </a:lnTo>
                  <a:lnTo>
                    <a:pt x="788" y="1824"/>
                  </a:lnTo>
                  <a:lnTo>
                    <a:pt x="777" y="1818"/>
                  </a:lnTo>
                  <a:lnTo>
                    <a:pt x="765" y="1810"/>
                  </a:lnTo>
                  <a:lnTo>
                    <a:pt x="754" y="1798"/>
                  </a:lnTo>
                  <a:lnTo>
                    <a:pt x="745" y="1788"/>
                  </a:lnTo>
                  <a:lnTo>
                    <a:pt x="737" y="1783"/>
                  </a:lnTo>
                  <a:lnTo>
                    <a:pt x="730" y="1780"/>
                  </a:lnTo>
                  <a:lnTo>
                    <a:pt x="723" y="1779"/>
                  </a:lnTo>
                  <a:lnTo>
                    <a:pt x="716" y="1780"/>
                  </a:lnTo>
                  <a:lnTo>
                    <a:pt x="709" y="1780"/>
                  </a:lnTo>
                  <a:lnTo>
                    <a:pt x="701" y="1779"/>
                  </a:lnTo>
                  <a:lnTo>
                    <a:pt x="691" y="1776"/>
                  </a:lnTo>
                  <a:lnTo>
                    <a:pt x="682" y="1771"/>
                  </a:lnTo>
                  <a:lnTo>
                    <a:pt x="675" y="1765"/>
                  </a:lnTo>
                  <a:lnTo>
                    <a:pt x="671" y="1758"/>
                  </a:lnTo>
                  <a:lnTo>
                    <a:pt x="670" y="1749"/>
                  </a:lnTo>
                  <a:lnTo>
                    <a:pt x="669" y="1740"/>
                  </a:lnTo>
                  <a:lnTo>
                    <a:pt x="668" y="1730"/>
                  </a:lnTo>
                  <a:lnTo>
                    <a:pt x="667" y="1719"/>
                  </a:lnTo>
                  <a:lnTo>
                    <a:pt x="664" y="1709"/>
                  </a:lnTo>
                  <a:lnTo>
                    <a:pt x="660" y="1702"/>
                  </a:lnTo>
                  <a:lnTo>
                    <a:pt x="655" y="1702"/>
                  </a:lnTo>
                  <a:lnTo>
                    <a:pt x="651" y="1707"/>
                  </a:lnTo>
                  <a:lnTo>
                    <a:pt x="646" y="1715"/>
                  </a:lnTo>
                  <a:lnTo>
                    <a:pt x="642" y="1725"/>
                  </a:lnTo>
                  <a:lnTo>
                    <a:pt x="639" y="1735"/>
                  </a:lnTo>
                  <a:lnTo>
                    <a:pt x="637" y="1744"/>
                  </a:lnTo>
                  <a:lnTo>
                    <a:pt x="636" y="1751"/>
                  </a:lnTo>
                  <a:lnTo>
                    <a:pt x="635" y="1757"/>
                  </a:lnTo>
                  <a:lnTo>
                    <a:pt x="631" y="1763"/>
                  </a:lnTo>
                  <a:lnTo>
                    <a:pt x="624" y="1769"/>
                  </a:lnTo>
                  <a:lnTo>
                    <a:pt x="617" y="1774"/>
                  </a:lnTo>
                  <a:lnTo>
                    <a:pt x="609" y="1778"/>
                  </a:lnTo>
                  <a:lnTo>
                    <a:pt x="601" y="1780"/>
                  </a:lnTo>
                  <a:lnTo>
                    <a:pt x="594" y="1779"/>
                  </a:lnTo>
                  <a:lnTo>
                    <a:pt x="589" y="1776"/>
                  </a:lnTo>
                  <a:lnTo>
                    <a:pt x="584" y="1772"/>
                  </a:lnTo>
                  <a:lnTo>
                    <a:pt x="575" y="1770"/>
                  </a:lnTo>
                  <a:lnTo>
                    <a:pt x="565" y="1771"/>
                  </a:lnTo>
                  <a:lnTo>
                    <a:pt x="555" y="1773"/>
                  </a:lnTo>
                  <a:lnTo>
                    <a:pt x="546" y="1778"/>
                  </a:lnTo>
                  <a:lnTo>
                    <a:pt x="538" y="1783"/>
                  </a:lnTo>
                  <a:lnTo>
                    <a:pt x="532" y="1790"/>
                  </a:lnTo>
                  <a:lnTo>
                    <a:pt x="530" y="1798"/>
                  </a:lnTo>
                  <a:lnTo>
                    <a:pt x="529" y="1806"/>
                  </a:lnTo>
                  <a:lnTo>
                    <a:pt x="524" y="1809"/>
                  </a:lnTo>
                  <a:lnTo>
                    <a:pt x="518" y="1810"/>
                  </a:lnTo>
                  <a:lnTo>
                    <a:pt x="510" y="1808"/>
                  </a:lnTo>
                  <a:lnTo>
                    <a:pt x="501" y="1804"/>
                  </a:lnTo>
                  <a:lnTo>
                    <a:pt x="491" y="1799"/>
                  </a:lnTo>
                  <a:lnTo>
                    <a:pt x="481" y="1792"/>
                  </a:lnTo>
                  <a:lnTo>
                    <a:pt x="470" y="1784"/>
                  </a:lnTo>
                  <a:lnTo>
                    <a:pt x="460" y="1778"/>
                  </a:lnTo>
                  <a:lnTo>
                    <a:pt x="447" y="1775"/>
                  </a:lnTo>
                  <a:lnTo>
                    <a:pt x="433" y="1775"/>
                  </a:lnTo>
                  <a:lnTo>
                    <a:pt x="416" y="1776"/>
                  </a:lnTo>
                  <a:lnTo>
                    <a:pt x="399" y="1778"/>
                  </a:lnTo>
                  <a:lnTo>
                    <a:pt x="382" y="1778"/>
                  </a:lnTo>
                  <a:lnTo>
                    <a:pt x="363" y="1778"/>
                  </a:lnTo>
                  <a:lnTo>
                    <a:pt x="346" y="1774"/>
                  </a:lnTo>
                  <a:lnTo>
                    <a:pt x="332" y="1770"/>
                  </a:lnTo>
                  <a:lnTo>
                    <a:pt x="325" y="1769"/>
                  </a:lnTo>
                  <a:lnTo>
                    <a:pt x="324" y="1768"/>
                  </a:lnTo>
                  <a:lnTo>
                    <a:pt x="328" y="1768"/>
                  </a:lnTo>
                  <a:lnTo>
                    <a:pt x="332" y="1767"/>
                  </a:lnTo>
                  <a:lnTo>
                    <a:pt x="338" y="1764"/>
                  </a:lnTo>
                  <a:lnTo>
                    <a:pt x="341" y="1757"/>
                  </a:lnTo>
                  <a:lnTo>
                    <a:pt x="342" y="1745"/>
                  </a:lnTo>
                  <a:lnTo>
                    <a:pt x="341" y="1732"/>
                  </a:lnTo>
                  <a:lnTo>
                    <a:pt x="340" y="1720"/>
                  </a:lnTo>
                  <a:lnTo>
                    <a:pt x="338" y="1709"/>
                  </a:lnTo>
                  <a:lnTo>
                    <a:pt x="335" y="1696"/>
                  </a:lnTo>
                  <a:lnTo>
                    <a:pt x="330" y="1685"/>
                  </a:lnTo>
                  <a:lnTo>
                    <a:pt x="323" y="1675"/>
                  </a:lnTo>
                  <a:lnTo>
                    <a:pt x="314" y="1665"/>
                  </a:lnTo>
                  <a:lnTo>
                    <a:pt x="303" y="1656"/>
                  </a:lnTo>
                  <a:lnTo>
                    <a:pt x="292" y="1647"/>
                  </a:lnTo>
                  <a:lnTo>
                    <a:pt x="283" y="1642"/>
                  </a:lnTo>
                  <a:lnTo>
                    <a:pt x="275" y="1638"/>
                  </a:lnTo>
                  <a:lnTo>
                    <a:pt x="269" y="1635"/>
                  </a:lnTo>
                  <a:lnTo>
                    <a:pt x="263" y="1633"/>
                  </a:lnTo>
                  <a:lnTo>
                    <a:pt x="257" y="1631"/>
                  </a:lnTo>
                  <a:lnTo>
                    <a:pt x="251" y="1628"/>
                  </a:lnTo>
                  <a:lnTo>
                    <a:pt x="244" y="1625"/>
                  </a:lnTo>
                  <a:lnTo>
                    <a:pt x="237" y="1623"/>
                  </a:lnTo>
                  <a:lnTo>
                    <a:pt x="229" y="1624"/>
                  </a:lnTo>
                  <a:lnTo>
                    <a:pt x="219" y="1627"/>
                  </a:lnTo>
                  <a:lnTo>
                    <a:pt x="210" y="1632"/>
                  </a:lnTo>
                  <a:lnTo>
                    <a:pt x="201" y="1638"/>
                  </a:lnTo>
                  <a:lnTo>
                    <a:pt x="192" y="1644"/>
                  </a:lnTo>
                  <a:lnTo>
                    <a:pt x="183" y="1647"/>
                  </a:lnTo>
                  <a:lnTo>
                    <a:pt x="174" y="1649"/>
                  </a:lnTo>
                  <a:lnTo>
                    <a:pt x="167" y="1649"/>
                  </a:lnTo>
                  <a:lnTo>
                    <a:pt x="158" y="1650"/>
                  </a:lnTo>
                  <a:lnTo>
                    <a:pt x="149" y="1651"/>
                  </a:lnTo>
                  <a:lnTo>
                    <a:pt x="140" y="1651"/>
                  </a:lnTo>
                  <a:lnTo>
                    <a:pt x="131" y="1650"/>
                  </a:lnTo>
                  <a:lnTo>
                    <a:pt x="122" y="1647"/>
                  </a:lnTo>
                  <a:lnTo>
                    <a:pt x="117" y="1642"/>
                  </a:lnTo>
                  <a:lnTo>
                    <a:pt x="113" y="1633"/>
                  </a:lnTo>
                  <a:lnTo>
                    <a:pt x="110" y="1624"/>
                  </a:lnTo>
                  <a:lnTo>
                    <a:pt x="106" y="1617"/>
                  </a:lnTo>
                  <a:lnTo>
                    <a:pt x="100" y="1611"/>
                  </a:lnTo>
                  <a:lnTo>
                    <a:pt x="95" y="1605"/>
                  </a:lnTo>
                  <a:lnTo>
                    <a:pt x="89" y="1597"/>
                  </a:lnTo>
                  <a:lnTo>
                    <a:pt x="83" y="1588"/>
                  </a:lnTo>
                  <a:lnTo>
                    <a:pt x="79" y="1575"/>
                  </a:lnTo>
                  <a:lnTo>
                    <a:pt x="74" y="1558"/>
                  </a:lnTo>
                  <a:lnTo>
                    <a:pt x="73" y="1550"/>
                  </a:lnTo>
                  <a:lnTo>
                    <a:pt x="71" y="1544"/>
                  </a:lnTo>
                  <a:lnTo>
                    <a:pt x="69" y="1538"/>
                  </a:lnTo>
                  <a:lnTo>
                    <a:pt x="67" y="1532"/>
                  </a:lnTo>
                  <a:lnTo>
                    <a:pt x="64" y="1527"/>
                  </a:lnTo>
                  <a:lnTo>
                    <a:pt x="61" y="1522"/>
                  </a:lnTo>
                  <a:lnTo>
                    <a:pt x="58" y="1517"/>
                  </a:lnTo>
                  <a:lnTo>
                    <a:pt x="55" y="1513"/>
                  </a:lnTo>
                  <a:lnTo>
                    <a:pt x="55" y="1513"/>
                  </a:lnTo>
                  <a:lnTo>
                    <a:pt x="55" y="1513"/>
                  </a:lnTo>
                  <a:lnTo>
                    <a:pt x="55" y="1513"/>
                  </a:lnTo>
                  <a:lnTo>
                    <a:pt x="55" y="1512"/>
                  </a:lnTo>
                  <a:lnTo>
                    <a:pt x="55" y="1505"/>
                  </a:lnTo>
                  <a:lnTo>
                    <a:pt x="55" y="1494"/>
                  </a:lnTo>
                  <a:lnTo>
                    <a:pt x="57" y="1484"/>
                  </a:lnTo>
                  <a:lnTo>
                    <a:pt x="61" y="1472"/>
                  </a:lnTo>
                  <a:lnTo>
                    <a:pt x="66" y="1461"/>
                  </a:lnTo>
                  <a:lnTo>
                    <a:pt x="72" y="1450"/>
                  </a:lnTo>
                  <a:lnTo>
                    <a:pt x="83" y="1442"/>
                  </a:lnTo>
                  <a:lnTo>
                    <a:pt x="94" y="1436"/>
                  </a:lnTo>
                  <a:lnTo>
                    <a:pt x="103" y="1430"/>
                  </a:lnTo>
                  <a:lnTo>
                    <a:pt x="108" y="1420"/>
                  </a:lnTo>
                  <a:lnTo>
                    <a:pt x="109" y="1408"/>
                  </a:lnTo>
                  <a:lnTo>
                    <a:pt x="108" y="1394"/>
                  </a:lnTo>
                  <a:lnTo>
                    <a:pt x="105" y="1382"/>
                  </a:lnTo>
                  <a:lnTo>
                    <a:pt x="102" y="1371"/>
                  </a:lnTo>
                  <a:lnTo>
                    <a:pt x="99" y="1364"/>
                  </a:lnTo>
                  <a:lnTo>
                    <a:pt x="98" y="1361"/>
                  </a:lnTo>
                  <a:lnTo>
                    <a:pt x="69" y="1334"/>
                  </a:lnTo>
                  <a:lnTo>
                    <a:pt x="80" y="1325"/>
                  </a:lnTo>
                  <a:lnTo>
                    <a:pt x="87" y="1314"/>
                  </a:lnTo>
                  <a:lnTo>
                    <a:pt x="92" y="1301"/>
                  </a:lnTo>
                  <a:lnTo>
                    <a:pt x="95" y="1289"/>
                  </a:lnTo>
                  <a:lnTo>
                    <a:pt x="96" y="1277"/>
                  </a:lnTo>
                  <a:lnTo>
                    <a:pt x="96" y="1265"/>
                  </a:lnTo>
                  <a:lnTo>
                    <a:pt x="93" y="1254"/>
                  </a:lnTo>
                  <a:lnTo>
                    <a:pt x="90" y="1244"/>
                  </a:lnTo>
                  <a:lnTo>
                    <a:pt x="87" y="1233"/>
                  </a:lnTo>
                  <a:lnTo>
                    <a:pt x="88" y="1223"/>
                  </a:lnTo>
                  <a:lnTo>
                    <a:pt x="94" y="1214"/>
                  </a:lnTo>
                  <a:lnTo>
                    <a:pt x="102" y="1206"/>
                  </a:lnTo>
                  <a:lnTo>
                    <a:pt x="113" y="1198"/>
                  </a:lnTo>
                  <a:lnTo>
                    <a:pt x="126" y="1192"/>
                  </a:lnTo>
                  <a:lnTo>
                    <a:pt x="140" y="1186"/>
                  </a:lnTo>
                  <a:lnTo>
                    <a:pt x="153" y="1181"/>
                  </a:lnTo>
                  <a:lnTo>
                    <a:pt x="163" y="1175"/>
                  </a:lnTo>
                  <a:lnTo>
                    <a:pt x="171" y="1169"/>
                  </a:lnTo>
                  <a:lnTo>
                    <a:pt x="176" y="1162"/>
                  </a:lnTo>
                  <a:lnTo>
                    <a:pt x="180" y="1154"/>
                  </a:lnTo>
                  <a:lnTo>
                    <a:pt x="181" y="1145"/>
                  </a:lnTo>
                  <a:lnTo>
                    <a:pt x="182" y="1136"/>
                  </a:lnTo>
                  <a:lnTo>
                    <a:pt x="183" y="1126"/>
                  </a:lnTo>
                  <a:lnTo>
                    <a:pt x="184" y="1116"/>
                  </a:lnTo>
                  <a:lnTo>
                    <a:pt x="183" y="1107"/>
                  </a:lnTo>
                  <a:lnTo>
                    <a:pt x="179" y="1098"/>
                  </a:lnTo>
                  <a:lnTo>
                    <a:pt x="171" y="1092"/>
                  </a:lnTo>
                  <a:lnTo>
                    <a:pt x="162" y="1086"/>
                  </a:lnTo>
                  <a:lnTo>
                    <a:pt x="151" y="1081"/>
                  </a:lnTo>
                  <a:lnTo>
                    <a:pt x="139" y="1077"/>
                  </a:lnTo>
                  <a:lnTo>
                    <a:pt x="125" y="1073"/>
                  </a:lnTo>
                  <a:lnTo>
                    <a:pt x="112" y="1069"/>
                  </a:lnTo>
                  <a:lnTo>
                    <a:pt x="100" y="1065"/>
                  </a:lnTo>
                  <a:lnTo>
                    <a:pt x="90" y="1063"/>
                  </a:lnTo>
                  <a:lnTo>
                    <a:pt x="81" y="1061"/>
                  </a:lnTo>
                  <a:lnTo>
                    <a:pt x="73" y="1059"/>
                  </a:lnTo>
                  <a:lnTo>
                    <a:pt x="68" y="1058"/>
                  </a:lnTo>
                  <a:lnTo>
                    <a:pt x="66" y="1055"/>
                  </a:lnTo>
                  <a:lnTo>
                    <a:pt x="67" y="1052"/>
                  </a:lnTo>
                  <a:lnTo>
                    <a:pt x="71" y="1046"/>
                  </a:lnTo>
                  <a:lnTo>
                    <a:pt x="76" y="1038"/>
                  </a:lnTo>
                  <a:lnTo>
                    <a:pt x="80" y="1027"/>
                  </a:lnTo>
                  <a:lnTo>
                    <a:pt x="79" y="1015"/>
                  </a:lnTo>
                  <a:lnTo>
                    <a:pt x="76" y="1002"/>
                  </a:lnTo>
                  <a:lnTo>
                    <a:pt x="69" y="989"/>
                  </a:lnTo>
                  <a:lnTo>
                    <a:pt x="60" y="979"/>
                  </a:lnTo>
                  <a:lnTo>
                    <a:pt x="46" y="972"/>
                  </a:lnTo>
                  <a:lnTo>
                    <a:pt x="29" y="969"/>
                  </a:lnTo>
                  <a:lnTo>
                    <a:pt x="13" y="966"/>
                  </a:lnTo>
                  <a:lnTo>
                    <a:pt x="6" y="958"/>
                  </a:lnTo>
                  <a:lnTo>
                    <a:pt x="6" y="946"/>
                  </a:lnTo>
                  <a:lnTo>
                    <a:pt x="11" y="934"/>
                  </a:lnTo>
                  <a:lnTo>
                    <a:pt x="20" y="921"/>
                  </a:lnTo>
                  <a:lnTo>
                    <a:pt x="32" y="910"/>
                  </a:lnTo>
                  <a:lnTo>
                    <a:pt x="44" y="902"/>
                  </a:lnTo>
                  <a:lnTo>
                    <a:pt x="55" y="897"/>
                  </a:lnTo>
                  <a:lnTo>
                    <a:pt x="63" y="893"/>
                  </a:lnTo>
                  <a:lnTo>
                    <a:pt x="67" y="885"/>
                  </a:lnTo>
                  <a:lnTo>
                    <a:pt x="67" y="873"/>
                  </a:lnTo>
                  <a:lnTo>
                    <a:pt x="64" y="860"/>
                  </a:lnTo>
                  <a:lnTo>
                    <a:pt x="59" y="846"/>
                  </a:lnTo>
                  <a:lnTo>
                    <a:pt x="51" y="835"/>
                  </a:lnTo>
                  <a:lnTo>
                    <a:pt x="43" y="827"/>
                  </a:lnTo>
                  <a:lnTo>
                    <a:pt x="33" y="824"/>
                  </a:lnTo>
                  <a:lnTo>
                    <a:pt x="22" y="822"/>
                  </a:lnTo>
                  <a:lnTo>
                    <a:pt x="14" y="816"/>
                  </a:lnTo>
                  <a:lnTo>
                    <a:pt x="8" y="808"/>
                  </a:lnTo>
                  <a:lnTo>
                    <a:pt x="5" y="798"/>
                  </a:lnTo>
                  <a:lnTo>
                    <a:pt x="4" y="788"/>
                  </a:lnTo>
                  <a:lnTo>
                    <a:pt x="5" y="780"/>
                  </a:lnTo>
                  <a:lnTo>
                    <a:pt x="10" y="774"/>
                  </a:lnTo>
                  <a:lnTo>
                    <a:pt x="18" y="771"/>
                  </a:lnTo>
                  <a:lnTo>
                    <a:pt x="25" y="768"/>
                  </a:lnTo>
                  <a:lnTo>
                    <a:pt x="27" y="761"/>
                  </a:lnTo>
                  <a:lnTo>
                    <a:pt x="25" y="752"/>
                  </a:lnTo>
                  <a:lnTo>
                    <a:pt x="22" y="741"/>
                  </a:lnTo>
                  <a:lnTo>
                    <a:pt x="16" y="729"/>
                  </a:lnTo>
                  <a:lnTo>
                    <a:pt x="10" y="716"/>
                  </a:lnTo>
                  <a:lnTo>
                    <a:pt x="5" y="704"/>
                  </a:lnTo>
                  <a:lnTo>
                    <a:pt x="0" y="691"/>
                  </a:lnTo>
                  <a:lnTo>
                    <a:pt x="0" y="679"/>
                  </a:lnTo>
                  <a:lnTo>
                    <a:pt x="5" y="666"/>
                  </a:lnTo>
                  <a:lnTo>
                    <a:pt x="14" y="652"/>
                  </a:lnTo>
                  <a:lnTo>
                    <a:pt x="25" y="637"/>
                  </a:lnTo>
                  <a:lnTo>
                    <a:pt x="38" y="624"/>
                  </a:lnTo>
                  <a:lnTo>
                    <a:pt x="50" y="612"/>
                  </a:lnTo>
                  <a:lnTo>
                    <a:pt x="59" y="602"/>
                  </a:lnTo>
                  <a:lnTo>
                    <a:pt x="65" y="593"/>
                  </a:lnTo>
                  <a:lnTo>
                    <a:pt x="71" y="586"/>
                  </a:lnTo>
                  <a:lnTo>
                    <a:pt x="80" y="580"/>
                  </a:lnTo>
                  <a:lnTo>
                    <a:pt x="90" y="575"/>
                  </a:lnTo>
                  <a:lnTo>
                    <a:pt x="101" y="570"/>
                  </a:lnTo>
                  <a:lnTo>
                    <a:pt x="112" y="567"/>
                  </a:lnTo>
                  <a:lnTo>
                    <a:pt x="124" y="565"/>
                  </a:lnTo>
                  <a:lnTo>
                    <a:pt x="137" y="563"/>
                  </a:lnTo>
                  <a:lnTo>
                    <a:pt x="147" y="563"/>
                  </a:lnTo>
                  <a:lnTo>
                    <a:pt x="155" y="561"/>
                  </a:lnTo>
                  <a:lnTo>
                    <a:pt x="161" y="557"/>
                  </a:lnTo>
                  <a:lnTo>
                    <a:pt x="166" y="550"/>
                  </a:lnTo>
                  <a:lnTo>
                    <a:pt x="169" y="540"/>
                  </a:lnTo>
                  <a:lnTo>
                    <a:pt x="170" y="532"/>
                  </a:lnTo>
                  <a:lnTo>
                    <a:pt x="169" y="523"/>
                  </a:lnTo>
                  <a:lnTo>
                    <a:pt x="167" y="516"/>
                  </a:lnTo>
                  <a:lnTo>
                    <a:pt x="163" y="510"/>
                  </a:lnTo>
                  <a:lnTo>
                    <a:pt x="161" y="503"/>
                  </a:lnTo>
                  <a:lnTo>
                    <a:pt x="161" y="493"/>
                  </a:lnTo>
                  <a:lnTo>
                    <a:pt x="163" y="482"/>
                  </a:lnTo>
                  <a:lnTo>
                    <a:pt x="167" y="472"/>
                  </a:lnTo>
                  <a:lnTo>
                    <a:pt x="171" y="463"/>
                  </a:lnTo>
                  <a:lnTo>
                    <a:pt x="177" y="457"/>
                  </a:lnTo>
                  <a:lnTo>
                    <a:pt x="183" y="455"/>
                  </a:lnTo>
                  <a:lnTo>
                    <a:pt x="188" y="459"/>
                  </a:lnTo>
                  <a:lnTo>
                    <a:pt x="195" y="464"/>
                  </a:lnTo>
                  <a:lnTo>
                    <a:pt x="203" y="467"/>
                  </a:lnTo>
                  <a:lnTo>
                    <a:pt x="213" y="468"/>
                  </a:lnTo>
                  <a:lnTo>
                    <a:pt x="224" y="466"/>
                  </a:lnTo>
                  <a:lnTo>
                    <a:pt x="236" y="463"/>
                  </a:lnTo>
                  <a:lnTo>
                    <a:pt x="246" y="457"/>
                  </a:lnTo>
                  <a:lnTo>
                    <a:pt x="254" y="449"/>
                  </a:lnTo>
                  <a:lnTo>
                    <a:pt x="261" y="438"/>
                  </a:lnTo>
                  <a:lnTo>
                    <a:pt x="268" y="430"/>
                  </a:lnTo>
                  <a:lnTo>
                    <a:pt x="276" y="426"/>
                  </a:lnTo>
                  <a:lnTo>
                    <a:pt x="287" y="427"/>
                  </a:lnTo>
                  <a:lnTo>
                    <a:pt x="297" y="430"/>
                  </a:lnTo>
                  <a:lnTo>
                    <a:pt x="307" y="434"/>
                  </a:lnTo>
                  <a:lnTo>
                    <a:pt x="315" y="439"/>
                  </a:lnTo>
                  <a:lnTo>
                    <a:pt x="320" y="443"/>
                  </a:lnTo>
                  <a:lnTo>
                    <a:pt x="322" y="444"/>
                  </a:lnTo>
                  <a:lnTo>
                    <a:pt x="325" y="445"/>
                  </a:lnTo>
                  <a:lnTo>
                    <a:pt x="336" y="449"/>
                  </a:lnTo>
                  <a:lnTo>
                    <a:pt x="349" y="453"/>
                  </a:lnTo>
                  <a:lnTo>
                    <a:pt x="366" y="457"/>
                  </a:lnTo>
                  <a:lnTo>
                    <a:pt x="384" y="462"/>
                  </a:lnTo>
                  <a:lnTo>
                    <a:pt x="401" y="467"/>
                  </a:lnTo>
                  <a:lnTo>
                    <a:pt x="415" y="471"/>
                  </a:lnTo>
                  <a:lnTo>
                    <a:pt x="426" y="473"/>
                  </a:lnTo>
                  <a:lnTo>
                    <a:pt x="436" y="474"/>
                  </a:lnTo>
                  <a:lnTo>
                    <a:pt x="445" y="477"/>
                  </a:lnTo>
                  <a:lnTo>
                    <a:pt x="455" y="480"/>
                  </a:lnTo>
                  <a:lnTo>
                    <a:pt x="465" y="482"/>
                  </a:lnTo>
                  <a:lnTo>
                    <a:pt x="474" y="484"/>
                  </a:lnTo>
                  <a:lnTo>
                    <a:pt x="484" y="483"/>
                  </a:lnTo>
                  <a:lnTo>
                    <a:pt x="493" y="481"/>
                  </a:lnTo>
                  <a:lnTo>
                    <a:pt x="500" y="475"/>
                  </a:lnTo>
                  <a:lnTo>
                    <a:pt x="506" y="467"/>
                  </a:lnTo>
                  <a:lnTo>
                    <a:pt x="513" y="460"/>
                  </a:lnTo>
                  <a:lnTo>
                    <a:pt x="520" y="452"/>
                  </a:lnTo>
                  <a:lnTo>
                    <a:pt x="528" y="444"/>
                  </a:lnTo>
                  <a:lnTo>
                    <a:pt x="535" y="438"/>
                  </a:lnTo>
                  <a:lnTo>
                    <a:pt x="543" y="432"/>
                  </a:lnTo>
                  <a:lnTo>
                    <a:pt x="551" y="428"/>
                  </a:lnTo>
                  <a:lnTo>
                    <a:pt x="559" y="424"/>
                  </a:lnTo>
                  <a:lnTo>
                    <a:pt x="567" y="419"/>
                  </a:lnTo>
                  <a:lnTo>
                    <a:pt x="573" y="411"/>
                  </a:lnTo>
                  <a:lnTo>
                    <a:pt x="580" y="400"/>
                  </a:lnTo>
                  <a:lnTo>
                    <a:pt x="584" y="387"/>
                  </a:lnTo>
                  <a:lnTo>
                    <a:pt x="587" y="375"/>
                  </a:lnTo>
                  <a:lnTo>
                    <a:pt x="588" y="364"/>
                  </a:lnTo>
                  <a:lnTo>
                    <a:pt x="588" y="354"/>
                  </a:lnTo>
                  <a:lnTo>
                    <a:pt x="586" y="346"/>
                  </a:lnTo>
                  <a:lnTo>
                    <a:pt x="584" y="339"/>
                  </a:lnTo>
                  <a:lnTo>
                    <a:pt x="583" y="330"/>
                  </a:lnTo>
                  <a:lnTo>
                    <a:pt x="584" y="319"/>
                  </a:lnTo>
                  <a:lnTo>
                    <a:pt x="585" y="308"/>
                  </a:lnTo>
                  <a:lnTo>
                    <a:pt x="586" y="295"/>
                  </a:lnTo>
                  <a:lnTo>
                    <a:pt x="587" y="284"/>
                  </a:lnTo>
                  <a:lnTo>
                    <a:pt x="586" y="274"/>
                  </a:lnTo>
                  <a:lnTo>
                    <a:pt x="584" y="267"/>
                  </a:lnTo>
                  <a:lnTo>
                    <a:pt x="584" y="261"/>
                  </a:lnTo>
                  <a:lnTo>
                    <a:pt x="589" y="255"/>
                  </a:lnTo>
                  <a:lnTo>
                    <a:pt x="598" y="249"/>
                  </a:lnTo>
                  <a:lnTo>
                    <a:pt x="609" y="242"/>
                  </a:lnTo>
                  <a:lnTo>
                    <a:pt x="622" y="237"/>
                  </a:lnTo>
                  <a:lnTo>
                    <a:pt x="636" y="233"/>
                  </a:lnTo>
                  <a:lnTo>
                    <a:pt x="649" y="231"/>
                  </a:lnTo>
                  <a:lnTo>
                    <a:pt x="659" y="230"/>
                  </a:lnTo>
                  <a:lnTo>
                    <a:pt x="665" y="229"/>
                  </a:lnTo>
                  <a:lnTo>
                    <a:pt x="671" y="225"/>
                  </a:lnTo>
                  <a:lnTo>
                    <a:pt x="678" y="218"/>
                  </a:lnTo>
                  <a:lnTo>
                    <a:pt x="685" y="211"/>
                  </a:lnTo>
                  <a:lnTo>
                    <a:pt x="692" y="202"/>
                  </a:lnTo>
                  <a:lnTo>
                    <a:pt x="698" y="191"/>
                  </a:lnTo>
                  <a:lnTo>
                    <a:pt x="705" y="180"/>
                  </a:lnTo>
                  <a:lnTo>
                    <a:pt x="711" y="170"/>
                  </a:lnTo>
                  <a:lnTo>
                    <a:pt x="718" y="174"/>
                  </a:lnTo>
                  <a:lnTo>
                    <a:pt x="724" y="177"/>
                  </a:lnTo>
                  <a:lnTo>
                    <a:pt x="731" y="180"/>
                  </a:lnTo>
                  <a:lnTo>
                    <a:pt x="737" y="181"/>
                  </a:lnTo>
                  <a:lnTo>
                    <a:pt x="742" y="181"/>
                  </a:lnTo>
                  <a:lnTo>
                    <a:pt x="747" y="181"/>
                  </a:lnTo>
                  <a:lnTo>
                    <a:pt x="751" y="178"/>
                  </a:lnTo>
                  <a:lnTo>
                    <a:pt x="755" y="175"/>
                  </a:lnTo>
                  <a:lnTo>
                    <a:pt x="761" y="167"/>
                  </a:lnTo>
                  <a:lnTo>
                    <a:pt x="764" y="158"/>
                  </a:lnTo>
                  <a:lnTo>
                    <a:pt x="768" y="152"/>
                  </a:lnTo>
                  <a:lnTo>
                    <a:pt x="772" y="145"/>
                  </a:lnTo>
                  <a:lnTo>
                    <a:pt x="779" y="143"/>
                  </a:lnTo>
                  <a:lnTo>
                    <a:pt x="787" y="145"/>
                  </a:lnTo>
                  <a:lnTo>
                    <a:pt x="800" y="152"/>
                  </a:lnTo>
                  <a:lnTo>
                    <a:pt x="818" y="163"/>
                  </a:lnTo>
                  <a:lnTo>
                    <a:pt x="838" y="173"/>
                  </a:lnTo>
                  <a:lnTo>
                    <a:pt x="850" y="175"/>
                  </a:lnTo>
                  <a:lnTo>
                    <a:pt x="858" y="172"/>
                  </a:lnTo>
                  <a:lnTo>
                    <a:pt x="863" y="165"/>
                  </a:lnTo>
                  <a:lnTo>
                    <a:pt x="864" y="157"/>
                  </a:lnTo>
                  <a:lnTo>
                    <a:pt x="864" y="148"/>
                  </a:lnTo>
                  <a:lnTo>
                    <a:pt x="863" y="141"/>
                  </a:lnTo>
                  <a:lnTo>
                    <a:pt x="863" y="138"/>
                  </a:lnTo>
                  <a:lnTo>
                    <a:pt x="864" y="136"/>
                  </a:lnTo>
                  <a:lnTo>
                    <a:pt x="866" y="132"/>
                  </a:lnTo>
                  <a:lnTo>
                    <a:pt x="870" y="127"/>
                  </a:lnTo>
                  <a:lnTo>
                    <a:pt x="878" y="122"/>
                  </a:lnTo>
                  <a:lnTo>
                    <a:pt x="886" y="119"/>
                  </a:lnTo>
                  <a:lnTo>
                    <a:pt x="896" y="119"/>
                  </a:lnTo>
                  <a:lnTo>
                    <a:pt x="909" y="122"/>
                  </a:lnTo>
                  <a:lnTo>
                    <a:pt x="924" y="132"/>
                  </a:lnTo>
                  <a:lnTo>
                    <a:pt x="941" y="143"/>
                  </a:lnTo>
                  <a:lnTo>
                    <a:pt x="957" y="152"/>
                  </a:lnTo>
                  <a:lnTo>
                    <a:pt x="972" y="159"/>
                  </a:lnTo>
                  <a:lnTo>
                    <a:pt x="988" y="163"/>
                  </a:lnTo>
                  <a:lnTo>
                    <a:pt x="1003" y="165"/>
                  </a:lnTo>
                  <a:lnTo>
                    <a:pt x="1017" y="165"/>
                  </a:lnTo>
                  <a:lnTo>
                    <a:pt x="1034" y="164"/>
                  </a:lnTo>
                  <a:lnTo>
                    <a:pt x="1049" y="161"/>
                  </a:lnTo>
                  <a:lnTo>
                    <a:pt x="1062" y="156"/>
                  </a:lnTo>
                  <a:lnTo>
                    <a:pt x="1071" y="149"/>
                  </a:lnTo>
                  <a:lnTo>
                    <a:pt x="1079" y="142"/>
                  </a:lnTo>
                  <a:lnTo>
                    <a:pt x="1086" y="135"/>
                  </a:lnTo>
                  <a:lnTo>
                    <a:pt x="1092" y="130"/>
                  </a:lnTo>
                  <a:lnTo>
                    <a:pt x="1100" y="126"/>
                  </a:lnTo>
                  <a:lnTo>
                    <a:pt x="1111" y="125"/>
                  </a:lnTo>
                  <a:lnTo>
                    <a:pt x="1127" y="126"/>
                  </a:lnTo>
                  <a:lnTo>
                    <a:pt x="1144" y="127"/>
                  </a:lnTo>
                  <a:lnTo>
                    <a:pt x="1159" y="127"/>
                  </a:lnTo>
                  <a:lnTo>
                    <a:pt x="1172" y="125"/>
                  </a:lnTo>
                  <a:lnTo>
                    <a:pt x="1185" y="123"/>
                  </a:lnTo>
                  <a:lnTo>
                    <a:pt x="1196" y="122"/>
                  </a:lnTo>
                  <a:lnTo>
                    <a:pt x="1205" y="125"/>
                  </a:lnTo>
                  <a:lnTo>
                    <a:pt x="1212" y="131"/>
                  </a:lnTo>
                  <a:lnTo>
                    <a:pt x="1218" y="142"/>
                  </a:lnTo>
                  <a:lnTo>
                    <a:pt x="1226" y="156"/>
                  </a:lnTo>
                  <a:lnTo>
                    <a:pt x="1234" y="167"/>
                  </a:lnTo>
                  <a:lnTo>
                    <a:pt x="1244" y="174"/>
                  </a:lnTo>
                  <a:lnTo>
                    <a:pt x="1255" y="178"/>
                  </a:lnTo>
                  <a:lnTo>
                    <a:pt x="1266" y="180"/>
                  </a:lnTo>
                  <a:lnTo>
                    <a:pt x="1278" y="177"/>
                  </a:lnTo>
                  <a:lnTo>
                    <a:pt x="1287" y="172"/>
                  </a:lnTo>
                  <a:lnTo>
                    <a:pt x="1294" y="163"/>
                  </a:lnTo>
                  <a:lnTo>
                    <a:pt x="1297" y="158"/>
                  </a:lnTo>
                  <a:lnTo>
                    <a:pt x="1301" y="152"/>
                  </a:lnTo>
                  <a:lnTo>
                    <a:pt x="1306" y="143"/>
                  </a:lnTo>
                  <a:lnTo>
                    <a:pt x="1311" y="134"/>
                  </a:lnTo>
                  <a:lnTo>
                    <a:pt x="1317" y="125"/>
                  </a:lnTo>
                  <a:lnTo>
                    <a:pt x="1323" y="114"/>
                  </a:lnTo>
                  <a:lnTo>
                    <a:pt x="1331" y="103"/>
                  </a:lnTo>
                  <a:lnTo>
                    <a:pt x="1339" y="91"/>
                  </a:lnTo>
                  <a:lnTo>
                    <a:pt x="1347" y="79"/>
                  </a:lnTo>
                  <a:lnTo>
                    <a:pt x="1356" y="67"/>
                  </a:lnTo>
                  <a:lnTo>
                    <a:pt x="1365" y="55"/>
                  </a:lnTo>
                  <a:lnTo>
                    <a:pt x="1376" y="42"/>
                  </a:lnTo>
                  <a:lnTo>
                    <a:pt x="1386" y="31"/>
                  </a:lnTo>
                  <a:lnTo>
                    <a:pt x="1396" y="20"/>
                  </a:lnTo>
                  <a:lnTo>
                    <a:pt x="1407" y="10"/>
                  </a:lnTo>
                  <a:lnTo>
                    <a:pt x="1418" y="0"/>
                  </a:lnTo>
                  <a:lnTo>
                    <a:pt x="1422" y="25"/>
                  </a:lnTo>
                  <a:lnTo>
                    <a:pt x="1427" y="50"/>
                  </a:lnTo>
                  <a:lnTo>
                    <a:pt x="1430" y="74"/>
                  </a:lnTo>
                  <a:lnTo>
                    <a:pt x="1433" y="96"/>
                  </a:lnTo>
                  <a:lnTo>
                    <a:pt x="1436" y="116"/>
                  </a:lnTo>
                  <a:lnTo>
                    <a:pt x="1441" y="132"/>
                  </a:lnTo>
                  <a:lnTo>
                    <a:pt x="1446" y="144"/>
                  </a:lnTo>
                  <a:lnTo>
                    <a:pt x="1454" y="153"/>
                  </a:lnTo>
                  <a:lnTo>
                    <a:pt x="1464" y="164"/>
                  </a:lnTo>
                  <a:lnTo>
                    <a:pt x="1467" y="180"/>
                  </a:lnTo>
                  <a:lnTo>
                    <a:pt x="1467" y="200"/>
                  </a:lnTo>
                  <a:lnTo>
                    <a:pt x="1465" y="222"/>
                  </a:lnTo>
                  <a:lnTo>
                    <a:pt x="1463" y="244"/>
                  </a:lnTo>
                  <a:lnTo>
                    <a:pt x="1463" y="267"/>
                  </a:lnTo>
                  <a:lnTo>
                    <a:pt x="1466" y="286"/>
                  </a:lnTo>
                  <a:lnTo>
                    <a:pt x="1477" y="304"/>
                  </a:lnTo>
                  <a:lnTo>
                    <a:pt x="1488" y="320"/>
                  </a:lnTo>
                  <a:lnTo>
                    <a:pt x="1494" y="339"/>
                  </a:lnTo>
                  <a:lnTo>
                    <a:pt x="1497" y="360"/>
                  </a:lnTo>
                  <a:lnTo>
                    <a:pt x="1498" y="381"/>
                  </a:lnTo>
                  <a:lnTo>
                    <a:pt x="1499" y="402"/>
                  </a:lnTo>
                  <a:lnTo>
                    <a:pt x="1500" y="420"/>
                  </a:lnTo>
                  <a:lnTo>
                    <a:pt x="1504" y="435"/>
                  </a:lnTo>
                  <a:lnTo>
                    <a:pt x="1510" y="448"/>
                  </a:lnTo>
                  <a:lnTo>
                    <a:pt x="1516" y="460"/>
                  </a:lnTo>
                  <a:lnTo>
                    <a:pt x="1518" y="478"/>
                  </a:lnTo>
                  <a:lnTo>
                    <a:pt x="1518" y="499"/>
                  </a:lnTo>
                  <a:lnTo>
                    <a:pt x="1516" y="521"/>
                  </a:lnTo>
                  <a:lnTo>
                    <a:pt x="1515" y="541"/>
                  </a:lnTo>
                  <a:lnTo>
                    <a:pt x="1515" y="560"/>
                  </a:lnTo>
                  <a:lnTo>
                    <a:pt x="1518" y="573"/>
                  </a:lnTo>
                  <a:lnTo>
                    <a:pt x="1527" y="579"/>
                  </a:lnTo>
                  <a:lnTo>
                    <a:pt x="1533" y="583"/>
                  </a:lnTo>
                  <a:lnTo>
                    <a:pt x="1532" y="590"/>
                  </a:lnTo>
                  <a:lnTo>
                    <a:pt x="1526" y="601"/>
                  </a:lnTo>
                  <a:lnTo>
                    <a:pt x="1516" y="614"/>
                  </a:lnTo>
                  <a:lnTo>
                    <a:pt x="1507" y="630"/>
                  </a:lnTo>
                  <a:lnTo>
                    <a:pt x="1500" y="648"/>
                  </a:lnTo>
                  <a:lnTo>
                    <a:pt x="1497" y="670"/>
                  </a:lnTo>
                  <a:lnTo>
                    <a:pt x="1501" y="694"/>
                  </a:lnTo>
                  <a:lnTo>
                    <a:pt x="1504" y="708"/>
                  </a:lnTo>
                  <a:lnTo>
                    <a:pt x="1507" y="722"/>
                  </a:lnTo>
                  <a:lnTo>
                    <a:pt x="1510" y="737"/>
                  </a:lnTo>
                  <a:lnTo>
                    <a:pt x="1512" y="754"/>
                  </a:lnTo>
                  <a:lnTo>
                    <a:pt x="1513" y="771"/>
                  </a:lnTo>
                  <a:lnTo>
                    <a:pt x="1514" y="788"/>
                  </a:lnTo>
                  <a:lnTo>
                    <a:pt x="1515" y="807"/>
                  </a:lnTo>
                  <a:lnTo>
                    <a:pt x="1515" y="824"/>
                  </a:lnTo>
                  <a:lnTo>
                    <a:pt x="1515" y="841"/>
                  </a:lnTo>
                  <a:lnTo>
                    <a:pt x="1514" y="859"/>
                  </a:lnTo>
                  <a:lnTo>
                    <a:pt x="1514" y="876"/>
                  </a:lnTo>
                  <a:lnTo>
                    <a:pt x="1512" y="892"/>
                  </a:lnTo>
                  <a:lnTo>
                    <a:pt x="1511" y="908"/>
                  </a:lnTo>
                  <a:lnTo>
                    <a:pt x="1509" y="922"/>
                  </a:lnTo>
                  <a:lnTo>
                    <a:pt x="1506" y="935"/>
                  </a:lnTo>
                  <a:lnTo>
                    <a:pt x="1504" y="947"/>
                  </a:lnTo>
                  <a:lnTo>
                    <a:pt x="1501" y="960"/>
                  </a:lnTo>
                  <a:lnTo>
                    <a:pt x="1499" y="973"/>
                  </a:lnTo>
                  <a:lnTo>
                    <a:pt x="1497" y="987"/>
                  </a:lnTo>
                  <a:lnTo>
                    <a:pt x="1495" y="1003"/>
                  </a:lnTo>
                  <a:lnTo>
                    <a:pt x="1493" y="1018"/>
                  </a:lnTo>
                  <a:lnTo>
                    <a:pt x="1491" y="1034"/>
                  </a:lnTo>
                  <a:lnTo>
                    <a:pt x="1490" y="1049"/>
                  </a:lnTo>
                  <a:lnTo>
                    <a:pt x="1488" y="1066"/>
                  </a:lnTo>
                  <a:lnTo>
                    <a:pt x="1487" y="1080"/>
                  </a:lnTo>
                  <a:lnTo>
                    <a:pt x="1487" y="1094"/>
                  </a:lnTo>
                  <a:lnTo>
                    <a:pt x="1486" y="1108"/>
                  </a:lnTo>
                  <a:lnTo>
                    <a:pt x="1486" y="1120"/>
                  </a:lnTo>
                  <a:lnTo>
                    <a:pt x="1487" y="1130"/>
                  </a:lnTo>
                  <a:lnTo>
                    <a:pt x="1487" y="1138"/>
                  </a:lnTo>
                  <a:lnTo>
                    <a:pt x="1489" y="1144"/>
                  </a:lnTo>
                  <a:lnTo>
                    <a:pt x="1490" y="1147"/>
                  </a:lnTo>
                  <a:lnTo>
                    <a:pt x="1494" y="1154"/>
                  </a:lnTo>
                  <a:lnTo>
                    <a:pt x="1497" y="1162"/>
                  </a:lnTo>
                  <a:lnTo>
                    <a:pt x="1501" y="1173"/>
                  </a:lnTo>
                  <a:lnTo>
                    <a:pt x="1505" y="1186"/>
                  </a:lnTo>
                  <a:lnTo>
                    <a:pt x="1507" y="1200"/>
                  </a:lnTo>
                  <a:lnTo>
                    <a:pt x="1509" y="1215"/>
                  </a:lnTo>
                  <a:lnTo>
                    <a:pt x="1510" y="1229"/>
                  </a:lnTo>
                  <a:lnTo>
                    <a:pt x="1510" y="1243"/>
                  </a:lnTo>
                  <a:lnTo>
                    <a:pt x="1508" y="1260"/>
                  </a:lnTo>
                  <a:lnTo>
                    <a:pt x="1506" y="1280"/>
                  </a:lnTo>
                  <a:lnTo>
                    <a:pt x="1504" y="1304"/>
                  </a:lnTo>
                  <a:lnTo>
                    <a:pt x="1501" y="1327"/>
                  </a:lnTo>
                  <a:lnTo>
                    <a:pt x="1500" y="1347"/>
                  </a:lnTo>
                  <a:lnTo>
                    <a:pt x="1500" y="1364"/>
                  </a:lnTo>
                  <a:lnTo>
                    <a:pt x="1502" y="1374"/>
                  </a:lnTo>
                  <a:lnTo>
                    <a:pt x="1507" y="1375"/>
                  </a:lnTo>
                  <a:lnTo>
                    <a:pt x="1514" y="1371"/>
                  </a:lnTo>
                  <a:lnTo>
                    <a:pt x="1522" y="1369"/>
                  </a:lnTo>
                  <a:lnTo>
                    <a:pt x="1532" y="1366"/>
                  </a:lnTo>
                  <a:lnTo>
                    <a:pt x="1542" y="1364"/>
                  </a:lnTo>
                  <a:lnTo>
                    <a:pt x="1553" y="1362"/>
                  </a:lnTo>
                  <a:lnTo>
                    <a:pt x="1564" y="1359"/>
                  </a:lnTo>
                  <a:lnTo>
                    <a:pt x="1576" y="1355"/>
                  </a:lnTo>
                  <a:lnTo>
                    <a:pt x="1586" y="1349"/>
                  </a:lnTo>
                  <a:lnTo>
                    <a:pt x="1595" y="1343"/>
                  </a:lnTo>
                  <a:lnTo>
                    <a:pt x="1603" y="1336"/>
                  </a:lnTo>
                  <a:lnTo>
                    <a:pt x="1610" y="1329"/>
                  </a:lnTo>
                  <a:lnTo>
                    <a:pt x="1617" y="1322"/>
                  </a:lnTo>
                  <a:lnTo>
                    <a:pt x="1624" y="1315"/>
                  </a:lnTo>
                  <a:lnTo>
                    <a:pt x="1632" y="1308"/>
                  </a:lnTo>
                  <a:lnTo>
                    <a:pt x="1641" y="1300"/>
                  </a:lnTo>
                  <a:lnTo>
                    <a:pt x="1652" y="1294"/>
                  </a:lnTo>
                  <a:lnTo>
                    <a:pt x="1660" y="1294"/>
                  </a:lnTo>
                  <a:lnTo>
                    <a:pt x="1666" y="1296"/>
                  </a:lnTo>
                  <a:lnTo>
                    <a:pt x="1669" y="1301"/>
                  </a:lnTo>
                  <a:lnTo>
                    <a:pt x="1671" y="1309"/>
                  </a:lnTo>
                  <a:lnTo>
                    <a:pt x="1671" y="1318"/>
                  </a:lnTo>
                  <a:lnTo>
                    <a:pt x="1670" y="1329"/>
                  </a:lnTo>
                  <a:lnTo>
                    <a:pt x="1668" y="1341"/>
                  </a:lnTo>
                  <a:lnTo>
                    <a:pt x="1665" y="1354"/>
                  </a:lnTo>
                  <a:lnTo>
                    <a:pt x="1662" y="1368"/>
                  </a:lnTo>
                  <a:lnTo>
                    <a:pt x="1658" y="1382"/>
                  </a:lnTo>
                  <a:lnTo>
                    <a:pt x="1654" y="1395"/>
                  </a:lnTo>
                  <a:lnTo>
                    <a:pt x="1651" y="1410"/>
                  </a:lnTo>
                  <a:lnTo>
                    <a:pt x="1648" y="1423"/>
                  </a:lnTo>
                  <a:lnTo>
                    <a:pt x="1645" y="1435"/>
                  </a:lnTo>
                  <a:lnTo>
                    <a:pt x="1644" y="1446"/>
                  </a:lnTo>
                  <a:lnTo>
                    <a:pt x="1644" y="1457"/>
                  </a:lnTo>
                  <a:lnTo>
                    <a:pt x="1635" y="1472"/>
                  </a:lnTo>
                  <a:lnTo>
                    <a:pt x="1629" y="1491"/>
                  </a:lnTo>
                  <a:lnTo>
                    <a:pt x="1626" y="1513"/>
                  </a:lnTo>
                  <a:lnTo>
                    <a:pt x="1624" y="1536"/>
                  </a:lnTo>
                  <a:lnTo>
                    <a:pt x="1621" y="1560"/>
                  </a:lnTo>
                  <a:lnTo>
                    <a:pt x="1620" y="1582"/>
                  </a:lnTo>
                  <a:lnTo>
                    <a:pt x="1617" y="1600"/>
                  </a:lnTo>
                  <a:lnTo>
                    <a:pt x="1613" y="1614"/>
                  </a:lnTo>
                  <a:lnTo>
                    <a:pt x="1611" y="1619"/>
                  </a:lnTo>
                  <a:lnTo>
                    <a:pt x="1608" y="1626"/>
                  </a:lnTo>
                  <a:lnTo>
                    <a:pt x="1606" y="1635"/>
                  </a:lnTo>
                  <a:lnTo>
                    <a:pt x="1603" y="1644"/>
                  </a:lnTo>
                  <a:lnTo>
                    <a:pt x="1601" y="1655"/>
                  </a:lnTo>
                  <a:lnTo>
                    <a:pt x="1599" y="1666"/>
                  </a:lnTo>
                  <a:lnTo>
                    <a:pt x="1597" y="1678"/>
                  </a:lnTo>
                  <a:lnTo>
                    <a:pt x="1595" y="1690"/>
                  </a:lnTo>
                  <a:lnTo>
                    <a:pt x="1593" y="1702"/>
                  </a:lnTo>
                  <a:lnTo>
                    <a:pt x="1592" y="1716"/>
                  </a:lnTo>
                  <a:lnTo>
                    <a:pt x="1591" y="1729"/>
                  </a:lnTo>
                  <a:lnTo>
                    <a:pt x="1590" y="1741"/>
                  </a:lnTo>
                  <a:lnTo>
                    <a:pt x="1589" y="1753"/>
                  </a:lnTo>
                  <a:lnTo>
                    <a:pt x="1589" y="1766"/>
                  </a:lnTo>
                  <a:lnTo>
                    <a:pt x="1589" y="1777"/>
                  </a:lnTo>
                  <a:lnTo>
                    <a:pt x="1589" y="1787"/>
                  </a:lnTo>
                  <a:close/>
                </a:path>
              </a:pathLst>
            </a:custGeom>
            <a:solidFill>
              <a:srgbClr val="99ff00"/>
            </a:solidFill>
            <a:ln w="0">
              <a:no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78" name=""/>
            <p:cNvSpPr/>
            <p:nvPr/>
          </p:nvSpPr>
          <p:spPr>
            <a:xfrm>
              <a:off x="836640" y="3475080"/>
              <a:ext cx="300240" cy="296640"/>
            </a:xfrm>
            <a:custGeom>
              <a:avLst/>
              <a:gdLst/>
              <a:ahLst/>
              <a:rect l="l" t="t" r="r" b="b"/>
              <a:pathLst>
                <a:path w="1671" h="1831">
                  <a:moveTo>
                    <a:pt x="1589" y="1787"/>
                  </a:moveTo>
                  <a:lnTo>
                    <a:pt x="1589" y="1787"/>
                  </a:lnTo>
                  <a:lnTo>
                    <a:pt x="1570" y="1785"/>
                  </a:lnTo>
                  <a:lnTo>
                    <a:pt x="1551" y="1783"/>
                  </a:lnTo>
                  <a:lnTo>
                    <a:pt x="1534" y="1780"/>
                  </a:lnTo>
                  <a:lnTo>
                    <a:pt x="1517" y="1777"/>
                  </a:lnTo>
                  <a:lnTo>
                    <a:pt x="1502" y="1774"/>
                  </a:lnTo>
                  <a:lnTo>
                    <a:pt x="1490" y="1770"/>
                  </a:lnTo>
                  <a:lnTo>
                    <a:pt x="1481" y="1765"/>
                  </a:lnTo>
                  <a:lnTo>
                    <a:pt x="1475" y="1760"/>
                  </a:lnTo>
                  <a:lnTo>
                    <a:pt x="1475" y="1760"/>
                  </a:lnTo>
                  <a:lnTo>
                    <a:pt x="1465" y="1750"/>
                  </a:lnTo>
                  <a:lnTo>
                    <a:pt x="1456" y="1748"/>
                  </a:lnTo>
                  <a:lnTo>
                    <a:pt x="1447" y="1750"/>
                  </a:lnTo>
                  <a:lnTo>
                    <a:pt x="1437" y="1757"/>
                  </a:lnTo>
                  <a:lnTo>
                    <a:pt x="1427" y="1765"/>
                  </a:lnTo>
                  <a:lnTo>
                    <a:pt x="1416" y="1773"/>
                  </a:lnTo>
                  <a:lnTo>
                    <a:pt x="1405" y="1781"/>
                  </a:lnTo>
                  <a:lnTo>
                    <a:pt x="1395" y="1788"/>
                  </a:lnTo>
                  <a:lnTo>
                    <a:pt x="1395" y="1788"/>
                  </a:lnTo>
                  <a:lnTo>
                    <a:pt x="1383" y="1791"/>
                  </a:lnTo>
                  <a:lnTo>
                    <a:pt x="1368" y="1792"/>
                  </a:lnTo>
                  <a:lnTo>
                    <a:pt x="1354" y="1790"/>
                  </a:lnTo>
                  <a:lnTo>
                    <a:pt x="1340" y="1786"/>
                  </a:lnTo>
                  <a:lnTo>
                    <a:pt x="1326" y="1782"/>
                  </a:lnTo>
                  <a:lnTo>
                    <a:pt x="1315" y="1778"/>
                  </a:lnTo>
                  <a:lnTo>
                    <a:pt x="1308" y="1775"/>
                  </a:lnTo>
                  <a:lnTo>
                    <a:pt x="1305" y="1774"/>
                  </a:lnTo>
                  <a:lnTo>
                    <a:pt x="1305" y="1774"/>
                  </a:lnTo>
                  <a:lnTo>
                    <a:pt x="1306" y="1772"/>
                  </a:lnTo>
                  <a:lnTo>
                    <a:pt x="1307" y="1768"/>
                  </a:lnTo>
                  <a:lnTo>
                    <a:pt x="1307" y="1761"/>
                  </a:lnTo>
                  <a:lnTo>
                    <a:pt x="1307" y="1752"/>
                  </a:lnTo>
                  <a:lnTo>
                    <a:pt x="1304" y="1743"/>
                  </a:lnTo>
                  <a:lnTo>
                    <a:pt x="1298" y="1732"/>
                  </a:lnTo>
                  <a:lnTo>
                    <a:pt x="1289" y="1722"/>
                  </a:lnTo>
                  <a:lnTo>
                    <a:pt x="1275" y="1713"/>
                  </a:lnTo>
                  <a:lnTo>
                    <a:pt x="1275" y="1713"/>
                  </a:lnTo>
                  <a:lnTo>
                    <a:pt x="1258" y="1707"/>
                  </a:lnTo>
                  <a:lnTo>
                    <a:pt x="1244" y="1707"/>
                  </a:lnTo>
                  <a:lnTo>
                    <a:pt x="1231" y="1711"/>
                  </a:lnTo>
                  <a:lnTo>
                    <a:pt x="1218" y="1717"/>
                  </a:lnTo>
                  <a:lnTo>
                    <a:pt x="1207" y="1724"/>
                  </a:lnTo>
                  <a:lnTo>
                    <a:pt x="1196" y="1729"/>
                  </a:lnTo>
                  <a:lnTo>
                    <a:pt x="1185" y="1731"/>
                  </a:lnTo>
                  <a:lnTo>
                    <a:pt x="1174" y="1729"/>
                  </a:lnTo>
                  <a:lnTo>
                    <a:pt x="1174" y="1729"/>
                  </a:lnTo>
                  <a:lnTo>
                    <a:pt x="1163" y="1727"/>
                  </a:lnTo>
                  <a:lnTo>
                    <a:pt x="1152" y="1729"/>
                  </a:lnTo>
                  <a:lnTo>
                    <a:pt x="1140" y="1736"/>
                  </a:lnTo>
                  <a:lnTo>
                    <a:pt x="1130" y="1745"/>
                  </a:lnTo>
                  <a:lnTo>
                    <a:pt x="1119" y="1758"/>
                  </a:lnTo>
                  <a:lnTo>
                    <a:pt x="1110" y="1770"/>
                  </a:lnTo>
                  <a:lnTo>
                    <a:pt x="1103" y="1783"/>
                  </a:lnTo>
                  <a:lnTo>
                    <a:pt x="1099" y="1794"/>
                  </a:lnTo>
                  <a:lnTo>
                    <a:pt x="1099" y="1794"/>
                  </a:lnTo>
                  <a:lnTo>
                    <a:pt x="1094" y="1802"/>
                  </a:lnTo>
                  <a:lnTo>
                    <a:pt x="1085" y="1808"/>
                  </a:lnTo>
                  <a:lnTo>
                    <a:pt x="1072" y="1811"/>
                  </a:lnTo>
                  <a:lnTo>
                    <a:pt x="1060" y="1811"/>
                  </a:lnTo>
                  <a:lnTo>
                    <a:pt x="1047" y="1812"/>
                  </a:lnTo>
                  <a:lnTo>
                    <a:pt x="1035" y="1812"/>
                  </a:lnTo>
                  <a:lnTo>
                    <a:pt x="1026" y="1815"/>
                  </a:lnTo>
                  <a:lnTo>
                    <a:pt x="1019" y="1819"/>
                  </a:lnTo>
                  <a:lnTo>
                    <a:pt x="1019" y="1819"/>
                  </a:lnTo>
                  <a:lnTo>
                    <a:pt x="1015" y="1824"/>
                  </a:lnTo>
                  <a:lnTo>
                    <a:pt x="1010" y="1828"/>
                  </a:lnTo>
                  <a:lnTo>
                    <a:pt x="1003" y="1830"/>
                  </a:lnTo>
                  <a:lnTo>
                    <a:pt x="995" y="1831"/>
                  </a:lnTo>
                  <a:lnTo>
                    <a:pt x="985" y="1830"/>
                  </a:lnTo>
                  <a:lnTo>
                    <a:pt x="972" y="1828"/>
                  </a:lnTo>
                  <a:lnTo>
                    <a:pt x="959" y="1824"/>
                  </a:lnTo>
                  <a:lnTo>
                    <a:pt x="944" y="1819"/>
                  </a:lnTo>
                  <a:lnTo>
                    <a:pt x="944" y="1819"/>
                  </a:lnTo>
                  <a:lnTo>
                    <a:pt x="930" y="1814"/>
                  </a:lnTo>
                  <a:lnTo>
                    <a:pt x="915" y="1812"/>
                  </a:lnTo>
                  <a:lnTo>
                    <a:pt x="902" y="1813"/>
                  </a:lnTo>
                  <a:lnTo>
                    <a:pt x="890" y="1816"/>
                  </a:lnTo>
                  <a:lnTo>
                    <a:pt x="879" y="1819"/>
                  </a:lnTo>
                  <a:lnTo>
                    <a:pt x="866" y="1823"/>
                  </a:lnTo>
                  <a:lnTo>
                    <a:pt x="855" y="1827"/>
                  </a:lnTo>
                  <a:lnTo>
                    <a:pt x="844" y="1829"/>
                  </a:lnTo>
                  <a:lnTo>
                    <a:pt x="844" y="1829"/>
                  </a:lnTo>
                  <a:lnTo>
                    <a:pt x="832" y="1831"/>
                  </a:lnTo>
                  <a:lnTo>
                    <a:pt x="820" y="1831"/>
                  </a:lnTo>
                  <a:lnTo>
                    <a:pt x="809" y="1831"/>
                  </a:lnTo>
                  <a:lnTo>
                    <a:pt x="798" y="1828"/>
                  </a:lnTo>
                  <a:lnTo>
                    <a:pt x="788" y="1824"/>
                  </a:lnTo>
                  <a:lnTo>
                    <a:pt x="777" y="1818"/>
                  </a:lnTo>
                  <a:lnTo>
                    <a:pt x="765" y="1810"/>
                  </a:lnTo>
                  <a:lnTo>
                    <a:pt x="754" y="1798"/>
                  </a:lnTo>
                  <a:lnTo>
                    <a:pt x="754" y="1798"/>
                  </a:lnTo>
                  <a:lnTo>
                    <a:pt x="745" y="1788"/>
                  </a:lnTo>
                  <a:lnTo>
                    <a:pt x="737" y="1783"/>
                  </a:lnTo>
                  <a:lnTo>
                    <a:pt x="730" y="1780"/>
                  </a:lnTo>
                  <a:lnTo>
                    <a:pt x="723" y="1779"/>
                  </a:lnTo>
                  <a:lnTo>
                    <a:pt x="716" y="1780"/>
                  </a:lnTo>
                  <a:lnTo>
                    <a:pt x="709" y="1780"/>
                  </a:lnTo>
                  <a:lnTo>
                    <a:pt x="701" y="1779"/>
                  </a:lnTo>
                  <a:lnTo>
                    <a:pt x="691" y="1776"/>
                  </a:lnTo>
                  <a:lnTo>
                    <a:pt x="691" y="1776"/>
                  </a:lnTo>
                  <a:lnTo>
                    <a:pt x="682" y="1771"/>
                  </a:lnTo>
                  <a:lnTo>
                    <a:pt x="675" y="1765"/>
                  </a:lnTo>
                  <a:lnTo>
                    <a:pt x="671" y="1758"/>
                  </a:lnTo>
                  <a:lnTo>
                    <a:pt x="670" y="1749"/>
                  </a:lnTo>
                  <a:lnTo>
                    <a:pt x="669" y="1740"/>
                  </a:lnTo>
                  <a:lnTo>
                    <a:pt x="668" y="1730"/>
                  </a:lnTo>
                  <a:lnTo>
                    <a:pt x="667" y="1719"/>
                  </a:lnTo>
                  <a:lnTo>
                    <a:pt x="664" y="1709"/>
                  </a:lnTo>
                  <a:lnTo>
                    <a:pt x="664" y="1709"/>
                  </a:lnTo>
                  <a:lnTo>
                    <a:pt x="660" y="1702"/>
                  </a:lnTo>
                  <a:lnTo>
                    <a:pt x="655" y="1702"/>
                  </a:lnTo>
                  <a:lnTo>
                    <a:pt x="651" y="1707"/>
                  </a:lnTo>
                  <a:lnTo>
                    <a:pt x="646" y="1715"/>
                  </a:lnTo>
                  <a:lnTo>
                    <a:pt x="642" y="1725"/>
                  </a:lnTo>
                  <a:lnTo>
                    <a:pt x="639" y="1735"/>
                  </a:lnTo>
                  <a:lnTo>
                    <a:pt x="637" y="1744"/>
                  </a:lnTo>
                  <a:lnTo>
                    <a:pt x="636" y="1751"/>
                  </a:lnTo>
                  <a:lnTo>
                    <a:pt x="636" y="1751"/>
                  </a:lnTo>
                  <a:lnTo>
                    <a:pt x="635" y="1757"/>
                  </a:lnTo>
                  <a:lnTo>
                    <a:pt x="631" y="1763"/>
                  </a:lnTo>
                  <a:lnTo>
                    <a:pt x="624" y="1769"/>
                  </a:lnTo>
                  <a:lnTo>
                    <a:pt x="617" y="1774"/>
                  </a:lnTo>
                  <a:lnTo>
                    <a:pt x="609" y="1778"/>
                  </a:lnTo>
                  <a:lnTo>
                    <a:pt x="601" y="1780"/>
                  </a:lnTo>
                  <a:lnTo>
                    <a:pt x="594" y="1779"/>
                  </a:lnTo>
                  <a:lnTo>
                    <a:pt x="589" y="1776"/>
                  </a:lnTo>
                  <a:lnTo>
                    <a:pt x="589" y="1776"/>
                  </a:lnTo>
                  <a:lnTo>
                    <a:pt x="584" y="1772"/>
                  </a:lnTo>
                  <a:lnTo>
                    <a:pt x="575" y="1770"/>
                  </a:lnTo>
                  <a:lnTo>
                    <a:pt x="565" y="1771"/>
                  </a:lnTo>
                  <a:lnTo>
                    <a:pt x="555" y="1773"/>
                  </a:lnTo>
                  <a:lnTo>
                    <a:pt x="546" y="1778"/>
                  </a:lnTo>
                  <a:lnTo>
                    <a:pt x="538" y="1783"/>
                  </a:lnTo>
                  <a:lnTo>
                    <a:pt x="532" y="1790"/>
                  </a:lnTo>
                  <a:lnTo>
                    <a:pt x="530" y="1798"/>
                  </a:lnTo>
                  <a:lnTo>
                    <a:pt x="530" y="1798"/>
                  </a:lnTo>
                  <a:lnTo>
                    <a:pt x="529" y="1806"/>
                  </a:lnTo>
                  <a:lnTo>
                    <a:pt x="524" y="1809"/>
                  </a:lnTo>
                  <a:lnTo>
                    <a:pt x="518" y="1810"/>
                  </a:lnTo>
                  <a:lnTo>
                    <a:pt x="510" y="1808"/>
                  </a:lnTo>
                  <a:lnTo>
                    <a:pt x="501" y="1804"/>
                  </a:lnTo>
                  <a:lnTo>
                    <a:pt x="491" y="1799"/>
                  </a:lnTo>
                  <a:lnTo>
                    <a:pt x="481" y="1792"/>
                  </a:lnTo>
                  <a:lnTo>
                    <a:pt x="470" y="1784"/>
                  </a:lnTo>
                  <a:lnTo>
                    <a:pt x="470" y="1784"/>
                  </a:lnTo>
                  <a:lnTo>
                    <a:pt x="460" y="1778"/>
                  </a:lnTo>
                  <a:lnTo>
                    <a:pt x="447" y="1775"/>
                  </a:lnTo>
                  <a:lnTo>
                    <a:pt x="433" y="1775"/>
                  </a:lnTo>
                  <a:lnTo>
                    <a:pt x="416" y="1776"/>
                  </a:lnTo>
                  <a:lnTo>
                    <a:pt x="399" y="1778"/>
                  </a:lnTo>
                  <a:lnTo>
                    <a:pt x="382" y="1778"/>
                  </a:lnTo>
                  <a:lnTo>
                    <a:pt x="363" y="1778"/>
                  </a:lnTo>
                  <a:lnTo>
                    <a:pt x="346" y="1774"/>
                  </a:lnTo>
                  <a:lnTo>
                    <a:pt x="346" y="1774"/>
                  </a:lnTo>
                  <a:lnTo>
                    <a:pt x="332" y="1770"/>
                  </a:lnTo>
                  <a:lnTo>
                    <a:pt x="325" y="1769"/>
                  </a:lnTo>
                  <a:lnTo>
                    <a:pt x="324" y="1768"/>
                  </a:lnTo>
                  <a:lnTo>
                    <a:pt x="328" y="1768"/>
                  </a:lnTo>
                  <a:lnTo>
                    <a:pt x="332" y="1767"/>
                  </a:lnTo>
                  <a:lnTo>
                    <a:pt x="338" y="1764"/>
                  </a:lnTo>
                  <a:lnTo>
                    <a:pt x="341" y="1757"/>
                  </a:lnTo>
                  <a:lnTo>
                    <a:pt x="342" y="1745"/>
                  </a:lnTo>
                  <a:lnTo>
                    <a:pt x="342" y="1745"/>
                  </a:lnTo>
                  <a:lnTo>
                    <a:pt x="341" y="1732"/>
                  </a:lnTo>
                  <a:lnTo>
                    <a:pt x="340" y="1720"/>
                  </a:lnTo>
                  <a:lnTo>
                    <a:pt x="338" y="1709"/>
                  </a:lnTo>
                  <a:lnTo>
                    <a:pt x="335" y="1696"/>
                  </a:lnTo>
                  <a:lnTo>
                    <a:pt x="330" y="1685"/>
                  </a:lnTo>
                  <a:lnTo>
                    <a:pt x="323" y="1675"/>
                  </a:lnTo>
                  <a:lnTo>
                    <a:pt x="314" y="1665"/>
                  </a:lnTo>
                  <a:lnTo>
                    <a:pt x="303" y="1656"/>
                  </a:lnTo>
                  <a:lnTo>
                    <a:pt x="303" y="1656"/>
                  </a:lnTo>
                  <a:lnTo>
                    <a:pt x="292" y="1647"/>
                  </a:lnTo>
                  <a:lnTo>
                    <a:pt x="283" y="1642"/>
                  </a:lnTo>
                  <a:lnTo>
                    <a:pt x="275" y="1638"/>
                  </a:lnTo>
                  <a:lnTo>
                    <a:pt x="269" y="1635"/>
                  </a:lnTo>
                  <a:lnTo>
                    <a:pt x="263" y="1633"/>
                  </a:lnTo>
                  <a:lnTo>
                    <a:pt x="257" y="1631"/>
                  </a:lnTo>
                  <a:lnTo>
                    <a:pt x="251" y="1628"/>
                  </a:lnTo>
                  <a:lnTo>
                    <a:pt x="244" y="1625"/>
                  </a:lnTo>
                  <a:lnTo>
                    <a:pt x="244" y="1625"/>
                  </a:lnTo>
                  <a:lnTo>
                    <a:pt x="237" y="1623"/>
                  </a:lnTo>
                  <a:lnTo>
                    <a:pt x="229" y="1624"/>
                  </a:lnTo>
                  <a:lnTo>
                    <a:pt x="219" y="1627"/>
                  </a:lnTo>
                  <a:lnTo>
                    <a:pt x="210" y="1632"/>
                  </a:lnTo>
                  <a:lnTo>
                    <a:pt x="201" y="1638"/>
                  </a:lnTo>
                  <a:lnTo>
                    <a:pt x="192" y="1644"/>
                  </a:lnTo>
                  <a:lnTo>
                    <a:pt x="183" y="1647"/>
                  </a:lnTo>
                  <a:lnTo>
                    <a:pt x="174" y="1649"/>
                  </a:lnTo>
                  <a:lnTo>
                    <a:pt x="174" y="1649"/>
                  </a:lnTo>
                  <a:lnTo>
                    <a:pt x="167" y="1649"/>
                  </a:lnTo>
                  <a:lnTo>
                    <a:pt x="158" y="1650"/>
                  </a:lnTo>
                  <a:lnTo>
                    <a:pt x="149" y="1651"/>
                  </a:lnTo>
                  <a:lnTo>
                    <a:pt x="140" y="1651"/>
                  </a:lnTo>
                  <a:lnTo>
                    <a:pt x="131" y="1650"/>
                  </a:lnTo>
                  <a:lnTo>
                    <a:pt x="122" y="1647"/>
                  </a:lnTo>
                  <a:lnTo>
                    <a:pt x="117" y="1642"/>
                  </a:lnTo>
                  <a:lnTo>
                    <a:pt x="113" y="1633"/>
                  </a:lnTo>
                  <a:lnTo>
                    <a:pt x="113" y="1633"/>
                  </a:lnTo>
                  <a:lnTo>
                    <a:pt x="110" y="1624"/>
                  </a:lnTo>
                  <a:lnTo>
                    <a:pt x="106" y="1617"/>
                  </a:lnTo>
                  <a:lnTo>
                    <a:pt x="100" y="1611"/>
                  </a:lnTo>
                  <a:lnTo>
                    <a:pt x="95" y="1605"/>
                  </a:lnTo>
                  <a:lnTo>
                    <a:pt x="89" y="1597"/>
                  </a:lnTo>
                  <a:lnTo>
                    <a:pt x="83" y="1588"/>
                  </a:lnTo>
                  <a:lnTo>
                    <a:pt x="79" y="1575"/>
                  </a:lnTo>
                  <a:lnTo>
                    <a:pt x="74" y="1558"/>
                  </a:lnTo>
                  <a:lnTo>
                    <a:pt x="74" y="1558"/>
                  </a:lnTo>
                  <a:lnTo>
                    <a:pt x="73" y="1550"/>
                  </a:lnTo>
                  <a:lnTo>
                    <a:pt x="71" y="1544"/>
                  </a:lnTo>
                  <a:lnTo>
                    <a:pt x="69" y="1538"/>
                  </a:lnTo>
                  <a:lnTo>
                    <a:pt x="67" y="1532"/>
                  </a:lnTo>
                  <a:lnTo>
                    <a:pt x="64" y="1527"/>
                  </a:lnTo>
                  <a:lnTo>
                    <a:pt x="61" y="1522"/>
                  </a:lnTo>
                  <a:lnTo>
                    <a:pt x="58" y="1517"/>
                  </a:lnTo>
                  <a:lnTo>
                    <a:pt x="55" y="1513"/>
                  </a:lnTo>
                  <a:lnTo>
                    <a:pt x="55" y="1513"/>
                  </a:lnTo>
                  <a:lnTo>
                    <a:pt x="55" y="1513"/>
                  </a:lnTo>
                  <a:lnTo>
                    <a:pt x="55" y="1513"/>
                  </a:lnTo>
                  <a:lnTo>
                    <a:pt x="55" y="1513"/>
                  </a:lnTo>
                  <a:lnTo>
                    <a:pt x="55" y="1512"/>
                  </a:lnTo>
                  <a:lnTo>
                    <a:pt x="55" y="1512"/>
                  </a:lnTo>
                  <a:lnTo>
                    <a:pt x="55" y="1505"/>
                  </a:lnTo>
                  <a:lnTo>
                    <a:pt x="55" y="1494"/>
                  </a:lnTo>
                  <a:lnTo>
                    <a:pt x="57" y="1484"/>
                  </a:lnTo>
                  <a:lnTo>
                    <a:pt x="61" y="1472"/>
                  </a:lnTo>
                  <a:lnTo>
                    <a:pt x="66" y="1461"/>
                  </a:lnTo>
                  <a:lnTo>
                    <a:pt x="72" y="1450"/>
                  </a:lnTo>
                  <a:lnTo>
                    <a:pt x="83" y="1442"/>
                  </a:lnTo>
                  <a:lnTo>
                    <a:pt x="94" y="1436"/>
                  </a:lnTo>
                  <a:lnTo>
                    <a:pt x="94" y="1436"/>
                  </a:lnTo>
                  <a:lnTo>
                    <a:pt x="103" y="1430"/>
                  </a:lnTo>
                  <a:lnTo>
                    <a:pt x="108" y="1420"/>
                  </a:lnTo>
                  <a:lnTo>
                    <a:pt x="109" y="1408"/>
                  </a:lnTo>
                  <a:lnTo>
                    <a:pt x="108" y="1394"/>
                  </a:lnTo>
                  <a:lnTo>
                    <a:pt x="105" y="1382"/>
                  </a:lnTo>
                  <a:lnTo>
                    <a:pt x="102" y="1371"/>
                  </a:lnTo>
                  <a:lnTo>
                    <a:pt x="99" y="1364"/>
                  </a:lnTo>
                  <a:lnTo>
                    <a:pt x="98" y="1361"/>
                  </a:lnTo>
                  <a:lnTo>
                    <a:pt x="69" y="1334"/>
                  </a:lnTo>
                  <a:lnTo>
                    <a:pt x="69" y="1334"/>
                  </a:lnTo>
                  <a:lnTo>
                    <a:pt x="80" y="1325"/>
                  </a:lnTo>
                  <a:lnTo>
                    <a:pt x="87" y="1314"/>
                  </a:lnTo>
                  <a:lnTo>
                    <a:pt x="92" y="1301"/>
                  </a:lnTo>
                  <a:lnTo>
                    <a:pt x="95" y="1289"/>
                  </a:lnTo>
                  <a:lnTo>
                    <a:pt x="96" y="1277"/>
                  </a:lnTo>
                  <a:lnTo>
                    <a:pt x="96" y="1265"/>
                  </a:lnTo>
                  <a:lnTo>
                    <a:pt x="93" y="1254"/>
                  </a:lnTo>
                  <a:lnTo>
                    <a:pt x="90" y="1244"/>
                  </a:lnTo>
                  <a:lnTo>
                    <a:pt x="90" y="1244"/>
                  </a:lnTo>
                  <a:lnTo>
                    <a:pt x="87" y="1233"/>
                  </a:lnTo>
                  <a:lnTo>
                    <a:pt x="88" y="1223"/>
                  </a:lnTo>
                  <a:lnTo>
                    <a:pt x="94" y="1214"/>
                  </a:lnTo>
                  <a:lnTo>
                    <a:pt x="102" y="1206"/>
                  </a:lnTo>
                  <a:lnTo>
                    <a:pt x="113" y="1198"/>
                  </a:lnTo>
                  <a:lnTo>
                    <a:pt x="126" y="1192"/>
                  </a:lnTo>
                  <a:lnTo>
                    <a:pt x="140" y="1186"/>
                  </a:lnTo>
                  <a:lnTo>
                    <a:pt x="153" y="1181"/>
                  </a:lnTo>
                  <a:lnTo>
                    <a:pt x="153" y="1181"/>
                  </a:lnTo>
                  <a:lnTo>
                    <a:pt x="163" y="1175"/>
                  </a:lnTo>
                  <a:lnTo>
                    <a:pt x="171" y="1169"/>
                  </a:lnTo>
                  <a:lnTo>
                    <a:pt x="176" y="1162"/>
                  </a:lnTo>
                  <a:lnTo>
                    <a:pt x="180" y="1154"/>
                  </a:lnTo>
                  <a:lnTo>
                    <a:pt x="181" y="1145"/>
                  </a:lnTo>
                  <a:lnTo>
                    <a:pt x="182" y="1136"/>
                  </a:lnTo>
                  <a:lnTo>
                    <a:pt x="183" y="1126"/>
                  </a:lnTo>
                  <a:lnTo>
                    <a:pt x="184" y="1116"/>
                  </a:lnTo>
                  <a:lnTo>
                    <a:pt x="184" y="1116"/>
                  </a:lnTo>
                  <a:lnTo>
                    <a:pt x="183" y="1107"/>
                  </a:lnTo>
                  <a:lnTo>
                    <a:pt x="179" y="1098"/>
                  </a:lnTo>
                  <a:lnTo>
                    <a:pt x="171" y="1092"/>
                  </a:lnTo>
                  <a:lnTo>
                    <a:pt x="162" y="1086"/>
                  </a:lnTo>
                  <a:lnTo>
                    <a:pt x="151" y="1081"/>
                  </a:lnTo>
                  <a:lnTo>
                    <a:pt x="139" y="1077"/>
                  </a:lnTo>
                  <a:lnTo>
                    <a:pt x="125" y="1073"/>
                  </a:lnTo>
                  <a:lnTo>
                    <a:pt x="112" y="1069"/>
                  </a:lnTo>
                  <a:lnTo>
                    <a:pt x="112" y="1069"/>
                  </a:lnTo>
                  <a:lnTo>
                    <a:pt x="100" y="1065"/>
                  </a:lnTo>
                  <a:lnTo>
                    <a:pt x="90" y="1063"/>
                  </a:lnTo>
                  <a:lnTo>
                    <a:pt x="81" y="1061"/>
                  </a:lnTo>
                  <a:lnTo>
                    <a:pt x="73" y="1059"/>
                  </a:lnTo>
                  <a:lnTo>
                    <a:pt x="68" y="1058"/>
                  </a:lnTo>
                  <a:lnTo>
                    <a:pt x="66" y="1055"/>
                  </a:lnTo>
                  <a:lnTo>
                    <a:pt x="67" y="1052"/>
                  </a:lnTo>
                  <a:lnTo>
                    <a:pt x="71" y="1046"/>
                  </a:lnTo>
                  <a:lnTo>
                    <a:pt x="71" y="1046"/>
                  </a:lnTo>
                  <a:lnTo>
                    <a:pt x="76" y="1038"/>
                  </a:lnTo>
                  <a:lnTo>
                    <a:pt x="80" y="1027"/>
                  </a:lnTo>
                  <a:lnTo>
                    <a:pt x="79" y="1015"/>
                  </a:lnTo>
                  <a:lnTo>
                    <a:pt x="76" y="1002"/>
                  </a:lnTo>
                  <a:lnTo>
                    <a:pt x="69" y="989"/>
                  </a:lnTo>
                  <a:lnTo>
                    <a:pt x="60" y="979"/>
                  </a:lnTo>
                  <a:lnTo>
                    <a:pt x="46" y="972"/>
                  </a:lnTo>
                  <a:lnTo>
                    <a:pt x="29" y="969"/>
                  </a:lnTo>
                  <a:lnTo>
                    <a:pt x="29" y="969"/>
                  </a:lnTo>
                  <a:lnTo>
                    <a:pt x="13" y="966"/>
                  </a:lnTo>
                  <a:lnTo>
                    <a:pt x="6" y="958"/>
                  </a:lnTo>
                  <a:lnTo>
                    <a:pt x="6" y="946"/>
                  </a:lnTo>
                  <a:lnTo>
                    <a:pt x="11" y="934"/>
                  </a:lnTo>
                  <a:lnTo>
                    <a:pt x="20" y="921"/>
                  </a:lnTo>
                  <a:lnTo>
                    <a:pt x="32" y="910"/>
                  </a:lnTo>
                  <a:lnTo>
                    <a:pt x="44" y="902"/>
                  </a:lnTo>
                  <a:lnTo>
                    <a:pt x="55" y="897"/>
                  </a:lnTo>
                  <a:lnTo>
                    <a:pt x="55" y="897"/>
                  </a:lnTo>
                  <a:lnTo>
                    <a:pt x="63" y="893"/>
                  </a:lnTo>
                  <a:lnTo>
                    <a:pt x="67" y="885"/>
                  </a:lnTo>
                  <a:lnTo>
                    <a:pt x="67" y="873"/>
                  </a:lnTo>
                  <a:lnTo>
                    <a:pt x="64" y="860"/>
                  </a:lnTo>
                  <a:lnTo>
                    <a:pt x="59" y="846"/>
                  </a:lnTo>
                  <a:lnTo>
                    <a:pt x="51" y="835"/>
                  </a:lnTo>
                  <a:lnTo>
                    <a:pt x="43" y="827"/>
                  </a:lnTo>
                  <a:lnTo>
                    <a:pt x="33" y="824"/>
                  </a:lnTo>
                  <a:lnTo>
                    <a:pt x="33" y="824"/>
                  </a:lnTo>
                  <a:lnTo>
                    <a:pt x="22" y="822"/>
                  </a:lnTo>
                  <a:lnTo>
                    <a:pt x="14" y="816"/>
                  </a:lnTo>
                  <a:lnTo>
                    <a:pt x="8" y="808"/>
                  </a:lnTo>
                  <a:lnTo>
                    <a:pt x="5" y="798"/>
                  </a:lnTo>
                  <a:lnTo>
                    <a:pt x="4" y="788"/>
                  </a:lnTo>
                  <a:lnTo>
                    <a:pt x="5" y="780"/>
                  </a:lnTo>
                  <a:lnTo>
                    <a:pt x="10" y="774"/>
                  </a:lnTo>
                  <a:lnTo>
                    <a:pt x="18" y="771"/>
                  </a:lnTo>
                  <a:lnTo>
                    <a:pt x="18" y="771"/>
                  </a:lnTo>
                  <a:lnTo>
                    <a:pt x="25" y="768"/>
                  </a:lnTo>
                  <a:lnTo>
                    <a:pt x="27" y="761"/>
                  </a:lnTo>
                  <a:lnTo>
                    <a:pt x="25" y="752"/>
                  </a:lnTo>
                  <a:lnTo>
                    <a:pt x="22" y="741"/>
                  </a:lnTo>
                  <a:lnTo>
                    <a:pt x="16" y="729"/>
                  </a:lnTo>
                  <a:lnTo>
                    <a:pt x="10" y="716"/>
                  </a:lnTo>
                  <a:lnTo>
                    <a:pt x="5" y="704"/>
                  </a:lnTo>
                  <a:lnTo>
                    <a:pt x="0" y="691"/>
                  </a:lnTo>
                  <a:lnTo>
                    <a:pt x="0" y="691"/>
                  </a:lnTo>
                  <a:lnTo>
                    <a:pt x="0" y="679"/>
                  </a:lnTo>
                  <a:lnTo>
                    <a:pt x="5" y="666"/>
                  </a:lnTo>
                  <a:lnTo>
                    <a:pt x="14" y="652"/>
                  </a:lnTo>
                  <a:lnTo>
                    <a:pt x="25" y="637"/>
                  </a:lnTo>
                  <a:lnTo>
                    <a:pt x="38" y="624"/>
                  </a:lnTo>
                  <a:lnTo>
                    <a:pt x="50" y="612"/>
                  </a:lnTo>
                  <a:lnTo>
                    <a:pt x="59" y="602"/>
                  </a:lnTo>
                  <a:lnTo>
                    <a:pt x="65" y="593"/>
                  </a:lnTo>
                  <a:lnTo>
                    <a:pt x="65" y="593"/>
                  </a:lnTo>
                  <a:lnTo>
                    <a:pt x="71" y="586"/>
                  </a:lnTo>
                  <a:lnTo>
                    <a:pt x="80" y="580"/>
                  </a:lnTo>
                  <a:lnTo>
                    <a:pt x="90" y="575"/>
                  </a:lnTo>
                  <a:lnTo>
                    <a:pt x="101" y="570"/>
                  </a:lnTo>
                  <a:lnTo>
                    <a:pt x="112" y="567"/>
                  </a:lnTo>
                  <a:lnTo>
                    <a:pt x="124" y="565"/>
                  </a:lnTo>
                  <a:lnTo>
                    <a:pt x="137" y="563"/>
                  </a:lnTo>
                  <a:lnTo>
                    <a:pt x="147" y="563"/>
                  </a:lnTo>
                  <a:lnTo>
                    <a:pt x="147" y="563"/>
                  </a:lnTo>
                  <a:lnTo>
                    <a:pt x="155" y="561"/>
                  </a:lnTo>
                  <a:lnTo>
                    <a:pt x="161" y="557"/>
                  </a:lnTo>
                  <a:lnTo>
                    <a:pt x="166" y="550"/>
                  </a:lnTo>
                  <a:lnTo>
                    <a:pt x="169" y="540"/>
                  </a:lnTo>
                  <a:lnTo>
                    <a:pt x="170" y="532"/>
                  </a:lnTo>
                  <a:lnTo>
                    <a:pt x="169" y="523"/>
                  </a:lnTo>
                  <a:lnTo>
                    <a:pt x="167" y="516"/>
                  </a:lnTo>
                  <a:lnTo>
                    <a:pt x="163" y="510"/>
                  </a:lnTo>
                  <a:lnTo>
                    <a:pt x="163" y="510"/>
                  </a:lnTo>
                  <a:lnTo>
                    <a:pt x="161" y="503"/>
                  </a:lnTo>
                  <a:lnTo>
                    <a:pt x="161" y="493"/>
                  </a:lnTo>
                  <a:lnTo>
                    <a:pt x="163" y="482"/>
                  </a:lnTo>
                  <a:lnTo>
                    <a:pt x="167" y="472"/>
                  </a:lnTo>
                  <a:lnTo>
                    <a:pt x="171" y="463"/>
                  </a:lnTo>
                  <a:lnTo>
                    <a:pt x="177" y="457"/>
                  </a:lnTo>
                  <a:lnTo>
                    <a:pt x="183" y="455"/>
                  </a:lnTo>
                  <a:lnTo>
                    <a:pt x="188" y="459"/>
                  </a:lnTo>
                  <a:lnTo>
                    <a:pt x="188" y="459"/>
                  </a:lnTo>
                  <a:lnTo>
                    <a:pt x="195" y="464"/>
                  </a:lnTo>
                  <a:lnTo>
                    <a:pt x="203" y="467"/>
                  </a:lnTo>
                  <a:lnTo>
                    <a:pt x="213" y="468"/>
                  </a:lnTo>
                  <a:lnTo>
                    <a:pt x="224" y="466"/>
                  </a:lnTo>
                  <a:lnTo>
                    <a:pt x="236" y="463"/>
                  </a:lnTo>
                  <a:lnTo>
                    <a:pt x="246" y="457"/>
                  </a:lnTo>
                  <a:lnTo>
                    <a:pt x="254" y="449"/>
                  </a:lnTo>
                  <a:lnTo>
                    <a:pt x="261" y="438"/>
                  </a:lnTo>
                  <a:lnTo>
                    <a:pt x="261" y="438"/>
                  </a:lnTo>
                  <a:lnTo>
                    <a:pt x="268" y="430"/>
                  </a:lnTo>
                  <a:lnTo>
                    <a:pt x="276" y="426"/>
                  </a:lnTo>
                  <a:lnTo>
                    <a:pt x="287" y="427"/>
                  </a:lnTo>
                  <a:lnTo>
                    <a:pt x="297" y="430"/>
                  </a:lnTo>
                  <a:lnTo>
                    <a:pt x="307" y="434"/>
                  </a:lnTo>
                  <a:lnTo>
                    <a:pt x="315" y="439"/>
                  </a:lnTo>
                  <a:lnTo>
                    <a:pt x="320" y="443"/>
                  </a:lnTo>
                  <a:lnTo>
                    <a:pt x="322" y="444"/>
                  </a:lnTo>
                  <a:lnTo>
                    <a:pt x="322" y="444"/>
                  </a:lnTo>
                  <a:lnTo>
                    <a:pt x="325" y="445"/>
                  </a:lnTo>
                  <a:lnTo>
                    <a:pt x="336" y="449"/>
                  </a:lnTo>
                  <a:lnTo>
                    <a:pt x="349" y="453"/>
                  </a:lnTo>
                  <a:lnTo>
                    <a:pt x="366" y="457"/>
                  </a:lnTo>
                  <a:lnTo>
                    <a:pt x="384" y="462"/>
                  </a:lnTo>
                  <a:lnTo>
                    <a:pt x="401" y="467"/>
                  </a:lnTo>
                  <a:lnTo>
                    <a:pt x="415" y="471"/>
                  </a:lnTo>
                  <a:lnTo>
                    <a:pt x="426" y="473"/>
                  </a:lnTo>
                  <a:lnTo>
                    <a:pt x="426" y="473"/>
                  </a:lnTo>
                  <a:lnTo>
                    <a:pt x="436" y="474"/>
                  </a:lnTo>
                  <a:lnTo>
                    <a:pt x="445" y="477"/>
                  </a:lnTo>
                  <a:lnTo>
                    <a:pt x="455" y="480"/>
                  </a:lnTo>
                  <a:lnTo>
                    <a:pt x="465" y="482"/>
                  </a:lnTo>
                  <a:lnTo>
                    <a:pt x="474" y="484"/>
                  </a:lnTo>
                  <a:lnTo>
                    <a:pt x="484" y="483"/>
                  </a:lnTo>
                  <a:lnTo>
                    <a:pt x="493" y="481"/>
                  </a:lnTo>
                  <a:lnTo>
                    <a:pt x="500" y="475"/>
                  </a:lnTo>
                  <a:lnTo>
                    <a:pt x="500" y="475"/>
                  </a:lnTo>
                  <a:lnTo>
                    <a:pt x="506" y="467"/>
                  </a:lnTo>
                  <a:lnTo>
                    <a:pt x="513" y="460"/>
                  </a:lnTo>
                  <a:lnTo>
                    <a:pt x="520" y="452"/>
                  </a:lnTo>
                  <a:lnTo>
                    <a:pt x="528" y="444"/>
                  </a:lnTo>
                  <a:lnTo>
                    <a:pt x="535" y="438"/>
                  </a:lnTo>
                  <a:lnTo>
                    <a:pt x="543" y="432"/>
                  </a:lnTo>
                  <a:lnTo>
                    <a:pt x="551" y="428"/>
                  </a:lnTo>
                  <a:lnTo>
                    <a:pt x="559" y="424"/>
                  </a:lnTo>
                  <a:lnTo>
                    <a:pt x="559" y="424"/>
                  </a:lnTo>
                  <a:lnTo>
                    <a:pt x="567" y="419"/>
                  </a:lnTo>
                  <a:lnTo>
                    <a:pt x="573" y="411"/>
                  </a:lnTo>
                  <a:lnTo>
                    <a:pt x="580" y="400"/>
                  </a:lnTo>
                  <a:lnTo>
                    <a:pt x="584" y="387"/>
                  </a:lnTo>
                  <a:lnTo>
                    <a:pt x="587" y="375"/>
                  </a:lnTo>
                  <a:lnTo>
                    <a:pt x="588" y="364"/>
                  </a:lnTo>
                  <a:lnTo>
                    <a:pt x="588" y="354"/>
                  </a:lnTo>
                  <a:lnTo>
                    <a:pt x="586" y="346"/>
                  </a:lnTo>
                  <a:lnTo>
                    <a:pt x="586" y="346"/>
                  </a:lnTo>
                  <a:lnTo>
                    <a:pt x="584" y="339"/>
                  </a:lnTo>
                  <a:lnTo>
                    <a:pt x="583" y="330"/>
                  </a:lnTo>
                  <a:lnTo>
                    <a:pt x="584" y="319"/>
                  </a:lnTo>
                  <a:lnTo>
                    <a:pt x="585" y="308"/>
                  </a:lnTo>
                  <a:lnTo>
                    <a:pt x="586" y="295"/>
                  </a:lnTo>
                  <a:lnTo>
                    <a:pt x="587" y="284"/>
                  </a:lnTo>
                  <a:lnTo>
                    <a:pt x="586" y="274"/>
                  </a:lnTo>
                  <a:lnTo>
                    <a:pt x="584" y="267"/>
                  </a:lnTo>
                  <a:lnTo>
                    <a:pt x="584" y="267"/>
                  </a:lnTo>
                  <a:lnTo>
                    <a:pt x="584" y="261"/>
                  </a:lnTo>
                  <a:lnTo>
                    <a:pt x="589" y="255"/>
                  </a:lnTo>
                  <a:lnTo>
                    <a:pt x="598" y="249"/>
                  </a:lnTo>
                  <a:lnTo>
                    <a:pt x="609" y="242"/>
                  </a:lnTo>
                  <a:lnTo>
                    <a:pt x="622" y="237"/>
                  </a:lnTo>
                  <a:lnTo>
                    <a:pt x="636" y="233"/>
                  </a:lnTo>
                  <a:lnTo>
                    <a:pt x="649" y="231"/>
                  </a:lnTo>
                  <a:lnTo>
                    <a:pt x="659" y="230"/>
                  </a:lnTo>
                  <a:lnTo>
                    <a:pt x="659" y="230"/>
                  </a:lnTo>
                  <a:lnTo>
                    <a:pt x="665" y="229"/>
                  </a:lnTo>
                  <a:lnTo>
                    <a:pt x="671" y="225"/>
                  </a:lnTo>
                  <a:lnTo>
                    <a:pt x="678" y="218"/>
                  </a:lnTo>
                  <a:lnTo>
                    <a:pt x="685" y="211"/>
                  </a:lnTo>
                  <a:lnTo>
                    <a:pt x="692" y="202"/>
                  </a:lnTo>
                  <a:lnTo>
                    <a:pt x="698" y="191"/>
                  </a:lnTo>
                  <a:lnTo>
                    <a:pt x="705" y="180"/>
                  </a:lnTo>
                  <a:lnTo>
                    <a:pt x="711" y="170"/>
                  </a:lnTo>
                  <a:lnTo>
                    <a:pt x="711" y="170"/>
                  </a:lnTo>
                  <a:lnTo>
                    <a:pt x="718" y="174"/>
                  </a:lnTo>
                  <a:lnTo>
                    <a:pt x="724" y="177"/>
                  </a:lnTo>
                  <a:lnTo>
                    <a:pt x="731" y="180"/>
                  </a:lnTo>
                  <a:lnTo>
                    <a:pt x="737" y="181"/>
                  </a:lnTo>
                  <a:lnTo>
                    <a:pt x="742" y="181"/>
                  </a:lnTo>
                  <a:lnTo>
                    <a:pt x="747" y="181"/>
                  </a:lnTo>
                  <a:lnTo>
                    <a:pt x="751" y="178"/>
                  </a:lnTo>
                  <a:lnTo>
                    <a:pt x="755" y="175"/>
                  </a:lnTo>
                  <a:lnTo>
                    <a:pt x="755" y="175"/>
                  </a:lnTo>
                  <a:lnTo>
                    <a:pt x="761" y="167"/>
                  </a:lnTo>
                  <a:lnTo>
                    <a:pt x="764" y="158"/>
                  </a:lnTo>
                  <a:lnTo>
                    <a:pt x="768" y="152"/>
                  </a:lnTo>
                  <a:lnTo>
                    <a:pt x="772" y="145"/>
                  </a:lnTo>
                  <a:lnTo>
                    <a:pt x="779" y="143"/>
                  </a:lnTo>
                  <a:lnTo>
                    <a:pt x="787" y="145"/>
                  </a:lnTo>
                  <a:lnTo>
                    <a:pt x="800" y="152"/>
                  </a:lnTo>
                  <a:lnTo>
                    <a:pt x="818" y="163"/>
                  </a:lnTo>
                  <a:lnTo>
                    <a:pt x="818" y="163"/>
                  </a:lnTo>
                  <a:lnTo>
                    <a:pt x="838" y="173"/>
                  </a:lnTo>
                  <a:lnTo>
                    <a:pt x="850" y="175"/>
                  </a:lnTo>
                  <a:lnTo>
                    <a:pt x="858" y="172"/>
                  </a:lnTo>
                  <a:lnTo>
                    <a:pt x="863" y="165"/>
                  </a:lnTo>
                  <a:lnTo>
                    <a:pt x="864" y="157"/>
                  </a:lnTo>
                  <a:lnTo>
                    <a:pt x="864" y="148"/>
                  </a:lnTo>
                  <a:lnTo>
                    <a:pt x="863" y="141"/>
                  </a:lnTo>
                  <a:lnTo>
                    <a:pt x="863" y="138"/>
                  </a:lnTo>
                  <a:lnTo>
                    <a:pt x="863" y="138"/>
                  </a:lnTo>
                  <a:lnTo>
                    <a:pt x="864" y="136"/>
                  </a:lnTo>
                  <a:lnTo>
                    <a:pt x="866" y="132"/>
                  </a:lnTo>
                  <a:lnTo>
                    <a:pt x="870" y="127"/>
                  </a:lnTo>
                  <a:lnTo>
                    <a:pt x="878" y="122"/>
                  </a:lnTo>
                  <a:lnTo>
                    <a:pt x="886" y="119"/>
                  </a:lnTo>
                  <a:lnTo>
                    <a:pt x="896" y="119"/>
                  </a:lnTo>
                  <a:lnTo>
                    <a:pt x="909" y="122"/>
                  </a:lnTo>
                  <a:lnTo>
                    <a:pt x="924" y="132"/>
                  </a:lnTo>
                  <a:lnTo>
                    <a:pt x="924" y="132"/>
                  </a:lnTo>
                  <a:lnTo>
                    <a:pt x="941" y="143"/>
                  </a:lnTo>
                  <a:lnTo>
                    <a:pt x="957" y="152"/>
                  </a:lnTo>
                  <a:lnTo>
                    <a:pt x="972" y="159"/>
                  </a:lnTo>
                  <a:lnTo>
                    <a:pt x="988" y="163"/>
                  </a:lnTo>
                  <a:lnTo>
                    <a:pt x="1003" y="165"/>
                  </a:lnTo>
                  <a:lnTo>
                    <a:pt x="1017" y="165"/>
                  </a:lnTo>
                  <a:lnTo>
                    <a:pt x="1034" y="164"/>
                  </a:lnTo>
                  <a:lnTo>
                    <a:pt x="1049" y="161"/>
                  </a:lnTo>
                  <a:lnTo>
                    <a:pt x="1049" y="161"/>
                  </a:lnTo>
                  <a:lnTo>
                    <a:pt x="1062" y="156"/>
                  </a:lnTo>
                  <a:lnTo>
                    <a:pt x="1071" y="149"/>
                  </a:lnTo>
                  <a:lnTo>
                    <a:pt x="1079" y="142"/>
                  </a:lnTo>
                  <a:lnTo>
                    <a:pt x="1086" y="135"/>
                  </a:lnTo>
                  <a:lnTo>
                    <a:pt x="1092" y="130"/>
                  </a:lnTo>
                  <a:lnTo>
                    <a:pt x="1100" y="126"/>
                  </a:lnTo>
                  <a:lnTo>
                    <a:pt x="1111" y="125"/>
                  </a:lnTo>
                  <a:lnTo>
                    <a:pt x="1127" y="126"/>
                  </a:lnTo>
                  <a:lnTo>
                    <a:pt x="1127" y="126"/>
                  </a:lnTo>
                  <a:lnTo>
                    <a:pt x="1144" y="127"/>
                  </a:lnTo>
                  <a:lnTo>
                    <a:pt x="1159" y="127"/>
                  </a:lnTo>
                  <a:lnTo>
                    <a:pt x="1172" y="125"/>
                  </a:lnTo>
                  <a:lnTo>
                    <a:pt x="1185" y="123"/>
                  </a:lnTo>
                  <a:lnTo>
                    <a:pt x="1196" y="122"/>
                  </a:lnTo>
                  <a:lnTo>
                    <a:pt x="1205" y="125"/>
                  </a:lnTo>
                  <a:lnTo>
                    <a:pt x="1212" y="131"/>
                  </a:lnTo>
                  <a:lnTo>
                    <a:pt x="1218" y="142"/>
                  </a:lnTo>
                  <a:lnTo>
                    <a:pt x="1218" y="142"/>
                  </a:lnTo>
                  <a:lnTo>
                    <a:pt x="1226" y="156"/>
                  </a:lnTo>
                  <a:lnTo>
                    <a:pt x="1234" y="167"/>
                  </a:lnTo>
                  <a:lnTo>
                    <a:pt x="1244" y="174"/>
                  </a:lnTo>
                  <a:lnTo>
                    <a:pt x="1255" y="178"/>
                  </a:lnTo>
                  <a:lnTo>
                    <a:pt x="1266" y="180"/>
                  </a:lnTo>
                  <a:lnTo>
                    <a:pt x="1278" y="177"/>
                  </a:lnTo>
                  <a:lnTo>
                    <a:pt x="1287" y="172"/>
                  </a:lnTo>
                  <a:lnTo>
                    <a:pt x="1294" y="163"/>
                  </a:lnTo>
                  <a:lnTo>
                    <a:pt x="1294" y="163"/>
                  </a:lnTo>
                  <a:lnTo>
                    <a:pt x="1297" y="158"/>
                  </a:lnTo>
                  <a:lnTo>
                    <a:pt x="1301" y="152"/>
                  </a:lnTo>
                  <a:lnTo>
                    <a:pt x="1306" y="143"/>
                  </a:lnTo>
                  <a:lnTo>
                    <a:pt x="1311" y="134"/>
                  </a:lnTo>
                  <a:lnTo>
                    <a:pt x="1317" y="125"/>
                  </a:lnTo>
                  <a:lnTo>
                    <a:pt x="1323" y="114"/>
                  </a:lnTo>
                  <a:lnTo>
                    <a:pt x="1331" y="103"/>
                  </a:lnTo>
                  <a:lnTo>
                    <a:pt x="1339" y="91"/>
                  </a:lnTo>
                  <a:lnTo>
                    <a:pt x="1347" y="79"/>
                  </a:lnTo>
                  <a:lnTo>
                    <a:pt x="1356" y="67"/>
                  </a:lnTo>
                  <a:lnTo>
                    <a:pt x="1365" y="55"/>
                  </a:lnTo>
                  <a:lnTo>
                    <a:pt x="1376" y="42"/>
                  </a:lnTo>
                  <a:lnTo>
                    <a:pt x="1386" y="31"/>
                  </a:lnTo>
                  <a:lnTo>
                    <a:pt x="1396" y="20"/>
                  </a:lnTo>
                  <a:lnTo>
                    <a:pt x="1407" y="10"/>
                  </a:lnTo>
                  <a:lnTo>
                    <a:pt x="1418" y="0"/>
                  </a:lnTo>
                  <a:lnTo>
                    <a:pt x="1418" y="0"/>
                  </a:lnTo>
                  <a:lnTo>
                    <a:pt x="1422" y="25"/>
                  </a:lnTo>
                  <a:lnTo>
                    <a:pt x="1427" y="50"/>
                  </a:lnTo>
                  <a:lnTo>
                    <a:pt x="1430" y="74"/>
                  </a:lnTo>
                  <a:lnTo>
                    <a:pt x="1433" y="96"/>
                  </a:lnTo>
                  <a:lnTo>
                    <a:pt x="1436" y="116"/>
                  </a:lnTo>
                  <a:lnTo>
                    <a:pt x="1441" y="132"/>
                  </a:lnTo>
                  <a:lnTo>
                    <a:pt x="1446" y="144"/>
                  </a:lnTo>
                  <a:lnTo>
                    <a:pt x="1454" y="153"/>
                  </a:lnTo>
                  <a:lnTo>
                    <a:pt x="1454" y="153"/>
                  </a:lnTo>
                  <a:lnTo>
                    <a:pt x="1464" y="164"/>
                  </a:lnTo>
                  <a:lnTo>
                    <a:pt x="1467" y="180"/>
                  </a:lnTo>
                  <a:lnTo>
                    <a:pt x="1467" y="200"/>
                  </a:lnTo>
                  <a:lnTo>
                    <a:pt x="1465" y="222"/>
                  </a:lnTo>
                  <a:lnTo>
                    <a:pt x="1463" y="244"/>
                  </a:lnTo>
                  <a:lnTo>
                    <a:pt x="1463" y="267"/>
                  </a:lnTo>
                  <a:lnTo>
                    <a:pt x="1466" y="286"/>
                  </a:lnTo>
                  <a:lnTo>
                    <a:pt x="1477" y="304"/>
                  </a:lnTo>
                  <a:lnTo>
                    <a:pt x="1477" y="304"/>
                  </a:lnTo>
                  <a:lnTo>
                    <a:pt x="1488" y="320"/>
                  </a:lnTo>
                  <a:lnTo>
                    <a:pt x="1494" y="339"/>
                  </a:lnTo>
                  <a:lnTo>
                    <a:pt x="1497" y="360"/>
                  </a:lnTo>
                  <a:lnTo>
                    <a:pt x="1498" y="381"/>
                  </a:lnTo>
                  <a:lnTo>
                    <a:pt x="1499" y="402"/>
                  </a:lnTo>
                  <a:lnTo>
                    <a:pt x="1500" y="420"/>
                  </a:lnTo>
                  <a:lnTo>
                    <a:pt x="1504" y="435"/>
                  </a:lnTo>
                  <a:lnTo>
                    <a:pt x="1510" y="448"/>
                  </a:lnTo>
                  <a:lnTo>
                    <a:pt x="1510" y="448"/>
                  </a:lnTo>
                  <a:lnTo>
                    <a:pt x="1516" y="460"/>
                  </a:lnTo>
                  <a:lnTo>
                    <a:pt x="1518" y="478"/>
                  </a:lnTo>
                  <a:lnTo>
                    <a:pt x="1518" y="499"/>
                  </a:lnTo>
                  <a:lnTo>
                    <a:pt x="1516" y="521"/>
                  </a:lnTo>
                  <a:lnTo>
                    <a:pt x="1515" y="541"/>
                  </a:lnTo>
                  <a:lnTo>
                    <a:pt x="1515" y="560"/>
                  </a:lnTo>
                  <a:lnTo>
                    <a:pt x="1518" y="573"/>
                  </a:lnTo>
                  <a:lnTo>
                    <a:pt x="1527" y="579"/>
                  </a:lnTo>
                  <a:lnTo>
                    <a:pt x="1527" y="579"/>
                  </a:lnTo>
                  <a:lnTo>
                    <a:pt x="1533" y="583"/>
                  </a:lnTo>
                  <a:lnTo>
                    <a:pt x="1532" y="590"/>
                  </a:lnTo>
                  <a:lnTo>
                    <a:pt x="1526" y="601"/>
                  </a:lnTo>
                  <a:lnTo>
                    <a:pt x="1516" y="614"/>
                  </a:lnTo>
                  <a:lnTo>
                    <a:pt x="1507" y="630"/>
                  </a:lnTo>
                  <a:lnTo>
                    <a:pt x="1500" y="648"/>
                  </a:lnTo>
                  <a:lnTo>
                    <a:pt x="1497" y="670"/>
                  </a:lnTo>
                  <a:lnTo>
                    <a:pt x="1501" y="694"/>
                  </a:lnTo>
                  <a:lnTo>
                    <a:pt x="1501" y="694"/>
                  </a:lnTo>
                  <a:lnTo>
                    <a:pt x="1504" y="708"/>
                  </a:lnTo>
                  <a:lnTo>
                    <a:pt x="1507" y="722"/>
                  </a:lnTo>
                  <a:lnTo>
                    <a:pt x="1510" y="737"/>
                  </a:lnTo>
                  <a:lnTo>
                    <a:pt x="1512" y="754"/>
                  </a:lnTo>
                  <a:lnTo>
                    <a:pt x="1513" y="771"/>
                  </a:lnTo>
                  <a:lnTo>
                    <a:pt x="1514" y="788"/>
                  </a:lnTo>
                  <a:lnTo>
                    <a:pt x="1515" y="807"/>
                  </a:lnTo>
                  <a:lnTo>
                    <a:pt x="1515" y="824"/>
                  </a:lnTo>
                  <a:lnTo>
                    <a:pt x="1515" y="841"/>
                  </a:lnTo>
                  <a:lnTo>
                    <a:pt x="1514" y="859"/>
                  </a:lnTo>
                  <a:lnTo>
                    <a:pt x="1514" y="876"/>
                  </a:lnTo>
                  <a:lnTo>
                    <a:pt x="1512" y="892"/>
                  </a:lnTo>
                  <a:lnTo>
                    <a:pt x="1511" y="908"/>
                  </a:lnTo>
                  <a:lnTo>
                    <a:pt x="1509" y="922"/>
                  </a:lnTo>
                  <a:lnTo>
                    <a:pt x="1506" y="935"/>
                  </a:lnTo>
                  <a:lnTo>
                    <a:pt x="1504" y="947"/>
                  </a:lnTo>
                  <a:lnTo>
                    <a:pt x="1504" y="947"/>
                  </a:lnTo>
                  <a:lnTo>
                    <a:pt x="1501" y="960"/>
                  </a:lnTo>
                  <a:lnTo>
                    <a:pt x="1499" y="973"/>
                  </a:lnTo>
                  <a:lnTo>
                    <a:pt x="1497" y="987"/>
                  </a:lnTo>
                  <a:lnTo>
                    <a:pt x="1495" y="1003"/>
                  </a:lnTo>
                  <a:lnTo>
                    <a:pt x="1493" y="1018"/>
                  </a:lnTo>
                  <a:lnTo>
                    <a:pt x="1491" y="1034"/>
                  </a:lnTo>
                  <a:lnTo>
                    <a:pt x="1490" y="1049"/>
                  </a:lnTo>
                  <a:lnTo>
                    <a:pt x="1488" y="1066"/>
                  </a:lnTo>
                  <a:lnTo>
                    <a:pt x="1487" y="1080"/>
                  </a:lnTo>
                  <a:lnTo>
                    <a:pt x="1487" y="1094"/>
                  </a:lnTo>
                  <a:lnTo>
                    <a:pt x="1486" y="1108"/>
                  </a:lnTo>
                  <a:lnTo>
                    <a:pt x="1486" y="1120"/>
                  </a:lnTo>
                  <a:lnTo>
                    <a:pt x="1487" y="1130"/>
                  </a:lnTo>
                  <a:lnTo>
                    <a:pt x="1487" y="1138"/>
                  </a:lnTo>
                  <a:lnTo>
                    <a:pt x="1489" y="1144"/>
                  </a:lnTo>
                  <a:lnTo>
                    <a:pt x="1490" y="1147"/>
                  </a:lnTo>
                  <a:lnTo>
                    <a:pt x="1490" y="1147"/>
                  </a:lnTo>
                  <a:lnTo>
                    <a:pt x="1494" y="1154"/>
                  </a:lnTo>
                  <a:lnTo>
                    <a:pt x="1497" y="1162"/>
                  </a:lnTo>
                  <a:lnTo>
                    <a:pt x="1501" y="1173"/>
                  </a:lnTo>
                  <a:lnTo>
                    <a:pt x="1505" y="1186"/>
                  </a:lnTo>
                  <a:lnTo>
                    <a:pt x="1507" y="1200"/>
                  </a:lnTo>
                  <a:lnTo>
                    <a:pt x="1509" y="1215"/>
                  </a:lnTo>
                  <a:lnTo>
                    <a:pt x="1510" y="1229"/>
                  </a:lnTo>
                  <a:lnTo>
                    <a:pt x="1510" y="1243"/>
                  </a:lnTo>
                  <a:lnTo>
                    <a:pt x="1510" y="1243"/>
                  </a:lnTo>
                  <a:lnTo>
                    <a:pt x="1508" y="1260"/>
                  </a:lnTo>
                  <a:lnTo>
                    <a:pt x="1506" y="1280"/>
                  </a:lnTo>
                  <a:lnTo>
                    <a:pt x="1504" y="1304"/>
                  </a:lnTo>
                  <a:lnTo>
                    <a:pt x="1501" y="1327"/>
                  </a:lnTo>
                  <a:lnTo>
                    <a:pt x="1500" y="1347"/>
                  </a:lnTo>
                  <a:lnTo>
                    <a:pt x="1500" y="1364"/>
                  </a:lnTo>
                  <a:lnTo>
                    <a:pt x="1502" y="1374"/>
                  </a:lnTo>
                  <a:lnTo>
                    <a:pt x="1507" y="1375"/>
                  </a:lnTo>
                  <a:lnTo>
                    <a:pt x="1507" y="1375"/>
                  </a:lnTo>
                  <a:lnTo>
                    <a:pt x="1514" y="1371"/>
                  </a:lnTo>
                  <a:lnTo>
                    <a:pt x="1522" y="1369"/>
                  </a:lnTo>
                  <a:lnTo>
                    <a:pt x="1532" y="1366"/>
                  </a:lnTo>
                  <a:lnTo>
                    <a:pt x="1542" y="1364"/>
                  </a:lnTo>
                  <a:lnTo>
                    <a:pt x="1553" y="1362"/>
                  </a:lnTo>
                  <a:lnTo>
                    <a:pt x="1564" y="1359"/>
                  </a:lnTo>
                  <a:lnTo>
                    <a:pt x="1576" y="1355"/>
                  </a:lnTo>
                  <a:lnTo>
                    <a:pt x="1586" y="1349"/>
                  </a:lnTo>
                  <a:lnTo>
                    <a:pt x="1586" y="1349"/>
                  </a:lnTo>
                  <a:lnTo>
                    <a:pt x="1595" y="1343"/>
                  </a:lnTo>
                  <a:lnTo>
                    <a:pt x="1603" y="1336"/>
                  </a:lnTo>
                  <a:lnTo>
                    <a:pt x="1610" y="1329"/>
                  </a:lnTo>
                  <a:lnTo>
                    <a:pt x="1617" y="1322"/>
                  </a:lnTo>
                  <a:lnTo>
                    <a:pt x="1624" y="1315"/>
                  </a:lnTo>
                  <a:lnTo>
                    <a:pt x="1632" y="1308"/>
                  </a:lnTo>
                  <a:lnTo>
                    <a:pt x="1641" y="1300"/>
                  </a:lnTo>
                  <a:lnTo>
                    <a:pt x="1652" y="1294"/>
                  </a:lnTo>
                  <a:lnTo>
                    <a:pt x="1652" y="1294"/>
                  </a:lnTo>
                  <a:lnTo>
                    <a:pt x="1660" y="1294"/>
                  </a:lnTo>
                  <a:lnTo>
                    <a:pt x="1666" y="1296"/>
                  </a:lnTo>
                  <a:lnTo>
                    <a:pt x="1669" y="1301"/>
                  </a:lnTo>
                  <a:lnTo>
                    <a:pt x="1671" y="1309"/>
                  </a:lnTo>
                  <a:lnTo>
                    <a:pt x="1671" y="1318"/>
                  </a:lnTo>
                  <a:lnTo>
                    <a:pt x="1670" y="1329"/>
                  </a:lnTo>
                  <a:lnTo>
                    <a:pt x="1668" y="1341"/>
                  </a:lnTo>
                  <a:lnTo>
                    <a:pt x="1665" y="1354"/>
                  </a:lnTo>
                  <a:lnTo>
                    <a:pt x="1662" y="1368"/>
                  </a:lnTo>
                  <a:lnTo>
                    <a:pt x="1658" y="1382"/>
                  </a:lnTo>
                  <a:lnTo>
                    <a:pt x="1654" y="1395"/>
                  </a:lnTo>
                  <a:lnTo>
                    <a:pt x="1651" y="1410"/>
                  </a:lnTo>
                  <a:lnTo>
                    <a:pt x="1648" y="1423"/>
                  </a:lnTo>
                  <a:lnTo>
                    <a:pt x="1645" y="1435"/>
                  </a:lnTo>
                  <a:lnTo>
                    <a:pt x="1644" y="1446"/>
                  </a:lnTo>
                  <a:lnTo>
                    <a:pt x="1644" y="1457"/>
                  </a:lnTo>
                  <a:lnTo>
                    <a:pt x="1644" y="1457"/>
                  </a:lnTo>
                  <a:lnTo>
                    <a:pt x="1635" y="1472"/>
                  </a:lnTo>
                  <a:lnTo>
                    <a:pt x="1629" y="1491"/>
                  </a:lnTo>
                  <a:lnTo>
                    <a:pt x="1626" y="1513"/>
                  </a:lnTo>
                  <a:lnTo>
                    <a:pt x="1624" y="1536"/>
                  </a:lnTo>
                  <a:lnTo>
                    <a:pt x="1621" y="1560"/>
                  </a:lnTo>
                  <a:lnTo>
                    <a:pt x="1620" y="1582"/>
                  </a:lnTo>
                  <a:lnTo>
                    <a:pt x="1617" y="1600"/>
                  </a:lnTo>
                  <a:lnTo>
                    <a:pt x="1613" y="1614"/>
                  </a:lnTo>
                  <a:lnTo>
                    <a:pt x="1613" y="1614"/>
                  </a:lnTo>
                  <a:lnTo>
                    <a:pt x="1611" y="1619"/>
                  </a:lnTo>
                  <a:lnTo>
                    <a:pt x="1608" y="1626"/>
                  </a:lnTo>
                  <a:lnTo>
                    <a:pt x="1606" y="1635"/>
                  </a:lnTo>
                  <a:lnTo>
                    <a:pt x="1603" y="1644"/>
                  </a:lnTo>
                  <a:lnTo>
                    <a:pt x="1601" y="1655"/>
                  </a:lnTo>
                  <a:lnTo>
                    <a:pt x="1599" y="1666"/>
                  </a:lnTo>
                  <a:lnTo>
                    <a:pt x="1597" y="1678"/>
                  </a:lnTo>
                  <a:lnTo>
                    <a:pt x="1595" y="1690"/>
                  </a:lnTo>
                  <a:lnTo>
                    <a:pt x="1593" y="1702"/>
                  </a:lnTo>
                  <a:lnTo>
                    <a:pt x="1592" y="1716"/>
                  </a:lnTo>
                  <a:lnTo>
                    <a:pt x="1591" y="1729"/>
                  </a:lnTo>
                  <a:lnTo>
                    <a:pt x="1590" y="1741"/>
                  </a:lnTo>
                  <a:lnTo>
                    <a:pt x="1589" y="1753"/>
                  </a:lnTo>
                  <a:lnTo>
                    <a:pt x="1589" y="1766"/>
                  </a:lnTo>
                  <a:lnTo>
                    <a:pt x="1589" y="1777"/>
                  </a:lnTo>
                  <a:lnTo>
                    <a:pt x="1589" y="1787"/>
                  </a:lnTo>
                </a:path>
              </a:pathLst>
            </a:custGeom>
            <a:noFill/>
            <a:ln w="0">
              <a:solidFill>
                <a:srgbClr val="00000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79" name=""/>
            <p:cNvSpPr/>
            <p:nvPr/>
          </p:nvSpPr>
          <p:spPr>
            <a:xfrm>
              <a:off x="1299240" y="3387240"/>
              <a:ext cx="21240" cy="15840"/>
            </a:xfrm>
            <a:custGeom>
              <a:avLst/>
              <a:gdLst/>
              <a:ahLst/>
              <a:rect l="l" t="t" r="r" b="b"/>
              <a:pathLst>
                <a:path w="121" h="99">
                  <a:moveTo>
                    <a:pt x="35" y="27"/>
                  </a:moveTo>
                  <a:lnTo>
                    <a:pt x="35" y="27"/>
                  </a:lnTo>
                  <a:lnTo>
                    <a:pt x="35" y="27"/>
                  </a:lnTo>
                  <a:lnTo>
                    <a:pt x="35" y="27"/>
                  </a:lnTo>
                  <a:lnTo>
                    <a:pt x="36" y="27"/>
                  </a:lnTo>
                  <a:lnTo>
                    <a:pt x="38" y="26"/>
                  </a:lnTo>
                  <a:lnTo>
                    <a:pt x="43" y="24"/>
                  </a:lnTo>
                  <a:lnTo>
                    <a:pt x="50" y="22"/>
                  </a:lnTo>
                  <a:lnTo>
                    <a:pt x="60" y="18"/>
                  </a:lnTo>
                  <a:lnTo>
                    <a:pt x="70" y="14"/>
                  </a:lnTo>
                  <a:lnTo>
                    <a:pt x="78" y="10"/>
                  </a:lnTo>
                  <a:lnTo>
                    <a:pt x="84" y="7"/>
                  </a:lnTo>
                  <a:lnTo>
                    <a:pt x="89" y="4"/>
                  </a:lnTo>
                  <a:lnTo>
                    <a:pt x="93" y="3"/>
                  </a:lnTo>
                  <a:lnTo>
                    <a:pt x="97" y="1"/>
                  </a:lnTo>
                  <a:lnTo>
                    <a:pt x="101" y="1"/>
                  </a:lnTo>
                  <a:lnTo>
                    <a:pt x="106" y="0"/>
                  </a:lnTo>
                  <a:lnTo>
                    <a:pt x="114" y="0"/>
                  </a:lnTo>
                  <a:lnTo>
                    <a:pt x="118" y="2"/>
                  </a:lnTo>
                  <a:lnTo>
                    <a:pt x="119" y="8"/>
                  </a:lnTo>
                  <a:lnTo>
                    <a:pt x="120" y="18"/>
                  </a:lnTo>
                  <a:lnTo>
                    <a:pt x="121" y="24"/>
                  </a:lnTo>
                  <a:lnTo>
                    <a:pt x="121" y="31"/>
                  </a:lnTo>
                  <a:lnTo>
                    <a:pt x="121" y="39"/>
                  </a:lnTo>
                  <a:lnTo>
                    <a:pt x="121" y="45"/>
                  </a:lnTo>
                  <a:lnTo>
                    <a:pt x="121" y="51"/>
                  </a:lnTo>
                  <a:lnTo>
                    <a:pt x="120" y="56"/>
                  </a:lnTo>
                  <a:lnTo>
                    <a:pt x="120" y="59"/>
                  </a:lnTo>
                  <a:lnTo>
                    <a:pt x="120" y="60"/>
                  </a:lnTo>
                  <a:lnTo>
                    <a:pt x="119" y="60"/>
                  </a:lnTo>
                  <a:lnTo>
                    <a:pt x="116" y="61"/>
                  </a:lnTo>
                  <a:lnTo>
                    <a:pt x="112" y="63"/>
                  </a:lnTo>
                  <a:lnTo>
                    <a:pt x="108" y="65"/>
                  </a:lnTo>
                  <a:lnTo>
                    <a:pt x="103" y="68"/>
                  </a:lnTo>
                  <a:lnTo>
                    <a:pt x="98" y="71"/>
                  </a:lnTo>
                  <a:lnTo>
                    <a:pt x="92" y="75"/>
                  </a:lnTo>
                  <a:lnTo>
                    <a:pt x="89" y="80"/>
                  </a:lnTo>
                  <a:lnTo>
                    <a:pt x="83" y="90"/>
                  </a:lnTo>
                  <a:lnTo>
                    <a:pt x="76" y="97"/>
                  </a:lnTo>
                  <a:lnTo>
                    <a:pt x="69" y="99"/>
                  </a:lnTo>
                  <a:lnTo>
                    <a:pt x="65" y="92"/>
                  </a:lnTo>
                  <a:lnTo>
                    <a:pt x="62" y="88"/>
                  </a:lnTo>
                  <a:lnTo>
                    <a:pt x="57" y="87"/>
                  </a:lnTo>
                  <a:lnTo>
                    <a:pt x="50" y="88"/>
                  </a:lnTo>
                  <a:lnTo>
                    <a:pt x="42" y="90"/>
                  </a:lnTo>
                  <a:lnTo>
                    <a:pt x="34" y="91"/>
                  </a:lnTo>
                  <a:lnTo>
                    <a:pt x="27" y="92"/>
                  </a:lnTo>
                  <a:lnTo>
                    <a:pt x="21" y="92"/>
                  </a:lnTo>
                  <a:lnTo>
                    <a:pt x="17" y="88"/>
                  </a:lnTo>
                  <a:lnTo>
                    <a:pt x="14" y="80"/>
                  </a:lnTo>
                  <a:lnTo>
                    <a:pt x="10" y="72"/>
                  </a:lnTo>
                  <a:lnTo>
                    <a:pt x="6" y="63"/>
                  </a:lnTo>
                  <a:lnTo>
                    <a:pt x="3" y="54"/>
                  </a:lnTo>
                  <a:lnTo>
                    <a:pt x="0" y="47"/>
                  </a:lnTo>
                  <a:lnTo>
                    <a:pt x="0" y="41"/>
                  </a:lnTo>
                  <a:lnTo>
                    <a:pt x="2" y="37"/>
                  </a:lnTo>
                  <a:lnTo>
                    <a:pt x="6" y="37"/>
                  </a:lnTo>
                  <a:lnTo>
                    <a:pt x="17" y="39"/>
                  </a:lnTo>
                  <a:lnTo>
                    <a:pt x="25" y="38"/>
                  </a:lnTo>
                  <a:lnTo>
                    <a:pt x="32" y="33"/>
                  </a:lnTo>
                  <a:lnTo>
                    <a:pt x="35" y="27"/>
                  </a:lnTo>
                  <a:close/>
                </a:path>
              </a:pathLst>
            </a:custGeom>
            <a:solidFill>
              <a:srgbClr val="99ff00"/>
            </a:solidFill>
            <a:ln w="0">
              <a:noFill/>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9080" name=""/>
            <p:cNvSpPr/>
            <p:nvPr/>
          </p:nvSpPr>
          <p:spPr>
            <a:xfrm>
              <a:off x="1299240" y="3387240"/>
              <a:ext cx="21240" cy="15840"/>
            </a:xfrm>
            <a:custGeom>
              <a:avLst/>
              <a:gdLst/>
              <a:ahLst/>
              <a:rect l="l" t="t" r="r" b="b"/>
              <a:pathLst>
                <a:path w="121" h="99">
                  <a:moveTo>
                    <a:pt x="35" y="27"/>
                  </a:moveTo>
                  <a:lnTo>
                    <a:pt x="35" y="27"/>
                  </a:lnTo>
                  <a:lnTo>
                    <a:pt x="35" y="27"/>
                  </a:lnTo>
                  <a:lnTo>
                    <a:pt x="35" y="27"/>
                  </a:lnTo>
                  <a:lnTo>
                    <a:pt x="35" y="27"/>
                  </a:lnTo>
                  <a:lnTo>
                    <a:pt x="36" y="27"/>
                  </a:lnTo>
                  <a:lnTo>
                    <a:pt x="38" y="26"/>
                  </a:lnTo>
                  <a:lnTo>
                    <a:pt x="43" y="24"/>
                  </a:lnTo>
                  <a:lnTo>
                    <a:pt x="50" y="22"/>
                  </a:lnTo>
                  <a:lnTo>
                    <a:pt x="60" y="18"/>
                  </a:lnTo>
                  <a:lnTo>
                    <a:pt x="60" y="18"/>
                  </a:lnTo>
                  <a:lnTo>
                    <a:pt x="70" y="14"/>
                  </a:lnTo>
                  <a:lnTo>
                    <a:pt x="78" y="10"/>
                  </a:lnTo>
                  <a:lnTo>
                    <a:pt x="84" y="7"/>
                  </a:lnTo>
                  <a:lnTo>
                    <a:pt x="89" y="4"/>
                  </a:lnTo>
                  <a:lnTo>
                    <a:pt x="93" y="3"/>
                  </a:lnTo>
                  <a:lnTo>
                    <a:pt x="97" y="1"/>
                  </a:lnTo>
                  <a:lnTo>
                    <a:pt x="101" y="1"/>
                  </a:lnTo>
                  <a:lnTo>
                    <a:pt x="106" y="0"/>
                  </a:lnTo>
                  <a:lnTo>
                    <a:pt x="106" y="0"/>
                  </a:lnTo>
                  <a:lnTo>
                    <a:pt x="114" y="0"/>
                  </a:lnTo>
                  <a:lnTo>
                    <a:pt x="118" y="2"/>
                  </a:lnTo>
                  <a:lnTo>
                    <a:pt x="119" y="8"/>
                  </a:lnTo>
                  <a:lnTo>
                    <a:pt x="120" y="18"/>
                  </a:lnTo>
                  <a:lnTo>
                    <a:pt x="120" y="18"/>
                  </a:lnTo>
                  <a:lnTo>
                    <a:pt x="121" y="24"/>
                  </a:lnTo>
                  <a:lnTo>
                    <a:pt x="121" y="31"/>
                  </a:lnTo>
                  <a:lnTo>
                    <a:pt x="121" y="39"/>
                  </a:lnTo>
                  <a:lnTo>
                    <a:pt x="121" y="45"/>
                  </a:lnTo>
                  <a:lnTo>
                    <a:pt x="121" y="51"/>
                  </a:lnTo>
                  <a:lnTo>
                    <a:pt x="120" y="56"/>
                  </a:lnTo>
                  <a:lnTo>
                    <a:pt x="120" y="59"/>
                  </a:lnTo>
                  <a:lnTo>
                    <a:pt x="120" y="60"/>
                  </a:lnTo>
                  <a:lnTo>
                    <a:pt x="120" y="60"/>
                  </a:lnTo>
                  <a:lnTo>
                    <a:pt x="119" y="60"/>
                  </a:lnTo>
                  <a:lnTo>
                    <a:pt x="116" y="61"/>
                  </a:lnTo>
                  <a:lnTo>
                    <a:pt x="112" y="63"/>
                  </a:lnTo>
                  <a:lnTo>
                    <a:pt x="108" y="65"/>
                  </a:lnTo>
                  <a:lnTo>
                    <a:pt x="103" y="68"/>
                  </a:lnTo>
                  <a:lnTo>
                    <a:pt x="98" y="71"/>
                  </a:lnTo>
                  <a:lnTo>
                    <a:pt x="92" y="75"/>
                  </a:lnTo>
                  <a:lnTo>
                    <a:pt x="89" y="80"/>
                  </a:lnTo>
                  <a:lnTo>
                    <a:pt x="89" y="80"/>
                  </a:lnTo>
                  <a:lnTo>
                    <a:pt x="83" y="90"/>
                  </a:lnTo>
                  <a:lnTo>
                    <a:pt x="76" y="97"/>
                  </a:lnTo>
                  <a:lnTo>
                    <a:pt x="69" y="99"/>
                  </a:lnTo>
                  <a:lnTo>
                    <a:pt x="65" y="92"/>
                  </a:lnTo>
                  <a:lnTo>
                    <a:pt x="65" y="92"/>
                  </a:lnTo>
                  <a:lnTo>
                    <a:pt x="62" y="88"/>
                  </a:lnTo>
                  <a:lnTo>
                    <a:pt x="57" y="87"/>
                  </a:lnTo>
                  <a:lnTo>
                    <a:pt x="50" y="88"/>
                  </a:lnTo>
                  <a:lnTo>
                    <a:pt x="42" y="90"/>
                  </a:lnTo>
                  <a:lnTo>
                    <a:pt x="34" y="91"/>
                  </a:lnTo>
                  <a:lnTo>
                    <a:pt x="27" y="92"/>
                  </a:lnTo>
                  <a:lnTo>
                    <a:pt x="21" y="92"/>
                  </a:lnTo>
                  <a:lnTo>
                    <a:pt x="17" y="88"/>
                  </a:lnTo>
                  <a:lnTo>
                    <a:pt x="17" y="88"/>
                  </a:lnTo>
                  <a:lnTo>
                    <a:pt x="14" y="80"/>
                  </a:lnTo>
                  <a:lnTo>
                    <a:pt x="10" y="72"/>
                  </a:lnTo>
                  <a:lnTo>
                    <a:pt x="6" y="63"/>
                  </a:lnTo>
                  <a:lnTo>
                    <a:pt x="3" y="54"/>
                  </a:lnTo>
                  <a:lnTo>
                    <a:pt x="0" y="47"/>
                  </a:lnTo>
                  <a:lnTo>
                    <a:pt x="0" y="41"/>
                  </a:lnTo>
                  <a:lnTo>
                    <a:pt x="2" y="37"/>
                  </a:lnTo>
                  <a:lnTo>
                    <a:pt x="6" y="37"/>
                  </a:lnTo>
                  <a:lnTo>
                    <a:pt x="6" y="37"/>
                  </a:lnTo>
                  <a:lnTo>
                    <a:pt x="17" y="39"/>
                  </a:lnTo>
                  <a:lnTo>
                    <a:pt x="25" y="38"/>
                  </a:lnTo>
                  <a:lnTo>
                    <a:pt x="32" y="33"/>
                  </a:lnTo>
                  <a:lnTo>
                    <a:pt x="35" y="27"/>
                  </a:lnTo>
                </a:path>
              </a:pathLst>
            </a:custGeom>
            <a:noFill/>
            <a:ln w="0">
              <a:solidFill>
                <a:srgbClr val="000000"/>
              </a:solidFill>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9081" name=""/>
            <p:cNvSpPr/>
            <p:nvPr/>
          </p:nvSpPr>
          <p:spPr>
            <a:xfrm>
              <a:off x="551160" y="4152960"/>
              <a:ext cx="137160" cy="66600"/>
            </a:xfrm>
            <a:custGeom>
              <a:avLst/>
              <a:gdLst/>
              <a:ahLst/>
              <a:rect l="l" t="t" r="r" b="b"/>
              <a:pathLst>
                <a:path w="761" h="412">
                  <a:moveTo>
                    <a:pt x="73" y="194"/>
                  </a:moveTo>
                  <a:lnTo>
                    <a:pt x="75" y="194"/>
                  </a:lnTo>
                  <a:lnTo>
                    <a:pt x="81" y="191"/>
                  </a:lnTo>
                  <a:lnTo>
                    <a:pt x="88" y="185"/>
                  </a:lnTo>
                  <a:lnTo>
                    <a:pt x="95" y="173"/>
                  </a:lnTo>
                  <a:lnTo>
                    <a:pt x="98" y="166"/>
                  </a:lnTo>
                  <a:lnTo>
                    <a:pt x="100" y="160"/>
                  </a:lnTo>
                  <a:lnTo>
                    <a:pt x="101" y="155"/>
                  </a:lnTo>
                  <a:lnTo>
                    <a:pt x="102" y="150"/>
                  </a:lnTo>
                  <a:lnTo>
                    <a:pt x="103" y="147"/>
                  </a:lnTo>
                  <a:lnTo>
                    <a:pt x="104" y="144"/>
                  </a:lnTo>
                  <a:lnTo>
                    <a:pt x="107" y="143"/>
                  </a:lnTo>
                  <a:lnTo>
                    <a:pt x="110" y="142"/>
                  </a:lnTo>
                  <a:lnTo>
                    <a:pt x="114" y="142"/>
                  </a:lnTo>
                  <a:lnTo>
                    <a:pt x="117" y="141"/>
                  </a:lnTo>
                  <a:lnTo>
                    <a:pt x="120" y="140"/>
                  </a:lnTo>
                  <a:lnTo>
                    <a:pt x="125" y="139"/>
                  </a:lnTo>
                  <a:lnTo>
                    <a:pt x="128" y="137"/>
                  </a:lnTo>
                  <a:lnTo>
                    <a:pt x="132" y="134"/>
                  </a:lnTo>
                  <a:lnTo>
                    <a:pt x="137" y="132"/>
                  </a:lnTo>
                  <a:lnTo>
                    <a:pt x="142" y="130"/>
                  </a:lnTo>
                  <a:lnTo>
                    <a:pt x="150" y="124"/>
                  </a:lnTo>
                  <a:lnTo>
                    <a:pt x="153" y="118"/>
                  </a:lnTo>
                  <a:lnTo>
                    <a:pt x="154" y="113"/>
                  </a:lnTo>
                  <a:lnTo>
                    <a:pt x="158" y="109"/>
                  </a:lnTo>
                  <a:lnTo>
                    <a:pt x="165" y="106"/>
                  </a:lnTo>
                  <a:lnTo>
                    <a:pt x="174" y="105"/>
                  </a:lnTo>
                  <a:lnTo>
                    <a:pt x="181" y="104"/>
                  </a:lnTo>
                  <a:lnTo>
                    <a:pt x="188" y="104"/>
                  </a:lnTo>
                  <a:lnTo>
                    <a:pt x="194" y="103"/>
                  </a:lnTo>
                  <a:lnTo>
                    <a:pt x="201" y="101"/>
                  </a:lnTo>
                  <a:lnTo>
                    <a:pt x="209" y="97"/>
                  </a:lnTo>
                  <a:lnTo>
                    <a:pt x="216" y="91"/>
                  </a:lnTo>
                  <a:lnTo>
                    <a:pt x="221" y="90"/>
                  </a:lnTo>
                  <a:lnTo>
                    <a:pt x="229" y="88"/>
                  </a:lnTo>
                  <a:lnTo>
                    <a:pt x="239" y="87"/>
                  </a:lnTo>
                  <a:lnTo>
                    <a:pt x="246" y="88"/>
                  </a:lnTo>
                  <a:lnTo>
                    <a:pt x="250" y="87"/>
                  </a:lnTo>
                  <a:lnTo>
                    <a:pt x="253" y="81"/>
                  </a:lnTo>
                  <a:lnTo>
                    <a:pt x="260" y="75"/>
                  </a:lnTo>
                  <a:lnTo>
                    <a:pt x="273" y="73"/>
                  </a:lnTo>
                  <a:lnTo>
                    <a:pt x="281" y="72"/>
                  </a:lnTo>
                  <a:lnTo>
                    <a:pt x="288" y="71"/>
                  </a:lnTo>
                  <a:lnTo>
                    <a:pt x="294" y="68"/>
                  </a:lnTo>
                  <a:lnTo>
                    <a:pt x="300" y="64"/>
                  </a:lnTo>
                  <a:lnTo>
                    <a:pt x="305" y="61"/>
                  </a:lnTo>
                  <a:lnTo>
                    <a:pt x="309" y="59"/>
                  </a:lnTo>
                  <a:lnTo>
                    <a:pt x="313" y="58"/>
                  </a:lnTo>
                  <a:lnTo>
                    <a:pt x="316" y="59"/>
                  </a:lnTo>
                  <a:lnTo>
                    <a:pt x="319" y="60"/>
                  </a:lnTo>
                  <a:lnTo>
                    <a:pt x="323" y="59"/>
                  </a:lnTo>
                  <a:lnTo>
                    <a:pt x="326" y="57"/>
                  </a:lnTo>
                  <a:lnTo>
                    <a:pt x="329" y="54"/>
                  </a:lnTo>
                  <a:lnTo>
                    <a:pt x="333" y="52"/>
                  </a:lnTo>
                  <a:lnTo>
                    <a:pt x="338" y="50"/>
                  </a:lnTo>
                  <a:lnTo>
                    <a:pt x="343" y="49"/>
                  </a:lnTo>
                  <a:lnTo>
                    <a:pt x="349" y="49"/>
                  </a:lnTo>
                  <a:lnTo>
                    <a:pt x="355" y="50"/>
                  </a:lnTo>
                  <a:lnTo>
                    <a:pt x="360" y="49"/>
                  </a:lnTo>
                  <a:lnTo>
                    <a:pt x="365" y="48"/>
                  </a:lnTo>
                  <a:lnTo>
                    <a:pt x="371" y="47"/>
                  </a:lnTo>
                  <a:lnTo>
                    <a:pt x="375" y="45"/>
                  </a:lnTo>
                  <a:lnTo>
                    <a:pt x="378" y="43"/>
                  </a:lnTo>
                  <a:lnTo>
                    <a:pt x="382" y="42"/>
                  </a:lnTo>
                  <a:lnTo>
                    <a:pt x="385" y="42"/>
                  </a:lnTo>
                  <a:lnTo>
                    <a:pt x="391" y="44"/>
                  </a:lnTo>
                  <a:lnTo>
                    <a:pt x="397" y="45"/>
                  </a:lnTo>
                  <a:lnTo>
                    <a:pt x="403" y="46"/>
                  </a:lnTo>
                  <a:lnTo>
                    <a:pt x="408" y="47"/>
                  </a:lnTo>
                  <a:lnTo>
                    <a:pt x="413" y="46"/>
                  </a:lnTo>
                  <a:lnTo>
                    <a:pt x="417" y="42"/>
                  </a:lnTo>
                  <a:lnTo>
                    <a:pt x="424" y="39"/>
                  </a:lnTo>
                  <a:lnTo>
                    <a:pt x="430" y="37"/>
                  </a:lnTo>
                  <a:lnTo>
                    <a:pt x="434" y="37"/>
                  </a:lnTo>
                  <a:lnTo>
                    <a:pt x="439" y="36"/>
                  </a:lnTo>
                  <a:lnTo>
                    <a:pt x="445" y="34"/>
                  </a:lnTo>
                  <a:lnTo>
                    <a:pt x="451" y="33"/>
                  </a:lnTo>
                  <a:lnTo>
                    <a:pt x="456" y="33"/>
                  </a:lnTo>
                  <a:lnTo>
                    <a:pt x="461" y="32"/>
                  </a:lnTo>
                  <a:lnTo>
                    <a:pt x="464" y="31"/>
                  </a:lnTo>
                  <a:lnTo>
                    <a:pt x="465" y="31"/>
                  </a:lnTo>
                  <a:lnTo>
                    <a:pt x="468" y="20"/>
                  </a:lnTo>
                  <a:lnTo>
                    <a:pt x="472" y="14"/>
                  </a:lnTo>
                  <a:lnTo>
                    <a:pt x="476" y="12"/>
                  </a:lnTo>
                  <a:lnTo>
                    <a:pt x="479" y="13"/>
                  </a:lnTo>
                  <a:lnTo>
                    <a:pt x="483" y="16"/>
                  </a:lnTo>
                  <a:lnTo>
                    <a:pt x="485" y="19"/>
                  </a:lnTo>
                  <a:lnTo>
                    <a:pt x="487" y="22"/>
                  </a:lnTo>
                  <a:lnTo>
                    <a:pt x="488" y="23"/>
                  </a:lnTo>
                  <a:lnTo>
                    <a:pt x="495" y="23"/>
                  </a:lnTo>
                  <a:lnTo>
                    <a:pt x="503" y="23"/>
                  </a:lnTo>
                  <a:lnTo>
                    <a:pt x="511" y="20"/>
                  </a:lnTo>
                  <a:lnTo>
                    <a:pt x="516" y="14"/>
                  </a:lnTo>
                  <a:lnTo>
                    <a:pt x="518" y="11"/>
                  </a:lnTo>
                  <a:lnTo>
                    <a:pt x="522" y="10"/>
                  </a:lnTo>
                  <a:lnTo>
                    <a:pt x="526" y="10"/>
                  </a:lnTo>
                  <a:lnTo>
                    <a:pt x="529" y="10"/>
                  </a:lnTo>
                  <a:lnTo>
                    <a:pt x="534" y="10"/>
                  </a:lnTo>
                  <a:lnTo>
                    <a:pt x="538" y="11"/>
                  </a:lnTo>
                  <a:lnTo>
                    <a:pt x="542" y="10"/>
                  </a:lnTo>
                  <a:lnTo>
                    <a:pt x="547" y="9"/>
                  </a:lnTo>
                  <a:lnTo>
                    <a:pt x="552" y="7"/>
                  </a:lnTo>
                  <a:lnTo>
                    <a:pt x="559" y="5"/>
                  </a:lnTo>
                  <a:lnTo>
                    <a:pt x="566" y="4"/>
                  </a:lnTo>
                  <a:lnTo>
                    <a:pt x="574" y="2"/>
                  </a:lnTo>
                  <a:lnTo>
                    <a:pt x="582" y="1"/>
                  </a:lnTo>
                  <a:lnTo>
                    <a:pt x="590" y="0"/>
                  </a:lnTo>
                  <a:lnTo>
                    <a:pt x="597" y="0"/>
                  </a:lnTo>
                  <a:lnTo>
                    <a:pt x="603" y="1"/>
                  </a:lnTo>
                  <a:lnTo>
                    <a:pt x="609" y="2"/>
                  </a:lnTo>
                  <a:lnTo>
                    <a:pt x="616" y="2"/>
                  </a:lnTo>
                  <a:lnTo>
                    <a:pt x="625" y="1"/>
                  </a:lnTo>
                  <a:lnTo>
                    <a:pt x="632" y="1"/>
                  </a:lnTo>
                  <a:lnTo>
                    <a:pt x="639" y="1"/>
                  </a:lnTo>
                  <a:lnTo>
                    <a:pt x="646" y="1"/>
                  </a:lnTo>
                  <a:lnTo>
                    <a:pt x="651" y="1"/>
                  </a:lnTo>
                  <a:lnTo>
                    <a:pt x="654" y="3"/>
                  </a:lnTo>
                  <a:lnTo>
                    <a:pt x="658" y="9"/>
                  </a:lnTo>
                  <a:lnTo>
                    <a:pt x="663" y="16"/>
                  </a:lnTo>
                  <a:lnTo>
                    <a:pt x="668" y="23"/>
                  </a:lnTo>
                  <a:lnTo>
                    <a:pt x="675" y="28"/>
                  </a:lnTo>
                  <a:lnTo>
                    <a:pt x="679" y="33"/>
                  </a:lnTo>
                  <a:lnTo>
                    <a:pt x="681" y="38"/>
                  </a:lnTo>
                  <a:lnTo>
                    <a:pt x="686" y="41"/>
                  </a:lnTo>
                  <a:lnTo>
                    <a:pt x="699" y="42"/>
                  </a:lnTo>
                  <a:lnTo>
                    <a:pt x="703" y="42"/>
                  </a:lnTo>
                  <a:lnTo>
                    <a:pt x="709" y="43"/>
                  </a:lnTo>
                  <a:lnTo>
                    <a:pt x="715" y="44"/>
                  </a:lnTo>
                  <a:lnTo>
                    <a:pt x="723" y="46"/>
                  </a:lnTo>
                  <a:lnTo>
                    <a:pt x="730" y="49"/>
                  </a:lnTo>
                  <a:lnTo>
                    <a:pt x="735" y="51"/>
                  </a:lnTo>
                  <a:lnTo>
                    <a:pt x="740" y="54"/>
                  </a:lnTo>
                  <a:lnTo>
                    <a:pt x="743" y="58"/>
                  </a:lnTo>
                  <a:lnTo>
                    <a:pt x="747" y="65"/>
                  </a:lnTo>
                  <a:lnTo>
                    <a:pt x="749" y="72"/>
                  </a:lnTo>
                  <a:lnTo>
                    <a:pt x="749" y="77"/>
                  </a:lnTo>
                  <a:lnTo>
                    <a:pt x="743" y="79"/>
                  </a:lnTo>
                  <a:lnTo>
                    <a:pt x="742" y="81"/>
                  </a:lnTo>
                  <a:lnTo>
                    <a:pt x="742" y="87"/>
                  </a:lnTo>
                  <a:lnTo>
                    <a:pt x="743" y="94"/>
                  </a:lnTo>
                  <a:lnTo>
                    <a:pt x="744" y="101"/>
                  </a:lnTo>
                  <a:lnTo>
                    <a:pt x="746" y="109"/>
                  </a:lnTo>
                  <a:lnTo>
                    <a:pt x="748" y="116"/>
                  </a:lnTo>
                  <a:lnTo>
                    <a:pt x="751" y="121"/>
                  </a:lnTo>
                  <a:lnTo>
                    <a:pt x="754" y="123"/>
                  </a:lnTo>
                  <a:lnTo>
                    <a:pt x="757" y="126"/>
                  </a:lnTo>
                  <a:lnTo>
                    <a:pt x="758" y="132"/>
                  </a:lnTo>
                  <a:lnTo>
                    <a:pt x="759" y="141"/>
                  </a:lnTo>
                  <a:lnTo>
                    <a:pt x="761" y="148"/>
                  </a:lnTo>
                  <a:lnTo>
                    <a:pt x="759" y="154"/>
                  </a:lnTo>
                  <a:lnTo>
                    <a:pt x="751" y="162"/>
                  </a:lnTo>
                  <a:lnTo>
                    <a:pt x="744" y="170"/>
                  </a:lnTo>
                  <a:lnTo>
                    <a:pt x="740" y="174"/>
                  </a:lnTo>
                  <a:lnTo>
                    <a:pt x="737" y="176"/>
                  </a:lnTo>
                  <a:lnTo>
                    <a:pt x="738" y="180"/>
                  </a:lnTo>
                  <a:lnTo>
                    <a:pt x="740" y="187"/>
                  </a:lnTo>
                  <a:lnTo>
                    <a:pt x="739" y="195"/>
                  </a:lnTo>
                  <a:lnTo>
                    <a:pt x="733" y="202"/>
                  </a:lnTo>
                  <a:lnTo>
                    <a:pt x="726" y="209"/>
                  </a:lnTo>
                  <a:lnTo>
                    <a:pt x="720" y="216"/>
                  </a:lnTo>
                  <a:lnTo>
                    <a:pt x="714" y="223"/>
                  </a:lnTo>
                  <a:lnTo>
                    <a:pt x="712" y="226"/>
                  </a:lnTo>
                  <a:lnTo>
                    <a:pt x="710" y="229"/>
                  </a:lnTo>
                  <a:lnTo>
                    <a:pt x="708" y="231"/>
                  </a:lnTo>
                  <a:lnTo>
                    <a:pt x="706" y="234"/>
                  </a:lnTo>
                  <a:lnTo>
                    <a:pt x="704" y="238"/>
                  </a:lnTo>
                  <a:lnTo>
                    <a:pt x="703" y="242"/>
                  </a:lnTo>
                  <a:lnTo>
                    <a:pt x="702" y="248"/>
                  </a:lnTo>
                  <a:lnTo>
                    <a:pt x="701" y="256"/>
                  </a:lnTo>
                  <a:lnTo>
                    <a:pt x="698" y="268"/>
                  </a:lnTo>
                  <a:lnTo>
                    <a:pt x="692" y="272"/>
                  </a:lnTo>
                  <a:lnTo>
                    <a:pt x="685" y="272"/>
                  </a:lnTo>
                  <a:lnTo>
                    <a:pt x="682" y="271"/>
                  </a:lnTo>
                  <a:lnTo>
                    <a:pt x="682" y="273"/>
                  </a:lnTo>
                  <a:lnTo>
                    <a:pt x="682" y="278"/>
                  </a:lnTo>
                  <a:lnTo>
                    <a:pt x="682" y="284"/>
                  </a:lnTo>
                  <a:lnTo>
                    <a:pt x="679" y="290"/>
                  </a:lnTo>
                  <a:lnTo>
                    <a:pt x="675" y="294"/>
                  </a:lnTo>
                  <a:lnTo>
                    <a:pt x="670" y="298"/>
                  </a:lnTo>
                  <a:lnTo>
                    <a:pt x="664" y="301"/>
                  </a:lnTo>
                  <a:lnTo>
                    <a:pt x="659" y="303"/>
                  </a:lnTo>
                  <a:lnTo>
                    <a:pt x="653" y="304"/>
                  </a:lnTo>
                  <a:lnTo>
                    <a:pt x="645" y="307"/>
                  </a:lnTo>
                  <a:lnTo>
                    <a:pt x="635" y="309"/>
                  </a:lnTo>
                  <a:lnTo>
                    <a:pt x="625" y="312"/>
                  </a:lnTo>
                  <a:lnTo>
                    <a:pt x="613" y="314"/>
                  </a:lnTo>
                  <a:lnTo>
                    <a:pt x="604" y="316"/>
                  </a:lnTo>
                  <a:lnTo>
                    <a:pt x="596" y="315"/>
                  </a:lnTo>
                  <a:lnTo>
                    <a:pt x="591" y="313"/>
                  </a:lnTo>
                  <a:lnTo>
                    <a:pt x="588" y="312"/>
                  </a:lnTo>
                  <a:lnTo>
                    <a:pt x="590" y="318"/>
                  </a:lnTo>
                  <a:lnTo>
                    <a:pt x="591" y="326"/>
                  </a:lnTo>
                  <a:lnTo>
                    <a:pt x="587" y="331"/>
                  </a:lnTo>
                  <a:lnTo>
                    <a:pt x="580" y="330"/>
                  </a:lnTo>
                  <a:lnTo>
                    <a:pt x="576" y="329"/>
                  </a:lnTo>
                  <a:lnTo>
                    <a:pt x="571" y="329"/>
                  </a:lnTo>
                  <a:lnTo>
                    <a:pt x="563" y="333"/>
                  </a:lnTo>
                  <a:lnTo>
                    <a:pt x="556" y="338"/>
                  </a:lnTo>
                  <a:lnTo>
                    <a:pt x="550" y="338"/>
                  </a:lnTo>
                  <a:lnTo>
                    <a:pt x="543" y="338"/>
                  </a:lnTo>
                  <a:lnTo>
                    <a:pt x="534" y="341"/>
                  </a:lnTo>
                  <a:lnTo>
                    <a:pt x="528" y="344"/>
                  </a:lnTo>
                  <a:lnTo>
                    <a:pt x="522" y="346"/>
                  </a:lnTo>
                  <a:lnTo>
                    <a:pt x="515" y="346"/>
                  </a:lnTo>
                  <a:lnTo>
                    <a:pt x="510" y="346"/>
                  </a:lnTo>
                  <a:lnTo>
                    <a:pt x="506" y="345"/>
                  </a:lnTo>
                  <a:lnTo>
                    <a:pt x="502" y="344"/>
                  </a:lnTo>
                  <a:lnTo>
                    <a:pt x="500" y="343"/>
                  </a:lnTo>
                  <a:lnTo>
                    <a:pt x="499" y="341"/>
                  </a:lnTo>
                  <a:lnTo>
                    <a:pt x="496" y="340"/>
                  </a:lnTo>
                  <a:lnTo>
                    <a:pt x="488" y="341"/>
                  </a:lnTo>
                  <a:lnTo>
                    <a:pt x="480" y="344"/>
                  </a:lnTo>
                  <a:lnTo>
                    <a:pt x="474" y="350"/>
                  </a:lnTo>
                  <a:lnTo>
                    <a:pt x="469" y="355"/>
                  </a:lnTo>
                  <a:lnTo>
                    <a:pt x="463" y="359"/>
                  </a:lnTo>
                  <a:lnTo>
                    <a:pt x="457" y="363"/>
                  </a:lnTo>
                  <a:lnTo>
                    <a:pt x="453" y="367"/>
                  </a:lnTo>
                  <a:lnTo>
                    <a:pt x="448" y="372"/>
                  </a:lnTo>
                  <a:lnTo>
                    <a:pt x="439" y="374"/>
                  </a:lnTo>
                  <a:lnTo>
                    <a:pt x="431" y="375"/>
                  </a:lnTo>
                  <a:lnTo>
                    <a:pt x="427" y="373"/>
                  </a:lnTo>
                  <a:lnTo>
                    <a:pt x="424" y="369"/>
                  </a:lnTo>
                  <a:lnTo>
                    <a:pt x="418" y="366"/>
                  </a:lnTo>
                  <a:lnTo>
                    <a:pt x="412" y="363"/>
                  </a:lnTo>
                  <a:lnTo>
                    <a:pt x="408" y="363"/>
                  </a:lnTo>
                  <a:lnTo>
                    <a:pt x="406" y="364"/>
                  </a:lnTo>
                  <a:lnTo>
                    <a:pt x="401" y="365"/>
                  </a:lnTo>
                  <a:lnTo>
                    <a:pt x="395" y="367"/>
                  </a:lnTo>
                  <a:lnTo>
                    <a:pt x="389" y="370"/>
                  </a:lnTo>
                  <a:lnTo>
                    <a:pt x="383" y="373"/>
                  </a:lnTo>
                  <a:lnTo>
                    <a:pt x="377" y="375"/>
                  </a:lnTo>
                  <a:lnTo>
                    <a:pt x="373" y="376"/>
                  </a:lnTo>
                  <a:lnTo>
                    <a:pt x="372" y="377"/>
                  </a:lnTo>
                  <a:lnTo>
                    <a:pt x="367" y="375"/>
                  </a:lnTo>
                  <a:lnTo>
                    <a:pt x="360" y="374"/>
                  </a:lnTo>
                  <a:lnTo>
                    <a:pt x="351" y="376"/>
                  </a:lnTo>
                  <a:lnTo>
                    <a:pt x="344" y="380"/>
                  </a:lnTo>
                  <a:lnTo>
                    <a:pt x="339" y="381"/>
                  </a:lnTo>
                  <a:lnTo>
                    <a:pt x="334" y="380"/>
                  </a:lnTo>
                  <a:lnTo>
                    <a:pt x="330" y="377"/>
                  </a:lnTo>
                  <a:lnTo>
                    <a:pt x="329" y="376"/>
                  </a:lnTo>
                  <a:lnTo>
                    <a:pt x="326" y="377"/>
                  </a:lnTo>
                  <a:lnTo>
                    <a:pt x="318" y="379"/>
                  </a:lnTo>
                  <a:lnTo>
                    <a:pt x="310" y="381"/>
                  </a:lnTo>
                  <a:lnTo>
                    <a:pt x="305" y="382"/>
                  </a:lnTo>
                  <a:lnTo>
                    <a:pt x="299" y="381"/>
                  </a:lnTo>
                  <a:lnTo>
                    <a:pt x="292" y="378"/>
                  </a:lnTo>
                  <a:lnTo>
                    <a:pt x="285" y="374"/>
                  </a:lnTo>
                  <a:lnTo>
                    <a:pt x="278" y="369"/>
                  </a:lnTo>
                  <a:lnTo>
                    <a:pt x="272" y="365"/>
                  </a:lnTo>
                  <a:lnTo>
                    <a:pt x="266" y="363"/>
                  </a:lnTo>
                  <a:lnTo>
                    <a:pt x="262" y="363"/>
                  </a:lnTo>
                  <a:lnTo>
                    <a:pt x="261" y="366"/>
                  </a:lnTo>
                  <a:lnTo>
                    <a:pt x="259" y="371"/>
                  </a:lnTo>
                  <a:lnTo>
                    <a:pt x="254" y="374"/>
                  </a:lnTo>
                  <a:lnTo>
                    <a:pt x="248" y="376"/>
                  </a:lnTo>
                  <a:lnTo>
                    <a:pt x="241" y="376"/>
                  </a:lnTo>
                  <a:lnTo>
                    <a:pt x="233" y="375"/>
                  </a:lnTo>
                  <a:lnTo>
                    <a:pt x="226" y="375"/>
                  </a:lnTo>
                  <a:lnTo>
                    <a:pt x="219" y="376"/>
                  </a:lnTo>
                  <a:lnTo>
                    <a:pt x="216" y="378"/>
                  </a:lnTo>
                  <a:lnTo>
                    <a:pt x="210" y="381"/>
                  </a:lnTo>
                  <a:lnTo>
                    <a:pt x="203" y="377"/>
                  </a:lnTo>
                  <a:lnTo>
                    <a:pt x="197" y="372"/>
                  </a:lnTo>
                  <a:lnTo>
                    <a:pt x="195" y="371"/>
                  </a:lnTo>
                  <a:lnTo>
                    <a:pt x="193" y="371"/>
                  </a:lnTo>
                  <a:lnTo>
                    <a:pt x="189" y="371"/>
                  </a:lnTo>
                  <a:lnTo>
                    <a:pt x="182" y="371"/>
                  </a:lnTo>
                  <a:lnTo>
                    <a:pt x="174" y="371"/>
                  </a:lnTo>
                  <a:lnTo>
                    <a:pt x="165" y="371"/>
                  </a:lnTo>
                  <a:lnTo>
                    <a:pt x="158" y="372"/>
                  </a:lnTo>
                  <a:lnTo>
                    <a:pt x="153" y="373"/>
                  </a:lnTo>
                  <a:lnTo>
                    <a:pt x="150" y="375"/>
                  </a:lnTo>
                  <a:lnTo>
                    <a:pt x="149" y="378"/>
                  </a:lnTo>
                  <a:lnTo>
                    <a:pt x="147" y="381"/>
                  </a:lnTo>
                  <a:lnTo>
                    <a:pt x="145" y="385"/>
                  </a:lnTo>
                  <a:lnTo>
                    <a:pt x="144" y="389"/>
                  </a:lnTo>
                  <a:lnTo>
                    <a:pt x="142" y="393"/>
                  </a:lnTo>
                  <a:lnTo>
                    <a:pt x="140" y="397"/>
                  </a:lnTo>
                  <a:lnTo>
                    <a:pt x="138" y="401"/>
                  </a:lnTo>
                  <a:lnTo>
                    <a:pt x="137" y="406"/>
                  </a:lnTo>
                  <a:lnTo>
                    <a:pt x="133" y="407"/>
                  </a:lnTo>
                  <a:lnTo>
                    <a:pt x="125" y="409"/>
                  </a:lnTo>
                  <a:lnTo>
                    <a:pt x="116" y="411"/>
                  </a:lnTo>
                  <a:lnTo>
                    <a:pt x="112" y="412"/>
                  </a:lnTo>
                  <a:lnTo>
                    <a:pt x="108" y="411"/>
                  </a:lnTo>
                  <a:lnTo>
                    <a:pt x="105" y="409"/>
                  </a:lnTo>
                  <a:lnTo>
                    <a:pt x="101" y="406"/>
                  </a:lnTo>
                  <a:lnTo>
                    <a:pt x="96" y="402"/>
                  </a:lnTo>
                  <a:lnTo>
                    <a:pt x="93" y="399"/>
                  </a:lnTo>
                  <a:lnTo>
                    <a:pt x="94" y="397"/>
                  </a:lnTo>
                  <a:lnTo>
                    <a:pt x="92" y="393"/>
                  </a:lnTo>
                  <a:lnTo>
                    <a:pt x="85" y="383"/>
                  </a:lnTo>
                  <a:lnTo>
                    <a:pt x="80" y="378"/>
                  </a:lnTo>
                  <a:lnTo>
                    <a:pt x="76" y="375"/>
                  </a:lnTo>
                  <a:lnTo>
                    <a:pt x="73" y="374"/>
                  </a:lnTo>
                  <a:lnTo>
                    <a:pt x="70" y="373"/>
                  </a:lnTo>
                  <a:lnTo>
                    <a:pt x="66" y="372"/>
                  </a:lnTo>
                  <a:lnTo>
                    <a:pt x="62" y="371"/>
                  </a:lnTo>
                  <a:lnTo>
                    <a:pt x="57" y="370"/>
                  </a:lnTo>
                  <a:lnTo>
                    <a:pt x="49" y="367"/>
                  </a:lnTo>
                  <a:lnTo>
                    <a:pt x="36" y="359"/>
                  </a:lnTo>
                  <a:lnTo>
                    <a:pt x="29" y="351"/>
                  </a:lnTo>
                  <a:lnTo>
                    <a:pt x="27" y="343"/>
                  </a:lnTo>
                  <a:lnTo>
                    <a:pt x="24" y="338"/>
                  </a:lnTo>
                  <a:lnTo>
                    <a:pt x="20" y="334"/>
                  </a:lnTo>
                  <a:lnTo>
                    <a:pt x="16" y="330"/>
                  </a:lnTo>
                  <a:lnTo>
                    <a:pt x="11" y="326"/>
                  </a:lnTo>
                  <a:lnTo>
                    <a:pt x="6" y="320"/>
                  </a:lnTo>
                  <a:lnTo>
                    <a:pt x="2" y="315"/>
                  </a:lnTo>
                  <a:lnTo>
                    <a:pt x="0" y="311"/>
                  </a:lnTo>
                  <a:lnTo>
                    <a:pt x="0" y="307"/>
                  </a:lnTo>
                  <a:lnTo>
                    <a:pt x="3" y="304"/>
                  </a:lnTo>
                  <a:lnTo>
                    <a:pt x="4" y="302"/>
                  </a:lnTo>
                  <a:lnTo>
                    <a:pt x="6" y="297"/>
                  </a:lnTo>
                  <a:lnTo>
                    <a:pt x="8" y="291"/>
                  </a:lnTo>
                  <a:lnTo>
                    <a:pt x="9" y="282"/>
                  </a:lnTo>
                  <a:lnTo>
                    <a:pt x="11" y="275"/>
                  </a:lnTo>
                  <a:lnTo>
                    <a:pt x="12" y="268"/>
                  </a:lnTo>
                  <a:lnTo>
                    <a:pt x="12" y="264"/>
                  </a:lnTo>
                  <a:lnTo>
                    <a:pt x="12" y="262"/>
                  </a:lnTo>
                  <a:lnTo>
                    <a:pt x="10" y="258"/>
                  </a:lnTo>
                  <a:lnTo>
                    <a:pt x="11" y="249"/>
                  </a:lnTo>
                  <a:lnTo>
                    <a:pt x="14" y="240"/>
                  </a:lnTo>
                  <a:lnTo>
                    <a:pt x="19" y="235"/>
                  </a:lnTo>
                  <a:lnTo>
                    <a:pt x="25" y="233"/>
                  </a:lnTo>
                  <a:lnTo>
                    <a:pt x="31" y="228"/>
                  </a:lnTo>
                  <a:lnTo>
                    <a:pt x="36" y="221"/>
                  </a:lnTo>
                  <a:lnTo>
                    <a:pt x="42" y="213"/>
                  </a:lnTo>
                  <a:lnTo>
                    <a:pt x="48" y="206"/>
                  </a:lnTo>
                  <a:lnTo>
                    <a:pt x="55" y="199"/>
                  </a:lnTo>
                  <a:lnTo>
                    <a:pt x="63" y="195"/>
                  </a:lnTo>
                  <a:lnTo>
                    <a:pt x="73" y="194"/>
                  </a:lnTo>
                  <a:close/>
                </a:path>
              </a:pathLst>
            </a:custGeom>
            <a:solidFill>
              <a:srgbClr val="9999ff"/>
            </a:solidFill>
            <a:ln w="0">
              <a:noFill/>
            </a:ln>
          </p:spPr>
          <p:style>
            <a:lnRef idx="0"/>
            <a:fillRef idx="0"/>
            <a:effectRef idx="0"/>
            <a:fontRef idx="minor"/>
          </p:style>
          <p:txBody>
            <a:bodyPr lIns="90000" rIns="90000" tIns="19800" bIns="19800" anchor="t">
              <a:noAutofit/>
            </a:bodyPr>
            <a:p>
              <a:endParaRPr b="0" lang="en-US" sz="2400" spc="-1" strike="noStrike">
                <a:solidFill>
                  <a:srgbClr val="000000"/>
                </a:solidFill>
                <a:latin typeface="Times New Roman"/>
              </a:endParaRPr>
            </a:p>
          </p:txBody>
        </p:sp>
        <p:sp>
          <p:nvSpPr>
            <p:cNvPr id="9082" name=""/>
            <p:cNvSpPr/>
            <p:nvPr/>
          </p:nvSpPr>
          <p:spPr>
            <a:xfrm>
              <a:off x="551160" y="4152960"/>
              <a:ext cx="137160" cy="66600"/>
            </a:xfrm>
            <a:custGeom>
              <a:avLst/>
              <a:gdLst/>
              <a:ahLst/>
              <a:rect l="l" t="t" r="r" b="b"/>
              <a:pathLst>
                <a:path w="761" h="412">
                  <a:moveTo>
                    <a:pt x="73" y="194"/>
                  </a:moveTo>
                  <a:lnTo>
                    <a:pt x="73" y="194"/>
                  </a:lnTo>
                  <a:lnTo>
                    <a:pt x="75" y="194"/>
                  </a:lnTo>
                  <a:lnTo>
                    <a:pt x="81" y="191"/>
                  </a:lnTo>
                  <a:lnTo>
                    <a:pt x="88" y="185"/>
                  </a:lnTo>
                  <a:lnTo>
                    <a:pt x="95" y="173"/>
                  </a:lnTo>
                  <a:lnTo>
                    <a:pt x="95" y="173"/>
                  </a:lnTo>
                  <a:lnTo>
                    <a:pt x="98" y="166"/>
                  </a:lnTo>
                  <a:lnTo>
                    <a:pt x="100" y="160"/>
                  </a:lnTo>
                  <a:lnTo>
                    <a:pt x="101" y="155"/>
                  </a:lnTo>
                  <a:lnTo>
                    <a:pt x="102" y="150"/>
                  </a:lnTo>
                  <a:lnTo>
                    <a:pt x="103" y="147"/>
                  </a:lnTo>
                  <a:lnTo>
                    <a:pt x="104" y="144"/>
                  </a:lnTo>
                  <a:lnTo>
                    <a:pt x="107" y="143"/>
                  </a:lnTo>
                  <a:lnTo>
                    <a:pt x="110" y="142"/>
                  </a:lnTo>
                  <a:lnTo>
                    <a:pt x="110" y="142"/>
                  </a:lnTo>
                  <a:lnTo>
                    <a:pt x="114" y="142"/>
                  </a:lnTo>
                  <a:lnTo>
                    <a:pt x="117" y="141"/>
                  </a:lnTo>
                  <a:lnTo>
                    <a:pt x="120" y="140"/>
                  </a:lnTo>
                  <a:lnTo>
                    <a:pt x="125" y="139"/>
                  </a:lnTo>
                  <a:lnTo>
                    <a:pt x="128" y="137"/>
                  </a:lnTo>
                  <a:lnTo>
                    <a:pt x="132" y="134"/>
                  </a:lnTo>
                  <a:lnTo>
                    <a:pt x="137" y="132"/>
                  </a:lnTo>
                  <a:lnTo>
                    <a:pt x="142" y="130"/>
                  </a:lnTo>
                  <a:lnTo>
                    <a:pt x="142" y="130"/>
                  </a:lnTo>
                  <a:lnTo>
                    <a:pt x="150" y="124"/>
                  </a:lnTo>
                  <a:lnTo>
                    <a:pt x="153" y="118"/>
                  </a:lnTo>
                  <a:lnTo>
                    <a:pt x="154" y="113"/>
                  </a:lnTo>
                  <a:lnTo>
                    <a:pt x="158" y="109"/>
                  </a:lnTo>
                  <a:lnTo>
                    <a:pt x="158" y="109"/>
                  </a:lnTo>
                  <a:lnTo>
                    <a:pt x="165" y="106"/>
                  </a:lnTo>
                  <a:lnTo>
                    <a:pt x="174" y="105"/>
                  </a:lnTo>
                  <a:lnTo>
                    <a:pt x="181" y="104"/>
                  </a:lnTo>
                  <a:lnTo>
                    <a:pt x="188" y="104"/>
                  </a:lnTo>
                  <a:lnTo>
                    <a:pt x="194" y="103"/>
                  </a:lnTo>
                  <a:lnTo>
                    <a:pt x="201" y="101"/>
                  </a:lnTo>
                  <a:lnTo>
                    <a:pt x="209" y="97"/>
                  </a:lnTo>
                  <a:lnTo>
                    <a:pt x="216" y="91"/>
                  </a:lnTo>
                  <a:lnTo>
                    <a:pt x="216" y="91"/>
                  </a:lnTo>
                  <a:lnTo>
                    <a:pt x="221" y="90"/>
                  </a:lnTo>
                  <a:lnTo>
                    <a:pt x="229" y="88"/>
                  </a:lnTo>
                  <a:lnTo>
                    <a:pt x="239" y="87"/>
                  </a:lnTo>
                  <a:lnTo>
                    <a:pt x="246" y="88"/>
                  </a:lnTo>
                  <a:lnTo>
                    <a:pt x="246" y="88"/>
                  </a:lnTo>
                  <a:lnTo>
                    <a:pt x="250" y="87"/>
                  </a:lnTo>
                  <a:lnTo>
                    <a:pt x="253" y="81"/>
                  </a:lnTo>
                  <a:lnTo>
                    <a:pt x="260" y="75"/>
                  </a:lnTo>
                  <a:lnTo>
                    <a:pt x="273" y="73"/>
                  </a:lnTo>
                  <a:lnTo>
                    <a:pt x="273" y="73"/>
                  </a:lnTo>
                  <a:lnTo>
                    <a:pt x="281" y="72"/>
                  </a:lnTo>
                  <a:lnTo>
                    <a:pt x="288" y="71"/>
                  </a:lnTo>
                  <a:lnTo>
                    <a:pt x="294" y="68"/>
                  </a:lnTo>
                  <a:lnTo>
                    <a:pt x="300" y="64"/>
                  </a:lnTo>
                  <a:lnTo>
                    <a:pt x="305" y="61"/>
                  </a:lnTo>
                  <a:lnTo>
                    <a:pt x="309" y="59"/>
                  </a:lnTo>
                  <a:lnTo>
                    <a:pt x="313" y="58"/>
                  </a:lnTo>
                  <a:lnTo>
                    <a:pt x="316" y="59"/>
                  </a:lnTo>
                  <a:lnTo>
                    <a:pt x="316" y="59"/>
                  </a:lnTo>
                  <a:lnTo>
                    <a:pt x="319" y="60"/>
                  </a:lnTo>
                  <a:lnTo>
                    <a:pt x="323" y="59"/>
                  </a:lnTo>
                  <a:lnTo>
                    <a:pt x="326" y="57"/>
                  </a:lnTo>
                  <a:lnTo>
                    <a:pt x="329" y="54"/>
                  </a:lnTo>
                  <a:lnTo>
                    <a:pt x="333" y="52"/>
                  </a:lnTo>
                  <a:lnTo>
                    <a:pt x="338" y="50"/>
                  </a:lnTo>
                  <a:lnTo>
                    <a:pt x="343" y="49"/>
                  </a:lnTo>
                  <a:lnTo>
                    <a:pt x="349" y="49"/>
                  </a:lnTo>
                  <a:lnTo>
                    <a:pt x="349" y="49"/>
                  </a:lnTo>
                  <a:lnTo>
                    <a:pt x="355" y="50"/>
                  </a:lnTo>
                  <a:lnTo>
                    <a:pt x="360" y="49"/>
                  </a:lnTo>
                  <a:lnTo>
                    <a:pt x="365" y="48"/>
                  </a:lnTo>
                  <a:lnTo>
                    <a:pt x="371" y="47"/>
                  </a:lnTo>
                  <a:lnTo>
                    <a:pt x="375" y="45"/>
                  </a:lnTo>
                  <a:lnTo>
                    <a:pt x="378" y="43"/>
                  </a:lnTo>
                  <a:lnTo>
                    <a:pt x="382" y="42"/>
                  </a:lnTo>
                  <a:lnTo>
                    <a:pt x="385" y="42"/>
                  </a:lnTo>
                  <a:lnTo>
                    <a:pt x="385" y="42"/>
                  </a:lnTo>
                  <a:lnTo>
                    <a:pt x="391" y="44"/>
                  </a:lnTo>
                  <a:lnTo>
                    <a:pt x="397" y="45"/>
                  </a:lnTo>
                  <a:lnTo>
                    <a:pt x="403" y="46"/>
                  </a:lnTo>
                  <a:lnTo>
                    <a:pt x="408" y="47"/>
                  </a:lnTo>
                  <a:lnTo>
                    <a:pt x="408" y="47"/>
                  </a:lnTo>
                  <a:lnTo>
                    <a:pt x="413" y="46"/>
                  </a:lnTo>
                  <a:lnTo>
                    <a:pt x="417" y="42"/>
                  </a:lnTo>
                  <a:lnTo>
                    <a:pt x="424" y="39"/>
                  </a:lnTo>
                  <a:lnTo>
                    <a:pt x="430" y="37"/>
                  </a:lnTo>
                  <a:lnTo>
                    <a:pt x="430" y="37"/>
                  </a:lnTo>
                  <a:lnTo>
                    <a:pt x="434" y="37"/>
                  </a:lnTo>
                  <a:lnTo>
                    <a:pt x="439" y="36"/>
                  </a:lnTo>
                  <a:lnTo>
                    <a:pt x="445" y="34"/>
                  </a:lnTo>
                  <a:lnTo>
                    <a:pt x="451" y="33"/>
                  </a:lnTo>
                  <a:lnTo>
                    <a:pt x="456" y="33"/>
                  </a:lnTo>
                  <a:lnTo>
                    <a:pt x="461" y="32"/>
                  </a:lnTo>
                  <a:lnTo>
                    <a:pt x="464" y="31"/>
                  </a:lnTo>
                  <a:lnTo>
                    <a:pt x="465" y="31"/>
                  </a:lnTo>
                  <a:lnTo>
                    <a:pt x="465" y="31"/>
                  </a:lnTo>
                  <a:lnTo>
                    <a:pt x="468" y="20"/>
                  </a:lnTo>
                  <a:lnTo>
                    <a:pt x="472" y="14"/>
                  </a:lnTo>
                  <a:lnTo>
                    <a:pt x="476" y="12"/>
                  </a:lnTo>
                  <a:lnTo>
                    <a:pt x="479" y="13"/>
                  </a:lnTo>
                  <a:lnTo>
                    <a:pt x="483" y="16"/>
                  </a:lnTo>
                  <a:lnTo>
                    <a:pt x="485" y="19"/>
                  </a:lnTo>
                  <a:lnTo>
                    <a:pt x="487" y="22"/>
                  </a:lnTo>
                  <a:lnTo>
                    <a:pt x="488" y="23"/>
                  </a:lnTo>
                  <a:lnTo>
                    <a:pt x="488" y="23"/>
                  </a:lnTo>
                  <a:lnTo>
                    <a:pt x="495" y="23"/>
                  </a:lnTo>
                  <a:lnTo>
                    <a:pt x="503" y="23"/>
                  </a:lnTo>
                  <a:lnTo>
                    <a:pt x="511" y="20"/>
                  </a:lnTo>
                  <a:lnTo>
                    <a:pt x="516" y="14"/>
                  </a:lnTo>
                  <a:lnTo>
                    <a:pt x="516" y="14"/>
                  </a:lnTo>
                  <a:lnTo>
                    <a:pt x="518" y="11"/>
                  </a:lnTo>
                  <a:lnTo>
                    <a:pt x="522" y="10"/>
                  </a:lnTo>
                  <a:lnTo>
                    <a:pt x="526" y="10"/>
                  </a:lnTo>
                  <a:lnTo>
                    <a:pt x="529" y="10"/>
                  </a:lnTo>
                  <a:lnTo>
                    <a:pt x="534" y="10"/>
                  </a:lnTo>
                  <a:lnTo>
                    <a:pt x="538" y="11"/>
                  </a:lnTo>
                  <a:lnTo>
                    <a:pt x="542" y="10"/>
                  </a:lnTo>
                  <a:lnTo>
                    <a:pt x="547" y="9"/>
                  </a:lnTo>
                  <a:lnTo>
                    <a:pt x="547" y="9"/>
                  </a:lnTo>
                  <a:lnTo>
                    <a:pt x="552" y="7"/>
                  </a:lnTo>
                  <a:lnTo>
                    <a:pt x="559" y="5"/>
                  </a:lnTo>
                  <a:lnTo>
                    <a:pt x="566" y="4"/>
                  </a:lnTo>
                  <a:lnTo>
                    <a:pt x="574" y="2"/>
                  </a:lnTo>
                  <a:lnTo>
                    <a:pt x="582" y="1"/>
                  </a:lnTo>
                  <a:lnTo>
                    <a:pt x="590" y="0"/>
                  </a:lnTo>
                  <a:lnTo>
                    <a:pt x="597" y="0"/>
                  </a:lnTo>
                  <a:lnTo>
                    <a:pt x="603" y="1"/>
                  </a:lnTo>
                  <a:lnTo>
                    <a:pt x="603" y="1"/>
                  </a:lnTo>
                  <a:lnTo>
                    <a:pt x="609" y="2"/>
                  </a:lnTo>
                  <a:lnTo>
                    <a:pt x="616" y="2"/>
                  </a:lnTo>
                  <a:lnTo>
                    <a:pt x="625" y="1"/>
                  </a:lnTo>
                  <a:lnTo>
                    <a:pt x="632" y="1"/>
                  </a:lnTo>
                  <a:lnTo>
                    <a:pt x="639" y="1"/>
                  </a:lnTo>
                  <a:lnTo>
                    <a:pt x="646" y="1"/>
                  </a:lnTo>
                  <a:lnTo>
                    <a:pt x="651" y="1"/>
                  </a:lnTo>
                  <a:lnTo>
                    <a:pt x="654" y="3"/>
                  </a:lnTo>
                  <a:lnTo>
                    <a:pt x="654" y="3"/>
                  </a:lnTo>
                  <a:lnTo>
                    <a:pt x="658" y="9"/>
                  </a:lnTo>
                  <a:lnTo>
                    <a:pt x="663" y="16"/>
                  </a:lnTo>
                  <a:lnTo>
                    <a:pt x="668" y="23"/>
                  </a:lnTo>
                  <a:lnTo>
                    <a:pt x="675" y="28"/>
                  </a:lnTo>
                  <a:lnTo>
                    <a:pt x="675" y="28"/>
                  </a:lnTo>
                  <a:lnTo>
                    <a:pt x="679" y="33"/>
                  </a:lnTo>
                  <a:lnTo>
                    <a:pt x="681" y="38"/>
                  </a:lnTo>
                  <a:lnTo>
                    <a:pt x="686" y="41"/>
                  </a:lnTo>
                  <a:lnTo>
                    <a:pt x="699" y="42"/>
                  </a:lnTo>
                  <a:lnTo>
                    <a:pt x="699" y="42"/>
                  </a:lnTo>
                  <a:lnTo>
                    <a:pt x="703" y="42"/>
                  </a:lnTo>
                  <a:lnTo>
                    <a:pt x="709" y="43"/>
                  </a:lnTo>
                  <a:lnTo>
                    <a:pt x="715" y="44"/>
                  </a:lnTo>
                  <a:lnTo>
                    <a:pt x="723" y="46"/>
                  </a:lnTo>
                  <a:lnTo>
                    <a:pt x="730" y="49"/>
                  </a:lnTo>
                  <a:lnTo>
                    <a:pt x="735" y="51"/>
                  </a:lnTo>
                  <a:lnTo>
                    <a:pt x="740" y="54"/>
                  </a:lnTo>
                  <a:lnTo>
                    <a:pt x="743" y="58"/>
                  </a:lnTo>
                  <a:lnTo>
                    <a:pt x="743" y="58"/>
                  </a:lnTo>
                  <a:lnTo>
                    <a:pt x="747" y="65"/>
                  </a:lnTo>
                  <a:lnTo>
                    <a:pt x="749" y="72"/>
                  </a:lnTo>
                  <a:lnTo>
                    <a:pt x="749" y="77"/>
                  </a:lnTo>
                  <a:lnTo>
                    <a:pt x="743" y="79"/>
                  </a:lnTo>
                  <a:lnTo>
                    <a:pt x="743" y="79"/>
                  </a:lnTo>
                  <a:lnTo>
                    <a:pt x="742" y="81"/>
                  </a:lnTo>
                  <a:lnTo>
                    <a:pt x="742" y="87"/>
                  </a:lnTo>
                  <a:lnTo>
                    <a:pt x="743" y="94"/>
                  </a:lnTo>
                  <a:lnTo>
                    <a:pt x="744" y="101"/>
                  </a:lnTo>
                  <a:lnTo>
                    <a:pt x="746" y="109"/>
                  </a:lnTo>
                  <a:lnTo>
                    <a:pt x="748" y="116"/>
                  </a:lnTo>
                  <a:lnTo>
                    <a:pt x="751" y="121"/>
                  </a:lnTo>
                  <a:lnTo>
                    <a:pt x="754" y="123"/>
                  </a:lnTo>
                  <a:lnTo>
                    <a:pt x="754" y="123"/>
                  </a:lnTo>
                  <a:lnTo>
                    <a:pt x="757" y="126"/>
                  </a:lnTo>
                  <a:lnTo>
                    <a:pt x="758" y="132"/>
                  </a:lnTo>
                  <a:lnTo>
                    <a:pt x="759" y="141"/>
                  </a:lnTo>
                  <a:lnTo>
                    <a:pt x="761" y="148"/>
                  </a:lnTo>
                  <a:lnTo>
                    <a:pt x="761" y="148"/>
                  </a:lnTo>
                  <a:lnTo>
                    <a:pt x="759" y="154"/>
                  </a:lnTo>
                  <a:lnTo>
                    <a:pt x="751" y="162"/>
                  </a:lnTo>
                  <a:lnTo>
                    <a:pt x="744" y="170"/>
                  </a:lnTo>
                  <a:lnTo>
                    <a:pt x="740" y="174"/>
                  </a:lnTo>
                  <a:lnTo>
                    <a:pt x="740" y="174"/>
                  </a:lnTo>
                  <a:lnTo>
                    <a:pt x="737" y="176"/>
                  </a:lnTo>
                  <a:lnTo>
                    <a:pt x="738" y="180"/>
                  </a:lnTo>
                  <a:lnTo>
                    <a:pt x="740" y="187"/>
                  </a:lnTo>
                  <a:lnTo>
                    <a:pt x="739" y="195"/>
                  </a:lnTo>
                  <a:lnTo>
                    <a:pt x="739" y="195"/>
                  </a:lnTo>
                  <a:lnTo>
                    <a:pt x="733" y="202"/>
                  </a:lnTo>
                  <a:lnTo>
                    <a:pt x="726" y="209"/>
                  </a:lnTo>
                  <a:lnTo>
                    <a:pt x="720" y="216"/>
                  </a:lnTo>
                  <a:lnTo>
                    <a:pt x="714" y="223"/>
                  </a:lnTo>
                  <a:lnTo>
                    <a:pt x="714" y="223"/>
                  </a:lnTo>
                  <a:lnTo>
                    <a:pt x="712" y="226"/>
                  </a:lnTo>
                  <a:lnTo>
                    <a:pt x="710" y="229"/>
                  </a:lnTo>
                  <a:lnTo>
                    <a:pt x="708" y="231"/>
                  </a:lnTo>
                  <a:lnTo>
                    <a:pt x="706" y="234"/>
                  </a:lnTo>
                  <a:lnTo>
                    <a:pt x="704" y="238"/>
                  </a:lnTo>
                  <a:lnTo>
                    <a:pt x="703" y="242"/>
                  </a:lnTo>
                  <a:lnTo>
                    <a:pt x="702" y="248"/>
                  </a:lnTo>
                  <a:lnTo>
                    <a:pt x="701" y="256"/>
                  </a:lnTo>
                  <a:lnTo>
                    <a:pt x="701" y="256"/>
                  </a:lnTo>
                  <a:lnTo>
                    <a:pt x="698" y="268"/>
                  </a:lnTo>
                  <a:lnTo>
                    <a:pt x="692" y="272"/>
                  </a:lnTo>
                  <a:lnTo>
                    <a:pt x="685" y="272"/>
                  </a:lnTo>
                  <a:lnTo>
                    <a:pt x="682" y="271"/>
                  </a:lnTo>
                  <a:lnTo>
                    <a:pt x="682" y="271"/>
                  </a:lnTo>
                  <a:lnTo>
                    <a:pt x="682" y="273"/>
                  </a:lnTo>
                  <a:lnTo>
                    <a:pt x="682" y="278"/>
                  </a:lnTo>
                  <a:lnTo>
                    <a:pt x="682" y="284"/>
                  </a:lnTo>
                  <a:lnTo>
                    <a:pt x="679" y="290"/>
                  </a:lnTo>
                  <a:lnTo>
                    <a:pt x="679" y="290"/>
                  </a:lnTo>
                  <a:lnTo>
                    <a:pt x="675" y="294"/>
                  </a:lnTo>
                  <a:lnTo>
                    <a:pt x="670" y="298"/>
                  </a:lnTo>
                  <a:lnTo>
                    <a:pt x="664" y="301"/>
                  </a:lnTo>
                  <a:lnTo>
                    <a:pt x="659" y="303"/>
                  </a:lnTo>
                  <a:lnTo>
                    <a:pt x="659" y="303"/>
                  </a:lnTo>
                  <a:lnTo>
                    <a:pt x="653" y="304"/>
                  </a:lnTo>
                  <a:lnTo>
                    <a:pt x="645" y="307"/>
                  </a:lnTo>
                  <a:lnTo>
                    <a:pt x="635" y="309"/>
                  </a:lnTo>
                  <a:lnTo>
                    <a:pt x="625" y="312"/>
                  </a:lnTo>
                  <a:lnTo>
                    <a:pt x="613" y="314"/>
                  </a:lnTo>
                  <a:lnTo>
                    <a:pt x="604" y="316"/>
                  </a:lnTo>
                  <a:lnTo>
                    <a:pt x="596" y="315"/>
                  </a:lnTo>
                  <a:lnTo>
                    <a:pt x="591" y="313"/>
                  </a:lnTo>
                  <a:lnTo>
                    <a:pt x="591" y="313"/>
                  </a:lnTo>
                  <a:lnTo>
                    <a:pt x="588" y="312"/>
                  </a:lnTo>
                  <a:lnTo>
                    <a:pt x="590" y="318"/>
                  </a:lnTo>
                  <a:lnTo>
                    <a:pt x="591" y="326"/>
                  </a:lnTo>
                  <a:lnTo>
                    <a:pt x="587" y="331"/>
                  </a:lnTo>
                  <a:lnTo>
                    <a:pt x="587" y="331"/>
                  </a:lnTo>
                  <a:lnTo>
                    <a:pt x="580" y="330"/>
                  </a:lnTo>
                  <a:lnTo>
                    <a:pt x="576" y="329"/>
                  </a:lnTo>
                  <a:lnTo>
                    <a:pt x="571" y="329"/>
                  </a:lnTo>
                  <a:lnTo>
                    <a:pt x="563" y="333"/>
                  </a:lnTo>
                  <a:lnTo>
                    <a:pt x="563" y="333"/>
                  </a:lnTo>
                  <a:lnTo>
                    <a:pt x="556" y="338"/>
                  </a:lnTo>
                  <a:lnTo>
                    <a:pt x="550" y="338"/>
                  </a:lnTo>
                  <a:lnTo>
                    <a:pt x="543" y="338"/>
                  </a:lnTo>
                  <a:lnTo>
                    <a:pt x="534" y="341"/>
                  </a:lnTo>
                  <a:lnTo>
                    <a:pt x="534" y="341"/>
                  </a:lnTo>
                  <a:lnTo>
                    <a:pt x="528" y="344"/>
                  </a:lnTo>
                  <a:lnTo>
                    <a:pt x="522" y="346"/>
                  </a:lnTo>
                  <a:lnTo>
                    <a:pt x="515" y="346"/>
                  </a:lnTo>
                  <a:lnTo>
                    <a:pt x="510" y="346"/>
                  </a:lnTo>
                  <a:lnTo>
                    <a:pt x="506" y="345"/>
                  </a:lnTo>
                  <a:lnTo>
                    <a:pt x="502" y="344"/>
                  </a:lnTo>
                  <a:lnTo>
                    <a:pt x="500" y="343"/>
                  </a:lnTo>
                  <a:lnTo>
                    <a:pt x="499" y="341"/>
                  </a:lnTo>
                  <a:lnTo>
                    <a:pt x="499" y="341"/>
                  </a:lnTo>
                  <a:lnTo>
                    <a:pt x="496" y="340"/>
                  </a:lnTo>
                  <a:lnTo>
                    <a:pt x="488" y="341"/>
                  </a:lnTo>
                  <a:lnTo>
                    <a:pt x="480" y="344"/>
                  </a:lnTo>
                  <a:lnTo>
                    <a:pt x="474" y="350"/>
                  </a:lnTo>
                  <a:lnTo>
                    <a:pt x="474" y="350"/>
                  </a:lnTo>
                  <a:lnTo>
                    <a:pt x="469" y="355"/>
                  </a:lnTo>
                  <a:lnTo>
                    <a:pt x="463" y="359"/>
                  </a:lnTo>
                  <a:lnTo>
                    <a:pt x="457" y="363"/>
                  </a:lnTo>
                  <a:lnTo>
                    <a:pt x="453" y="367"/>
                  </a:lnTo>
                  <a:lnTo>
                    <a:pt x="453" y="367"/>
                  </a:lnTo>
                  <a:lnTo>
                    <a:pt x="448" y="372"/>
                  </a:lnTo>
                  <a:lnTo>
                    <a:pt x="439" y="374"/>
                  </a:lnTo>
                  <a:lnTo>
                    <a:pt x="431" y="375"/>
                  </a:lnTo>
                  <a:lnTo>
                    <a:pt x="427" y="373"/>
                  </a:lnTo>
                  <a:lnTo>
                    <a:pt x="427" y="373"/>
                  </a:lnTo>
                  <a:lnTo>
                    <a:pt x="424" y="369"/>
                  </a:lnTo>
                  <a:lnTo>
                    <a:pt x="418" y="366"/>
                  </a:lnTo>
                  <a:lnTo>
                    <a:pt x="412" y="363"/>
                  </a:lnTo>
                  <a:lnTo>
                    <a:pt x="408" y="363"/>
                  </a:lnTo>
                  <a:lnTo>
                    <a:pt x="408" y="363"/>
                  </a:lnTo>
                  <a:lnTo>
                    <a:pt x="406" y="364"/>
                  </a:lnTo>
                  <a:lnTo>
                    <a:pt x="401" y="365"/>
                  </a:lnTo>
                  <a:lnTo>
                    <a:pt x="395" y="367"/>
                  </a:lnTo>
                  <a:lnTo>
                    <a:pt x="389" y="370"/>
                  </a:lnTo>
                  <a:lnTo>
                    <a:pt x="383" y="373"/>
                  </a:lnTo>
                  <a:lnTo>
                    <a:pt x="377" y="375"/>
                  </a:lnTo>
                  <a:lnTo>
                    <a:pt x="373" y="376"/>
                  </a:lnTo>
                  <a:lnTo>
                    <a:pt x="372" y="377"/>
                  </a:lnTo>
                  <a:lnTo>
                    <a:pt x="372" y="377"/>
                  </a:lnTo>
                  <a:lnTo>
                    <a:pt x="367" y="375"/>
                  </a:lnTo>
                  <a:lnTo>
                    <a:pt x="360" y="374"/>
                  </a:lnTo>
                  <a:lnTo>
                    <a:pt x="351" y="376"/>
                  </a:lnTo>
                  <a:lnTo>
                    <a:pt x="344" y="380"/>
                  </a:lnTo>
                  <a:lnTo>
                    <a:pt x="344" y="380"/>
                  </a:lnTo>
                  <a:lnTo>
                    <a:pt x="339" y="381"/>
                  </a:lnTo>
                  <a:lnTo>
                    <a:pt x="334" y="380"/>
                  </a:lnTo>
                  <a:lnTo>
                    <a:pt x="330" y="377"/>
                  </a:lnTo>
                  <a:lnTo>
                    <a:pt x="329" y="376"/>
                  </a:lnTo>
                  <a:lnTo>
                    <a:pt x="329" y="376"/>
                  </a:lnTo>
                  <a:lnTo>
                    <a:pt x="326" y="377"/>
                  </a:lnTo>
                  <a:lnTo>
                    <a:pt x="318" y="379"/>
                  </a:lnTo>
                  <a:lnTo>
                    <a:pt x="310" y="381"/>
                  </a:lnTo>
                  <a:lnTo>
                    <a:pt x="305" y="382"/>
                  </a:lnTo>
                  <a:lnTo>
                    <a:pt x="305" y="382"/>
                  </a:lnTo>
                  <a:lnTo>
                    <a:pt x="299" y="381"/>
                  </a:lnTo>
                  <a:lnTo>
                    <a:pt x="292" y="378"/>
                  </a:lnTo>
                  <a:lnTo>
                    <a:pt x="285" y="374"/>
                  </a:lnTo>
                  <a:lnTo>
                    <a:pt x="278" y="369"/>
                  </a:lnTo>
                  <a:lnTo>
                    <a:pt x="272" y="365"/>
                  </a:lnTo>
                  <a:lnTo>
                    <a:pt x="266" y="363"/>
                  </a:lnTo>
                  <a:lnTo>
                    <a:pt x="262" y="363"/>
                  </a:lnTo>
                  <a:lnTo>
                    <a:pt x="261" y="366"/>
                  </a:lnTo>
                  <a:lnTo>
                    <a:pt x="261" y="366"/>
                  </a:lnTo>
                  <a:lnTo>
                    <a:pt x="259" y="371"/>
                  </a:lnTo>
                  <a:lnTo>
                    <a:pt x="254" y="374"/>
                  </a:lnTo>
                  <a:lnTo>
                    <a:pt x="248" y="376"/>
                  </a:lnTo>
                  <a:lnTo>
                    <a:pt x="241" y="376"/>
                  </a:lnTo>
                  <a:lnTo>
                    <a:pt x="233" y="375"/>
                  </a:lnTo>
                  <a:lnTo>
                    <a:pt x="226" y="375"/>
                  </a:lnTo>
                  <a:lnTo>
                    <a:pt x="219" y="376"/>
                  </a:lnTo>
                  <a:lnTo>
                    <a:pt x="216" y="378"/>
                  </a:lnTo>
                  <a:lnTo>
                    <a:pt x="216" y="378"/>
                  </a:lnTo>
                  <a:lnTo>
                    <a:pt x="210" y="381"/>
                  </a:lnTo>
                  <a:lnTo>
                    <a:pt x="203" y="377"/>
                  </a:lnTo>
                  <a:lnTo>
                    <a:pt x="197" y="372"/>
                  </a:lnTo>
                  <a:lnTo>
                    <a:pt x="195" y="371"/>
                  </a:lnTo>
                  <a:lnTo>
                    <a:pt x="195" y="371"/>
                  </a:lnTo>
                  <a:lnTo>
                    <a:pt x="193" y="371"/>
                  </a:lnTo>
                  <a:lnTo>
                    <a:pt x="189" y="371"/>
                  </a:lnTo>
                  <a:lnTo>
                    <a:pt x="182" y="371"/>
                  </a:lnTo>
                  <a:lnTo>
                    <a:pt x="174" y="371"/>
                  </a:lnTo>
                  <a:lnTo>
                    <a:pt x="165" y="371"/>
                  </a:lnTo>
                  <a:lnTo>
                    <a:pt x="158" y="372"/>
                  </a:lnTo>
                  <a:lnTo>
                    <a:pt x="153" y="373"/>
                  </a:lnTo>
                  <a:lnTo>
                    <a:pt x="150" y="375"/>
                  </a:lnTo>
                  <a:lnTo>
                    <a:pt x="150" y="375"/>
                  </a:lnTo>
                  <a:lnTo>
                    <a:pt x="149" y="378"/>
                  </a:lnTo>
                  <a:lnTo>
                    <a:pt x="147" y="381"/>
                  </a:lnTo>
                  <a:lnTo>
                    <a:pt x="145" y="385"/>
                  </a:lnTo>
                  <a:lnTo>
                    <a:pt x="144" y="389"/>
                  </a:lnTo>
                  <a:lnTo>
                    <a:pt x="142" y="393"/>
                  </a:lnTo>
                  <a:lnTo>
                    <a:pt x="140" y="397"/>
                  </a:lnTo>
                  <a:lnTo>
                    <a:pt x="138" y="401"/>
                  </a:lnTo>
                  <a:lnTo>
                    <a:pt x="137" y="406"/>
                  </a:lnTo>
                  <a:lnTo>
                    <a:pt x="137" y="406"/>
                  </a:lnTo>
                  <a:lnTo>
                    <a:pt x="133" y="407"/>
                  </a:lnTo>
                  <a:lnTo>
                    <a:pt x="125" y="409"/>
                  </a:lnTo>
                  <a:lnTo>
                    <a:pt x="116" y="411"/>
                  </a:lnTo>
                  <a:lnTo>
                    <a:pt x="112" y="412"/>
                  </a:lnTo>
                  <a:lnTo>
                    <a:pt x="112" y="412"/>
                  </a:lnTo>
                  <a:lnTo>
                    <a:pt x="108" y="411"/>
                  </a:lnTo>
                  <a:lnTo>
                    <a:pt x="105" y="409"/>
                  </a:lnTo>
                  <a:lnTo>
                    <a:pt x="101" y="406"/>
                  </a:lnTo>
                  <a:lnTo>
                    <a:pt x="96" y="402"/>
                  </a:lnTo>
                  <a:lnTo>
                    <a:pt x="96" y="402"/>
                  </a:lnTo>
                  <a:lnTo>
                    <a:pt x="93" y="399"/>
                  </a:lnTo>
                  <a:lnTo>
                    <a:pt x="94" y="397"/>
                  </a:lnTo>
                  <a:lnTo>
                    <a:pt x="92" y="393"/>
                  </a:lnTo>
                  <a:lnTo>
                    <a:pt x="85" y="383"/>
                  </a:lnTo>
                  <a:lnTo>
                    <a:pt x="85" y="383"/>
                  </a:lnTo>
                  <a:lnTo>
                    <a:pt x="80" y="378"/>
                  </a:lnTo>
                  <a:lnTo>
                    <a:pt x="76" y="375"/>
                  </a:lnTo>
                  <a:lnTo>
                    <a:pt x="73" y="374"/>
                  </a:lnTo>
                  <a:lnTo>
                    <a:pt x="70" y="373"/>
                  </a:lnTo>
                  <a:lnTo>
                    <a:pt x="66" y="372"/>
                  </a:lnTo>
                  <a:lnTo>
                    <a:pt x="62" y="371"/>
                  </a:lnTo>
                  <a:lnTo>
                    <a:pt x="57" y="370"/>
                  </a:lnTo>
                  <a:lnTo>
                    <a:pt x="49" y="367"/>
                  </a:lnTo>
                  <a:lnTo>
                    <a:pt x="49" y="367"/>
                  </a:lnTo>
                  <a:lnTo>
                    <a:pt x="36" y="359"/>
                  </a:lnTo>
                  <a:lnTo>
                    <a:pt x="29" y="351"/>
                  </a:lnTo>
                  <a:lnTo>
                    <a:pt x="27" y="343"/>
                  </a:lnTo>
                  <a:lnTo>
                    <a:pt x="24" y="338"/>
                  </a:lnTo>
                  <a:lnTo>
                    <a:pt x="24" y="338"/>
                  </a:lnTo>
                  <a:lnTo>
                    <a:pt x="20" y="334"/>
                  </a:lnTo>
                  <a:lnTo>
                    <a:pt x="16" y="330"/>
                  </a:lnTo>
                  <a:lnTo>
                    <a:pt x="11" y="326"/>
                  </a:lnTo>
                  <a:lnTo>
                    <a:pt x="6" y="320"/>
                  </a:lnTo>
                  <a:lnTo>
                    <a:pt x="2" y="315"/>
                  </a:lnTo>
                  <a:lnTo>
                    <a:pt x="0" y="311"/>
                  </a:lnTo>
                  <a:lnTo>
                    <a:pt x="0" y="307"/>
                  </a:lnTo>
                  <a:lnTo>
                    <a:pt x="3" y="304"/>
                  </a:lnTo>
                  <a:lnTo>
                    <a:pt x="3" y="304"/>
                  </a:lnTo>
                  <a:lnTo>
                    <a:pt x="4" y="302"/>
                  </a:lnTo>
                  <a:lnTo>
                    <a:pt x="6" y="297"/>
                  </a:lnTo>
                  <a:lnTo>
                    <a:pt x="8" y="291"/>
                  </a:lnTo>
                  <a:lnTo>
                    <a:pt x="9" y="282"/>
                  </a:lnTo>
                  <a:lnTo>
                    <a:pt x="11" y="275"/>
                  </a:lnTo>
                  <a:lnTo>
                    <a:pt x="12" y="268"/>
                  </a:lnTo>
                  <a:lnTo>
                    <a:pt x="12" y="264"/>
                  </a:lnTo>
                  <a:lnTo>
                    <a:pt x="12" y="262"/>
                  </a:lnTo>
                  <a:lnTo>
                    <a:pt x="12" y="262"/>
                  </a:lnTo>
                  <a:lnTo>
                    <a:pt x="10" y="258"/>
                  </a:lnTo>
                  <a:lnTo>
                    <a:pt x="11" y="249"/>
                  </a:lnTo>
                  <a:lnTo>
                    <a:pt x="14" y="240"/>
                  </a:lnTo>
                  <a:lnTo>
                    <a:pt x="19" y="235"/>
                  </a:lnTo>
                  <a:lnTo>
                    <a:pt x="19" y="235"/>
                  </a:lnTo>
                  <a:lnTo>
                    <a:pt x="25" y="233"/>
                  </a:lnTo>
                  <a:lnTo>
                    <a:pt x="31" y="228"/>
                  </a:lnTo>
                  <a:lnTo>
                    <a:pt x="36" y="221"/>
                  </a:lnTo>
                  <a:lnTo>
                    <a:pt x="42" y="213"/>
                  </a:lnTo>
                  <a:lnTo>
                    <a:pt x="48" y="206"/>
                  </a:lnTo>
                  <a:lnTo>
                    <a:pt x="55" y="199"/>
                  </a:lnTo>
                  <a:lnTo>
                    <a:pt x="63" y="195"/>
                  </a:lnTo>
                  <a:lnTo>
                    <a:pt x="73" y="194"/>
                  </a:lnTo>
                </a:path>
              </a:pathLst>
            </a:custGeom>
            <a:noFill/>
            <a:ln w="0">
              <a:solidFill>
                <a:srgbClr val="000000"/>
              </a:solidFill>
            </a:ln>
          </p:spPr>
          <p:style>
            <a:lnRef idx="0"/>
            <a:fillRef idx="0"/>
            <a:effectRef idx="0"/>
            <a:fontRef idx="minor"/>
          </p:style>
          <p:txBody>
            <a:bodyPr lIns="90000" rIns="90000" tIns="19800" bIns="19800" anchor="t">
              <a:noAutofit/>
            </a:bodyPr>
            <a:p>
              <a:endParaRPr b="0" lang="en-US" sz="2400" spc="-1" strike="noStrike">
                <a:solidFill>
                  <a:srgbClr val="000000"/>
                </a:solidFill>
                <a:latin typeface="Times New Roman"/>
              </a:endParaRPr>
            </a:p>
          </p:txBody>
        </p:sp>
        <p:sp>
          <p:nvSpPr>
            <p:cNvPr id="9083" name=""/>
            <p:cNvSpPr/>
            <p:nvPr/>
          </p:nvSpPr>
          <p:spPr>
            <a:xfrm>
              <a:off x="690120" y="4160160"/>
              <a:ext cx="4680" cy="6840"/>
            </a:xfrm>
            <a:custGeom>
              <a:avLst/>
              <a:gdLst/>
              <a:ahLst/>
              <a:rect l="l" t="t" r="r" b="b"/>
              <a:pathLst>
                <a:path w="29" h="42">
                  <a:moveTo>
                    <a:pt x="9" y="4"/>
                  </a:moveTo>
                  <a:lnTo>
                    <a:pt x="10" y="6"/>
                  </a:lnTo>
                  <a:lnTo>
                    <a:pt x="11" y="11"/>
                  </a:lnTo>
                  <a:lnTo>
                    <a:pt x="11" y="16"/>
                  </a:lnTo>
                  <a:lnTo>
                    <a:pt x="7" y="18"/>
                  </a:lnTo>
                  <a:lnTo>
                    <a:pt x="2" y="19"/>
                  </a:lnTo>
                  <a:lnTo>
                    <a:pt x="0" y="20"/>
                  </a:lnTo>
                  <a:lnTo>
                    <a:pt x="0" y="23"/>
                  </a:lnTo>
                  <a:lnTo>
                    <a:pt x="1" y="28"/>
                  </a:lnTo>
                  <a:lnTo>
                    <a:pt x="1" y="32"/>
                  </a:lnTo>
                  <a:lnTo>
                    <a:pt x="0" y="36"/>
                  </a:lnTo>
                  <a:lnTo>
                    <a:pt x="0" y="39"/>
                  </a:lnTo>
                  <a:lnTo>
                    <a:pt x="4" y="42"/>
                  </a:lnTo>
                  <a:lnTo>
                    <a:pt x="10" y="42"/>
                  </a:lnTo>
                  <a:lnTo>
                    <a:pt x="15" y="42"/>
                  </a:lnTo>
                  <a:lnTo>
                    <a:pt x="19" y="41"/>
                  </a:lnTo>
                  <a:lnTo>
                    <a:pt x="23" y="41"/>
                  </a:lnTo>
                  <a:lnTo>
                    <a:pt x="26" y="38"/>
                  </a:lnTo>
                  <a:lnTo>
                    <a:pt x="28" y="31"/>
                  </a:lnTo>
                  <a:lnTo>
                    <a:pt x="29" y="23"/>
                  </a:lnTo>
                  <a:lnTo>
                    <a:pt x="28" y="17"/>
                  </a:lnTo>
                  <a:lnTo>
                    <a:pt x="26" y="10"/>
                  </a:lnTo>
                  <a:lnTo>
                    <a:pt x="23" y="4"/>
                  </a:lnTo>
                  <a:lnTo>
                    <a:pt x="18" y="0"/>
                  </a:lnTo>
                  <a:lnTo>
                    <a:pt x="9" y="4"/>
                  </a:lnTo>
                  <a:close/>
                </a:path>
              </a:pathLst>
            </a:custGeom>
            <a:solidFill>
              <a:srgbClr val="9999ff"/>
            </a:solidFill>
            <a:ln w="0">
              <a:no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sp>
          <p:nvSpPr>
            <p:cNvPr id="9084" name=""/>
            <p:cNvSpPr/>
            <p:nvPr/>
          </p:nvSpPr>
          <p:spPr>
            <a:xfrm>
              <a:off x="690120" y="4160160"/>
              <a:ext cx="4680" cy="6840"/>
            </a:xfrm>
            <a:custGeom>
              <a:avLst/>
              <a:gdLst/>
              <a:ahLst/>
              <a:rect l="l" t="t" r="r" b="b"/>
              <a:pathLst>
                <a:path w="29" h="42">
                  <a:moveTo>
                    <a:pt x="9" y="4"/>
                  </a:moveTo>
                  <a:lnTo>
                    <a:pt x="9" y="4"/>
                  </a:lnTo>
                  <a:lnTo>
                    <a:pt x="10" y="6"/>
                  </a:lnTo>
                  <a:lnTo>
                    <a:pt x="11" y="11"/>
                  </a:lnTo>
                  <a:lnTo>
                    <a:pt x="11" y="16"/>
                  </a:lnTo>
                  <a:lnTo>
                    <a:pt x="7" y="18"/>
                  </a:lnTo>
                  <a:lnTo>
                    <a:pt x="7" y="18"/>
                  </a:lnTo>
                  <a:lnTo>
                    <a:pt x="2" y="19"/>
                  </a:lnTo>
                  <a:lnTo>
                    <a:pt x="0" y="20"/>
                  </a:lnTo>
                  <a:lnTo>
                    <a:pt x="0" y="23"/>
                  </a:lnTo>
                  <a:lnTo>
                    <a:pt x="1" y="28"/>
                  </a:lnTo>
                  <a:lnTo>
                    <a:pt x="1" y="28"/>
                  </a:lnTo>
                  <a:lnTo>
                    <a:pt x="1" y="32"/>
                  </a:lnTo>
                  <a:lnTo>
                    <a:pt x="0" y="36"/>
                  </a:lnTo>
                  <a:lnTo>
                    <a:pt x="0" y="39"/>
                  </a:lnTo>
                  <a:lnTo>
                    <a:pt x="4" y="42"/>
                  </a:lnTo>
                  <a:lnTo>
                    <a:pt x="4" y="42"/>
                  </a:lnTo>
                  <a:lnTo>
                    <a:pt x="10" y="42"/>
                  </a:lnTo>
                  <a:lnTo>
                    <a:pt x="15" y="42"/>
                  </a:lnTo>
                  <a:lnTo>
                    <a:pt x="19" y="41"/>
                  </a:lnTo>
                  <a:lnTo>
                    <a:pt x="23" y="41"/>
                  </a:lnTo>
                  <a:lnTo>
                    <a:pt x="23" y="41"/>
                  </a:lnTo>
                  <a:lnTo>
                    <a:pt x="26" y="38"/>
                  </a:lnTo>
                  <a:lnTo>
                    <a:pt x="28" y="31"/>
                  </a:lnTo>
                  <a:lnTo>
                    <a:pt x="29" y="23"/>
                  </a:lnTo>
                  <a:lnTo>
                    <a:pt x="28" y="17"/>
                  </a:lnTo>
                  <a:lnTo>
                    <a:pt x="28" y="17"/>
                  </a:lnTo>
                  <a:lnTo>
                    <a:pt x="26" y="10"/>
                  </a:lnTo>
                  <a:lnTo>
                    <a:pt x="23" y="4"/>
                  </a:lnTo>
                  <a:lnTo>
                    <a:pt x="18" y="0"/>
                  </a:lnTo>
                  <a:lnTo>
                    <a:pt x="9" y="4"/>
                  </a:lnTo>
                </a:path>
              </a:pathLst>
            </a:custGeom>
            <a:noFill/>
            <a:ln w="0">
              <a:solidFill>
                <a:srgbClr val="000000"/>
              </a:solidFill>
            </a:ln>
          </p:spPr>
          <p:style>
            <a:lnRef idx="0"/>
            <a:fillRef idx="0"/>
            <a:effectRef idx="0"/>
            <a:fontRef idx="minor"/>
          </p:style>
          <p:txBody>
            <a:bodyPr lIns="90000" rIns="90000" tIns="-39960" bIns="-39960" anchor="t">
              <a:noAutofit/>
            </a:bodyPr>
            <a:p>
              <a:endParaRPr b="0" lang="en-US" sz="2400" spc="-1" strike="noStrike">
                <a:solidFill>
                  <a:srgbClr val="000000"/>
                </a:solidFill>
                <a:latin typeface="Times New Roman"/>
              </a:endParaRPr>
            </a:p>
          </p:txBody>
        </p:sp>
      </p:grpSp>
      <p:grpSp>
        <p:nvGrpSpPr>
          <p:cNvPr id="9085" name=""/>
          <p:cNvGrpSpPr/>
          <p:nvPr/>
        </p:nvGrpSpPr>
        <p:grpSpPr>
          <a:xfrm>
            <a:off x="272880" y="4334040"/>
            <a:ext cx="1011240" cy="1610640"/>
            <a:chOff x="272880" y="4334040"/>
            <a:chExt cx="1011240" cy="1610640"/>
          </a:xfrm>
        </p:grpSpPr>
        <p:sp>
          <p:nvSpPr>
            <p:cNvPr id="9086" name=""/>
            <p:cNvSpPr/>
            <p:nvPr/>
          </p:nvSpPr>
          <p:spPr>
            <a:xfrm>
              <a:off x="272880" y="4334040"/>
              <a:ext cx="1011240" cy="889200"/>
            </a:xfrm>
            <a:custGeom>
              <a:avLst/>
              <a:gdLst/>
              <a:ahLst/>
              <a:rect l="l" t="t" r="r" b="b"/>
              <a:pathLst>
                <a:path w="8194" h="9541">
                  <a:moveTo>
                    <a:pt x="6531" y="973"/>
                  </a:moveTo>
                  <a:lnTo>
                    <a:pt x="6548" y="991"/>
                  </a:lnTo>
                  <a:lnTo>
                    <a:pt x="6617" y="980"/>
                  </a:lnTo>
                  <a:lnTo>
                    <a:pt x="6663" y="1032"/>
                  </a:lnTo>
                  <a:lnTo>
                    <a:pt x="6691" y="1083"/>
                  </a:lnTo>
                  <a:lnTo>
                    <a:pt x="6715" y="1112"/>
                  </a:lnTo>
                  <a:lnTo>
                    <a:pt x="6743" y="1112"/>
                  </a:lnTo>
                  <a:lnTo>
                    <a:pt x="6767" y="1014"/>
                  </a:lnTo>
                  <a:lnTo>
                    <a:pt x="6819" y="911"/>
                  </a:lnTo>
                  <a:lnTo>
                    <a:pt x="6893" y="956"/>
                  </a:lnTo>
                  <a:lnTo>
                    <a:pt x="6933" y="951"/>
                  </a:lnTo>
                  <a:lnTo>
                    <a:pt x="6911" y="859"/>
                  </a:lnTo>
                  <a:lnTo>
                    <a:pt x="6956" y="634"/>
                  </a:lnTo>
                  <a:lnTo>
                    <a:pt x="6962" y="491"/>
                  </a:lnTo>
                  <a:lnTo>
                    <a:pt x="6985" y="329"/>
                  </a:lnTo>
                  <a:lnTo>
                    <a:pt x="7059" y="110"/>
                  </a:lnTo>
                  <a:lnTo>
                    <a:pt x="7106" y="41"/>
                  </a:lnTo>
                  <a:lnTo>
                    <a:pt x="7187" y="7"/>
                  </a:lnTo>
                  <a:lnTo>
                    <a:pt x="7308" y="0"/>
                  </a:lnTo>
                  <a:lnTo>
                    <a:pt x="7480" y="52"/>
                  </a:lnTo>
                  <a:lnTo>
                    <a:pt x="7439" y="121"/>
                  </a:lnTo>
                  <a:lnTo>
                    <a:pt x="7469" y="145"/>
                  </a:lnTo>
                  <a:lnTo>
                    <a:pt x="7578" y="180"/>
                  </a:lnTo>
                  <a:lnTo>
                    <a:pt x="7601" y="249"/>
                  </a:lnTo>
                  <a:lnTo>
                    <a:pt x="7612" y="370"/>
                  </a:lnTo>
                  <a:lnTo>
                    <a:pt x="7664" y="461"/>
                  </a:lnTo>
                  <a:lnTo>
                    <a:pt x="7728" y="553"/>
                  </a:lnTo>
                  <a:lnTo>
                    <a:pt x="7785" y="640"/>
                  </a:lnTo>
                  <a:lnTo>
                    <a:pt x="7871" y="657"/>
                  </a:lnTo>
                  <a:lnTo>
                    <a:pt x="7969" y="669"/>
                  </a:lnTo>
                  <a:lnTo>
                    <a:pt x="8038" y="795"/>
                  </a:lnTo>
                  <a:lnTo>
                    <a:pt x="8118" y="911"/>
                  </a:lnTo>
                  <a:lnTo>
                    <a:pt x="8182" y="1032"/>
                  </a:lnTo>
                  <a:lnTo>
                    <a:pt x="8194" y="1227"/>
                  </a:lnTo>
                  <a:lnTo>
                    <a:pt x="7975" y="1146"/>
                  </a:lnTo>
                  <a:lnTo>
                    <a:pt x="7819" y="1204"/>
                  </a:lnTo>
                  <a:lnTo>
                    <a:pt x="7785" y="1360"/>
                  </a:lnTo>
                  <a:lnTo>
                    <a:pt x="7589" y="1590"/>
                  </a:lnTo>
                  <a:lnTo>
                    <a:pt x="7439" y="1872"/>
                  </a:lnTo>
                  <a:lnTo>
                    <a:pt x="7330" y="1929"/>
                  </a:lnTo>
                  <a:lnTo>
                    <a:pt x="7187" y="2050"/>
                  </a:lnTo>
                  <a:lnTo>
                    <a:pt x="7106" y="2275"/>
                  </a:lnTo>
                  <a:lnTo>
                    <a:pt x="7071" y="2321"/>
                  </a:lnTo>
                  <a:lnTo>
                    <a:pt x="6956" y="2482"/>
                  </a:lnTo>
                  <a:lnTo>
                    <a:pt x="6945" y="2649"/>
                  </a:lnTo>
                  <a:lnTo>
                    <a:pt x="7031" y="2719"/>
                  </a:lnTo>
                  <a:lnTo>
                    <a:pt x="7106" y="2816"/>
                  </a:lnTo>
                  <a:lnTo>
                    <a:pt x="7192" y="3260"/>
                  </a:lnTo>
                  <a:lnTo>
                    <a:pt x="7135" y="3702"/>
                  </a:lnTo>
                  <a:lnTo>
                    <a:pt x="7089" y="3772"/>
                  </a:lnTo>
                  <a:lnTo>
                    <a:pt x="7002" y="3818"/>
                  </a:lnTo>
                  <a:lnTo>
                    <a:pt x="6904" y="3853"/>
                  </a:lnTo>
                  <a:lnTo>
                    <a:pt x="6812" y="3904"/>
                  </a:lnTo>
                  <a:lnTo>
                    <a:pt x="6721" y="3985"/>
                  </a:lnTo>
                  <a:lnTo>
                    <a:pt x="6548" y="4031"/>
                  </a:lnTo>
                  <a:lnTo>
                    <a:pt x="6450" y="4100"/>
                  </a:lnTo>
                  <a:lnTo>
                    <a:pt x="6375" y="4198"/>
                  </a:lnTo>
                  <a:lnTo>
                    <a:pt x="6312" y="4313"/>
                  </a:lnTo>
                  <a:lnTo>
                    <a:pt x="6087" y="4566"/>
                  </a:lnTo>
                  <a:lnTo>
                    <a:pt x="5950" y="4687"/>
                  </a:lnTo>
                  <a:lnTo>
                    <a:pt x="5829" y="4757"/>
                  </a:lnTo>
                  <a:lnTo>
                    <a:pt x="5829" y="4831"/>
                  </a:lnTo>
                  <a:lnTo>
                    <a:pt x="5823" y="4923"/>
                  </a:lnTo>
                  <a:lnTo>
                    <a:pt x="5558" y="5119"/>
                  </a:lnTo>
                  <a:lnTo>
                    <a:pt x="5294" y="5258"/>
                  </a:lnTo>
                  <a:lnTo>
                    <a:pt x="4810" y="5372"/>
                  </a:lnTo>
                  <a:lnTo>
                    <a:pt x="4719" y="5430"/>
                  </a:lnTo>
                  <a:lnTo>
                    <a:pt x="4574" y="5655"/>
                  </a:lnTo>
                  <a:lnTo>
                    <a:pt x="4465" y="5752"/>
                  </a:lnTo>
                  <a:lnTo>
                    <a:pt x="4351" y="5781"/>
                  </a:lnTo>
                  <a:lnTo>
                    <a:pt x="4282" y="5833"/>
                  </a:lnTo>
                  <a:lnTo>
                    <a:pt x="4282" y="5948"/>
                  </a:lnTo>
                  <a:lnTo>
                    <a:pt x="4321" y="6069"/>
                  </a:lnTo>
                  <a:lnTo>
                    <a:pt x="4258" y="6150"/>
                  </a:lnTo>
                  <a:lnTo>
                    <a:pt x="4292" y="6501"/>
                  </a:lnTo>
                  <a:lnTo>
                    <a:pt x="4195" y="6535"/>
                  </a:lnTo>
                  <a:lnTo>
                    <a:pt x="4132" y="6432"/>
                  </a:lnTo>
                  <a:lnTo>
                    <a:pt x="4068" y="6432"/>
                  </a:lnTo>
                  <a:lnTo>
                    <a:pt x="4085" y="6466"/>
                  </a:lnTo>
                  <a:lnTo>
                    <a:pt x="4126" y="6553"/>
                  </a:lnTo>
                  <a:lnTo>
                    <a:pt x="4092" y="6685"/>
                  </a:lnTo>
                  <a:lnTo>
                    <a:pt x="4132" y="6846"/>
                  </a:lnTo>
                  <a:lnTo>
                    <a:pt x="4252" y="6910"/>
                  </a:lnTo>
                  <a:lnTo>
                    <a:pt x="4557" y="6950"/>
                  </a:lnTo>
                  <a:lnTo>
                    <a:pt x="5144" y="7515"/>
                  </a:lnTo>
                  <a:lnTo>
                    <a:pt x="5242" y="7548"/>
                  </a:lnTo>
                  <a:lnTo>
                    <a:pt x="5144" y="7831"/>
                  </a:lnTo>
                  <a:lnTo>
                    <a:pt x="5116" y="7929"/>
                  </a:lnTo>
                  <a:lnTo>
                    <a:pt x="5018" y="8032"/>
                  </a:lnTo>
                  <a:lnTo>
                    <a:pt x="4949" y="8084"/>
                  </a:lnTo>
                  <a:lnTo>
                    <a:pt x="4874" y="8119"/>
                  </a:lnTo>
                  <a:lnTo>
                    <a:pt x="4753" y="8142"/>
                  </a:lnTo>
                  <a:lnTo>
                    <a:pt x="4557" y="8182"/>
                  </a:lnTo>
                  <a:lnTo>
                    <a:pt x="4344" y="8200"/>
                  </a:lnTo>
                  <a:lnTo>
                    <a:pt x="4154" y="8269"/>
                  </a:lnTo>
                  <a:lnTo>
                    <a:pt x="4040" y="8321"/>
                  </a:lnTo>
                  <a:lnTo>
                    <a:pt x="3924" y="8407"/>
                  </a:lnTo>
                  <a:lnTo>
                    <a:pt x="3867" y="8447"/>
                  </a:lnTo>
                  <a:lnTo>
                    <a:pt x="3781" y="8585"/>
                  </a:lnTo>
                  <a:lnTo>
                    <a:pt x="3723" y="8625"/>
                  </a:lnTo>
                  <a:lnTo>
                    <a:pt x="3677" y="8654"/>
                  </a:lnTo>
                  <a:lnTo>
                    <a:pt x="3608" y="8741"/>
                  </a:lnTo>
                  <a:lnTo>
                    <a:pt x="3620" y="8832"/>
                  </a:lnTo>
                  <a:lnTo>
                    <a:pt x="3574" y="8879"/>
                  </a:lnTo>
                  <a:lnTo>
                    <a:pt x="3493" y="8960"/>
                  </a:lnTo>
                  <a:lnTo>
                    <a:pt x="3418" y="8943"/>
                  </a:lnTo>
                  <a:lnTo>
                    <a:pt x="3361" y="8977"/>
                  </a:lnTo>
                  <a:lnTo>
                    <a:pt x="3337" y="9064"/>
                  </a:lnTo>
                  <a:lnTo>
                    <a:pt x="3292" y="9144"/>
                  </a:lnTo>
                  <a:lnTo>
                    <a:pt x="3245" y="9213"/>
                  </a:lnTo>
                  <a:lnTo>
                    <a:pt x="3171" y="9259"/>
                  </a:lnTo>
                  <a:lnTo>
                    <a:pt x="2969" y="9236"/>
                  </a:lnTo>
                  <a:lnTo>
                    <a:pt x="2883" y="9178"/>
                  </a:lnTo>
                  <a:lnTo>
                    <a:pt x="2836" y="9092"/>
                  </a:lnTo>
                  <a:lnTo>
                    <a:pt x="2757" y="9190"/>
                  </a:lnTo>
                  <a:lnTo>
                    <a:pt x="2688" y="9225"/>
                  </a:lnTo>
                  <a:lnTo>
                    <a:pt x="2544" y="9276"/>
                  </a:lnTo>
                  <a:lnTo>
                    <a:pt x="2451" y="9368"/>
                  </a:lnTo>
                  <a:lnTo>
                    <a:pt x="2261" y="9190"/>
                  </a:lnTo>
                  <a:lnTo>
                    <a:pt x="2216" y="9254"/>
                  </a:lnTo>
                  <a:lnTo>
                    <a:pt x="1848" y="8953"/>
                  </a:lnTo>
                  <a:lnTo>
                    <a:pt x="1750" y="8953"/>
                  </a:lnTo>
                  <a:lnTo>
                    <a:pt x="1698" y="8971"/>
                  </a:lnTo>
                  <a:lnTo>
                    <a:pt x="1882" y="9126"/>
                  </a:lnTo>
                  <a:lnTo>
                    <a:pt x="1848" y="9173"/>
                  </a:lnTo>
                  <a:lnTo>
                    <a:pt x="1796" y="9207"/>
                  </a:lnTo>
                  <a:lnTo>
                    <a:pt x="1762" y="9213"/>
                  </a:lnTo>
                  <a:lnTo>
                    <a:pt x="1784" y="9287"/>
                  </a:lnTo>
                  <a:lnTo>
                    <a:pt x="1772" y="9328"/>
                  </a:lnTo>
                  <a:lnTo>
                    <a:pt x="1762" y="9356"/>
                  </a:lnTo>
                  <a:lnTo>
                    <a:pt x="1686" y="9403"/>
                  </a:lnTo>
                  <a:lnTo>
                    <a:pt x="1617" y="9477"/>
                  </a:lnTo>
                  <a:lnTo>
                    <a:pt x="1520" y="9541"/>
                  </a:lnTo>
                  <a:lnTo>
                    <a:pt x="1427" y="9536"/>
                  </a:lnTo>
                  <a:lnTo>
                    <a:pt x="1399" y="9489"/>
                  </a:lnTo>
                  <a:lnTo>
                    <a:pt x="1439" y="9408"/>
                  </a:lnTo>
                  <a:lnTo>
                    <a:pt x="1589" y="9328"/>
                  </a:lnTo>
                  <a:lnTo>
                    <a:pt x="1606" y="9236"/>
                  </a:lnTo>
                  <a:lnTo>
                    <a:pt x="1542" y="9173"/>
                  </a:lnTo>
                  <a:lnTo>
                    <a:pt x="1479" y="9173"/>
                  </a:lnTo>
                  <a:lnTo>
                    <a:pt x="1439" y="9219"/>
                  </a:lnTo>
                  <a:lnTo>
                    <a:pt x="1410" y="9270"/>
                  </a:lnTo>
                  <a:lnTo>
                    <a:pt x="1358" y="9304"/>
                  </a:lnTo>
                  <a:lnTo>
                    <a:pt x="1318" y="9299"/>
                  </a:lnTo>
                  <a:lnTo>
                    <a:pt x="1306" y="9207"/>
                  </a:lnTo>
                  <a:lnTo>
                    <a:pt x="1295" y="9190"/>
                  </a:lnTo>
                  <a:lnTo>
                    <a:pt x="1244" y="9294"/>
                  </a:lnTo>
                  <a:lnTo>
                    <a:pt x="1140" y="9311"/>
                  </a:lnTo>
                  <a:lnTo>
                    <a:pt x="1024" y="9254"/>
                  </a:lnTo>
                  <a:lnTo>
                    <a:pt x="893" y="9161"/>
                  </a:lnTo>
                  <a:lnTo>
                    <a:pt x="996" y="9092"/>
                  </a:lnTo>
                  <a:lnTo>
                    <a:pt x="1065" y="9109"/>
                  </a:lnTo>
                  <a:lnTo>
                    <a:pt x="1059" y="9023"/>
                  </a:lnTo>
                  <a:lnTo>
                    <a:pt x="1180" y="9000"/>
                  </a:lnTo>
                  <a:lnTo>
                    <a:pt x="1283" y="8994"/>
                  </a:lnTo>
                  <a:lnTo>
                    <a:pt x="1278" y="8948"/>
                  </a:lnTo>
                  <a:lnTo>
                    <a:pt x="1254" y="8925"/>
                  </a:lnTo>
                  <a:lnTo>
                    <a:pt x="1042" y="8931"/>
                  </a:lnTo>
                  <a:lnTo>
                    <a:pt x="817" y="8874"/>
                  </a:lnTo>
                  <a:lnTo>
                    <a:pt x="765" y="8856"/>
                  </a:lnTo>
                  <a:lnTo>
                    <a:pt x="731" y="8862"/>
                  </a:lnTo>
                  <a:lnTo>
                    <a:pt x="565" y="8913"/>
                  </a:lnTo>
                  <a:lnTo>
                    <a:pt x="501" y="8862"/>
                  </a:lnTo>
                  <a:lnTo>
                    <a:pt x="513" y="8798"/>
                  </a:lnTo>
                  <a:lnTo>
                    <a:pt x="536" y="8763"/>
                  </a:lnTo>
                  <a:lnTo>
                    <a:pt x="570" y="8723"/>
                  </a:lnTo>
                  <a:lnTo>
                    <a:pt x="691" y="8689"/>
                  </a:lnTo>
                  <a:lnTo>
                    <a:pt x="795" y="8677"/>
                  </a:lnTo>
                  <a:lnTo>
                    <a:pt x="800" y="8614"/>
                  </a:lnTo>
                  <a:lnTo>
                    <a:pt x="748" y="8551"/>
                  </a:lnTo>
                  <a:lnTo>
                    <a:pt x="760" y="8430"/>
                  </a:lnTo>
                  <a:lnTo>
                    <a:pt x="910" y="8200"/>
                  </a:lnTo>
                  <a:lnTo>
                    <a:pt x="904" y="8061"/>
                  </a:lnTo>
                  <a:lnTo>
                    <a:pt x="996" y="7980"/>
                  </a:lnTo>
                  <a:lnTo>
                    <a:pt x="1065" y="7940"/>
                  </a:lnTo>
                  <a:lnTo>
                    <a:pt x="1157" y="7900"/>
                  </a:lnTo>
                  <a:lnTo>
                    <a:pt x="1249" y="7825"/>
                  </a:lnTo>
                  <a:lnTo>
                    <a:pt x="1065" y="7641"/>
                  </a:lnTo>
                  <a:lnTo>
                    <a:pt x="1065" y="7572"/>
                  </a:lnTo>
                  <a:lnTo>
                    <a:pt x="1105" y="7520"/>
                  </a:lnTo>
                  <a:lnTo>
                    <a:pt x="1123" y="7463"/>
                  </a:lnTo>
                  <a:lnTo>
                    <a:pt x="1093" y="7417"/>
                  </a:lnTo>
                  <a:lnTo>
                    <a:pt x="1214" y="7249"/>
                  </a:lnTo>
                  <a:lnTo>
                    <a:pt x="1295" y="7054"/>
                  </a:lnTo>
                  <a:lnTo>
                    <a:pt x="1427" y="6772"/>
                  </a:lnTo>
                  <a:lnTo>
                    <a:pt x="1433" y="6645"/>
                  </a:lnTo>
                  <a:lnTo>
                    <a:pt x="1404" y="6645"/>
                  </a:lnTo>
                  <a:lnTo>
                    <a:pt x="1370" y="6604"/>
                  </a:lnTo>
                  <a:lnTo>
                    <a:pt x="1364" y="6461"/>
                  </a:lnTo>
                  <a:lnTo>
                    <a:pt x="1382" y="6409"/>
                  </a:lnTo>
                  <a:lnTo>
                    <a:pt x="1364" y="6323"/>
                  </a:lnTo>
                  <a:lnTo>
                    <a:pt x="1301" y="6317"/>
                  </a:lnTo>
                  <a:lnTo>
                    <a:pt x="1100" y="6259"/>
                  </a:lnTo>
                  <a:lnTo>
                    <a:pt x="708" y="6051"/>
                  </a:lnTo>
                  <a:lnTo>
                    <a:pt x="536" y="6000"/>
                  </a:lnTo>
                  <a:lnTo>
                    <a:pt x="536" y="6144"/>
                  </a:lnTo>
                  <a:lnTo>
                    <a:pt x="484" y="6224"/>
                  </a:lnTo>
                  <a:lnTo>
                    <a:pt x="437" y="6248"/>
                  </a:lnTo>
                  <a:lnTo>
                    <a:pt x="369" y="6202"/>
                  </a:lnTo>
                  <a:lnTo>
                    <a:pt x="404" y="6127"/>
                  </a:lnTo>
                  <a:lnTo>
                    <a:pt x="404" y="6058"/>
                  </a:lnTo>
                  <a:lnTo>
                    <a:pt x="375" y="6051"/>
                  </a:lnTo>
                  <a:lnTo>
                    <a:pt x="311" y="6012"/>
                  </a:lnTo>
                  <a:lnTo>
                    <a:pt x="306" y="5896"/>
                  </a:lnTo>
                  <a:lnTo>
                    <a:pt x="283" y="5833"/>
                  </a:lnTo>
                  <a:lnTo>
                    <a:pt x="202" y="5833"/>
                  </a:lnTo>
                  <a:lnTo>
                    <a:pt x="128" y="5833"/>
                  </a:lnTo>
                  <a:lnTo>
                    <a:pt x="47" y="5821"/>
                  </a:lnTo>
                  <a:lnTo>
                    <a:pt x="0" y="5724"/>
                  </a:lnTo>
                  <a:lnTo>
                    <a:pt x="35" y="5551"/>
                  </a:lnTo>
                  <a:lnTo>
                    <a:pt x="104" y="5407"/>
                  </a:lnTo>
                  <a:lnTo>
                    <a:pt x="207" y="5275"/>
                  </a:lnTo>
                  <a:lnTo>
                    <a:pt x="294" y="5165"/>
                  </a:lnTo>
                  <a:lnTo>
                    <a:pt x="294" y="5125"/>
                  </a:lnTo>
                  <a:lnTo>
                    <a:pt x="242" y="5148"/>
                  </a:lnTo>
                  <a:lnTo>
                    <a:pt x="190" y="5038"/>
                  </a:lnTo>
                  <a:lnTo>
                    <a:pt x="225" y="4992"/>
                  </a:lnTo>
                  <a:lnTo>
                    <a:pt x="387" y="4952"/>
                  </a:lnTo>
                  <a:lnTo>
                    <a:pt x="478" y="4843"/>
                  </a:lnTo>
                  <a:lnTo>
                    <a:pt x="553" y="4710"/>
                  </a:lnTo>
                  <a:lnTo>
                    <a:pt x="668" y="4613"/>
                  </a:lnTo>
                  <a:lnTo>
                    <a:pt x="714" y="4613"/>
                  </a:lnTo>
                  <a:lnTo>
                    <a:pt x="772" y="4670"/>
                  </a:lnTo>
                  <a:lnTo>
                    <a:pt x="795" y="4670"/>
                  </a:lnTo>
                  <a:lnTo>
                    <a:pt x="869" y="4561"/>
                  </a:lnTo>
                  <a:lnTo>
                    <a:pt x="945" y="4463"/>
                  </a:lnTo>
                  <a:lnTo>
                    <a:pt x="1059" y="4394"/>
                  </a:lnTo>
                  <a:lnTo>
                    <a:pt x="1174" y="4365"/>
                  </a:lnTo>
                  <a:lnTo>
                    <a:pt x="1439" y="4261"/>
                  </a:lnTo>
                  <a:lnTo>
                    <a:pt x="1658" y="4100"/>
                  </a:lnTo>
                  <a:lnTo>
                    <a:pt x="2060" y="3835"/>
                  </a:lnTo>
                  <a:lnTo>
                    <a:pt x="2330" y="3611"/>
                  </a:lnTo>
                  <a:lnTo>
                    <a:pt x="2561" y="3340"/>
                  </a:lnTo>
                  <a:lnTo>
                    <a:pt x="2636" y="3173"/>
                  </a:lnTo>
                  <a:lnTo>
                    <a:pt x="2739" y="3035"/>
                  </a:lnTo>
                  <a:lnTo>
                    <a:pt x="2791" y="3081"/>
                  </a:lnTo>
                  <a:lnTo>
                    <a:pt x="2814" y="3081"/>
                  </a:lnTo>
                  <a:lnTo>
                    <a:pt x="2831" y="2995"/>
                  </a:lnTo>
                  <a:lnTo>
                    <a:pt x="2831" y="2914"/>
                  </a:lnTo>
                  <a:lnTo>
                    <a:pt x="2831" y="2741"/>
                  </a:lnTo>
                  <a:lnTo>
                    <a:pt x="2866" y="2603"/>
                  </a:lnTo>
                  <a:lnTo>
                    <a:pt x="2964" y="2477"/>
                  </a:lnTo>
                  <a:lnTo>
                    <a:pt x="3085" y="2378"/>
                  </a:lnTo>
                  <a:lnTo>
                    <a:pt x="3107" y="2408"/>
                  </a:lnTo>
                  <a:lnTo>
                    <a:pt x="3147" y="2425"/>
                  </a:lnTo>
                  <a:lnTo>
                    <a:pt x="3228" y="2418"/>
                  </a:lnTo>
                  <a:lnTo>
                    <a:pt x="3257" y="2309"/>
                  </a:lnTo>
                  <a:lnTo>
                    <a:pt x="3361" y="2229"/>
                  </a:lnTo>
                  <a:lnTo>
                    <a:pt x="3505" y="2332"/>
                  </a:lnTo>
                  <a:lnTo>
                    <a:pt x="3603" y="2482"/>
                  </a:lnTo>
                  <a:lnTo>
                    <a:pt x="3700" y="2632"/>
                  </a:lnTo>
                  <a:lnTo>
                    <a:pt x="3665" y="2667"/>
                  </a:lnTo>
                  <a:lnTo>
                    <a:pt x="3591" y="2712"/>
                  </a:lnTo>
                  <a:lnTo>
                    <a:pt x="3596" y="2741"/>
                  </a:lnTo>
                  <a:lnTo>
                    <a:pt x="3653" y="2747"/>
                  </a:lnTo>
                  <a:lnTo>
                    <a:pt x="3740" y="2747"/>
                  </a:lnTo>
                  <a:lnTo>
                    <a:pt x="3809" y="2764"/>
                  </a:lnTo>
                  <a:lnTo>
                    <a:pt x="3850" y="2828"/>
                  </a:lnTo>
                  <a:lnTo>
                    <a:pt x="3993" y="2805"/>
                  </a:lnTo>
                  <a:lnTo>
                    <a:pt x="4178" y="2793"/>
                  </a:lnTo>
                  <a:lnTo>
                    <a:pt x="4316" y="2891"/>
                  </a:lnTo>
                  <a:lnTo>
                    <a:pt x="4425" y="2880"/>
                  </a:lnTo>
                  <a:lnTo>
                    <a:pt x="4586" y="2885"/>
                  </a:lnTo>
                  <a:lnTo>
                    <a:pt x="4615" y="2833"/>
                  </a:lnTo>
                  <a:lnTo>
                    <a:pt x="4655" y="2793"/>
                  </a:lnTo>
                  <a:lnTo>
                    <a:pt x="4719" y="2793"/>
                  </a:lnTo>
                  <a:lnTo>
                    <a:pt x="4840" y="2891"/>
                  </a:lnTo>
                  <a:lnTo>
                    <a:pt x="4966" y="2885"/>
                  </a:lnTo>
                  <a:lnTo>
                    <a:pt x="5064" y="2805"/>
                  </a:lnTo>
                  <a:lnTo>
                    <a:pt x="5133" y="2678"/>
                  </a:lnTo>
                  <a:lnTo>
                    <a:pt x="5144" y="2539"/>
                  </a:lnTo>
                  <a:lnTo>
                    <a:pt x="5064" y="2448"/>
                  </a:lnTo>
                  <a:lnTo>
                    <a:pt x="4937" y="2356"/>
                  </a:lnTo>
                  <a:lnTo>
                    <a:pt x="4850" y="2195"/>
                  </a:lnTo>
                  <a:lnTo>
                    <a:pt x="4805" y="2033"/>
                  </a:lnTo>
                  <a:lnTo>
                    <a:pt x="4799" y="1936"/>
                  </a:lnTo>
                  <a:lnTo>
                    <a:pt x="4857" y="1837"/>
                  </a:lnTo>
                  <a:lnTo>
                    <a:pt x="4902" y="1895"/>
                  </a:lnTo>
                  <a:lnTo>
                    <a:pt x="4937" y="1889"/>
                  </a:lnTo>
                  <a:lnTo>
                    <a:pt x="4983" y="1849"/>
                  </a:lnTo>
                  <a:lnTo>
                    <a:pt x="5018" y="1815"/>
                  </a:lnTo>
                  <a:lnTo>
                    <a:pt x="5133" y="1785"/>
                  </a:lnTo>
                  <a:lnTo>
                    <a:pt x="5265" y="1780"/>
                  </a:lnTo>
                  <a:lnTo>
                    <a:pt x="5294" y="1785"/>
                  </a:lnTo>
                  <a:lnTo>
                    <a:pt x="5518" y="1803"/>
                  </a:lnTo>
                  <a:lnTo>
                    <a:pt x="5800" y="1728"/>
                  </a:lnTo>
                  <a:lnTo>
                    <a:pt x="5933" y="1734"/>
                  </a:lnTo>
                  <a:lnTo>
                    <a:pt x="5944" y="1665"/>
                  </a:lnTo>
                  <a:lnTo>
                    <a:pt x="6087" y="1514"/>
                  </a:lnTo>
                  <a:lnTo>
                    <a:pt x="6185" y="1504"/>
                  </a:lnTo>
                  <a:lnTo>
                    <a:pt x="6249" y="1457"/>
                  </a:lnTo>
                  <a:lnTo>
                    <a:pt x="6249" y="1348"/>
                  </a:lnTo>
                  <a:lnTo>
                    <a:pt x="6277" y="1233"/>
                  </a:lnTo>
                  <a:lnTo>
                    <a:pt x="6370" y="1101"/>
                  </a:lnTo>
                  <a:lnTo>
                    <a:pt x="6479" y="980"/>
                  </a:lnTo>
                  <a:lnTo>
                    <a:pt x="6531" y="97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87" name=""/>
            <p:cNvSpPr/>
            <p:nvPr/>
          </p:nvSpPr>
          <p:spPr>
            <a:xfrm>
              <a:off x="272880" y="4334040"/>
              <a:ext cx="1011240" cy="889200"/>
            </a:xfrm>
            <a:custGeom>
              <a:avLst/>
              <a:gdLst/>
              <a:ahLst/>
              <a:rect l="l" t="t" r="r" b="b"/>
              <a:pathLst>
                <a:path w="8194" h="9541">
                  <a:moveTo>
                    <a:pt x="6531" y="973"/>
                  </a:moveTo>
                  <a:lnTo>
                    <a:pt x="6548" y="991"/>
                  </a:lnTo>
                  <a:lnTo>
                    <a:pt x="6617" y="980"/>
                  </a:lnTo>
                  <a:lnTo>
                    <a:pt x="6663" y="1032"/>
                  </a:lnTo>
                  <a:lnTo>
                    <a:pt x="6691" y="1083"/>
                  </a:lnTo>
                  <a:lnTo>
                    <a:pt x="6715" y="1112"/>
                  </a:lnTo>
                  <a:lnTo>
                    <a:pt x="6743" y="1112"/>
                  </a:lnTo>
                  <a:lnTo>
                    <a:pt x="6767" y="1014"/>
                  </a:lnTo>
                  <a:lnTo>
                    <a:pt x="6819" y="911"/>
                  </a:lnTo>
                  <a:lnTo>
                    <a:pt x="6893" y="956"/>
                  </a:lnTo>
                  <a:lnTo>
                    <a:pt x="6933" y="951"/>
                  </a:lnTo>
                  <a:lnTo>
                    <a:pt x="6911" y="859"/>
                  </a:lnTo>
                  <a:lnTo>
                    <a:pt x="6956" y="634"/>
                  </a:lnTo>
                  <a:lnTo>
                    <a:pt x="6962" y="491"/>
                  </a:lnTo>
                  <a:lnTo>
                    <a:pt x="6985" y="329"/>
                  </a:lnTo>
                  <a:lnTo>
                    <a:pt x="7059" y="110"/>
                  </a:lnTo>
                  <a:lnTo>
                    <a:pt x="7106" y="41"/>
                  </a:lnTo>
                  <a:lnTo>
                    <a:pt x="7187" y="7"/>
                  </a:lnTo>
                  <a:lnTo>
                    <a:pt x="7308" y="0"/>
                  </a:lnTo>
                  <a:lnTo>
                    <a:pt x="7480" y="52"/>
                  </a:lnTo>
                  <a:lnTo>
                    <a:pt x="7439" y="121"/>
                  </a:lnTo>
                  <a:lnTo>
                    <a:pt x="7469" y="145"/>
                  </a:lnTo>
                  <a:lnTo>
                    <a:pt x="7578" y="180"/>
                  </a:lnTo>
                  <a:lnTo>
                    <a:pt x="7601" y="249"/>
                  </a:lnTo>
                  <a:lnTo>
                    <a:pt x="7612" y="370"/>
                  </a:lnTo>
                  <a:lnTo>
                    <a:pt x="7664" y="461"/>
                  </a:lnTo>
                  <a:lnTo>
                    <a:pt x="7728" y="553"/>
                  </a:lnTo>
                  <a:lnTo>
                    <a:pt x="7785" y="640"/>
                  </a:lnTo>
                  <a:lnTo>
                    <a:pt x="7871" y="657"/>
                  </a:lnTo>
                  <a:lnTo>
                    <a:pt x="7969" y="669"/>
                  </a:lnTo>
                  <a:lnTo>
                    <a:pt x="8038" y="795"/>
                  </a:lnTo>
                  <a:lnTo>
                    <a:pt x="8118" y="911"/>
                  </a:lnTo>
                  <a:lnTo>
                    <a:pt x="8182" y="1032"/>
                  </a:lnTo>
                  <a:lnTo>
                    <a:pt x="8194" y="1227"/>
                  </a:lnTo>
                  <a:lnTo>
                    <a:pt x="7975" y="1146"/>
                  </a:lnTo>
                  <a:lnTo>
                    <a:pt x="7819" y="1204"/>
                  </a:lnTo>
                  <a:lnTo>
                    <a:pt x="7785" y="1360"/>
                  </a:lnTo>
                  <a:lnTo>
                    <a:pt x="7589" y="1590"/>
                  </a:lnTo>
                  <a:lnTo>
                    <a:pt x="7439" y="1872"/>
                  </a:lnTo>
                  <a:lnTo>
                    <a:pt x="7330" y="1929"/>
                  </a:lnTo>
                  <a:lnTo>
                    <a:pt x="7187" y="2050"/>
                  </a:lnTo>
                  <a:lnTo>
                    <a:pt x="7106" y="2275"/>
                  </a:lnTo>
                  <a:lnTo>
                    <a:pt x="7071" y="2321"/>
                  </a:lnTo>
                  <a:lnTo>
                    <a:pt x="6956" y="2482"/>
                  </a:lnTo>
                  <a:lnTo>
                    <a:pt x="6945" y="2649"/>
                  </a:lnTo>
                  <a:lnTo>
                    <a:pt x="7031" y="2719"/>
                  </a:lnTo>
                  <a:lnTo>
                    <a:pt x="7106" y="2816"/>
                  </a:lnTo>
                  <a:lnTo>
                    <a:pt x="7192" y="3260"/>
                  </a:lnTo>
                  <a:lnTo>
                    <a:pt x="7135" y="3702"/>
                  </a:lnTo>
                  <a:lnTo>
                    <a:pt x="7089" y="3772"/>
                  </a:lnTo>
                  <a:lnTo>
                    <a:pt x="7002" y="3818"/>
                  </a:lnTo>
                  <a:lnTo>
                    <a:pt x="6904" y="3853"/>
                  </a:lnTo>
                  <a:lnTo>
                    <a:pt x="6812" y="3904"/>
                  </a:lnTo>
                  <a:lnTo>
                    <a:pt x="6721" y="3985"/>
                  </a:lnTo>
                  <a:lnTo>
                    <a:pt x="6548" y="4031"/>
                  </a:lnTo>
                  <a:lnTo>
                    <a:pt x="6450" y="4100"/>
                  </a:lnTo>
                  <a:lnTo>
                    <a:pt x="6375" y="4198"/>
                  </a:lnTo>
                  <a:lnTo>
                    <a:pt x="6312" y="4313"/>
                  </a:lnTo>
                  <a:lnTo>
                    <a:pt x="6087" y="4566"/>
                  </a:lnTo>
                  <a:lnTo>
                    <a:pt x="5950" y="4687"/>
                  </a:lnTo>
                  <a:lnTo>
                    <a:pt x="5829" y="4757"/>
                  </a:lnTo>
                  <a:lnTo>
                    <a:pt x="5829" y="4831"/>
                  </a:lnTo>
                  <a:lnTo>
                    <a:pt x="5823" y="4923"/>
                  </a:lnTo>
                  <a:lnTo>
                    <a:pt x="5558" y="5119"/>
                  </a:lnTo>
                  <a:lnTo>
                    <a:pt x="5294" y="5258"/>
                  </a:lnTo>
                  <a:lnTo>
                    <a:pt x="4810" y="5372"/>
                  </a:lnTo>
                  <a:lnTo>
                    <a:pt x="4719" y="5430"/>
                  </a:lnTo>
                  <a:lnTo>
                    <a:pt x="4574" y="5655"/>
                  </a:lnTo>
                  <a:lnTo>
                    <a:pt x="4465" y="5752"/>
                  </a:lnTo>
                  <a:lnTo>
                    <a:pt x="4351" y="5781"/>
                  </a:lnTo>
                  <a:lnTo>
                    <a:pt x="4282" y="5833"/>
                  </a:lnTo>
                  <a:lnTo>
                    <a:pt x="4282" y="5948"/>
                  </a:lnTo>
                  <a:lnTo>
                    <a:pt x="4321" y="6069"/>
                  </a:lnTo>
                  <a:lnTo>
                    <a:pt x="4258" y="6150"/>
                  </a:lnTo>
                  <a:lnTo>
                    <a:pt x="4292" y="6501"/>
                  </a:lnTo>
                  <a:lnTo>
                    <a:pt x="4195" y="6535"/>
                  </a:lnTo>
                  <a:lnTo>
                    <a:pt x="4132" y="6432"/>
                  </a:lnTo>
                  <a:lnTo>
                    <a:pt x="4068" y="6432"/>
                  </a:lnTo>
                  <a:lnTo>
                    <a:pt x="4085" y="6466"/>
                  </a:lnTo>
                  <a:lnTo>
                    <a:pt x="4126" y="6553"/>
                  </a:lnTo>
                  <a:lnTo>
                    <a:pt x="4092" y="6685"/>
                  </a:lnTo>
                  <a:lnTo>
                    <a:pt x="4132" y="6846"/>
                  </a:lnTo>
                  <a:lnTo>
                    <a:pt x="4252" y="6910"/>
                  </a:lnTo>
                  <a:lnTo>
                    <a:pt x="4557" y="6950"/>
                  </a:lnTo>
                  <a:lnTo>
                    <a:pt x="5144" y="7515"/>
                  </a:lnTo>
                  <a:lnTo>
                    <a:pt x="5242" y="7548"/>
                  </a:lnTo>
                  <a:lnTo>
                    <a:pt x="5144" y="7831"/>
                  </a:lnTo>
                  <a:lnTo>
                    <a:pt x="5116" y="7929"/>
                  </a:lnTo>
                  <a:lnTo>
                    <a:pt x="5018" y="8032"/>
                  </a:lnTo>
                  <a:lnTo>
                    <a:pt x="4949" y="8084"/>
                  </a:lnTo>
                  <a:lnTo>
                    <a:pt x="4874" y="8119"/>
                  </a:lnTo>
                  <a:lnTo>
                    <a:pt x="4753" y="8142"/>
                  </a:lnTo>
                  <a:lnTo>
                    <a:pt x="4557" y="8182"/>
                  </a:lnTo>
                  <a:lnTo>
                    <a:pt x="4344" y="8200"/>
                  </a:lnTo>
                  <a:lnTo>
                    <a:pt x="4154" y="8269"/>
                  </a:lnTo>
                  <a:lnTo>
                    <a:pt x="4040" y="8321"/>
                  </a:lnTo>
                  <a:lnTo>
                    <a:pt x="3924" y="8407"/>
                  </a:lnTo>
                  <a:lnTo>
                    <a:pt x="3867" y="8447"/>
                  </a:lnTo>
                  <a:lnTo>
                    <a:pt x="3781" y="8585"/>
                  </a:lnTo>
                  <a:lnTo>
                    <a:pt x="3723" y="8625"/>
                  </a:lnTo>
                  <a:lnTo>
                    <a:pt x="3677" y="8654"/>
                  </a:lnTo>
                  <a:lnTo>
                    <a:pt x="3608" y="8741"/>
                  </a:lnTo>
                  <a:lnTo>
                    <a:pt x="3620" y="8832"/>
                  </a:lnTo>
                  <a:lnTo>
                    <a:pt x="3574" y="8879"/>
                  </a:lnTo>
                  <a:lnTo>
                    <a:pt x="3493" y="8960"/>
                  </a:lnTo>
                  <a:lnTo>
                    <a:pt x="3418" y="8943"/>
                  </a:lnTo>
                  <a:lnTo>
                    <a:pt x="3361" y="8977"/>
                  </a:lnTo>
                  <a:lnTo>
                    <a:pt x="3337" y="9064"/>
                  </a:lnTo>
                  <a:lnTo>
                    <a:pt x="3292" y="9144"/>
                  </a:lnTo>
                  <a:lnTo>
                    <a:pt x="3245" y="9213"/>
                  </a:lnTo>
                  <a:lnTo>
                    <a:pt x="3171" y="9259"/>
                  </a:lnTo>
                  <a:lnTo>
                    <a:pt x="2969" y="9236"/>
                  </a:lnTo>
                  <a:lnTo>
                    <a:pt x="2883" y="9178"/>
                  </a:lnTo>
                  <a:lnTo>
                    <a:pt x="2836" y="9092"/>
                  </a:lnTo>
                  <a:lnTo>
                    <a:pt x="2757" y="9190"/>
                  </a:lnTo>
                  <a:lnTo>
                    <a:pt x="2688" y="9225"/>
                  </a:lnTo>
                  <a:lnTo>
                    <a:pt x="2544" y="9276"/>
                  </a:lnTo>
                  <a:lnTo>
                    <a:pt x="2451" y="9368"/>
                  </a:lnTo>
                  <a:lnTo>
                    <a:pt x="2261" y="9190"/>
                  </a:lnTo>
                  <a:lnTo>
                    <a:pt x="2216" y="9254"/>
                  </a:lnTo>
                  <a:lnTo>
                    <a:pt x="1848" y="8953"/>
                  </a:lnTo>
                  <a:lnTo>
                    <a:pt x="1750" y="8953"/>
                  </a:lnTo>
                  <a:lnTo>
                    <a:pt x="1698" y="8971"/>
                  </a:lnTo>
                  <a:lnTo>
                    <a:pt x="1882" y="9126"/>
                  </a:lnTo>
                  <a:lnTo>
                    <a:pt x="1848" y="9173"/>
                  </a:lnTo>
                  <a:lnTo>
                    <a:pt x="1796" y="9207"/>
                  </a:lnTo>
                  <a:lnTo>
                    <a:pt x="1762" y="9213"/>
                  </a:lnTo>
                  <a:lnTo>
                    <a:pt x="1784" y="9287"/>
                  </a:lnTo>
                  <a:lnTo>
                    <a:pt x="1772" y="9328"/>
                  </a:lnTo>
                  <a:lnTo>
                    <a:pt x="1762" y="9356"/>
                  </a:lnTo>
                  <a:lnTo>
                    <a:pt x="1686" y="9403"/>
                  </a:lnTo>
                  <a:lnTo>
                    <a:pt x="1617" y="9477"/>
                  </a:lnTo>
                  <a:lnTo>
                    <a:pt x="1520" y="9541"/>
                  </a:lnTo>
                  <a:lnTo>
                    <a:pt x="1427" y="9536"/>
                  </a:lnTo>
                  <a:lnTo>
                    <a:pt x="1399" y="9489"/>
                  </a:lnTo>
                  <a:lnTo>
                    <a:pt x="1439" y="9408"/>
                  </a:lnTo>
                  <a:lnTo>
                    <a:pt x="1589" y="9328"/>
                  </a:lnTo>
                  <a:lnTo>
                    <a:pt x="1606" y="9236"/>
                  </a:lnTo>
                  <a:lnTo>
                    <a:pt x="1542" y="9173"/>
                  </a:lnTo>
                  <a:lnTo>
                    <a:pt x="1479" y="9173"/>
                  </a:lnTo>
                  <a:lnTo>
                    <a:pt x="1439" y="9219"/>
                  </a:lnTo>
                  <a:lnTo>
                    <a:pt x="1410" y="9270"/>
                  </a:lnTo>
                  <a:lnTo>
                    <a:pt x="1358" y="9304"/>
                  </a:lnTo>
                  <a:lnTo>
                    <a:pt x="1318" y="9299"/>
                  </a:lnTo>
                  <a:lnTo>
                    <a:pt x="1306" y="9207"/>
                  </a:lnTo>
                  <a:lnTo>
                    <a:pt x="1295" y="9190"/>
                  </a:lnTo>
                  <a:lnTo>
                    <a:pt x="1244" y="9294"/>
                  </a:lnTo>
                  <a:lnTo>
                    <a:pt x="1140" y="9311"/>
                  </a:lnTo>
                  <a:lnTo>
                    <a:pt x="1024" y="9254"/>
                  </a:lnTo>
                  <a:lnTo>
                    <a:pt x="893" y="9161"/>
                  </a:lnTo>
                  <a:lnTo>
                    <a:pt x="996" y="9092"/>
                  </a:lnTo>
                  <a:lnTo>
                    <a:pt x="1065" y="9109"/>
                  </a:lnTo>
                  <a:lnTo>
                    <a:pt x="1059" y="9023"/>
                  </a:lnTo>
                  <a:lnTo>
                    <a:pt x="1180" y="9000"/>
                  </a:lnTo>
                  <a:lnTo>
                    <a:pt x="1283" y="8994"/>
                  </a:lnTo>
                  <a:lnTo>
                    <a:pt x="1278" y="8948"/>
                  </a:lnTo>
                  <a:lnTo>
                    <a:pt x="1254" y="8925"/>
                  </a:lnTo>
                  <a:lnTo>
                    <a:pt x="1042" y="8931"/>
                  </a:lnTo>
                  <a:lnTo>
                    <a:pt x="817" y="8874"/>
                  </a:lnTo>
                  <a:lnTo>
                    <a:pt x="765" y="8856"/>
                  </a:lnTo>
                  <a:lnTo>
                    <a:pt x="731" y="8862"/>
                  </a:lnTo>
                  <a:lnTo>
                    <a:pt x="565" y="8913"/>
                  </a:lnTo>
                  <a:lnTo>
                    <a:pt x="501" y="8862"/>
                  </a:lnTo>
                  <a:lnTo>
                    <a:pt x="513" y="8798"/>
                  </a:lnTo>
                  <a:lnTo>
                    <a:pt x="536" y="8763"/>
                  </a:lnTo>
                  <a:lnTo>
                    <a:pt x="570" y="8723"/>
                  </a:lnTo>
                  <a:lnTo>
                    <a:pt x="691" y="8689"/>
                  </a:lnTo>
                  <a:lnTo>
                    <a:pt x="795" y="8677"/>
                  </a:lnTo>
                  <a:lnTo>
                    <a:pt x="800" y="8614"/>
                  </a:lnTo>
                  <a:lnTo>
                    <a:pt x="748" y="8551"/>
                  </a:lnTo>
                  <a:lnTo>
                    <a:pt x="760" y="8430"/>
                  </a:lnTo>
                  <a:lnTo>
                    <a:pt x="910" y="8200"/>
                  </a:lnTo>
                  <a:lnTo>
                    <a:pt x="904" y="8061"/>
                  </a:lnTo>
                  <a:lnTo>
                    <a:pt x="996" y="7980"/>
                  </a:lnTo>
                  <a:lnTo>
                    <a:pt x="1065" y="7940"/>
                  </a:lnTo>
                  <a:lnTo>
                    <a:pt x="1157" y="7900"/>
                  </a:lnTo>
                  <a:lnTo>
                    <a:pt x="1249" y="7825"/>
                  </a:lnTo>
                  <a:lnTo>
                    <a:pt x="1065" y="7641"/>
                  </a:lnTo>
                  <a:lnTo>
                    <a:pt x="1065" y="7572"/>
                  </a:lnTo>
                  <a:lnTo>
                    <a:pt x="1105" y="7520"/>
                  </a:lnTo>
                  <a:lnTo>
                    <a:pt x="1123" y="7463"/>
                  </a:lnTo>
                  <a:lnTo>
                    <a:pt x="1093" y="7417"/>
                  </a:lnTo>
                  <a:lnTo>
                    <a:pt x="1214" y="7249"/>
                  </a:lnTo>
                  <a:lnTo>
                    <a:pt x="1295" y="7054"/>
                  </a:lnTo>
                  <a:lnTo>
                    <a:pt x="1427" y="6772"/>
                  </a:lnTo>
                  <a:lnTo>
                    <a:pt x="1433" y="6645"/>
                  </a:lnTo>
                  <a:lnTo>
                    <a:pt x="1404" y="6645"/>
                  </a:lnTo>
                  <a:lnTo>
                    <a:pt x="1370" y="6604"/>
                  </a:lnTo>
                  <a:lnTo>
                    <a:pt x="1364" y="6461"/>
                  </a:lnTo>
                  <a:lnTo>
                    <a:pt x="1382" y="6409"/>
                  </a:lnTo>
                  <a:lnTo>
                    <a:pt x="1364" y="6323"/>
                  </a:lnTo>
                  <a:lnTo>
                    <a:pt x="1301" y="6317"/>
                  </a:lnTo>
                  <a:lnTo>
                    <a:pt x="1100" y="6259"/>
                  </a:lnTo>
                  <a:lnTo>
                    <a:pt x="708" y="6051"/>
                  </a:lnTo>
                  <a:lnTo>
                    <a:pt x="536" y="6000"/>
                  </a:lnTo>
                  <a:lnTo>
                    <a:pt x="536" y="6144"/>
                  </a:lnTo>
                  <a:lnTo>
                    <a:pt x="484" y="6224"/>
                  </a:lnTo>
                  <a:lnTo>
                    <a:pt x="437" y="6248"/>
                  </a:lnTo>
                  <a:lnTo>
                    <a:pt x="369" y="6202"/>
                  </a:lnTo>
                  <a:lnTo>
                    <a:pt x="404" y="6127"/>
                  </a:lnTo>
                  <a:lnTo>
                    <a:pt x="404" y="6058"/>
                  </a:lnTo>
                  <a:lnTo>
                    <a:pt x="375" y="6051"/>
                  </a:lnTo>
                  <a:lnTo>
                    <a:pt x="311" y="6012"/>
                  </a:lnTo>
                  <a:lnTo>
                    <a:pt x="306" y="5896"/>
                  </a:lnTo>
                  <a:lnTo>
                    <a:pt x="283" y="5833"/>
                  </a:lnTo>
                  <a:lnTo>
                    <a:pt x="202" y="5833"/>
                  </a:lnTo>
                  <a:lnTo>
                    <a:pt x="128" y="5833"/>
                  </a:lnTo>
                  <a:lnTo>
                    <a:pt x="47" y="5821"/>
                  </a:lnTo>
                  <a:lnTo>
                    <a:pt x="0" y="5724"/>
                  </a:lnTo>
                  <a:lnTo>
                    <a:pt x="35" y="5551"/>
                  </a:lnTo>
                  <a:lnTo>
                    <a:pt x="104" y="5407"/>
                  </a:lnTo>
                  <a:lnTo>
                    <a:pt x="207" y="5275"/>
                  </a:lnTo>
                  <a:lnTo>
                    <a:pt x="294" y="5165"/>
                  </a:lnTo>
                  <a:lnTo>
                    <a:pt x="294" y="5125"/>
                  </a:lnTo>
                  <a:lnTo>
                    <a:pt x="242" y="5148"/>
                  </a:lnTo>
                  <a:lnTo>
                    <a:pt x="190" y="5038"/>
                  </a:lnTo>
                  <a:lnTo>
                    <a:pt x="225" y="4992"/>
                  </a:lnTo>
                  <a:lnTo>
                    <a:pt x="387" y="4952"/>
                  </a:lnTo>
                  <a:lnTo>
                    <a:pt x="478" y="4843"/>
                  </a:lnTo>
                  <a:lnTo>
                    <a:pt x="553" y="4710"/>
                  </a:lnTo>
                  <a:lnTo>
                    <a:pt x="668" y="4613"/>
                  </a:lnTo>
                  <a:lnTo>
                    <a:pt x="714" y="4613"/>
                  </a:lnTo>
                  <a:lnTo>
                    <a:pt x="772" y="4670"/>
                  </a:lnTo>
                  <a:lnTo>
                    <a:pt x="795" y="4670"/>
                  </a:lnTo>
                  <a:lnTo>
                    <a:pt x="869" y="4561"/>
                  </a:lnTo>
                  <a:lnTo>
                    <a:pt x="945" y="4463"/>
                  </a:lnTo>
                  <a:lnTo>
                    <a:pt x="1059" y="4394"/>
                  </a:lnTo>
                  <a:lnTo>
                    <a:pt x="1174" y="4365"/>
                  </a:lnTo>
                  <a:lnTo>
                    <a:pt x="1439" y="4261"/>
                  </a:lnTo>
                  <a:lnTo>
                    <a:pt x="1658" y="4100"/>
                  </a:lnTo>
                  <a:lnTo>
                    <a:pt x="2060" y="3835"/>
                  </a:lnTo>
                  <a:lnTo>
                    <a:pt x="2330" y="3611"/>
                  </a:lnTo>
                  <a:lnTo>
                    <a:pt x="2561" y="3340"/>
                  </a:lnTo>
                  <a:lnTo>
                    <a:pt x="2636" y="3173"/>
                  </a:lnTo>
                  <a:lnTo>
                    <a:pt x="2739" y="3035"/>
                  </a:lnTo>
                  <a:lnTo>
                    <a:pt x="2791" y="3081"/>
                  </a:lnTo>
                  <a:lnTo>
                    <a:pt x="2814" y="3081"/>
                  </a:lnTo>
                  <a:lnTo>
                    <a:pt x="2831" y="2995"/>
                  </a:lnTo>
                  <a:lnTo>
                    <a:pt x="2831" y="2914"/>
                  </a:lnTo>
                  <a:lnTo>
                    <a:pt x="2831" y="2741"/>
                  </a:lnTo>
                  <a:lnTo>
                    <a:pt x="2866" y="2603"/>
                  </a:lnTo>
                  <a:lnTo>
                    <a:pt x="2964" y="2477"/>
                  </a:lnTo>
                  <a:lnTo>
                    <a:pt x="3085" y="2378"/>
                  </a:lnTo>
                  <a:lnTo>
                    <a:pt x="3107" y="2408"/>
                  </a:lnTo>
                  <a:lnTo>
                    <a:pt x="3147" y="2425"/>
                  </a:lnTo>
                  <a:lnTo>
                    <a:pt x="3228" y="2418"/>
                  </a:lnTo>
                  <a:lnTo>
                    <a:pt x="3257" y="2309"/>
                  </a:lnTo>
                  <a:lnTo>
                    <a:pt x="3361" y="2229"/>
                  </a:lnTo>
                  <a:lnTo>
                    <a:pt x="3505" y="2332"/>
                  </a:lnTo>
                  <a:lnTo>
                    <a:pt x="3603" y="2482"/>
                  </a:lnTo>
                  <a:lnTo>
                    <a:pt x="3700" y="2632"/>
                  </a:lnTo>
                  <a:lnTo>
                    <a:pt x="3665" y="2667"/>
                  </a:lnTo>
                  <a:lnTo>
                    <a:pt x="3591" y="2712"/>
                  </a:lnTo>
                  <a:lnTo>
                    <a:pt x="3596" y="2741"/>
                  </a:lnTo>
                  <a:lnTo>
                    <a:pt x="3653" y="2747"/>
                  </a:lnTo>
                  <a:lnTo>
                    <a:pt x="3740" y="2747"/>
                  </a:lnTo>
                  <a:lnTo>
                    <a:pt x="3809" y="2764"/>
                  </a:lnTo>
                  <a:lnTo>
                    <a:pt x="3850" y="2828"/>
                  </a:lnTo>
                  <a:lnTo>
                    <a:pt x="3993" y="2805"/>
                  </a:lnTo>
                  <a:lnTo>
                    <a:pt x="4178" y="2793"/>
                  </a:lnTo>
                  <a:lnTo>
                    <a:pt x="4316" y="2891"/>
                  </a:lnTo>
                  <a:lnTo>
                    <a:pt x="4425" y="2880"/>
                  </a:lnTo>
                  <a:lnTo>
                    <a:pt x="4586" y="2885"/>
                  </a:lnTo>
                  <a:lnTo>
                    <a:pt x="4615" y="2833"/>
                  </a:lnTo>
                  <a:lnTo>
                    <a:pt x="4655" y="2793"/>
                  </a:lnTo>
                  <a:lnTo>
                    <a:pt x="4719" y="2793"/>
                  </a:lnTo>
                  <a:lnTo>
                    <a:pt x="4840" y="2891"/>
                  </a:lnTo>
                  <a:lnTo>
                    <a:pt x="4966" y="2885"/>
                  </a:lnTo>
                  <a:lnTo>
                    <a:pt x="5064" y="2805"/>
                  </a:lnTo>
                  <a:lnTo>
                    <a:pt x="5133" y="2678"/>
                  </a:lnTo>
                  <a:lnTo>
                    <a:pt x="5144" y="2539"/>
                  </a:lnTo>
                  <a:lnTo>
                    <a:pt x="5064" y="2448"/>
                  </a:lnTo>
                  <a:lnTo>
                    <a:pt x="4937" y="2356"/>
                  </a:lnTo>
                  <a:lnTo>
                    <a:pt x="4850" y="2195"/>
                  </a:lnTo>
                  <a:lnTo>
                    <a:pt x="4805" y="2033"/>
                  </a:lnTo>
                  <a:lnTo>
                    <a:pt x="4799" y="1936"/>
                  </a:lnTo>
                  <a:lnTo>
                    <a:pt x="4857" y="1837"/>
                  </a:lnTo>
                  <a:lnTo>
                    <a:pt x="4902" y="1895"/>
                  </a:lnTo>
                  <a:lnTo>
                    <a:pt x="4937" y="1889"/>
                  </a:lnTo>
                  <a:lnTo>
                    <a:pt x="4983" y="1849"/>
                  </a:lnTo>
                  <a:lnTo>
                    <a:pt x="5018" y="1815"/>
                  </a:lnTo>
                  <a:lnTo>
                    <a:pt x="5133" y="1785"/>
                  </a:lnTo>
                  <a:lnTo>
                    <a:pt x="5265" y="1780"/>
                  </a:lnTo>
                  <a:lnTo>
                    <a:pt x="5294" y="1785"/>
                  </a:lnTo>
                  <a:lnTo>
                    <a:pt x="5518" y="1803"/>
                  </a:lnTo>
                  <a:lnTo>
                    <a:pt x="5800" y="1728"/>
                  </a:lnTo>
                  <a:lnTo>
                    <a:pt x="5933" y="1734"/>
                  </a:lnTo>
                  <a:lnTo>
                    <a:pt x="5944" y="1665"/>
                  </a:lnTo>
                  <a:lnTo>
                    <a:pt x="6087" y="1514"/>
                  </a:lnTo>
                  <a:lnTo>
                    <a:pt x="6185" y="1504"/>
                  </a:lnTo>
                  <a:lnTo>
                    <a:pt x="6249" y="1457"/>
                  </a:lnTo>
                  <a:lnTo>
                    <a:pt x="6249" y="1348"/>
                  </a:lnTo>
                  <a:lnTo>
                    <a:pt x="6277" y="1233"/>
                  </a:lnTo>
                  <a:lnTo>
                    <a:pt x="6370" y="1101"/>
                  </a:lnTo>
                  <a:lnTo>
                    <a:pt x="6479" y="980"/>
                  </a:lnTo>
                  <a:lnTo>
                    <a:pt x="6531" y="973"/>
                  </a:lnTo>
                </a:path>
              </a:pathLst>
            </a:custGeom>
            <a:solidFill>
              <a:srgbClr val="d0d0d0"/>
            </a:solidFill>
            <a:ln w="0">
              <a:solidFill>
                <a:srgbClr val="90909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88" name=""/>
            <p:cNvSpPr/>
            <p:nvPr/>
          </p:nvSpPr>
          <p:spPr>
            <a:xfrm>
              <a:off x="613080" y="5200920"/>
              <a:ext cx="30600" cy="38880"/>
            </a:xfrm>
            <a:custGeom>
              <a:avLst/>
              <a:gdLst/>
              <a:ahLst/>
              <a:rect l="l" t="t" r="r" b="b"/>
              <a:pathLst>
                <a:path w="252" h="415">
                  <a:moveTo>
                    <a:pt x="63" y="0"/>
                  </a:moveTo>
                  <a:lnTo>
                    <a:pt x="0" y="46"/>
                  </a:lnTo>
                  <a:lnTo>
                    <a:pt x="0" y="156"/>
                  </a:lnTo>
                  <a:lnTo>
                    <a:pt x="29" y="299"/>
                  </a:lnTo>
                  <a:lnTo>
                    <a:pt x="63" y="415"/>
                  </a:lnTo>
                  <a:lnTo>
                    <a:pt x="143" y="397"/>
                  </a:lnTo>
                  <a:lnTo>
                    <a:pt x="212" y="277"/>
                  </a:lnTo>
                  <a:lnTo>
                    <a:pt x="252" y="104"/>
                  </a:lnTo>
                  <a:lnTo>
                    <a:pt x="172" y="29"/>
                  </a:lnTo>
                  <a:lnTo>
                    <a:pt x="63" y="0"/>
                  </a:lnTo>
                  <a:close/>
                </a:path>
              </a:pathLst>
            </a:custGeom>
            <a:solidFill>
              <a:srgbClr val="d0d0d0"/>
            </a:solidFill>
            <a:ln w="9360">
              <a:solidFill>
                <a:srgbClr val="909090"/>
              </a:solidFill>
              <a:round/>
            </a:ln>
          </p:spPr>
          <p:style>
            <a:lnRef idx="0"/>
            <a:fillRef idx="0"/>
            <a:effectRef idx="0"/>
            <a:fontRef idx="minor"/>
          </p:style>
          <p:txBody>
            <a:bodyPr lIns="90000" rIns="90000" tIns="-7920" bIns="-7920" anchor="t">
              <a:noAutofit/>
            </a:bodyPr>
            <a:p>
              <a:endParaRPr b="0" lang="en-US" sz="2400" spc="-1" strike="noStrike">
                <a:solidFill>
                  <a:srgbClr val="000000"/>
                </a:solidFill>
                <a:latin typeface="Times New Roman"/>
              </a:endParaRPr>
            </a:p>
          </p:txBody>
        </p:sp>
        <p:sp>
          <p:nvSpPr>
            <p:cNvPr id="9089" name=""/>
            <p:cNvSpPr/>
            <p:nvPr/>
          </p:nvSpPr>
          <p:spPr>
            <a:xfrm>
              <a:off x="613080" y="5200920"/>
              <a:ext cx="30600" cy="38880"/>
            </a:xfrm>
            <a:custGeom>
              <a:avLst/>
              <a:gdLst/>
              <a:ahLst/>
              <a:rect l="l" t="t" r="r" b="b"/>
              <a:pathLst>
                <a:path w="252" h="415">
                  <a:moveTo>
                    <a:pt x="63" y="0"/>
                  </a:moveTo>
                  <a:lnTo>
                    <a:pt x="0" y="46"/>
                  </a:lnTo>
                  <a:lnTo>
                    <a:pt x="0" y="156"/>
                  </a:lnTo>
                  <a:lnTo>
                    <a:pt x="29" y="299"/>
                  </a:lnTo>
                  <a:lnTo>
                    <a:pt x="63" y="415"/>
                  </a:lnTo>
                  <a:lnTo>
                    <a:pt x="143" y="397"/>
                  </a:lnTo>
                  <a:lnTo>
                    <a:pt x="212" y="277"/>
                  </a:lnTo>
                  <a:lnTo>
                    <a:pt x="252" y="104"/>
                  </a:lnTo>
                  <a:lnTo>
                    <a:pt x="172" y="29"/>
                  </a:lnTo>
                  <a:lnTo>
                    <a:pt x="63" y="0"/>
                  </a:lnTo>
                </a:path>
              </a:pathLst>
            </a:custGeom>
            <a:solidFill>
              <a:srgbClr val="d0d0d0"/>
            </a:solidFill>
            <a:ln w="0">
              <a:solidFill>
                <a:srgbClr val="909090"/>
              </a:solidFill>
            </a:ln>
          </p:spPr>
          <p:style>
            <a:lnRef idx="0"/>
            <a:fillRef idx="0"/>
            <a:effectRef idx="0"/>
            <a:fontRef idx="minor"/>
          </p:style>
          <p:txBody>
            <a:bodyPr lIns="90000" rIns="90000" tIns="-7920" bIns="-7920" anchor="t">
              <a:noAutofit/>
            </a:bodyPr>
            <a:p>
              <a:endParaRPr b="0" lang="en-US" sz="2400" spc="-1" strike="noStrike">
                <a:solidFill>
                  <a:srgbClr val="000000"/>
                </a:solidFill>
                <a:latin typeface="Times New Roman"/>
              </a:endParaRPr>
            </a:p>
          </p:txBody>
        </p:sp>
        <p:sp>
          <p:nvSpPr>
            <p:cNvPr id="9090" name=""/>
            <p:cNvSpPr/>
            <p:nvPr/>
          </p:nvSpPr>
          <p:spPr>
            <a:xfrm>
              <a:off x="889560" y="5667120"/>
              <a:ext cx="74880" cy="34200"/>
            </a:xfrm>
            <a:custGeom>
              <a:avLst/>
              <a:gdLst/>
              <a:ahLst/>
              <a:rect l="l" t="t" r="r" b="b"/>
              <a:pathLst>
                <a:path w="610" h="369">
                  <a:moveTo>
                    <a:pt x="127" y="109"/>
                  </a:moveTo>
                  <a:lnTo>
                    <a:pt x="116" y="69"/>
                  </a:lnTo>
                  <a:lnTo>
                    <a:pt x="81" y="0"/>
                  </a:lnTo>
                  <a:lnTo>
                    <a:pt x="6" y="80"/>
                  </a:lnTo>
                  <a:lnTo>
                    <a:pt x="0" y="184"/>
                  </a:lnTo>
                  <a:lnTo>
                    <a:pt x="40" y="265"/>
                  </a:lnTo>
                  <a:lnTo>
                    <a:pt x="99" y="369"/>
                  </a:lnTo>
                  <a:lnTo>
                    <a:pt x="168" y="317"/>
                  </a:lnTo>
                  <a:lnTo>
                    <a:pt x="247" y="357"/>
                  </a:lnTo>
                  <a:lnTo>
                    <a:pt x="311" y="362"/>
                  </a:lnTo>
                  <a:lnTo>
                    <a:pt x="426" y="369"/>
                  </a:lnTo>
                  <a:lnTo>
                    <a:pt x="455" y="334"/>
                  </a:lnTo>
                  <a:lnTo>
                    <a:pt x="467" y="293"/>
                  </a:lnTo>
                  <a:lnTo>
                    <a:pt x="518" y="305"/>
                  </a:lnTo>
                  <a:lnTo>
                    <a:pt x="570" y="276"/>
                  </a:lnTo>
                  <a:lnTo>
                    <a:pt x="553" y="213"/>
                  </a:lnTo>
                  <a:lnTo>
                    <a:pt x="610" y="167"/>
                  </a:lnTo>
                  <a:lnTo>
                    <a:pt x="598" y="104"/>
                  </a:lnTo>
                  <a:lnTo>
                    <a:pt x="536" y="80"/>
                  </a:lnTo>
                  <a:lnTo>
                    <a:pt x="351" y="69"/>
                  </a:lnTo>
                  <a:lnTo>
                    <a:pt x="299" y="69"/>
                  </a:lnTo>
                  <a:lnTo>
                    <a:pt x="287" y="115"/>
                  </a:lnTo>
                  <a:lnTo>
                    <a:pt x="397" y="190"/>
                  </a:lnTo>
                  <a:lnTo>
                    <a:pt x="237" y="178"/>
                  </a:lnTo>
                  <a:lnTo>
                    <a:pt x="127" y="109"/>
                  </a:lnTo>
                  <a:close/>
                </a:path>
              </a:pathLst>
            </a:custGeom>
            <a:solidFill>
              <a:srgbClr val="d0d0d0"/>
            </a:solidFill>
            <a:ln w="9360">
              <a:solidFill>
                <a:srgbClr val="909090"/>
              </a:solidFill>
              <a:round/>
            </a:ln>
          </p:spPr>
          <p:style>
            <a:lnRef idx="0"/>
            <a:fillRef idx="0"/>
            <a:effectRef idx="0"/>
            <a:fontRef idx="minor"/>
          </p:style>
          <p:txBody>
            <a:bodyPr lIns="90000" rIns="90000" tIns="-12600" bIns="-12600" anchor="t">
              <a:noAutofit/>
            </a:bodyPr>
            <a:p>
              <a:endParaRPr b="0" lang="en-US" sz="2400" spc="-1" strike="noStrike">
                <a:solidFill>
                  <a:srgbClr val="000000"/>
                </a:solidFill>
                <a:latin typeface="Times New Roman"/>
              </a:endParaRPr>
            </a:p>
          </p:txBody>
        </p:sp>
        <p:sp>
          <p:nvSpPr>
            <p:cNvPr id="9091" name=""/>
            <p:cNvSpPr/>
            <p:nvPr/>
          </p:nvSpPr>
          <p:spPr>
            <a:xfrm>
              <a:off x="889560" y="5667120"/>
              <a:ext cx="74880" cy="34200"/>
            </a:xfrm>
            <a:custGeom>
              <a:avLst/>
              <a:gdLst/>
              <a:ahLst/>
              <a:rect l="l" t="t" r="r" b="b"/>
              <a:pathLst>
                <a:path w="610" h="369">
                  <a:moveTo>
                    <a:pt x="127" y="109"/>
                  </a:moveTo>
                  <a:lnTo>
                    <a:pt x="116" y="69"/>
                  </a:lnTo>
                  <a:lnTo>
                    <a:pt x="81" y="0"/>
                  </a:lnTo>
                  <a:lnTo>
                    <a:pt x="6" y="80"/>
                  </a:lnTo>
                  <a:lnTo>
                    <a:pt x="0" y="184"/>
                  </a:lnTo>
                  <a:lnTo>
                    <a:pt x="40" y="265"/>
                  </a:lnTo>
                  <a:lnTo>
                    <a:pt x="99" y="369"/>
                  </a:lnTo>
                  <a:lnTo>
                    <a:pt x="168" y="317"/>
                  </a:lnTo>
                  <a:lnTo>
                    <a:pt x="247" y="357"/>
                  </a:lnTo>
                  <a:lnTo>
                    <a:pt x="311" y="362"/>
                  </a:lnTo>
                  <a:lnTo>
                    <a:pt x="426" y="369"/>
                  </a:lnTo>
                  <a:lnTo>
                    <a:pt x="455" y="334"/>
                  </a:lnTo>
                  <a:lnTo>
                    <a:pt x="467" y="293"/>
                  </a:lnTo>
                  <a:lnTo>
                    <a:pt x="518" y="305"/>
                  </a:lnTo>
                  <a:lnTo>
                    <a:pt x="570" y="276"/>
                  </a:lnTo>
                  <a:lnTo>
                    <a:pt x="553" y="213"/>
                  </a:lnTo>
                  <a:lnTo>
                    <a:pt x="610" y="167"/>
                  </a:lnTo>
                  <a:lnTo>
                    <a:pt x="598" y="104"/>
                  </a:lnTo>
                  <a:lnTo>
                    <a:pt x="536" y="80"/>
                  </a:lnTo>
                  <a:lnTo>
                    <a:pt x="351" y="69"/>
                  </a:lnTo>
                  <a:lnTo>
                    <a:pt x="299" y="69"/>
                  </a:lnTo>
                  <a:lnTo>
                    <a:pt x="287" y="115"/>
                  </a:lnTo>
                  <a:lnTo>
                    <a:pt x="397" y="190"/>
                  </a:lnTo>
                  <a:lnTo>
                    <a:pt x="237" y="178"/>
                  </a:lnTo>
                  <a:lnTo>
                    <a:pt x="127" y="109"/>
                  </a:lnTo>
                </a:path>
              </a:pathLst>
            </a:custGeom>
            <a:solidFill>
              <a:srgbClr val="d0d0d0"/>
            </a:solidFill>
            <a:ln w="0">
              <a:solidFill>
                <a:srgbClr val="909090"/>
              </a:solidFill>
            </a:ln>
          </p:spPr>
          <p:style>
            <a:lnRef idx="0"/>
            <a:fillRef idx="0"/>
            <a:effectRef idx="0"/>
            <a:fontRef idx="minor"/>
          </p:style>
          <p:txBody>
            <a:bodyPr lIns="90000" rIns="90000" tIns="-12600" bIns="-12600" anchor="t">
              <a:noAutofit/>
            </a:bodyPr>
            <a:p>
              <a:endParaRPr b="0" lang="en-US" sz="2400" spc="-1" strike="noStrike">
                <a:solidFill>
                  <a:srgbClr val="000000"/>
                </a:solidFill>
                <a:latin typeface="Times New Roman"/>
              </a:endParaRPr>
            </a:p>
          </p:txBody>
        </p:sp>
        <p:sp>
          <p:nvSpPr>
            <p:cNvPr id="9092" name=""/>
            <p:cNvSpPr/>
            <p:nvPr/>
          </p:nvSpPr>
          <p:spPr>
            <a:xfrm>
              <a:off x="577440" y="5037840"/>
              <a:ext cx="612720" cy="736560"/>
            </a:xfrm>
            <a:custGeom>
              <a:avLst/>
              <a:gdLst/>
              <a:ahLst/>
              <a:rect l="l" t="t" r="r" b="b"/>
              <a:pathLst>
                <a:path w="4976" h="7894">
                  <a:moveTo>
                    <a:pt x="2831" y="12"/>
                  </a:moveTo>
                  <a:lnTo>
                    <a:pt x="2980" y="139"/>
                  </a:lnTo>
                  <a:lnTo>
                    <a:pt x="3199" y="404"/>
                  </a:lnTo>
                  <a:lnTo>
                    <a:pt x="3377" y="721"/>
                  </a:lnTo>
                  <a:lnTo>
                    <a:pt x="3550" y="1089"/>
                  </a:lnTo>
                  <a:lnTo>
                    <a:pt x="3705" y="1365"/>
                  </a:lnTo>
                  <a:lnTo>
                    <a:pt x="3924" y="1688"/>
                  </a:lnTo>
                  <a:lnTo>
                    <a:pt x="4183" y="2050"/>
                  </a:lnTo>
                  <a:lnTo>
                    <a:pt x="4373" y="2344"/>
                  </a:lnTo>
                  <a:lnTo>
                    <a:pt x="4551" y="2707"/>
                  </a:lnTo>
                  <a:lnTo>
                    <a:pt x="4717" y="2880"/>
                  </a:lnTo>
                  <a:lnTo>
                    <a:pt x="4752" y="3023"/>
                  </a:lnTo>
                  <a:lnTo>
                    <a:pt x="4758" y="3265"/>
                  </a:lnTo>
                  <a:lnTo>
                    <a:pt x="4786" y="3611"/>
                  </a:lnTo>
                  <a:lnTo>
                    <a:pt x="4764" y="4107"/>
                  </a:lnTo>
                  <a:lnTo>
                    <a:pt x="4769" y="4555"/>
                  </a:lnTo>
                  <a:lnTo>
                    <a:pt x="4786" y="4693"/>
                  </a:lnTo>
                  <a:lnTo>
                    <a:pt x="4845" y="4693"/>
                  </a:lnTo>
                  <a:lnTo>
                    <a:pt x="4942" y="4601"/>
                  </a:lnTo>
                  <a:lnTo>
                    <a:pt x="4976" y="4860"/>
                  </a:lnTo>
                  <a:lnTo>
                    <a:pt x="4936" y="5062"/>
                  </a:lnTo>
                  <a:lnTo>
                    <a:pt x="4885" y="5258"/>
                  </a:lnTo>
                  <a:lnTo>
                    <a:pt x="4856" y="5448"/>
                  </a:lnTo>
                  <a:lnTo>
                    <a:pt x="4867" y="5552"/>
                  </a:lnTo>
                  <a:lnTo>
                    <a:pt x="4821" y="5626"/>
                  </a:lnTo>
                  <a:lnTo>
                    <a:pt x="4700" y="5752"/>
                  </a:lnTo>
                  <a:lnTo>
                    <a:pt x="4735" y="5873"/>
                  </a:lnTo>
                  <a:lnTo>
                    <a:pt x="4568" y="6144"/>
                  </a:lnTo>
                  <a:lnTo>
                    <a:pt x="4453" y="6259"/>
                  </a:lnTo>
                  <a:lnTo>
                    <a:pt x="4401" y="6357"/>
                  </a:lnTo>
                  <a:lnTo>
                    <a:pt x="4378" y="6414"/>
                  </a:lnTo>
                  <a:lnTo>
                    <a:pt x="4211" y="6456"/>
                  </a:lnTo>
                  <a:lnTo>
                    <a:pt x="4090" y="6380"/>
                  </a:lnTo>
                  <a:lnTo>
                    <a:pt x="4137" y="6207"/>
                  </a:lnTo>
                  <a:lnTo>
                    <a:pt x="4119" y="6207"/>
                  </a:lnTo>
                  <a:lnTo>
                    <a:pt x="4068" y="6328"/>
                  </a:lnTo>
                  <a:lnTo>
                    <a:pt x="3941" y="6392"/>
                  </a:lnTo>
                  <a:lnTo>
                    <a:pt x="3809" y="6392"/>
                  </a:lnTo>
                  <a:lnTo>
                    <a:pt x="3631" y="6311"/>
                  </a:lnTo>
                  <a:lnTo>
                    <a:pt x="3648" y="6345"/>
                  </a:lnTo>
                  <a:lnTo>
                    <a:pt x="3728" y="6426"/>
                  </a:lnTo>
                  <a:lnTo>
                    <a:pt x="3591" y="6426"/>
                  </a:lnTo>
                  <a:lnTo>
                    <a:pt x="3522" y="6426"/>
                  </a:lnTo>
                  <a:lnTo>
                    <a:pt x="3453" y="6444"/>
                  </a:lnTo>
                  <a:lnTo>
                    <a:pt x="3423" y="6495"/>
                  </a:lnTo>
                  <a:lnTo>
                    <a:pt x="3411" y="6582"/>
                  </a:lnTo>
                  <a:lnTo>
                    <a:pt x="3453" y="6651"/>
                  </a:lnTo>
                  <a:lnTo>
                    <a:pt x="3498" y="6680"/>
                  </a:lnTo>
                  <a:lnTo>
                    <a:pt x="3481" y="6732"/>
                  </a:lnTo>
                  <a:lnTo>
                    <a:pt x="3435" y="6795"/>
                  </a:lnTo>
                  <a:lnTo>
                    <a:pt x="3394" y="6829"/>
                  </a:lnTo>
                  <a:lnTo>
                    <a:pt x="3314" y="6824"/>
                  </a:lnTo>
                  <a:lnTo>
                    <a:pt x="3273" y="6784"/>
                  </a:lnTo>
                  <a:lnTo>
                    <a:pt x="3239" y="6737"/>
                  </a:lnTo>
                  <a:lnTo>
                    <a:pt x="3170" y="6720"/>
                  </a:lnTo>
                  <a:lnTo>
                    <a:pt x="3124" y="6760"/>
                  </a:lnTo>
                  <a:lnTo>
                    <a:pt x="3073" y="6755"/>
                  </a:lnTo>
                  <a:lnTo>
                    <a:pt x="3014" y="6784"/>
                  </a:lnTo>
                  <a:lnTo>
                    <a:pt x="2923" y="6767"/>
                  </a:lnTo>
                  <a:lnTo>
                    <a:pt x="2842" y="6715"/>
                  </a:lnTo>
                  <a:lnTo>
                    <a:pt x="2836" y="6634"/>
                  </a:lnTo>
                  <a:lnTo>
                    <a:pt x="2836" y="6565"/>
                  </a:lnTo>
                  <a:lnTo>
                    <a:pt x="2824" y="6535"/>
                  </a:lnTo>
                  <a:lnTo>
                    <a:pt x="2681" y="6680"/>
                  </a:lnTo>
                  <a:lnTo>
                    <a:pt x="2456" y="6668"/>
                  </a:lnTo>
                  <a:lnTo>
                    <a:pt x="2434" y="6708"/>
                  </a:lnTo>
                  <a:lnTo>
                    <a:pt x="2365" y="6726"/>
                  </a:lnTo>
                  <a:lnTo>
                    <a:pt x="2325" y="6737"/>
                  </a:lnTo>
                  <a:lnTo>
                    <a:pt x="2290" y="6760"/>
                  </a:lnTo>
                  <a:lnTo>
                    <a:pt x="2290" y="6824"/>
                  </a:lnTo>
                  <a:lnTo>
                    <a:pt x="2307" y="6864"/>
                  </a:lnTo>
                  <a:lnTo>
                    <a:pt x="2387" y="6784"/>
                  </a:lnTo>
                  <a:lnTo>
                    <a:pt x="2486" y="6864"/>
                  </a:lnTo>
                  <a:lnTo>
                    <a:pt x="2486" y="6973"/>
                  </a:lnTo>
                  <a:lnTo>
                    <a:pt x="2463" y="7042"/>
                  </a:lnTo>
                  <a:lnTo>
                    <a:pt x="2387" y="7054"/>
                  </a:lnTo>
                  <a:lnTo>
                    <a:pt x="2336" y="7042"/>
                  </a:lnTo>
                  <a:lnTo>
                    <a:pt x="2301" y="7048"/>
                  </a:lnTo>
                  <a:lnTo>
                    <a:pt x="2325" y="7118"/>
                  </a:lnTo>
                  <a:lnTo>
                    <a:pt x="2238" y="7215"/>
                  </a:lnTo>
                  <a:lnTo>
                    <a:pt x="2163" y="7077"/>
                  </a:lnTo>
                  <a:lnTo>
                    <a:pt x="2140" y="6979"/>
                  </a:lnTo>
                  <a:lnTo>
                    <a:pt x="2094" y="6922"/>
                  </a:lnTo>
                  <a:lnTo>
                    <a:pt x="1990" y="6922"/>
                  </a:lnTo>
                  <a:lnTo>
                    <a:pt x="1957" y="6945"/>
                  </a:lnTo>
                  <a:lnTo>
                    <a:pt x="1950" y="6979"/>
                  </a:lnTo>
                  <a:lnTo>
                    <a:pt x="1957" y="7135"/>
                  </a:lnTo>
                  <a:lnTo>
                    <a:pt x="2076" y="7290"/>
                  </a:lnTo>
                  <a:lnTo>
                    <a:pt x="2007" y="7353"/>
                  </a:lnTo>
                  <a:lnTo>
                    <a:pt x="1933" y="7491"/>
                  </a:lnTo>
                  <a:lnTo>
                    <a:pt x="1870" y="7520"/>
                  </a:lnTo>
                  <a:lnTo>
                    <a:pt x="1772" y="7550"/>
                  </a:lnTo>
                  <a:lnTo>
                    <a:pt x="1703" y="7543"/>
                  </a:lnTo>
                  <a:lnTo>
                    <a:pt x="1715" y="7595"/>
                  </a:lnTo>
                  <a:lnTo>
                    <a:pt x="1617" y="7612"/>
                  </a:lnTo>
                  <a:lnTo>
                    <a:pt x="1530" y="7572"/>
                  </a:lnTo>
                  <a:lnTo>
                    <a:pt x="1530" y="7451"/>
                  </a:lnTo>
                  <a:lnTo>
                    <a:pt x="1582" y="7405"/>
                  </a:lnTo>
                  <a:lnTo>
                    <a:pt x="1691" y="7388"/>
                  </a:lnTo>
                  <a:lnTo>
                    <a:pt x="1715" y="7353"/>
                  </a:lnTo>
                  <a:lnTo>
                    <a:pt x="1715" y="7325"/>
                  </a:lnTo>
                  <a:lnTo>
                    <a:pt x="1686" y="7278"/>
                  </a:lnTo>
                  <a:lnTo>
                    <a:pt x="1789" y="7163"/>
                  </a:lnTo>
                  <a:lnTo>
                    <a:pt x="1784" y="7100"/>
                  </a:lnTo>
                  <a:lnTo>
                    <a:pt x="1738" y="7094"/>
                  </a:lnTo>
                  <a:lnTo>
                    <a:pt x="1708" y="7123"/>
                  </a:lnTo>
                  <a:lnTo>
                    <a:pt x="1622" y="7239"/>
                  </a:lnTo>
                  <a:lnTo>
                    <a:pt x="1496" y="7239"/>
                  </a:lnTo>
                  <a:lnTo>
                    <a:pt x="1387" y="7267"/>
                  </a:lnTo>
                  <a:lnTo>
                    <a:pt x="1358" y="7377"/>
                  </a:lnTo>
                  <a:lnTo>
                    <a:pt x="1340" y="7498"/>
                  </a:lnTo>
                  <a:lnTo>
                    <a:pt x="1289" y="7601"/>
                  </a:lnTo>
                  <a:lnTo>
                    <a:pt x="1145" y="7647"/>
                  </a:lnTo>
                  <a:lnTo>
                    <a:pt x="1071" y="7595"/>
                  </a:lnTo>
                  <a:lnTo>
                    <a:pt x="1042" y="7532"/>
                  </a:lnTo>
                  <a:lnTo>
                    <a:pt x="1036" y="7451"/>
                  </a:lnTo>
                  <a:lnTo>
                    <a:pt x="1024" y="7422"/>
                  </a:lnTo>
                  <a:lnTo>
                    <a:pt x="967" y="7526"/>
                  </a:lnTo>
                  <a:lnTo>
                    <a:pt x="943" y="7676"/>
                  </a:lnTo>
                  <a:lnTo>
                    <a:pt x="886" y="7837"/>
                  </a:lnTo>
                  <a:lnTo>
                    <a:pt x="748" y="7894"/>
                  </a:lnTo>
                  <a:lnTo>
                    <a:pt x="679" y="7877"/>
                  </a:lnTo>
                  <a:lnTo>
                    <a:pt x="656" y="7820"/>
                  </a:lnTo>
                  <a:lnTo>
                    <a:pt x="656" y="7629"/>
                  </a:lnTo>
                  <a:lnTo>
                    <a:pt x="673" y="7543"/>
                  </a:lnTo>
                  <a:lnTo>
                    <a:pt x="604" y="7555"/>
                  </a:lnTo>
                  <a:lnTo>
                    <a:pt x="518" y="7595"/>
                  </a:lnTo>
                  <a:lnTo>
                    <a:pt x="523" y="7671"/>
                  </a:lnTo>
                  <a:lnTo>
                    <a:pt x="432" y="7780"/>
                  </a:lnTo>
                  <a:lnTo>
                    <a:pt x="299" y="7894"/>
                  </a:lnTo>
                  <a:lnTo>
                    <a:pt x="202" y="7889"/>
                  </a:lnTo>
                  <a:lnTo>
                    <a:pt x="126" y="7837"/>
                  </a:lnTo>
                  <a:lnTo>
                    <a:pt x="92" y="7785"/>
                  </a:lnTo>
                  <a:lnTo>
                    <a:pt x="109" y="7745"/>
                  </a:lnTo>
                  <a:lnTo>
                    <a:pt x="116" y="7671"/>
                  </a:lnTo>
                  <a:lnTo>
                    <a:pt x="150" y="7629"/>
                  </a:lnTo>
                  <a:lnTo>
                    <a:pt x="242" y="7619"/>
                  </a:lnTo>
                  <a:lnTo>
                    <a:pt x="316" y="7590"/>
                  </a:lnTo>
                  <a:lnTo>
                    <a:pt x="276" y="7543"/>
                  </a:lnTo>
                  <a:lnTo>
                    <a:pt x="271" y="7498"/>
                  </a:lnTo>
                  <a:lnTo>
                    <a:pt x="247" y="7451"/>
                  </a:lnTo>
                  <a:lnTo>
                    <a:pt x="259" y="7359"/>
                  </a:lnTo>
                  <a:lnTo>
                    <a:pt x="288" y="7313"/>
                  </a:lnTo>
                  <a:lnTo>
                    <a:pt x="334" y="7318"/>
                  </a:lnTo>
                  <a:lnTo>
                    <a:pt x="391" y="7411"/>
                  </a:lnTo>
                  <a:lnTo>
                    <a:pt x="443" y="7532"/>
                  </a:lnTo>
                  <a:lnTo>
                    <a:pt x="489" y="7520"/>
                  </a:lnTo>
                  <a:lnTo>
                    <a:pt x="587" y="7491"/>
                  </a:lnTo>
                  <a:lnTo>
                    <a:pt x="546" y="7434"/>
                  </a:lnTo>
                  <a:lnTo>
                    <a:pt x="535" y="7348"/>
                  </a:lnTo>
                  <a:lnTo>
                    <a:pt x="581" y="7290"/>
                  </a:lnTo>
                  <a:lnTo>
                    <a:pt x="644" y="7318"/>
                  </a:lnTo>
                  <a:lnTo>
                    <a:pt x="679" y="7359"/>
                  </a:lnTo>
                  <a:lnTo>
                    <a:pt x="708" y="7388"/>
                  </a:lnTo>
                  <a:lnTo>
                    <a:pt x="765" y="7388"/>
                  </a:lnTo>
                  <a:lnTo>
                    <a:pt x="771" y="7330"/>
                  </a:lnTo>
                  <a:lnTo>
                    <a:pt x="852" y="7267"/>
                  </a:lnTo>
                  <a:lnTo>
                    <a:pt x="846" y="7249"/>
                  </a:lnTo>
                  <a:lnTo>
                    <a:pt x="702" y="7163"/>
                  </a:lnTo>
                  <a:lnTo>
                    <a:pt x="581" y="7077"/>
                  </a:lnTo>
                  <a:lnTo>
                    <a:pt x="593" y="7007"/>
                  </a:lnTo>
                  <a:lnTo>
                    <a:pt x="541" y="7042"/>
                  </a:lnTo>
                  <a:lnTo>
                    <a:pt x="501" y="7042"/>
                  </a:lnTo>
                  <a:lnTo>
                    <a:pt x="472" y="7002"/>
                  </a:lnTo>
                  <a:lnTo>
                    <a:pt x="484" y="6905"/>
                  </a:lnTo>
                  <a:lnTo>
                    <a:pt x="506" y="6846"/>
                  </a:lnTo>
                  <a:lnTo>
                    <a:pt x="523" y="6777"/>
                  </a:lnTo>
                  <a:lnTo>
                    <a:pt x="512" y="6755"/>
                  </a:lnTo>
                  <a:lnTo>
                    <a:pt x="477" y="6755"/>
                  </a:lnTo>
                  <a:lnTo>
                    <a:pt x="449" y="6818"/>
                  </a:lnTo>
                  <a:lnTo>
                    <a:pt x="414" y="6812"/>
                  </a:lnTo>
                  <a:lnTo>
                    <a:pt x="403" y="6784"/>
                  </a:lnTo>
                  <a:lnTo>
                    <a:pt x="420" y="6651"/>
                  </a:lnTo>
                  <a:lnTo>
                    <a:pt x="397" y="6570"/>
                  </a:lnTo>
                  <a:lnTo>
                    <a:pt x="328" y="6456"/>
                  </a:lnTo>
                  <a:lnTo>
                    <a:pt x="368" y="6432"/>
                  </a:lnTo>
                  <a:lnTo>
                    <a:pt x="420" y="6456"/>
                  </a:lnTo>
                  <a:lnTo>
                    <a:pt x="449" y="6518"/>
                  </a:lnTo>
                  <a:lnTo>
                    <a:pt x="472" y="6576"/>
                  </a:lnTo>
                  <a:lnTo>
                    <a:pt x="523" y="6622"/>
                  </a:lnTo>
                  <a:lnTo>
                    <a:pt x="558" y="6605"/>
                  </a:lnTo>
                  <a:lnTo>
                    <a:pt x="541" y="6484"/>
                  </a:lnTo>
                  <a:lnTo>
                    <a:pt x="414" y="6345"/>
                  </a:lnTo>
                  <a:lnTo>
                    <a:pt x="380" y="6207"/>
                  </a:lnTo>
                  <a:lnTo>
                    <a:pt x="414" y="6053"/>
                  </a:lnTo>
                  <a:lnTo>
                    <a:pt x="518" y="5885"/>
                  </a:lnTo>
                  <a:lnTo>
                    <a:pt x="598" y="5816"/>
                  </a:lnTo>
                  <a:lnTo>
                    <a:pt x="691" y="5759"/>
                  </a:lnTo>
                  <a:lnTo>
                    <a:pt x="760" y="5707"/>
                  </a:lnTo>
                  <a:lnTo>
                    <a:pt x="765" y="5666"/>
                  </a:lnTo>
                  <a:lnTo>
                    <a:pt x="731" y="5655"/>
                  </a:lnTo>
                  <a:lnTo>
                    <a:pt x="667" y="5638"/>
                  </a:lnTo>
                  <a:lnTo>
                    <a:pt x="593" y="5592"/>
                  </a:lnTo>
                  <a:lnTo>
                    <a:pt x="708" y="5493"/>
                  </a:lnTo>
                  <a:lnTo>
                    <a:pt x="794" y="5390"/>
                  </a:lnTo>
                  <a:lnTo>
                    <a:pt x="874" y="5338"/>
                  </a:lnTo>
                  <a:lnTo>
                    <a:pt x="978" y="5350"/>
                  </a:lnTo>
                  <a:lnTo>
                    <a:pt x="967" y="5280"/>
                  </a:lnTo>
                  <a:lnTo>
                    <a:pt x="915" y="5217"/>
                  </a:lnTo>
                  <a:lnTo>
                    <a:pt x="943" y="5171"/>
                  </a:lnTo>
                  <a:lnTo>
                    <a:pt x="972" y="5166"/>
                  </a:lnTo>
                  <a:lnTo>
                    <a:pt x="972" y="5137"/>
                  </a:lnTo>
                  <a:lnTo>
                    <a:pt x="926" y="5137"/>
                  </a:lnTo>
                  <a:lnTo>
                    <a:pt x="886" y="5102"/>
                  </a:lnTo>
                  <a:lnTo>
                    <a:pt x="881" y="5050"/>
                  </a:lnTo>
                  <a:lnTo>
                    <a:pt x="846" y="5050"/>
                  </a:lnTo>
                  <a:lnTo>
                    <a:pt x="753" y="4964"/>
                  </a:lnTo>
                  <a:lnTo>
                    <a:pt x="760" y="4809"/>
                  </a:lnTo>
                  <a:lnTo>
                    <a:pt x="719" y="4745"/>
                  </a:lnTo>
                  <a:lnTo>
                    <a:pt x="632" y="4624"/>
                  </a:lnTo>
                  <a:lnTo>
                    <a:pt x="632" y="4549"/>
                  </a:lnTo>
                  <a:lnTo>
                    <a:pt x="639" y="4468"/>
                  </a:lnTo>
                  <a:lnTo>
                    <a:pt x="575" y="4302"/>
                  </a:lnTo>
                  <a:lnTo>
                    <a:pt x="570" y="4204"/>
                  </a:lnTo>
                  <a:lnTo>
                    <a:pt x="615" y="4152"/>
                  </a:lnTo>
                  <a:lnTo>
                    <a:pt x="632" y="4089"/>
                  </a:lnTo>
                  <a:lnTo>
                    <a:pt x="615" y="4065"/>
                  </a:lnTo>
                  <a:lnTo>
                    <a:pt x="535" y="4037"/>
                  </a:lnTo>
                  <a:lnTo>
                    <a:pt x="535" y="3986"/>
                  </a:lnTo>
                  <a:lnTo>
                    <a:pt x="598" y="3916"/>
                  </a:lnTo>
                  <a:lnTo>
                    <a:pt x="632" y="3865"/>
                  </a:lnTo>
                  <a:lnTo>
                    <a:pt x="622" y="3801"/>
                  </a:lnTo>
                  <a:lnTo>
                    <a:pt x="598" y="3749"/>
                  </a:lnTo>
                  <a:lnTo>
                    <a:pt x="558" y="3703"/>
                  </a:lnTo>
                  <a:lnTo>
                    <a:pt x="494" y="3697"/>
                  </a:lnTo>
                  <a:lnTo>
                    <a:pt x="414" y="3754"/>
                  </a:lnTo>
                  <a:lnTo>
                    <a:pt x="340" y="3858"/>
                  </a:lnTo>
                  <a:lnTo>
                    <a:pt x="195" y="3749"/>
                  </a:lnTo>
                  <a:lnTo>
                    <a:pt x="138" y="3697"/>
                  </a:lnTo>
                  <a:lnTo>
                    <a:pt x="133" y="3633"/>
                  </a:lnTo>
                  <a:lnTo>
                    <a:pt x="52" y="3628"/>
                  </a:lnTo>
                  <a:lnTo>
                    <a:pt x="0" y="3605"/>
                  </a:lnTo>
                  <a:lnTo>
                    <a:pt x="5" y="3547"/>
                  </a:lnTo>
                  <a:lnTo>
                    <a:pt x="150" y="3444"/>
                  </a:lnTo>
                  <a:lnTo>
                    <a:pt x="242" y="3300"/>
                  </a:lnTo>
                  <a:lnTo>
                    <a:pt x="294" y="3369"/>
                  </a:lnTo>
                  <a:lnTo>
                    <a:pt x="299" y="3467"/>
                  </a:lnTo>
                  <a:lnTo>
                    <a:pt x="311" y="3473"/>
                  </a:lnTo>
                  <a:lnTo>
                    <a:pt x="391" y="3415"/>
                  </a:lnTo>
                  <a:lnTo>
                    <a:pt x="449" y="3254"/>
                  </a:lnTo>
                  <a:lnTo>
                    <a:pt x="489" y="3213"/>
                  </a:lnTo>
                  <a:lnTo>
                    <a:pt x="593" y="3317"/>
                  </a:lnTo>
                  <a:lnTo>
                    <a:pt x="632" y="3317"/>
                  </a:lnTo>
                  <a:lnTo>
                    <a:pt x="632" y="3282"/>
                  </a:lnTo>
                  <a:lnTo>
                    <a:pt x="604" y="3225"/>
                  </a:lnTo>
                  <a:lnTo>
                    <a:pt x="598" y="3185"/>
                  </a:lnTo>
                  <a:lnTo>
                    <a:pt x="650" y="3162"/>
                  </a:lnTo>
                  <a:lnTo>
                    <a:pt x="684" y="3162"/>
                  </a:lnTo>
                  <a:lnTo>
                    <a:pt x="731" y="3203"/>
                  </a:lnTo>
                  <a:lnTo>
                    <a:pt x="777" y="3225"/>
                  </a:lnTo>
                  <a:lnTo>
                    <a:pt x="891" y="3225"/>
                  </a:lnTo>
                  <a:lnTo>
                    <a:pt x="961" y="3289"/>
                  </a:lnTo>
                  <a:lnTo>
                    <a:pt x="1047" y="3398"/>
                  </a:lnTo>
                  <a:lnTo>
                    <a:pt x="1059" y="3433"/>
                  </a:lnTo>
                  <a:lnTo>
                    <a:pt x="1088" y="3438"/>
                  </a:lnTo>
                  <a:lnTo>
                    <a:pt x="1162" y="3369"/>
                  </a:lnTo>
                  <a:lnTo>
                    <a:pt x="1030" y="3243"/>
                  </a:lnTo>
                  <a:lnTo>
                    <a:pt x="1064" y="3196"/>
                  </a:lnTo>
                  <a:lnTo>
                    <a:pt x="1093" y="3173"/>
                  </a:lnTo>
                  <a:lnTo>
                    <a:pt x="1093" y="3144"/>
                  </a:lnTo>
                  <a:lnTo>
                    <a:pt x="1076" y="3127"/>
                  </a:lnTo>
                  <a:lnTo>
                    <a:pt x="1042" y="3133"/>
                  </a:lnTo>
                  <a:lnTo>
                    <a:pt x="1002" y="3156"/>
                  </a:lnTo>
                  <a:lnTo>
                    <a:pt x="943" y="3162"/>
                  </a:lnTo>
                  <a:lnTo>
                    <a:pt x="881" y="3127"/>
                  </a:lnTo>
                  <a:lnTo>
                    <a:pt x="886" y="3047"/>
                  </a:lnTo>
                  <a:lnTo>
                    <a:pt x="961" y="2949"/>
                  </a:lnTo>
                  <a:lnTo>
                    <a:pt x="967" y="2920"/>
                  </a:lnTo>
                  <a:lnTo>
                    <a:pt x="829" y="2949"/>
                  </a:lnTo>
                  <a:lnTo>
                    <a:pt x="788" y="2880"/>
                  </a:lnTo>
                  <a:lnTo>
                    <a:pt x="788" y="2828"/>
                  </a:lnTo>
                  <a:lnTo>
                    <a:pt x="881" y="2764"/>
                  </a:lnTo>
                  <a:lnTo>
                    <a:pt x="909" y="2684"/>
                  </a:lnTo>
                  <a:lnTo>
                    <a:pt x="753" y="2304"/>
                  </a:lnTo>
                  <a:lnTo>
                    <a:pt x="782" y="2258"/>
                  </a:lnTo>
                  <a:lnTo>
                    <a:pt x="846" y="2252"/>
                  </a:lnTo>
                  <a:lnTo>
                    <a:pt x="874" y="2292"/>
                  </a:lnTo>
                  <a:lnTo>
                    <a:pt x="874" y="2269"/>
                  </a:lnTo>
                  <a:lnTo>
                    <a:pt x="869" y="2200"/>
                  </a:lnTo>
                  <a:lnTo>
                    <a:pt x="794" y="2137"/>
                  </a:lnTo>
                  <a:lnTo>
                    <a:pt x="731" y="2143"/>
                  </a:lnTo>
                  <a:lnTo>
                    <a:pt x="639" y="2131"/>
                  </a:lnTo>
                  <a:lnTo>
                    <a:pt x="587" y="2062"/>
                  </a:lnTo>
                  <a:lnTo>
                    <a:pt x="587" y="2005"/>
                  </a:lnTo>
                  <a:lnTo>
                    <a:pt x="644" y="1832"/>
                  </a:lnTo>
                  <a:lnTo>
                    <a:pt x="696" y="1912"/>
                  </a:lnTo>
                  <a:lnTo>
                    <a:pt x="731" y="1964"/>
                  </a:lnTo>
                  <a:lnTo>
                    <a:pt x="777" y="1988"/>
                  </a:lnTo>
                  <a:lnTo>
                    <a:pt x="822" y="1976"/>
                  </a:lnTo>
                  <a:lnTo>
                    <a:pt x="829" y="1953"/>
                  </a:lnTo>
                  <a:lnTo>
                    <a:pt x="846" y="1929"/>
                  </a:lnTo>
                  <a:lnTo>
                    <a:pt x="771" y="1832"/>
                  </a:lnTo>
                  <a:lnTo>
                    <a:pt x="753" y="1734"/>
                  </a:lnTo>
                  <a:lnTo>
                    <a:pt x="794" y="1625"/>
                  </a:lnTo>
                  <a:lnTo>
                    <a:pt x="852" y="1556"/>
                  </a:lnTo>
                  <a:lnTo>
                    <a:pt x="891" y="1429"/>
                  </a:lnTo>
                  <a:lnTo>
                    <a:pt x="961" y="1395"/>
                  </a:lnTo>
                  <a:lnTo>
                    <a:pt x="1024" y="1412"/>
                  </a:lnTo>
                  <a:lnTo>
                    <a:pt x="1151" y="1302"/>
                  </a:lnTo>
                  <a:lnTo>
                    <a:pt x="1168" y="1187"/>
                  </a:lnTo>
                  <a:lnTo>
                    <a:pt x="1220" y="1101"/>
                  </a:lnTo>
                  <a:lnTo>
                    <a:pt x="1335" y="1014"/>
                  </a:lnTo>
                  <a:lnTo>
                    <a:pt x="1404" y="899"/>
                  </a:lnTo>
                  <a:lnTo>
                    <a:pt x="1588" y="750"/>
                  </a:lnTo>
                  <a:lnTo>
                    <a:pt x="1715" y="709"/>
                  </a:lnTo>
                  <a:lnTo>
                    <a:pt x="1870" y="657"/>
                  </a:lnTo>
                  <a:lnTo>
                    <a:pt x="2123" y="634"/>
                  </a:lnTo>
                  <a:lnTo>
                    <a:pt x="2353" y="577"/>
                  </a:lnTo>
                  <a:lnTo>
                    <a:pt x="2463" y="553"/>
                  </a:lnTo>
                  <a:lnTo>
                    <a:pt x="2577" y="462"/>
                  </a:lnTo>
                  <a:lnTo>
                    <a:pt x="2641" y="370"/>
                  </a:lnTo>
                  <a:lnTo>
                    <a:pt x="2779" y="0"/>
                  </a:lnTo>
                  <a:lnTo>
                    <a:pt x="2831" y="12"/>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93" name=""/>
            <p:cNvSpPr/>
            <p:nvPr/>
          </p:nvSpPr>
          <p:spPr>
            <a:xfrm>
              <a:off x="577440" y="5037840"/>
              <a:ext cx="612720" cy="736560"/>
            </a:xfrm>
            <a:custGeom>
              <a:avLst/>
              <a:gdLst/>
              <a:ahLst/>
              <a:rect l="l" t="t" r="r" b="b"/>
              <a:pathLst>
                <a:path w="4976" h="7894">
                  <a:moveTo>
                    <a:pt x="2831" y="12"/>
                  </a:moveTo>
                  <a:lnTo>
                    <a:pt x="2980" y="139"/>
                  </a:lnTo>
                  <a:lnTo>
                    <a:pt x="3199" y="404"/>
                  </a:lnTo>
                  <a:lnTo>
                    <a:pt x="3377" y="721"/>
                  </a:lnTo>
                  <a:lnTo>
                    <a:pt x="3550" y="1089"/>
                  </a:lnTo>
                  <a:lnTo>
                    <a:pt x="3705" y="1365"/>
                  </a:lnTo>
                  <a:lnTo>
                    <a:pt x="3924" y="1688"/>
                  </a:lnTo>
                  <a:lnTo>
                    <a:pt x="4183" y="2050"/>
                  </a:lnTo>
                  <a:lnTo>
                    <a:pt x="4373" y="2344"/>
                  </a:lnTo>
                  <a:lnTo>
                    <a:pt x="4551" y="2707"/>
                  </a:lnTo>
                  <a:lnTo>
                    <a:pt x="4717" y="2880"/>
                  </a:lnTo>
                  <a:lnTo>
                    <a:pt x="4752" y="3023"/>
                  </a:lnTo>
                  <a:lnTo>
                    <a:pt x="4758" y="3265"/>
                  </a:lnTo>
                  <a:lnTo>
                    <a:pt x="4786" y="3611"/>
                  </a:lnTo>
                  <a:lnTo>
                    <a:pt x="4764" y="4107"/>
                  </a:lnTo>
                  <a:lnTo>
                    <a:pt x="4769" y="4555"/>
                  </a:lnTo>
                  <a:lnTo>
                    <a:pt x="4786" y="4693"/>
                  </a:lnTo>
                  <a:lnTo>
                    <a:pt x="4845" y="4693"/>
                  </a:lnTo>
                  <a:lnTo>
                    <a:pt x="4942" y="4601"/>
                  </a:lnTo>
                  <a:lnTo>
                    <a:pt x="4976" y="4860"/>
                  </a:lnTo>
                  <a:lnTo>
                    <a:pt x="4936" y="5062"/>
                  </a:lnTo>
                  <a:lnTo>
                    <a:pt x="4885" y="5258"/>
                  </a:lnTo>
                  <a:lnTo>
                    <a:pt x="4856" y="5448"/>
                  </a:lnTo>
                  <a:lnTo>
                    <a:pt x="4867" y="5552"/>
                  </a:lnTo>
                  <a:lnTo>
                    <a:pt x="4821" y="5626"/>
                  </a:lnTo>
                  <a:lnTo>
                    <a:pt x="4700" y="5752"/>
                  </a:lnTo>
                  <a:lnTo>
                    <a:pt x="4735" y="5873"/>
                  </a:lnTo>
                  <a:lnTo>
                    <a:pt x="4568" y="6144"/>
                  </a:lnTo>
                  <a:lnTo>
                    <a:pt x="4453" y="6259"/>
                  </a:lnTo>
                  <a:lnTo>
                    <a:pt x="4401" y="6357"/>
                  </a:lnTo>
                  <a:lnTo>
                    <a:pt x="4378" y="6414"/>
                  </a:lnTo>
                  <a:lnTo>
                    <a:pt x="4211" y="6456"/>
                  </a:lnTo>
                  <a:lnTo>
                    <a:pt x="4090" y="6380"/>
                  </a:lnTo>
                  <a:lnTo>
                    <a:pt x="4137" y="6207"/>
                  </a:lnTo>
                  <a:lnTo>
                    <a:pt x="4119" y="6207"/>
                  </a:lnTo>
                  <a:lnTo>
                    <a:pt x="4068" y="6328"/>
                  </a:lnTo>
                  <a:lnTo>
                    <a:pt x="3941" y="6392"/>
                  </a:lnTo>
                  <a:lnTo>
                    <a:pt x="3809" y="6392"/>
                  </a:lnTo>
                  <a:lnTo>
                    <a:pt x="3631" y="6311"/>
                  </a:lnTo>
                  <a:lnTo>
                    <a:pt x="3648" y="6345"/>
                  </a:lnTo>
                  <a:lnTo>
                    <a:pt x="3728" y="6426"/>
                  </a:lnTo>
                  <a:lnTo>
                    <a:pt x="3591" y="6426"/>
                  </a:lnTo>
                  <a:lnTo>
                    <a:pt x="3522" y="6426"/>
                  </a:lnTo>
                  <a:lnTo>
                    <a:pt x="3453" y="6444"/>
                  </a:lnTo>
                  <a:lnTo>
                    <a:pt x="3423" y="6495"/>
                  </a:lnTo>
                  <a:lnTo>
                    <a:pt x="3411" y="6582"/>
                  </a:lnTo>
                  <a:lnTo>
                    <a:pt x="3453" y="6651"/>
                  </a:lnTo>
                  <a:lnTo>
                    <a:pt x="3498" y="6680"/>
                  </a:lnTo>
                  <a:lnTo>
                    <a:pt x="3481" y="6732"/>
                  </a:lnTo>
                  <a:lnTo>
                    <a:pt x="3435" y="6795"/>
                  </a:lnTo>
                  <a:lnTo>
                    <a:pt x="3394" y="6829"/>
                  </a:lnTo>
                  <a:lnTo>
                    <a:pt x="3314" y="6824"/>
                  </a:lnTo>
                  <a:lnTo>
                    <a:pt x="3273" y="6784"/>
                  </a:lnTo>
                  <a:lnTo>
                    <a:pt x="3239" y="6737"/>
                  </a:lnTo>
                  <a:lnTo>
                    <a:pt x="3170" y="6720"/>
                  </a:lnTo>
                  <a:lnTo>
                    <a:pt x="3124" y="6760"/>
                  </a:lnTo>
                  <a:lnTo>
                    <a:pt x="3073" y="6755"/>
                  </a:lnTo>
                  <a:lnTo>
                    <a:pt x="3014" y="6784"/>
                  </a:lnTo>
                  <a:lnTo>
                    <a:pt x="2923" y="6767"/>
                  </a:lnTo>
                  <a:lnTo>
                    <a:pt x="2842" y="6715"/>
                  </a:lnTo>
                  <a:lnTo>
                    <a:pt x="2836" y="6634"/>
                  </a:lnTo>
                  <a:lnTo>
                    <a:pt x="2836" y="6565"/>
                  </a:lnTo>
                  <a:lnTo>
                    <a:pt x="2824" y="6535"/>
                  </a:lnTo>
                  <a:lnTo>
                    <a:pt x="2681" y="6680"/>
                  </a:lnTo>
                  <a:lnTo>
                    <a:pt x="2456" y="6668"/>
                  </a:lnTo>
                  <a:lnTo>
                    <a:pt x="2434" y="6708"/>
                  </a:lnTo>
                  <a:lnTo>
                    <a:pt x="2365" y="6726"/>
                  </a:lnTo>
                  <a:lnTo>
                    <a:pt x="2325" y="6737"/>
                  </a:lnTo>
                  <a:lnTo>
                    <a:pt x="2290" y="6760"/>
                  </a:lnTo>
                  <a:lnTo>
                    <a:pt x="2290" y="6824"/>
                  </a:lnTo>
                  <a:lnTo>
                    <a:pt x="2307" y="6864"/>
                  </a:lnTo>
                  <a:lnTo>
                    <a:pt x="2387" y="6784"/>
                  </a:lnTo>
                  <a:lnTo>
                    <a:pt x="2486" y="6864"/>
                  </a:lnTo>
                  <a:lnTo>
                    <a:pt x="2486" y="6973"/>
                  </a:lnTo>
                  <a:lnTo>
                    <a:pt x="2463" y="7042"/>
                  </a:lnTo>
                  <a:lnTo>
                    <a:pt x="2387" y="7054"/>
                  </a:lnTo>
                  <a:lnTo>
                    <a:pt x="2336" y="7042"/>
                  </a:lnTo>
                  <a:lnTo>
                    <a:pt x="2301" y="7048"/>
                  </a:lnTo>
                  <a:lnTo>
                    <a:pt x="2325" y="7118"/>
                  </a:lnTo>
                  <a:lnTo>
                    <a:pt x="2238" y="7215"/>
                  </a:lnTo>
                  <a:lnTo>
                    <a:pt x="2163" y="7077"/>
                  </a:lnTo>
                  <a:lnTo>
                    <a:pt x="2140" y="6979"/>
                  </a:lnTo>
                  <a:lnTo>
                    <a:pt x="2094" y="6922"/>
                  </a:lnTo>
                  <a:lnTo>
                    <a:pt x="1990" y="6922"/>
                  </a:lnTo>
                  <a:lnTo>
                    <a:pt x="1957" y="6945"/>
                  </a:lnTo>
                  <a:lnTo>
                    <a:pt x="1950" y="6979"/>
                  </a:lnTo>
                  <a:lnTo>
                    <a:pt x="1957" y="7135"/>
                  </a:lnTo>
                  <a:lnTo>
                    <a:pt x="2076" y="7290"/>
                  </a:lnTo>
                  <a:lnTo>
                    <a:pt x="2007" y="7353"/>
                  </a:lnTo>
                  <a:lnTo>
                    <a:pt x="1933" y="7491"/>
                  </a:lnTo>
                  <a:lnTo>
                    <a:pt x="1870" y="7520"/>
                  </a:lnTo>
                  <a:lnTo>
                    <a:pt x="1772" y="7550"/>
                  </a:lnTo>
                  <a:lnTo>
                    <a:pt x="1703" y="7543"/>
                  </a:lnTo>
                  <a:lnTo>
                    <a:pt x="1715" y="7595"/>
                  </a:lnTo>
                  <a:lnTo>
                    <a:pt x="1617" y="7612"/>
                  </a:lnTo>
                  <a:lnTo>
                    <a:pt x="1530" y="7572"/>
                  </a:lnTo>
                  <a:lnTo>
                    <a:pt x="1530" y="7451"/>
                  </a:lnTo>
                  <a:lnTo>
                    <a:pt x="1582" y="7405"/>
                  </a:lnTo>
                  <a:lnTo>
                    <a:pt x="1691" y="7388"/>
                  </a:lnTo>
                  <a:lnTo>
                    <a:pt x="1715" y="7353"/>
                  </a:lnTo>
                  <a:lnTo>
                    <a:pt x="1715" y="7325"/>
                  </a:lnTo>
                  <a:lnTo>
                    <a:pt x="1686" y="7278"/>
                  </a:lnTo>
                  <a:lnTo>
                    <a:pt x="1789" y="7163"/>
                  </a:lnTo>
                  <a:lnTo>
                    <a:pt x="1784" y="7100"/>
                  </a:lnTo>
                  <a:lnTo>
                    <a:pt x="1738" y="7094"/>
                  </a:lnTo>
                  <a:lnTo>
                    <a:pt x="1708" y="7123"/>
                  </a:lnTo>
                  <a:lnTo>
                    <a:pt x="1622" y="7239"/>
                  </a:lnTo>
                  <a:lnTo>
                    <a:pt x="1496" y="7239"/>
                  </a:lnTo>
                  <a:lnTo>
                    <a:pt x="1387" y="7267"/>
                  </a:lnTo>
                  <a:lnTo>
                    <a:pt x="1358" y="7377"/>
                  </a:lnTo>
                  <a:lnTo>
                    <a:pt x="1340" y="7498"/>
                  </a:lnTo>
                  <a:lnTo>
                    <a:pt x="1289" y="7601"/>
                  </a:lnTo>
                  <a:lnTo>
                    <a:pt x="1145" y="7647"/>
                  </a:lnTo>
                  <a:lnTo>
                    <a:pt x="1071" y="7595"/>
                  </a:lnTo>
                  <a:lnTo>
                    <a:pt x="1042" y="7532"/>
                  </a:lnTo>
                  <a:lnTo>
                    <a:pt x="1036" y="7451"/>
                  </a:lnTo>
                  <a:lnTo>
                    <a:pt x="1024" y="7422"/>
                  </a:lnTo>
                  <a:lnTo>
                    <a:pt x="967" y="7526"/>
                  </a:lnTo>
                  <a:lnTo>
                    <a:pt x="943" y="7676"/>
                  </a:lnTo>
                  <a:lnTo>
                    <a:pt x="886" y="7837"/>
                  </a:lnTo>
                  <a:lnTo>
                    <a:pt x="748" y="7894"/>
                  </a:lnTo>
                  <a:lnTo>
                    <a:pt x="679" y="7877"/>
                  </a:lnTo>
                  <a:lnTo>
                    <a:pt x="656" y="7820"/>
                  </a:lnTo>
                  <a:lnTo>
                    <a:pt x="656" y="7629"/>
                  </a:lnTo>
                  <a:lnTo>
                    <a:pt x="673" y="7543"/>
                  </a:lnTo>
                  <a:lnTo>
                    <a:pt x="604" y="7555"/>
                  </a:lnTo>
                  <a:lnTo>
                    <a:pt x="518" y="7595"/>
                  </a:lnTo>
                  <a:lnTo>
                    <a:pt x="523" y="7671"/>
                  </a:lnTo>
                  <a:lnTo>
                    <a:pt x="432" y="7780"/>
                  </a:lnTo>
                  <a:lnTo>
                    <a:pt x="299" y="7894"/>
                  </a:lnTo>
                  <a:lnTo>
                    <a:pt x="202" y="7889"/>
                  </a:lnTo>
                  <a:lnTo>
                    <a:pt x="126" y="7837"/>
                  </a:lnTo>
                  <a:lnTo>
                    <a:pt x="92" y="7785"/>
                  </a:lnTo>
                  <a:lnTo>
                    <a:pt x="109" y="7745"/>
                  </a:lnTo>
                  <a:lnTo>
                    <a:pt x="116" y="7671"/>
                  </a:lnTo>
                  <a:lnTo>
                    <a:pt x="150" y="7629"/>
                  </a:lnTo>
                  <a:lnTo>
                    <a:pt x="242" y="7619"/>
                  </a:lnTo>
                  <a:lnTo>
                    <a:pt x="316" y="7590"/>
                  </a:lnTo>
                  <a:lnTo>
                    <a:pt x="276" y="7543"/>
                  </a:lnTo>
                  <a:lnTo>
                    <a:pt x="271" y="7498"/>
                  </a:lnTo>
                  <a:lnTo>
                    <a:pt x="247" y="7451"/>
                  </a:lnTo>
                  <a:lnTo>
                    <a:pt x="259" y="7359"/>
                  </a:lnTo>
                  <a:lnTo>
                    <a:pt x="288" y="7313"/>
                  </a:lnTo>
                  <a:lnTo>
                    <a:pt x="334" y="7318"/>
                  </a:lnTo>
                  <a:lnTo>
                    <a:pt x="391" y="7411"/>
                  </a:lnTo>
                  <a:lnTo>
                    <a:pt x="443" y="7532"/>
                  </a:lnTo>
                  <a:lnTo>
                    <a:pt x="489" y="7520"/>
                  </a:lnTo>
                  <a:lnTo>
                    <a:pt x="587" y="7491"/>
                  </a:lnTo>
                  <a:lnTo>
                    <a:pt x="546" y="7434"/>
                  </a:lnTo>
                  <a:lnTo>
                    <a:pt x="535" y="7348"/>
                  </a:lnTo>
                  <a:lnTo>
                    <a:pt x="581" y="7290"/>
                  </a:lnTo>
                  <a:lnTo>
                    <a:pt x="644" y="7318"/>
                  </a:lnTo>
                  <a:lnTo>
                    <a:pt x="679" y="7359"/>
                  </a:lnTo>
                  <a:lnTo>
                    <a:pt x="708" y="7388"/>
                  </a:lnTo>
                  <a:lnTo>
                    <a:pt x="765" y="7388"/>
                  </a:lnTo>
                  <a:lnTo>
                    <a:pt x="771" y="7330"/>
                  </a:lnTo>
                  <a:lnTo>
                    <a:pt x="852" y="7267"/>
                  </a:lnTo>
                  <a:lnTo>
                    <a:pt x="846" y="7249"/>
                  </a:lnTo>
                  <a:lnTo>
                    <a:pt x="702" y="7163"/>
                  </a:lnTo>
                  <a:lnTo>
                    <a:pt x="581" y="7077"/>
                  </a:lnTo>
                  <a:lnTo>
                    <a:pt x="593" y="7007"/>
                  </a:lnTo>
                  <a:lnTo>
                    <a:pt x="541" y="7042"/>
                  </a:lnTo>
                  <a:lnTo>
                    <a:pt x="501" y="7042"/>
                  </a:lnTo>
                  <a:lnTo>
                    <a:pt x="472" y="7002"/>
                  </a:lnTo>
                  <a:lnTo>
                    <a:pt x="484" y="6905"/>
                  </a:lnTo>
                  <a:lnTo>
                    <a:pt x="506" y="6846"/>
                  </a:lnTo>
                  <a:lnTo>
                    <a:pt x="523" y="6777"/>
                  </a:lnTo>
                  <a:lnTo>
                    <a:pt x="512" y="6755"/>
                  </a:lnTo>
                  <a:lnTo>
                    <a:pt x="477" y="6755"/>
                  </a:lnTo>
                  <a:lnTo>
                    <a:pt x="449" y="6818"/>
                  </a:lnTo>
                  <a:lnTo>
                    <a:pt x="414" y="6812"/>
                  </a:lnTo>
                  <a:lnTo>
                    <a:pt x="403" y="6784"/>
                  </a:lnTo>
                  <a:lnTo>
                    <a:pt x="420" y="6651"/>
                  </a:lnTo>
                  <a:lnTo>
                    <a:pt x="397" y="6570"/>
                  </a:lnTo>
                  <a:lnTo>
                    <a:pt x="328" y="6456"/>
                  </a:lnTo>
                  <a:lnTo>
                    <a:pt x="368" y="6432"/>
                  </a:lnTo>
                  <a:lnTo>
                    <a:pt x="420" y="6456"/>
                  </a:lnTo>
                  <a:lnTo>
                    <a:pt x="449" y="6518"/>
                  </a:lnTo>
                  <a:lnTo>
                    <a:pt x="472" y="6576"/>
                  </a:lnTo>
                  <a:lnTo>
                    <a:pt x="523" y="6622"/>
                  </a:lnTo>
                  <a:lnTo>
                    <a:pt x="558" y="6605"/>
                  </a:lnTo>
                  <a:lnTo>
                    <a:pt x="541" y="6484"/>
                  </a:lnTo>
                  <a:lnTo>
                    <a:pt x="414" y="6345"/>
                  </a:lnTo>
                  <a:lnTo>
                    <a:pt x="380" y="6207"/>
                  </a:lnTo>
                  <a:lnTo>
                    <a:pt x="414" y="6053"/>
                  </a:lnTo>
                  <a:lnTo>
                    <a:pt x="518" y="5885"/>
                  </a:lnTo>
                  <a:lnTo>
                    <a:pt x="598" y="5816"/>
                  </a:lnTo>
                  <a:lnTo>
                    <a:pt x="691" y="5759"/>
                  </a:lnTo>
                  <a:lnTo>
                    <a:pt x="760" y="5707"/>
                  </a:lnTo>
                  <a:lnTo>
                    <a:pt x="765" y="5666"/>
                  </a:lnTo>
                  <a:lnTo>
                    <a:pt x="731" y="5655"/>
                  </a:lnTo>
                  <a:lnTo>
                    <a:pt x="667" y="5638"/>
                  </a:lnTo>
                  <a:lnTo>
                    <a:pt x="593" y="5592"/>
                  </a:lnTo>
                  <a:lnTo>
                    <a:pt x="708" y="5493"/>
                  </a:lnTo>
                  <a:lnTo>
                    <a:pt x="794" y="5390"/>
                  </a:lnTo>
                  <a:lnTo>
                    <a:pt x="874" y="5338"/>
                  </a:lnTo>
                  <a:lnTo>
                    <a:pt x="978" y="5350"/>
                  </a:lnTo>
                  <a:lnTo>
                    <a:pt x="967" y="5280"/>
                  </a:lnTo>
                  <a:lnTo>
                    <a:pt x="915" y="5217"/>
                  </a:lnTo>
                  <a:lnTo>
                    <a:pt x="943" y="5171"/>
                  </a:lnTo>
                  <a:lnTo>
                    <a:pt x="972" y="5166"/>
                  </a:lnTo>
                  <a:lnTo>
                    <a:pt x="972" y="5137"/>
                  </a:lnTo>
                  <a:lnTo>
                    <a:pt x="926" y="5137"/>
                  </a:lnTo>
                  <a:lnTo>
                    <a:pt x="886" y="5102"/>
                  </a:lnTo>
                  <a:lnTo>
                    <a:pt x="881" y="5050"/>
                  </a:lnTo>
                  <a:lnTo>
                    <a:pt x="846" y="5050"/>
                  </a:lnTo>
                  <a:lnTo>
                    <a:pt x="753" y="4964"/>
                  </a:lnTo>
                  <a:lnTo>
                    <a:pt x="760" y="4809"/>
                  </a:lnTo>
                  <a:lnTo>
                    <a:pt x="719" y="4745"/>
                  </a:lnTo>
                  <a:lnTo>
                    <a:pt x="632" y="4624"/>
                  </a:lnTo>
                  <a:lnTo>
                    <a:pt x="632" y="4549"/>
                  </a:lnTo>
                  <a:lnTo>
                    <a:pt x="639" y="4468"/>
                  </a:lnTo>
                  <a:lnTo>
                    <a:pt x="575" y="4302"/>
                  </a:lnTo>
                  <a:lnTo>
                    <a:pt x="570" y="4204"/>
                  </a:lnTo>
                  <a:lnTo>
                    <a:pt x="615" y="4152"/>
                  </a:lnTo>
                  <a:lnTo>
                    <a:pt x="632" y="4089"/>
                  </a:lnTo>
                  <a:lnTo>
                    <a:pt x="615" y="4065"/>
                  </a:lnTo>
                  <a:lnTo>
                    <a:pt x="535" y="4037"/>
                  </a:lnTo>
                  <a:lnTo>
                    <a:pt x="535" y="3986"/>
                  </a:lnTo>
                  <a:lnTo>
                    <a:pt x="598" y="3916"/>
                  </a:lnTo>
                  <a:lnTo>
                    <a:pt x="632" y="3865"/>
                  </a:lnTo>
                  <a:lnTo>
                    <a:pt x="622" y="3801"/>
                  </a:lnTo>
                  <a:lnTo>
                    <a:pt x="598" y="3749"/>
                  </a:lnTo>
                  <a:lnTo>
                    <a:pt x="558" y="3703"/>
                  </a:lnTo>
                  <a:lnTo>
                    <a:pt x="494" y="3697"/>
                  </a:lnTo>
                  <a:lnTo>
                    <a:pt x="414" y="3754"/>
                  </a:lnTo>
                  <a:lnTo>
                    <a:pt x="340" y="3858"/>
                  </a:lnTo>
                  <a:lnTo>
                    <a:pt x="195" y="3749"/>
                  </a:lnTo>
                  <a:lnTo>
                    <a:pt x="138" y="3697"/>
                  </a:lnTo>
                  <a:lnTo>
                    <a:pt x="133" y="3633"/>
                  </a:lnTo>
                  <a:lnTo>
                    <a:pt x="52" y="3628"/>
                  </a:lnTo>
                  <a:lnTo>
                    <a:pt x="0" y="3605"/>
                  </a:lnTo>
                  <a:lnTo>
                    <a:pt x="5" y="3547"/>
                  </a:lnTo>
                  <a:lnTo>
                    <a:pt x="150" y="3444"/>
                  </a:lnTo>
                  <a:lnTo>
                    <a:pt x="242" y="3300"/>
                  </a:lnTo>
                  <a:lnTo>
                    <a:pt x="294" y="3369"/>
                  </a:lnTo>
                  <a:lnTo>
                    <a:pt x="299" y="3467"/>
                  </a:lnTo>
                  <a:lnTo>
                    <a:pt x="311" y="3473"/>
                  </a:lnTo>
                  <a:lnTo>
                    <a:pt x="391" y="3415"/>
                  </a:lnTo>
                  <a:lnTo>
                    <a:pt x="449" y="3254"/>
                  </a:lnTo>
                  <a:lnTo>
                    <a:pt x="489" y="3213"/>
                  </a:lnTo>
                  <a:lnTo>
                    <a:pt x="593" y="3317"/>
                  </a:lnTo>
                  <a:lnTo>
                    <a:pt x="632" y="3317"/>
                  </a:lnTo>
                  <a:lnTo>
                    <a:pt x="632" y="3282"/>
                  </a:lnTo>
                  <a:lnTo>
                    <a:pt x="604" y="3225"/>
                  </a:lnTo>
                  <a:lnTo>
                    <a:pt x="598" y="3185"/>
                  </a:lnTo>
                  <a:lnTo>
                    <a:pt x="650" y="3162"/>
                  </a:lnTo>
                  <a:lnTo>
                    <a:pt x="684" y="3162"/>
                  </a:lnTo>
                  <a:lnTo>
                    <a:pt x="731" y="3203"/>
                  </a:lnTo>
                  <a:lnTo>
                    <a:pt x="777" y="3225"/>
                  </a:lnTo>
                  <a:lnTo>
                    <a:pt x="891" y="3225"/>
                  </a:lnTo>
                  <a:lnTo>
                    <a:pt x="961" y="3289"/>
                  </a:lnTo>
                  <a:lnTo>
                    <a:pt x="1047" y="3398"/>
                  </a:lnTo>
                  <a:lnTo>
                    <a:pt x="1059" y="3433"/>
                  </a:lnTo>
                  <a:lnTo>
                    <a:pt x="1088" y="3438"/>
                  </a:lnTo>
                  <a:lnTo>
                    <a:pt x="1162" y="3369"/>
                  </a:lnTo>
                  <a:lnTo>
                    <a:pt x="1030" y="3243"/>
                  </a:lnTo>
                  <a:lnTo>
                    <a:pt x="1064" y="3196"/>
                  </a:lnTo>
                  <a:lnTo>
                    <a:pt x="1093" y="3173"/>
                  </a:lnTo>
                  <a:lnTo>
                    <a:pt x="1093" y="3144"/>
                  </a:lnTo>
                  <a:lnTo>
                    <a:pt x="1076" y="3127"/>
                  </a:lnTo>
                  <a:lnTo>
                    <a:pt x="1042" y="3133"/>
                  </a:lnTo>
                  <a:lnTo>
                    <a:pt x="1002" y="3156"/>
                  </a:lnTo>
                  <a:lnTo>
                    <a:pt x="943" y="3162"/>
                  </a:lnTo>
                  <a:lnTo>
                    <a:pt x="881" y="3127"/>
                  </a:lnTo>
                  <a:lnTo>
                    <a:pt x="886" y="3047"/>
                  </a:lnTo>
                  <a:lnTo>
                    <a:pt x="961" y="2949"/>
                  </a:lnTo>
                  <a:lnTo>
                    <a:pt x="967" y="2920"/>
                  </a:lnTo>
                  <a:lnTo>
                    <a:pt x="829" y="2949"/>
                  </a:lnTo>
                  <a:lnTo>
                    <a:pt x="788" y="2880"/>
                  </a:lnTo>
                  <a:lnTo>
                    <a:pt x="788" y="2828"/>
                  </a:lnTo>
                  <a:lnTo>
                    <a:pt x="881" y="2764"/>
                  </a:lnTo>
                  <a:lnTo>
                    <a:pt x="909" y="2684"/>
                  </a:lnTo>
                  <a:lnTo>
                    <a:pt x="753" y="2304"/>
                  </a:lnTo>
                  <a:lnTo>
                    <a:pt x="782" y="2258"/>
                  </a:lnTo>
                  <a:lnTo>
                    <a:pt x="846" y="2252"/>
                  </a:lnTo>
                  <a:lnTo>
                    <a:pt x="874" y="2292"/>
                  </a:lnTo>
                  <a:lnTo>
                    <a:pt x="874" y="2269"/>
                  </a:lnTo>
                  <a:lnTo>
                    <a:pt x="869" y="2200"/>
                  </a:lnTo>
                  <a:lnTo>
                    <a:pt x="794" y="2137"/>
                  </a:lnTo>
                  <a:lnTo>
                    <a:pt x="731" y="2143"/>
                  </a:lnTo>
                  <a:lnTo>
                    <a:pt x="639" y="2131"/>
                  </a:lnTo>
                  <a:lnTo>
                    <a:pt x="587" y="2062"/>
                  </a:lnTo>
                  <a:lnTo>
                    <a:pt x="587" y="2005"/>
                  </a:lnTo>
                  <a:lnTo>
                    <a:pt x="644" y="1832"/>
                  </a:lnTo>
                  <a:lnTo>
                    <a:pt x="696" y="1912"/>
                  </a:lnTo>
                  <a:lnTo>
                    <a:pt x="731" y="1964"/>
                  </a:lnTo>
                  <a:lnTo>
                    <a:pt x="777" y="1988"/>
                  </a:lnTo>
                  <a:lnTo>
                    <a:pt x="822" y="1976"/>
                  </a:lnTo>
                  <a:lnTo>
                    <a:pt x="829" y="1953"/>
                  </a:lnTo>
                  <a:lnTo>
                    <a:pt x="846" y="1929"/>
                  </a:lnTo>
                  <a:lnTo>
                    <a:pt x="771" y="1832"/>
                  </a:lnTo>
                  <a:lnTo>
                    <a:pt x="753" y="1734"/>
                  </a:lnTo>
                  <a:lnTo>
                    <a:pt x="794" y="1625"/>
                  </a:lnTo>
                  <a:lnTo>
                    <a:pt x="852" y="1556"/>
                  </a:lnTo>
                  <a:lnTo>
                    <a:pt x="891" y="1429"/>
                  </a:lnTo>
                  <a:lnTo>
                    <a:pt x="961" y="1395"/>
                  </a:lnTo>
                  <a:lnTo>
                    <a:pt x="1024" y="1412"/>
                  </a:lnTo>
                  <a:lnTo>
                    <a:pt x="1151" y="1302"/>
                  </a:lnTo>
                  <a:lnTo>
                    <a:pt x="1168" y="1187"/>
                  </a:lnTo>
                  <a:lnTo>
                    <a:pt x="1220" y="1101"/>
                  </a:lnTo>
                  <a:lnTo>
                    <a:pt x="1335" y="1014"/>
                  </a:lnTo>
                  <a:lnTo>
                    <a:pt x="1404" y="899"/>
                  </a:lnTo>
                  <a:lnTo>
                    <a:pt x="1588" y="750"/>
                  </a:lnTo>
                  <a:lnTo>
                    <a:pt x="1715" y="709"/>
                  </a:lnTo>
                  <a:lnTo>
                    <a:pt x="1870" y="657"/>
                  </a:lnTo>
                  <a:lnTo>
                    <a:pt x="2123" y="634"/>
                  </a:lnTo>
                  <a:lnTo>
                    <a:pt x="2353" y="577"/>
                  </a:lnTo>
                  <a:lnTo>
                    <a:pt x="2463" y="553"/>
                  </a:lnTo>
                  <a:lnTo>
                    <a:pt x="2577" y="462"/>
                  </a:lnTo>
                  <a:lnTo>
                    <a:pt x="2641" y="370"/>
                  </a:lnTo>
                  <a:lnTo>
                    <a:pt x="2779" y="0"/>
                  </a:lnTo>
                  <a:lnTo>
                    <a:pt x="2831" y="12"/>
                  </a:lnTo>
                </a:path>
              </a:pathLst>
            </a:custGeom>
            <a:solidFill>
              <a:srgbClr val="d0d0d0"/>
            </a:solidFill>
            <a:ln w="0">
              <a:solidFill>
                <a:srgbClr val="90909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94" name=""/>
            <p:cNvSpPr/>
            <p:nvPr/>
          </p:nvSpPr>
          <p:spPr>
            <a:xfrm>
              <a:off x="672480" y="5037840"/>
              <a:ext cx="247680" cy="154440"/>
            </a:xfrm>
            <a:custGeom>
              <a:avLst/>
              <a:gdLst/>
              <a:ahLst/>
              <a:rect l="l" t="t" r="r" b="b"/>
              <a:pathLst>
                <a:path w="2007" h="1659">
                  <a:moveTo>
                    <a:pt x="2002" y="0"/>
                  </a:moveTo>
                  <a:lnTo>
                    <a:pt x="1968" y="24"/>
                  </a:lnTo>
                  <a:lnTo>
                    <a:pt x="1881" y="260"/>
                  </a:lnTo>
                  <a:lnTo>
                    <a:pt x="1835" y="370"/>
                  </a:lnTo>
                  <a:lnTo>
                    <a:pt x="1760" y="479"/>
                  </a:lnTo>
                  <a:lnTo>
                    <a:pt x="1669" y="531"/>
                  </a:lnTo>
                  <a:lnTo>
                    <a:pt x="1340" y="617"/>
                  </a:lnTo>
                  <a:lnTo>
                    <a:pt x="1104" y="640"/>
                  </a:lnTo>
                  <a:lnTo>
                    <a:pt x="805" y="738"/>
                  </a:lnTo>
                  <a:lnTo>
                    <a:pt x="610" y="894"/>
                  </a:lnTo>
                  <a:lnTo>
                    <a:pt x="529" y="1014"/>
                  </a:lnTo>
                  <a:lnTo>
                    <a:pt x="413" y="1101"/>
                  </a:lnTo>
                  <a:lnTo>
                    <a:pt x="363" y="1181"/>
                  </a:lnTo>
                  <a:lnTo>
                    <a:pt x="351" y="1279"/>
                  </a:lnTo>
                  <a:lnTo>
                    <a:pt x="247" y="1395"/>
                  </a:lnTo>
                  <a:lnTo>
                    <a:pt x="184" y="1383"/>
                  </a:lnTo>
                  <a:lnTo>
                    <a:pt x="97" y="1417"/>
                  </a:lnTo>
                  <a:lnTo>
                    <a:pt x="57" y="1538"/>
                  </a:lnTo>
                  <a:lnTo>
                    <a:pt x="11" y="1607"/>
                  </a:lnTo>
                  <a:lnTo>
                    <a:pt x="0" y="1659"/>
                  </a:lnTo>
                  <a:lnTo>
                    <a:pt x="52" y="1613"/>
                  </a:lnTo>
                  <a:lnTo>
                    <a:pt x="109" y="1544"/>
                  </a:lnTo>
                  <a:lnTo>
                    <a:pt x="132" y="1446"/>
                  </a:lnTo>
                  <a:lnTo>
                    <a:pt x="178" y="1417"/>
                  </a:lnTo>
                  <a:lnTo>
                    <a:pt x="253" y="1440"/>
                  </a:lnTo>
                  <a:lnTo>
                    <a:pt x="408" y="1302"/>
                  </a:lnTo>
                  <a:lnTo>
                    <a:pt x="413" y="1198"/>
                  </a:lnTo>
                  <a:lnTo>
                    <a:pt x="454" y="1118"/>
                  </a:lnTo>
                  <a:lnTo>
                    <a:pt x="575" y="1037"/>
                  </a:lnTo>
                  <a:lnTo>
                    <a:pt x="650" y="916"/>
                  </a:lnTo>
                  <a:lnTo>
                    <a:pt x="817" y="778"/>
                  </a:lnTo>
                  <a:lnTo>
                    <a:pt x="1099" y="681"/>
                  </a:lnTo>
                  <a:lnTo>
                    <a:pt x="1340" y="652"/>
                  </a:lnTo>
                  <a:lnTo>
                    <a:pt x="1709" y="565"/>
                  </a:lnTo>
                  <a:lnTo>
                    <a:pt x="1795" y="491"/>
                  </a:lnTo>
                  <a:lnTo>
                    <a:pt x="1887" y="381"/>
                  </a:lnTo>
                  <a:lnTo>
                    <a:pt x="2007" y="41"/>
                  </a:lnTo>
                  <a:lnTo>
                    <a:pt x="2002"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95" name=""/>
            <p:cNvSpPr/>
            <p:nvPr/>
          </p:nvSpPr>
          <p:spPr>
            <a:xfrm>
              <a:off x="672480" y="5037840"/>
              <a:ext cx="247680" cy="154440"/>
            </a:xfrm>
            <a:custGeom>
              <a:avLst/>
              <a:gdLst/>
              <a:ahLst/>
              <a:rect l="l" t="t" r="r" b="b"/>
              <a:pathLst>
                <a:path w="2007" h="1659">
                  <a:moveTo>
                    <a:pt x="2002" y="0"/>
                  </a:moveTo>
                  <a:lnTo>
                    <a:pt x="1968" y="24"/>
                  </a:lnTo>
                  <a:lnTo>
                    <a:pt x="1881" y="260"/>
                  </a:lnTo>
                  <a:lnTo>
                    <a:pt x="1835" y="370"/>
                  </a:lnTo>
                  <a:lnTo>
                    <a:pt x="1760" y="479"/>
                  </a:lnTo>
                  <a:lnTo>
                    <a:pt x="1669" y="531"/>
                  </a:lnTo>
                  <a:lnTo>
                    <a:pt x="1340" y="617"/>
                  </a:lnTo>
                  <a:lnTo>
                    <a:pt x="1104" y="640"/>
                  </a:lnTo>
                  <a:lnTo>
                    <a:pt x="805" y="738"/>
                  </a:lnTo>
                  <a:lnTo>
                    <a:pt x="610" y="894"/>
                  </a:lnTo>
                  <a:lnTo>
                    <a:pt x="529" y="1014"/>
                  </a:lnTo>
                  <a:lnTo>
                    <a:pt x="413" y="1101"/>
                  </a:lnTo>
                  <a:lnTo>
                    <a:pt x="363" y="1181"/>
                  </a:lnTo>
                  <a:lnTo>
                    <a:pt x="351" y="1279"/>
                  </a:lnTo>
                  <a:lnTo>
                    <a:pt x="247" y="1395"/>
                  </a:lnTo>
                  <a:lnTo>
                    <a:pt x="184" y="1383"/>
                  </a:lnTo>
                  <a:lnTo>
                    <a:pt x="97" y="1417"/>
                  </a:lnTo>
                  <a:lnTo>
                    <a:pt x="57" y="1538"/>
                  </a:lnTo>
                  <a:lnTo>
                    <a:pt x="11" y="1607"/>
                  </a:lnTo>
                  <a:lnTo>
                    <a:pt x="0" y="1659"/>
                  </a:lnTo>
                  <a:lnTo>
                    <a:pt x="52" y="1613"/>
                  </a:lnTo>
                  <a:lnTo>
                    <a:pt x="109" y="1544"/>
                  </a:lnTo>
                  <a:lnTo>
                    <a:pt x="132" y="1446"/>
                  </a:lnTo>
                  <a:lnTo>
                    <a:pt x="178" y="1417"/>
                  </a:lnTo>
                  <a:lnTo>
                    <a:pt x="253" y="1440"/>
                  </a:lnTo>
                  <a:lnTo>
                    <a:pt x="408" y="1302"/>
                  </a:lnTo>
                  <a:lnTo>
                    <a:pt x="413" y="1198"/>
                  </a:lnTo>
                  <a:lnTo>
                    <a:pt x="454" y="1118"/>
                  </a:lnTo>
                  <a:lnTo>
                    <a:pt x="575" y="1037"/>
                  </a:lnTo>
                  <a:lnTo>
                    <a:pt x="650" y="916"/>
                  </a:lnTo>
                  <a:lnTo>
                    <a:pt x="817" y="778"/>
                  </a:lnTo>
                  <a:lnTo>
                    <a:pt x="1099" y="681"/>
                  </a:lnTo>
                  <a:lnTo>
                    <a:pt x="1340" y="652"/>
                  </a:lnTo>
                  <a:lnTo>
                    <a:pt x="1709" y="565"/>
                  </a:lnTo>
                  <a:lnTo>
                    <a:pt x="1795" y="491"/>
                  </a:lnTo>
                  <a:lnTo>
                    <a:pt x="1887" y="381"/>
                  </a:lnTo>
                  <a:lnTo>
                    <a:pt x="2007" y="41"/>
                  </a:lnTo>
                  <a:lnTo>
                    <a:pt x="2002" y="0"/>
                  </a:lnTo>
                </a:path>
              </a:pathLst>
            </a:custGeom>
            <a:solidFill>
              <a:srgbClr val="d0d0d0"/>
            </a:solidFill>
            <a:ln w="0">
              <a:solidFill>
                <a:srgbClr val="909090"/>
              </a:solidFill>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096" name=""/>
            <p:cNvSpPr/>
            <p:nvPr/>
          </p:nvSpPr>
          <p:spPr>
            <a:xfrm>
              <a:off x="553680" y="5899320"/>
              <a:ext cx="112320" cy="45360"/>
            </a:xfrm>
            <a:custGeom>
              <a:avLst/>
              <a:gdLst/>
              <a:ahLst/>
              <a:rect l="l" t="t" r="r" b="b"/>
              <a:pathLst>
                <a:path w="910" h="484">
                  <a:moveTo>
                    <a:pt x="881" y="98"/>
                  </a:moveTo>
                  <a:lnTo>
                    <a:pt x="772" y="29"/>
                  </a:lnTo>
                  <a:lnTo>
                    <a:pt x="634" y="0"/>
                  </a:lnTo>
                  <a:lnTo>
                    <a:pt x="513" y="29"/>
                  </a:lnTo>
                  <a:lnTo>
                    <a:pt x="202" y="144"/>
                  </a:lnTo>
                  <a:lnTo>
                    <a:pt x="70" y="207"/>
                  </a:lnTo>
                  <a:lnTo>
                    <a:pt x="30" y="282"/>
                  </a:lnTo>
                  <a:lnTo>
                    <a:pt x="0" y="334"/>
                  </a:lnTo>
                  <a:lnTo>
                    <a:pt x="18" y="397"/>
                  </a:lnTo>
                  <a:lnTo>
                    <a:pt x="93" y="460"/>
                  </a:lnTo>
                  <a:lnTo>
                    <a:pt x="168" y="484"/>
                  </a:lnTo>
                  <a:lnTo>
                    <a:pt x="197" y="460"/>
                  </a:lnTo>
                  <a:lnTo>
                    <a:pt x="249" y="432"/>
                  </a:lnTo>
                  <a:lnTo>
                    <a:pt x="421" y="449"/>
                  </a:lnTo>
                  <a:lnTo>
                    <a:pt x="657" y="408"/>
                  </a:lnTo>
                  <a:lnTo>
                    <a:pt x="772" y="339"/>
                  </a:lnTo>
                  <a:lnTo>
                    <a:pt x="898" y="173"/>
                  </a:lnTo>
                  <a:lnTo>
                    <a:pt x="910" y="138"/>
                  </a:lnTo>
                  <a:lnTo>
                    <a:pt x="881" y="98"/>
                  </a:lnTo>
                  <a:close/>
                </a:path>
              </a:pathLst>
            </a:custGeom>
            <a:solidFill>
              <a:srgbClr val="d0d0d0"/>
            </a:solidFill>
            <a:ln w="9360">
              <a:solidFill>
                <a:srgbClr val="909090"/>
              </a:solidFill>
              <a:round/>
            </a:ln>
          </p:spPr>
          <p:style>
            <a:lnRef idx="0"/>
            <a:fillRef idx="0"/>
            <a:effectRef idx="0"/>
            <a:fontRef idx="minor"/>
          </p:style>
          <p:txBody>
            <a:bodyPr lIns="90000" rIns="90000" tIns="-1440" bIns="-1440" anchor="t">
              <a:noAutofit/>
            </a:bodyPr>
            <a:p>
              <a:endParaRPr b="0" lang="en-US" sz="2400" spc="-1" strike="noStrike">
                <a:solidFill>
                  <a:srgbClr val="000000"/>
                </a:solidFill>
                <a:latin typeface="Times New Roman"/>
              </a:endParaRPr>
            </a:p>
          </p:txBody>
        </p:sp>
        <p:sp>
          <p:nvSpPr>
            <p:cNvPr id="9097" name=""/>
            <p:cNvSpPr/>
            <p:nvPr/>
          </p:nvSpPr>
          <p:spPr>
            <a:xfrm>
              <a:off x="553680" y="5899320"/>
              <a:ext cx="112320" cy="45360"/>
            </a:xfrm>
            <a:custGeom>
              <a:avLst/>
              <a:gdLst/>
              <a:ahLst/>
              <a:rect l="l" t="t" r="r" b="b"/>
              <a:pathLst>
                <a:path w="910" h="484">
                  <a:moveTo>
                    <a:pt x="881" y="98"/>
                  </a:moveTo>
                  <a:lnTo>
                    <a:pt x="772" y="29"/>
                  </a:lnTo>
                  <a:lnTo>
                    <a:pt x="634" y="0"/>
                  </a:lnTo>
                  <a:lnTo>
                    <a:pt x="513" y="29"/>
                  </a:lnTo>
                  <a:lnTo>
                    <a:pt x="202" y="144"/>
                  </a:lnTo>
                  <a:lnTo>
                    <a:pt x="70" y="207"/>
                  </a:lnTo>
                  <a:lnTo>
                    <a:pt x="30" y="282"/>
                  </a:lnTo>
                  <a:lnTo>
                    <a:pt x="0" y="334"/>
                  </a:lnTo>
                  <a:lnTo>
                    <a:pt x="18" y="397"/>
                  </a:lnTo>
                  <a:lnTo>
                    <a:pt x="93" y="460"/>
                  </a:lnTo>
                  <a:lnTo>
                    <a:pt x="168" y="484"/>
                  </a:lnTo>
                  <a:lnTo>
                    <a:pt x="197" y="460"/>
                  </a:lnTo>
                  <a:lnTo>
                    <a:pt x="249" y="432"/>
                  </a:lnTo>
                  <a:lnTo>
                    <a:pt x="421" y="449"/>
                  </a:lnTo>
                  <a:lnTo>
                    <a:pt x="657" y="408"/>
                  </a:lnTo>
                  <a:lnTo>
                    <a:pt x="772" y="339"/>
                  </a:lnTo>
                  <a:lnTo>
                    <a:pt x="898" y="173"/>
                  </a:lnTo>
                  <a:lnTo>
                    <a:pt x="910" y="138"/>
                  </a:lnTo>
                  <a:lnTo>
                    <a:pt x="881" y="98"/>
                  </a:lnTo>
                </a:path>
              </a:pathLst>
            </a:custGeom>
            <a:solidFill>
              <a:srgbClr val="d0d0d0"/>
            </a:solidFill>
            <a:ln w="0">
              <a:solidFill>
                <a:srgbClr val="909090"/>
              </a:solidFill>
            </a:ln>
          </p:spPr>
          <p:style>
            <a:lnRef idx="0"/>
            <a:fillRef idx="0"/>
            <a:effectRef idx="0"/>
            <a:fontRef idx="minor"/>
          </p:style>
          <p:txBody>
            <a:bodyPr lIns="90000" rIns="90000" tIns="-1440" bIns="-1440" anchor="t">
              <a:noAutofit/>
            </a:bodyPr>
            <a:p>
              <a:endParaRPr b="0" lang="en-US" sz="2400" spc="-1" strike="noStrike">
                <a:solidFill>
                  <a:srgbClr val="000000"/>
                </a:solidFill>
                <a:latin typeface="Times New Roman"/>
              </a:endParaRPr>
            </a:p>
          </p:txBody>
        </p:sp>
        <p:sp>
          <p:nvSpPr>
            <p:cNvPr id="9098" name=""/>
            <p:cNvSpPr/>
            <p:nvPr/>
          </p:nvSpPr>
          <p:spPr>
            <a:xfrm>
              <a:off x="1009080" y="5640840"/>
              <a:ext cx="54000" cy="64440"/>
            </a:xfrm>
            <a:custGeom>
              <a:avLst/>
              <a:gdLst/>
              <a:ahLst/>
              <a:rect l="l" t="t" r="r" b="b"/>
              <a:pathLst>
                <a:path w="437" h="690">
                  <a:moveTo>
                    <a:pt x="287" y="685"/>
                  </a:moveTo>
                  <a:lnTo>
                    <a:pt x="327" y="621"/>
                  </a:lnTo>
                  <a:lnTo>
                    <a:pt x="322" y="454"/>
                  </a:lnTo>
                  <a:lnTo>
                    <a:pt x="322" y="403"/>
                  </a:lnTo>
                  <a:lnTo>
                    <a:pt x="339" y="385"/>
                  </a:lnTo>
                  <a:lnTo>
                    <a:pt x="368" y="368"/>
                  </a:lnTo>
                  <a:lnTo>
                    <a:pt x="379" y="339"/>
                  </a:lnTo>
                  <a:lnTo>
                    <a:pt x="386" y="294"/>
                  </a:lnTo>
                  <a:lnTo>
                    <a:pt x="368" y="259"/>
                  </a:lnTo>
                  <a:lnTo>
                    <a:pt x="368" y="230"/>
                  </a:lnTo>
                  <a:lnTo>
                    <a:pt x="396" y="201"/>
                  </a:lnTo>
                  <a:lnTo>
                    <a:pt x="408" y="195"/>
                  </a:lnTo>
                  <a:lnTo>
                    <a:pt x="426" y="173"/>
                  </a:lnTo>
                  <a:lnTo>
                    <a:pt x="437" y="143"/>
                  </a:lnTo>
                  <a:lnTo>
                    <a:pt x="431" y="114"/>
                  </a:lnTo>
                  <a:lnTo>
                    <a:pt x="414" y="92"/>
                  </a:lnTo>
                  <a:lnTo>
                    <a:pt x="408" y="69"/>
                  </a:lnTo>
                  <a:lnTo>
                    <a:pt x="408" y="52"/>
                  </a:lnTo>
                  <a:lnTo>
                    <a:pt x="386" y="34"/>
                  </a:lnTo>
                  <a:lnTo>
                    <a:pt x="362" y="34"/>
                  </a:lnTo>
                  <a:lnTo>
                    <a:pt x="327" y="5"/>
                  </a:lnTo>
                  <a:lnTo>
                    <a:pt x="299" y="0"/>
                  </a:lnTo>
                  <a:lnTo>
                    <a:pt x="270" y="28"/>
                  </a:lnTo>
                  <a:lnTo>
                    <a:pt x="265" y="52"/>
                  </a:lnTo>
                  <a:lnTo>
                    <a:pt x="241" y="80"/>
                  </a:lnTo>
                  <a:lnTo>
                    <a:pt x="201" y="109"/>
                  </a:lnTo>
                  <a:lnTo>
                    <a:pt x="189" y="121"/>
                  </a:lnTo>
                  <a:lnTo>
                    <a:pt x="184" y="149"/>
                  </a:lnTo>
                  <a:lnTo>
                    <a:pt x="196" y="195"/>
                  </a:lnTo>
                  <a:lnTo>
                    <a:pt x="189" y="207"/>
                  </a:lnTo>
                  <a:lnTo>
                    <a:pt x="92" y="253"/>
                  </a:lnTo>
                  <a:lnTo>
                    <a:pt x="40" y="242"/>
                  </a:lnTo>
                  <a:lnTo>
                    <a:pt x="28" y="247"/>
                  </a:lnTo>
                  <a:lnTo>
                    <a:pt x="11" y="264"/>
                  </a:lnTo>
                  <a:lnTo>
                    <a:pt x="0" y="311"/>
                  </a:lnTo>
                  <a:lnTo>
                    <a:pt x="28" y="380"/>
                  </a:lnTo>
                  <a:lnTo>
                    <a:pt x="103" y="432"/>
                  </a:lnTo>
                  <a:lnTo>
                    <a:pt x="120" y="500"/>
                  </a:lnTo>
                  <a:lnTo>
                    <a:pt x="103" y="534"/>
                  </a:lnTo>
                  <a:lnTo>
                    <a:pt x="92" y="586"/>
                  </a:lnTo>
                  <a:lnTo>
                    <a:pt x="144" y="604"/>
                  </a:lnTo>
                  <a:lnTo>
                    <a:pt x="206" y="627"/>
                  </a:lnTo>
                  <a:lnTo>
                    <a:pt x="218" y="645"/>
                  </a:lnTo>
                  <a:lnTo>
                    <a:pt x="224" y="673"/>
                  </a:lnTo>
                  <a:lnTo>
                    <a:pt x="253" y="690"/>
                  </a:lnTo>
                  <a:lnTo>
                    <a:pt x="282" y="690"/>
                  </a:lnTo>
                  <a:lnTo>
                    <a:pt x="287" y="685"/>
                  </a:lnTo>
                  <a:close/>
                </a:path>
              </a:pathLst>
            </a:custGeom>
            <a:solidFill>
              <a:srgbClr val="d0d0d0"/>
            </a:solidFill>
            <a:ln w="9360">
              <a:solidFill>
                <a:srgbClr val="909090"/>
              </a:solidFill>
              <a:round/>
            </a:ln>
          </p:spPr>
          <p:style>
            <a:lnRef idx="0"/>
            <a:fillRef idx="0"/>
            <a:effectRef idx="0"/>
            <a:fontRef idx="minor"/>
          </p:style>
          <p:txBody>
            <a:bodyPr lIns="90000" rIns="90000" tIns="17640" bIns="17640" anchor="t">
              <a:noAutofit/>
            </a:bodyPr>
            <a:p>
              <a:endParaRPr b="0" lang="en-US" sz="2400" spc="-1" strike="noStrike">
                <a:solidFill>
                  <a:srgbClr val="000000"/>
                </a:solidFill>
                <a:latin typeface="Times New Roman"/>
              </a:endParaRPr>
            </a:p>
          </p:txBody>
        </p:sp>
        <p:sp>
          <p:nvSpPr>
            <p:cNvPr id="9099" name=""/>
            <p:cNvSpPr/>
            <p:nvPr/>
          </p:nvSpPr>
          <p:spPr>
            <a:xfrm>
              <a:off x="1009080" y="5640840"/>
              <a:ext cx="54000" cy="64440"/>
            </a:xfrm>
            <a:custGeom>
              <a:avLst/>
              <a:gdLst/>
              <a:ahLst/>
              <a:rect l="l" t="t" r="r" b="b"/>
              <a:pathLst>
                <a:path w="437" h="690">
                  <a:moveTo>
                    <a:pt x="287" y="685"/>
                  </a:moveTo>
                  <a:lnTo>
                    <a:pt x="327" y="621"/>
                  </a:lnTo>
                  <a:lnTo>
                    <a:pt x="322" y="454"/>
                  </a:lnTo>
                  <a:lnTo>
                    <a:pt x="322" y="403"/>
                  </a:lnTo>
                  <a:lnTo>
                    <a:pt x="339" y="385"/>
                  </a:lnTo>
                  <a:lnTo>
                    <a:pt x="368" y="368"/>
                  </a:lnTo>
                  <a:lnTo>
                    <a:pt x="379" y="339"/>
                  </a:lnTo>
                  <a:lnTo>
                    <a:pt x="386" y="294"/>
                  </a:lnTo>
                  <a:lnTo>
                    <a:pt x="368" y="259"/>
                  </a:lnTo>
                  <a:lnTo>
                    <a:pt x="368" y="230"/>
                  </a:lnTo>
                  <a:lnTo>
                    <a:pt x="396" y="201"/>
                  </a:lnTo>
                  <a:lnTo>
                    <a:pt x="408" y="195"/>
                  </a:lnTo>
                  <a:lnTo>
                    <a:pt x="426" y="173"/>
                  </a:lnTo>
                  <a:lnTo>
                    <a:pt x="437" y="143"/>
                  </a:lnTo>
                  <a:lnTo>
                    <a:pt x="431" y="114"/>
                  </a:lnTo>
                  <a:lnTo>
                    <a:pt x="414" y="92"/>
                  </a:lnTo>
                  <a:lnTo>
                    <a:pt x="408" y="69"/>
                  </a:lnTo>
                  <a:lnTo>
                    <a:pt x="408" y="52"/>
                  </a:lnTo>
                  <a:lnTo>
                    <a:pt x="386" y="34"/>
                  </a:lnTo>
                  <a:lnTo>
                    <a:pt x="362" y="34"/>
                  </a:lnTo>
                  <a:lnTo>
                    <a:pt x="327" y="5"/>
                  </a:lnTo>
                  <a:lnTo>
                    <a:pt x="299" y="0"/>
                  </a:lnTo>
                  <a:lnTo>
                    <a:pt x="270" y="28"/>
                  </a:lnTo>
                  <a:lnTo>
                    <a:pt x="265" y="52"/>
                  </a:lnTo>
                  <a:lnTo>
                    <a:pt x="241" y="80"/>
                  </a:lnTo>
                  <a:lnTo>
                    <a:pt x="201" y="109"/>
                  </a:lnTo>
                  <a:lnTo>
                    <a:pt x="189" y="121"/>
                  </a:lnTo>
                  <a:lnTo>
                    <a:pt x="184" y="149"/>
                  </a:lnTo>
                  <a:lnTo>
                    <a:pt x="196" y="195"/>
                  </a:lnTo>
                  <a:lnTo>
                    <a:pt x="189" y="207"/>
                  </a:lnTo>
                  <a:lnTo>
                    <a:pt x="92" y="253"/>
                  </a:lnTo>
                  <a:lnTo>
                    <a:pt x="40" y="242"/>
                  </a:lnTo>
                  <a:lnTo>
                    <a:pt x="28" y="247"/>
                  </a:lnTo>
                  <a:lnTo>
                    <a:pt x="11" y="264"/>
                  </a:lnTo>
                  <a:lnTo>
                    <a:pt x="0" y="311"/>
                  </a:lnTo>
                  <a:lnTo>
                    <a:pt x="28" y="380"/>
                  </a:lnTo>
                  <a:lnTo>
                    <a:pt x="103" y="432"/>
                  </a:lnTo>
                  <a:lnTo>
                    <a:pt x="120" y="500"/>
                  </a:lnTo>
                  <a:lnTo>
                    <a:pt x="103" y="534"/>
                  </a:lnTo>
                  <a:lnTo>
                    <a:pt x="92" y="586"/>
                  </a:lnTo>
                  <a:lnTo>
                    <a:pt x="144" y="604"/>
                  </a:lnTo>
                  <a:lnTo>
                    <a:pt x="206" y="627"/>
                  </a:lnTo>
                  <a:lnTo>
                    <a:pt x="218" y="645"/>
                  </a:lnTo>
                  <a:lnTo>
                    <a:pt x="224" y="673"/>
                  </a:lnTo>
                  <a:lnTo>
                    <a:pt x="253" y="690"/>
                  </a:lnTo>
                  <a:lnTo>
                    <a:pt x="282" y="690"/>
                  </a:lnTo>
                  <a:lnTo>
                    <a:pt x="287" y="685"/>
                  </a:lnTo>
                </a:path>
              </a:pathLst>
            </a:custGeom>
            <a:solidFill>
              <a:srgbClr val="d0d0d0"/>
            </a:solidFill>
            <a:ln w="0">
              <a:solidFill>
                <a:srgbClr val="909090"/>
              </a:solidFill>
            </a:ln>
          </p:spPr>
          <p:style>
            <a:lnRef idx="0"/>
            <a:fillRef idx="0"/>
            <a:effectRef idx="0"/>
            <a:fontRef idx="minor"/>
          </p:style>
          <p:txBody>
            <a:bodyPr lIns="90000" rIns="90000" tIns="17640" bIns="17640" anchor="t">
              <a:noAutofit/>
            </a:bodyPr>
            <a:p>
              <a:endParaRPr b="0" lang="en-US" sz="2400" spc="-1" strike="noStrike">
                <a:solidFill>
                  <a:srgbClr val="000000"/>
                </a:solidFill>
                <a:latin typeface="Times New Roman"/>
              </a:endParaRPr>
            </a:p>
          </p:txBody>
        </p:sp>
      </p:grpSp>
      <p:grpSp>
        <p:nvGrpSpPr>
          <p:cNvPr id="9100" name=""/>
          <p:cNvGrpSpPr/>
          <p:nvPr/>
        </p:nvGrpSpPr>
        <p:grpSpPr>
          <a:xfrm>
            <a:off x="4529160" y="512280"/>
            <a:ext cx="3149640" cy="1651320"/>
            <a:chOff x="4529160" y="512280"/>
            <a:chExt cx="3149640" cy="1651320"/>
          </a:xfrm>
        </p:grpSpPr>
        <p:sp>
          <p:nvSpPr>
            <p:cNvPr id="9101" name=""/>
            <p:cNvSpPr/>
            <p:nvPr/>
          </p:nvSpPr>
          <p:spPr>
            <a:xfrm>
              <a:off x="7304040" y="2103480"/>
              <a:ext cx="11160" cy="14400"/>
            </a:xfrm>
            <a:custGeom>
              <a:avLst/>
              <a:gdLst/>
              <a:ahLst/>
              <a:rect l="l" t="t" r="r" b="b"/>
              <a:pathLst>
                <a:path w="64" h="98">
                  <a:moveTo>
                    <a:pt x="58" y="28"/>
                  </a:moveTo>
                  <a:lnTo>
                    <a:pt x="64" y="0"/>
                  </a:lnTo>
                  <a:lnTo>
                    <a:pt x="41" y="5"/>
                  </a:lnTo>
                  <a:lnTo>
                    <a:pt x="0" y="70"/>
                  </a:lnTo>
                  <a:lnTo>
                    <a:pt x="24" y="98"/>
                  </a:lnTo>
                  <a:lnTo>
                    <a:pt x="35" y="87"/>
                  </a:lnTo>
                  <a:lnTo>
                    <a:pt x="41" y="63"/>
                  </a:lnTo>
                  <a:lnTo>
                    <a:pt x="58" y="28"/>
                  </a:lnTo>
                  <a:close/>
                </a:path>
              </a:pathLst>
            </a:custGeom>
            <a:solidFill>
              <a:srgbClr val="d0d0d0"/>
            </a:solidFill>
            <a:ln w="9360">
              <a:solidFill>
                <a:srgbClr val="909090"/>
              </a:solidFill>
              <a:round/>
            </a:ln>
          </p:spPr>
          <p:style>
            <a:lnRef idx="0"/>
            <a:fillRef idx="0"/>
            <a:effectRef idx="0"/>
            <a:fontRef idx="minor"/>
          </p:style>
          <p:txBody>
            <a:bodyPr lIns="90000" rIns="90000" tIns="-32400" bIns="-32400" anchor="t">
              <a:noAutofit/>
            </a:bodyPr>
            <a:p>
              <a:endParaRPr b="0" lang="en-US" sz="2400" spc="-1" strike="noStrike">
                <a:solidFill>
                  <a:srgbClr val="000000"/>
                </a:solidFill>
                <a:latin typeface="Times New Roman"/>
              </a:endParaRPr>
            </a:p>
          </p:txBody>
        </p:sp>
        <p:sp>
          <p:nvSpPr>
            <p:cNvPr id="9102" name=""/>
            <p:cNvSpPr/>
            <p:nvPr/>
          </p:nvSpPr>
          <p:spPr>
            <a:xfrm>
              <a:off x="7191360" y="2077920"/>
              <a:ext cx="6480" cy="9720"/>
            </a:xfrm>
            <a:custGeom>
              <a:avLst/>
              <a:gdLst/>
              <a:ahLst/>
              <a:rect l="l" t="t" r="r" b="b"/>
              <a:pathLst>
                <a:path w="29" h="63">
                  <a:moveTo>
                    <a:pt x="17" y="0"/>
                  </a:moveTo>
                  <a:lnTo>
                    <a:pt x="0" y="0"/>
                  </a:lnTo>
                  <a:lnTo>
                    <a:pt x="0" y="63"/>
                  </a:lnTo>
                  <a:lnTo>
                    <a:pt x="24" y="40"/>
                  </a:lnTo>
                  <a:lnTo>
                    <a:pt x="24" y="17"/>
                  </a:lnTo>
                  <a:lnTo>
                    <a:pt x="29" y="0"/>
                  </a:lnTo>
                  <a:lnTo>
                    <a:pt x="17" y="0"/>
                  </a:lnTo>
                  <a:close/>
                </a:path>
              </a:pathLst>
            </a:custGeom>
            <a:solidFill>
              <a:srgbClr val="d0d0d0"/>
            </a:solidFill>
            <a:ln w="9360">
              <a:solidFill>
                <a:srgbClr val="909090"/>
              </a:solidFill>
              <a:round/>
            </a:ln>
          </p:spPr>
          <p:style>
            <a:lnRef idx="0"/>
            <a:fillRef idx="0"/>
            <a:effectRef idx="0"/>
            <a:fontRef idx="minor"/>
          </p:style>
          <p:txBody>
            <a:bodyPr lIns="90000" rIns="90000" tIns="-37080" bIns="-37080" anchor="t">
              <a:noAutofit/>
            </a:bodyPr>
            <a:p>
              <a:endParaRPr b="0" lang="en-US" sz="2400" spc="-1" strike="noStrike">
                <a:solidFill>
                  <a:srgbClr val="000000"/>
                </a:solidFill>
                <a:latin typeface="Times New Roman"/>
              </a:endParaRPr>
            </a:p>
          </p:txBody>
        </p:sp>
        <p:sp>
          <p:nvSpPr>
            <p:cNvPr id="9103" name=""/>
            <p:cNvSpPr/>
            <p:nvPr/>
          </p:nvSpPr>
          <p:spPr>
            <a:xfrm>
              <a:off x="7201080" y="2114640"/>
              <a:ext cx="7920" cy="7920"/>
            </a:xfrm>
            <a:custGeom>
              <a:avLst/>
              <a:gdLst/>
              <a:ahLst/>
              <a:rect l="l" t="t" r="r" b="b"/>
              <a:pathLst>
                <a:path w="35" h="46">
                  <a:moveTo>
                    <a:pt x="29" y="17"/>
                  </a:moveTo>
                  <a:lnTo>
                    <a:pt x="6" y="0"/>
                  </a:lnTo>
                  <a:lnTo>
                    <a:pt x="0" y="29"/>
                  </a:lnTo>
                  <a:lnTo>
                    <a:pt x="24" y="46"/>
                  </a:lnTo>
                  <a:lnTo>
                    <a:pt x="35" y="23"/>
                  </a:lnTo>
                  <a:lnTo>
                    <a:pt x="29" y="17"/>
                  </a:lnTo>
                  <a:close/>
                </a:path>
              </a:pathLst>
            </a:custGeom>
            <a:solidFill>
              <a:srgbClr val="d0d0d0"/>
            </a:solidFill>
            <a:ln w="9360">
              <a:solidFill>
                <a:srgbClr val="90909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9104" name=""/>
            <p:cNvSpPr/>
            <p:nvPr/>
          </p:nvSpPr>
          <p:spPr>
            <a:xfrm>
              <a:off x="7216920" y="2133720"/>
              <a:ext cx="12600" cy="7920"/>
            </a:xfrm>
            <a:custGeom>
              <a:avLst/>
              <a:gdLst/>
              <a:ahLst/>
              <a:rect l="l" t="t" r="r" b="b"/>
              <a:pathLst>
                <a:path w="70" h="34">
                  <a:moveTo>
                    <a:pt x="41" y="5"/>
                  </a:moveTo>
                  <a:lnTo>
                    <a:pt x="6" y="0"/>
                  </a:lnTo>
                  <a:lnTo>
                    <a:pt x="0" y="12"/>
                  </a:lnTo>
                  <a:lnTo>
                    <a:pt x="17" y="34"/>
                  </a:lnTo>
                  <a:lnTo>
                    <a:pt x="52" y="29"/>
                  </a:lnTo>
                  <a:lnTo>
                    <a:pt x="70" y="29"/>
                  </a:lnTo>
                  <a:lnTo>
                    <a:pt x="70" y="17"/>
                  </a:lnTo>
                  <a:lnTo>
                    <a:pt x="41" y="5"/>
                  </a:lnTo>
                  <a:close/>
                </a:path>
              </a:pathLst>
            </a:custGeom>
            <a:solidFill>
              <a:srgbClr val="d0d0d0"/>
            </a:solidFill>
            <a:ln w="9360">
              <a:solidFill>
                <a:srgbClr val="90909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9105" name=""/>
            <p:cNvSpPr/>
            <p:nvPr/>
          </p:nvSpPr>
          <p:spPr>
            <a:xfrm>
              <a:off x="7505640" y="1617840"/>
              <a:ext cx="4680" cy="2880"/>
            </a:xfrm>
            <a:custGeom>
              <a:avLst/>
              <a:gdLst/>
              <a:ahLst/>
              <a:rect l="l" t="t" r="r" b="b"/>
              <a:pathLst>
                <a:path w="30" h="18">
                  <a:moveTo>
                    <a:pt x="12" y="0"/>
                  </a:moveTo>
                  <a:lnTo>
                    <a:pt x="6" y="0"/>
                  </a:lnTo>
                  <a:lnTo>
                    <a:pt x="0" y="11"/>
                  </a:lnTo>
                  <a:lnTo>
                    <a:pt x="12" y="18"/>
                  </a:lnTo>
                  <a:lnTo>
                    <a:pt x="30" y="6"/>
                  </a:lnTo>
                  <a:lnTo>
                    <a:pt x="12" y="0"/>
                  </a:lnTo>
                  <a:close/>
                </a:path>
              </a:pathLst>
            </a:custGeom>
            <a:solidFill>
              <a:srgbClr val="d0d0d0"/>
            </a:solidFill>
            <a:ln w="9360">
              <a:solidFill>
                <a:srgbClr val="909090"/>
              </a:solidFill>
              <a:round/>
            </a:ln>
          </p:spPr>
          <p:style>
            <a:lnRef idx="0"/>
            <a:fillRef idx="0"/>
            <a:effectRef idx="0"/>
            <a:fontRef idx="minor"/>
          </p:style>
          <p:txBody>
            <a:bodyPr lIns="90000" rIns="90000" tIns="-43920" bIns="-43920" anchor="t">
              <a:noAutofit/>
            </a:bodyPr>
            <a:p>
              <a:endParaRPr b="0" lang="en-US" sz="2400" spc="-1" strike="noStrike">
                <a:solidFill>
                  <a:srgbClr val="000000"/>
                </a:solidFill>
                <a:latin typeface="Times New Roman"/>
              </a:endParaRPr>
            </a:p>
          </p:txBody>
        </p:sp>
        <p:sp>
          <p:nvSpPr>
            <p:cNvPr id="9106" name=""/>
            <p:cNvSpPr/>
            <p:nvPr/>
          </p:nvSpPr>
          <p:spPr>
            <a:xfrm>
              <a:off x="7518240" y="1611360"/>
              <a:ext cx="9720" cy="6480"/>
            </a:xfrm>
            <a:custGeom>
              <a:avLst/>
              <a:gdLst/>
              <a:ahLst/>
              <a:rect l="l" t="t" r="r" b="b"/>
              <a:pathLst>
                <a:path w="53" h="47">
                  <a:moveTo>
                    <a:pt x="18" y="0"/>
                  </a:moveTo>
                  <a:lnTo>
                    <a:pt x="0" y="18"/>
                  </a:lnTo>
                  <a:lnTo>
                    <a:pt x="0" y="41"/>
                  </a:lnTo>
                  <a:lnTo>
                    <a:pt x="35" y="47"/>
                  </a:lnTo>
                  <a:lnTo>
                    <a:pt x="35" y="35"/>
                  </a:lnTo>
                  <a:lnTo>
                    <a:pt x="53" y="23"/>
                  </a:lnTo>
                  <a:lnTo>
                    <a:pt x="42" y="6"/>
                  </a:lnTo>
                  <a:lnTo>
                    <a:pt x="18" y="0"/>
                  </a:lnTo>
                  <a:close/>
                </a:path>
              </a:pathLst>
            </a:custGeom>
            <a:solidFill>
              <a:srgbClr val="d0d0d0"/>
            </a:solidFill>
            <a:ln w="9360">
              <a:solidFill>
                <a:srgbClr val="909090"/>
              </a:solidFill>
              <a:round/>
            </a:ln>
          </p:spPr>
          <p:style>
            <a:lnRef idx="0"/>
            <a:fillRef idx="0"/>
            <a:effectRef idx="0"/>
            <a:fontRef idx="minor"/>
          </p:style>
          <p:txBody>
            <a:bodyPr lIns="90000" rIns="90000" tIns="-40320" bIns="-40320" anchor="t">
              <a:noAutofit/>
            </a:bodyPr>
            <a:p>
              <a:endParaRPr b="0" lang="en-US" sz="2400" spc="-1" strike="noStrike">
                <a:solidFill>
                  <a:srgbClr val="000000"/>
                </a:solidFill>
                <a:latin typeface="Times New Roman"/>
              </a:endParaRPr>
            </a:p>
          </p:txBody>
        </p:sp>
        <p:sp>
          <p:nvSpPr>
            <p:cNvPr id="9107" name=""/>
            <p:cNvSpPr/>
            <p:nvPr/>
          </p:nvSpPr>
          <p:spPr>
            <a:xfrm>
              <a:off x="7161120" y="1460520"/>
              <a:ext cx="147600" cy="169920"/>
            </a:xfrm>
            <a:custGeom>
              <a:avLst/>
              <a:gdLst/>
              <a:ahLst/>
              <a:rect l="l" t="t" r="r" b="b"/>
              <a:pathLst>
                <a:path w="860" h="1116">
                  <a:moveTo>
                    <a:pt x="157" y="570"/>
                  </a:moveTo>
                  <a:lnTo>
                    <a:pt x="0" y="687"/>
                  </a:lnTo>
                  <a:lnTo>
                    <a:pt x="105" y="744"/>
                  </a:lnTo>
                  <a:lnTo>
                    <a:pt x="99" y="785"/>
                  </a:lnTo>
                  <a:lnTo>
                    <a:pt x="244" y="797"/>
                  </a:lnTo>
                  <a:lnTo>
                    <a:pt x="285" y="802"/>
                  </a:lnTo>
                  <a:lnTo>
                    <a:pt x="354" y="936"/>
                  </a:lnTo>
                  <a:lnTo>
                    <a:pt x="482" y="954"/>
                  </a:lnTo>
                  <a:lnTo>
                    <a:pt x="569" y="994"/>
                  </a:lnTo>
                  <a:lnTo>
                    <a:pt x="558" y="1111"/>
                  </a:lnTo>
                  <a:lnTo>
                    <a:pt x="581" y="1116"/>
                  </a:lnTo>
                  <a:lnTo>
                    <a:pt x="674" y="919"/>
                  </a:lnTo>
                  <a:lnTo>
                    <a:pt x="633" y="872"/>
                  </a:lnTo>
                  <a:lnTo>
                    <a:pt x="639" y="832"/>
                  </a:lnTo>
                  <a:lnTo>
                    <a:pt x="698" y="785"/>
                  </a:lnTo>
                  <a:lnTo>
                    <a:pt x="656" y="767"/>
                  </a:lnTo>
                  <a:lnTo>
                    <a:pt x="663" y="739"/>
                  </a:lnTo>
                  <a:lnTo>
                    <a:pt x="698" y="744"/>
                  </a:lnTo>
                  <a:lnTo>
                    <a:pt x="743" y="779"/>
                  </a:lnTo>
                  <a:lnTo>
                    <a:pt x="796" y="779"/>
                  </a:lnTo>
                  <a:lnTo>
                    <a:pt x="825" y="832"/>
                  </a:lnTo>
                  <a:lnTo>
                    <a:pt x="860" y="837"/>
                  </a:lnTo>
                  <a:lnTo>
                    <a:pt x="848" y="797"/>
                  </a:lnTo>
                  <a:lnTo>
                    <a:pt x="855" y="756"/>
                  </a:lnTo>
                  <a:lnTo>
                    <a:pt x="808" y="669"/>
                  </a:lnTo>
                  <a:lnTo>
                    <a:pt x="831" y="605"/>
                  </a:lnTo>
                  <a:lnTo>
                    <a:pt x="813" y="576"/>
                  </a:lnTo>
                  <a:lnTo>
                    <a:pt x="843" y="478"/>
                  </a:lnTo>
                  <a:lnTo>
                    <a:pt x="721" y="471"/>
                  </a:lnTo>
                  <a:lnTo>
                    <a:pt x="541" y="361"/>
                  </a:lnTo>
                  <a:lnTo>
                    <a:pt x="499" y="274"/>
                  </a:lnTo>
                  <a:lnTo>
                    <a:pt x="453" y="279"/>
                  </a:lnTo>
                  <a:lnTo>
                    <a:pt x="511" y="192"/>
                  </a:lnTo>
                  <a:lnTo>
                    <a:pt x="494" y="122"/>
                  </a:lnTo>
                  <a:lnTo>
                    <a:pt x="541" y="105"/>
                  </a:lnTo>
                  <a:lnTo>
                    <a:pt x="593" y="18"/>
                  </a:lnTo>
                  <a:lnTo>
                    <a:pt x="552" y="0"/>
                  </a:lnTo>
                  <a:lnTo>
                    <a:pt x="523" y="24"/>
                  </a:lnTo>
                  <a:lnTo>
                    <a:pt x="302" y="94"/>
                  </a:lnTo>
                  <a:lnTo>
                    <a:pt x="290" y="134"/>
                  </a:lnTo>
                  <a:lnTo>
                    <a:pt x="232" y="244"/>
                  </a:lnTo>
                  <a:lnTo>
                    <a:pt x="180" y="262"/>
                  </a:lnTo>
                  <a:lnTo>
                    <a:pt x="157" y="326"/>
                  </a:lnTo>
                  <a:lnTo>
                    <a:pt x="174" y="478"/>
                  </a:lnTo>
                  <a:lnTo>
                    <a:pt x="140" y="500"/>
                  </a:lnTo>
                  <a:lnTo>
                    <a:pt x="157" y="57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08" name=""/>
            <p:cNvSpPr/>
            <p:nvPr/>
          </p:nvSpPr>
          <p:spPr>
            <a:xfrm>
              <a:off x="7140600" y="1565280"/>
              <a:ext cx="61920" cy="61920"/>
            </a:xfrm>
            <a:custGeom>
              <a:avLst/>
              <a:gdLst/>
              <a:ahLst/>
              <a:rect l="l" t="t" r="r" b="b"/>
              <a:pathLst>
                <a:path w="361" h="412">
                  <a:moveTo>
                    <a:pt x="123" y="0"/>
                  </a:moveTo>
                  <a:lnTo>
                    <a:pt x="59" y="45"/>
                  </a:lnTo>
                  <a:lnTo>
                    <a:pt x="0" y="197"/>
                  </a:lnTo>
                  <a:lnTo>
                    <a:pt x="0" y="267"/>
                  </a:lnTo>
                  <a:lnTo>
                    <a:pt x="24" y="272"/>
                  </a:lnTo>
                  <a:lnTo>
                    <a:pt x="65" y="220"/>
                  </a:lnTo>
                  <a:lnTo>
                    <a:pt x="70" y="237"/>
                  </a:lnTo>
                  <a:lnTo>
                    <a:pt x="42" y="336"/>
                  </a:lnTo>
                  <a:lnTo>
                    <a:pt x="100" y="412"/>
                  </a:lnTo>
                  <a:lnTo>
                    <a:pt x="216" y="324"/>
                  </a:lnTo>
                  <a:lnTo>
                    <a:pt x="227" y="272"/>
                  </a:lnTo>
                  <a:lnTo>
                    <a:pt x="309" y="249"/>
                  </a:lnTo>
                  <a:lnTo>
                    <a:pt x="361" y="110"/>
                  </a:lnTo>
                  <a:lnTo>
                    <a:pt x="216" y="98"/>
                  </a:lnTo>
                  <a:lnTo>
                    <a:pt x="222" y="57"/>
                  </a:lnTo>
                  <a:lnTo>
                    <a:pt x="123" y="0"/>
                  </a:lnTo>
                  <a:close/>
                </a:path>
              </a:pathLst>
            </a:custGeom>
            <a:solidFill>
              <a:srgbClr val="d0d0d0"/>
            </a:solidFill>
            <a:ln w="9360">
              <a:solidFill>
                <a:srgbClr val="90909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9109" name=""/>
            <p:cNvSpPr/>
            <p:nvPr/>
          </p:nvSpPr>
          <p:spPr>
            <a:xfrm>
              <a:off x="7240680" y="1467000"/>
              <a:ext cx="166680" cy="123840"/>
            </a:xfrm>
            <a:custGeom>
              <a:avLst/>
              <a:gdLst/>
              <a:ahLst/>
              <a:rect l="l" t="t" r="r" b="b"/>
              <a:pathLst>
                <a:path w="977" h="808">
                  <a:moveTo>
                    <a:pt x="75" y="52"/>
                  </a:moveTo>
                  <a:lnTo>
                    <a:pt x="93" y="134"/>
                  </a:lnTo>
                  <a:lnTo>
                    <a:pt x="139" y="180"/>
                  </a:lnTo>
                  <a:lnTo>
                    <a:pt x="145" y="146"/>
                  </a:lnTo>
                  <a:lnTo>
                    <a:pt x="127" y="87"/>
                  </a:lnTo>
                  <a:lnTo>
                    <a:pt x="174" y="64"/>
                  </a:lnTo>
                  <a:lnTo>
                    <a:pt x="197" y="0"/>
                  </a:lnTo>
                  <a:lnTo>
                    <a:pt x="319" y="52"/>
                  </a:lnTo>
                  <a:lnTo>
                    <a:pt x="354" y="111"/>
                  </a:lnTo>
                  <a:lnTo>
                    <a:pt x="750" y="146"/>
                  </a:lnTo>
                  <a:lnTo>
                    <a:pt x="750" y="174"/>
                  </a:lnTo>
                  <a:lnTo>
                    <a:pt x="855" y="238"/>
                  </a:lnTo>
                  <a:lnTo>
                    <a:pt x="849" y="290"/>
                  </a:lnTo>
                  <a:lnTo>
                    <a:pt x="977" y="372"/>
                  </a:lnTo>
                  <a:lnTo>
                    <a:pt x="872" y="395"/>
                  </a:lnTo>
                  <a:lnTo>
                    <a:pt x="901" y="442"/>
                  </a:lnTo>
                  <a:lnTo>
                    <a:pt x="872" y="470"/>
                  </a:lnTo>
                  <a:lnTo>
                    <a:pt x="849" y="470"/>
                  </a:lnTo>
                  <a:lnTo>
                    <a:pt x="855" y="564"/>
                  </a:lnTo>
                  <a:lnTo>
                    <a:pt x="820" y="639"/>
                  </a:lnTo>
                  <a:lnTo>
                    <a:pt x="727" y="627"/>
                  </a:lnTo>
                  <a:lnTo>
                    <a:pt x="698" y="645"/>
                  </a:lnTo>
                  <a:lnTo>
                    <a:pt x="570" y="569"/>
                  </a:lnTo>
                  <a:lnTo>
                    <a:pt x="546" y="592"/>
                  </a:lnTo>
                  <a:lnTo>
                    <a:pt x="633" y="714"/>
                  </a:lnTo>
                  <a:lnTo>
                    <a:pt x="511" y="808"/>
                  </a:lnTo>
                  <a:lnTo>
                    <a:pt x="401" y="784"/>
                  </a:lnTo>
                  <a:lnTo>
                    <a:pt x="389" y="744"/>
                  </a:lnTo>
                  <a:lnTo>
                    <a:pt x="396" y="703"/>
                  </a:lnTo>
                  <a:lnTo>
                    <a:pt x="354" y="622"/>
                  </a:lnTo>
                  <a:lnTo>
                    <a:pt x="372" y="552"/>
                  </a:lnTo>
                  <a:lnTo>
                    <a:pt x="354" y="523"/>
                  </a:lnTo>
                  <a:lnTo>
                    <a:pt x="384" y="425"/>
                  </a:lnTo>
                  <a:lnTo>
                    <a:pt x="250" y="413"/>
                  </a:lnTo>
                  <a:lnTo>
                    <a:pt x="70" y="308"/>
                  </a:lnTo>
                  <a:lnTo>
                    <a:pt x="40" y="221"/>
                  </a:lnTo>
                  <a:lnTo>
                    <a:pt x="0" y="226"/>
                  </a:lnTo>
                  <a:lnTo>
                    <a:pt x="52" y="139"/>
                  </a:lnTo>
                  <a:lnTo>
                    <a:pt x="35" y="69"/>
                  </a:lnTo>
                  <a:lnTo>
                    <a:pt x="75" y="52"/>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10" name=""/>
            <p:cNvSpPr/>
            <p:nvPr/>
          </p:nvSpPr>
          <p:spPr>
            <a:xfrm>
              <a:off x="7132680" y="1581120"/>
              <a:ext cx="142920" cy="196920"/>
            </a:xfrm>
            <a:custGeom>
              <a:avLst/>
              <a:gdLst/>
              <a:ahLst/>
              <a:rect l="l" t="t" r="r" b="b"/>
              <a:pathLst>
                <a:path w="825" h="1283">
                  <a:moveTo>
                    <a:pt x="87" y="226"/>
                  </a:moveTo>
                  <a:lnTo>
                    <a:pt x="0" y="291"/>
                  </a:lnTo>
                  <a:lnTo>
                    <a:pt x="5" y="406"/>
                  </a:lnTo>
                  <a:lnTo>
                    <a:pt x="92" y="470"/>
                  </a:lnTo>
                  <a:lnTo>
                    <a:pt x="104" y="551"/>
                  </a:lnTo>
                  <a:lnTo>
                    <a:pt x="157" y="575"/>
                  </a:lnTo>
                  <a:lnTo>
                    <a:pt x="168" y="725"/>
                  </a:lnTo>
                  <a:lnTo>
                    <a:pt x="284" y="854"/>
                  </a:lnTo>
                  <a:lnTo>
                    <a:pt x="284" y="952"/>
                  </a:lnTo>
                  <a:lnTo>
                    <a:pt x="417" y="1115"/>
                  </a:lnTo>
                  <a:lnTo>
                    <a:pt x="604" y="1179"/>
                  </a:lnTo>
                  <a:lnTo>
                    <a:pt x="650" y="1283"/>
                  </a:lnTo>
                  <a:lnTo>
                    <a:pt x="766" y="1168"/>
                  </a:lnTo>
                  <a:lnTo>
                    <a:pt x="772" y="1086"/>
                  </a:lnTo>
                  <a:lnTo>
                    <a:pt x="825" y="976"/>
                  </a:lnTo>
                  <a:lnTo>
                    <a:pt x="755" y="819"/>
                  </a:lnTo>
                  <a:lnTo>
                    <a:pt x="696" y="778"/>
                  </a:lnTo>
                  <a:lnTo>
                    <a:pt x="708" y="714"/>
                  </a:lnTo>
                  <a:lnTo>
                    <a:pt x="673" y="680"/>
                  </a:lnTo>
                  <a:lnTo>
                    <a:pt x="598" y="714"/>
                  </a:lnTo>
                  <a:lnTo>
                    <a:pt x="551" y="650"/>
                  </a:lnTo>
                  <a:lnTo>
                    <a:pt x="493" y="697"/>
                  </a:lnTo>
                  <a:lnTo>
                    <a:pt x="469" y="586"/>
                  </a:lnTo>
                  <a:lnTo>
                    <a:pt x="528" y="488"/>
                  </a:lnTo>
                  <a:lnTo>
                    <a:pt x="534" y="436"/>
                  </a:lnTo>
                  <a:lnTo>
                    <a:pt x="743" y="319"/>
                  </a:lnTo>
                  <a:lnTo>
                    <a:pt x="720" y="314"/>
                  </a:lnTo>
                  <a:lnTo>
                    <a:pt x="731" y="197"/>
                  </a:lnTo>
                  <a:lnTo>
                    <a:pt x="650" y="157"/>
                  </a:lnTo>
                  <a:lnTo>
                    <a:pt x="516" y="139"/>
                  </a:lnTo>
                  <a:lnTo>
                    <a:pt x="447" y="5"/>
                  </a:lnTo>
                  <a:lnTo>
                    <a:pt x="406" y="0"/>
                  </a:lnTo>
                  <a:lnTo>
                    <a:pt x="354" y="139"/>
                  </a:lnTo>
                  <a:lnTo>
                    <a:pt x="272" y="162"/>
                  </a:lnTo>
                  <a:lnTo>
                    <a:pt x="261" y="226"/>
                  </a:lnTo>
                  <a:lnTo>
                    <a:pt x="139" y="308"/>
                  </a:lnTo>
                  <a:lnTo>
                    <a:pt x="87" y="226"/>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11" name=""/>
            <p:cNvSpPr/>
            <p:nvPr/>
          </p:nvSpPr>
          <p:spPr>
            <a:xfrm>
              <a:off x="7201080" y="1768320"/>
              <a:ext cx="82440" cy="365400"/>
            </a:xfrm>
            <a:custGeom>
              <a:avLst/>
              <a:gdLst/>
              <a:ahLst/>
              <a:rect l="l" t="t" r="r" b="b"/>
              <a:pathLst>
                <a:path w="471" h="2399">
                  <a:moveTo>
                    <a:pt x="250" y="63"/>
                  </a:moveTo>
                  <a:lnTo>
                    <a:pt x="285" y="133"/>
                  </a:lnTo>
                  <a:lnTo>
                    <a:pt x="233" y="558"/>
                  </a:lnTo>
                  <a:lnTo>
                    <a:pt x="268" y="586"/>
                  </a:lnTo>
                  <a:lnTo>
                    <a:pt x="204" y="650"/>
                  </a:lnTo>
                  <a:lnTo>
                    <a:pt x="163" y="830"/>
                  </a:lnTo>
                  <a:lnTo>
                    <a:pt x="204" y="929"/>
                  </a:lnTo>
                  <a:lnTo>
                    <a:pt x="128" y="1208"/>
                  </a:lnTo>
                  <a:lnTo>
                    <a:pt x="69" y="1324"/>
                  </a:lnTo>
                  <a:lnTo>
                    <a:pt x="93" y="1417"/>
                  </a:lnTo>
                  <a:lnTo>
                    <a:pt x="87" y="1550"/>
                  </a:lnTo>
                  <a:lnTo>
                    <a:pt x="128" y="1632"/>
                  </a:lnTo>
                  <a:lnTo>
                    <a:pt x="139" y="1679"/>
                  </a:lnTo>
                  <a:lnTo>
                    <a:pt x="93" y="1719"/>
                  </a:lnTo>
                  <a:lnTo>
                    <a:pt x="128" y="1812"/>
                  </a:lnTo>
                  <a:lnTo>
                    <a:pt x="104" y="1864"/>
                  </a:lnTo>
                  <a:lnTo>
                    <a:pt x="6" y="1899"/>
                  </a:lnTo>
                  <a:lnTo>
                    <a:pt x="0" y="1928"/>
                  </a:lnTo>
                  <a:lnTo>
                    <a:pt x="52" y="1946"/>
                  </a:lnTo>
                  <a:lnTo>
                    <a:pt x="41" y="1998"/>
                  </a:lnTo>
                  <a:lnTo>
                    <a:pt x="81" y="2021"/>
                  </a:lnTo>
                  <a:lnTo>
                    <a:pt x="59" y="2068"/>
                  </a:lnTo>
                  <a:lnTo>
                    <a:pt x="41" y="2172"/>
                  </a:lnTo>
                  <a:lnTo>
                    <a:pt x="69" y="2260"/>
                  </a:lnTo>
                  <a:lnTo>
                    <a:pt x="93" y="2282"/>
                  </a:lnTo>
                  <a:lnTo>
                    <a:pt x="104" y="2358"/>
                  </a:lnTo>
                  <a:lnTo>
                    <a:pt x="134" y="2364"/>
                  </a:lnTo>
                  <a:lnTo>
                    <a:pt x="151" y="2352"/>
                  </a:lnTo>
                  <a:lnTo>
                    <a:pt x="163" y="2329"/>
                  </a:lnTo>
                  <a:lnTo>
                    <a:pt x="174" y="2340"/>
                  </a:lnTo>
                  <a:lnTo>
                    <a:pt x="157" y="2382"/>
                  </a:lnTo>
                  <a:lnTo>
                    <a:pt x="192" y="2399"/>
                  </a:lnTo>
                  <a:lnTo>
                    <a:pt x="256" y="2364"/>
                  </a:lnTo>
                  <a:lnTo>
                    <a:pt x="279" y="2329"/>
                  </a:lnTo>
                  <a:lnTo>
                    <a:pt x="238" y="2317"/>
                  </a:lnTo>
                  <a:lnTo>
                    <a:pt x="221" y="2335"/>
                  </a:lnTo>
                  <a:lnTo>
                    <a:pt x="169" y="2312"/>
                  </a:lnTo>
                  <a:lnTo>
                    <a:pt x="157" y="2271"/>
                  </a:lnTo>
                  <a:lnTo>
                    <a:pt x="93" y="2248"/>
                  </a:lnTo>
                  <a:lnTo>
                    <a:pt x="93" y="2166"/>
                  </a:lnTo>
                  <a:lnTo>
                    <a:pt x="146" y="2114"/>
                  </a:lnTo>
                  <a:lnTo>
                    <a:pt x="157" y="2045"/>
                  </a:lnTo>
                  <a:lnTo>
                    <a:pt x="122" y="2010"/>
                  </a:lnTo>
                  <a:lnTo>
                    <a:pt x="122" y="1998"/>
                  </a:lnTo>
                  <a:lnTo>
                    <a:pt x="157" y="1963"/>
                  </a:lnTo>
                  <a:lnTo>
                    <a:pt x="163" y="1911"/>
                  </a:lnTo>
                  <a:lnTo>
                    <a:pt x="181" y="1888"/>
                  </a:lnTo>
                  <a:lnTo>
                    <a:pt x="204" y="1836"/>
                  </a:lnTo>
                  <a:lnTo>
                    <a:pt x="198" y="1801"/>
                  </a:lnTo>
                  <a:lnTo>
                    <a:pt x="221" y="1306"/>
                  </a:lnTo>
                  <a:lnTo>
                    <a:pt x="308" y="1278"/>
                  </a:lnTo>
                  <a:lnTo>
                    <a:pt x="314" y="1243"/>
                  </a:lnTo>
                  <a:lnTo>
                    <a:pt x="261" y="1214"/>
                  </a:lnTo>
                  <a:lnTo>
                    <a:pt x="291" y="1092"/>
                  </a:lnTo>
                  <a:lnTo>
                    <a:pt x="261" y="900"/>
                  </a:lnTo>
                  <a:lnTo>
                    <a:pt x="383" y="621"/>
                  </a:lnTo>
                  <a:lnTo>
                    <a:pt x="383" y="511"/>
                  </a:lnTo>
                  <a:lnTo>
                    <a:pt x="418" y="471"/>
                  </a:lnTo>
                  <a:lnTo>
                    <a:pt x="460" y="488"/>
                  </a:lnTo>
                  <a:lnTo>
                    <a:pt x="471" y="464"/>
                  </a:lnTo>
                  <a:lnTo>
                    <a:pt x="471" y="394"/>
                  </a:lnTo>
                  <a:lnTo>
                    <a:pt x="425" y="354"/>
                  </a:lnTo>
                  <a:lnTo>
                    <a:pt x="372" y="11"/>
                  </a:lnTo>
                  <a:lnTo>
                    <a:pt x="314" y="0"/>
                  </a:lnTo>
                  <a:lnTo>
                    <a:pt x="250" y="6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12" name=""/>
            <p:cNvSpPr/>
            <p:nvPr/>
          </p:nvSpPr>
          <p:spPr>
            <a:xfrm>
              <a:off x="7201080" y="2044800"/>
              <a:ext cx="6120" cy="4680"/>
            </a:xfrm>
            <a:custGeom>
              <a:avLst/>
              <a:gdLst/>
              <a:ahLst/>
              <a:rect l="l" t="t" r="r" b="b"/>
              <a:pathLst>
                <a:path w="29" h="29">
                  <a:moveTo>
                    <a:pt x="6" y="0"/>
                  </a:moveTo>
                  <a:lnTo>
                    <a:pt x="0" y="11"/>
                  </a:lnTo>
                  <a:lnTo>
                    <a:pt x="6" y="29"/>
                  </a:lnTo>
                  <a:lnTo>
                    <a:pt x="29" y="18"/>
                  </a:lnTo>
                  <a:lnTo>
                    <a:pt x="17" y="6"/>
                  </a:lnTo>
                  <a:lnTo>
                    <a:pt x="6" y="0"/>
                  </a:lnTo>
                  <a:close/>
                </a:path>
              </a:pathLst>
            </a:custGeom>
            <a:solidFill>
              <a:srgbClr val="d0d0d0"/>
            </a:solidFill>
            <a:ln w="9360">
              <a:solidFill>
                <a:srgbClr val="90909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9113" name=""/>
            <p:cNvSpPr/>
            <p:nvPr/>
          </p:nvSpPr>
          <p:spPr>
            <a:xfrm>
              <a:off x="7207200" y="2013120"/>
              <a:ext cx="6480" cy="15840"/>
            </a:xfrm>
            <a:custGeom>
              <a:avLst/>
              <a:gdLst/>
              <a:ahLst/>
              <a:rect l="l" t="t" r="r" b="b"/>
              <a:pathLst>
                <a:path w="40" h="111">
                  <a:moveTo>
                    <a:pt x="23" y="0"/>
                  </a:moveTo>
                  <a:lnTo>
                    <a:pt x="0" y="24"/>
                  </a:lnTo>
                  <a:lnTo>
                    <a:pt x="6" y="52"/>
                  </a:lnTo>
                  <a:lnTo>
                    <a:pt x="0" y="93"/>
                  </a:lnTo>
                  <a:lnTo>
                    <a:pt x="23" y="111"/>
                  </a:lnTo>
                  <a:lnTo>
                    <a:pt x="40" y="99"/>
                  </a:lnTo>
                  <a:lnTo>
                    <a:pt x="30" y="69"/>
                  </a:lnTo>
                  <a:lnTo>
                    <a:pt x="40" y="29"/>
                  </a:lnTo>
                  <a:lnTo>
                    <a:pt x="23" y="0"/>
                  </a:lnTo>
                  <a:close/>
                </a:path>
              </a:pathLst>
            </a:custGeom>
            <a:solidFill>
              <a:srgbClr val="d0d0d0"/>
            </a:solidFill>
            <a:ln w="9360">
              <a:solidFill>
                <a:srgbClr val="909090"/>
              </a:solidFill>
              <a:round/>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9114" name=""/>
            <p:cNvSpPr/>
            <p:nvPr/>
          </p:nvSpPr>
          <p:spPr>
            <a:xfrm>
              <a:off x="7230960" y="2131920"/>
              <a:ext cx="31680" cy="31680"/>
            </a:xfrm>
            <a:custGeom>
              <a:avLst/>
              <a:gdLst/>
              <a:ahLst/>
              <a:rect l="l" t="t" r="r" b="b"/>
              <a:pathLst>
                <a:path w="179" h="198">
                  <a:moveTo>
                    <a:pt x="139" y="0"/>
                  </a:moveTo>
                  <a:lnTo>
                    <a:pt x="87" y="29"/>
                  </a:lnTo>
                  <a:lnTo>
                    <a:pt x="92" y="81"/>
                  </a:lnTo>
                  <a:lnTo>
                    <a:pt x="23" y="99"/>
                  </a:lnTo>
                  <a:lnTo>
                    <a:pt x="0" y="134"/>
                  </a:lnTo>
                  <a:lnTo>
                    <a:pt x="81" y="134"/>
                  </a:lnTo>
                  <a:lnTo>
                    <a:pt x="104" y="180"/>
                  </a:lnTo>
                  <a:lnTo>
                    <a:pt x="139" y="198"/>
                  </a:lnTo>
                  <a:lnTo>
                    <a:pt x="179" y="168"/>
                  </a:lnTo>
                  <a:lnTo>
                    <a:pt x="157" y="104"/>
                  </a:lnTo>
                  <a:lnTo>
                    <a:pt x="139" y="0"/>
                  </a:lnTo>
                  <a:close/>
                </a:path>
              </a:pathLst>
            </a:custGeom>
            <a:solidFill>
              <a:srgbClr val="d0d0d0"/>
            </a:solidFill>
            <a:ln w="9360">
              <a:solidFill>
                <a:srgbClr val="90909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9115" name=""/>
            <p:cNvSpPr/>
            <p:nvPr/>
          </p:nvSpPr>
          <p:spPr>
            <a:xfrm>
              <a:off x="7254720" y="2131920"/>
              <a:ext cx="28800" cy="30240"/>
            </a:xfrm>
            <a:custGeom>
              <a:avLst/>
              <a:gdLst/>
              <a:ahLst/>
              <a:rect l="l" t="t" r="r" b="b"/>
              <a:pathLst>
                <a:path w="169" h="186">
                  <a:moveTo>
                    <a:pt x="0" y="0"/>
                  </a:moveTo>
                  <a:lnTo>
                    <a:pt x="18" y="104"/>
                  </a:lnTo>
                  <a:lnTo>
                    <a:pt x="40" y="168"/>
                  </a:lnTo>
                  <a:lnTo>
                    <a:pt x="99" y="186"/>
                  </a:lnTo>
                  <a:lnTo>
                    <a:pt x="169" y="174"/>
                  </a:lnTo>
                  <a:lnTo>
                    <a:pt x="134" y="122"/>
                  </a:lnTo>
                  <a:lnTo>
                    <a:pt x="110" y="122"/>
                  </a:lnTo>
                  <a:lnTo>
                    <a:pt x="70" y="99"/>
                  </a:lnTo>
                  <a:lnTo>
                    <a:pt x="30" y="12"/>
                  </a:lnTo>
                  <a:lnTo>
                    <a:pt x="0" y="0"/>
                  </a:lnTo>
                  <a:close/>
                </a:path>
              </a:pathLst>
            </a:custGeom>
            <a:solidFill>
              <a:srgbClr val="d0d0d0"/>
            </a:solidFill>
            <a:ln w="9360">
              <a:solidFill>
                <a:srgbClr val="909090"/>
              </a:solidFill>
              <a:round/>
            </a:ln>
          </p:spPr>
          <p:style>
            <a:lnRef idx="0"/>
            <a:fillRef idx="0"/>
            <a:effectRef idx="0"/>
            <a:fontRef idx="minor"/>
          </p:style>
          <p:txBody>
            <a:bodyPr lIns="90000" rIns="90000" tIns="-16560" bIns="-16560" anchor="t">
              <a:noAutofit/>
            </a:bodyPr>
            <a:p>
              <a:endParaRPr b="0" lang="en-US" sz="2400" spc="-1" strike="noStrike">
                <a:solidFill>
                  <a:srgbClr val="000000"/>
                </a:solidFill>
                <a:latin typeface="Times New Roman"/>
              </a:endParaRPr>
            </a:p>
          </p:txBody>
        </p:sp>
        <p:sp>
          <p:nvSpPr>
            <p:cNvPr id="9116" name=""/>
            <p:cNvSpPr/>
            <p:nvPr/>
          </p:nvSpPr>
          <p:spPr>
            <a:xfrm>
              <a:off x="7218360" y="1816200"/>
              <a:ext cx="208080" cy="309600"/>
            </a:xfrm>
            <a:custGeom>
              <a:avLst/>
              <a:gdLst/>
              <a:ahLst/>
              <a:rect l="l" t="t" r="r" b="b"/>
              <a:pathLst>
                <a:path w="1209" h="2010">
                  <a:moveTo>
                    <a:pt x="372" y="69"/>
                  </a:moveTo>
                  <a:lnTo>
                    <a:pt x="384" y="134"/>
                  </a:lnTo>
                  <a:lnTo>
                    <a:pt x="367" y="163"/>
                  </a:lnTo>
                  <a:lnTo>
                    <a:pt x="325" y="146"/>
                  </a:lnTo>
                  <a:lnTo>
                    <a:pt x="290" y="186"/>
                  </a:lnTo>
                  <a:lnTo>
                    <a:pt x="290" y="285"/>
                  </a:lnTo>
                  <a:lnTo>
                    <a:pt x="168" y="575"/>
                  </a:lnTo>
                  <a:lnTo>
                    <a:pt x="203" y="767"/>
                  </a:lnTo>
                  <a:lnTo>
                    <a:pt x="168" y="889"/>
                  </a:lnTo>
                  <a:lnTo>
                    <a:pt x="221" y="918"/>
                  </a:lnTo>
                  <a:lnTo>
                    <a:pt x="215" y="953"/>
                  </a:lnTo>
                  <a:lnTo>
                    <a:pt x="128" y="981"/>
                  </a:lnTo>
                  <a:lnTo>
                    <a:pt x="105" y="1476"/>
                  </a:lnTo>
                  <a:lnTo>
                    <a:pt x="111" y="1511"/>
                  </a:lnTo>
                  <a:lnTo>
                    <a:pt x="93" y="1563"/>
                  </a:lnTo>
                  <a:lnTo>
                    <a:pt x="64" y="1598"/>
                  </a:lnTo>
                  <a:lnTo>
                    <a:pt x="64" y="1644"/>
                  </a:lnTo>
                  <a:lnTo>
                    <a:pt x="29" y="1668"/>
                  </a:lnTo>
                  <a:lnTo>
                    <a:pt x="29" y="1685"/>
                  </a:lnTo>
                  <a:lnTo>
                    <a:pt x="64" y="1720"/>
                  </a:lnTo>
                  <a:lnTo>
                    <a:pt x="58" y="1783"/>
                  </a:lnTo>
                  <a:lnTo>
                    <a:pt x="0" y="1841"/>
                  </a:lnTo>
                  <a:lnTo>
                    <a:pt x="6" y="1923"/>
                  </a:lnTo>
                  <a:lnTo>
                    <a:pt x="70" y="1957"/>
                  </a:lnTo>
                  <a:lnTo>
                    <a:pt x="76" y="1987"/>
                  </a:lnTo>
                  <a:lnTo>
                    <a:pt x="128" y="2010"/>
                  </a:lnTo>
                  <a:lnTo>
                    <a:pt x="140" y="1998"/>
                  </a:lnTo>
                  <a:lnTo>
                    <a:pt x="186" y="2004"/>
                  </a:lnTo>
                  <a:lnTo>
                    <a:pt x="198" y="1980"/>
                  </a:lnTo>
                  <a:lnTo>
                    <a:pt x="186" y="1940"/>
                  </a:lnTo>
                  <a:lnTo>
                    <a:pt x="198" y="1905"/>
                  </a:lnTo>
                  <a:lnTo>
                    <a:pt x="349" y="1778"/>
                  </a:lnTo>
                  <a:lnTo>
                    <a:pt x="337" y="1691"/>
                  </a:lnTo>
                  <a:lnTo>
                    <a:pt x="285" y="1673"/>
                  </a:lnTo>
                  <a:lnTo>
                    <a:pt x="302" y="1598"/>
                  </a:lnTo>
                  <a:lnTo>
                    <a:pt x="378" y="1569"/>
                  </a:lnTo>
                  <a:lnTo>
                    <a:pt x="419" y="1435"/>
                  </a:lnTo>
                  <a:lnTo>
                    <a:pt x="500" y="1417"/>
                  </a:lnTo>
                  <a:lnTo>
                    <a:pt x="494" y="1389"/>
                  </a:lnTo>
                  <a:lnTo>
                    <a:pt x="459" y="1377"/>
                  </a:lnTo>
                  <a:lnTo>
                    <a:pt x="482" y="1342"/>
                  </a:lnTo>
                  <a:lnTo>
                    <a:pt x="587" y="1302"/>
                  </a:lnTo>
                  <a:lnTo>
                    <a:pt x="611" y="1232"/>
                  </a:lnTo>
                  <a:lnTo>
                    <a:pt x="604" y="1208"/>
                  </a:lnTo>
                  <a:lnTo>
                    <a:pt x="791" y="1185"/>
                  </a:lnTo>
                  <a:lnTo>
                    <a:pt x="883" y="1127"/>
                  </a:lnTo>
                  <a:lnTo>
                    <a:pt x="907" y="999"/>
                  </a:lnTo>
                  <a:lnTo>
                    <a:pt x="843" y="866"/>
                  </a:lnTo>
                  <a:lnTo>
                    <a:pt x="860" y="709"/>
                  </a:lnTo>
                  <a:lnTo>
                    <a:pt x="960" y="575"/>
                  </a:lnTo>
                  <a:lnTo>
                    <a:pt x="1204" y="453"/>
                  </a:lnTo>
                  <a:lnTo>
                    <a:pt x="1209" y="348"/>
                  </a:lnTo>
                  <a:lnTo>
                    <a:pt x="1169" y="343"/>
                  </a:lnTo>
                  <a:lnTo>
                    <a:pt x="1117" y="401"/>
                  </a:lnTo>
                  <a:lnTo>
                    <a:pt x="1005" y="465"/>
                  </a:lnTo>
                  <a:lnTo>
                    <a:pt x="883" y="441"/>
                  </a:lnTo>
                  <a:lnTo>
                    <a:pt x="872" y="401"/>
                  </a:lnTo>
                  <a:lnTo>
                    <a:pt x="960" y="308"/>
                  </a:lnTo>
                  <a:lnTo>
                    <a:pt x="878" y="226"/>
                  </a:lnTo>
                  <a:lnTo>
                    <a:pt x="826" y="221"/>
                  </a:lnTo>
                  <a:lnTo>
                    <a:pt x="808" y="163"/>
                  </a:lnTo>
                  <a:lnTo>
                    <a:pt x="726" y="151"/>
                  </a:lnTo>
                  <a:lnTo>
                    <a:pt x="674" y="41"/>
                  </a:lnTo>
                  <a:lnTo>
                    <a:pt x="611" y="29"/>
                  </a:lnTo>
                  <a:lnTo>
                    <a:pt x="581" y="76"/>
                  </a:lnTo>
                  <a:lnTo>
                    <a:pt x="564" y="69"/>
                  </a:lnTo>
                  <a:lnTo>
                    <a:pt x="512" y="6"/>
                  </a:lnTo>
                  <a:lnTo>
                    <a:pt x="459" y="0"/>
                  </a:lnTo>
                  <a:lnTo>
                    <a:pt x="407" y="58"/>
                  </a:lnTo>
                  <a:lnTo>
                    <a:pt x="372" y="69"/>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17" name=""/>
            <p:cNvSpPr/>
            <p:nvPr/>
          </p:nvSpPr>
          <p:spPr>
            <a:xfrm>
              <a:off x="7362720" y="1905120"/>
              <a:ext cx="60480" cy="56880"/>
            </a:xfrm>
            <a:custGeom>
              <a:avLst/>
              <a:gdLst/>
              <a:ahLst/>
              <a:rect l="l" t="t" r="r" b="b"/>
              <a:pathLst>
                <a:path w="343" h="371">
                  <a:moveTo>
                    <a:pt x="117" y="0"/>
                  </a:moveTo>
                  <a:lnTo>
                    <a:pt x="162" y="35"/>
                  </a:lnTo>
                  <a:lnTo>
                    <a:pt x="169" y="93"/>
                  </a:lnTo>
                  <a:lnTo>
                    <a:pt x="221" y="99"/>
                  </a:lnTo>
                  <a:lnTo>
                    <a:pt x="291" y="162"/>
                  </a:lnTo>
                  <a:lnTo>
                    <a:pt x="284" y="204"/>
                  </a:lnTo>
                  <a:lnTo>
                    <a:pt x="343" y="279"/>
                  </a:lnTo>
                  <a:lnTo>
                    <a:pt x="244" y="371"/>
                  </a:lnTo>
                  <a:lnTo>
                    <a:pt x="87" y="343"/>
                  </a:lnTo>
                  <a:lnTo>
                    <a:pt x="0" y="291"/>
                  </a:lnTo>
                  <a:lnTo>
                    <a:pt x="17" y="134"/>
                  </a:lnTo>
                  <a:lnTo>
                    <a:pt x="117" y="0"/>
                  </a:lnTo>
                  <a:close/>
                </a:path>
              </a:pathLst>
            </a:custGeom>
            <a:solidFill>
              <a:srgbClr val="d0d0d0"/>
            </a:solidFill>
            <a:ln w="9360">
              <a:solidFill>
                <a:srgbClr val="909090"/>
              </a:solidFill>
              <a:round/>
            </a:ln>
          </p:spPr>
          <p:style>
            <a:lnRef idx="0"/>
            <a:fillRef idx="0"/>
            <a:effectRef idx="0"/>
            <a:fontRef idx="minor"/>
          </p:style>
          <p:txBody>
            <a:bodyPr lIns="90000" rIns="90000" tIns="10080" bIns="10080" anchor="t">
              <a:noAutofit/>
            </a:bodyPr>
            <a:p>
              <a:endParaRPr b="0" lang="en-US" sz="2400" spc="-1" strike="noStrike">
                <a:solidFill>
                  <a:srgbClr val="000000"/>
                </a:solidFill>
                <a:latin typeface="Times New Roman"/>
              </a:endParaRPr>
            </a:p>
          </p:txBody>
        </p:sp>
        <p:sp>
          <p:nvSpPr>
            <p:cNvPr id="9118" name=""/>
            <p:cNvSpPr/>
            <p:nvPr/>
          </p:nvSpPr>
          <p:spPr>
            <a:xfrm>
              <a:off x="7254720" y="1697040"/>
              <a:ext cx="141480" cy="130320"/>
            </a:xfrm>
            <a:custGeom>
              <a:avLst/>
              <a:gdLst/>
              <a:ahLst/>
              <a:rect l="l" t="t" r="r" b="b"/>
              <a:pathLst>
                <a:path w="820" h="854">
                  <a:moveTo>
                    <a:pt x="0" y="460"/>
                  </a:moveTo>
                  <a:lnTo>
                    <a:pt x="58" y="471"/>
                  </a:lnTo>
                  <a:lnTo>
                    <a:pt x="117" y="809"/>
                  </a:lnTo>
                  <a:lnTo>
                    <a:pt x="157" y="854"/>
                  </a:lnTo>
                  <a:lnTo>
                    <a:pt x="197" y="843"/>
                  </a:lnTo>
                  <a:lnTo>
                    <a:pt x="244" y="779"/>
                  </a:lnTo>
                  <a:lnTo>
                    <a:pt x="297" y="785"/>
                  </a:lnTo>
                  <a:lnTo>
                    <a:pt x="349" y="854"/>
                  </a:lnTo>
                  <a:lnTo>
                    <a:pt x="366" y="854"/>
                  </a:lnTo>
                  <a:lnTo>
                    <a:pt x="396" y="814"/>
                  </a:lnTo>
                  <a:lnTo>
                    <a:pt x="466" y="826"/>
                  </a:lnTo>
                  <a:lnTo>
                    <a:pt x="506" y="727"/>
                  </a:lnTo>
                  <a:lnTo>
                    <a:pt x="611" y="687"/>
                  </a:lnTo>
                  <a:lnTo>
                    <a:pt x="750" y="687"/>
                  </a:lnTo>
                  <a:lnTo>
                    <a:pt x="750" y="727"/>
                  </a:lnTo>
                  <a:lnTo>
                    <a:pt x="785" y="744"/>
                  </a:lnTo>
                  <a:lnTo>
                    <a:pt x="790" y="704"/>
                  </a:lnTo>
                  <a:lnTo>
                    <a:pt x="820" y="669"/>
                  </a:lnTo>
                  <a:lnTo>
                    <a:pt x="779" y="512"/>
                  </a:lnTo>
                  <a:lnTo>
                    <a:pt x="686" y="483"/>
                  </a:lnTo>
                  <a:lnTo>
                    <a:pt x="668" y="413"/>
                  </a:lnTo>
                  <a:lnTo>
                    <a:pt x="640" y="396"/>
                  </a:lnTo>
                  <a:lnTo>
                    <a:pt x="645" y="373"/>
                  </a:lnTo>
                  <a:lnTo>
                    <a:pt x="675" y="349"/>
                  </a:lnTo>
                  <a:lnTo>
                    <a:pt x="500" y="198"/>
                  </a:lnTo>
                  <a:lnTo>
                    <a:pt x="407" y="181"/>
                  </a:lnTo>
                  <a:lnTo>
                    <a:pt x="349" y="111"/>
                  </a:lnTo>
                  <a:lnTo>
                    <a:pt x="396" y="87"/>
                  </a:lnTo>
                  <a:lnTo>
                    <a:pt x="407" y="7"/>
                  </a:lnTo>
                  <a:lnTo>
                    <a:pt x="366" y="0"/>
                  </a:lnTo>
                  <a:lnTo>
                    <a:pt x="197" y="30"/>
                  </a:lnTo>
                  <a:lnTo>
                    <a:pt x="192" y="18"/>
                  </a:lnTo>
                  <a:lnTo>
                    <a:pt x="134" y="18"/>
                  </a:lnTo>
                  <a:lnTo>
                    <a:pt x="110" y="70"/>
                  </a:lnTo>
                  <a:lnTo>
                    <a:pt x="47" y="59"/>
                  </a:lnTo>
                  <a:lnTo>
                    <a:pt x="117" y="221"/>
                  </a:lnTo>
                  <a:lnTo>
                    <a:pt x="58" y="331"/>
                  </a:lnTo>
                  <a:lnTo>
                    <a:pt x="58" y="408"/>
                  </a:lnTo>
                  <a:lnTo>
                    <a:pt x="0" y="46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19" name=""/>
            <p:cNvSpPr/>
            <p:nvPr/>
          </p:nvSpPr>
          <p:spPr>
            <a:xfrm>
              <a:off x="7334280" y="1801800"/>
              <a:ext cx="92160" cy="87480"/>
            </a:xfrm>
            <a:custGeom>
              <a:avLst/>
              <a:gdLst/>
              <a:ahLst/>
              <a:rect l="l" t="t" r="r" b="b"/>
              <a:pathLst>
                <a:path w="535" h="563">
                  <a:moveTo>
                    <a:pt x="326" y="57"/>
                  </a:moveTo>
                  <a:lnTo>
                    <a:pt x="309" y="162"/>
                  </a:lnTo>
                  <a:lnTo>
                    <a:pt x="343" y="202"/>
                  </a:lnTo>
                  <a:lnTo>
                    <a:pt x="384" y="191"/>
                  </a:lnTo>
                  <a:lnTo>
                    <a:pt x="495" y="267"/>
                  </a:lnTo>
                  <a:lnTo>
                    <a:pt x="483" y="331"/>
                  </a:lnTo>
                  <a:lnTo>
                    <a:pt x="535" y="366"/>
                  </a:lnTo>
                  <a:lnTo>
                    <a:pt x="523" y="446"/>
                  </a:lnTo>
                  <a:lnTo>
                    <a:pt x="495" y="441"/>
                  </a:lnTo>
                  <a:lnTo>
                    <a:pt x="443" y="499"/>
                  </a:lnTo>
                  <a:lnTo>
                    <a:pt x="331" y="563"/>
                  </a:lnTo>
                  <a:lnTo>
                    <a:pt x="209" y="539"/>
                  </a:lnTo>
                  <a:lnTo>
                    <a:pt x="198" y="499"/>
                  </a:lnTo>
                  <a:lnTo>
                    <a:pt x="286" y="411"/>
                  </a:lnTo>
                  <a:lnTo>
                    <a:pt x="209" y="331"/>
                  </a:lnTo>
                  <a:lnTo>
                    <a:pt x="152" y="319"/>
                  </a:lnTo>
                  <a:lnTo>
                    <a:pt x="134" y="267"/>
                  </a:lnTo>
                  <a:lnTo>
                    <a:pt x="52" y="255"/>
                  </a:lnTo>
                  <a:lnTo>
                    <a:pt x="0" y="139"/>
                  </a:lnTo>
                  <a:lnTo>
                    <a:pt x="47" y="40"/>
                  </a:lnTo>
                  <a:lnTo>
                    <a:pt x="152" y="0"/>
                  </a:lnTo>
                  <a:lnTo>
                    <a:pt x="291" y="0"/>
                  </a:lnTo>
                  <a:lnTo>
                    <a:pt x="291" y="40"/>
                  </a:lnTo>
                  <a:lnTo>
                    <a:pt x="326" y="57"/>
                  </a:lnTo>
                  <a:close/>
                </a:path>
              </a:pathLst>
            </a:custGeom>
            <a:solidFill>
              <a:srgbClr val="d0d0d0"/>
            </a:solidFill>
            <a:ln w="9360">
              <a:solidFill>
                <a:srgbClr val="909090"/>
              </a:solidFill>
              <a:round/>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9120" name=""/>
            <p:cNvSpPr/>
            <p:nvPr/>
          </p:nvSpPr>
          <p:spPr>
            <a:xfrm>
              <a:off x="7385040" y="1525680"/>
              <a:ext cx="61920" cy="71280"/>
            </a:xfrm>
            <a:custGeom>
              <a:avLst/>
              <a:gdLst/>
              <a:ahLst/>
              <a:rect l="l" t="t" r="r" b="b"/>
              <a:pathLst>
                <a:path w="354" h="471">
                  <a:moveTo>
                    <a:pt x="134" y="0"/>
                  </a:moveTo>
                  <a:lnTo>
                    <a:pt x="69" y="6"/>
                  </a:lnTo>
                  <a:lnTo>
                    <a:pt x="34" y="23"/>
                  </a:lnTo>
                  <a:lnTo>
                    <a:pt x="58" y="70"/>
                  </a:lnTo>
                  <a:lnTo>
                    <a:pt x="29" y="98"/>
                  </a:lnTo>
                  <a:lnTo>
                    <a:pt x="0" y="98"/>
                  </a:lnTo>
                  <a:lnTo>
                    <a:pt x="12" y="168"/>
                  </a:lnTo>
                  <a:lnTo>
                    <a:pt x="69" y="192"/>
                  </a:lnTo>
                  <a:lnTo>
                    <a:pt x="64" y="232"/>
                  </a:lnTo>
                  <a:lnTo>
                    <a:pt x="87" y="250"/>
                  </a:lnTo>
                  <a:lnTo>
                    <a:pt x="87" y="424"/>
                  </a:lnTo>
                  <a:lnTo>
                    <a:pt x="111" y="471"/>
                  </a:lnTo>
                  <a:lnTo>
                    <a:pt x="308" y="436"/>
                  </a:lnTo>
                  <a:lnTo>
                    <a:pt x="285" y="360"/>
                  </a:lnTo>
                  <a:lnTo>
                    <a:pt x="221" y="325"/>
                  </a:lnTo>
                  <a:lnTo>
                    <a:pt x="233" y="244"/>
                  </a:lnTo>
                  <a:lnTo>
                    <a:pt x="354" y="151"/>
                  </a:lnTo>
                  <a:lnTo>
                    <a:pt x="238" y="145"/>
                  </a:lnTo>
                  <a:lnTo>
                    <a:pt x="134" y="0"/>
                  </a:lnTo>
                  <a:close/>
                </a:path>
              </a:pathLst>
            </a:custGeom>
            <a:solidFill>
              <a:srgbClr val="d0d0d0"/>
            </a:solidFill>
            <a:ln w="9360">
              <a:solidFill>
                <a:srgbClr val="909090"/>
              </a:solidFill>
              <a:round/>
            </a:ln>
          </p:spPr>
          <p:style>
            <a:lnRef idx="0"/>
            <a:fillRef idx="0"/>
            <a:effectRef idx="0"/>
            <a:fontRef idx="minor"/>
          </p:style>
          <p:txBody>
            <a:bodyPr lIns="90000" rIns="90000" tIns="24480" bIns="24480" anchor="t">
              <a:noAutofit/>
            </a:bodyPr>
            <a:p>
              <a:endParaRPr b="0" lang="en-US" sz="2400" spc="-1" strike="noStrike">
                <a:solidFill>
                  <a:srgbClr val="000000"/>
                </a:solidFill>
                <a:latin typeface="Times New Roman"/>
              </a:endParaRPr>
            </a:p>
          </p:txBody>
        </p:sp>
        <p:sp>
          <p:nvSpPr>
            <p:cNvPr id="9121" name=""/>
            <p:cNvSpPr/>
            <p:nvPr/>
          </p:nvSpPr>
          <p:spPr>
            <a:xfrm>
              <a:off x="7423200" y="1547640"/>
              <a:ext cx="52200" cy="43200"/>
            </a:xfrm>
            <a:custGeom>
              <a:avLst/>
              <a:gdLst/>
              <a:ahLst/>
              <a:rect l="l" t="t" r="r" b="b"/>
              <a:pathLst>
                <a:path w="302" h="285">
                  <a:moveTo>
                    <a:pt x="133" y="0"/>
                  </a:moveTo>
                  <a:lnTo>
                    <a:pt x="12" y="93"/>
                  </a:lnTo>
                  <a:lnTo>
                    <a:pt x="0" y="174"/>
                  </a:lnTo>
                  <a:lnTo>
                    <a:pt x="64" y="209"/>
                  </a:lnTo>
                  <a:lnTo>
                    <a:pt x="87" y="285"/>
                  </a:lnTo>
                  <a:lnTo>
                    <a:pt x="133" y="250"/>
                  </a:lnTo>
                  <a:lnTo>
                    <a:pt x="185" y="285"/>
                  </a:lnTo>
                  <a:lnTo>
                    <a:pt x="255" y="285"/>
                  </a:lnTo>
                  <a:lnTo>
                    <a:pt x="296" y="180"/>
                  </a:lnTo>
                  <a:lnTo>
                    <a:pt x="272" y="134"/>
                  </a:lnTo>
                  <a:lnTo>
                    <a:pt x="302" y="87"/>
                  </a:lnTo>
                  <a:lnTo>
                    <a:pt x="244" y="76"/>
                  </a:lnTo>
                  <a:lnTo>
                    <a:pt x="162" y="6"/>
                  </a:lnTo>
                  <a:lnTo>
                    <a:pt x="133" y="0"/>
                  </a:lnTo>
                  <a:close/>
                </a:path>
              </a:pathLst>
            </a:custGeom>
            <a:solidFill>
              <a:srgbClr val="d0d0d0"/>
            </a:solidFill>
            <a:ln w="9360">
              <a:solidFill>
                <a:srgbClr val="909090"/>
              </a:solidFill>
              <a:round/>
            </a:ln>
          </p:spPr>
          <p:style>
            <a:lnRef idx="0"/>
            <a:fillRef idx="0"/>
            <a:effectRef idx="0"/>
            <a:fontRef idx="minor"/>
          </p:style>
          <p:txBody>
            <a:bodyPr lIns="90000" rIns="90000" tIns="-3600" bIns="-3600" anchor="t">
              <a:noAutofit/>
            </a:bodyPr>
            <a:p>
              <a:endParaRPr b="0" lang="en-US" sz="2400" spc="-1" strike="noStrike">
                <a:solidFill>
                  <a:srgbClr val="000000"/>
                </a:solidFill>
                <a:latin typeface="Times New Roman"/>
              </a:endParaRPr>
            </a:p>
          </p:txBody>
        </p:sp>
        <p:sp>
          <p:nvSpPr>
            <p:cNvPr id="9122" name=""/>
            <p:cNvSpPr/>
            <p:nvPr/>
          </p:nvSpPr>
          <p:spPr>
            <a:xfrm>
              <a:off x="7467480" y="1562040"/>
              <a:ext cx="27000" cy="33480"/>
            </a:xfrm>
            <a:custGeom>
              <a:avLst/>
              <a:gdLst/>
              <a:ahLst/>
              <a:rect l="l" t="t" r="r" b="b"/>
              <a:pathLst>
                <a:path w="163" h="226">
                  <a:moveTo>
                    <a:pt x="47" y="0"/>
                  </a:moveTo>
                  <a:lnTo>
                    <a:pt x="17" y="47"/>
                  </a:lnTo>
                  <a:lnTo>
                    <a:pt x="41" y="93"/>
                  </a:lnTo>
                  <a:lnTo>
                    <a:pt x="0" y="198"/>
                  </a:lnTo>
                  <a:lnTo>
                    <a:pt x="35" y="226"/>
                  </a:lnTo>
                  <a:lnTo>
                    <a:pt x="76" y="221"/>
                  </a:lnTo>
                  <a:lnTo>
                    <a:pt x="163" y="93"/>
                  </a:lnTo>
                  <a:lnTo>
                    <a:pt x="82" y="12"/>
                  </a:lnTo>
                  <a:lnTo>
                    <a:pt x="47" y="0"/>
                  </a:lnTo>
                  <a:close/>
                </a:path>
              </a:pathLst>
            </a:custGeom>
            <a:solidFill>
              <a:srgbClr val="d0d0d0"/>
            </a:solidFill>
            <a:ln w="9360">
              <a:solidFill>
                <a:srgbClr val="90909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9123" name=""/>
            <p:cNvSpPr/>
            <p:nvPr/>
          </p:nvSpPr>
          <p:spPr>
            <a:xfrm>
              <a:off x="7215120" y="1549440"/>
              <a:ext cx="463680" cy="398520"/>
            </a:xfrm>
            <a:custGeom>
              <a:avLst/>
              <a:gdLst/>
              <a:ahLst/>
              <a:rect l="l" t="t" r="r" b="b"/>
              <a:pathLst>
                <a:path w="2685" h="2603">
                  <a:moveTo>
                    <a:pt x="1633" y="163"/>
                  </a:moveTo>
                  <a:lnTo>
                    <a:pt x="1662" y="192"/>
                  </a:lnTo>
                  <a:lnTo>
                    <a:pt x="1715" y="308"/>
                  </a:lnTo>
                  <a:lnTo>
                    <a:pt x="1760" y="343"/>
                  </a:lnTo>
                  <a:lnTo>
                    <a:pt x="1580" y="523"/>
                  </a:lnTo>
                  <a:lnTo>
                    <a:pt x="1673" y="512"/>
                  </a:lnTo>
                  <a:lnTo>
                    <a:pt x="1737" y="477"/>
                  </a:lnTo>
                  <a:lnTo>
                    <a:pt x="1790" y="488"/>
                  </a:lnTo>
                  <a:lnTo>
                    <a:pt x="1772" y="535"/>
                  </a:lnTo>
                  <a:lnTo>
                    <a:pt x="1703" y="540"/>
                  </a:lnTo>
                  <a:lnTo>
                    <a:pt x="1778" y="582"/>
                  </a:lnTo>
                  <a:lnTo>
                    <a:pt x="1854" y="523"/>
                  </a:lnTo>
                  <a:lnTo>
                    <a:pt x="2022" y="535"/>
                  </a:lnTo>
                  <a:lnTo>
                    <a:pt x="2028" y="570"/>
                  </a:lnTo>
                  <a:lnTo>
                    <a:pt x="2057" y="570"/>
                  </a:lnTo>
                  <a:lnTo>
                    <a:pt x="2046" y="622"/>
                  </a:lnTo>
                  <a:lnTo>
                    <a:pt x="2086" y="640"/>
                  </a:lnTo>
                  <a:lnTo>
                    <a:pt x="2069" y="662"/>
                  </a:lnTo>
                  <a:lnTo>
                    <a:pt x="2191" y="669"/>
                  </a:lnTo>
                  <a:lnTo>
                    <a:pt x="2284" y="721"/>
                  </a:lnTo>
                  <a:lnTo>
                    <a:pt x="2348" y="680"/>
                  </a:lnTo>
                  <a:lnTo>
                    <a:pt x="2395" y="704"/>
                  </a:lnTo>
                  <a:lnTo>
                    <a:pt x="2545" y="872"/>
                  </a:lnTo>
                  <a:lnTo>
                    <a:pt x="2587" y="884"/>
                  </a:lnTo>
                  <a:lnTo>
                    <a:pt x="2644" y="860"/>
                  </a:lnTo>
                  <a:lnTo>
                    <a:pt x="2679" y="894"/>
                  </a:lnTo>
                  <a:lnTo>
                    <a:pt x="2685" y="1081"/>
                  </a:lnTo>
                  <a:lnTo>
                    <a:pt x="2644" y="1156"/>
                  </a:lnTo>
                  <a:lnTo>
                    <a:pt x="2580" y="1180"/>
                  </a:lnTo>
                  <a:lnTo>
                    <a:pt x="2400" y="1342"/>
                  </a:lnTo>
                  <a:lnTo>
                    <a:pt x="2348" y="1372"/>
                  </a:lnTo>
                  <a:lnTo>
                    <a:pt x="2336" y="1494"/>
                  </a:lnTo>
                  <a:lnTo>
                    <a:pt x="2290" y="1592"/>
                  </a:lnTo>
                  <a:lnTo>
                    <a:pt x="2266" y="1703"/>
                  </a:lnTo>
                  <a:lnTo>
                    <a:pt x="2051" y="1975"/>
                  </a:lnTo>
                  <a:lnTo>
                    <a:pt x="2004" y="1993"/>
                  </a:lnTo>
                  <a:lnTo>
                    <a:pt x="1917" y="1982"/>
                  </a:lnTo>
                  <a:lnTo>
                    <a:pt x="1795" y="2045"/>
                  </a:lnTo>
                  <a:lnTo>
                    <a:pt x="1743" y="2034"/>
                  </a:lnTo>
                  <a:lnTo>
                    <a:pt x="1558" y="2127"/>
                  </a:lnTo>
                  <a:lnTo>
                    <a:pt x="1516" y="2306"/>
                  </a:lnTo>
                  <a:lnTo>
                    <a:pt x="1319" y="2521"/>
                  </a:lnTo>
                  <a:lnTo>
                    <a:pt x="1279" y="2521"/>
                  </a:lnTo>
                  <a:lnTo>
                    <a:pt x="1342" y="2382"/>
                  </a:lnTo>
                  <a:lnTo>
                    <a:pt x="1313" y="2394"/>
                  </a:lnTo>
                  <a:lnTo>
                    <a:pt x="1203" y="2603"/>
                  </a:lnTo>
                  <a:lnTo>
                    <a:pt x="1144" y="2528"/>
                  </a:lnTo>
                  <a:lnTo>
                    <a:pt x="1151" y="2486"/>
                  </a:lnTo>
                  <a:lnTo>
                    <a:pt x="1081" y="2423"/>
                  </a:lnTo>
                  <a:lnTo>
                    <a:pt x="1034" y="2417"/>
                  </a:lnTo>
                  <a:lnTo>
                    <a:pt x="1029" y="2359"/>
                  </a:lnTo>
                  <a:lnTo>
                    <a:pt x="977" y="2324"/>
                  </a:lnTo>
                  <a:lnTo>
                    <a:pt x="1226" y="2196"/>
                  </a:lnTo>
                  <a:lnTo>
                    <a:pt x="1226" y="2104"/>
                  </a:lnTo>
                  <a:lnTo>
                    <a:pt x="1214" y="2097"/>
                  </a:lnTo>
                  <a:lnTo>
                    <a:pt x="1226" y="2017"/>
                  </a:lnTo>
                  <a:lnTo>
                    <a:pt x="1174" y="1982"/>
                  </a:lnTo>
                  <a:lnTo>
                    <a:pt x="1186" y="1918"/>
                  </a:lnTo>
                  <a:lnTo>
                    <a:pt x="1075" y="1842"/>
                  </a:lnTo>
                  <a:lnTo>
                    <a:pt x="1034" y="1853"/>
                  </a:lnTo>
                  <a:lnTo>
                    <a:pt x="1000" y="1825"/>
                  </a:lnTo>
                  <a:lnTo>
                    <a:pt x="1022" y="1668"/>
                  </a:lnTo>
                  <a:lnTo>
                    <a:pt x="1052" y="1633"/>
                  </a:lnTo>
                  <a:lnTo>
                    <a:pt x="1011" y="1476"/>
                  </a:lnTo>
                  <a:lnTo>
                    <a:pt x="918" y="1447"/>
                  </a:lnTo>
                  <a:lnTo>
                    <a:pt x="900" y="1383"/>
                  </a:lnTo>
                  <a:lnTo>
                    <a:pt x="877" y="1360"/>
                  </a:lnTo>
                  <a:lnTo>
                    <a:pt x="877" y="1342"/>
                  </a:lnTo>
                  <a:lnTo>
                    <a:pt x="918" y="1313"/>
                  </a:lnTo>
                  <a:lnTo>
                    <a:pt x="726" y="1156"/>
                  </a:lnTo>
                  <a:lnTo>
                    <a:pt x="639" y="1145"/>
                  </a:lnTo>
                  <a:lnTo>
                    <a:pt x="581" y="1069"/>
                  </a:lnTo>
                  <a:lnTo>
                    <a:pt x="628" y="1051"/>
                  </a:lnTo>
                  <a:lnTo>
                    <a:pt x="639" y="971"/>
                  </a:lnTo>
                  <a:lnTo>
                    <a:pt x="598" y="964"/>
                  </a:lnTo>
                  <a:lnTo>
                    <a:pt x="429" y="994"/>
                  </a:lnTo>
                  <a:lnTo>
                    <a:pt x="424" y="976"/>
                  </a:lnTo>
                  <a:lnTo>
                    <a:pt x="366" y="982"/>
                  </a:lnTo>
                  <a:lnTo>
                    <a:pt x="342" y="1034"/>
                  </a:lnTo>
                  <a:lnTo>
                    <a:pt x="284" y="1023"/>
                  </a:lnTo>
                  <a:lnTo>
                    <a:pt x="215" y="988"/>
                  </a:lnTo>
                  <a:lnTo>
                    <a:pt x="232" y="918"/>
                  </a:lnTo>
                  <a:lnTo>
                    <a:pt x="203" y="889"/>
                  </a:lnTo>
                  <a:lnTo>
                    <a:pt x="122" y="918"/>
                  </a:lnTo>
                  <a:lnTo>
                    <a:pt x="87" y="860"/>
                  </a:lnTo>
                  <a:lnTo>
                    <a:pt x="23" y="901"/>
                  </a:lnTo>
                  <a:lnTo>
                    <a:pt x="0" y="784"/>
                  </a:lnTo>
                  <a:lnTo>
                    <a:pt x="52" y="692"/>
                  </a:lnTo>
                  <a:lnTo>
                    <a:pt x="58" y="640"/>
                  </a:lnTo>
                  <a:lnTo>
                    <a:pt x="262" y="529"/>
                  </a:lnTo>
                  <a:lnTo>
                    <a:pt x="360" y="326"/>
                  </a:lnTo>
                  <a:lnTo>
                    <a:pt x="314" y="285"/>
                  </a:lnTo>
                  <a:lnTo>
                    <a:pt x="319" y="239"/>
                  </a:lnTo>
                  <a:lnTo>
                    <a:pt x="384" y="192"/>
                  </a:lnTo>
                  <a:lnTo>
                    <a:pt x="360" y="186"/>
                  </a:lnTo>
                  <a:lnTo>
                    <a:pt x="342" y="174"/>
                  </a:lnTo>
                  <a:lnTo>
                    <a:pt x="349" y="146"/>
                  </a:lnTo>
                  <a:lnTo>
                    <a:pt x="377" y="151"/>
                  </a:lnTo>
                  <a:lnTo>
                    <a:pt x="429" y="186"/>
                  </a:lnTo>
                  <a:lnTo>
                    <a:pt x="476" y="186"/>
                  </a:lnTo>
                  <a:lnTo>
                    <a:pt x="511" y="239"/>
                  </a:lnTo>
                  <a:lnTo>
                    <a:pt x="656" y="268"/>
                  </a:lnTo>
                  <a:lnTo>
                    <a:pt x="778" y="174"/>
                  </a:lnTo>
                  <a:lnTo>
                    <a:pt x="691" y="52"/>
                  </a:lnTo>
                  <a:lnTo>
                    <a:pt x="720" y="29"/>
                  </a:lnTo>
                  <a:lnTo>
                    <a:pt x="843" y="105"/>
                  </a:lnTo>
                  <a:lnTo>
                    <a:pt x="872" y="87"/>
                  </a:lnTo>
                  <a:lnTo>
                    <a:pt x="965" y="99"/>
                  </a:lnTo>
                  <a:lnTo>
                    <a:pt x="1000" y="24"/>
                  </a:lnTo>
                  <a:lnTo>
                    <a:pt x="1000" y="0"/>
                  </a:lnTo>
                  <a:lnTo>
                    <a:pt x="1057" y="24"/>
                  </a:lnTo>
                  <a:lnTo>
                    <a:pt x="1052" y="59"/>
                  </a:lnTo>
                  <a:lnTo>
                    <a:pt x="1075" y="82"/>
                  </a:lnTo>
                  <a:lnTo>
                    <a:pt x="1075" y="256"/>
                  </a:lnTo>
                  <a:lnTo>
                    <a:pt x="1099" y="303"/>
                  </a:lnTo>
                  <a:lnTo>
                    <a:pt x="1296" y="268"/>
                  </a:lnTo>
                  <a:lnTo>
                    <a:pt x="1342" y="233"/>
                  </a:lnTo>
                  <a:lnTo>
                    <a:pt x="1401" y="268"/>
                  </a:lnTo>
                  <a:lnTo>
                    <a:pt x="1470" y="268"/>
                  </a:lnTo>
                  <a:lnTo>
                    <a:pt x="1499" y="296"/>
                  </a:lnTo>
                  <a:lnTo>
                    <a:pt x="1540" y="291"/>
                  </a:lnTo>
                  <a:lnTo>
                    <a:pt x="1633" y="16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24" name=""/>
            <p:cNvSpPr/>
            <p:nvPr/>
          </p:nvSpPr>
          <p:spPr>
            <a:xfrm rot="20717400">
              <a:off x="6534000" y="631440"/>
              <a:ext cx="17640" cy="6480"/>
            </a:xfrm>
            <a:custGeom>
              <a:avLst/>
              <a:gdLst/>
              <a:ahLst/>
              <a:rect l="l" t="t" r="r" b="b"/>
              <a:pathLst>
                <a:path w="99" h="46">
                  <a:moveTo>
                    <a:pt x="64" y="11"/>
                  </a:moveTo>
                  <a:lnTo>
                    <a:pt x="12" y="0"/>
                  </a:lnTo>
                  <a:lnTo>
                    <a:pt x="0" y="11"/>
                  </a:lnTo>
                  <a:lnTo>
                    <a:pt x="12" y="40"/>
                  </a:lnTo>
                  <a:lnTo>
                    <a:pt x="64" y="46"/>
                  </a:lnTo>
                  <a:lnTo>
                    <a:pt x="99" y="17"/>
                  </a:lnTo>
                  <a:lnTo>
                    <a:pt x="64" y="11"/>
                  </a:lnTo>
                  <a:close/>
                </a:path>
              </a:pathLst>
            </a:custGeom>
            <a:solidFill>
              <a:srgbClr val="d0d0d0"/>
            </a:solidFill>
            <a:ln w="9360">
              <a:solidFill>
                <a:srgbClr val="909090"/>
              </a:solidFill>
              <a:round/>
            </a:ln>
          </p:spPr>
          <p:style>
            <a:lnRef idx="0"/>
            <a:fillRef idx="0"/>
            <a:effectRef idx="0"/>
            <a:fontRef idx="minor"/>
          </p:style>
          <p:txBody>
            <a:bodyPr lIns="90000" rIns="90000" tIns="-40320" bIns="-40320" anchor="t">
              <a:noAutofit/>
            </a:bodyPr>
            <a:p>
              <a:endParaRPr b="0" lang="en-US" sz="2400" spc="-1" strike="noStrike">
                <a:solidFill>
                  <a:srgbClr val="000000"/>
                </a:solidFill>
                <a:latin typeface="Times New Roman"/>
              </a:endParaRPr>
            </a:p>
          </p:txBody>
        </p:sp>
        <p:sp>
          <p:nvSpPr>
            <p:cNvPr id="9125" name=""/>
            <p:cNvSpPr/>
            <p:nvPr/>
          </p:nvSpPr>
          <p:spPr>
            <a:xfrm rot="20717400">
              <a:off x="6505200" y="696600"/>
              <a:ext cx="19080" cy="7920"/>
            </a:xfrm>
            <a:custGeom>
              <a:avLst/>
              <a:gdLst/>
              <a:ahLst/>
              <a:rect l="l" t="t" r="r" b="b"/>
              <a:pathLst>
                <a:path w="110" h="52">
                  <a:moveTo>
                    <a:pt x="58" y="0"/>
                  </a:moveTo>
                  <a:lnTo>
                    <a:pt x="0" y="24"/>
                  </a:lnTo>
                  <a:lnTo>
                    <a:pt x="23" y="41"/>
                  </a:lnTo>
                  <a:lnTo>
                    <a:pt x="105" y="52"/>
                  </a:lnTo>
                  <a:lnTo>
                    <a:pt x="110" y="17"/>
                  </a:lnTo>
                  <a:lnTo>
                    <a:pt x="81" y="0"/>
                  </a:lnTo>
                  <a:lnTo>
                    <a:pt x="58" y="0"/>
                  </a:lnTo>
                  <a:close/>
                </a:path>
              </a:pathLst>
            </a:custGeom>
            <a:solidFill>
              <a:srgbClr val="d0d0d0"/>
            </a:solidFill>
            <a:ln w="9360">
              <a:solidFill>
                <a:srgbClr val="90909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9126" name=""/>
            <p:cNvSpPr/>
            <p:nvPr/>
          </p:nvSpPr>
          <p:spPr>
            <a:xfrm rot="20717400">
              <a:off x="7338960" y="844200"/>
              <a:ext cx="74520" cy="61920"/>
            </a:xfrm>
            <a:custGeom>
              <a:avLst/>
              <a:gdLst/>
              <a:ahLst/>
              <a:rect l="l" t="t" r="r" b="b"/>
              <a:pathLst>
                <a:path w="436" h="424">
                  <a:moveTo>
                    <a:pt x="180" y="0"/>
                  </a:moveTo>
                  <a:lnTo>
                    <a:pt x="105" y="198"/>
                  </a:lnTo>
                  <a:lnTo>
                    <a:pt x="0" y="250"/>
                  </a:lnTo>
                  <a:lnTo>
                    <a:pt x="81" y="255"/>
                  </a:lnTo>
                  <a:lnTo>
                    <a:pt x="81" y="360"/>
                  </a:lnTo>
                  <a:lnTo>
                    <a:pt x="162" y="389"/>
                  </a:lnTo>
                  <a:lnTo>
                    <a:pt x="255" y="342"/>
                  </a:lnTo>
                  <a:lnTo>
                    <a:pt x="279" y="354"/>
                  </a:lnTo>
                  <a:lnTo>
                    <a:pt x="337" y="401"/>
                  </a:lnTo>
                  <a:lnTo>
                    <a:pt x="394" y="372"/>
                  </a:lnTo>
                  <a:lnTo>
                    <a:pt x="412" y="424"/>
                  </a:lnTo>
                  <a:lnTo>
                    <a:pt x="436" y="255"/>
                  </a:lnTo>
                  <a:lnTo>
                    <a:pt x="384" y="273"/>
                  </a:lnTo>
                  <a:lnTo>
                    <a:pt x="412" y="203"/>
                  </a:lnTo>
                  <a:lnTo>
                    <a:pt x="360" y="163"/>
                  </a:lnTo>
                  <a:lnTo>
                    <a:pt x="366" y="145"/>
                  </a:lnTo>
                  <a:lnTo>
                    <a:pt x="255" y="122"/>
                  </a:lnTo>
                  <a:lnTo>
                    <a:pt x="197" y="151"/>
                  </a:lnTo>
                  <a:lnTo>
                    <a:pt x="227" y="35"/>
                  </a:lnTo>
                  <a:lnTo>
                    <a:pt x="180" y="0"/>
                  </a:lnTo>
                  <a:close/>
                </a:path>
              </a:pathLst>
            </a:custGeom>
            <a:solidFill>
              <a:srgbClr val="d0d0d0"/>
            </a:solidFill>
            <a:ln w="9360">
              <a:solidFill>
                <a:srgbClr val="90909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9127" name=""/>
            <p:cNvSpPr/>
            <p:nvPr/>
          </p:nvSpPr>
          <p:spPr>
            <a:xfrm rot="20717400">
              <a:off x="7302240" y="891720"/>
              <a:ext cx="20520" cy="7920"/>
            </a:xfrm>
            <a:custGeom>
              <a:avLst/>
              <a:gdLst/>
              <a:ahLst/>
              <a:rect l="l" t="t" r="r" b="b"/>
              <a:pathLst>
                <a:path w="122" h="53">
                  <a:moveTo>
                    <a:pt x="93" y="0"/>
                  </a:moveTo>
                  <a:lnTo>
                    <a:pt x="30" y="7"/>
                  </a:lnTo>
                  <a:lnTo>
                    <a:pt x="0" y="7"/>
                  </a:lnTo>
                  <a:lnTo>
                    <a:pt x="0" y="24"/>
                  </a:lnTo>
                  <a:lnTo>
                    <a:pt x="82" y="35"/>
                  </a:lnTo>
                  <a:lnTo>
                    <a:pt x="99" y="53"/>
                  </a:lnTo>
                  <a:lnTo>
                    <a:pt x="122" y="30"/>
                  </a:lnTo>
                  <a:lnTo>
                    <a:pt x="93" y="0"/>
                  </a:lnTo>
                  <a:close/>
                </a:path>
              </a:pathLst>
            </a:custGeom>
            <a:solidFill>
              <a:srgbClr val="d0d0d0"/>
            </a:solidFill>
            <a:ln w="9360">
              <a:solidFill>
                <a:srgbClr val="90909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9128" name=""/>
            <p:cNvSpPr/>
            <p:nvPr/>
          </p:nvSpPr>
          <p:spPr>
            <a:xfrm rot="20717400">
              <a:off x="7318440" y="926640"/>
              <a:ext cx="11160" cy="7920"/>
            </a:xfrm>
            <a:custGeom>
              <a:avLst/>
              <a:gdLst/>
              <a:ahLst/>
              <a:rect l="l" t="t" r="r" b="b"/>
              <a:pathLst>
                <a:path w="75" h="47">
                  <a:moveTo>
                    <a:pt x="40" y="0"/>
                  </a:moveTo>
                  <a:lnTo>
                    <a:pt x="0" y="24"/>
                  </a:lnTo>
                  <a:lnTo>
                    <a:pt x="17" y="42"/>
                  </a:lnTo>
                  <a:lnTo>
                    <a:pt x="75" y="47"/>
                  </a:lnTo>
                  <a:lnTo>
                    <a:pt x="69" y="12"/>
                  </a:lnTo>
                  <a:lnTo>
                    <a:pt x="40" y="0"/>
                  </a:lnTo>
                  <a:close/>
                </a:path>
              </a:pathLst>
            </a:custGeom>
            <a:solidFill>
              <a:srgbClr val="d0d0d0"/>
            </a:solidFill>
            <a:ln w="9360">
              <a:solidFill>
                <a:srgbClr val="90909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9129" name=""/>
            <p:cNvSpPr/>
            <p:nvPr/>
          </p:nvSpPr>
          <p:spPr>
            <a:xfrm rot="20717400">
              <a:off x="7345080" y="920520"/>
              <a:ext cx="15840" cy="15840"/>
            </a:xfrm>
            <a:custGeom>
              <a:avLst/>
              <a:gdLst/>
              <a:ahLst/>
              <a:rect l="l" t="t" r="r" b="b"/>
              <a:pathLst>
                <a:path w="87" h="105">
                  <a:moveTo>
                    <a:pt x="17" y="100"/>
                  </a:moveTo>
                  <a:lnTo>
                    <a:pt x="0" y="59"/>
                  </a:lnTo>
                  <a:lnTo>
                    <a:pt x="28" y="0"/>
                  </a:lnTo>
                  <a:lnTo>
                    <a:pt x="52" y="12"/>
                  </a:lnTo>
                  <a:lnTo>
                    <a:pt x="40" y="47"/>
                  </a:lnTo>
                  <a:lnTo>
                    <a:pt x="87" y="70"/>
                  </a:lnTo>
                  <a:lnTo>
                    <a:pt x="75" y="105"/>
                  </a:lnTo>
                  <a:lnTo>
                    <a:pt x="28" y="100"/>
                  </a:lnTo>
                  <a:lnTo>
                    <a:pt x="17" y="100"/>
                  </a:lnTo>
                  <a:close/>
                </a:path>
              </a:pathLst>
            </a:custGeom>
            <a:solidFill>
              <a:srgbClr val="d0d0d0"/>
            </a:solidFill>
            <a:ln w="9360">
              <a:solidFill>
                <a:srgbClr val="909090"/>
              </a:solidFill>
              <a:round/>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9130" name=""/>
            <p:cNvSpPr/>
            <p:nvPr/>
          </p:nvSpPr>
          <p:spPr>
            <a:xfrm rot="20717400">
              <a:off x="6676920" y="888840"/>
              <a:ext cx="14400" cy="33480"/>
            </a:xfrm>
            <a:custGeom>
              <a:avLst/>
              <a:gdLst/>
              <a:ahLst/>
              <a:rect l="l" t="t" r="r" b="b"/>
              <a:pathLst>
                <a:path w="76" h="232">
                  <a:moveTo>
                    <a:pt x="70" y="214"/>
                  </a:moveTo>
                  <a:lnTo>
                    <a:pt x="59" y="157"/>
                  </a:lnTo>
                  <a:lnTo>
                    <a:pt x="76" y="58"/>
                  </a:lnTo>
                  <a:lnTo>
                    <a:pt x="59" y="0"/>
                  </a:lnTo>
                  <a:lnTo>
                    <a:pt x="0" y="0"/>
                  </a:lnTo>
                  <a:lnTo>
                    <a:pt x="47" y="46"/>
                  </a:lnTo>
                  <a:lnTo>
                    <a:pt x="0" y="127"/>
                  </a:lnTo>
                  <a:lnTo>
                    <a:pt x="29" y="174"/>
                  </a:lnTo>
                  <a:lnTo>
                    <a:pt x="41" y="220"/>
                  </a:lnTo>
                  <a:lnTo>
                    <a:pt x="64" y="232"/>
                  </a:lnTo>
                  <a:lnTo>
                    <a:pt x="70" y="214"/>
                  </a:lnTo>
                  <a:close/>
                </a:path>
              </a:pathLst>
            </a:custGeom>
            <a:solidFill>
              <a:srgbClr val="d0d0d0"/>
            </a:solidFill>
            <a:ln w="9360">
              <a:solidFill>
                <a:srgbClr val="90909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9131" name=""/>
            <p:cNvSpPr/>
            <p:nvPr/>
          </p:nvSpPr>
          <p:spPr>
            <a:xfrm rot="20717400">
              <a:off x="7062840" y="744480"/>
              <a:ext cx="44280" cy="27000"/>
            </a:xfrm>
            <a:custGeom>
              <a:avLst/>
              <a:gdLst/>
              <a:ahLst/>
              <a:rect l="l" t="t" r="r" b="b"/>
              <a:pathLst>
                <a:path w="256" h="187">
                  <a:moveTo>
                    <a:pt x="29" y="0"/>
                  </a:moveTo>
                  <a:lnTo>
                    <a:pt x="41" y="30"/>
                  </a:lnTo>
                  <a:lnTo>
                    <a:pt x="0" y="122"/>
                  </a:lnTo>
                  <a:lnTo>
                    <a:pt x="69" y="187"/>
                  </a:lnTo>
                  <a:lnTo>
                    <a:pt x="111" y="169"/>
                  </a:lnTo>
                  <a:lnTo>
                    <a:pt x="104" y="122"/>
                  </a:lnTo>
                  <a:lnTo>
                    <a:pt x="157" y="169"/>
                  </a:lnTo>
                  <a:lnTo>
                    <a:pt x="215" y="187"/>
                  </a:lnTo>
                  <a:lnTo>
                    <a:pt x="256" y="164"/>
                  </a:lnTo>
                  <a:lnTo>
                    <a:pt x="238" y="111"/>
                  </a:lnTo>
                  <a:lnTo>
                    <a:pt x="191" y="117"/>
                  </a:lnTo>
                  <a:lnTo>
                    <a:pt x="157" y="47"/>
                  </a:lnTo>
                  <a:lnTo>
                    <a:pt x="87" y="0"/>
                  </a:lnTo>
                  <a:lnTo>
                    <a:pt x="29" y="0"/>
                  </a:lnTo>
                  <a:close/>
                </a:path>
              </a:pathLst>
            </a:custGeom>
            <a:solidFill>
              <a:srgbClr val="d0d0d0"/>
            </a:solidFill>
            <a:ln w="9360">
              <a:solidFill>
                <a:srgbClr val="909090"/>
              </a:solidFill>
              <a:round/>
            </a:ln>
          </p:spPr>
          <p:style>
            <a:lnRef idx="0"/>
            <a:fillRef idx="0"/>
            <a:effectRef idx="0"/>
            <a:fontRef idx="minor"/>
          </p:style>
          <p:txBody>
            <a:bodyPr lIns="90000" rIns="90000" tIns="-19800" bIns="-19800" anchor="t">
              <a:noAutofit/>
            </a:bodyPr>
            <a:p>
              <a:endParaRPr b="0" lang="en-US" sz="2400" spc="-1" strike="noStrike">
                <a:solidFill>
                  <a:srgbClr val="000000"/>
                </a:solidFill>
                <a:latin typeface="Times New Roman"/>
              </a:endParaRPr>
            </a:p>
          </p:txBody>
        </p:sp>
        <p:sp>
          <p:nvSpPr>
            <p:cNvPr id="9132" name=""/>
            <p:cNvSpPr/>
            <p:nvPr/>
          </p:nvSpPr>
          <p:spPr>
            <a:xfrm rot="20717400">
              <a:off x="7078680" y="781200"/>
              <a:ext cx="9360" cy="10800"/>
            </a:xfrm>
            <a:custGeom>
              <a:avLst/>
              <a:gdLst/>
              <a:ahLst/>
              <a:rect l="l" t="t" r="r" b="b"/>
              <a:pathLst>
                <a:path w="52" h="70">
                  <a:moveTo>
                    <a:pt x="41" y="0"/>
                  </a:moveTo>
                  <a:lnTo>
                    <a:pt x="0" y="5"/>
                  </a:lnTo>
                  <a:lnTo>
                    <a:pt x="0" y="70"/>
                  </a:lnTo>
                  <a:lnTo>
                    <a:pt x="24" y="52"/>
                  </a:lnTo>
                  <a:lnTo>
                    <a:pt x="47" y="47"/>
                  </a:lnTo>
                  <a:lnTo>
                    <a:pt x="52" y="29"/>
                  </a:lnTo>
                  <a:lnTo>
                    <a:pt x="41" y="0"/>
                  </a:lnTo>
                  <a:close/>
                </a:path>
              </a:pathLst>
            </a:custGeom>
            <a:solidFill>
              <a:srgbClr val="d0d0d0"/>
            </a:solidFill>
            <a:ln w="9360">
              <a:solidFill>
                <a:srgbClr val="909090"/>
              </a:solidFill>
              <a:round/>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9133" name=""/>
            <p:cNvSpPr/>
            <p:nvPr/>
          </p:nvSpPr>
          <p:spPr>
            <a:xfrm rot="20717400">
              <a:off x="6859080" y="623520"/>
              <a:ext cx="52560" cy="34920"/>
            </a:xfrm>
            <a:custGeom>
              <a:avLst/>
              <a:gdLst/>
              <a:ahLst/>
              <a:rect l="l" t="t" r="r" b="b"/>
              <a:pathLst>
                <a:path w="309" h="244">
                  <a:moveTo>
                    <a:pt x="187" y="0"/>
                  </a:moveTo>
                  <a:lnTo>
                    <a:pt x="88" y="105"/>
                  </a:lnTo>
                  <a:lnTo>
                    <a:pt x="0" y="128"/>
                  </a:lnTo>
                  <a:lnTo>
                    <a:pt x="18" y="232"/>
                  </a:lnTo>
                  <a:lnTo>
                    <a:pt x="100" y="244"/>
                  </a:lnTo>
                  <a:lnTo>
                    <a:pt x="145" y="175"/>
                  </a:lnTo>
                  <a:lnTo>
                    <a:pt x="309" y="180"/>
                  </a:lnTo>
                  <a:lnTo>
                    <a:pt x="245" y="18"/>
                  </a:lnTo>
                  <a:lnTo>
                    <a:pt x="187" y="0"/>
                  </a:lnTo>
                  <a:close/>
                </a:path>
              </a:pathLst>
            </a:custGeom>
            <a:solidFill>
              <a:srgbClr val="d0d0d0"/>
            </a:solidFill>
            <a:ln w="9360">
              <a:solidFill>
                <a:srgbClr val="909090"/>
              </a:solidFill>
              <a:round/>
            </a:ln>
          </p:spPr>
          <p:style>
            <a:lnRef idx="0"/>
            <a:fillRef idx="0"/>
            <a:effectRef idx="0"/>
            <a:fontRef idx="minor"/>
          </p:style>
          <p:txBody>
            <a:bodyPr lIns="90000" rIns="90000" tIns="-11880" bIns="-11880" anchor="t">
              <a:noAutofit/>
            </a:bodyPr>
            <a:p>
              <a:endParaRPr b="0" lang="en-US" sz="2400" spc="-1" strike="noStrike">
                <a:solidFill>
                  <a:srgbClr val="000000"/>
                </a:solidFill>
                <a:latin typeface="Times New Roman"/>
              </a:endParaRPr>
            </a:p>
          </p:txBody>
        </p:sp>
        <p:sp>
          <p:nvSpPr>
            <p:cNvPr id="9134" name=""/>
            <p:cNvSpPr/>
            <p:nvPr/>
          </p:nvSpPr>
          <p:spPr>
            <a:xfrm rot="20717400">
              <a:off x="6891120" y="644400"/>
              <a:ext cx="72720" cy="71640"/>
            </a:xfrm>
            <a:custGeom>
              <a:avLst/>
              <a:gdLst/>
              <a:ahLst/>
              <a:rect l="l" t="t" r="r" b="b"/>
              <a:pathLst>
                <a:path w="424" h="476">
                  <a:moveTo>
                    <a:pt x="197" y="6"/>
                  </a:moveTo>
                  <a:lnTo>
                    <a:pt x="75" y="0"/>
                  </a:lnTo>
                  <a:lnTo>
                    <a:pt x="70" y="35"/>
                  </a:lnTo>
                  <a:lnTo>
                    <a:pt x="63" y="94"/>
                  </a:lnTo>
                  <a:lnTo>
                    <a:pt x="46" y="146"/>
                  </a:lnTo>
                  <a:lnTo>
                    <a:pt x="105" y="209"/>
                  </a:lnTo>
                  <a:lnTo>
                    <a:pt x="0" y="209"/>
                  </a:lnTo>
                  <a:lnTo>
                    <a:pt x="75" y="279"/>
                  </a:lnTo>
                  <a:lnTo>
                    <a:pt x="105" y="383"/>
                  </a:lnTo>
                  <a:lnTo>
                    <a:pt x="244" y="395"/>
                  </a:lnTo>
                  <a:lnTo>
                    <a:pt x="354" y="476"/>
                  </a:lnTo>
                  <a:lnTo>
                    <a:pt x="407" y="436"/>
                  </a:lnTo>
                  <a:lnTo>
                    <a:pt x="384" y="395"/>
                  </a:lnTo>
                  <a:lnTo>
                    <a:pt x="419" y="401"/>
                  </a:lnTo>
                  <a:lnTo>
                    <a:pt x="372" y="267"/>
                  </a:lnTo>
                  <a:lnTo>
                    <a:pt x="424" y="111"/>
                  </a:lnTo>
                  <a:lnTo>
                    <a:pt x="384" y="76"/>
                  </a:lnTo>
                  <a:lnTo>
                    <a:pt x="342" y="174"/>
                  </a:lnTo>
                  <a:lnTo>
                    <a:pt x="349" y="162"/>
                  </a:lnTo>
                  <a:lnTo>
                    <a:pt x="314" y="87"/>
                  </a:lnTo>
                  <a:lnTo>
                    <a:pt x="238" y="59"/>
                  </a:lnTo>
                  <a:lnTo>
                    <a:pt x="197" y="6"/>
                  </a:lnTo>
                  <a:close/>
                </a:path>
              </a:pathLst>
            </a:custGeom>
            <a:solidFill>
              <a:srgbClr val="d0d0d0"/>
            </a:solidFill>
            <a:ln w="9360">
              <a:solidFill>
                <a:srgbClr val="909090"/>
              </a:solidFill>
              <a:round/>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9135" name=""/>
            <p:cNvSpPr/>
            <p:nvPr/>
          </p:nvSpPr>
          <p:spPr>
            <a:xfrm rot="20717400">
              <a:off x="6970680" y="645840"/>
              <a:ext cx="28440" cy="33120"/>
            </a:xfrm>
            <a:custGeom>
              <a:avLst/>
              <a:gdLst/>
              <a:ahLst/>
              <a:rect l="l" t="t" r="r" b="b"/>
              <a:pathLst>
                <a:path w="163" h="233">
                  <a:moveTo>
                    <a:pt x="0" y="82"/>
                  </a:moveTo>
                  <a:lnTo>
                    <a:pt x="52" y="163"/>
                  </a:lnTo>
                  <a:lnTo>
                    <a:pt x="29" y="233"/>
                  </a:lnTo>
                  <a:lnTo>
                    <a:pt x="70" y="233"/>
                  </a:lnTo>
                  <a:lnTo>
                    <a:pt x="151" y="180"/>
                  </a:lnTo>
                  <a:lnTo>
                    <a:pt x="163" y="145"/>
                  </a:lnTo>
                  <a:lnTo>
                    <a:pt x="146" y="18"/>
                  </a:lnTo>
                  <a:lnTo>
                    <a:pt x="94" y="0"/>
                  </a:lnTo>
                  <a:lnTo>
                    <a:pt x="64" y="70"/>
                  </a:lnTo>
                  <a:lnTo>
                    <a:pt x="29" y="58"/>
                  </a:lnTo>
                  <a:lnTo>
                    <a:pt x="0" y="82"/>
                  </a:lnTo>
                  <a:close/>
                </a:path>
              </a:pathLst>
            </a:custGeom>
            <a:solidFill>
              <a:srgbClr val="d0d0d0"/>
            </a:solidFill>
            <a:ln w="9360">
              <a:solidFill>
                <a:srgbClr val="909090"/>
              </a:solidFill>
              <a:round/>
            </a:ln>
          </p:spPr>
          <p:style>
            <a:lnRef idx="0"/>
            <a:fillRef idx="0"/>
            <a:effectRef idx="0"/>
            <a:fontRef idx="minor"/>
          </p:style>
          <p:txBody>
            <a:bodyPr lIns="90000" rIns="90000" tIns="-13680" bIns="-13680" anchor="t">
              <a:noAutofit/>
            </a:bodyPr>
            <a:p>
              <a:endParaRPr b="0" lang="en-US" sz="2400" spc="-1" strike="noStrike">
                <a:solidFill>
                  <a:srgbClr val="000000"/>
                </a:solidFill>
                <a:latin typeface="Times New Roman"/>
              </a:endParaRPr>
            </a:p>
          </p:txBody>
        </p:sp>
        <p:sp>
          <p:nvSpPr>
            <p:cNvPr id="9136" name=""/>
            <p:cNvSpPr/>
            <p:nvPr/>
          </p:nvSpPr>
          <p:spPr>
            <a:xfrm rot="20717400">
              <a:off x="7003800" y="641160"/>
              <a:ext cx="20520" cy="21960"/>
            </a:xfrm>
            <a:custGeom>
              <a:avLst/>
              <a:gdLst/>
              <a:ahLst/>
              <a:rect l="l" t="t" r="r" b="b"/>
              <a:pathLst>
                <a:path w="116" h="150">
                  <a:moveTo>
                    <a:pt x="11" y="46"/>
                  </a:moveTo>
                  <a:lnTo>
                    <a:pt x="0" y="145"/>
                  </a:lnTo>
                  <a:lnTo>
                    <a:pt x="58" y="150"/>
                  </a:lnTo>
                  <a:lnTo>
                    <a:pt x="116" y="46"/>
                  </a:lnTo>
                  <a:lnTo>
                    <a:pt x="75" y="0"/>
                  </a:lnTo>
                  <a:lnTo>
                    <a:pt x="29" y="0"/>
                  </a:lnTo>
                  <a:lnTo>
                    <a:pt x="11" y="46"/>
                  </a:lnTo>
                  <a:close/>
                </a:path>
              </a:pathLst>
            </a:custGeom>
            <a:solidFill>
              <a:srgbClr val="d0d0d0"/>
            </a:solidFill>
            <a:ln w="9360">
              <a:solidFill>
                <a:srgbClr val="909090"/>
              </a:solidFill>
              <a:round/>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9137" name=""/>
            <p:cNvSpPr/>
            <p:nvPr/>
          </p:nvSpPr>
          <p:spPr>
            <a:xfrm rot="20717400">
              <a:off x="7038720" y="627120"/>
              <a:ext cx="171360" cy="156960"/>
            </a:xfrm>
            <a:custGeom>
              <a:avLst/>
              <a:gdLst/>
              <a:ahLst/>
              <a:rect l="l" t="t" r="r" b="b"/>
              <a:pathLst>
                <a:path w="987" h="1074">
                  <a:moveTo>
                    <a:pt x="110" y="0"/>
                  </a:moveTo>
                  <a:lnTo>
                    <a:pt x="93" y="52"/>
                  </a:lnTo>
                  <a:lnTo>
                    <a:pt x="16" y="80"/>
                  </a:lnTo>
                  <a:lnTo>
                    <a:pt x="0" y="133"/>
                  </a:lnTo>
                  <a:lnTo>
                    <a:pt x="58" y="197"/>
                  </a:lnTo>
                  <a:lnTo>
                    <a:pt x="28" y="226"/>
                  </a:lnTo>
                  <a:lnTo>
                    <a:pt x="86" y="284"/>
                  </a:lnTo>
                  <a:lnTo>
                    <a:pt x="191" y="296"/>
                  </a:lnTo>
                  <a:lnTo>
                    <a:pt x="330" y="377"/>
                  </a:lnTo>
                  <a:lnTo>
                    <a:pt x="342" y="336"/>
                  </a:lnTo>
                  <a:lnTo>
                    <a:pt x="307" y="267"/>
                  </a:lnTo>
                  <a:lnTo>
                    <a:pt x="377" y="296"/>
                  </a:lnTo>
                  <a:lnTo>
                    <a:pt x="394" y="359"/>
                  </a:lnTo>
                  <a:lnTo>
                    <a:pt x="494" y="377"/>
                  </a:lnTo>
                  <a:lnTo>
                    <a:pt x="522" y="418"/>
                  </a:lnTo>
                  <a:lnTo>
                    <a:pt x="482" y="470"/>
                  </a:lnTo>
                  <a:lnTo>
                    <a:pt x="586" y="523"/>
                  </a:lnTo>
                  <a:lnTo>
                    <a:pt x="563" y="592"/>
                  </a:lnTo>
                  <a:lnTo>
                    <a:pt x="539" y="610"/>
                  </a:lnTo>
                  <a:lnTo>
                    <a:pt x="557" y="714"/>
                  </a:lnTo>
                  <a:lnTo>
                    <a:pt x="499" y="755"/>
                  </a:lnTo>
                  <a:lnTo>
                    <a:pt x="435" y="725"/>
                  </a:lnTo>
                  <a:lnTo>
                    <a:pt x="424" y="865"/>
                  </a:lnTo>
                  <a:lnTo>
                    <a:pt x="529" y="859"/>
                  </a:lnTo>
                  <a:lnTo>
                    <a:pt x="557" y="836"/>
                  </a:lnTo>
                  <a:lnTo>
                    <a:pt x="668" y="976"/>
                  </a:lnTo>
                  <a:lnTo>
                    <a:pt x="714" y="976"/>
                  </a:lnTo>
                  <a:lnTo>
                    <a:pt x="738" y="1011"/>
                  </a:lnTo>
                  <a:lnTo>
                    <a:pt x="947" y="1074"/>
                  </a:lnTo>
                  <a:lnTo>
                    <a:pt x="941" y="1028"/>
                  </a:lnTo>
                  <a:lnTo>
                    <a:pt x="842" y="952"/>
                  </a:lnTo>
                  <a:lnTo>
                    <a:pt x="825" y="912"/>
                  </a:lnTo>
                  <a:lnTo>
                    <a:pt x="953" y="993"/>
                  </a:lnTo>
                  <a:lnTo>
                    <a:pt x="970" y="946"/>
                  </a:lnTo>
                  <a:lnTo>
                    <a:pt x="918" y="865"/>
                  </a:lnTo>
                  <a:lnTo>
                    <a:pt x="923" y="847"/>
                  </a:lnTo>
                  <a:lnTo>
                    <a:pt x="825" y="772"/>
                  </a:lnTo>
                  <a:lnTo>
                    <a:pt x="842" y="720"/>
                  </a:lnTo>
                  <a:lnTo>
                    <a:pt x="784" y="673"/>
                  </a:lnTo>
                  <a:lnTo>
                    <a:pt x="930" y="714"/>
                  </a:lnTo>
                  <a:lnTo>
                    <a:pt x="930" y="772"/>
                  </a:lnTo>
                  <a:lnTo>
                    <a:pt x="947" y="778"/>
                  </a:lnTo>
                  <a:lnTo>
                    <a:pt x="965" y="702"/>
                  </a:lnTo>
                  <a:lnTo>
                    <a:pt x="987" y="673"/>
                  </a:lnTo>
                  <a:lnTo>
                    <a:pt x="975" y="586"/>
                  </a:lnTo>
                  <a:lnTo>
                    <a:pt x="895" y="580"/>
                  </a:lnTo>
                  <a:lnTo>
                    <a:pt x="860" y="523"/>
                  </a:lnTo>
                  <a:lnTo>
                    <a:pt x="749" y="488"/>
                  </a:lnTo>
                  <a:lnTo>
                    <a:pt x="714" y="435"/>
                  </a:lnTo>
                  <a:lnTo>
                    <a:pt x="738" y="389"/>
                  </a:lnTo>
                  <a:lnTo>
                    <a:pt x="703" y="313"/>
                  </a:lnTo>
                  <a:lnTo>
                    <a:pt x="633" y="284"/>
                  </a:lnTo>
                  <a:lnTo>
                    <a:pt x="539" y="249"/>
                  </a:lnTo>
                  <a:lnTo>
                    <a:pt x="529" y="174"/>
                  </a:lnTo>
                  <a:lnTo>
                    <a:pt x="435" y="197"/>
                  </a:lnTo>
                  <a:lnTo>
                    <a:pt x="412" y="145"/>
                  </a:lnTo>
                  <a:lnTo>
                    <a:pt x="319" y="174"/>
                  </a:lnTo>
                  <a:lnTo>
                    <a:pt x="302" y="104"/>
                  </a:lnTo>
                  <a:lnTo>
                    <a:pt x="382" y="92"/>
                  </a:lnTo>
                  <a:lnTo>
                    <a:pt x="278" y="57"/>
                  </a:lnTo>
                  <a:lnTo>
                    <a:pt x="191" y="63"/>
                  </a:lnTo>
                  <a:lnTo>
                    <a:pt x="168" y="179"/>
                  </a:lnTo>
                  <a:lnTo>
                    <a:pt x="133" y="122"/>
                  </a:lnTo>
                  <a:lnTo>
                    <a:pt x="150" y="52"/>
                  </a:lnTo>
                  <a:lnTo>
                    <a:pt x="110"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38" name=""/>
            <p:cNvSpPr/>
            <p:nvPr/>
          </p:nvSpPr>
          <p:spPr>
            <a:xfrm rot="20717400">
              <a:off x="7005600" y="603360"/>
              <a:ext cx="60480" cy="31680"/>
            </a:xfrm>
            <a:custGeom>
              <a:avLst/>
              <a:gdLst/>
              <a:ahLst/>
              <a:rect l="l" t="t" r="r" b="b"/>
              <a:pathLst>
                <a:path w="354" h="227">
                  <a:moveTo>
                    <a:pt x="0" y="41"/>
                  </a:moveTo>
                  <a:lnTo>
                    <a:pt x="52" y="82"/>
                  </a:lnTo>
                  <a:lnTo>
                    <a:pt x="52" y="197"/>
                  </a:lnTo>
                  <a:lnTo>
                    <a:pt x="354" y="227"/>
                  </a:lnTo>
                  <a:lnTo>
                    <a:pt x="354" y="169"/>
                  </a:lnTo>
                  <a:lnTo>
                    <a:pt x="162" y="122"/>
                  </a:lnTo>
                  <a:lnTo>
                    <a:pt x="57" y="18"/>
                  </a:lnTo>
                  <a:lnTo>
                    <a:pt x="0" y="0"/>
                  </a:lnTo>
                  <a:lnTo>
                    <a:pt x="0" y="41"/>
                  </a:lnTo>
                  <a:close/>
                </a:path>
              </a:pathLst>
            </a:custGeom>
            <a:solidFill>
              <a:srgbClr val="d0d0d0"/>
            </a:solidFill>
            <a:ln w="9360">
              <a:solidFill>
                <a:srgbClr val="90909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9139" name=""/>
            <p:cNvSpPr/>
            <p:nvPr/>
          </p:nvSpPr>
          <p:spPr>
            <a:xfrm rot="20717400">
              <a:off x="6921000" y="606240"/>
              <a:ext cx="47880" cy="28440"/>
            </a:xfrm>
            <a:custGeom>
              <a:avLst/>
              <a:gdLst/>
              <a:ahLst/>
              <a:rect l="l" t="t" r="r" b="b"/>
              <a:pathLst>
                <a:path w="284" h="185">
                  <a:moveTo>
                    <a:pt x="63" y="0"/>
                  </a:moveTo>
                  <a:lnTo>
                    <a:pt x="202" y="52"/>
                  </a:lnTo>
                  <a:lnTo>
                    <a:pt x="284" y="122"/>
                  </a:lnTo>
                  <a:lnTo>
                    <a:pt x="197" y="185"/>
                  </a:lnTo>
                  <a:lnTo>
                    <a:pt x="110" y="162"/>
                  </a:lnTo>
                  <a:lnTo>
                    <a:pt x="52" y="133"/>
                  </a:lnTo>
                  <a:lnTo>
                    <a:pt x="45" y="92"/>
                  </a:lnTo>
                  <a:lnTo>
                    <a:pt x="0" y="52"/>
                  </a:lnTo>
                  <a:lnTo>
                    <a:pt x="63" y="0"/>
                  </a:lnTo>
                  <a:close/>
                </a:path>
              </a:pathLst>
            </a:custGeom>
            <a:solidFill>
              <a:srgbClr val="d0d0d0"/>
            </a:solidFill>
            <a:ln w="9360">
              <a:solidFill>
                <a:srgbClr val="90909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9140" name=""/>
            <p:cNvSpPr/>
            <p:nvPr/>
          </p:nvSpPr>
          <p:spPr>
            <a:xfrm rot="20717400">
              <a:off x="6972120" y="612360"/>
              <a:ext cx="20520" cy="22320"/>
            </a:xfrm>
            <a:custGeom>
              <a:avLst/>
              <a:gdLst/>
              <a:ahLst/>
              <a:rect l="l" t="t" r="r" b="b"/>
              <a:pathLst>
                <a:path w="127" h="134">
                  <a:moveTo>
                    <a:pt x="92" y="0"/>
                  </a:moveTo>
                  <a:lnTo>
                    <a:pt x="17" y="24"/>
                  </a:lnTo>
                  <a:lnTo>
                    <a:pt x="0" y="65"/>
                  </a:lnTo>
                  <a:lnTo>
                    <a:pt x="40" y="77"/>
                  </a:lnTo>
                  <a:lnTo>
                    <a:pt x="40" y="117"/>
                  </a:lnTo>
                  <a:lnTo>
                    <a:pt x="98" y="134"/>
                  </a:lnTo>
                  <a:lnTo>
                    <a:pt x="127" y="129"/>
                  </a:lnTo>
                  <a:lnTo>
                    <a:pt x="98" y="77"/>
                  </a:lnTo>
                  <a:lnTo>
                    <a:pt x="127" y="65"/>
                  </a:lnTo>
                  <a:lnTo>
                    <a:pt x="92" y="0"/>
                  </a:lnTo>
                  <a:close/>
                </a:path>
              </a:pathLst>
            </a:custGeom>
            <a:solidFill>
              <a:srgbClr val="d0d0d0"/>
            </a:solidFill>
            <a:ln w="9360">
              <a:solidFill>
                <a:srgbClr val="909090"/>
              </a:solidFill>
              <a:round/>
            </a:ln>
          </p:spPr>
          <p:style>
            <a:lnRef idx="0"/>
            <a:fillRef idx="0"/>
            <a:effectRef idx="0"/>
            <a:fontRef idx="minor"/>
          </p:style>
          <p:txBody>
            <a:bodyPr lIns="90000" rIns="90000" tIns="-24480" bIns="-24480" anchor="t">
              <a:noAutofit/>
            </a:bodyPr>
            <a:p>
              <a:endParaRPr b="0" lang="en-US" sz="2400" spc="-1" strike="noStrike">
                <a:solidFill>
                  <a:srgbClr val="000000"/>
                </a:solidFill>
                <a:latin typeface="Times New Roman"/>
              </a:endParaRPr>
            </a:p>
          </p:txBody>
        </p:sp>
        <p:sp>
          <p:nvSpPr>
            <p:cNvPr id="9141" name=""/>
            <p:cNvSpPr/>
            <p:nvPr/>
          </p:nvSpPr>
          <p:spPr>
            <a:xfrm rot="20717400">
              <a:off x="6901920" y="610920"/>
              <a:ext cx="8280" cy="6120"/>
            </a:xfrm>
            <a:custGeom>
              <a:avLst/>
              <a:gdLst/>
              <a:ahLst/>
              <a:rect l="l" t="t" r="r" b="b"/>
              <a:pathLst>
                <a:path w="47" h="35">
                  <a:moveTo>
                    <a:pt x="29" y="0"/>
                  </a:moveTo>
                  <a:lnTo>
                    <a:pt x="0" y="0"/>
                  </a:lnTo>
                  <a:lnTo>
                    <a:pt x="17" y="35"/>
                  </a:lnTo>
                  <a:lnTo>
                    <a:pt x="47" y="23"/>
                  </a:lnTo>
                  <a:lnTo>
                    <a:pt x="29" y="0"/>
                  </a:lnTo>
                  <a:close/>
                </a:path>
              </a:pathLst>
            </a:custGeom>
            <a:solidFill>
              <a:srgbClr val="d0d0d0"/>
            </a:solidFill>
            <a:ln w="9360">
              <a:solidFill>
                <a:srgbClr val="909090"/>
              </a:solidFill>
              <a:round/>
            </a:ln>
          </p:spPr>
          <p:style>
            <a:lnRef idx="0"/>
            <a:fillRef idx="0"/>
            <a:effectRef idx="0"/>
            <a:fontRef idx="minor"/>
          </p:style>
          <p:txBody>
            <a:bodyPr lIns="90000" rIns="90000" tIns="-40680" bIns="-40680" anchor="t">
              <a:noAutofit/>
            </a:bodyPr>
            <a:p>
              <a:endParaRPr b="0" lang="en-US" sz="2400" spc="-1" strike="noStrike">
                <a:solidFill>
                  <a:srgbClr val="000000"/>
                </a:solidFill>
                <a:latin typeface="Times New Roman"/>
              </a:endParaRPr>
            </a:p>
          </p:txBody>
        </p:sp>
        <p:sp>
          <p:nvSpPr>
            <p:cNvPr id="9142" name=""/>
            <p:cNvSpPr/>
            <p:nvPr/>
          </p:nvSpPr>
          <p:spPr>
            <a:xfrm rot="20717400">
              <a:off x="7005600" y="623520"/>
              <a:ext cx="3240" cy="6480"/>
            </a:xfrm>
            <a:custGeom>
              <a:avLst/>
              <a:gdLst/>
              <a:ahLst/>
              <a:rect l="l" t="t" r="r" b="b"/>
              <a:pathLst>
                <a:path w="24" h="41">
                  <a:moveTo>
                    <a:pt x="24" y="18"/>
                  </a:moveTo>
                  <a:lnTo>
                    <a:pt x="12" y="0"/>
                  </a:lnTo>
                  <a:lnTo>
                    <a:pt x="0" y="41"/>
                  </a:lnTo>
                  <a:lnTo>
                    <a:pt x="17" y="41"/>
                  </a:lnTo>
                  <a:lnTo>
                    <a:pt x="24" y="18"/>
                  </a:lnTo>
                  <a:close/>
                </a:path>
              </a:pathLst>
            </a:custGeom>
            <a:solidFill>
              <a:srgbClr val="d0d0d0"/>
            </a:solidFill>
            <a:ln w="9360">
              <a:solidFill>
                <a:srgbClr val="909090"/>
              </a:solidFill>
              <a:round/>
            </a:ln>
          </p:spPr>
          <p:style>
            <a:lnRef idx="0"/>
            <a:fillRef idx="0"/>
            <a:effectRef idx="0"/>
            <a:fontRef idx="minor"/>
          </p:style>
          <p:txBody>
            <a:bodyPr lIns="90000" rIns="90000" tIns="-40320" bIns="-40320" anchor="t">
              <a:noAutofit/>
            </a:bodyPr>
            <a:p>
              <a:endParaRPr b="0" lang="en-US" sz="2400" spc="-1" strike="noStrike">
                <a:solidFill>
                  <a:srgbClr val="000000"/>
                </a:solidFill>
                <a:latin typeface="Times New Roman"/>
              </a:endParaRPr>
            </a:p>
          </p:txBody>
        </p:sp>
        <p:sp>
          <p:nvSpPr>
            <p:cNvPr id="9143" name=""/>
            <p:cNvSpPr/>
            <p:nvPr/>
          </p:nvSpPr>
          <p:spPr>
            <a:xfrm rot="20717400">
              <a:off x="7110360" y="698400"/>
              <a:ext cx="11160" cy="15840"/>
            </a:xfrm>
            <a:custGeom>
              <a:avLst/>
              <a:gdLst/>
              <a:ahLst/>
              <a:rect l="l" t="t" r="r" b="b"/>
              <a:pathLst>
                <a:path w="70" h="104">
                  <a:moveTo>
                    <a:pt x="58" y="92"/>
                  </a:moveTo>
                  <a:lnTo>
                    <a:pt x="70" y="47"/>
                  </a:lnTo>
                  <a:lnTo>
                    <a:pt x="23" y="0"/>
                  </a:lnTo>
                  <a:lnTo>
                    <a:pt x="12" y="12"/>
                  </a:lnTo>
                  <a:lnTo>
                    <a:pt x="17" y="58"/>
                  </a:lnTo>
                  <a:lnTo>
                    <a:pt x="0" y="104"/>
                  </a:lnTo>
                  <a:lnTo>
                    <a:pt x="47" y="104"/>
                  </a:lnTo>
                  <a:lnTo>
                    <a:pt x="58" y="92"/>
                  </a:lnTo>
                  <a:close/>
                </a:path>
              </a:pathLst>
            </a:custGeom>
            <a:solidFill>
              <a:srgbClr val="d0d0d0"/>
            </a:solidFill>
            <a:ln w="9360">
              <a:solidFill>
                <a:srgbClr val="909090"/>
              </a:solidFill>
              <a:round/>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9144" name=""/>
            <p:cNvSpPr/>
            <p:nvPr/>
          </p:nvSpPr>
          <p:spPr>
            <a:xfrm rot="20717400">
              <a:off x="6530760" y="584280"/>
              <a:ext cx="260280" cy="264960"/>
            </a:xfrm>
            <a:custGeom>
              <a:avLst/>
              <a:gdLst/>
              <a:ahLst/>
              <a:rect l="l" t="t" r="r" b="b"/>
              <a:pathLst>
                <a:path w="1518" h="1801">
                  <a:moveTo>
                    <a:pt x="762" y="1801"/>
                  </a:moveTo>
                  <a:lnTo>
                    <a:pt x="907" y="1766"/>
                  </a:lnTo>
                  <a:lnTo>
                    <a:pt x="937" y="1301"/>
                  </a:lnTo>
                  <a:lnTo>
                    <a:pt x="872" y="1254"/>
                  </a:lnTo>
                  <a:lnTo>
                    <a:pt x="855" y="1150"/>
                  </a:lnTo>
                  <a:lnTo>
                    <a:pt x="919" y="1011"/>
                  </a:lnTo>
                  <a:lnTo>
                    <a:pt x="1518" y="604"/>
                  </a:lnTo>
                  <a:lnTo>
                    <a:pt x="1506" y="546"/>
                  </a:lnTo>
                  <a:lnTo>
                    <a:pt x="1436" y="465"/>
                  </a:lnTo>
                  <a:lnTo>
                    <a:pt x="1436" y="407"/>
                  </a:lnTo>
                  <a:lnTo>
                    <a:pt x="1378" y="325"/>
                  </a:lnTo>
                  <a:lnTo>
                    <a:pt x="1395" y="210"/>
                  </a:lnTo>
                  <a:lnTo>
                    <a:pt x="1326" y="122"/>
                  </a:lnTo>
                  <a:lnTo>
                    <a:pt x="1151" y="105"/>
                  </a:lnTo>
                  <a:lnTo>
                    <a:pt x="1047" y="0"/>
                  </a:lnTo>
                  <a:lnTo>
                    <a:pt x="907" y="151"/>
                  </a:lnTo>
                  <a:lnTo>
                    <a:pt x="919" y="180"/>
                  </a:lnTo>
                  <a:lnTo>
                    <a:pt x="867" y="215"/>
                  </a:lnTo>
                  <a:lnTo>
                    <a:pt x="843" y="175"/>
                  </a:lnTo>
                  <a:lnTo>
                    <a:pt x="849" y="110"/>
                  </a:lnTo>
                  <a:lnTo>
                    <a:pt x="803" y="29"/>
                  </a:lnTo>
                  <a:lnTo>
                    <a:pt x="703" y="58"/>
                  </a:lnTo>
                  <a:lnTo>
                    <a:pt x="663" y="180"/>
                  </a:lnTo>
                  <a:lnTo>
                    <a:pt x="698" y="255"/>
                  </a:lnTo>
                  <a:lnTo>
                    <a:pt x="651" y="267"/>
                  </a:lnTo>
                  <a:lnTo>
                    <a:pt x="471" y="163"/>
                  </a:lnTo>
                  <a:lnTo>
                    <a:pt x="267" y="279"/>
                  </a:lnTo>
                  <a:lnTo>
                    <a:pt x="256" y="372"/>
                  </a:lnTo>
                  <a:lnTo>
                    <a:pt x="291" y="384"/>
                  </a:lnTo>
                  <a:lnTo>
                    <a:pt x="198" y="447"/>
                  </a:lnTo>
                  <a:lnTo>
                    <a:pt x="262" y="477"/>
                  </a:lnTo>
                  <a:lnTo>
                    <a:pt x="232" y="541"/>
                  </a:lnTo>
                  <a:lnTo>
                    <a:pt x="297" y="628"/>
                  </a:lnTo>
                  <a:lnTo>
                    <a:pt x="7" y="611"/>
                  </a:lnTo>
                  <a:lnTo>
                    <a:pt x="0" y="639"/>
                  </a:lnTo>
                  <a:lnTo>
                    <a:pt x="344" y="721"/>
                  </a:lnTo>
                  <a:lnTo>
                    <a:pt x="546" y="738"/>
                  </a:lnTo>
                  <a:lnTo>
                    <a:pt x="454" y="802"/>
                  </a:lnTo>
                  <a:lnTo>
                    <a:pt x="511" y="872"/>
                  </a:lnTo>
                  <a:lnTo>
                    <a:pt x="623" y="872"/>
                  </a:lnTo>
                  <a:lnTo>
                    <a:pt x="640" y="808"/>
                  </a:lnTo>
                  <a:lnTo>
                    <a:pt x="686" y="843"/>
                  </a:lnTo>
                  <a:lnTo>
                    <a:pt x="668" y="912"/>
                  </a:lnTo>
                  <a:lnTo>
                    <a:pt x="698" y="924"/>
                  </a:lnTo>
                  <a:lnTo>
                    <a:pt x="698" y="994"/>
                  </a:lnTo>
                  <a:lnTo>
                    <a:pt x="762" y="1075"/>
                  </a:lnTo>
                  <a:lnTo>
                    <a:pt x="780" y="1167"/>
                  </a:lnTo>
                  <a:lnTo>
                    <a:pt x="762" y="1237"/>
                  </a:lnTo>
                  <a:lnTo>
                    <a:pt x="797" y="1336"/>
                  </a:lnTo>
                  <a:lnTo>
                    <a:pt x="843" y="1366"/>
                  </a:lnTo>
                  <a:lnTo>
                    <a:pt x="872" y="1411"/>
                  </a:lnTo>
                  <a:lnTo>
                    <a:pt x="780" y="1603"/>
                  </a:lnTo>
                  <a:lnTo>
                    <a:pt x="762" y="1801"/>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45" name=""/>
            <p:cNvSpPr/>
            <p:nvPr/>
          </p:nvSpPr>
          <p:spPr>
            <a:xfrm rot="20717400">
              <a:off x="6692760" y="585360"/>
              <a:ext cx="641520" cy="482760"/>
            </a:xfrm>
            <a:custGeom>
              <a:avLst/>
              <a:gdLst/>
              <a:ahLst/>
              <a:rect l="l" t="t" r="r" b="b"/>
              <a:pathLst>
                <a:path w="3724" h="3264">
                  <a:moveTo>
                    <a:pt x="3248" y="3056"/>
                  </a:moveTo>
                  <a:lnTo>
                    <a:pt x="3196" y="3049"/>
                  </a:lnTo>
                  <a:lnTo>
                    <a:pt x="3150" y="2968"/>
                  </a:lnTo>
                  <a:lnTo>
                    <a:pt x="3185" y="2904"/>
                  </a:lnTo>
                  <a:lnTo>
                    <a:pt x="3190" y="2887"/>
                  </a:lnTo>
                  <a:lnTo>
                    <a:pt x="3115" y="2881"/>
                  </a:lnTo>
                  <a:lnTo>
                    <a:pt x="2981" y="3026"/>
                  </a:lnTo>
                  <a:lnTo>
                    <a:pt x="2795" y="3061"/>
                  </a:lnTo>
                  <a:lnTo>
                    <a:pt x="2662" y="3131"/>
                  </a:lnTo>
                  <a:lnTo>
                    <a:pt x="2574" y="3096"/>
                  </a:lnTo>
                  <a:lnTo>
                    <a:pt x="2470" y="3212"/>
                  </a:lnTo>
                  <a:lnTo>
                    <a:pt x="2278" y="3264"/>
                  </a:lnTo>
                  <a:lnTo>
                    <a:pt x="2237" y="3264"/>
                  </a:lnTo>
                  <a:lnTo>
                    <a:pt x="2266" y="3212"/>
                  </a:lnTo>
                  <a:lnTo>
                    <a:pt x="2359" y="3148"/>
                  </a:lnTo>
                  <a:lnTo>
                    <a:pt x="2365" y="3078"/>
                  </a:lnTo>
                  <a:lnTo>
                    <a:pt x="2400" y="3148"/>
                  </a:lnTo>
                  <a:lnTo>
                    <a:pt x="2435" y="3166"/>
                  </a:lnTo>
                  <a:lnTo>
                    <a:pt x="2428" y="3026"/>
                  </a:lnTo>
                  <a:lnTo>
                    <a:pt x="2226" y="2916"/>
                  </a:lnTo>
                  <a:lnTo>
                    <a:pt x="2168" y="2800"/>
                  </a:lnTo>
                  <a:lnTo>
                    <a:pt x="2104" y="2695"/>
                  </a:lnTo>
                  <a:lnTo>
                    <a:pt x="2004" y="2637"/>
                  </a:lnTo>
                  <a:lnTo>
                    <a:pt x="1894" y="2678"/>
                  </a:lnTo>
                  <a:lnTo>
                    <a:pt x="1069" y="2352"/>
                  </a:lnTo>
                  <a:lnTo>
                    <a:pt x="506" y="2073"/>
                  </a:lnTo>
                  <a:lnTo>
                    <a:pt x="46" y="1823"/>
                  </a:lnTo>
                  <a:lnTo>
                    <a:pt x="17" y="1725"/>
                  </a:lnTo>
                  <a:lnTo>
                    <a:pt x="5" y="1656"/>
                  </a:lnTo>
                  <a:lnTo>
                    <a:pt x="35" y="1586"/>
                  </a:lnTo>
                  <a:lnTo>
                    <a:pt x="0" y="1551"/>
                  </a:lnTo>
                  <a:lnTo>
                    <a:pt x="70" y="1300"/>
                  </a:lnTo>
                  <a:lnTo>
                    <a:pt x="46" y="1260"/>
                  </a:lnTo>
                  <a:lnTo>
                    <a:pt x="58" y="1185"/>
                  </a:lnTo>
                  <a:lnTo>
                    <a:pt x="192" y="1173"/>
                  </a:lnTo>
                  <a:lnTo>
                    <a:pt x="227" y="708"/>
                  </a:lnTo>
                  <a:lnTo>
                    <a:pt x="162" y="650"/>
                  </a:lnTo>
                  <a:lnTo>
                    <a:pt x="145" y="545"/>
                  </a:lnTo>
                  <a:lnTo>
                    <a:pt x="209" y="418"/>
                  </a:lnTo>
                  <a:lnTo>
                    <a:pt x="808" y="0"/>
                  </a:lnTo>
                  <a:lnTo>
                    <a:pt x="848" y="151"/>
                  </a:lnTo>
                  <a:lnTo>
                    <a:pt x="1028" y="197"/>
                  </a:lnTo>
                  <a:lnTo>
                    <a:pt x="1045" y="266"/>
                  </a:lnTo>
                  <a:lnTo>
                    <a:pt x="1139" y="244"/>
                  </a:lnTo>
                  <a:lnTo>
                    <a:pt x="1156" y="273"/>
                  </a:lnTo>
                  <a:lnTo>
                    <a:pt x="1115" y="331"/>
                  </a:lnTo>
                  <a:lnTo>
                    <a:pt x="1174" y="360"/>
                  </a:lnTo>
                  <a:lnTo>
                    <a:pt x="1284" y="446"/>
                  </a:lnTo>
                  <a:lnTo>
                    <a:pt x="1301" y="540"/>
                  </a:lnTo>
                  <a:lnTo>
                    <a:pt x="1394" y="575"/>
                  </a:lnTo>
                  <a:lnTo>
                    <a:pt x="1359" y="621"/>
                  </a:lnTo>
                  <a:lnTo>
                    <a:pt x="1366" y="662"/>
                  </a:lnTo>
                  <a:lnTo>
                    <a:pt x="1534" y="743"/>
                  </a:lnTo>
                  <a:lnTo>
                    <a:pt x="1545" y="807"/>
                  </a:lnTo>
                  <a:lnTo>
                    <a:pt x="1627" y="801"/>
                  </a:lnTo>
                  <a:lnTo>
                    <a:pt x="1603" y="732"/>
                  </a:lnTo>
                  <a:lnTo>
                    <a:pt x="1697" y="767"/>
                  </a:lnTo>
                  <a:lnTo>
                    <a:pt x="1807" y="894"/>
                  </a:lnTo>
                  <a:lnTo>
                    <a:pt x="1859" y="854"/>
                  </a:lnTo>
                  <a:lnTo>
                    <a:pt x="1847" y="801"/>
                  </a:lnTo>
                  <a:lnTo>
                    <a:pt x="1859" y="767"/>
                  </a:lnTo>
                  <a:lnTo>
                    <a:pt x="1935" y="772"/>
                  </a:lnTo>
                  <a:lnTo>
                    <a:pt x="1952" y="801"/>
                  </a:lnTo>
                  <a:lnTo>
                    <a:pt x="1929" y="941"/>
                  </a:lnTo>
                  <a:lnTo>
                    <a:pt x="1947" y="946"/>
                  </a:lnTo>
                  <a:lnTo>
                    <a:pt x="1970" y="911"/>
                  </a:lnTo>
                  <a:lnTo>
                    <a:pt x="2016" y="917"/>
                  </a:lnTo>
                  <a:lnTo>
                    <a:pt x="2011" y="882"/>
                  </a:lnTo>
                  <a:lnTo>
                    <a:pt x="2051" y="836"/>
                  </a:lnTo>
                  <a:lnTo>
                    <a:pt x="1987" y="714"/>
                  </a:lnTo>
                  <a:lnTo>
                    <a:pt x="2039" y="633"/>
                  </a:lnTo>
                  <a:lnTo>
                    <a:pt x="2074" y="645"/>
                  </a:lnTo>
                  <a:lnTo>
                    <a:pt x="2126" y="737"/>
                  </a:lnTo>
                  <a:lnTo>
                    <a:pt x="2109" y="777"/>
                  </a:lnTo>
                  <a:lnTo>
                    <a:pt x="2126" y="894"/>
                  </a:lnTo>
                  <a:lnTo>
                    <a:pt x="2196" y="894"/>
                  </a:lnTo>
                  <a:lnTo>
                    <a:pt x="2226" y="911"/>
                  </a:lnTo>
                  <a:lnTo>
                    <a:pt x="2214" y="952"/>
                  </a:lnTo>
                  <a:lnTo>
                    <a:pt x="2243" y="1028"/>
                  </a:lnTo>
                  <a:lnTo>
                    <a:pt x="2341" y="941"/>
                  </a:lnTo>
                  <a:lnTo>
                    <a:pt x="2330" y="854"/>
                  </a:lnTo>
                  <a:lnTo>
                    <a:pt x="2423" y="882"/>
                  </a:lnTo>
                  <a:lnTo>
                    <a:pt x="2446" y="1045"/>
                  </a:lnTo>
                  <a:lnTo>
                    <a:pt x="2400" y="1138"/>
                  </a:lnTo>
                  <a:lnTo>
                    <a:pt x="2278" y="1121"/>
                  </a:lnTo>
                  <a:lnTo>
                    <a:pt x="2226" y="1178"/>
                  </a:lnTo>
                  <a:lnTo>
                    <a:pt x="2144" y="1178"/>
                  </a:lnTo>
                  <a:lnTo>
                    <a:pt x="2184" y="1225"/>
                  </a:lnTo>
                  <a:lnTo>
                    <a:pt x="2138" y="1300"/>
                  </a:lnTo>
                  <a:lnTo>
                    <a:pt x="2098" y="1290"/>
                  </a:lnTo>
                  <a:lnTo>
                    <a:pt x="2081" y="1318"/>
                  </a:lnTo>
                  <a:lnTo>
                    <a:pt x="2028" y="1324"/>
                  </a:lnTo>
                  <a:lnTo>
                    <a:pt x="2039" y="1370"/>
                  </a:lnTo>
                  <a:lnTo>
                    <a:pt x="1859" y="1499"/>
                  </a:lnTo>
                  <a:lnTo>
                    <a:pt x="1772" y="1644"/>
                  </a:lnTo>
                  <a:lnTo>
                    <a:pt x="1871" y="1748"/>
                  </a:lnTo>
                  <a:lnTo>
                    <a:pt x="1871" y="1858"/>
                  </a:lnTo>
                  <a:lnTo>
                    <a:pt x="2069" y="1933"/>
                  </a:lnTo>
                  <a:lnTo>
                    <a:pt x="2219" y="2085"/>
                  </a:lnTo>
                  <a:lnTo>
                    <a:pt x="2353" y="2114"/>
                  </a:lnTo>
                  <a:lnTo>
                    <a:pt x="2324" y="2195"/>
                  </a:lnTo>
                  <a:lnTo>
                    <a:pt x="2400" y="2219"/>
                  </a:lnTo>
                  <a:lnTo>
                    <a:pt x="2365" y="2306"/>
                  </a:lnTo>
                  <a:lnTo>
                    <a:pt x="2463" y="2445"/>
                  </a:lnTo>
                  <a:lnTo>
                    <a:pt x="2545" y="2434"/>
                  </a:lnTo>
                  <a:lnTo>
                    <a:pt x="2550" y="2311"/>
                  </a:lnTo>
                  <a:lnTo>
                    <a:pt x="2458" y="2230"/>
                  </a:lnTo>
                  <a:lnTo>
                    <a:pt x="2481" y="2149"/>
                  </a:lnTo>
                  <a:lnTo>
                    <a:pt x="2597" y="2055"/>
                  </a:lnTo>
                  <a:lnTo>
                    <a:pt x="2562" y="1858"/>
                  </a:lnTo>
                  <a:lnTo>
                    <a:pt x="2510" y="1841"/>
                  </a:lnTo>
                  <a:lnTo>
                    <a:pt x="2516" y="1783"/>
                  </a:lnTo>
                  <a:lnTo>
                    <a:pt x="2585" y="1713"/>
                  </a:lnTo>
                  <a:lnTo>
                    <a:pt x="2562" y="1661"/>
                  </a:lnTo>
                  <a:lnTo>
                    <a:pt x="2557" y="1510"/>
                  </a:lnTo>
                  <a:lnTo>
                    <a:pt x="2697" y="1527"/>
                  </a:lnTo>
                  <a:lnTo>
                    <a:pt x="2766" y="1504"/>
                  </a:lnTo>
                  <a:lnTo>
                    <a:pt x="2847" y="1562"/>
                  </a:lnTo>
                  <a:lnTo>
                    <a:pt x="2864" y="1603"/>
                  </a:lnTo>
                  <a:lnTo>
                    <a:pt x="2964" y="1684"/>
                  </a:lnTo>
                  <a:lnTo>
                    <a:pt x="2981" y="1812"/>
                  </a:lnTo>
                  <a:lnTo>
                    <a:pt x="3028" y="1841"/>
                  </a:lnTo>
                  <a:lnTo>
                    <a:pt x="3091" y="1853"/>
                  </a:lnTo>
                  <a:lnTo>
                    <a:pt x="3150" y="1708"/>
                  </a:lnTo>
                  <a:lnTo>
                    <a:pt x="3255" y="1864"/>
                  </a:lnTo>
                  <a:lnTo>
                    <a:pt x="3342" y="1899"/>
                  </a:lnTo>
                  <a:lnTo>
                    <a:pt x="3335" y="1975"/>
                  </a:lnTo>
                  <a:lnTo>
                    <a:pt x="3429" y="2090"/>
                  </a:lnTo>
                  <a:lnTo>
                    <a:pt x="3614" y="2090"/>
                  </a:lnTo>
                  <a:lnTo>
                    <a:pt x="3661" y="2132"/>
                  </a:lnTo>
                  <a:lnTo>
                    <a:pt x="3667" y="2224"/>
                  </a:lnTo>
                  <a:lnTo>
                    <a:pt x="3724" y="2299"/>
                  </a:lnTo>
                  <a:lnTo>
                    <a:pt x="3724" y="2352"/>
                  </a:lnTo>
                  <a:lnTo>
                    <a:pt x="3679" y="2376"/>
                  </a:lnTo>
                  <a:lnTo>
                    <a:pt x="3586" y="2498"/>
                  </a:lnTo>
                  <a:lnTo>
                    <a:pt x="3446" y="2544"/>
                  </a:lnTo>
                  <a:lnTo>
                    <a:pt x="3272" y="2550"/>
                  </a:lnTo>
                  <a:lnTo>
                    <a:pt x="3138" y="2695"/>
                  </a:lnTo>
                  <a:lnTo>
                    <a:pt x="3033" y="2753"/>
                  </a:lnTo>
                  <a:lnTo>
                    <a:pt x="2969" y="2834"/>
                  </a:lnTo>
                  <a:lnTo>
                    <a:pt x="3074" y="2829"/>
                  </a:lnTo>
                  <a:lnTo>
                    <a:pt x="3255" y="2678"/>
                  </a:lnTo>
                  <a:lnTo>
                    <a:pt x="3272" y="2666"/>
                  </a:lnTo>
                  <a:lnTo>
                    <a:pt x="3335" y="2707"/>
                  </a:lnTo>
                  <a:lnTo>
                    <a:pt x="3370" y="2759"/>
                  </a:lnTo>
                  <a:lnTo>
                    <a:pt x="3312" y="2800"/>
                  </a:lnTo>
                  <a:lnTo>
                    <a:pt x="3347" y="2805"/>
                  </a:lnTo>
                  <a:lnTo>
                    <a:pt x="3342" y="2881"/>
                  </a:lnTo>
                  <a:lnTo>
                    <a:pt x="3562" y="2956"/>
                  </a:lnTo>
                  <a:lnTo>
                    <a:pt x="3469" y="3014"/>
                  </a:lnTo>
                  <a:lnTo>
                    <a:pt x="3347" y="3160"/>
                  </a:lnTo>
                  <a:lnTo>
                    <a:pt x="3312" y="3108"/>
                  </a:lnTo>
                  <a:lnTo>
                    <a:pt x="3370" y="3009"/>
                  </a:lnTo>
                  <a:lnTo>
                    <a:pt x="3272" y="3044"/>
                  </a:lnTo>
                  <a:lnTo>
                    <a:pt x="3248" y="3056"/>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46" name=""/>
            <p:cNvSpPr/>
            <p:nvPr/>
          </p:nvSpPr>
          <p:spPr>
            <a:xfrm rot="20717400">
              <a:off x="6667560" y="860400"/>
              <a:ext cx="650880" cy="441360"/>
            </a:xfrm>
            <a:custGeom>
              <a:avLst/>
              <a:gdLst/>
              <a:ahLst/>
              <a:rect l="l" t="t" r="r" b="b"/>
              <a:pathLst>
                <a:path w="3767" h="2992">
                  <a:moveTo>
                    <a:pt x="570" y="59"/>
                  </a:moveTo>
                  <a:lnTo>
                    <a:pt x="505" y="52"/>
                  </a:lnTo>
                  <a:lnTo>
                    <a:pt x="425" y="0"/>
                  </a:lnTo>
                  <a:lnTo>
                    <a:pt x="413" y="140"/>
                  </a:lnTo>
                  <a:lnTo>
                    <a:pt x="296" y="314"/>
                  </a:lnTo>
                  <a:lnTo>
                    <a:pt x="174" y="361"/>
                  </a:lnTo>
                  <a:lnTo>
                    <a:pt x="157" y="465"/>
                  </a:lnTo>
                  <a:lnTo>
                    <a:pt x="69" y="535"/>
                  </a:lnTo>
                  <a:lnTo>
                    <a:pt x="12" y="802"/>
                  </a:lnTo>
                  <a:lnTo>
                    <a:pt x="0" y="1116"/>
                  </a:lnTo>
                  <a:lnTo>
                    <a:pt x="122" y="1302"/>
                  </a:lnTo>
                  <a:lnTo>
                    <a:pt x="128" y="1360"/>
                  </a:lnTo>
                  <a:lnTo>
                    <a:pt x="320" y="1487"/>
                  </a:lnTo>
                  <a:lnTo>
                    <a:pt x="442" y="1726"/>
                  </a:lnTo>
                  <a:lnTo>
                    <a:pt x="697" y="1830"/>
                  </a:lnTo>
                  <a:lnTo>
                    <a:pt x="709" y="1796"/>
                  </a:lnTo>
                  <a:lnTo>
                    <a:pt x="831" y="1836"/>
                  </a:lnTo>
                  <a:lnTo>
                    <a:pt x="896" y="1946"/>
                  </a:lnTo>
                  <a:lnTo>
                    <a:pt x="906" y="2080"/>
                  </a:lnTo>
                  <a:lnTo>
                    <a:pt x="959" y="2162"/>
                  </a:lnTo>
                  <a:lnTo>
                    <a:pt x="1116" y="2162"/>
                  </a:lnTo>
                  <a:lnTo>
                    <a:pt x="1180" y="2423"/>
                  </a:lnTo>
                  <a:lnTo>
                    <a:pt x="1255" y="2551"/>
                  </a:lnTo>
                  <a:lnTo>
                    <a:pt x="1320" y="2591"/>
                  </a:lnTo>
                  <a:lnTo>
                    <a:pt x="1372" y="2399"/>
                  </a:lnTo>
                  <a:lnTo>
                    <a:pt x="1424" y="2353"/>
                  </a:lnTo>
                  <a:lnTo>
                    <a:pt x="1703" y="2336"/>
                  </a:lnTo>
                  <a:lnTo>
                    <a:pt x="1766" y="2376"/>
                  </a:lnTo>
                  <a:lnTo>
                    <a:pt x="1790" y="2388"/>
                  </a:lnTo>
                  <a:lnTo>
                    <a:pt x="1848" y="2382"/>
                  </a:lnTo>
                  <a:lnTo>
                    <a:pt x="1878" y="2429"/>
                  </a:lnTo>
                  <a:lnTo>
                    <a:pt x="1918" y="2446"/>
                  </a:lnTo>
                  <a:lnTo>
                    <a:pt x="1941" y="2486"/>
                  </a:lnTo>
                  <a:lnTo>
                    <a:pt x="2000" y="2458"/>
                  </a:lnTo>
                  <a:lnTo>
                    <a:pt x="2028" y="2486"/>
                  </a:lnTo>
                  <a:lnTo>
                    <a:pt x="2063" y="2481"/>
                  </a:lnTo>
                  <a:lnTo>
                    <a:pt x="2046" y="2399"/>
                  </a:lnTo>
                  <a:lnTo>
                    <a:pt x="2185" y="2429"/>
                  </a:lnTo>
                  <a:lnTo>
                    <a:pt x="2232" y="2406"/>
                  </a:lnTo>
                  <a:lnTo>
                    <a:pt x="2307" y="2434"/>
                  </a:lnTo>
                  <a:lnTo>
                    <a:pt x="2325" y="2481"/>
                  </a:lnTo>
                  <a:lnTo>
                    <a:pt x="2499" y="2528"/>
                  </a:lnTo>
                  <a:lnTo>
                    <a:pt x="2569" y="2591"/>
                  </a:lnTo>
                  <a:lnTo>
                    <a:pt x="2540" y="2765"/>
                  </a:lnTo>
                  <a:lnTo>
                    <a:pt x="2586" y="2789"/>
                  </a:lnTo>
                  <a:lnTo>
                    <a:pt x="2604" y="2882"/>
                  </a:lnTo>
                  <a:lnTo>
                    <a:pt x="2633" y="2962"/>
                  </a:lnTo>
                  <a:lnTo>
                    <a:pt x="2628" y="2992"/>
                  </a:lnTo>
                  <a:lnTo>
                    <a:pt x="2708" y="2945"/>
                  </a:lnTo>
                  <a:lnTo>
                    <a:pt x="2743" y="2830"/>
                  </a:lnTo>
                  <a:lnTo>
                    <a:pt x="2696" y="2516"/>
                  </a:lnTo>
                  <a:lnTo>
                    <a:pt x="2731" y="2382"/>
                  </a:lnTo>
                  <a:lnTo>
                    <a:pt x="3069" y="2173"/>
                  </a:lnTo>
                  <a:lnTo>
                    <a:pt x="3121" y="2085"/>
                  </a:lnTo>
                  <a:lnTo>
                    <a:pt x="3197" y="2068"/>
                  </a:lnTo>
                  <a:lnTo>
                    <a:pt x="3121" y="1918"/>
                  </a:lnTo>
                  <a:lnTo>
                    <a:pt x="3127" y="1859"/>
                  </a:lnTo>
                  <a:lnTo>
                    <a:pt x="3150" y="1906"/>
                  </a:lnTo>
                  <a:lnTo>
                    <a:pt x="3179" y="1888"/>
                  </a:lnTo>
                  <a:lnTo>
                    <a:pt x="3197" y="1818"/>
                  </a:lnTo>
                  <a:lnTo>
                    <a:pt x="3307" y="1719"/>
                  </a:lnTo>
                  <a:lnTo>
                    <a:pt x="3331" y="1644"/>
                  </a:lnTo>
                  <a:lnTo>
                    <a:pt x="3505" y="1604"/>
                  </a:lnTo>
                  <a:lnTo>
                    <a:pt x="3586" y="1505"/>
                  </a:lnTo>
                  <a:lnTo>
                    <a:pt x="3540" y="1510"/>
                  </a:lnTo>
                  <a:lnTo>
                    <a:pt x="3533" y="1475"/>
                  </a:lnTo>
                  <a:lnTo>
                    <a:pt x="3690" y="1330"/>
                  </a:lnTo>
                  <a:lnTo>
                    <a:pt x="3732" y="1337"/>
                  </a:lnTo>
                  <a:lnTo>
                    <a:pt x="3767" y="1285"/>
                  </a:lnTo>
                  <a:lnTo>
                    <a:pt x="3714" y="1273"/>
                  </a:lnTo>
                  <a:lnTo>
                    <a:pt x="3662" y="1197"/>
                  </a:lnTo>
                  <a:lnTo>
                    <a:pt x="3708" y="1116"/>
                  </a:lnTo>
                  <a:lnTo>
                    <a:pt x="3627" y="1104"/>
                  </a:lnTo>
                  <a:lnTo>
                    <a:pt x="3488" y="1255"/>
                  </a:lnTo>
                  <a:lnTo>
                    <a:pt x="3307" y="1290"/>
                  </a:lnTo>
                  <a:lnTo>
                    <a:pt x="3174" y="1360"/>
                  </a:lnTo>
                  <a:lnTo>
                    <a:pt x="3156" y="1430"/>
                  </a:lnTo>
                  <a:lnTo>
                    <a:pt x="3086" y="1458"/>
                  </a:lnTo>
                  <a:lnTo>
                    <a:pt x="3017" y="1470"/>
                  </a:lnTo>
                  <a:lnTo>
                    <a:pt x="2912" y="1552"/>
                  </a:lnTo>
                  <a:lnTo>
                    <a:pt x="2818" y="1580"/>
                  </a:lnTo>
                  <a:lnTo>
                    <a:pt x="2738" y="1528"/>
                  </a:lnTo>
                  <a:lnTo>
                    <a:pt x="2731" y="1505"/>
                  </a:lnTo>
                  <a:lnTo>
                    <a:pt x="2749" y="1493"/>
                  </a:lnTo>
                  <a:lnTo>
                    <a:pt x="2778" y="1435"/>
                  </a:lnTo>
                  <a:lnTo>
                    <a:pt x="2731" y="1430"/>
                  </a:lnTo>
                  <a:lnTo>
                    <a:pt x="2714" y="1424"/>
                  </a:lnTo>
                  <a:lnTo>
                    <a:pt x="2714" y="1360"/>
                  </a:lnTo>
                  <a:lnTo>
                    <a:pt x="2645" y="1395"/>
                  </a:lnTo>
                  <a:lnTo>
                    <a:pt x="2621" y="1348"/>
                  </a:lnTo>
                  <a:lnTo>
                    <a:pt x="2703" y="1285"/>
                  </a:lnTo>
                  <a:lnTo>
                    <a:pt x="2673" y="1197"/>
                  </a:lnTo>
                  <a:lnTo>
                    <a:pt x="2638" y="1185"/>
                  </a:lnTo>
                  <a:lnTo>
                    <a:pt x="2610" y="1173"/>
                  </a:lnTo>
                  <a:lnTo>
                    <a:pt x="2523" y="1238"/>
                  </a:lnTo>
                  <a:lnTo>
                    <a:pt x="2482" y="1337"/>
                  </a:lnTo>
                  <a:lnTo>
                    <a:pt x="2488" y="1424"/>
                  </a:lnTo>
                  <a:lnTo>
                    <a:pt x="2453" y="1470"/>
                  </a:lnTo>
                  <a:lnTo>
                    <a:pt x="2389" y="1505"/>
                  </a:lnTo>
                  <a:lnTo>
                    <a:pt x="2314" y="1424"/>
                  </a:lnTo>
                  <a:lnTo>
                    <a:pt x="2366" y="1278"/>
                  </a:lnTo>
                  <a:lnTo>
                    <a:pt x="2429" y="1220"/>
                  </a:lnTo>
                  <a:lnTo>
                    <a:pt x="2394" y="1208"/>
                  </a:lnTo>
                  <a:lnTo>
                    <a:pt x="2406" y="1163"/>
                  </a:lnTo>
                  <a:lnTo>
                    <a:pt x="2528" y="1110"/>
                  </a:lnTo>
                  <a:lnTo>
                    <a:pt x="2656" y="1151"/>
                  </a:lnTo>
                  <a:lnTo>
                    <a:pt x="2569" y="1063"/>
                  </a:lnTo>
                  <a:lnTo>
                    <a:pt x="2499" y="1075"/>
                  </a:lnTo>
                  <a:lnTo>
                    <a:pt x="2441" y="1034"/>
                  </a:lnTo>
                  <a:lnTo>
                    <a:pt x="2476" y="1034"/>
                  </a:lnTo>
                  <a:lnTo>
                    <a:pt x="2436" y="976"/>
                  </a:lnTo>
                  <a:lnTo>
                    <a:pt x="2296" y="1046"/>
                  </a:lnTo>
                  <a:lnTo>
                    <a:pt x="2220" y="1017"/>
                  </a:lnTo>
                  <a:lnTo>
                    <a:pt x="2197" y="1034"/>
                  </a:lnTo>
                  <a:lnTo>
                    <a:pt x="2145" y="1017"/>
                  </a:lnTo>
                  <a:lnTo>
                    <a:pt x="2272" y="936"/>
                  </a:lnTo>
                  <a:lnTo>
                    <a:pt x="2406" y="907"/>
                  </a:lnTo>
                  <a:lnTo>
                    <a:pt x="1616" y="587"/>
                  </a:lnTo>
                  <a:lnTo>
                    <a:pt x="1023" y="302"/>
                  </a:lnTo>
                  <a:lnTo>
                    <a:pt x="570" y="59"/>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47" name=""/>
            <p:cNvSpPr/>
            <p:nvPr/>
          </p:nvSpPr>
          <p:spPr>
            <a:xfrm rot="20717400">
              <a:off x="6722640" y="1092240"/>
              <a:ext cx="341280" cy="334800"/>
            </a:xfrm>
            <a:custGeom>
              <a:avLst/>
              <a:gdLst/>
              <a:ahLst/>
              <a:rect l="l" t="t" r="r" b="b"/>
              <a:pathLst>
                <a:path w="1976" h="2259">
                  <a:moveTo>
                    <a:pt x="47" y="0"/>
                  </a:moveTo>
                  <a:lnTo>
                    <a:pt x="47" y="40"/>
                  </a:lnTo>
                  <a:lnTo>
                    <a:pt x="18" y="122"/>
                  </a:lnTo>
                  <a:lnTo>
                    <a:pt x="105" y="453"/>
                  </a:lnTo>
                  <a:lnTo>
                    <a:pt x="65" y="499"/>
                  </a:lnTo>
                  <a:lnTo>
                    <a:pt x="0" y="453"/>
                  </a:lnTo>
                  <a:lnTo>
                    <a:pt x="47" y="633"/>
                  </a:lnTo>
                  <a:lnTo>
                    <a:pt x="82" y="645"/>
                  </a:lnTo>
                  <a:lnTo>
                    <a:pt x="128" y="720"/>
                  </a:lnTo>
                  <a:lnTo>
                    <a:pt x="76" y="847"/>
                  </a:lnTo>
                  <a:lnTo>
                    <a:pt x="198" y="1063"/>
                  </a:lnTo>
                  <a:lnTo>
                    <a:pt x="222" y="959"/>
                  </a:lnTo>
                  <a:lnTo>
                    <a:pt x="180" y="900"/>
                  </a:lnTo>
                  <a:lnTo>
                    <a:pt x="187" y="802"/>
                  </a:lnTo>
                  <a:lnTo>
                    <a:pt x="140" y="580"/>
                  </a:lnTo>
                  <a:lnTo>
                    <a:pt x="180" y="488"/>
                  </a:lnTo>
                  <a:lnTo>
                    <a:pt x="117" y="359"/>
                  </a:lnTo>
                  <a:lnTo>
                    <a:pt x="152" y="214"/>
                  </a:lnTo>
                  <a:lnTo>
                    <a:pt x="187" y="232"/>
                  </a:lnTo>
                  <a:lnTo>
                    <a:pt x="250" y="307"/>
                  </a:lnTo>
                  <a:lnTo>
                    <a:pt x="285" y="603"/>
                  </a:lnTo>
                  <a:lnTo>
                    <a:pt x="326" y="627"/>
                  </a:lnTo>
                  <a:lnTo>
                    <a:pt x="302" y="703"/>
                  </a:lnTo>
                  <a:lnTo>
                    <a:pt x="332" y="795"/>
                  </a:lnTo>
                  <a:lnTo>
                    <a:pt x="372" y="807"/>
                  </a:lnTo>
                  <a:lnTo>
                    <a:pt x="332" y="859"/>
                  </a:lnTo>
                  <a:lnTo>
                    <a:pt x="407" y="935"/>
                  </a:lnTo>
                  <a:lnTo>
                    <a:pt x="506" y="1290"/>
                  </a:lnTo>
                  <a:lnTo>
                    <a:pt x="396" y="1423"/>
                  </a:lnTo>
                  <a:lnTo>
                    <a:pt x="524" y="1667"/>
                  </a:lnTo>
                  <a:lnTo>
                    <a:pt x="634" y="1731"/>
                  </a:lnTo>
                  <a:lnTo>
                    <a:pt x="762" y="1853"/>
                  </a:lnTo>
                  <a:lnTo>
                    <a:pt x="1070" y="2050"/>
                  </a:lnTo>
                  <a:lnTo>
                    <a:pt x="1244" y="2073"/>
                  </a:lnTo>
                  <a:lnTo>
                    <a:pt x="1343" y="2143"/>
                  </a:lnTo>
                  <a:lnTo>
                    <a:pt x="1378" y="2259"/>
                  </a:lnTo>
                  <a:lnTo>
                    <a:pt x="1406" y="2213"/>
                  </a:lnTo>
                  <a:lnTo>
                    <a:pt x="1605" y="2167"/>
                  </a:lnTo>
                  <a:lnTo>
                    <a:pt x="1558" y="2091"/>
                  </a:lnTo>
                  <a:lnTo>
                    <a:pt x="1616" y="2033"/>
                  </a:lnTo>
                  <a:lnTo>
                    <a:pt x="1709" y="2068"/>
                  </a:lnTo>
                  <a:lnTo>
                    <a:pt x="1779" y="2062"/>
                  </a:lnTo>
                  <a:lnTo>
                    <a:pt x="1837" y="2085"/>
                  </a:lnTo>
                  <a:lnTo>
                    <a:pt x="1866" y="2033"/>
                  </a:lnTo>
                  <a:lnTo>
                    <a:pt x="1912" y="1998"/>
                  </a:lnTo>
                  <a:lnTo>
                    <a:pt x="1912" y="1923"/>
                  </a:lnTo>
                  <a:lnTo>
                    <a:pt x="1976" y="1864"/>
                  </a:lnTo>
                  <a:lnTo>
                    <a:pt x="1971" y="1783"/>
                  </a:lnTo>
                  <a:lnTo>
                    <a:pt x="1895" y="1754"/>
                  </a:lnTo>
                  <a:lnTo>
                    <a:pt x="1720" y="1783"/>
                  </a:lnTo>
                  <a:lnTo>
                    <a:pt x="1663" y="1905"/>
                  </a:lnTo>
                  <a:lnTo>
                    <a:pt x="1598" y="1958"/>
                  </a:lnTo>
                  <a:lnTo>
                    <a:pt x="1465" y="1911"/>
                  </a:lnTo>
                  <a:lnTo>
                    <a:pt x="1372" y="1916"/>
                  </a:lnTo>
                  <a:lnTo>
                    <a:pt x="1181" y="1812"/>
                  </a:lnTo>
                  <a:lnTo>
                    <a:pt x="1128" y="1748"/>
                  </a:lnTo>
                  <a:lnTo>
                    <a:pt x="1169" y="1602"/>
                  </a:lnTo>
                  <a:lnTo>
                    <a:pt x="1099" y="1498"/>
                  </a:lnTo>
                  <a:lnTo>
                    <a:pt x="1139" y="1365"/>
                  </a:lnTo>
                  <a:lnTo>
                    <a:pt x="1215" y="1307"/>
                  </a:lnTo>
                  <a:lnTo>
                    <a:pt x="1244" y="1225"/>
                  </a:lnTo>
                  <a:lnTo>
                    <a:pt x="1128" y="1103"/>
                  </a:lnTo>
                  <a:lnTo>
                    <a:pt x="1029" y="795"/>
                  </a:lnTo>
                  <a:lnTo>
                    <a:pt x="884" y="802"/>
                  </a:lnTo>
                  <a:lnTo>
                    <a:pt x="825" y="725"/>
                  </a:lnTo>
                  <a:lnTo>
                    <a:pt x="815" y="586"/>
                  </a:lnTo>
                  <a:lnTo>
                    <a:pt x="750" y="476"/>
                  </a:lnTo>
                  <a:lnTo>
                    <a:pt x="628" y="436"/>
                  </a:lnTo>
                  <a:lnTo>
                    <a:pt x="616" y="470"/>
                  </a:lnTo>
                  <a:lnTo>
                    <a:pt x="367" y="366"/>
                  </a:lnTo>
                  <a:lnTo>
                    <a:pt x="239" y="127"/>
                  </a:lnTo>
                  <a:lnTo>
                    <a:pt x="47"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48" name=""/>
            <p:cNvSpPr/>
            <p:nvPr/>
          </p:nvSpPr>
          <p:spPr>
            <a:xfrm rot="20717400">
              <a:off x="7052760" y="1356840"/>
              <a:ext cx="22320" cy="25560"/>
            </a:xfrm>
            <a:custGeom>
              <a:avLst/>
              <a:gdLst/>
              <a:ahLst/>
              <a:rect l="l" t="t" r="r" b="b"/>
              <a:pathLst>
                <a:path w="128" h="175">
                  <a:moveTo>
                    <a:pt x="128" y="23"/>
                  </a:moveTo>
                  <a:lnTo>
                    <a:pt x="99" y="116"/>
                  </a:lnTo>
                  <a:lnTo>
                    <a:pt x="58" y="175"/>
                  </a:lnTo>
                  <a:lnTo>
                    <a:pt x="0" y="151"/>
                  </a:lnTo>
                  <a:lnTo>
                    <a:pt x="35" y="87"/>
                  </a:lnTo>
                  <a:lnTo>
                    <a:pt x="41" y="0"/>
                  </a:lnTo>
                  <a:lnTo>
                    <a:pt x="76" y="0"/>
                  </a:lnTo>
                  <a:lnTo>
                    <a:pt x="128" y="23"/>
                  </a:lnTo>
                  <a:close/>
                </a:path>
              </a:pathLst>
            </a:custGeom>
            <a:solidFill>
              <a:srgbClr val="d0d0d0"/>
            </a:solidFill>
            <a:ln w="9360">
              <a:solidFill>
                <a:srgbClr val="909090"/>
              </a:solidFill>
              <a:round/>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9149" name=""/>
            <p:cNvSpPr/>
            <p:nvPr/>
          </p:nvSpPr>
          <p:spPr>
            <a:xfrm rot="20717400">
              <a:off x="6999120" y="1360440"/>
              <a:ext cx="68400" cy="52560"/>
            </a:xfrm>
            <a:custGeom>
              <a:avLst/>
              <a:gdLst/>
              <a:ahLst/>
              <a:rect l="l" t="t" r="r" b="b"/>
              <a:pathLst>
                <a:path w="395" h="348">
                  <a:moveTo>
                    <a:pt x="383" y="204"/>
                  </a:moveTo>
                  <a:lnTo>
                    <a:pt x="395" y="221"/>
                  </a:lnTo>
                  <a:lnTo>
                    <a:pt x="319" y="249"/>
                  </a:lnTo>
                  <a:lnTo>
                    <a:pt x="291" y="302"/>
                  </a:lnTo>
                  <a:lnTo>
                    <a:pt x="226" y="348"/>
                  </a:lnTo>
                  <a:lnTo>
                    <a:pt x="92" y="319"/>
                  </a:lnTo>
                  <a:lnTo>
                    <a:pt x="0" y="226"/>
                  </a:lnTo>
                  <a:lnTo>
                    <a:pt x="22" y="180"/>
                  </a:lnTo>
                  <a:lnTo>
                    <a:pt x="221" y="127"/>
                  </a:lnTo>
                  <a:lnTo>
                    <a:pt x="174" y="58"/>
                  </a:lnTo>
                  <a:lnTo>
                    <a:pt x="226" y="0"/>
                  </a:lnTo>
                  <a:lnTo>
                    <a:pt x="325" y="35"/>
                  </a:lnTo>
                  <a:lnTo>
                    <a:pt x="366" y="29"/>
                  </a:lnTo>
                  <a:lnTo>
                    <a:pt x="360" y="122"/>
                  </a:lnTo>
                  <a:lnTo>
                    <a:pt x="325" y="174"/>
                  </a:lnTo>
                  <a:lnTo>
                    <a:pt x="383" y="204"/>
                  </a:lnTo>
                  <a:close/>
                </a:path>
              </a:pathLst>
            </a:custGeom>
            <a:solidFill>
              <a:srgbClr val="d0d0d0"/>
            </a:solidFill>
            <a:ln w="9360">
              <a:solidFill>
                <a:srgbClr val="909090"/>
              </a:solidFill>
              <a:round/>
            </a:ln>
          </p:spPr>
          <p:style>
            <a:lnRef idx="0"/>
            <a:fillRef idx="0"/>
            <a:effectRef idx="0"/>
            <a:fontRef idx="minor"/>
          </p:style>
          <p:txBody>
            <a:bodyPr lIns="90000" rIns="90000" tIns="5760" bIns="5760" anchor="t">
              <a:noAutofit/>
            </a:bodyPr>
            <a:p>
              <a:endParaRPr b="0" lang="en-US" sz="2400" spc="-1" strike="noStrike">
                <a:solidFill>
                  <a:srgbClr val="000000"/>
                </a:solidFill>
                <a:latin typeface="Times New Roman"/>
              </a:endParaRPr>
            </a:p>
          </p:txBody>
        </p:sp>
        <p:sp>
          <p:nvSpPr>
            <p:cNvPr id="9150" name=""/>
            <p:cNvSpPr/>
            <p:nvPr/>
          </p:nvSpPr>
          <p:spPr>
            <a:xfrm rot="20717400">
              <a:off x="7054920" y="1379160"/>
              <a:ext cx="77760" cy="36360"/>
            </a:xfrm>
            <a:custGeom>
              <a:avLst/>
              <a:gdLst/>
              <a:ahLst/>
              <a:rect l="l" t="t" r="r" b="b"/>
              <a:pathLst>
                <a:path w="458" h="249">
                  <a:moveTo>
                    <a:pt x="104" y="0"/>
                  </a:moveTo>
                  <a:lnTo>
                    <a:pt x="28" y="23"/>
                  </a:lnTo>
                  <a:lnTo>
                    <a:pt x="0" y="87"/>
                  </a:lnTo>
                  <a:lnTo>
                    <a:pt x="122" y="127"/>
                  </a:lnTo>
                  <a:lnTo>
                    <a:pt x="122" y="232"/>
                  </a:lnTo>
                  <a:lnTo>
                    <a:pt x="133" y="249"/>
                  </a:lnTo>
                  <a:lnTo>
                    <a:pt x="249" y="220"/>
                  </a:lnTo>
                  <a:lnTo>
                    <a:pt x="290" y="227"/>
                  </a:lnTo>
                  <a:lnTo>
                    <a:pt x="458" y="115"/>
                  </a:lnTo>
                  <a:lnTo>
                    <a:pt x="441" y="93"/>
                  </a:lnTo>
                  <a:lnTo>
                    <a:pt x="127" y="46"/>
                  </a:lnTo>
                  <a:lnTo>
                    <a:pt x="104" y="0"/>
                  </a:lnTo>
                  <a:close/>
                </a:path>
              </a:pathLst>
            </a:custGeom>
            <a:solidFill>
              <a:srgbClr val="d0d0d0"/>
            </a:solidFill>
            <a:ln w="9360">
              <a:solidFill>
                <a:srgbClr val="909090"/>
              </a:solidFill>
              <a:round/>
            </a:ln>
          </p:spPr>
          <p:style>
            <a:lnRef idx="0"/>
            <a:fillRef idx="0"/>
            <a:effectRef idx="0"/>
            <a:fontRef idx="minor"/>
          </p:style>
          <p:txBody>
            <a:bodyPr lIns="90000" rIns="90000" tIns="-10440" bIns="-10440" anchor="t">
              <a:noAutofit/>
            </a:bodyPr>
            <a:p>
              <a:endParaRPr b="0" lang="en-US" sz="2400" spc="-1" strike="noStrike">
                <a:solidFill>
                  <a:srgbClr val="000000"/>
                </a:solidFill>
                <a:latin typeface="Times New Roman"/>
              </a:endParaRPr>
            </a:p>
          </p:txBody>
        </p:sp>
        <p:sp>
          <p:nvSpPr>
            <p:cNvPr id="9151" name=""/>
            <p:cNvSpPr/>
            <p:nvPr/>
          </p:nvSpPr>
          <p:spPr>
            <a:xfrm rot="20717400">
              <a:off x="7046640" y="1398240"/>
              <a:ext cx="31680" cy="23760"/>
            </a:xfrm>
            <a:custGeom>
              <a:avLst/>
              <a:gdLst/>
              <a:ahLst/>
              <a:rect l="l" t="t" r="r" b="b"/>
              <a:pathLst>
                <a:path w="187" h="151">
                  <a:moveTo>
                    <a:pt x="65" y="0"/>
                  </a:moveTo>
                  <a:lnTo>
                    <a:pt x="187" y="46"/>
                  </a:lnTo>
                  <a:lnTo>
                    <a:pt x="187" y="151"/>
                  </a:lnTo>
                  <a:lnTo>
                    <a:pt x="75" y="111"/>
                  </a:lnTo>
                  <a:lnTo>
                    <a:pt x="0" y="46"/>
                  </a:lnTo>
                  <a:lnTo>
                    <a:pt x="65" y="0"/>
                  </a:lnTo>
                  <a:close/>
                </a:path>
              </a:pathLst>
            </a:custGeom>
            <a:solidFill>
              <a:srgbClr val="d0d0d0"/>
            </a:solidFill>
            <a:ln w="9360">
              <a:solidFill>
                <a:srgbClr val="909090"/>
              </a:solidFill>
              <a:round/>
            </a:ln>
          </p:spPr>
          <p:style>
            <a:lnRef idx="0"/>
            <a:fillRef idx="0"/>
            <a:effectRef idx="0"/>
            <a:fontRef idx="minor"/>
          </p:style>
          <p:txBody>
            <a:bodyPr lIns="90000" rIns="90000" tIns="-23040" bIns="-23040" anchor="t">
              <a:noAutofit/>
            </a:bodyPr>
            <a:p>
              <a:endParaRPr b="0" lang="en-US" sz="2400" spc="-1" strike="noStrike">
                <a:solidFill>
                  <a:srgbClr val="000000"/>
                </a:solidFill>
                <a:latin typeface="Times New Roman"/>
              </a:endParaRPr>
            </a:p>
          </p:txBody>
        </p:sp>
        <p:sp>
          <p:nvSpPr>
            <p:cNvPr id="9152" name=""/>
            <p:cNvSpPr/>
            <p:nvPr/>
          </p:nvSpPr>
          <p:spPr>
            <a:xfrm rot="20717400">
              <a:off x="7083360" y="1390320"/>
              <a:ext cx="73080" cy="55440"/>
            </a:xfrm>
            <a:custGeom>
              <a:avLst/>
              <a:gdLst/>
              <a:ahLst/>
              <a:rect l="l" t="t" r="r" b="b"/>
              <a:pathLst>
                <a:path w="425" h="377">
                  <a:moveTo>
                    <a:pt x="116" y="349"/>
                  </a:moveTo>
                  <a:lnTo>
                    <a:pt x="203" y="377"/>
                  </a:lnTo>
                  <a:lnTo>
                    <a:pt x="226" y="342"/>
                  </a:lnTo>
                  <a:lnTo>
                    <a:pt x="268" y="354"/>
                  </a:lnTo>
                  <a:lnTo>
                    <a:pt x="279" y="279"/>
                  </a:lnTo>
                  <a:lnTo>
                    <a:pt x="425" y="110"/>
                  </a:lnTo>
                  <a:lnTo>
                    <a:pt x="425" y="58"/>
                  </a:lnTo>
                  <a:lnTo>
                    <a:pt x="325" y="0"/>
                  </a:lnTo>
                  <a:lnTo>
                    <a:pt x="157" y="105"/>
                  </a:lnTo>
                  <a:lnTo>
                    <a:pt x="111" y="98"/>
                  </a:lnTo>
                  <a:lnTo>
                    <a:pt x="0" y="127"/>
                  </a:lnTo>
                  <a:lnTo>
                    <a:pt x="87" y="284"/>
                  </a:lnTo>
                  <a:lnTo>
                    <a:pt x="116" y="319"/>
                  </a:lnTo>
                  <a:lnTo>
                    <a:pt x="116" y="349"/>
                  </a:lnTo>
                  <a:close/>
                </a:path>
              </a:pathLst>
            </a:custGeom>
            <a:solidFill>
              <a:srgbClr val="d0d0d0"/>
            </a:solidFill>
            <a:ln w="9360">
              <a:solidFill>
                <a:srgbClr val="909090"/>
              </a:solidFill>
              <a:round/>
            </a:ln>
          </p:spPr>
          <p:style>
            <a:lnRef idx="0"/>
            <a:fillRef idx="0"/>
            <a:effectRef idx="0"/>
            <a:fontRef idx="minor"/>
          </p:style>
          <p:txBody>
            <a:bodyPr lIns="90000" rIns="90000" tIns="8640" bIns="8640" anchor="t">
              <a:noAutofit/>
            </a:bodyPr>
            <a:p>
              <a:endParaRPr b="0" lang="en-US" sz="2400" spc="-1" strike="noStrike">
                <a:solidFill>
                  <a:srgbClr val="000000"/>
                </a:solidFill>
                <a:latin typeface="Times New Roman"/>
              </a:endParaRPr>
            </a:p>
          </p:txBody>
        </p:sp>
        <p:sp>
          <p:nvSpPr>
            <p:cNvPr id="9153" name=""/>
            <p:cNvSpPr/>
            <p:nvPr/>
          </p:nvSpPr>
          <p:spPr>
            <a:xfrm rot="20717400">
              <a:off x="7113600" y="1440000"/>
              <a:ext cx="39600" cy="39600"/>
            </a:xfrm>
            <a:custGeom>
              <a:avLst/>
              <a:gdLst/>
              <a:ahLst/>
              <a:rect l="l" t="t" r="r" b="b"/>
              <a:pathLst>
                <a:path w="226" h="274">
                  <a:moveTo>
                    <a:pt x="5" y="12"/>
                  </a:moveTo>
                  <a:lnTo>
                    <a:pt x="92" y="35"/>
                  </a:lnTo>
                  <a:lnTo>
                    <a:pt x="115" y="0"/>
                  </a:lnTo>
                  <a:lnTo>
                    <a:pt x="157" y="12"/>
                  </a:lnTo>
                  <a:lnTo>
                    <a:pt x="139" y="122"/>
                  </a:lnTo>
                  <a:lnTo>
                    <a:pt x="220" y="180"/>
                  </a:lnTo>
                  <a:lnTo>
                    <a:pt x="226" y="209"/>
                  </a:lnTo>
                  <a:lnTo>
                    <a:pt x="214" y="274"/>
                  </a:lnTo>
                  <a:lnTo>
                    <a:pt x="197" y="262"/>
                  </a:lnTo>
                  <a:lnTo>
                    <a:pt x="0" y="52"/>
                  </a:lnTo>
                  <a:lnTo>
                    <a:pt x="5" y="12"/>
                  </a:lnTo>
                  <a:close/>
                </a:path>
              </a:pathLst>
            </a:custGeom>
            <a:solidFill>
              <a:srgbClr val="d0d0d0"/>
            </a:solidFill>
            <a:ln w="9360">
              <a:solidFill>
                <a:srgbClr val="90909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9154" name=""/>
            <p:cNvSpPr/>
            <p:nvPr/>
          </p:nvSpPr>
          <p:spPr>
            <a:xfrm rot="20717400">
              <a:off x="7156440" y="1449000"/>
              <a:ext cx="85680" cy="42840"/>
            </a:xfrm>
            <a:custGeom>
              <a:avLst/>
              <a:gdLst/>
              <a:ahLst/>
              <a:rect l="l" t="t" r="r" b="b"/>
              <a:pathLst>
                <a:path w="506" h="285">
                  <a:moveTo>
                    <a:pt x="12" y="0"/>
                  </a:moveTo>
                  <a:lnTo>
                    <a:pt x="111" y="64"/>
                  </a:lnTo>
                  <a:lnTo>
                    <a:pt x="326" y="6"/>
                  </a:lnTo>
                  <a:lnTo>
                    <a:pt x="477" y="104"/>
                  </a:lnTo>
                  <a:lnTo>
                    <a:pt x="506" y="250"/>
                  </a:lnTo>
                  <a:lnTo>
                    <a:pt x="448" y="285"/>
                  </a:lnTo>
                  <a:lnTo>
                    <a:pt x="355" y="198"/>
                  </a:lnTo>
                  <a:lnTo>
                    <a:pt x="390" y="169"/>
                  </a:lnTo>
                  <a:lnTo>
                    <a:pt x="396" y="151"/>
                  </a:lnTo>
                  <a:lnTo>
                    <a:pt x="314" y="87"/>
                  </a:lnTo>
                  <a:lnTo>
                    <a:pt x="268" y="104"/>
                  </a:lnTo>
                  <a:lnTo>
                    <a:pt x="180" y="111"/>
                  </a:lnTo>
                  <a:lnTo>
                    <a:pt x="262" y="181"/>
                  </a:lnTo>
                  <a:lnTo>
                    <a:pt x="204" y="198"/>
                  </a:lnTo>
                  <a:lnTo>
                    <a:pt x="0" y="94"/>
                  </a:lnTo>
                  <a:lnTo>
                    <a:pt x="18" y="29"/>
                  </a:lnTo>
                  <a:lnTo>
                    <a:pt x="12" y="0"/>
                  </a:lnTo>
                  <a:close/>
                </a:path>
              </a:pathLst>
            </a:custGeom>
            <a:solidFill>
              <a:srgbClr val="d0d0d0"/>
            </a:solidFill>
            <a:ln w="9360">
              <a:solidFill>
                <a:srgbClr val="909090"/>
              </a:solidFill>
              <a:round/>
            </a:ln>
          </p:spPr>
          <p:style>
            <a:lnRef idx="0"/>
            <a:fillRef idx="0"/>
            <a:effectRef idx="0"/>
            <a:fontRef idx="minor"/>
          </p:style>
          <p:txBody>
            <a:bodyPr lIns="90000" rIns="90000" tIns="-3960" bIns="-3960" anchor="t">
              <a:noAutofit/>
            </a:bodyPr>
            <a:p>
              <a:endParaRPr b="0" lang="en-US" sz="2400" spc="-1" strike="noStrike">
                <a:solidFill>
                  <a:srgbClr val="000000"/>
                </a:solidFill>
                <a:latin typeface="Times New Roman"/>
              </a:endParaRPr>
            </a:p>
          </p:txBody>
        </p:sp>
        <p:sp>
          <p:nvSpPr>
            <p:cNvPr id="9155" name=""/>
            <p:cNvSpPr/>
            <p:nvPr/>
          </p:nvSpPr>
          <p:spPr>
            <a:xfrm rot="20717400">
              <a:off x="6954480" y="558720"/>
              <a:ext cx="71280" cy="39600"/>
            </a:xfrm>
            <a:custGeom>
              <a:avLst/>
              <a:gdLst/>
              <a:ahLst/>
              <a:rect l="l" t="t" r="r" b="b"/>
              <a:pathLst>
                <a:path w="412" h="268">
                  <a:moveTo>
                    <a:pt x="365" y="0"/>
                  </a:moveTo>
                  <a:lnTo>
                    <a:pt x="302" y="12"/>
                  </a:lnTo>
                  <a:lnTo>
                    <a:pt x="290" y="87"/>
                  </a:lnTo>
                  <a:lnTo>
                    <a:pt x="261" y="104"/>
                  </a:lnTo>
                  <a:lnTo>
                    <a:pt x="220" y="87"/>
                  </a:lnTo>
                  <a:lnTo>
                    <a:pt x="185" y="81"/>
                  </a:lnTo>
                  <a:lnTo>
                    <a:pt x="157" y="81"/>
                  </a:lnTo>
                  <a:lnTo>
                    <a:pt x="150" y="6"/>
                  </a:lnTo>
                  <a:lnTo>
                    <a:pt x="110" y="0"/>
                  </a:lnTo>
                  <a:lnTo>
                    <a:pt x="46" y="17"/>
                  </a:lnTo>
                  <a:lnTo>
                    <a:pt x="70" y="69"/>
                  </a:lnTo>
                  <a:lnTo>
                    <a:pt x="58" y="87"/>
                  </a:lnTo>
                  <a:lnTo>
                    <a:pt x="5" y="104"/>
                  </a:lnTo>
                  <a:lnTo>
                    <a:pt x="5" y="139"/>
                  </a:lnTo>
                  <a:lnTo>
                    <a:pt x="58" y="163"/>
                  </a:lnTo>
                  <a:lnTo>
                    <a:pt x="70" y="191"/>
                  </a:lnTo>
                  <a:lnTo>
                    <a:pt x="0" y="221"/>
                  </a:lnTo>
                  <a:lnTo>
                    <a:pt x="23" y="268"/>
                  </a:lnTo>
                  <a:lnTo>
                    <a:pt x="139" y="268"/>
                  </a:lnTo>
                  <a:lnTo>
                    <a:pt x="192" y="226"/>
                  </a:lnTo>
                  <a:lnTo>
                    <a:pt x="261" y="250"/>
                  </a:lnTo>
                  <a:lnTo>
                    <a:pt x="302" y="250"/>
                  </a:lnTo>
                  <a:lnTo>
                    <a:pt x="337" y="203"/>
                  </a:lnTo>
                  <a:lnTo>
                    <a:pt x="319" y="151"/>
                  </a:lnTo>
                  <a:lnTo>
                    <a:pt x="372" y="104"/>
                  </a:lnTo>
                  <a:lnTo>
                    <a:pt x="412" y="17"/>
                  </a:lnTo>
                  <a:lnTo>
                    <a:pt x="372" y="0"/>
                  </a:lnTo>
                  <a:lnTo>
                    <a:pt x="365" y="0"/>
                  </a:lnTo>
                  <a:close/>
                </a:path>
              </a:pathLst>
            </a:custGeom>
            <a:solidFill>
              <a:srgbClr val="d0d0d0"/>
            </a:solidFill>
            <a:ln w="9360">
              <a:solidFill>
                <a:srgbClr val="90909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9156" name=""/>
            <p:cNvSpPr/>
            <p:nvPr/>
          </p:nvSpPr>
          <p:spPr>
            <a:xfrm>
              <a:off x="4545000" y="1281240"/>
              <a:ext cx="104760" cy="63360"/>
            </a:xfrm>
            <a:custGeom>
              <a:avLst/>
              <a:gdLst/>
              <a:ahLst/>
              <a:rect l="l" t="t" r="r" b="b"/>
              <a:pathLst>
                <a:path w="605" h="430">
                  <a:moveTo>
                    <a:pt x="331" y="18"/>
                  </a:moveTo>
                  <a:lnTo>
                    <a:pt x="605" y="0"/>
                  </a:lnTo>
                  <a:lnTo>
                    <a:pt x="582" y="70"/>
                  </a:lnTo>
                  <a:lnTo>
                    <a:pt x="384" y="81"/>
                  </a:lnTo>
                  <a:lnTo>
                    <a:pt x="343" y="255"/>
                  </a:lnTo>
                  <a:lnTo>
                    <a:pt x="256" y="273"/>
                  </a:lnTo>
                  <a:lnTo>
                    <a:pt x="233" y="401"/>
                  </a:lnTo>
                  <a:lnTo>
                    <a:pt x="12" y="430"/>
                  </a:lnTo>
                  <a:lnTo>
                    <a:pt x="0" y="389"/>
                  </a:lnTo>
                  <a:lnTo>
                    <a:pt x="227" y="93"/>
                  </a:lnTo>
                  <a:lnTo>
                    <a:pt x="331" y="18"/>
                  </a:lnTo>
                  <a:close/>
                </a:path>
              </a:pathLst>
            </a:custGeom>
            <a:solidFill>
              <a:srgbClr val="d0d0d0"/>
            </a:solidFill>
            <a:ln w="9360">
              <a:solidFill>
                <a:srgbClr val="909090"/>
              </a:solidFill>
              <a:round/>
            </a:ln>
          </p:spPr>
          <p:style>
            <a:lnRef idx="0"/>
            <a:fillRef idx="0"/>
            <a:effectRef idx="0"/>
            <a:fontRef idx="minor"/>
          </p:style>
          <p:txBody>
            <a:bodyPr lIns="90000" rIns="90000" tIns="16560" bIns="16560" anchor="t">
              <a:noAutofit/>
            </a:bodyPr>
            <a:p>
              <a:endParaRPr b="0" lang="en-US" sz="2400" spc="-1" strike="noStrike">
                <a:solidFill>
                  <a:srgbClr val="000000"/>
                </a:solidFill>
                <a:latin typeface="Times New Roman"/>
              </a:endParaRPr>
            </a:p>
          </p:txBody>
        </p:sp>
        <p:sp>
          <p:nvSpPr>
            <p:cNvPr id="9157" name=""/>
            <p:cNvSpPr/>
            <p:nvPr/>
          </p:nvSpPr>
          <p:spPr>
            <a:xfrm>
              <a:off x="4602240" y="1192320"/>
              <a:ext cx="139680" cy="91800"/>
            </a:xfrm>
            <a:custGeom>
              <a:avLst/>
              <a:gdLst/>
              <a:ahLst/>
              <a:rect l="l" t="t" r="r" b="b"/>
              <a:pathLst>
                <a:path w="814" h="616">
                  <a:moveTo>
                    <a:pt x="0" y="616"/>
                  </a:moveTo>
                  <a:lnTo>
                    <a:pt x="262" y="418"/>
                  </a:lnTo>
                  <a:lnTo>
                    <a:pt x="274" y="337"/>
                  </a:lnTo>
                  <a:lnTo>
                    <a:pt x="378" y="203"/>
                  </a:lnTo>
                  <a:lnTo>
                    <a:pt x="535" y="105"/>
                  </a:lnTo>
                  <a:lnTo>
                    <a:pt x="587" y="0"/>
                  </a:lnTo>
                  <a:lnTo>
                    <a:pt x="720" y="70"/>
                  </a:lnTo>
                  <a:lnTo>
                    <a:pt x="814" y="58"/>
                  </a:lnTo>
                  <a:lnTo>
                    <a:pt x="802" y="238"/>
                  </a:lnTo>
                  <a:lnTo>
                    <a:pt x="715" y="262"/>
                  </a:lnTo>
                  <a:lnTo>
                    <a:pt x="529" y="429"/>
                  </a:lnTo>
                  <a:lnTo>
                    <a:pt x="354" y="464"/>
                  </a:lnTo>
                  <a:lnTo>
                    <a:pt x="279" y="598"/>
                  </a:lnTo>
                  <a:lnTo>
                    <a:pt x="12" y="616"/>
                  </a:lnTo>
                  <a:lnTo>
                    <a:pt x="0" y="616"/>
                  </a:lnTo>
                  <a:close/>
                </a:path>
              </a:pathLst>
            </a:custGeom>
            <a:solidFill>
              <a:srgbClr val="d0d0d0"/>
            </a:solidFill>
            <a:ln w="9360">
              <a:solidFill>
                <a:srgbClr val="909090"/>
              </a:solidFill>
              <a:round/>
            </a:ln>
          </p:spPr>
          <p:style>
            <a:lnRef idx="0"/>
            <a:fillRef idx="0"/>
            <a:effectRef idx="0"/>
            <a:fontRef idx="minor"/>
          </p:style>
          <p:txBody>
            <a:bodyPr lIns="90000" rIns="90000" tIns="45000" bIns="45000" anchor="t">
              <a:noAutofit/>
            </a:bodyPr>
            <a:p>
              <a:endParaRPr b="0" lang="en-US" sz="2400" spc="-1" strike="noStrike">
                <a:solidFill>
                  <a:srgbClr val="000000"/>
                </a:solidFill>
                <a:latin typeface="Times New Roman"/>
              </a:endParaRPr>
            </a:p>
          </p:txBody>
        </p:sp>
        <p:sp>
          <p:nvSpPr>
            <p:cNvPr id="9158" name=""/>
            <p:cNvSpPr/>
            <p:nvPr/>
          </p:nvSpPr>
          <p:spPr>
            <a:xfrm>
              <a:off x="4541760" y="1281240"/>
              <a:ext cx="141480" cy="126720"/>
            </a:xfrm>
            <a:custGeom>
              <a:avLst/>
              <a:gdLst/>
              <a:ahLst/>
              <a:rect l="l" t="t" r="r" b="b"/>
              <a:pathLst>
                <a:path w="825" h="860">
                  <a:moveTo>
                    <a:pt x="628" y="0"/>
                  </a:moveTo>
                  <a:lnTo>
                    <a:pt x="825" y="151"/>
                  </a:lnTo>
                  <a:lnTo>
                    <a:pt x="721" y="145"/>
                  </a:lnTo>
                  <a:lnTo>
                    <a:pt x="675" y="708"/>
                  </a:lnTo>
                  <a:lnTo>
                    <a:pt x="745" y="708"/>
                  </a:lnTo>
                  <a:lnTo>
                    <a:pt x="738" y="790"/>
                  </a:lnTo>
                  <a:lnTo>
                    <a:pt x="506" y="790"/>
                  </a:lnTo>
                  <a:lnTo>
                    <a:pt x="476" y="750"/>
                  </a:lnTo>
                  <a:lnTo>
                    <a:pt x="442" y="825"/>
                  </a:lnTo>
                  <a:lnTo>
                    <a:pt x="361" y="825"/>
                  </a:lnTo>
                  <a:lnTo>
                    <a:pt x="344" y="790"/>
                  </a:lnTo>
                  <a:lnTo>
                    <a:pt x="320" y="860"/>
                  </a:lnTo>
                  <a:lnTo>
                    <a:pt x="274" y="860"/>
                  </a:lnTo>
                  <a:lnTo>
                    <a:pt x="128" y="732"/>
                  </a:lnTo>
                  <a:lnTo>
                    <a:pt x="75" y="778"/>
                  </a:lnTo>
                  <a:lnTo>
                    <a:pt x="0" y="773"/>
                  </a:lnTo>
                  <a:lnTo>
                    <a:pt x="40" y="708"/>
                  </a:lnTo>
                  <a:lnTo>
                    <a:pt x="30" y="529"/>
                  </a:lnTo>
                  <a:lnTo>
                    <a:pt x="58" y="482"/>
                  </a:lnTo>
                  <a:lnTo>
                    <a:pt x="35" y="430"/>
                  </a:lnTo>
                  <a:lnTo>
                    <a:pt x="256" y="401"/>
                  </a:lnTo>
                  <a:lnTo>
                    <a:pt x="279" y="273"/>
                  </a:lnTo>
                  <a:lnTo>
                    <a:pt x="366" y="255"/>
                  </a:lnTo>
                  <a:lnTo>
                    <a:pt x="407" y="81"/>
                  </a:lnTo>
                  <a:lnTo>
                    <a:pt x="605" y="70"/>
                  </a:lnTo>
                  <a:lnTo>
                    <a:pt x="628"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59" name=""/>
            <p:cNvSpPr/>
            <p:nvPr/>
          </p:nvSpPr>
          <p:spPr>
            <a:xfrm>
              <a:off x="4649760" y="1181160"/>
              <a:ext cx="204840" cy="181080"/>
            </a:xfrm>
            <a:custGeom>
              <a:avLst/>
              <a:gdLst/>
              <a:ahLst/>
              <a:rect l="l" t="t" r="r" b="b"/>
              <a:pathLst>
                <a:path w="1191" h="1226">
                  <a:moveTo>
                    <a:pt x="0" y="674"/>
                  </a:moveTo>
                  <a:lnTo>
                    <a:pt x="610" y="1138"/>
                  </a:lnTo>
                  <a:lnTo>
                    <a:pt x="645" y="1145"/>
                  </a:lnTo>
                  <a:lnTo>
                    <a:pt x="651" y="1203"/>
                  </a:lnTo>
                  <a:lnTo>
                    <a:pt x="698" y="1226"/>
                  </a:lnTo>
                  <a:lnTo>
                    <a:pt x="1191" y="941"/>
                  </a:lnTo>
                  <a:lnTo>
                    <a:pt x="1122" y="889"/>
                  </a:lnTo>
                  <a:lnTo>
                    <a:pt x="1052" y="737"/>
                  </a:lnTo>
                  <a:lnTo>
                    <a:pt x="1099" y="639"/>
                  </a:lnTo>
                  <a:lnTo>
                    <a:pt x="1092" y="471"/>
                  </a:lnTo>
                  <a:lnTo>
                    <a:pt x="1122" y="442"/>
                  </a:lnTo>
                  <a:lnTo>
                    <a:pt x="1005" y="198"/>
                  </a:lnTo>
                  <a:lnTo>
                    <a:pt x="1052" y="151"/>
                  </a:lnTo>
                  <a:lnTo>
                    <a:pt x="1075" y="0"/>
                  </a:lnTo>
                  <a:lnTo>
                    <a:pt x="912" y="17"/>
                  </a:lnTo>
                  <a:lnTo>
                    <a:pt x="796" y="6"/>
                  </a:lnTo>
                  <a:lnTo>
                    <a:pt x="529" y="128"/>
                  </a:lnTo>
                  <a:lnTo>
                    <a:pt x="523" y="314"/>
                  </a:lnTo>
                  <a:lnTo>
                    <a:pt x="436" y="338"/>
                  </a:lnTo>
                  <a:lnTo>
                    <a:pt x="250" y="505"/>
                  </a:lnTo>
                  <a:lnTo>
                    <a:pt x="75" y="540"/>
                  </a:lnTo>
                  <a:lnTo>
                    <a:pt x="0" y="674"/>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60" name=""/>
            <p:cNvSpPr/>
            <p:nvPr/>
          </p:nvSpPr>
          <p:spPr>
            <a:xfrm>
              <a:off x="4530600" y="1430280"/>
              <a:ext cx="38160" cy="17640"/>
            </a:xfrm>
            <a:custGeom>
              <a:avLst/>
              <a:gdLst/>
              <a:ahLst/>
              <a:rect l="l" t="t" r="r" b="b"/>
              <a:pathLst>
                <a:path w="221" h="116">
                  <a:moveTo>
                    <a:pt x="216" y="0"/>
                  </a:moveTo>
                  <a:lnTo>
                    <a:pt x="221" y="46"/>
                  </a:lnTo>
                  <a:lnTo>
                    <a:pt x="134" y="53"/>
                  </a:lnTo>
                  <a:lnTo>
                    <a:pt x="111" y="116"/>
                  </a:lnTo>
                  <a:lnTo>
                    <a:pt x="0" y="18"/>
                  </a:lnTo>
                  <a:lnTo>
                    <a:pt x="216" y="0"/>
                  </a:lnTo>
                  <a:close/>
                </a:path>
              </a:pathLst>
            </a:custGeom>
            <a:solidFill>
              <a:srgbClr val="d0d0d0"/>
            </a:solidFill>
            <a:ln w="9360">
              <a:solidFill>
                <a:srgbClr val="909090"/>
              </a:solidFill>
              <a:round/>
            </a:ln>
          </p:spPr>
          <p:style>
            <a:lnRef idx="0"/>
            <a:fillRef idx="0"/>
            <a:effectRef idx="0"/>
            <a:fontRef idx="minor"/>
          </p:style>
          <p:txBody>
            <a:bodyPr lIns="90000" rIns="90000" tIns="-29160" bIns="-29160" anchor="t">
              <a:noAutofit/>
            </a:bodyPr>
            <a:p>
              <a:endParaRPr b="0" lang="en-US" sz="2400" spc="-1" strike="noStrike">
                <a:solidFill>
                  <a:srgbClr val="000000"/>
                </a:solidFill>
                <a:latin typeface="Times New Roman"/>
              </a:endParaRPr>
            </a:p>
          </p:txBody>
        </p:sp>
        <p:sp>
          <p:nvSpPr>
            <p:cNvPr id="9161" name=""/>
            <p:cNvSpPr/>
            <p:nvPr/>
          </p:nvSpPr>
          <p:spPr>
            <a:xfrm>
              <a:off x="4529160" y="1389240"/>
              <a:ext cx="58680" cy="42840"/>
            </a:xfrm>
            <a:custGeom>
              <a:avLst/>
              <a:gdLst/>
              <a:ahLst/>
              <a:rect l="l" t="t" r="r" b="b"/>
              <a:pathLst>
                <a:path w="344" h="297">
                  <a:moveTo>
                    <a:pt x="0" y="168"/>
                  </a:moveTo>
                  <a:lnTo>
                    <a:pt x="0" y="128"/>
                  </a:lnTo>
                  <a:lnTo>
                    <a:pt x="76" y="23"/>
                  </a:lnTo>
                  <a:lnTo>
                    <a:pt x="134" y="46"/>
                  </a:lnTo>
                  <a:lnTo>
                    <a:pt x="198" y="0"/>
                  </a:lnTo>
                  <a:lnTo>
                    <a:pt x="344" y="128"/>
                  </a:lnTo>
                  <a:lnTo>
                    <a:pt x="320" y="273"/>
                  </a:lnTo>
                  <a:lnTo>
                    <a:pt x="12" y="297"/>
                  </a:lnTo>
                  <a:lnTo>
                    <a:pt x="6" y="255"/>
                  </a:lnTo>
                  <a:lnTo>
                    <a:pt x="250" y="180"/>
                  </a:lnTo>
                  <a:lnTo>
                    <a:pt x="0" y="168"/>
                  </a:lnTo>
                  <a:close/>
                </a:path>
              </a:pathLst>
            </a:custGeom>
            <a:solidFill>
              <a:srgbClr val="d0d0d0"/>
            </a:solidFill>
            <a:ln w="9360">
              <a:solidFill>
                <a:srgbClr val="909090"/>
              </a:solidFill>
              <a:round/>
            </a:ln>
          </p:spPr>
          <p:style>
            <a:lnRef idx="0"/>
            <a:fillRef idx="0"/>
            <a:effectRef idx="0"/>
            <a:fontRef idx="minor"/>
          </p:style>
          <p:txBody>
            <a:bodyPr lIns="90000" rIns="90000" tIns="-3960" bIns="-3960" anchor="t">
              <a:noAutofit/>
            </a:bodyPr>
            <a:p>
              <a:endParaRPr b="0" lang="en-US" sz="2400" spc="-1" strike="noStrike">
                <a:solidFill>
                  <a:srgbClr val="000000"/>
                </a:solidFill>
                <a:latin typeface="Times New Roman"/>
              </a:endParaRPr>
            </a:p>
          </p:txBody>
        </p:sp>
        <p:sp>
          <p:nvSpPr>
            <p:cNvPr id="9162" name=""/>
            <p:cNvSpPr/>
            <p:nvPr/>
          </p:nvSpPr>
          <p:spPr>
            <a:xfrm>
              <a:off x="4529160" y="1413000"/>
              <a:ext cx="44280" cy="12600"/>
            </a:xfrm>
            <a:custGeom>
              <a:avLst/>
              <a:gdLst/>
              <a:ahLst/>
              <a:rect l="l" t="t" r="r" b="b"/>
              <a:pathLst>
                <a:path w="250" h="87">
                  <a:moveTo>
                    <a:pt x="0" y="0"/>
                  </a:moveTo>
                  <a:lnTo>
                    <a:pt x="250" y="12"/>
                  </a:lnTo>
                  <a:lnTo>
                    <a:pt x="6" y="87"/>
                  </a:lnTo>
                  <a:lnTo>
                    <a:pt x="0" y="0"/>
                  </a:lnTo>
                  <a:close/>
                </a:path>
              </a:pathLst>
            </a:custGeom>
            <a:solidFill>
              <a:srgbClr val="d0d0d0"/>
            </a:solidFill>
            <a:ln w="9360">
              <a:solidFill>
                <a:srgbClr val="90909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9163" name=""/>
            <p:cNvSpPr/>
            <p:nvPr/>
          </p:nvSpPr>
          <p:spPr>
            <a:xfrm>
              <a:off x="4584600" y="1301760"/>
              <a:ext cx="187560" cy="147600"/>
            </a:xfrm>
            <a:custGeom>
              <a:avLst/>
              <a:gdLst/>
              <a:ahLst/>
              <a:rect l="l" t="t" r="r" b="b"/>
              <a:pathLst>
                <a:path w="1093" h="994">
                  <a:moveTo>
                    <a:pt x="0" y="860"/>
                  </a:moveTo>
                  <a:lnTo>
                    <a:pt x="6" y="889"/>
                  </a:lnTo>
                  <a:lnTo>
                    <a:pt x="204" y="907"/>
                  </a:lnTo>
                  <a:lnTo>
                    <a:pt x="250" y="971"/>
                  </a:lnTo>
                  <a:lnTo>
                    <a:pt x="279" y="971"/>
                  </a:lnTo>
                  <a:lnTo>
                    <a:pt x="291" y="994"/>
                  </a:lnTo>
                  <a:lnTo>
                    <a:pt x="407" y="988"/>
                  </a:lnTo>
                  <a:lnTo>
                    <a:pt x="524" y="842"/>
                  </a:lnTo>
                  <a:lnTo>
                    <a:pt x="616" y="819"/>
                  </a:lnTo>
                  <a:lnTo>
                    <a:pt x="628" y="773"/>
                  </a:lnTo>
                  <a:lnTo>
                    <a:pt x="849" y="692"/>
                  </a:lnTo>
                  <a:lnTo>
                    <a:pt x="1024" y="616"/>
                  </a:lnTo>
                  <a:lnTo>
                    <a:pt x="1093" y="407"/>
                  </a:lnTo>
                  <a:lnTo>
                    <a:pt x="1035" y="372"/>
                  </a:lnTo>
                  <a:lnTo>
                    <a:pt x="1029" y="326"/>
                  </a:lnTo>
                  <a:lnTo>
                    <a:pt x="576" y="0"/>
                  </a:lnTo>
                  <a:lnTo>
                    <a:pt x="477" y="0"/>
                  </a:lnTo>
                  <a:lnTo>
                    <a:pt x="419" y="563"/>
                  </a:lnTo>
                  <a:lnTo>
                    <a:pt x="501" y="563"/>
                  </a:lnTo>
                  <a:lnTo>
                    <a:pt x="494" y="645"/>
                  </a:lnTo>
                  <a:lnTo>
                    <a:pt x="262" y="645"/>
                  </a:lnTo>
                  <a:lnTo>
                    <a:pt x="232" y="605"/>
                  </a:lnTo>
                  <a:lnTo>
                    <a:pt x="210" y="663"/>
                  </a:lnTo>
                  <a:lnTo>
                    <a:pt x="117" y="680"/>
                  </a:lnTo>
                  <a:lnTo>
                    <a:pt x="100" y="645"/>
                  </a:lnTo>
                  <a:lnTo>
                    <a:pt x="76" y="715"/>
                  </a:lnTo>
                  <a:lnTo>
                    <a:pt x="30" y="715"/>
                  </a:lnTo>
                  <a:lnTo>
                    <a:pt x="0" y="86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64" name=""/>
            <p:cNvSpPr/>
            <p:nvPr/>
          </p:nvSpPr>
          <p:spPr>
            <a:xfrm>
              <a:off x="4822920" y="1177920"/>
              <a:ext cx="46080" cy="68400"/>
            </a:xfrm>
            <a:custGeom>
              <a:avLst/>
              <a:gdLst/>
              <a:ahLst/>
              <a:rect l="l" t="t" r="r" b="b"/>
              <a:pathLst>
                <a:path w="262" h="470">
                  <a:moveTo>
                    <a:pt x="70" y="28"/>
                  </a:moveTo>
                  <a:lnTo>
                    <a:pt x="47" y="179"/>
                  </a:lnTo>
                  <a:lnTo>
                    <a:pt x="0" y="226"/>
                  </a:lnTo>
                  <a:lnTo>
                    <a:pt x="117" y="470"/>
                  </a:lnTo>
                  <a:lnTo>
                    <a:pt x="251" y="278"/>
                  </a:lnTo>
                  <a:lnTo>
                    <a:pt x="181" y="226"/>
                  </a:lnTo>
                  <a:lnTo>
                    <a:pt x="262" y="110"/>
                  </a:lnTo>
                  <a:lnTo>
                    <a:pt x="192" y="0"/>
                  </a:lnTo>
                  <a:lnTo>
                    <a:pt x="70" y="28"/>
                  </a:lnTo>
                  <a:close/>
                </a:path>
              </a:pathLst>
            </a:custGeom>
            <a:solidFill>
              <a:srgbClr val="d0d0d0"/>
            </a:solidFill>
            <a:ln w="9360">
              <a:solidFill>
                <a:srgbClr val="909090"/>
              </a:solidFill>
              <a:round/>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9165" name=""/>
            <p:cNvSpPr/>
            <p:nvPr/>
          </p:nvSpPr>
          <p:spPr>
            <a:xfrm>
              <a:off x="4549680" y="1428840"/>
              <a:ext cx="87480" cy="48960"/>
            </a:xfrm>
            <a:custGeom>
              <a:avLst/>
              <a:gdLst/>
              <a:ahLst/>
              <a:rect l="l" t="t" r="r" b="b"/>
              <a:pathLst>
                <a:path w="506" h="331">
                  <a:moveTo>
                    <a:pt x="0" y="128"/>
                  </a:moveTo>
                  <a:lnTo>
                    <a:pt x="23" y="59"/>
                  </a:lnTo>
                  <a:lnTo>
                    <a:pt x="110" y="52"/>
                  </a:lnTo>
                  <a:lnTo>
                    <a:pt x="105" y="6"/>
                  </a:lnTo>
                  <a:lnTo>
                    <a:pt x="197" y="0"/>
                  </a:lnTo>
                  <a:lnTo>
                    <a:pt x="203" y="29"/>
                  </a:lnTo>
                  <a:lnTo>
                    <a:pt x="401" y="47"/>
                  </a:lnTo>
                  <a:lnTo>
                    <a:pt x="447" y="111"/>
                  </a:lnTo>
                  <a:lnTo>
                    <a:pt x="476" y="111"/>
                  </a:lnTo>
                  <a:lnTo>
                    <a:pt x="506" y="163"/>
                  </a:lnTo>
                  <a:lnTo>
                    <a:pt x="436" y="169"/>
                  </a:lnTo>
                  <a:lnTo>
                    <a:pt x="476" y="291"/>
                  </a:lnTo>
                  <a:lnTo>
                    <a:pt x="389" y="279"/>
                  </a:lnTo>
                  <a:lnTo>
                    <a:pt x="401" y="303"/>
                  </a:lnTo>
                  <a:lnTo>
                    <a:pt x="366" y="331"/>
                  </a:lnTo>
                  <a:lnTo>
                    <a:pt x="331" y="273"/>
                  </a:lnTo>
                  <a:lnTo>
                    <a:pt x="302" y="279"/>
                  </a:lnTo>
                  <a:lnTo>
                    <a:pt x="227" y="139"/>
                  </a:lnTo>
                  <a:lnTo>
                    <a:pt x="105" y="244"/>
                  </a:lnTo>
                  <a:lnTo>
                    <a:pt x="81" y="204"/>
                  </a:lnTo>
                  <a:lnTo>
                    <a:pt x="0" y="128"/>
                  </a:lnTo>
                  <a:close/>
                </a:path>
              </a:pathLst>
            </a:custGeom>
            <a:solidFill>
              <a:srgbClr val="d0d0d0"/>
            </a:solidFill>
            <a:ln w="9360">
              <a:solidFill>
                <a:srgbClr val="909090"/>
              </a:solidFill>
              <a:round/>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9166" name=""/>
            <p:cNvSpPr/>
            <p:nvPr/>
          </p:nvSpPr>
          <p:spPr>
            <a:xfrm>
              <a:off x="4567320" y="1449360"/>
              <a:ext cx="34920" cy="38160"/>
            </a:xfrm>
            <a:custGeom>
              <a:avLst/>
              <a:gdLst/>
              <a:ahLst/>
              <a:rect l="l" t="t" r="r" b="b"/>
              <a:pathLst>
                <a:path w="197" h="256">
                  <a:moveTo>
                    <a:pt x="0" y="105"/>
                  </a:moveTo>
                  <a:lnTo>
                    <a:pt x="52" y="215"/>
                  </a:lnTo>
                  <a:lnTo>
                    <a:pt x="104" y="256"/>
                  </a:lnTo>
                  <a:lnTo>
                    <a:pt x="197" y="140"/>
                  </a:lnTo>
                  <a:lnTo>
                    <a:pt x="122" y="0"/>
                  </a:lnTo>
                  <a:lnTo>
                    <a:pt x="0" y="105"/>
                  </a:lnTo>
                  <a:close/>
                </a:path>
              </a:pathLst>
            </a:custGeom>
            <a:solidFill>
              <a:srgbClr val="d0d0d0"/>
            </a:solidFill>
            <a:ln w="9360">
              <a:solidFill>
                <a:srgbClr val="909090"/>
              </a:solidFill>
              <a:round/>
            </a:ln>
          </p:spPr>
          <p:style>
            <a:lnRef idx="0"/>
            <a:fillRef idx="0"/>
            <a:effectRef idx="0"/>
            <a:fontRef idx="minor"/>
          </p:style>
          <p:txBody>
            <a:bodyPr lIns="90000" rIns="90000" tIns="-8640" bIns="-8640" anchor="t">
              <a:noAutofit/>
            </a:bodyPr>
            <a:p>
              <a:endParaRPr b="0" lang="en-US" sz="2400" spc="-1" strike="noStrike">
                <a:solidFill>
                  <a:srgbClr val="000000"/>
                </a:solidFill>
                <a:latin typeface="Times New Roman"/>
              </a:endParaRPr>
            </a:p>
          </p:txBody>
        </p:sp>
        <p:sp>
          <p:nvSpPr>
            <p:cNvPr id="9167" name=""/>
            <p:cNvSpPr/>
            <p:nvPr/>
          </p:nvSpPr>
          <p:spPr>
            <a:xfrm>
              <a:off x="4586400" y="1469880"/>
              <a:ext cx="44280" cy="39960"/>
            </a:xfrm>
            <a:custGeom>
              <a:avLst/>
              <a:gdLst/>
              <a:ahLst/>
              <a:rect l="l" t="t" r="r" b="b"/>
              <a:pathLst>
                <a:path w="262" h="273">
                  <a:moveTo>
                    <a:pt x="0" y="122"/>
                  </a:moveTo>
                  <a:lnTo>
                    <a:pt x="255" y="273"/>
                  </a:lnTo>
                  <a:lnTo>
                    <a:pt x="262" y="185"/>
                  </a:lnTo>
                  <a:lnTo>
                    <a:pt x="215" y="133"/>
                  </a:lnTo>
                  <a:lnTo>
                    <a:pt x="244" y="93"/>
                  </a:lnTo>
                  <a:lnTo>
                    <a:pt x="192" y="35"/>
                  </a:lnTo>
                  <a:lnTo>
                    <a:pt x="157" y="58"/>
                  </a:lnTo>
                  <a:lnTo>
                    <a:pt x="122" y="0"/>
                  </a:lnTo>
                  <a:lnTo>
                    <a:pt x="93" y="6"/>
                  </a:lnTo>
                  <a:lnTo>
                    <a:pt x="0" y="122"/>
                  </a:lnTo>
                  <a:close/>
                </a:path>
              </a:pathLst>
            </a:custGeom>
            <a:solidFill>
              <a:srgbClr val="d0d0d0"/>
            </a:solidFill>
            <a:ln w="9360">
              <a:solidFill>
                <a:srgbClr val="909090"/>
              </a:solidFill>
              <a:round/>
            </a:ln>
          </p:spPr>
          <p:style>
            <a:lnRef idx="0"/>
            <a:fillRef idx="0"/>
            <a:effectRef idx="0"/>
            <a:fontRef idx="minor"/>
          </p:style>
          <p:txBody>
            <a:bodyPr lIns="90000" rIns="90000" tIns="-6840" bIns="-6840" anchor="t">
              <a:noAutofit/>
            </a:bodyPr>
            <a:p>
              <a:endParaRPr b="0" lang="en-US" sz="2400" spc="-1" strike="noStrike">
                <a:solidFill>
                  <a:srgbClr val="000000"/>
                </a:solidFill>
                <a:latin typeface="Times New Roman"/>
              </a:endParaRPr>
            </a:p>
          </p:txBody>
        </p:sp>
        <p:sp>
          <p:nvSpPr>
            <p:cNvPr id="9168" name=""/>
            <p:cNvSpPr/>
            <p:nvPr/>
          </p:nvSpPr>
          <p:spPr>
            <a:xfrm>
              <a:off x="4618080" y="1447920"/>
              <a:ext cx="76320" cy="61920"/>
            </a:xfrm>
            <a:custGeom>
              <a:avLst/>
              <a:gdLst/>
              <a:ahLst/>
              <a:rect l="l" t="t" r="r" b="b"/>
              <a:pathLst>
                <a:path w="454" h="418">
                  <a:moveTo>
                    <a:pt x="75" y="418"/>
                  </a:moveTo>
                  <a:lnTo>
                    <a:pt x="267" y="377"/>
                  </a:lnTo>
                  <a:lnTo>
                    <a:pt x="454" y="407"/>
                  </a:lnTo>
                  <a:lnTo>
                    <a:pt x="378" y="226"/>
                  </a:lnTo>
                  <a:lnTo>
                    <a:pt x="436" y="151"/>
                  </a:lnTo>
                  <a:lnTo>
                    <a:pt x="431" y="110"/>
                  </a:lnTo>
                  <a:lnTo>
                    <a:pt x="384" y="58"/>
                  </a:lnTo>
                  <a:lnTo>
                    <a:pt x="274" y="64"/>
                  </a:lnTo>
                  <a:lnTo>
                    <a:pt x="215" y="0"/>
                  </a:lnTo>
                  <a:lnTo>
                    <a:pt x="99" y="6"/>
                  </a:lnTo>
                  <a:lnTo>
                    <a:pt x="117" y="35"/>
                  </a:lnTo>
                  <a:lnTo>
                    <a:pt x="47" y="41"/>
                  </a:lnTo>
                  <a:lnTo>
                    <a:pt x="82" y="157"/>
                  </a:lnTo>
                  <a:lnTo>
                    <a:pt x="0" y="145"/>
                  </a:lnTo>
                  <a:lnTo>
                    <a:pt x="6" y="180"/>
                  </a:lnTo>
                  <a:lnTo>
                    <a:pt x="64" y="238"/>
                  </a:lnTo>
                  <a:lnTo>
                    <a:pt x="35" y="278"/>
                  </a:lnTo>
                  <a:lnTo>
                    <a:pt x="82" y="330"/>
                  </a:lnTo>
                  <a:lnTo>
                    <a:pt x="75" y="389"/>
                  </a:lnTo>
                  <a:lnTo>
                    <a:pt x="75" y="418"/>
                  </a:lnTo>
                  <a:close/>
                </a:path>
              </a:pathLst>
            </a:custGeom>
            <a:solidFill>
              <a:srgbClr val="d0d0d0"/>
            </a:solidFill>
            <a:ln w="9360">
              <a:solidFill>
                <a:srgbClr val="90909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9169" name=""/>
            <p:cNvSpPr/>
            <p:nvPr/>
          </p:nvSpPr>
          <p:spPr>
            <a:xfrm>
              <a:off x="4653000" y="1403280"/>
              <a:ext cx="98280" cy="65160"/>
            </a:xfrm>
            <a:custGeom>
              <a:avLst/>
              <a:gdLst/>
              <a:ahLst/>
              <a:rect l="l" t="t" r="r" b="b"/>
              <a:pathLst>
                <a:path w="565" h="436">
                  <a:moveTo>
                    <a:pt x="442" y="0"/>
                  </a:moveTo>
                  <a:lnTo>
                    <a:pt x="565" y="185"/>
                  </a:lnTo>
                  <a:lnTo>
                    <a:pt x="530" y="244"/>
                  </a:lnTo>
                  <a:lnTo>
                    <a:pt x="291" y="272"/>
                  </a:lnTo>
                  <a:lnTo>
                    <a:pt x="221" y="255"/>
                  </a:lnTo>
                  <a:lnTo>
                    <a:pt x="221" y="436"/>
                  </a:lnTo>
                  <a:lnTo>
                    <a:pt x="198" y="389"/>
                  </a:lnTo>
                  <a:lnTo>
                    <a:pt x="169" y="354"/>
                  </a:lnTo>
                  <a:lnTo>
                    <a:pt x="59" y="360"/>
                  </a:lnTo>
                  <a:lnTo>
                    <a:pt x="0" y="296"/>
                  </a:lnTo>
                  <a:lnTo>
                    <a:pt x="117" y="150"/>
                  </a:lnTo>
                  <a:lnTo>
                    <a:pt x="216" y="127"/>
                  </a:lnTo>
                  <a:lnTo>
                    <a:pt x="221" y="81"/>
                  </a:lnTo>
                  <a:lnTo>
                    <a:pt x="442" y="0"/>
                  </a:lnTo>
                  <a:close/>
                </a:path>
              </a:pathLst>
            </a:custGeom>
            <a:solidFill>
              <a:srgbClr val="d0d0d0"/>
            </a:solidFill>
            <a:ln w="9360">
              <a:solidFill>
                <a:srgbClr val="90909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9170" name=""/>
            <p:cNvSpPr/>
            <p:nvPr/>
          </p:nvSpPr>
          <p:spPr>
            <a:xfrm>
              <a:off x="4681440" y="1441440"/>
              <a:ext cx="38160" cy="66600"/>
            </a:xfrm>
            <a:custGeom>
              <a:avLst/>
              <a:gdLst/>
              <a:ahLst/>
              <a:rect l="l" t="t" r="r" b="b"/>
              <a:pathLst>
                <a:path w="221" h="448">
                  <a:moveTo>
                    <a:pt x="198" y="12"/>
                  </a:moveTo>
                  <a:lnTo>
                    <a:pt x="221" y="378"/>
                  </a:lnTo>
                  <a:lnTo>
                    <a:pt x="76" y="448"/>
                  </a:lnTo>
                  <a:lnTo>
                    <a:pt x="0" y="267"/>
                  </a:lnTo>
                  <a:lnTo>
                    <a:pt x="58" y="192"/>
                  </a:lnTo>
                  <a:lnTo>
                    <a:pt x="58" y="0"/>
                  </a:lnTo>
                  <a:lnTo>
                    <a:pt x="128" y="17"/>
                  </a:lnTo>
                  <a:lnTo>
                    <a:pt x="198" y="12"/>
                  </a:lnTo>
                  <a:close/>
                </a:path>
              </a:pathLst>
            </a:custGeom>
            <a:solidFill>
              <a:srgbClr val="d0d0d0"/>
            </a:solidFill>
            <a:ln w="9360">
              <a:solidFill>
                <a:srgbClr val="909090"/>
              </a:solidFill>
              <a:round/>
            </a:ln>
          </p:spPr>
          <p:style>
            <a:lnRef idx="0"/>
            <a:fillRef idx="0"/>
            <a:effectRef idx="0"/>
            <a:fontRef idx="minor"/>
          </p:style>
          <p:txBody>
            <a:bodyPr lIns="90000" rIns="90000" tIns="19800" bIns="19800" anchor="t">
              <a:noAutofit/>
            </a:bodyPr>
            <a:p>
              <a:endParaRPr b="0" lang="en-US" sz="2400" spc="-1" strike="noStrike">
                <a:solidFill>
                  <a:srgbClr val="000000"/>
                </a:solidFill>
                <a:latin typeface="Times New Roman"/>
              </a:endParaRPr>
            </a:p>
          </p:txBody>
        </p:sp>
        <p:sp>
          <p:nvSpPr>
            <p:cNvPr id="9171" name=""/>
            <p:cNvSpPr/>
            <p:nvPr/>
          </p:nvSpPr>
          <p:spPr>
            <a:xfrm>
              <a:off x="4714920" y="1441440"/>
              <a:ext cx="22320" cy="55440"/>
            </a:xfrm>
            <a:custGeom>
              <a:avLst/>
              <a:gdLst/>
              <a:ahLst/>
              <a:rect l="l" t="t" r="r" b="b"/>
              <a:pathLst>
                <a:path w="127" h="384">
                  <a:moveTo>
                    <a:pt x="0" y="18"/>
                  </a:moveTo>
                  <a:lnTo>
                    <a:pt x="23" y="384"/>
                  </a:lnTo>
                  <a:lnTo>
                    <a:pt x="104" y="349"/>
                  </a:lnTo>
                  <a:lnTo>
                    <a:pt x="92" y="152"/>
                  </a:lnTo>
                  <a:lnTo>
                    <a:pt x="127" y="100"/>
                  </a:lnTo>
                  <a:lnTo>
                    <a:pt x="110" y="0"/>
                  </a:lnTo>
                  <a:lnTo>
                    <a:pt x="0" y="18"/>
                  </a:lnTo>
                  <a:close/>
                </a:path>
              </a:pathLst>
            </a:custGeom>
            <a:solidFill>
              <a:srgbClr val="d0d0d0"/>
            </a:solidFill>
            <a:ln w="9360">
              <a:solidFill>
                <a:srgbClr val="909090"/>
              </a:solidFill>
              <a:round/>
            </a:ln>
          </p:spPr>
          <p:style>
            <a:lnRef idx="0"/>
            <a:fillRef idx="0"/>
            <a:effectRef idx="0"/>
            <a:fontRef idx="minor"/>
          </p:style>
          <p:txBody>
            <a:bodyPr lIns="90000" rIns="90000" tIns="8640" bIns="8640" anchor="t">
              <a:noAutofit/>
            </a:bodyPr>
            <a:p>
              <a:endParaRPr b="0" lang="en-US" sz="2400" spc="-1" strike="noStrike">
                <a:solidFill>
                  <a:srgbClr val="000000"/>
                </a:solidFill>
                <a:latin typeface="Times New Roman"/>
              </a:endParaRPr>
            </a:p>
          </p:txBody>
        </p:sp>
        <p:sp>
          <p:nvSpPr>
            <p:cNvPr id="9172" name=""/>
            <p:cNvSpPr/>
            <p:nvPr/>
          </p:nvSpPr>
          <p:spPr>
            <a:xfrm>
              <a:off x="4730760" y="1432080"/>
              <a:ext cx="36360" cy="60120"/>
            </a:xfrm>
            <a:custGeom>
              <a:avLst/>
              <a:gdLst/>
              <a:ahLst/>
              <a:rect l="l" t="t" r="r" b="b"/>
              <a:pathLst>
                <a:path w="210" h="418">
                  <a:moveTo>
                    <a:pt x="18" y="69"/>
                  </a:moveTo>
                  <a:lnTo>
                    <a:pt x="30" y="169"/>
                  </a:lnTo>
                  <a:lnTo>
                    <a:pt x="0" y="221"/>
                  </a:lnTo>
                  <a:lnTo>
                    <a:pt x="12" y="418"/>
                  </a:lnTo>
                  <a:lnTo>
                    <a:pt x="122" y="383"/>
                  </a:lnTo>
                  <a:lnTo>
                    <a:pt x="112" y="204"/>
                  </a:lnTo>
                  <a:lnTo>
                    <a:pt x="187" y="139"/>
                  </a:lnTo>
                  <a:lnTo>
                    <a:pt x="210" y="87"/>
                  </a:lnTo>
                  <a:lnTo>
                    <a:pt x="199" y="0"/>
                  </a:lnTo>
                  <a:lnTo>
                    <a:pt x="112" y="5"/>
                  </a:lnTo>
                  <a:lnTo>
                    <a:pt x="88" y="35"/>
                  </a:lnTo>
                  <a:lnTo>
                    <a:pt x="18" y="69"/>
                  </a:lnTo>
                  <a:close/>
                </a:path>
              </a:pathLst>
            </a:custGeom>
            <a:solidFill>
              <a:srgbClr val="d0d0d0"/>
            </a:solidFill>
            <a:ln w="9360">
              <a:solidFill>
                <a:srgbClr val="90909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9173" name=""/>
            <p:cNvSpPr/>
            <p:nvPr/>
          </p:nvSpPr>
          <p:spPr>
            <a:xfrm>
              <a:off x="4730760" y="1314360"/>
              <a:ext cx="174600" cy="117720"/>
            </a:xfrm>
            <a:custGeom>
              <a:avLst/>
              <a:gdLst/>
              <a:ahLst/>
              <a:rect l="l" t="t" r="r" b="b"/>
              <a:pathLst>
                <a:path w="1023" h="790">
                  <a:moveTo>
                    <a:pt x="0" y="605"/>
                  </a:moveTo>
                  <a:lnTo>
                    <a:pt x="123" y="790"/>
                  </a:lnTo>
                  <a:lnTo>
                    <a:pt x="210" y="785"/>
                  </a:lnTo>
                  <a:lnTo>
                    <a:pt x="255" y="668"/>
                  </a:lnTo>
                  <a:lnTo>
                    <a:pt x="378" y="633"/>
                  </a:lnTo>
                  <a:lnTo>
                    <a:pt x="424" y="698"/>
                  </a:lnTo>
                  <a:lnTo>
                    <a:pt x="488" y="698"/>
                  </a:lnTo>
                  <a:lnTo>
                    <a:pt x="552" y="720"/>
                  </a:lnTo>
                  <a:lnTo>
                    <a:pt x="662" y="668"/>
                  </a:lnTo>
                  <a:lnTo>
                    <a:pt x="738" y="710"/>
                  </a:lnTo>
                  <a:lnTo>
                    <a:pt x="854" y="640"/>
                  </a:lnTo>
                  <a:lnTo>
                    <a:pt x="854" y="588"/>
                  </a:lnTo>
                  <a:lnTo>
                    <a:pt x="1023" y="389"/>
                  </a:lnTo>
                  <a:lnTo>
                    <a:pt x="1023" y="239"/>
                  </a:lnTo>
                  <a:lnTo>
                    <a:pt x="983" y="187"/>
                  </a:lnTo>
                  <a:lnTo>
                    <a:pt x="993" y="0"/>
                  </a:lnTo>
                  <a:lnTo>
                    <a:pt x="913" y="65"/>
                  </a:lnTo>
                  <a:lnTo>
                    <a:pt x="726" y="35"/>
                  </a:lnTo>
                  <a:lnTo>
                    <a:pt x="244" y="314"/>
                  </a:lnTo>
                  <a:lnTo>
                    <a:pt x="175" y="529"/>
                  </a:lnTo>
                  <a:lnTo>
                    <a:pt x="0" y="605"/>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74" name=""/>
            <p:cNvSpPr/>
            <p:nvPr/>
          </p:nvSpPr>
          <p:spPr>
            <a:xfrm>
              <a:off x="4830840" y="1219320"/>
              <a:ext cx="169920" cy="136440"/>
            </a:xfrm>
            <a:custGeom>
              <a:avLst/>
              <a:gdLst/>
              <a:ahLst/>
              <a:rect l="l" t="t" r="r" b="b"/>
              <a:pathLst>
                <a:path w="982" h="935">
                  <a:moveTo>
                    <a:pt x="204" y="0"/>
                  </a:moveTo>
                  <a:lnTo>
                    <a:pt x="40" y="221"/>
                  </a:lnTo>
                  <a:lnTo>
                    <a:pt x="47" y="389"/>
                  </a:lnTo>
                  <a:lnTo>
                    <a:pt x="0" y="487"/>
                  </a:lnTo>
                  <a:lnTo>
                    <a:pt x="70" y="633"/>
                  </a:lnTo>
                  <a:lnTo>
                    <a:pt x="151" y="691"/>
                  </a:lnTo>
                  <a:lnTo>
                    <a:pt x="331" y="721"/>
                  </a:lnTo>
                  <a:lnTo>
                    <a:pt x="406" y="656"/>
                  </a:lnTo>
                  <a:lnTo>
                    <a:pt x="901" y="935"/>
                  </a:lnTo>
                  <a:lnTo>
                    <a:pt x="895" y="883"/>
                  </a:lnTo>
                  <a:lnTo>
                    <a:pt x="982" y="883"/>
                  </a:lnTo>
                  <a:lnTo>
                    <a:pt x="930" y="233"/>
                  </a:lnTo>
                  <a:lnTo>
                    <a:pt x="971" y="203"/>
                  </a:lnTo>
                  <a:lnTo>
                    <a:pt x="954" y="105"/>
                  </a:lnTo>
                  <a:lnTo>
                    <a:pt x="808" y="18"/>
                  </a:lnTo>
                  <a:lnTo>
                    <a:pt x="697" y="35"/>
                  </a:lnTo>
                  <a:lnTo>
                    <a:pt x="657" y="180"/>
                  </a:lnTo>
                  <a:lnTo>
                    <a:pt x="616" y="198"/>
                  </a:lnTo>
                  <a:lnTo>
                    <a:pt x="448" y="110"/>
                  </a:lnTo>
                  <a:lnTo>
                    <a:pt x="384" y="29"/>
                  </a:lnTo>
                  <a:lnTo>
                    <a:pt x="204"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75" name=""/>
            <p:cNvSpPr/>
            <p:nvPr/>
          </p:nvSpPr>
          <p:spPr>
            <a:xfrm>
              <a:off x="4751280" y="1407960"/>
              <a:ext cx="138240" cy="103320"/>
            </a:xfrm>
            <a:custGeom>
              <a:avLst/>
              <a:gdLst/>
              <a:ahLst/>
              <a:rect l="l" t="t" r="r" b="b"/>
              <a:pathLst>
                <a:path w="801" h="698">
                  <a:moveTo>
                    <a:pt x="731" y="7"/>
                  </a:moveTo>
                  <a:lnTo>
                    <a:pt x="801" y="146"/>
                  </a:lnTo>
                  <a:lnTo>
                    <a:pt x="708" y="251"/>
                  </a:lnTo>
                  <a:lnTo>
                    <a:pt x="725" y="291"/>
                  </a:lnTo>
                  <a:lnTo>
                    <a:pt x="633" y="349"/>
                  </a:lnTo>
                  <a:lnTo>
                    <a:pt x="626" y="471"/>
                  </a:lnTo>
                  <a:lnTo>
                    <a:pt x="574" y="511"/>
                  </a:lnTo>
                  <a:lnTo>
                    <a:pt x="546" y="471"/>
                  </a:lnTo>
                  <a:lnTo>
                    <a:pt x="476" y="476"/>
                  </a:lnTo>
                  <a:lnTo>
                    <a:pt x="382" y="633"/>
                  </a:lnTo>
                  <a:lnTo>
                    <a:pt x="301" y="698"/>
                  </a:lnTo>
                  <a:lnTo>
                    <a:pt x="208" y="680"/>
                  </a:lnTo>
                  <a:lnTo>
                    <a:pt x="127" y="558"/>
                  </a:lnTo>
                  <a:lnTo>
                    <a:pt x="10" y="535"/>
                  </a:lnTo>
                  <a:lnTo>
                    <a:pt x="0" y="356"/>
                  </a:lnTo>
                  <a:lnTo>
                    <a:pt x="75" y="297"/>
                  </a:lnTo>
                  <a:lnTo>
                    <a:pt x="98" y="239"/>
                  </a:lnTo>
                  <a:lnTo>
                    <a:pt x="92" y="192"/>
                  </a:lnTo>
                  <a:lnTo>
                    <a:pt x="87" y="157"/>
                  </a:lnTo>
                  <a:lnTo>
                    <a:pt x="132" y="35"/>
                  </a:lnTo>
                  <a:lnTo>
                    <a:pt x="255" y="0"/>
                  </a:lnTo>
                  <a:lnTo>
                    <a:pt x="301" y="65"/>
                  </a:lnTo>
                  <a:lnTo>
                    <a:pt x="371" y="65"/>
                  </a:lnTo>
                  <a:lnTo>
                    <a:pt x="429" y="87"/>
                  </a:lnTo>
                  <a:lnTo>
                    <a:pt x="539" y="35"/>
                  </a:lnTo>
                  <a:lnTo>
                    <a:pt x="615" y="77"/>
                  </a:lnTo>
                  <a:lnTo>
                    <a:pt x="731" y="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76" name=""/>
            <p:cNvSpPr/>
            <p:nvPr/>
          </p:nvSpPr>
          <p:spPr>
            <a:xfrm>
              <a:off x="4876920" y="1314360"/>
              <a:ext cx="114120" cy="169920"/>
            </a:xfrm>
            <a:custGeom>
              <a:avLst/>
              <a:gdLst/>
              <a:ahLst/>
              <a:rect l="l" t="t" r="r" b="b"/>
              <a:pathLst>
                <a:path w="657" h="1144">
                  <a:moveTo>
                    <a:pt x="0" y="640"/>
                  </a:moveTo>
                  <a:lnTo>
                    <a:pt x="105" y="732"/>
                  </a:lnTo>
                  <a:lnTo>
                    <a:pt x="122" y="919"/>
                  </a:lnTo>
                  <a:lnTo>
                    <a:pt x="41" y="919"/>
                  </a:lnTo>
                  <a:lnTo>
                    <a:pt x="129" y="1058"/>
                  </a:lnTo>
                  <a:lnTo>
                    <a:pt x="82" y="1144"/>
                  </a:lnTo>
                  <a:lnTo>
                    <a:pt x="320" y="1058"/>
                  </a:lnTo>
                  <a:lnTo>
                    <a:pt x="413" y="994"/>
                  </a:lnTo>
                  <a:lnTo>
                    <a:pt x="495" y="982"/>
                  </a:lnTo>
                  <a:lnTo>
                    <a:pt x="587" y="866"/>
                  </a:lnTo>
                  <a:lnTo>
                    <a:pt x="628" y="866"/>
                  </a:lnTo>
                  <a:lnTo>
                    <a:pt x="547" y="703"/>
                  </a:lnTo>
                  <a:lnTo>
                    <a:pt x="593" y="529"/>
                  </a:lnTo>
                  <a:lnTo>
                    <a:pt x="657" y="511"/>
                  </a:lnTo>
                  <a:lnTo>
                    <a:pt x="634" y="279"/>
                  </a:lnTo>
                  <a:lnTo>
                    <a:pt x="139" y="0"/>
                  </a:lnTo>
                  <a:lnTo>
                    <a:pt x="129" y="187"/>
                  </a:lnTo>
                  <a:lnTo>
                    <a:pt x="169" y="239"/>
                  </a:lnTo>
                  <a:lnTo>
                    <a:pt x="169" y="389"/>
                  </a:lnTo>
                  <a:lnTo>
                    <a:pt x="0" y="588"/>
                  </a:lnTo>
                  <a:lnTo>
                    <a:pt x="0" y="628"/>
                  </a:lnTo>
                  <a:lnTo>
                    <a:pt x="0" y="64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77" name=""/>
            <p:cNvSpPr/>
            <p:nvPr/>
          </p:nvSpPr>
          <p:spPr>
            <a:xfrm>
              <a:off x="4991040" y="1231920"/>
              <a:ext cx="125640" cy="96840"/>
            </a:xfrm>
            <a:custGeom>
              <a:avLst/>
              <a:gdLst/>
              <a:ahLst/>
              <a:rect l="l" t="t" r="r" b="b"/>
              <a:pathLst>
                <a:path w="727" h="655">
                  <a:moveTo>
                    <a:pt x="24" y="10"/>
                  </a:moveTo>
                  <a:lnTo>
                    <a:pt x="256" y="80"/>
                  </a:lnTo>
                  <a:lnTo>
                    <a:pt x="366" y="0"/>
                  </a:lnTo>
                  <a:lnTo>
                    <a:pt x="546" y="45"/>
                  </a:lnTo>
                  <a:lnTo>
                    <a:pt x="598" y="115"/>
                  </a:lnTo>
                  <a:lnTo>
                    <a:pt x="605" y="150"/>
                  </a:lnTo>
                  <a:lnTo>
                    <a:pt x="581" y="261"/>
                  </a:lnTo>
                  <a:lnTo>
                    <a:pt x="488" y="162"/>
                  </a:lnTo>
                  <a:lnTo>
                    <a:pt x="430" y="127"/>
                  </a:lnTo>
                  <a:lnTo>
                    <a:pt x="465" y="232"/>
                  </a:lnTo>
                  <a:lnTo>
                    <a:pt x="727" y="609"/>
                  </a:lnTo>
                  <a:lnTo>
                    <a:pt x="41" y="655"/>
                  </a:lnTo>
                  <a:lnTo>
                    <a:pt x="0" y="145"/>
                  </a:lnTo>
                  <a:lnTo>
                    <a:pt x="41" y="115"/>
                  </a:lnTo>
                  <a:lnTo>
                    <a:pt x="24" y="1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78" name=""/>
            <p:cNvSpPr/>
            <p:nvPr/>
          </p:nvSpPr>
          <p:spPr>
            <a:xfrm>
              <a:off x="4816440" y="1409760"/>
              <a:ext cx="85680" cy="119160"/>
            </a:xfrm>
            <a:custGeom>
              <a:avLst/>
              <a:gdLst/>
              <a:ahLst/>
              <a:rect l="l" t="t" r="r" b="b"/>
              <a:pathLst>
                <a:path w="495" h="807">
                  <a:moveTo>
                    <a:pt x="0" y="626"/>
                  </a:moveTo>
                  <a:lnTo>
                    <a:pt x="87" y="679"/>
                  </a:lnTo>
                  <a:lnTo>
                    <a:pt x="82" y="807"/>
                  </a:lnTo>
                  <a:lnTo>
                    <a:pt x="495" y="807"/>
                  </a:lnTo>
                  <a:lnTo>
                    <a:pt x="488" y="720"/>
                  </a:lnTo>
                  <a:lnTo>
                    <a:pt x="408" y="574"/>
                  </a:lnTo>
                  <a:lnTo>
                    <a:pt x="483" y="412"/>
                  </a:lnTo>
                  <a:lnTo>
                    <a:pt x="390" y="279"/>
                  </a:lnTo>
                  <a:lnTo>
                    <a:pt x="471" y="279"/>
                  </a:lnTo>
                  <a:lnTo>
                    <a:pt x="454" y="92"/>
                  </a:lnTo>
                  <a:lnTo>
                    <a:pt x="349" y="0"/>
                  </a:lnTo>
                  <a:lnTo>
                    <a:pt x="419" y="139"/>
                  </a:lnTo>
                  <a:lnTo>
                    <a:pt x="314" y="244"/>
                  </a:lnTo>
                  <a:lnTo>
                    <a:pt x="343" y="284"/>
                  </a:lnTo>
                  <a:lnTo>
                    <a:pt x="251" y="337"/>
                  </a:lnTo>
                  <a:lnTo>
                    <a:pt x="244" y="447"/>
                  </a:lnTo>
                  <a:lnTo>
                    <a:pt x="192" y="504"/>
                  </a:lnTo>
                  <a:lnTo>
                    <a:pt x="164" y="464"/>
                  </a:lnTo>
                  <a:lnTo>
                    <a:pt x="94" y="469"/>
                  </a:lnTo>
                  <a:lnTo>
                    <a:pt x="0" y="626"/>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79" name=""/>
            <p:cNvSpPr/>
            <p:nvPr/>
          </p:nvSpPr>
          <p:spPr>
            <a:xfrm>
              <a:off x="4971960" y="1320840"/>
              <a:ext cx="176400" cy="189000"/>
            </a:xfrm>
            <a:custGeom>
              <a:avLst/>
              <a:gdLst/>
              <a:ahLst/>
              <a:rect l="l" t="t" r="r" b="b"/>
              <a:pathLst>
                <a:path w="1028" h="1284">
                  <a:moveTo>
                    <a:pt x="848" y="0"/>
                  </a:moveTo>
                  <a:lnTo>
                    <a:pt x="157" y="46"/>
                  </a:lnTo>
                  <a:lnTo>
                    <a:pt x="168" y="186"/>
                  </a:lnTo>
                  <a:lnTo>
                    <a:pt x="75" y="180"/>
                  </a:lnTo>
                  <a:lnTo>
                    <a:pt x="110" y="470"/>
                  </a:lnTo>
                  <a:lnTo>
                    <a:pt x="46" y="488"/>
                  </a:lnTo>
                  <a:lnTo>
                    <a:pt x="0" y="662"/>
                  </a:lnTo>
                  <a:lnTo>
                    <a:pt x="116" y="918"/>
                  </a:lnTo>
                  <a:lnTo>
                    <a:pt x="220" y="1000"/>
                  </a:lnTo>
                  <a:lnTo>
                    <a:pt x="232" y="1035"/>
                  </a:lnTo>
                  <a:lnTo>
                    <a:pt x="307" y="1075"/>
                  </a:lnTo>
                  <a:lnTo>
                    <a:pt x="354" y="1185"/>
                  </a:lnTo>
                  <a:lnTo>
                    <a:pt x="412" y="1220"/>
                  </a:lnTo>
                  <a:lnTo>
                    <a:pt x="470" y="1220"/>
                  </a:lnTo>
                  <a:lnTo>
                    <a:pt x="499" y="1243"/>
                  </a:lnTo>
                  <a:lnTo>
                    <a:pt x="522" y="1214"/>
                  </a:lnTo>
                  <a:lnTo>
                    <a:pt x="587" y="1284"/>
                  </a:lnTo>
                  <a:lnTo>
                    <a:pt x="726" y="1272"/>
                  </a:lnTo>
                  <a:lnTo>
                    <a:pt x="848" y="1202"/>
                  </a:lnTo>
                  <a:lnTo>
                    <a:pt x="930" y="1197"/>
                  </a:lnTo>
                  <a:lnTo>
                    <a:pt x="912" y="1127"/>
                  </a:lnTo>
                  <a:lnTo>
                    <a:pt x="825" y="1092"/>
                  </a:lnTo>
                  <a:lnTo>
                    <a:pt x="819" y="982"/>
                  </a:lnTo>
                  <a:lnTo>
                    <a:pt x="743" y="988"/>
                  </a:lnTo>
                  <a:lnTo>
                    <a:pt x="743" y="948"/>
                  </a:lnTo>
                  <a:lnTo>
                    <a:pt x="825" y="883"/>
                  </a:lnTo>
                  <a:lnTo>
                    <a:pt x="831" y="773"/>
                  </a:lnTo>
                  <a:lnTo>
                    <a:pt x="941" y="610"/>
                  </a:lnTo>
                  <a:lnTo>
                    <a:pt x="923" y="488"/>
                  </a:lnTo>
                  <a:lnTo>
                    <a:pt x="941" y="390"/>
                  </a:lnTo>
                  <a:lnTo>
                    <a:pt x="1028" y="296"/>
                  </a:lnTo>
                  <a:lnTo>
                    <a:pt x="935" y="244"/>
                  </a:lnTo>
                  <a:lnTo>
                    <a:pt x="923" y="122"/>
                  </a:lnTo>
                  <a:lnTo>
                    <a:pt x="848"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80" name=""/>
            <p:cNvSpPr/>
            <p:nvPr/>
          </p:nvSpPr>
          <p:spPr>
            <a:xfrm>
              <a:off x="4888080" y="1441440"/>
              <a:ext cx="144360" cy="77760"/>
            </a:xfrm>
            <a:custGeom>
              <a:avLst/>
              <a:gdLst/>
              <a:ahLst/>
              <a:rect l="l" t="t" r="r" b="b"/>
              <a:pathLst>
                <a:path w="842" h="517">
                  <a:moveTo>
                    <a:pt x="35" y="279"/>
                  </a:moveTo>
                  <a:lnTo>
                    <a:pt x="0" y="354"/>
                  </a:lnTo>
                  <a:lnTo>
                    <a:pt x="75" y="500"/>
                  </a:lnTo>
                  <a:lnTo>
                    <a:pt x="145" y="459"/>
                  </a:lnTo>
                  <a:lnTo>
                    <a:pt x="267" y="517"/>
                  </a:lnTo>
                  <a:lnTo>
                    <a:pt x="290" y="418"/>
                  </a:lnTo>
                  <a:lnTo>
                    <a:pt x="359" y="383"/>
                  </a:lnTo>
                  <a:lnTo>
                    <a:pt x="516" y="430"/>
                  </a:lnTo>
                  <a:lnTo>
                    <a:pt x="621" y="366"/>
                  </a:lnTo>
                  <a:lnTo>
                    <a:pt x="691" y="371"/>
                  </a:lnTo>
                  <a:lnTo>
                    <a:pt x="749" y="343"/>
                  </a:lnTo>
                  <a:lnTo>
                    <a:pt x="842" y="361"/>
                  </a:lnTo>
                  <a:lnTo>
                    <a:pt x="795" y="256"/>
                  </a:lnTo>
                  <a:lnTo>
                    <a:pt x="720" y="216"/>
                  </a:lnTo>
                  <a:lnTo>
                    <a:pt x="715" y="181"/>
                  </a:lnTo>
                  <a:lnTo>
                    <a:pt x="621" y="111"/>
                  </a:lnTo>
                  <a:lnTo>
                    <a:pt x="563" y="0"/>
                  </a:lnTo>
                  <a:lnTo>
                    <a:pt x="528" y="6"/>
                  </a:lnTo>
                  <a:lnTo>
                    <a:pt x="436" y="122"/>
                  </a:lnTo>
                  <a:lnTo>
                    <a:pt x="354" y="134"/>
                  </a:lnTo>
                  <a:lnTo>
                    <a:pt x="267" y="192"/>
                  </a:lnTo>
                  <a:lnTo>
                    <a:pt x="35" y="279"/>
                  </a:lnTo>
                  <a:close/>
                </a:path>
              </a:pathLst>
            </a:custGeom>
            <a:solidFill>
              <a:srgbClr val="d0d0d0"/>
            </a:solidFill>
            <a:ln w="9360">
              <a:solidFill>
                <a:srgbClr val="909090"/>
              </a:solidFill>
              <a:round/>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9181" name=""/>
            <p:cNvSpPr/>
            <p:nvPr/>
          </p:nvSpPr>
          <p:spPr>
            <a:xfrm>
              <a:off x="5100480" y="1365120"/>
              <a:ext cx="160560" cy="144720"/>
            </a:xfrm>
            <a:custGeom>
              <a:avLst/>
              <a:gdLst/>
              <a:ahLst/>
              <a:rect l="l" t="t" r="r" b="b"/>
              <a:pathLst>
                <a:path w="942" h="988">
                  <a:moveTo>
                    <a:pt x="280" y="0"/>
                  </a:moveTo>
                  <a:lnTo>
                    <a:pt x="361" y="186"/>
                  </a:lnTo>
                  <a:lnTo>
                    <a:pt x="581" y="343"/>
                  </a:lnTo>
                  <a:lnTo>
                    <a:pt x="518" y="407"/>
                  </a:lnTo>
                  <a:lnTo>
                    <a:pt x="506" y="477"/>
                  </a:lnTo>
                  <a:lnTo>
                    <a:pt x="634" y="453"/>
                  </a:lnTo>
                  <a:lnTo>
                    <a:pt x="593" y="500"/>
                  </a:lnTo>
                  <a:lnTo>
                    <a:pt x="658" y="593"/>
                  </a:lnTo>
                  <a:lnTo>
                    <a:pt x="756" y="640"/>
                  </a:lnTo>
                  <a:lnTo>
                    <a:pt x="942" y="640"/>
                  </a:lnTo>
                  <a:lnTo>
                    <a:pt x="797" y="831"/>
                  </a:lnTo>
                  <a:lnTo>
                    <a:pt x="529" y="953"/>
                  </a:lnTo>
                  <a:lnTo>
                    <a:pt x="454" y="924"/>
                  </a:lnTo>
                  <a:lnTo>
                    <a:pt x="402" y="988"/>
                  </a:lnTo>
                  <a:lnTo>
                    <a:pt x="332" y="982"/>
                  </a:lnTo>
                  <a:lnTo>
                    <a:pt x="239" y="894"/>
                  </a:lnTo>
                  <a:lnTo>
                    <a:pt x="187" y="894"/>
                  </a:lnTo>
                  <a:lnTo>
                    <a:pt x="169" y="831"/>
                  </a:lnTo>
                  <a:lnTo>
                    <a:pt x="82" y="796"/>
                  </a:lnTo>
                  <a:lnTo>
                    <a:pt x="76" y="686"/>
                  </a:lnTo>
                  <a:lnTo>
                    <a:pt x="0" y="692"/>
                  </a:lnTo>
                  <a:lnTo>
                    <a:pt x="0" y="652"/>
                  </a:lnTo>
                  <a:lnTo>
                    <a:pt x="82" y="587"/>
                  </a:lnTo>
                  <a:lnTo>
                    <a:pt x="88" y="477"/>
                  </a:lnTo>
                  <a:lnTo>
                    <a:pt x="198" y="314"/>
                  </a:lnTo>
                  <a:lnTo>
                    <a:pt x="180" y="186"/>
                  </a:lnTo>
                  <a:lnTo>
                    <a:pt x="198" y="94"/>
                  </a:lnTo>
                  <a:lnTo>
                    <a:pt x="280"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82" name=""/>
            <p:cNvSpPr/>
            <p:nvPr/>
          </p:nvSpPr>
          <p:spPr>
            <a:xfrm>
              <a:off x="5187960" y="1415880"/>
              <a:ext cx="20520" cy="19080"/>
            </a:xfrm>
            <a:custGeom>
              <a:avLst/>
              <a:gdLst/>
              <a:ahLst/>
              <a:rect l="l" t="t" r="r" b="b"/>
              <a:pathLst>
                <a:path w="122" h="134">
                  <a:moveTo>
                    <a:pt x="64" y="0"/>
                  </a:moveTo>
                  <a:lnTo>
                    <a:pt x="6" y="64"/>
                  </a:lnTo>
                  <a:lnTo>
                    <a:pt x="0" y="134"/>
                  </a:lnTo>
                  <a:lnTo>
                    <a:pt x="122" y="110"/>
                  </a:lnTo>
                  <a:lnTo>
                    <a:pt x="64" y="0"/>
                  </a:lnTo>
                  <a:close/>
                </a:path>
              </a:pathLst>
            </a:custGeom>
            <a:solidFill>
              <a:srgbClr val="d0d0d0"/>
            </a:solidFill>
            <a:ln w="9360">
              <a:solidFill>
                <a:srgbClr val="909090"/>
              </a:solidFill>
              <a:round/>
            </a:ln>
          </p:spPr>
          <p:style>
            <a:lnRef idx="0"/>
            <a:fillRef idx="0"/>
            <a:effectRef idx="0"/>
            <a:fontRef idx="minor"/>
          </p:style>
          <p:txBody>
            <a:bodyPr lIns="90000" rIns="90000" tIns="-27720" bIns="-27720" anchor="t">
              <a:noAutofit/>
            </a:bodyPr>
            <a:p>
              <a:endParaRPr b="0" lang="en-US" sz="2400" spc="-1" strike="noStrike">
                <a:solidFill>
                  <a:srgbClr val="000000"/>
                </a:solidFill>
                <a:latin typeface="Times New Roman"/>
              </a:endParaRPr>
            </a:p>
          </p:txBody>
        </p:sp>
        <p:sp>
          <p:nvSpPr>
            <p:cNvPr id="9183" name=""/>
            <p:cNvSpPr/>
            <p:nvPr/>
          </p:nvSpPr>
          <p:spPr>
            <a:xfrm>
              <a:off x="5184720" y="1420920"/>
              <a:ext cx="112680" cy="136440"/>
            </a:xfrm>
            <a:custGeom>
              <a:avLst/>
              <a:gdLst/>
              <a:ahLst/>
              <a:rect l="l" t="t" r="r" b="b"/>
              <a:pathLst>
                <a:path w="651" h="929">
                  <a:moveTo>
                    <a:pt x="140" y="75"/>
                  </a:moveTo>
                  <a:lnTo>
                    <a:pt x="157" y="117"/>
                  </a:lnTo>
                  <a:lnTo>
                    <a:pt x="297" y="105"/>
                  </a:lnTo>
                  <a:lnTo>
                    <a:pt x="436" y="87"/>
                  </a:lnTo>
                  <a:lnTo>
                    <a:pt x="535" y="58"/>
                  </a:lnTo>
                  <a:lnTo>
                    <a:pt x="611" y="0"/>
                  </a:lnTo>
                  <a:lnTo>
                    <a:pt x="651" y="82"/>
                  </a:lnTo>
                  <a:lnTo>
                    <a:pt x="448" y="540"/>
                  </a:lnTo>
                  <a:lnTo>
                    <a:pt x="35" y="929"/>
                  </a:lnTo>
                  <a:lnTo>
                    <a:pt x="0" y="848"/>
                  </a:lnTo>
                  <a:lnTo>
                    <a:pt x="30" y="575"/>
                  </a:lnTo>
                  <a:lnTo>
                    <a:pt x="303" y="453"/>
                  </a:lnTo>
                  <a:lnTo>
                    <a:pt x="448" y="262"/>
                  </a:lnTo>
                  <a:lnTo>
                    <a:pt x="262" y="262"/>
                  </a:lnTo>
                  <a:lnTo>
                    <a:pt x="164" y="215"/>
                  </a:lnTo>
                  <a:lnTo>
                    <a:pt x="99" y="122"/>
                  </a:lnTo>
                  <a:lnTo>
                    <a:pt x="140" y="75"/>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84" name=""/>
            <p:cNvSpPr/>
            <p:nvPr/>
          </p:nvSpPr>
          <p:spPr>
            <a:xfrm>
              <a:off x="4829040" y="1527120"/>
              <a:ext cx="20880" cy="12600"/>
            </a:xfrm>
            <a:custGeom>
              <a:avLst/>
              <a:gdLst/>
              <a:ahLst/>
              <a:rect l="l" t="t" r="r" b="b"/>
              <a:pathLst>
                <a:path w="122" h="81">
                  <a:moveTo>
                    <a:pt x="18" y="0"/>
                  </a:moveTo>
                  <a:lnTo>
                    <a:pt x="122" y="6"/>
                  </a:lnTo>
                  <a:lnTo>
                    <a:pt x="111" y="81"/>
                  </a:lnTo>
                  <a:lnTo>
                    <a:pt x="0" y="76"/>
                  </a:lnTo>
                  <a:lnTo>
                    <a:pt x="18" y="0"/>
                  </a:lnTo>
                  <a:close/>
                </a:path>
              </a:pathLst>
            </a:custGeom>
            <a:solidFill>
              <a:srgbClr val="d0d0d0"/>
            </a:solidFill>
            <a:ln w="9360">
              <a:solidFill>
                <a:srgbClr val="90909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9185" name=""/>
            <p:cNvSpPr/>
            <p:nvPr/>
          </p:nvSpPr>
          <p:spPr>
            <a:xfrm>
              <a:off x="4821120" y="1528920"/>
              <a:ext cx="65160" cy="69840"/>
            </a:xfrm>
            <a:custGeom>
              <a:avLst/>
              <a:gdLst/>
              <a:ahLst/>
              <a:rect l="l" t="t" r="r" b="b"/>
              <a:pathLst>
                <a:path w="371" h="476">
                  <a:moveTo>
                    <a:pt x="156" y="0"/>
                  </a:moveTo>
                  <a:lnTo>
                    <a:pt x="308" y="0"/>
                  </a:lnTo>
                  <a:lnTo>
                    <a:pt x="313" y="52"/>
                  </a:lnTo>
                  <a:lnTo>
                    <a:pt x="354" y="46"/>
                  </a:lnTo>
                  <a:lnTo>
                    <a:pt x="371" y="307"/>
                  </a:lnTo>
                  <a:lnTo>
                    <a:pt x="191" y="319"/>
                  </a:lnTo>
                  <a:lnTo>
                    <a:pt x="203" y="476"/>
                  </a:lnTo>
                  <a:lnTo>
                    <a:pt x="151" y="389"/>
                  </a:lnTo>
                  <a:lnTo>
                    <a:pt x="46" y="290"/>
                  </a:lnTo>
                  <a:lnTo>
                    <a:pt x="0" y="203"/>
                  </a:lnTo>
                  <a:lnTo>
                    <a:pt x="34" y="70"/>
                  </a:lnTo>
                  <a:lnTo>
                    <a:pt x="145" y="75"/>
                  </a:lnTo>
                  <a:lnTo>
                    <a:pt x="156" y="0"/>
                  </a:lnTo>
                  <a:close/>
                </a:path>
              </a:pathLst>
            </a:custGeom>
            <a:solidFill>
              <a:srgbClr val="d0d0d0"/>
            </a:solidFill>
            <a:ln w="9360">
              <a:solidFill>
                <a:srgbClr val="909090"/>
              </a:solidFill>
              <a:round/>
            </a:ln>
          </p:spPr>
          <p:style>
            <a:lnRef idx="0"/>
            <a:fillRef idx="0"/>
            <a:effectRef idx="0"/>
            <a:fontRef idx="minor"/>
          </p:style>
          <p:txBody>
            <a:bodyPr lIns="90000" rIns="90000" tIns="23040" bIns="23040" anchor="t">
              <a:noAutofit/>
            </a:bodyPr>
            <a:p>
              <a:endParaRPr b="0" lang="en-US" sz="2400" spc="-1" strike="noStrike">
                <a:solidFill>
                  <a:srgbClr val="000000"/>
                </a:solidFill>
                <a:latin typeface="Times New Roman"/>
              </a:endParaRPr>
            </a:p>
          </p:txBody>
        </p:sp>
        <p:sp>
          <p:nvSpPr>
            <p:cNvPr id="9186" name=""/>
            <p:cNvSpPr/>
            <p:nvPr/>
          </p:nvSpPr>
          <p:spPr>
            <a:xfrm>
              <a:off x="4854600" y="1509840"/>
              <a:ext cx="79200" cy="87120"/>
            </a:xfrm>
            <a:custGeom>
              <a:avLst/>
              <a:gdLst/>
              <a:ahLst/>
              <a:rect l="l" t="t" r="r" b="b"/>
              <a:pathLst>
                <a:path w="454" h="599">
                  <a:moveTo>
                    <a:pt x="0" y="447"/>
                  </a:moveTo>
                  <a:lnTo>
                    <a:pt x="12" y="599"/>
                  </a:lnTo>
                  <a:lnTo>
                    <a:pt x="82" y="592"/>
                  </a:lnTo>
                  <a:lnTo>
                    <a:pt x="122" y="552"/>
                  </a:lnTo>
                  <a:lnTo>
                    <a:pt x="204" y="557"/>
                  </a:lnTo>
                  <a:lnTo>
                    <a:pt x="285" y="512"/>
                  </a:lnTo>
                  <a:lnTo>
                    <a:pt x="291" y="395"/>
                  </a:lnTo>
                  <a:lnTo>
                    <a:pt x="413" y="279"/>
                  </a:lnTo>
                  <a:lnTo>
                    <a:pt x="454" y="58"/>
                  </a:lnTo>
                  <a:lnTo>
                    <a:pt x="332" y="0"/>
                  </a:lnTo>
                  <a:lnTo>
                    <a:pt x="267" y="41"/>
                  </a:lnTo>
                  <a:lnTo>
                    <a:pt x="274" y="128"/>
                  </a:lnTo>
                  <a:lnTo>
                    <a:pt x="117" y="128"/>
                  </a:lnTo>
                  <a:lnTo>
                    <a:pt x="122" y="180"/>
                  </a:lnTo>
                  <a:lnTo>
                    <a:pt x="169" y="186"/>
                  </a:lnTo>
                  <a:lnTo>
                    <a:pt x="180" y="435"/>
                  </a:lnTo>
                  <a:lnTo>
                    <a:pt x="0" y="447"/>
                  </a:lnTo>
                  <a:close/>
                </a:path>
              </a:pathLst>
            </a:custGeom>
            <a:solidFill>
              <a:srgbClr val="d0d0d0"/>
            </a:solidFill>
            <a:ln w="9360">
              <a:solidFill>
                <a:srgbClr val="909090"/>
              </a:solidFill>
              <a:round/>
            </a:ln>
          </p:spPr>
          <p:style>
            <a:lnRef idx="0"/>
            <a:fillRef idx="0"/>
            <a:effectRef idx="0"/>
            <a:fontRef idx="minor"/>
          </p:style>
          <p:txBody>
            <a:bodyPr lIns="90000" rIns="90000" tIns="40320" bIns="40320" anchor="t">
              <a:noAutofit/>
            </a:bodyPr>
            <a:p>
              <a:endParaRPr b="0" lang="en-US" sz="2400" spc="-1" strike="noStrike">
                <a:solidFill>
                  <a:srgbClr val="000000"/>
                </a:solidFill>
                <a:latin typeface="Times New Roman"/>
              </a:endParaRPr>
            </a:p>
          </p:txBody>
        </p:sp>
        <p:sp>
          <p:nvSpPr>
            <p:cNvPr id="9187" name=""/>
            <p:cNvSpPr/>
            <p:nvPr/>
          </p:nvSpPr>
          <p:spPr>
            <a:xfrm>
              <a:off x="4856040" y="1595520"/>
              <a:ext cx="12960" cy="12600"/>
            </a:xfrm>
            <a:custGeom>
              <a:avLst/>
              <a:gdLst/>
              <a:ahLst/>
              <a:rect l="l" t="t" r="r" b="b"/>
              <a:pathLst>
                <a:path w="76" h="82">
                  <a:moveTo>
                    <a:pt x="76" y="0"/>
                  </a:moveTo>
                  <a:lnTo>
                    <a:pt x="0" y="5"/>
                  </a:lnTo>
                  <a:lnTo>
                    <a:pt x="41" y="82"/>
                  </a:lnTo>
                  <a:lnTo>
                    <a:pt x="76" y="0"/>
                  </a:lnTo>
                  <a:close/>
                </a:path>
              </a:pathLst>
            </a:custGeom>
            <a:solidFill>
              <a:srgbClr val="d0d0d0"/>
            </a:solidFill>
            <a:ln w="9360">
              <a:solidFill>
                <a:srgbClr val="90909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9188" name=""/>
            <p:cNvSpPr/>
            <p:nvPr/>
          </p:nvSpPr>
          <p:spPr>
            <a:xfrm>
              <a:off x="4862520" y="1492200"/>
              <a:ext cx="216000" cy="187200"/>
            </a:xfrm>
            <a:custGeom>
              <a:avLst/>
              <a:gdLst/>
              <a:ahLst/>
              <a:rect l="l" t="t" r="r" b="b"/>
              <a:pathLst>
                <a:path w="1244" h="1266">
                  <a:moveTo>
                    <a:pt x="0" y="785"/>
                  </a:moveTo>
                  <a:lnTo>
                    <a:pt x="35" y="703"/>
                  </a:lnTo>
                  <a:lnTo>
                    <a:pt x="75" y="668"/>
                  </a:lnTo>
                  <a:lnTo>
                    <a:pt x="116" y="663"/>
                  </a:lnTo>
                  <a:lnTo>
                    <a:pt x="168" y="673"/>
                  </a:lnTo>
                  <a:lnTo>
                    <a:pt x="238" y="628"/>
                  </a:lnTo>
                  <a:lnTo>
                    <a:pt x="244" y="511"/>
                  </a:lnTo>
                  <a:lnTo>
                    <a:pt x="366" y="395"/>
                  </a:lnTo>
                  <a:lnTo>
                    <a:pt x="430" y="75"/>
                  </a:lnTo>
                  <a:lnTo>
                    <a:pt x="499" y="40"/>
                  </a:lnTo>
                  <a:lnTo>
                    <a:pt x="656" y="87"/>
                  </a:lnTo>
                  <a:lnTo>
                    <a:pt x="773" y="18"/>
                  </a:lnTo>
                  <a:lnTo>
                    <a:pt x="831" y="28"/>
                  </a:lnTo>
                  <a:lnTo>
                    <a:pt x="889" y="0"/>
                  </a:lnTo>
                  <a:lnTo>
                    <a:pt x="976" y="23"/>
                  </a:lnTo>
                  <a:lnTo>
                    <a:pt x="1040" y="58"/>
                  </a:lnTo>
                  <a:lnTo>
                    <a:pt x="1098" y="58"/>
                  </a:lnTo>
                  <a:lnTo>
                    <a:pt x="1127" y="81"/>
                  </a:lnTo>
                  <a:lnTo>
                    <a:pt x="1150" y="52"/>
                  </a:lnTo>
                  <a:lnTo>
                    <a:pt x="1215" y="128"/>
                  </a:lnTo>
                  <a:lnTo>
                    <a:pt x="1220" y="185"/>
                  </a:lnTo>
                  <a:lnTo>
                    <a:pt x="1244" y="227"/>
                  </a:lnTo>
                  <a:lnTo>
                    <a:pt x="1168" y="296"/>
                  </a:lnTo>
                  <a:lnTo>
                    <a:pt x="1139" y="453"/>
                  </a:lnTo>
                  <a:lnTo>
                    <a:pt x="1115" y="511"/>
                  </a:lnTo>
                  <a:lnTo>
                    <a:pt x="1115" y="761"/>
                  </a:lnTo>
                  <a:lnTo>
                    <a:pt x="1197" y="842"/>
                  </a:lnTo>
                  <a:lnTo>
                    <a:pt x="1197" y="883"/>
                  </a:lnTo>
                  <a:lnTo>
                    <a:pt x="1070" y="900"/>
                  </a:lnTo>
                  <a:lnTo>
                    <a:pt x="1035" y="1022"/>
                  </a:lnTo>
                  <a:lnTo>
                    <a:pt x="1092" y="1029"/>
                  </a:lnTo>
                  <a:lnTo>
                    <a:pt x="1058" y="1144"/>
                  </a:lnTo>
                  <a:lnTo>
                    <a:pt x="1133" y="1179"/>
                  </a:lnTo>
                  <a:lnTo>
                    <a:pt x="1162" y="1156"/>
                  </a:lnTo>
                  <a:lnTo>
                    <a:pt x="1168" y="1266"/>
                  </a:lnTo>
                  <a:lnTo>
                    <a:pt x="1110" y="1266"/>
                  </a:lnTo>
                  <a:lnTo>
                    <a:pt x="965" y="1156"/>
                  </a:lnTo>
                  <a:lnTo>
                    <a:pt x="965" y="1179"/>
                  </a:lnTo>
                  <a:lnTo>
                    <a:pt x="923" y="1179"/>
                  </a:lnTo>
                  <a:lnTo>
                    <a:pt x="837" y="1116"/>
                  </a:lnTo>
                  <a:lnTo>
                    <a:pt x="785" y="1121"/>
                  </a:lnTo>
                  <a:lnTo>
                    <a:pt x="779" y="1092"/>
                  </a:lnTo>
                  <a:lnTo>
                    <a:pt x="651" y="1104"/>
                  </a:lnTo>
                  <a:lnTo>
                    <a:pt x="599" y="854"/>
                  </a:lnTo>
                  <a:lnTo>
                    <a:pt x="564" y="854"/>
                  </a:lnTo>
                  <a:lnTo>
                    <a:pt x="552" y="813"/>
                  </a:lnTo>
                  <a:lnTo>
                    <a:pt x="494" y="819"/>
                  </a:lnTo>
                  <a:lnTo>
                    <a:pt x="489" y="889"/>
                  </a:lnTo>
                  <a:lnTo>
                    <a:pt x="343" y="900"/>
                  </a:lnTo>
                  <a:lnTo>
                    <a:pt x="337" y="872"/>
                  </a:lnTo>
                  <a:lnTo>
                    <a:pt x="314" y="872"/>
                  </a:lnTo>
                  <a:lnTo>
                    <a:pt x="273" y="750"/>
                  </a:lnTo>
                  <a:lnTo>
                    <a:pt x="0" y="785"/>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89" name=""/>
            <p:cNvSpPr/>
            <p:nvPr/>
          </p:nvSpPr>
          <p:spPr>
            <a:xfrm>
              <a:off x="5059440" y="1500120"/>
              <a:ext cx="60120" cy="57240"/>
            </a:xfrm>
            <a:custGeom>
              <a:avLst/>
              <a:gdLst/>
              <a:ahLst/>
              <a:rect l="l" t="t" r="r" b="b"/>
              <a:pathLst>
                <a:path w="343" h="383">
                  <a:moveTo>
                    <a:pt x="291" y="0"/>
                  </a:moveTo>
                  <a:lnTo>
                    <a:pt x="343" y="169"/>
                  </a:lnTo>
                  <a:lnTo>
                    <a:pt x="291" y="244"/>
                  </a:lnTo>
                  <a:lnTo>
                    <a:pt x="267" y="261"/>
                  </a:lnTo>
                  <a:lnTo>
                    <a:pt x="256" y="343"/>
                  </a:lnTo>
                  <a:lnTo>
                    <a:pt x="0" y="383"/>
                  </a:lnTo>
                  <a:lnTo>
                    <a:pt x="23" y="238"/>
                  </a:lnTo>
                  <a:lnTo>
                    <a:pt x="99" y="169"/>
                  </a:lnTo>
                  <a:lnTo>
                    <a:pt x="75" y="127"/>
                  </a:lnTo>
                  <a:lnTo>
                    <a:pt x="70" y="64"/>
                  </a:lnTo>
                  <a:lnTo>
                    <a:pt x="214" y="52"/>
                  </a:lnTo>
                  <a:lnTo>
                    <a:pt x="291" y="0"/>
                  </a:lnTo>
                  <a:close/>
                </a:path>
              </a:pathLst>
            </a:custGeom>
            <a:solidFill>
              <a:srgbClr val="d0d0d0"/>
            </a:solidFill>
            <a:ln w="9360">
              <a:solidFill>
                <a:srgbClr val="909090"/>
              </a:solidFill>
              <a:round/>
            </a:ln>
          </p:spPr>
          <p:style>
            <a:lnRef idx="0"/>
            <a:fillRef idx="0"/>
            <a:effectRef idx="0"/>
            <a:fontRef idx="minor"/>
          </p:style>
          <p:txBody>
            <a:bodyPr lIns="90000" rIns="90000" tIns="10440" bIns="10440" anchor="t">
              <a:noAutofit/>
            </a:bodyPr>
            <a:p>
              <a:endParaRPr b="0" lang="en-US" sz="2400" spc="-1" strike="noStrike">
                <a:solidFill>
                  <a:srgbClr val="000000"/>
                </a:solidFill>
                <a:latin typeface="Times New Roman"/>
              </a:endParaRPr>
            </a:p>
          </p:txBody>
        </p:sp>
        <p:sp>
          <p:nvSpPr>
            <p:cNvPr id="9190" name=""/>
            <p:cNvSpPr/>
            <p:nvPr/>
          </p:nvSpPr>
          <p:spPr>
            <a:xfrm>
              <a:off x="5103720" y="1496880"/>
              <a:ext cx="88920" cy="93960"/>
            </a:xfrm>
            <a:custGeom>
              <a:avLst/>
              <a:gdLst/>
              <a:ahLst/>
              <a:rect l="l" t="t" r="r" b="b"/>
              <a:pathLst>
                <a:path w="506" h="635">
                  <a:moveTo>
                    <a:pt x="0" y="373"/>
                  </a:moveTo>
                  <a:lnTo>
                    <a:pt x="145" y="436"/>
                  </a:lnTo>
                  <a:lnTo>
                    <a:pt x="232" y="530"/>
                  </a:lnTo>
                  <a:lnTo>
                    <a:pt x="296" y="553"/>
                  </a:lnTo>
                  <a:lnTo>
                    <a:pt x="337" y="623"/>
                  </a:lnTo>
                  <a:lnTo>
                    <a:pt x="384" y="635"/>
                  </a:lnTo>
                  <a:lnTo>
                    <a:pt x="506" y="413"/>
                  </a:lnTo>
                  <a:lnTo>
                    <a:pt x="459" y="314"/>
                  </a:lnTo>
                  <a:lnTo>
                    <a:pt x="499" y="59"/>
                  </a:lnTo>
                  <a:lnTo>
                    <a:pt x="424" y="30"/>
                  </a:lnTo>
                  <a:lnTo>
                    <a:pt x="372" y="94"/>
                  </a:lnTo>
                  <a:lnTo>
                    <a:pt x="302" y="88"/>
                  </a:lnTo>
                  <a:lnTo>
                    <a:pt x="215" y="0"/>
                  </a:lnTo>
                  <a:lnTo>
                    <a:pt x="70" y="12"/>
                  </a:lnTo>
                  <a:lnTo>
                    <a:pt x="40" y="30"/>
                  </a:lnTo>
                  <a:lnTo>
                    <a:pt x="87" y="199"/>
                  </a:lnTo>
                  <a:lnTo>
                    <a:pt x="35" y="268"/>
                  </a:lnTo>
                  <a:lnTo>
                    <a:pt x="11" y="286"/>
                  </a:lnTo>
                  <a:lnTo>
                    <a:pt x="0" y="37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91" name=""/>
            <p:cNvSpPr/>
            <p:nvPr/>
          </p:nvSpPr>
          <p:spPr>
            <a:xfrm>
              <a:off x="5056200" y="1550880"/>
              <a:ext cx="125280" cy="109800"/>
            </a:xfrm>
            <a:custGeom>
              <a:avLst/>
              <a:gdLst/>
              <a:ahLst/>
              <a:rect l="l" t="t" r="r" b="b"/>
              <a:pathLst>
                <a:path w="727" h="743">
                  <a:moveTo>
                    <a:pt x="122" y="23"/>
                  </a:moveTo>
                  <a:lnTo>
                    <a:pt x="94" y="116"/>
                  </a:lnTo>
                  <a:lnTo>
                    <a:pt x="129" y="168"/>
                  </a:lnTo>
                  <a:lnTo>
                    <a:pt x="0" y="319"/>
                  </a:lnTo>
                  <a:lnTo>
                    <a:pt x="0" y="360"/>
                  </a:lnTo>
                  <a:lnTo>
                    <a:pt x="82" y="441"/>
                  </a:lnTo>
                  <a:lnTo>
                    <a:pt x="82" y="482"/>
                  </a:lnTo>
                  <a:lnTo>
                    <a:pt x="256" y="569"/>
                  </a:lnTo>
                  <a:lnTo>
                    <a:pt x="321" y="743"/>
                  </a:lnTo>
                  <a:lnTo>
                    <a:pt x="367" y="715"/>
                  </a:lnTo>
                  <a:lnTo>
                    <a:pt x="518" y="732"/>
                  </a:lnTo>
                  <a:lnTo>
                    <a:pt x="547" y="685"/>
                  </a:lnTo>
                  <a:lnTo>
                    <a:pt x="727" y="673"/>
                  </a:lnTo>
                  <a:lnTo>
                    <a:pt x="692" y="593"/>
                  </a:lnTo>
                  <a:lnTo>
                    <a:pt x="692" y="394"/>
                  </a:lnTo>
                  <a:lnTo>
                    <a:pt x="663" y="366"/>
                  </a:lnTo>
                  <a:lnTo>
                    <a:pt x="670" y="255"/>
                  </a:lnTo>
                  <a:lnTo>
                    <a:pt x="623" y="250"/>
                  </a:lnTo>
                  <a:lnTo>
                    <a:pt x="582" y="180"/>
                  </a:lnTo>
                  <a:lnTo>
                    <a:pt x="518" y="157"/>
                  </a:lnTo>
                  <a:lnTo>
                    <a:pt x="431" y="63"/>
                  </a:lnTo>
                  <a:lnTo>
                    <a:pt x="286" y="0"/>
                  </a:lnTo>
                  <a:lnTo>
                    <a:pt x="122" y="2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92" name=""/>
            <p:cNvSpPr/>
            <p:nvPr/>
          </p:nvSpPr>
          <p:spPr>
            <a:xfrm>
              <a:off x="5056200" y="1571760"/>
              <a:ext cx="22320" cy="27000"/>
            </a:xfrm>
            <a:custGeom>
              <a:avLst/>
              <a:gdLst/>
              <a:ahLst/>
              <a:rect l="l" t="t" r="r" b="b"/>
              <a:pathLst>
                <a:path w="129" h="186">
                  <a:moveTo>
                    <a:pt x="0" y="186"/>
                  </a:moveTo>
                  <a:lnTo>
                    <a:pt x="129" y="35"/>
                  </a:lnTo>
                  <a:lnTo>
                    <a:pt x="117" y="17"/>
                  </a:lnTo>
                  <a:lnTo>
                    <a:pt x="65" y="0"/>
                  </a:lnTo>
                  <a:lnTo>
                    <a:pt x="0" y="35"/>
                  </a:lnTo>
                  <a:lnTo>
                    <a:pt x="0" y="186"/>
                  </a:lnTo>
                  <a:close/>
                </a:path>
              </a:pathLst>
            </a:custGeom>
            <a:solidFill>
              <a:srgbClr val="d0d0d0"/>
            </a:solidFill>
            <a:ln w="9360">
              <a:solidFill>
                <a:srgbClr val="909090"/>
              </a:solidFill>
              <a:round/>
            </a:ln>
          </p:spPr>
          <p:style>
            <a:lnRef idx="0"/>
            <a:fillRef idx="0"/>
            <a:effectRef idx="0"/>
            <a:fontRef idx="minor"/>
          </p:style>
          <p:txBody>
            <a:bodyPr lIns="90000" rIns="90000" tIns="-19800" bIns="-19800" anchor="t">
              <a:noAutofit/>
            </a:bodyPr>
            <a:p>
              <a:endParaRPr b="0" lang="en-US" sz="2400" spc="-1" strike="noStrike">
                <a:solidFill>
                  <a:srgbClr val="000000"/>
                </a:solidFill>
                <a:latin typeface="Times New Roman"/>
              </a:endParaRPr>
            </a:p>
          </p:txBody>
        </p:sp>
        <p:sp>
          <p:nvSpPr>
            <p:cNvPr id="9193" name=""/>
            <p:cNvSpPr/>
            <p:nvPr/>
          </p:nvSpPr>
          <p:spPr>
            <a:xfrm>
              <a:off x="5056200" y="1554120"/>
              <a:ext cx="20520" cy="22320"/>
            </a:xfrm>
            <a:custGeom>
              <a:avLst/>
              <a:gdLst/>
              <a:ahLst/>
              <a:rect l="l" t="t" r="r" b="b"/>
              <a:pathLst>
                <a:path w="122" h="145">
                  <a:moveTo>
                    <a:pt x="0" y="87"/>
                  </a:moveTo>
                  <a:lnTo>
                    <a:pt x="0" y="145"/>
                  </a:lnTo>
                  <a:lnTo>
                    <a:pt x="65" y="110"/>
                  </a:lnTo>
                  <a:lnTo>
                    <a:pt x="117" y="127"/>
                  </a:lnTo>
                  <a:lnTo>
                    <a:pt x="94" y="87"/>
                  </a:lnTo>
                  <a:lnTo>
                    <a:pt x="122" y="0"/>
                  </a:lnTo>
                  <a:lnTo>
                    <a:pt x="24" y="17"/>
                  </a:lnTo>
                  <a:lnTo>
                    <a:pt x="0" y="87"/>
                  </a:lnTo>
                  <a:close/>
                </a:path>
              </a:pathLst>
            </a:custGeom>
            <a:solidFill>
              <a:srgbClr val="d0d0d0"/>
            </a:solidFill>
            <a:ln w="9360">
              <a:solidFill>
                <a:srgbClr val="909090"/>
              </a:solidFill>
              <a:round/>
            </a:ln>
          </p:spPr>
          <p:style>
            <a:lnRef idx="0"/>
            <a:fillRef idx="0"/>
            <a:effectRef idx="0"/>
            <a:fontRef idx="minor"/>
          </p:style>
          <p:txBody>
            <a:bodyPr lIns="90000" rIns="90000" tIns="-24480" bIns="-24480" anchor="t">
              <a:noAutofit/>
            </a:bodyPr>
            <a:p>
              <a:endParaRPr b="0" lang="en-US" sz="2400" spc="-1" strike="noStrike">
                <a:solidFill>
                  <a:srgbClr val="000000"/>
                </a:solidFill>
                <a:latin typeface="Times New Roman"/>
              </a:endParaRPr>
            </a:p>
          </p:txBody>
        </p:sp>
        <p:sp>
          <p:nvSpPr>
            <p:cNvPr id="9194" name=""/>
            <p:cNvSpPr/>
            <p:nvPr/>
          </p:nvSpPr>
          <p:spPr>
            <a:xfrm>
              <a:off x="4859280" y="1603440"/>
              <a:ext cx="138240" cy="125280"/>
            </a:xfrm>
            <a:custGeom>
              <a:avLst/>
              <a:gdLst/>
              <a:ahLst/>
              <a:rect l="l" t="t" r="r" b="b"/>
              <a:pathLst>
                <a:path w="802" h="859">
                  <a:moveTo>
                    <a:pt x="17" y="35"/>
                  </a:moveTo>
                  <a:lnTo>
                    <a:pt x="92" y="157"/>
                  </a:lnTo>
                  <a:lnTo>
                    <a:pt x="52" y="244"/>
                  </a:lnTo>
                  <a:lnTo>
                    <a:pt x="75" y="331"/>
                  </a:lnTo>
                  <a:lnTo>
                    <a:pt x="122" y="354"/>
                  </a:lnTo>
                  <a:lnTo>
                    <a:pt x="110" y="453"/>
                  </a:lnTo>
                  <a:lnTo>
                    <a:pt x="17" y="568"/>
                  </a:lnTo>
                  <a:lnTo>
                    <a:pt x="0" y="696"/>
                  </a:lnTo>
                  <a:lnTo>
                    <a:pt x="0" y="835"/>
                  </a:lnTo>
                  <a:lnTo>
                    <a:pt x="92" y="772"/>
                  </a:lnTo>
                  <a:lnTo>
                    <a:pt x="157" y="824"/>
                  </a:lnTo>
                  <a:lnTo>
                    <a:pt x="429" y="778"/>
                  </a:lnTo>
                  <a:lnTo>
                    <a:pt x="598" y="859"/>
                  </a:lnTo>
                  <a:lnTo>
                    <a:pt x="732" y="824"/>
                  </a:lnTo>
                  <a:lnTo>
                    <a:pt x="656" y="760"/>
                  </a:lnTo>
                  <a:lnTo>
                    <a:pt x="656" y="505"/>
                  </a:lnTo>
                  <a:lnTo>
                    <a:pt x="767" y="493"/>
                  </a:lnTo>
                  <a:lnTo>
                    <a:pt x="755" y="418"/>
                  </a:lnTo>
                  <a:lnTo>
                    <a:pt x="802" y="418"/>
                  </a:lnTo>
                  <a:lnTo>
                    <a:pt x="796" y="342"/>
                  </a:lnTo>
                  <a:lnTo>
                    <a:pt x="668" y="354"/>
                  </a:lnTo>
                  <a:lnTo>
                    <a:pt x="616" y="104"/>
                  </a:lnTo>
                  <a:lnTo>
                    <a:pt x="581" y="104"/>
                  </a:lnTo>
                  <a:lnTo>
                    <a:pt x="569" y="63"/>
                  </a:lnTo>
                  <a:lnTo>
                    <a:pt x="511" y="69"/>
                  </a:lnTo>
                  <a:lnTo>
                    <a:pt x="506" y="139"/>
                  </a:lnTo>
                  <a:lnTo>
                    <a:pt x="360" y="150"/>
                  </a:lnTo>
                  <a:lnTo>
                    <a:pt x="354" y="122"/>
                  </a:lnTo>
                  <a:lnTo>
                    <a:pt x="331" y="122"/>
                  </a:lnTo>
                  <a:lnTo>
                    <a:pt x="290" y="0"/>
                  </a:lnTo>
                  <a:lnTo>
                    <a:pt x="17" y="35"/>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95" name=""/>
            <p:cNvSpPr/>
            <p:nvPr/>
          </p:nvSpPr>
          <p:spPr>
            <a:xfrm>
              <a:off x="4971960" y="1622520"/>
              <a:ext cx="136440" cy="102960"/>
            </a:xfrm>
            <a:custGeom>
              <a:avLst/>
              <a:gdLst/>
              <a:ahLst/>
              <a:rect l="l" t="t" r="r" b="b"/>
              <a:pathLst>
                <a:path w="779" h="702">
                  <a:moveTo>
                    <a:pt x="779" y="203"/>
                  </a:moveTo>
                  <a:lnTo>
                    <a:pt x="720" y="296"/>
                  </a:lnTo>
                  <a:lnTo>
                    <a:pt x="680" y="325"/>
                  </a:lnTo>
                  <a:lnTo>
                    <a:pt x="686" y="413"/>
                  </a:lnTo>
                  <a:lnTo>
                    <a:pt x="523" y="482"/>
                  </a:lnTo>
                  <a:lnTo>
                    <a:pt x="553" y="535"/>
                  </a:lnTo>
                  <a:lnTo>
                    <a:pt x="483" y="540"/>
                  </a:lnTo>
                  <a:lnTo>
                    <a:pt x="337" y="702"/>
                  </a:lnTo>
                  <a:lnTo>
                    <a:pt x="221" y="697"/>
                  </a:lnTo>
                  <a:lnTo>
                    <a:pt x="157" y="662"/>
                  </a:lnTo>
                  <a:lnTo>
                    <a:pt x="76" y="691"/>
                  </a:lnTo>
                  <a:lnTo>
                    <a:pt x="0" y="627"/>
                  </a:lnTo>
                  <a:lnTo>
                    <a:pt x="0" y="372"/>
                  </a:lnTo>
                  <a:lnTo>
                    <a:pt x="105" y="355"/>
                  </a:lnTo>
                  <a:lnTo>
                    <a:pt x="99" y="285"/>
                  </a:lnTo>
                  <a:lnTo>
                    <a:pt x="146" y="285"/>
                  </a:lnTo>
                  <a:lnTo>
                    <a:pt x="146" y="238"/>
                  </a:lnTo>
                  <a:lnTo>
                    <a:pt x="204" y="233"/>
                  </a:lnTo>
                  <a:lnTo>
                    <a:pt x="284" y="303"/>
                  </a:lnTo>
                  <a:lnTo>
                    <a:pt x="326" y="296"/>
                  </a:lnTo>
                  <a:lnTo>
                    <a:pt x="326" y="273"/>
                  </a:lnTo>
                  <a:lnTo>
                    <a:pt x="476" y="383"/>
                  </a:lnTo>
                  <a:lnTo>
                    <a:pt x="529" y="383"/>
                  </a:lnTo>
                  <a:lnTo>
                    <a:pt x="523" y="273"/>
                  </a:lnTo>
                  <a:lnTo>
                    <a:pt x="494" y="296"/>
                  </a:lnTo>
                  <a:lnTo>
                    <a:pt x="419" y="261"/>
                  </a:lnTo>
                  <a:lnTo>
                    <a:pt x="453" y="146"/>
                  </a:lnTo>
                  <a:lnTo>
                    <a:pt x="396" y="139"/>
                  </a:lnTo>
                  <a:lnTo>
                    <a:pt x="431" y="17"/>
                  </a:lnTo>
                  <a:lnTo>
                    <a:pt x="558" y="0"/>
                  </a:lnTo>
                  <a:lnTo>
                    <a:pt x="732" y="87"/>
                  </a:lnTo>
                  <a:lnTo>
                    <a:pt x="779" y="20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96" name=""/>
            <p:cNvSpPr/>
            <p:nvPr/>
          </p:nvSpPr>
          <p:spPr>
            <a:xfrm>
              <a:off x="5091120" y="1652760"/>
              <a:ext cx="31680" cy="68040"/>
            </a:xfrm>
            <a:custGeom>
              <a:avLst/>
              <a:gdLst/>
              <a:ahLst/>
              <a:rect l="l" t="t" r="r" b="b"/>
              <a:pathLst>
                <a:path w="192" h="459">
                  <a:moveTo>
                    <a:pt x="6" y="215"/>
                  </a:moveTo>
                  <a:lnTo>
                    <a:pt x="105" y="249"/>
                  </a:lnTo>
                  <a:lnTo>
                    <a:pt x="145" y="459"/>
                  </a:lnTo>
                  <a:lnTo>
                    <a:pt x="187" y="371"/>
                  </a:lnTo>
                  <a:lnTo>
                    <a:pt x="192" y="225"/>
                  </a:lnTo>
                  <a:lnTo>
                    <a:pt x="99" y="0"/>
                  </a:lnTo>
                  <a:lnTo>
                    <a:pt x="40" y="93"/>
                  </a:lnTo>
                  <a:lnTo>
                    <a:pt x="0" y="127"/>
                  </a:lnTo>
                  <a:lnTo>
                    <a:pt x="6" y="215"/>
                  </a:lnTo>
                  <a:close/>
                </a:path>
              </a:pathLst>
            </a:custGeom>
            <a:solidFill>
              <a:srgbClr val="d0d0d0"/>
            </a:solidFill>
            <a:ln w="9360">
              <a:solidFill>
                <a:srgbClr val="909090"/>
              </a:solidFill>
              <a:round/>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9197" name=""/>
            <p:cNvSpPr/>
            <p:nvPr/>
          </p:nvSpPr>
          <p:spPr>
            <a:xfrm>
              <a:off x="4859280" y="1716120"/>
              <a:ext cx="104760" cy="128520"/>
            </a:xfrm>
            <a:custGeom>
              <a:avLst/>
              <a:gdLst/>
              <a:ahLst/>
              <a:rect l="l" t="t" r="r" b="b"/>
              <a:pathLst>
                <a:path w="610" h="860">
                  <a:moveTo>
                    <a:pt x="610" y="87"/>
                  </a:moveTo>
                  <a:lnTo>
                    <a:pt x="598" y="314"/>
                  </a:lnTo>
                  <a:lnTo>
                    <a:pt x="516" y="366"/>
                  </a:lnTo>
                  <a:lnTo>
                    <a:pt x="516" y="796"/>
                  </a:lnTo>
                  <a:lnTo>
                    <a:pt x="464" y="860"/>
                  </a:lnTo>
                  <a:lnTo>
                    <a:pt x="389" y="837"/>
                  </a:lnTo>
                  <a:lnTo>
                    <a:pt x="383" y="755"/>
                  </a:lnTo>
                  <a:lnTo>
                    <a:pt x="337" y="825"/>
                  </a:lnTo>
                  <a:lnTo>
                    <a:pt x="237" y="703"/>
                  </a:lnTo>
                  <a:lnTo>
                    <a:pt x="174" y="349"/>
                  </a:lnTo>
                  <a:lnTo>
                    <a:pt x="110" y="290"/>
                  </a:lnTo>
                  <a:lnTo>
                    <a:pt x="0" y="63"/>
                  </a:lnTo>
                  <a:lnTo>
                    <a:pt x="92" y="0"/>
                  </a:lnTo>
                  <a:lnTo>
                    <a:pt x="157" y="52"/>
                  </a:lnTo>
                  <a:lnTo>
                    <a:pt x="429" y="6"/>
                  </a:lnTo>
                  <a:lnTo>
                    <a:pt x="610" y="8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98" name=""/>
            <p:cNvSpPr/>
            <p:nvPr/>
          </p:nvSpPr>
          <p:spPr>
            <a:xfrm>
              <a:off x="5064120" y="1649520"/>
              <a:ext cx="117360" cy="168120"/>
            </a:xfrm>
            <a:custGeom>
              <a:avLst/>
              <a:gdLst/>
              <a:ahLst/>
              <a:rect l="l" t="t" r="r" b="b"/>
              <a:pathLst>
                <a:path w="680" h="1144">
                  <a:moveTo>
                    <a:pt x="30" y="355"/>
                  </a:moveTo>
                  <a:lnTo>
                    <a:pt x="175" y="453"/>
                  </a:lnTo>
                  <a:lnTo>
                    <a:pt x="187" y="564"/>
                  </a:lnTo>
                  <a:lnTo>
                    <a:pt x="128" y="569"/>
                  </a:lnTo>
                  <a:lnTo>
                    <a:pt x="163" y="662"/>
                  </a:lnTo>
                  <a:lnTo>
                    <a:pt x="47" y="831"/>
                  </a:lnTo>
                  <a:lnTo>
                    <a:pt x="82" y="1132"/>
                  </a:lnTo>
                  <a:lnTo>
                    <a:pt x="145" y="1144"/>
                  </a:lnTo>
                  <a:lnTo>
                    <a:pt x="175" y="1028"/>
                  </a:lnTo>
                  <a:lnTo>
                    <a:pt x="320" y="923"/>
                  </a:lnTo>
                  <a:lnTo>
                    <a:pt x="309" y="709"/>
                  </a:lnTo>
                  <a:lnTo>
                    <a:pt x="267" y="686"/>
                  </a:lnTo>
                  <a:lnTo>
                    <a:pt x="291" y="627"/>
                  </a:lnTo>
                  <a:lnTo>
                    <a:pt x="378" y="569"/>
                  </a:lnTo>
                  <a:lnTo>
                    <a:pt x="407" y="517"/>
                  </a:lnTo>
                  <a:lnTo>
                    <a:pt x="640" y="343"/>
                  </a:lnTo>
                  <a:lnTo>
                    <a:pt x="680" y="0"/>
                  </a:lnTo>
                  <a:lnTo>
                    <a:pt x="500" y="23"/>
                  </a:lnTo>
                  <a:lnTo>
                    <a:pt x="471" y="70"/>
                  </a:lnTo>
                  <a:lnTo>
                    <a:pt x="332" y="53"/>
                  </a:lnTo>
                  <a:lnTo>
                    <a:pt x="274" y="81"/>
                  </a:lnTo>
                  <a:lnTo>
                    <a:pt x="344" y="233"/>
                  </a:lnTo>
                  <a:lnTo>
                    <a:pt x="344" y="400"/>
                  </a:lnTo>
                  <a:lnTo>
                    <a:pt x="302" y="477"/>
                  </a:lnTo>
                  <a:lnTo>
                    <a:pt x="262" y="267"/>
                  </a:lnTo>
                  <a:lnTo>
                    <a:pt x="163" y="233"/>
                  </a:lnTo>
                  <a:lnTo>
                    <a:pt x="0" y="302"/>
                  </a:lnTo>
                  <a:lnTo>
                    <a:pt x="30" y="355"/>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199" name=""/>
            <p:cNvSpPr/>
            <p:nvPr/>
          </p:nvSpPr>
          <p:spPr>
            <a:xfrm>
              <a:off x="5011560" y="1701720"/>
              <a:ext cx="84240" cy="69840"/>
            </a:xfrm>
            <a:custGeom>
              <a:avLst/>
              <a:gdLst/>
              <a:ahLst/>
              <a:rect l="l" t="t" r="r" b="b"/>
              <a:pathLst>
                <a:path w="489" h="476">
                  <a:moveTo>
                    <a:pt x="0" y="162"/>
                  </a:moveTo>
                  <a:lnTo>
                    <a:pt x="63" y="336"/>
                  </a:lnTo>
                  <a:lnTo>
                    <a:pt x="116" y="336"/>
                  </a:lnTo>
                  <a:lnTo>
                    <a:pt x="133" y="389"/>
                  </a:lnTo>
                  <a:lnTo>
                    <a:pt x="349" y="476"/>
                  </a:lnTo>
                  <a:lnTo>
                    <a:pt x="465" y="307"/>
                  </a:lnTo>
                  <a:lnTo>
                    <a:pt x="430" y="214"/>
                  </a:lnTo>
                  <a:lnTo>
                    <a:pt x="489" y="209"/>
                  </a:lnTo>
                  <a:lnTo>
                    <a:pt x="477" y="98"/>
                  </a:lnTo>
                  <a:lnTo>
                    <a:pt x="332" y="0"/>
                  </a:lnTo>
                  <a:lnTo>
                    <a:pt x="262" y="5"/>
                  </a:lnTo>
                  <a:lnTo>
                    <a:pt x="116" y="167"/>
                  </a:lnTo>
                  <a:lnTo>
                    <a:pt x="0" y="162"/>
                  </a:lnTo>
                  <a:close/>
                </a:path>
              </a:pathLst>
            </a:custGeom>
            <a:solidFill>
              <a:srgbClr val="d0d0d0"/>
            </a:solidFill>
            <a:ln w="9360">
              <a:solidFill>
                <a:srgbClr val="909090"/>
              </a:solidFill>
              <a:round/>
            </a:ln>
          </p:spPr>
          <p:style>
            <a:lnRef idx="0"/>
            <a:fillRef idx="0"/>
            <a:effectRef idx="0"/>
            <a:fontRef idx="minor"/>
          </p:style>
          <p:txBody>
            <a:bodyPr lIns="90000" rIns="90000" tIns="23040" bIns="23040" anchor="t">
              <a:noAutofit/>
            </a:bodyPr>
            <a:p>
              <a:endParaRPr b="0" lang="en-US" sz="2400" spc="-1" strike="noStrike">
                <a:solidFill>
                  <a:srgbClr val="000000"/>
                </a:solidFill>
                <a:latin typeface="Times New Roman"/>
              </a:endParaRPr>
            </a:p>
          </p:txBody>
        </p:sp>
        <p:sp>
          <p:nvSpPr>
            <p:cNvPr id="9200" name=""/>
            <p:cNvSpPr/>
            <p:nvPr/>
          </p:nvSpPr>
          <p:spPr>
            <a:xfrm>
              <a:off x="4950000" y="1720800"/>
              <a:ext cx="101520" cy="100080"/>
            </a:xfrm>
            <a:custGeom>
              <a:avLst/>
              <a:gdLst/>
              <a:ahLst/>
              <a:rect l="l" t="t" r="r" b="b"/>
              <a:pathLst>
                <a:path w="593" h="674">
                  <a:moveTo>
                    <a:pt x="0" y="622"/>
                  </a:moveTo>
                  <a:lnTo>
                    <a:pt x="53" y="674"/>
                  </a:lnTo>
                  <a:lnTo>
                    <a:pt x="135" y="640"/>
                  </a:lnTo>
                  <a:lnTo>
                    <a:pt x="216" y="552"/>
                  </a:lnTo>
                  <a:lnTo>
                    <a:pt x="338" y="581"/>
                  </a:lnTo>
                  <a:lnTo>
                    <a:pt x="379" y="552"/>
                  </a:lnTo>
                  <a:lnTo>
                    <a:pt x="361" y="488"/>
                  </a:lnTo>
                  <a:lnTo>
                    <a:pt x="593" y="296"/>
                  </a:lnTo>
                  <a:lnTo>
                    <a:pt x="501" y="262"/>
                  </a:lnTo>
                  <a:lnTo>
                    <a:pt x="477" y="209"/>
                  </a:lnTo>
                  <a:lnTo>
                    <a:pt x="424" y="209"/>
                  </a:lnTo>
                  <a:lnTo>
                    <a:pt x="361" y="35"/>
                  </a:lnTo>
                  <a:lnTo>
                    <a:pt x="297" y="0"/>
                  </a:lnTo>
                  <a:lnTo>
                    <a:pt x="94" y="64"/>
                  </a:lnTo>
                  <a:lnTo>
                    <a:pt x="82" y="291"/>
                  </a:lnTo>
                  <a:lnTo>
                    <a:pt x="0" y="337"/>
                  </a:lnTo>
                  <a:lnTo>
                    <a:pt x="0" y="622"/>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01" name=""/>
            <p:cNvSpPr/>
            <p:nvPr/>
          </p:nvSpPr>
          <p:spPr>
            <a:xfrm>
              <a:off x="4917960" y="1763640"/>
              <a:ext cx="169920" cy="144360"/>
            </a:xfrm>
            <a:custGeom>
              <a:avLst/>
              <a:gdLst/>
              <a:ahLst/>
              <a:rect l="l" t="t" r="r" b="b"/>
              <a:pathLst>
                <a:path w="982" h="970">
                  <a:moveTo>
                    <a:pt x="0" y="500"/>
                  </a:moveTo>
                  <a:lnTo>
                    <a:pt x="110" y="710"/>
                  </a:lnTo>
                  <a:lnTo>
                    <a:pt x="87" y="831"/>
                  </a:lnTo>
                  <a:lnTo>
                    <a:pt x="127" y="942"/>
                  </a:lnTo>
                  <a:lnTo>
                    <a:pt x="203" y="970"/>
                  </a:lnTo>
                  <a:lnTo>
                    <a:pt x="296" y="907"/>
                  </a:lnTo>
                  <a:lnTo>
                    <a:pt x="418" y="895"/>
                  </a:lnTo>
                  <a:lnTo>
                    <a:pt x="593" y="814"/>
                  </a:lnTo>
                  <a:lnTo>
                    <a:pt x="755" y="721"/>
                  </a:lnTo>
                  <a:lnTo>
                    <a:pt x="964" y="431"/>
                  </a:lnTo>
                  <a:lnTo>
                    <a:pt x="982" y="366"/>
                  </a:lnTo>
                  <a:lnTo>
                    <a:pt x="924" y="354"/>
                  </a:lnTo>
                  <a:lnTo>
                    <a:pt x="860" y="413"/>
                  </a:lnTo>
                  <a:lnTo>
                    <a:pt x="819" y="407"/>
                  </a:lnTo>
                  <a:lnTo>
                    <a:pt x="842" y="332"/>
                  </a:lnTo>
                  <a:lnTo>
                    <a:pt x="848" y="302"/>
                  </a:lnTo>
                  <a:lnTo>
                    <a:pt x="924" y="302"/>
                  </a:lnTo>
                  <a:lnTo>
                    <a:pt x="889" y="53"/>
                  </a:lnTo>
                  <a:lnTo>
                    <a:pt x="760" y="0"/>
                  </a:lnTo>
                  <a:lnTo>
                    <a:pt x="540" y="175"/>
                  </a:lnTo>
                  <a:lnTo>
                    <a:pt x="558" y="256"/>
                  </a:lnTo>
                  <a:lnTo>
                    <a:pt x="517" y="285"/>
                  </a:lnTo>
                  <a:lnTo>
                    <a:pt x="395" y="256"/>
                  </a:lnTo>
                  <a:lnTo>
                    <a:pt x="326" y="332"/>
                  </a:lnTo>
                  <a:lnTo>
                    <a:pt x="232" y="378"/>
                  </a:lnTo>
                  <a:lnTo>
                    <a:pt x="179" y="326"/>
                  </a:lnTo>
                  <a:lnTo>
                    <a:pt x="179" y="477"/>
                  </a:lnTo>
                  <a:lnTo>
                    <a:pt x="127" y="541"/>
                  </a:lnTo>
                  <a:lnTo>
                    <a:pt x="64" y="518"/>
                  </a:lnTo>
                  <a:lnTo>
                    <a:pt x="46" y="436"/>
                  </a:lnTo>
                  <a:lnTo>
                    <a:pt x="0" y="50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02" name=""/>
            <p:cNvSpPr/>
            <p:nvPr/>
          </p:nvSpPr>
          <p:spPr>
            <a:xfrm>
              <a:off x="5057640" y="1808280"/>
              <a:ext cx="20880" cy="17280"/>
            </a:xfrm>
            <a:custGeom>
              <a:avLst/>
              <a:gdLst/>
              <a:ahLst/>
              <a:rect l="l" t="t" r="r" b="b"/>
              <a:pathLst>
                <a:path w="116" h="111">
                  <a:moveTo>
                    <a:pt x="104" y="0"/>
                  </a:moveTo>
                  <a:lnTo>
                    <a:pt x="41" y="0"/>
                  </a:lnTo>
                  <a:lnTo>
                    <a:pt x="0" y="99"/>
                  </a:lnTo>
                  <a:lnTo>
                    <a:pt x="47" y="111"/>
                  </a:lnTo>
                  <a:lnTo>
                    <a:pt x="116" y="52"/>
                  </a:lnTo>
                  <a:lnTo>
                    <a:pt x="104" y="0"/>
                  </a:lnTo>
                  <a:close/>
                </a:path>
              </a:pathLst>
            </a:custGeom>
            <a:solidFill>
              <a:srgbClr val="d0d0d0"/>
            </a:solidFill>
            <a:ln w="9360">
              <a:solidFill>
                <a:srgbClr val="909090"/>
              </a:solidFill>
              <a:round/>
            </a:ln>
          </p:spPr>
          <p:style>
            <a:lnRef idx="0"/>
            <a:fillRef idx="0"/>
            <a:effectRef idx="0"/>
            <a:fontRef idx="minor"/>
          </p:style>
          <p:txBody>
            <a:bodyPr lIns="90000" rIns="90000" tIns="-29520" bIns="-29520" anchor="t">
              <a:noAutofit/>
            </a:bodyPr>
            <a:p>
              <a:endParaRPr b="0" lang="en-US" sz="2400" spc="-1" strike="noStrike">
                <a:solidFill>
                  <a:srgbClr val="000000"/>
                </a:solidFill>
                <a:latin typeface="Times New Roman"/>
              </a:endParaRPr>
            </a:p>
          </p:txBody>
        </p:sp>
        <p:sp>
          <p:nvSpPr>
            <p:cNvPr id="9203" name=""/>
            <p:cNvSpPr/>
            <p:nvPr/>
          </p:nvSpPr>
          <p:spPr>
            <a:xfrm>
              <a:off x="5024520" y="1835280"/>
              <a:ext cx="22320" cy="21960"/>
            </a:xfrm>
            <a:custGeom>
              <a:avLst/>
              <a:gdLst/>
              <a:ahLst/>
              <a:rect l="l" t="t" r="r" b="b"/>
              <a:pathLst>
                <a:path w="133" h="145">
                  <a:moveTo>
                    <a:pt x="98" y="0"/>
                  </a:moveTo>
                  <a:lnTo>
                    <a:pt x="17" y="23"/>
                  </a:lnTo>
                  <a:lnTo>
                    <a:pt x="0" y="81"/>
                  </a:lnTo>
                  <a:lnTo>
                    <a:pt x="28" y="145"/>
                  </a:lnTo>
                  <a:lnTo>
                    <a:pt x="81" y="145"/>
                  </a:lnTo>
                  <a:lnTo>
                    <a:pt x="133" y="70"/>
                  </a:lnTo>
                  <a:lnTo>
                    <a:pt x="133" y="40"/>
                  </a:lnTo>
                  <a:lnTo>
                    <a:pt x="128" y="17"/>
                  </a:lnTo>
                  <a:lnTo>
                    <a:pt x="98" y="0"/>
                  </a:lnTo>
                  <a:close/>
                </a:path>
              </a:pathLst>
            </a:custGeom>
            <a:solidFill>
              <a:srgbClr val="d0d0d0"/>
            </a:solidFill>
            <a:ln w="9360">
              <a:solidFill>
                <a:srgbClr val="909090"/>
              </a:solidFill>
              <a:round/>
            </a:ln>
          </p:spPr>
          <p:style>
            <a:lnRef idx="0"/>
            <a:fillRef idx="0"/>
            <a:effectRef idx="0"/>
            <a:fontRef idx="minor"/>
          </p:style>
          <p:txBody>
            <a:bodyPr lIns="90000" rIns="90000" tIns="-24840" bIns="-24840" anchor="t">
              <a:noAutofit/>
            </a:bodyPr>
            <a:p>
              <a:endParaRPr b="0" lang="en-US" sz="2400" spc="-1" strike="noStrike">
                <a:solidFill>
                  <a:srgbClr val="000000"/>
                </a:solidFill>
                <a:latin typeface="Times New Roman"/>
              </a:endParaRPr>
            </a:p>
          </p:txBody>
        </p:sp>
        <p:sp>
          <p:nvSpPr>
            <p:cNvPr id="9204" name=""/>
            <p:cNvSpPr/>
            <p:nvPr/>
          </p:nvSpPr>
          <p:spPr>
            <a:xfrm>
              <a:off x="4741920" y="893880"/>
              <a:ext cx="4680" cy="7920"/>
            </a:xfrm>
            <a:custGeom>
              <a:avLst/>
              <a:gdLst/>
              <a:ahLst/>
              <a:rect l="l" t="t" r="r" b="b"/>
              <a:pathLst>
                <a:path w="24" h="58">
                  <a:moveTo>
                    <a:pt x="12" y="0"/>
                  </a:moveTo>
                  <a:lnTo>
                    <a:pt x="24" y="35"/>
                  </a:lnTo>
                  <a:lnTo>
                    <a:pt x="6" y="58"/>
                  </a:lnTo>
                  <a:lnTo>
                    <a:pt x="6" y="52"/>
                  </a:lnTo>
                  <a:lnTo>
                    <a:pt x="6" y="40"/>
                  </a:lnTo>
                  <a:lnTo>
                    <a:pt x="0" y="12"/>
                  </a:lnTo>
                  <a:lnTo>
                    <a:pt x="12" y="0"/>
                  </a:lnTo>
                  <a:close/>
                </a:path>
              </a:pathLst>
            </a:custGeom>
            <a:solidFill>
              <a:srgbClr val="d0d0d0"/>
            </a:solidFill>
            <a:ln w="9360">
              <a:solidFill>
                <a:srgbClr val="909090"/>
              </a:solidFill>
              <a:round/>
            </a:ln>
          </p:spPr>
          <p:style>
            <a:lnRef idx="0"/>
            <a:fillRef idx="0"/>
            <a:effectRef idx="0"/>
            <a:fontRef idx="minor"/>
          </p:style>
          <p:txBody>
            <a:bodyPr lIns="90000" rIns="90000" tIns="-38880" bIns="-38880" anchor="t">
              <a:noAutofit/>
            </a:bodyPr>
            <a:p>
              <a:endParaRPr b="0" lang="en-US" sz="2400" spc="-1" strike="noStrike">
                <a:solidFill>
                  <a:srgbClr val="000000"/>
                </a:solidFill>
                <a:latin typeface="Times New Roman"/>
              </a:endParaRPr>
            </a:p>
          </p:txBody>
        </p:sp>
        <p:sp>
          <p:nvSpPr>
            <p:cNvPr id="9205" name=""/>
            <p:cNvSpPr/>
            <p:nvPr/>
          </p:nvSpPr>
          <p:spPr>
            <a:xfrm>
              <a:off x="4735440" y="895320"/>
              <a:ext cx="3240" cy="4680"/>
            </a:xfrm>
            <a:custGeom>
              <a:avLst/>
              <a:gdLst/>
              <a:ahLst/>
              <a:rect l="l" t="t" r="r" b="b"/>
              <a:pathLst>
                <a:path w="18" h="35">
                  <a:moveTo>
                    <a:pt x="6" y="0"/>
                  </a:moveTo>
                  <a:lnTo>
                    <a:pt x="0" y="24"/>
                  </a:lnTo>
                  <a:lnTo>
                    <a:pt x="11" y="35"/>
                  </a:lnTo>
                  <a:lnTo>
                    <a:pt x="18" y="18"/>
                  </a:lnTo>
                  <a:lnTo>
                    <a:pt x="18" y="7"/>
                  </a:lnTo>
                  <a:lnTo>
                    <a:pt x="6" y="0"/>
                  </a:lnTo>
                  <a:close/>
                </a:path>
              </a:pathLst>
            </a:custGeom>
            <a:solidFill>
              <a:srgbClr val="d0d0d0"/>
            </a:solidFill>
            <a:ln w="9360">
              <a:solidFill>
                <a:srgbClr val="909090"/>
              </a:solidFill>
              <a:round/>
            </a:ln>
          </p:spPr>
          <p:style>
            <a:lnRef idx="0"/>
            <a:fillRef idx="0"/>
            <a:effectRef idx="0"/>
            <a:fontRef idx="minor"/>
          </p:style>
          <p:txBody>
            <a:bodyPr lIns="90000" rIns="90000" tIns="-42120" bIns="-42120" anchor="t">
              <a:noAutofit/>
            </a:bodyPr>
            <a:p>
              <a:endParaRPr b="0" lang="en-US" sz="2400" spc="-1" strike="noStrike">
                <a:solidFill>
                  <a:srgbClr val="000000"/>
                </a:solidFill>
                <a:latin typeface="Times New Roman"/>
              </a:endParaRPr>
            </a:p>
          </p:txBody>
        </p:sp>
        <p:sp>
          <p:nvSpPr>
            <p:cNvPr id="9206" name=""/>
            <p:cNvSpPr/>
            <p:nvPr/>
          </p:nvSpPr>
          <p:spPr>
            <a:xfrm>
              <a:off x="4737240" y="884160"/>
              <a:ext cx="9360" cy="6480"/>
            </a:xfrm>
            <a:custGeom>
              <a:avLst/>
              <a:gdLst/>
              <a:ahLst/>
              <a:rect l="l" t="t" r="r" b="b"/>
              <a:pathLst>
                <a:path w="53" h="47">
                  <a:moveTo>
                    <a:pt x="7" y="18"/>
                  </a:moveTo>
                  <a:lnTo>
                    <a:pt x="0" y="30"/>
                  </a:lnTo>
                  <a:lnTo>
                    <a:pt x="18" y="47"/>
                  </a:lnTo>
                  <a:lnTo>
                    <a:pt x="42" y="41"/>
                  </a:lnTo>
                  <a:lnTo>
                    <a:pt x="53" y="18"/>
                  </a:lnTo>
                  <a:lnTo>
                    <a:pt x="30" y="0"/>
                  </a:lnTo>
                  <a:lnTo>
                    <a:pt x="7" y="0"/>
                  </a:lnTo>
                  <a:lnTo>
                    <a:pt x="7" y="18"/>
                  </a:lnTo>
                  <a:close/>
                </a:path>
              </a:pathLst>
            </a:custGeom>
            <a:solidFill>
              <a:srgbClr val="d0d0d0"/>
            </a:solidFill>
            <a:ln w="9360">
              <a:solidFill>
                <a:srgbClr val="909090"/>
              </a:solidFill>
              <a:round/>
            </a:ln>
          </p:spPr>
          <p:style>
            <a:lnRef idx="0"/>
            <a:fillRef idx="0"/>
            <a:effectRef idx="0"/>
            <a:fontRef idx="minor"/>
          </p:style>
          <p:txBody>
            <a:bodyPr lIns="90000" rIns="90000" tIns="-40320" bIns="-40320" anchor="t">
              <a:noAutofit/>
            </a:bodyPr>
            <a:p>
              <a:endParaRPr b="0" lang="en-US" sz="2400" spc="-1" strike="noStrike">
                <a:solidFill>
                  <a:srgbClr val="000000"/>
                </a:solidFill>
                <a:latin typeface="Times New Roman"/>
              </a:endParaRPr>
            </a:p>
          </p:txBody>
        </p:sp>
        <p:sp>
          <p:nvSpPr>
            <p:cNvPr id="9207" name=""/>
            <p:cNvSpPr/>
            <p:nvPr/>
          </p:nvSpPr>
          <p:spPr>
            <a:xfrm>
              <a:off x="4768920" y="880920"/>
              <a:ext cx="6120" cy="3240"/>
            </a:xfrm>
            <a:custGeom>
              <a:avLst/>
              <a:gdLst/>
              <a:ahLst/>
              <a:rect l="l" t="t" r="r" b="b"/>
              <a:pathLst>
                <a:path w="28" h="23">
                  <a:moveTo>
                    <a:pt x="11" y="6"/>
                  </a:moveTo>
                  <a:lnTo>
                    <a:pt x="0" y="18"/>
                  </a:lnTo>
                  <a:lnTo>
                    <a:pt x="11" y="23"/>
                  </a:lnTo>
                  <a:lnTo>
                    <a:pt x="28" y="23"/>
                  </a:lnTo>
                  <a:lnTo>
                    <a:pt x="23" y="6"/>
                  </a:lnTo>
                  <a:lnTo>
                    <a:pt x="17" y="0"/>
                  </a:lnTo>
                  <a:lnTo>
                    <a:pt x="11" y="6"/>
                  </a:lnTo>
                  <a:close/>
                </a:path>
              </a:pathLst>
            </a:custGeom>
            <a:solidFill>
              <a:srgbClr val="d0d0d0"/>
            </a:solidFill>
            <a:ln w="9360">
              <a:solidFill>
                <a:srgbClr val="909090"/>
              </a:solidFill>
              <a:round/>
            </a:ln>
          </p:spPr>
          <p:style>
            <a:lnRef idx="0"/>
            <a:fillRef idx="0"/>
            <a:effectRef idx="0"/>
            <a:fontRef idx="minor"/>
          </p:style>
          <p:txBody>
            <a:bodyPr lIns="90000" rIns="90000" tIns="-43560" bIns="-43560" anchor="t">
              <a:noAutofit/>
            </a:bodyPr>
            <a:p>
              <a:endParaRPr b="0" lang="en-US" sz="2400" spc="-1" strike="noStrike">
                <a:solidFill>
                  <a:srgbClr val="000000"/>
                </a:solidFill>
                <a:latin typeface="Times New Roman"/>
              </a:endParaRPr>
            </a:p>
          </p:txBody>
        </p:sp>
        <p:sp>
          <p:nvSpPr>
            <p:cNvPr id="9208" name=""/>
            <p:cNvSpPr/>
            <p:nvPr/>
          </p:nvSpPr>
          <p:spPr>
            <a:xfrm>
              <a:off x="4727520" y="923760"/>
              <a:ext cx="20520" cy="19080"/>
            </a:xfrm>
            <a:custGeom>
              <a:avLst/>
              <a:gdLst/>
              <a:ahLst/>
              <a:rect l="l" t="t" r="r" b="b"/>
              <a:pathLst>
                <a:path w="123" h="127">
                  <a:moveTo>
                    <a:pt x="53" y="0"/>
                  </a:moveTo>
                  <a:lnTo>
                    <a:pt x="12" y="35"/>
                  </a:lnTo>
                  <a:lnTo>
                    <a:pt x="0" y="80"/>
                  </a:lnTo>
                  <a:lnTo>
                    <a:pt x="12" y="104"/>
                  </a:lnTo>
                  <a:lnTo>
                    <a:pt x="30" y="98"/>
                  </a:lnTo>
                  <a:lnTo>
                    <a:pt x="82" y="127"/>
                  </a:lnTo>
                  <a:lnTo>
                    <a:pt x="88" y="122"/>
                  </a:lnTo>
                  <a:lnTo>
                    <a:pt x="123" y="80"/>
                  </a:lnTo>
                  <a:lnTo>
                    <a:pt x="111" y="23"/>
                  </a:lnTo>
                  <a:lnTo>
                    <a:pt x="70" y="11"/>
                  </a:lnTo>
                  <a:lnTo>
                    <a:pt x="53" y="0"/>
                  </a:lnTo>
                  <a:close/>
                </a:path>
              </a:pathLst>
            </a:custGeom>
            <a:solidFill>
              <a:srgbClr val="d0d0d0"/>
            </a:solidFill>
            <a:ln w="9360">
              <a:solidFill>
                <a:srgbClr val="909090"/>
              </a:solidFill>
              <a:round/>
            </a:ln>
          </p:spPr>
          <p:style>
            <a:lnRef idx="0"/>
            <a:fillRef idx="0"/>
            <a:effectRef idx="0"/>
            <a:fontRef idx="minor"/>
          </p:style>
          <p:txBody>
            <a:bodyPr lIns="90000" rIns="90000" tIns="-27720" bIns="-27720" anchor="t">
              <a:noAutofit/>
            </a:bodyPr>
            <a:p>
              <a:endParaRPr b="0" lang="en-US" sz="2400" spc="-1" strike="noStrike">
                <a:solidFill>
                  <a:srgbClr val="000000"/>
                </a:solidFill>
                <a:latin typeface="Times New Roman"/>
              </a:endParaRPr>
            </a:p>
          </p:txBody>
        </p:sp>
        <p:sp>
          <p:nvSpPr>
            <p:cNvPr id="9209" name=""/>
            <p:cNvSpPr/>
            <p:nvPr/>
          </p:nvSpPr>
          <p:spPr>
            <a:xfrm>
              <a:off x="4702320" y="922320"/>
              <a:ext cx="41040" cy="44640"/>
            </a:xfrm>
            <a:custGeom>
              <a:avLst/>
              <a:gdLst/>
              <a:ahLst/>
              <a:rect l="l" t="t" r="r" b="b"/>
              <a:pathLst>
                <a:path w="233" h="308">
                  <a:moveTo>
                    <a:pt x="198" y="18"/>
                  </a:moveTo>
                  <a:lnTo>
                    <a:pt x="192" y="0"/>
                  </a:lnTo>
                  <a:lnTo>
                    <a:pt x="157" y="29"/>
                  </a:lnTo>
                  <a:lnTo>
                    <a:pt x="123" y="35"/>
                  </a:lnTo>
                  <a:lnTo>
                    <a:pt x="88" y="46"/>
                  </a:lnTo>
                  <a:lnTo>
                    <a:pt x="116" y="81"/>
                  </a:lnTo>
                  <a:lnTo>
                    <a:pt x="70" y="70"/>
                  </a:lnTo>
                  <a:lnTo>
                    <a:pt x="53" y="87"/>
                  </a:lnTo>
                  <a:lnTo>
                    <a:pt x="64" y="133"/>
                  </a:lnTo>
                  <a:lnTo>
                    <a:pt x="41" y="140"/>
                  </a:lnTo>
                  <a:lnTo>
                    <a:pt x="41" y="151"/>
                  </a:lnTo>
                  <a:lnTo>
                    <a:pt x="64" y="180"/>
                  </a:lnTo>
                  <a:lnTo>
                    <a:pt x="0" y="244"/>
                  </a:lnTo>
                  <a:lnTo>
                    <a:pt x="46" y="290"/>
                  </a:lnTo>
                  <a:lnTo>
                    <a:pt x="116" y="308"/>
                  </a:lnTo>
                  <a:lnTo>
                    <a:pt x="163" y="255"/>
                  </a:lnTo>
                  <a:lnTo>
                    <a:pt x="198" y="297"/>
                  </a:lnTo>
                  <a:lnTo>
                    <a:pt x="221" y="273"/>
                  </a:lnTo>
                  <a:lnTo>
                    <a:pt x="210" y="209"/>
                  </a:lnTo>
                  <a:lnTo>
                    <a:pt x="227" y="186"/>
                  </a:lnTo>
                  <a:lnTo>
                    <a:pt x="233" y="140"/>
                  </a:lnTo>
                  <a:lnTo>
                    <a:pt x="227" y="145"/>
                  </a:lnTo>
                  <a:lnTo>
                    <a:pt x="175" y="116"/>
                  </a:lnTo>
                  <a:lnTo>
                    <a:pt x="157" y="122"/>
                  </a:lnTo>
                  <a:lnTo>
                    <a:pt x="145" y="98"/>
                  </a:lnTo>
                  <a:lnTo>
                    <a:pt x="157" y="53"/>
                  </a:lnTo>
                  <a:lnTo>
                    <a:pt x="198" y="18"/>
                  </a:lnTo>
                  <a:close/>
                </a:path>
              </a:pathLst>
            </a:custGeom>
            <a:solidFill>
              <a:srgbClr val="d0d0d0"/>
            </a:solidFill>
            <a:ln w="9360">
              <a:solidFill>
                <a:srgbClr val="909090"/>
              </a:solidFill>
              <a:round/>
            </a:ln>
          </p:spPr>
          <p:style>
            <a:lnRef idx="0"/>
            <a:fillRef idx="0"/>
            <a:effectRef idx="0"/>
            <a:fontRef idx="minor"/>
          </p:style>
          <p:txBody>
            <a:bodyPr lIns="90000" rIns="90000" tIns="-2160" bIns="-2160" anchor="t">
              <a:noAutofit/>
            </a:bodyPr>
            <a:p>
              <a:endParaRPr b="0" lang="en-US" sz="2400" spc="-1" strike="noStrike">
                <a:solidFill>
                  <a:srgbClr val="000000"/>
                </a:solidFill>
                <a:latin typeface="Times New Roman"/>
              </a:endParaRPr>
            </a:p>
          </p:txBody>
        </p:sp>
        <p:sp>
          <p:nvSpPr>
            <p:cNvPr id="9210" name=""/>
            <p:cNvSpPr/>
            <p:nvPr/>
          </p:nvSpPr>
          <p:spPr>
            <a:xfrm>
              <a:off x="4748040" y="949320"/>
              <a:ext cx="20880" cy="23760"/>
            </a:xfrm>
            <a:custGeom>
              <a:avLst/>
              <a:gdLst/>
              <a:ahLst/>
              <a:rect l="l" t="t" r="r" b="b"/>
              <a:pathLst>
                <a:path w="122" h="163">
                  <a:moveTo>
                    <a:pt x="98" y="6"/>
                  </a:moveTo>
                  <a:lnTo>
                    <a:pt x="122" y="46"/>
                  </a:lnTo>
                  <a:lnTo>
                    <a:pt x="98" y="52"/>
                  </a:lnTo>
                  <a:lnTo>
                    <a:pt x="110" y="76"/>
                  </a:lnTo>
                  <a:lnTo>
                    <a:pt x="93" y="111"/>
                  </a:lnTo>
                  <a:lnTo>
                    <a:pt x="98" y="122"/>
                  </a:lnTo>
                  <a:lnTo>
                    <a:pt x="63" y="163"/>
                  </a:lnTo>
                  <a:lnTo>
                    <a:pt x="0" y="146"/>
                  </a:lnTo>
                  <a:lnTo>
                    <a:pt x="6" y="104"/>
                  </a:lnTo>
                  <a:lnTo>
                    <a:pt x="35" y="99"/>
                  </a:lnTo>
                  <a:lnTo>
                    <a:pt x="40" y="34"/>
                  </a:lnTo>
                  <a:lnTo>
                    <a:pt x="35" y="6"/>
                  </a:lnTo>
                  <a:lnTo>
                    <a:pt x="46" y="0"/>
                  </a:lnTo>
                  <a:lnTo>
                    <a:pt x="70" y="12"/>
                  </a:lnTo>
                  <a:lnTo>
                    <a:pt x="98" y="6"/>
                  </a:lnTo>
                  <a:close/>
                </a:path>
              </a:pathLst>
            </a:custGeom>
            <a:solidFill>
              <a:srgbClr val="d0d0d0"/>
            </a:solidFill>
            <a:ln w="9360">
              <a:solidFill>
                <a:srgbClr val="909090"/>
              </a:solidFill>
              <a:round/>
            </a:ln>
          </p:spPr>
          <p:style>
            <a:lnRef idx="0"/>
            <a:fillRef idx="0"/>
            <a:effectRef idx="0"/>
            <a:fontRef idx="minor"/>
          </p:style>
          <p:txBody>
            <a:bodyPr lIns="90000" rIns="90000" tIns="-23040" bIns="-23040" anchor="t">
              <a:noAutofit/>
            </a:bodyPr>
            <a:p>
              <a:endParaRPr b="0" lang="en-US" sz="2400" spc="-1" strike="noStrike">
                <a:solidFill>
                  <a:srgbClr val="000000"/>
                </a:solidFill>
                <a:latin typeface="Times New Roman"/>
              </a:endParaRPr>
            </a:p>
          </p:txBody>
        </p:sp>
        <p:sp>
          <p:nvSpPr>
            <p:cNvPr id="9211" name=""/>
            <p:cNvSpPr/>
            <p:nvPr/>
          </p:nvSpPr>
          <p:spPr>
            <a:xfrm>
              <a:off x="4741920" y="925560"/>
              <a:ext cx="61920" cy="61920"/>
            </a:xfrm>
            <a:custGeom>
              <a:avLst/>
              <a:gdLst/>
              <a:ahLst/>
              <a:rect l="l" t="t" r="r" b="b"/>
              <a:pathLst>
                <a:path w="360" h="413">
                  <a:moveTo>
                    <a:pt x="128" y="116"/>
                  </a:moveTo>
                  <a:lnTo>
                    <a:pt x="157" y="104"/>
                  </a:lnTo>
                  <a:lnTo>
                    <a:pt x="163" y="69"/>
                  </a:lnTo>
                  <a:lnTo>
                    <a:pt x="203" y="29"/>
                  </a:lnTo>
                  <a:lnTo>
                    <a:pt x="208" y="6"/>
                  </a:lnTo>
                  <a:lnTo>
                    <a:pt x="215" y="0"/>
                  </a:lnTo>
                  <a:lnTo>
                    <a:pt x="226" y="24"/>
                  </a:lnTo>
                  <a:lnTo>
                    <a:pt x="215" y="69"/>
                  </a:lnTo>
                  <a:lnTo>
                    <a:pt x="243" y="69"/>
                  </a:lnTo>
                  <a:lnTo>
                    <a:pt x="267" y="93"/>
                  </a:lnTo>
                  <a:lnTo>
                    <a:pt x="261" y="139"/>
                  </a:lnTo>
                  <a:lnTo>
                    <a:pt x="278" y="191"/>
                  </a:lnTo>
                  <a:lnTo>
                    <a:pt x="313" y="198"/>
                  </a:lnTo>
                  <a:lnTo>
                    <a:pt x="360" y="256"/>
                  </a:lnTo>
                  <a:lnTo>
                    <a:pt x="348" y="296"/>
                  </a:lnTo>
                  <a:lnTo>
                    <a:pt x="296" y="325"/>
                  </a:lnTo>
                  <a:lnTo>
                    <a:pt x="337" y="366"/>
                  </a:lnTo>
                  <a:lnTo>
                    <a:pt x="313" y="383"/>
                  </a:lnTo>
                  <a:lnTo>
                    <a:pt x="267" y="390"/>
                  </a:lnTo>
                  <a:lnTo>
                    <a:pt x="250" y="383"/>
                  </a:lnTo>
                  <a:lnTo>
                    <a:pt x="232" y="395"/>
                  </a:lnTo>
                  <a:lnTo>
                    <a:pt x="163" y="401"/>
                  </a:lnTo>
                  <a:lnTo>
                    <a:pt x="133" y="383"/>
                  </a:lnTo>
                  <a:lnTo>
                    <a:pt x="58" y="413"/>
                  </a:lnTo>
                  <a:lnTo>
                    <a:pt x="6" y="395"/>
                  </a:lnTo>
                  <a:lnTo>
                    <a:pt x="0" y="383"/>
                  </a:lnTo>
                  <a:lnTo>
                    <a:pt x="29" y="378"/>
                  </a:lnTo>
                  <a:lnTo>
                    <a:pt x="53" y="337"/>
                  </a:lnTo>
                  <a:lnTo>
                    <a:pt x="98" y="320"/>
                  </a:lnTo>
                  <a:lnTo>
                    <a:pt x="128" y="279"/>
                  </a:lnTo>
                  <a:lnTo>
                    <a:pt x="128" y="268"/>
                  </a:lnTo>
                  <a:lnTo>
                    <a:pt x="145" y="233"/>
                  </a:lnTo>
                  <a:lnTo>
                    <a:pt x="140" y="203"/>
                  </a:lnTo>
                  <a:lnTo>
                    <a:pt x="157" y="198"/>
                  </a:lnTo>
                  <a:lnTo>
                    <a:pt x="133" y="163"/>
                  </a:lnTo>
                  <a:lnTo>
                    <a:pt x="128" y="116"/>
                  </a:lnTo>
                  <a:close/>
                </a:path>
              </a:pathLst>
            </a:custGeom>
            <a:solidFill>
              <a:srgbClr val="d0d0d0"/>
            </a:solidFill>
            <a:ln w="9360">
              <a:solidFill>
                <a:srgbClr val="90909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9212" name=""/>
            <p:cNvSpPr/>
            <p:nvPr/>
          </p:nvSpPr>
          <p:spPr>
            <a:xfrm>
              <a:off x="4746600" y="884160"/>
              <a:ext cx="31680" cy="58680"/>
            </a:xfrm>
            <a:custGeom>
              <a:avLst/>
              <a:gdLst/>
              <a:ahLst/>
              <a:rect l="l" t="t" r="r" b="b"/>
              <a:pathLst>
                <a:path w="197" h="401">
                  <a:moveTo>
                    <a:pt x="115" y="401"/>
                  </a:moveTo>
                  <a:lnTo>
                    <a:pt x="98" y="354"/>
                  </a:lnTo>
                  <a:lnTo>
                    <a:pt x="104" y="314"/>
                  </a:lnTo>
                  <a:lnTo>
                    <a:pt x="69" y="337"/>
                  </a:lnTo>
                  <a:lnTo>
                    <a:pt x="40" y="309"/>
                  </a:lnTo>
                  <a:lnTo>
                    <a:pt x="35" y="250"/>
                  </a:lnTo>
                  <a:lnTo>
                    <a:pt x="17" y="204"/>
                  </a:lnTo>
                  <a:lnTo>
                    <a:pt x="0" y="209"/>
                  </a:lnTo>
                  <a:lnTo>
                    <a:pt x="0" y="175"/>
                  </a:lnTo>
                  <a:lnTo>
                    <a:pt x="23" y="140"/>
                  </a:lnTo>
                  <a:lnTo>
                    <a:pt x="17" y="122"/>
                  </a:lnTo>
                  <a:lnTo>
                    <a:pt x="23" y="75"/>
                  </a:lnTo>
                  <a:lnTo>
                    <a:pt x="40" y="65"/>
                  </a:lnTo>
                  <a:lnTo>
                    <a:pt x="28" y="47"/>
                  </a:lnTo>
                  <a:lnTo>
                    <a:pt x="40" y="6"/>
                  </a:lnTo>
                  <a:lnTo>
                    <a:pt x="45" y="0"/>
                  </a:lnTo>
                  <a:lnTo>
                    <a:pt x="127" y="18"/>
                  </a:lnTo>
                  <a:lnTo>
                    <a:pt x="127" y="41"/>
                  </a:lnTo>
                  <a:lnTo>
                    <a:pt x="98" y="47"/>
                  </a:lnTo>
                  <a:lnTo>
                    <a:pt x="87" y="87"/>
                  </a:lnTo>
                  <a:lnTo>
                    <a:pt x="110" y="82"/>
                  </a:lnTo>
                  <a:lnTo>
                    <a:pt x="115" y="99"/>
                  </a:lnTo>
                  <a:lnTo>
                    <a:pt x="145" y="99"/>
                  </a:lnTo>
                  <a:lnTo>
                    <a:pt x="173" y="128"/>
                  </a:lnTo>
                  <a:lnTo>
                    <a:pt x="127" y="232"/>
                  </a:lnTo>
                  <a:lnTo>
                    <a:pt x="179" y="244"/>
                  </a:lnTo>
                  <a:lnTo>
                    <a:pt x="197" y="285"/>
                  </a:lnTo>
                  <a:lnTo>
                    <a:pt x="190" y="291"/>
                  </a:lnTo>
                  <a:lnTo>
                    <a:pt x="185" y="314"/>
                  </a:lnTo>
                  <a:lnTo>
                    <a:pt x="145" y="354"/>
                  </a:lnTo>
                  <a:lnTo>
                    <a:pt x="139" y="389"/>
                  </a:lnTo>
                  <a:lnTo>
                    <a:pt x="115" y="401"/>
                  </a:lnTo>
                  <a:close/>
                </a:path>
              </a:pathLst>
            </a:custGeom>
            <a:solidFill>
              <a:srgbClr val="d0d0d0"/>
            </a:solidFill>
            <a:ln w="9360">
              <a:solidFill>
                <a:srgbClr val="909090"/>
              </a:solidFill>
              <a:round/>
            </a:ln>
          </p:spPr>
          <p:style>
            <a:lnRef idx="0"/>
            <a:fillRef idx="0"/>
            <a:effectRef idx="0"/>
            <a:fontRef idx="minor"/>
          </p:style>
          <p:txBody>
            <a:bodyPr lIns="90000" rIns="90000" tIns="11880" bIns="11880" anchor="t">
              <a:noAutofit/>
            </a:bodyPr>
            <a:p>
              <a:endParaRPr b="0" lang="en-US" sz="2400" spc="-1" strike="noStrike">
                <a:solidFill>
                  <a:srgbClr val="000000"/>
                </a:solidFill>
                <a:latin typeface="Times New Roman"/>
              </a:endParaRPr>
            </a:p>
          </p:txBody>
        </p:sp>
        <p:sp>
          <p:nvSpPr>
            <p:cNvPr id="9213" name=""/>
            <p:cNvSpPr/>
            <p:nvPr/>
          </p:nvSpPr>
          <p:spPr>
            <a:xfrm>
              <a:off x="5475240" y="952560"/>
              <a:ext cx="557280" cy="388800"/>
            </a:xfrm>
            <a:custGeom>
              <a:avLst/>
              <a:gdLst/>
              <a:ahLst/>
              <a:rect l="l" t="t" r="r" b="b"/>
              <a:pathLst>
                <a:path w="3231" h="2637">
                  <a:moveTo>
                    <a:pt x="81" y="1458"/>
                  </a:moveTo>
                  <a:lnTo>
                    <a:pt x="133" y="1580"/>
                  </a:lnTo>
                  <a:lnTo>
                    <a:pt x="256" y="1598"/>
                  </a:lnTo>
                  <a:lnTo>
                    <a:pt x="337" y="1545"/>
                  </a:lnTo>
                  <a:lnTo>
                    <a:pt x="337" y="1638"/>
                  </a:lnTo>
                  <a:lnTo>
                    <a:pt x="273" y="1767"/>
                  </a:lnTo>
                  <a:lnTo>
                    <a:pt x="261" y="1807"/>
                  </a:lnTo>
                  <a:lnTo>
                    <a:pt x="302" y="1911"/>
                  </a:lnTo>
                  <a:lnTo>
                    <a:pt x="343" y="1946"/>
                  </a:lnTo>
                  <a:lnTo>
                    <a:pt x="400" y="1958"/>
                  </a:lnTo>
                  <a:lnTo>
                    <a:pt x="540" y="2011"/>
                  </a:lnTo>
                  <a:lnTo>
                    <a:pt x="651" y="2103"/>
                  </a:lnTo>
                  <a:lnTo>
                    <a:pt x="767" y="2080"/>
                  </a:lnTo>
                  <a:lnTo>
                    <a:pt x="791" y="2150"/>
                  </a:lnTo>
                  <a:lnTo>
                    <a:pt x="901" y="2150"/>
                  </a:lnTo>
                  <a:lnTo>
                    <a:pt x="1017" y="2150"/>
                  </a:lnTo>
                  <a:lnTo>
                    <a:pt x="1133" y="2126"/>
                  </a:lnTo>
                  <a:lnTo>
                    <a:pt x="1220" y="2056"/>
                  </a:lnTo>
                  <a:lnTo>
                    <a:pt x="1307" y="2056"/>
                  </a:lnTo>
                  <a:lnTo>
                    <a:pt x="1307" y="2103"/>
                  </a:lnTo>
                  <a:lnTo>
                    <a:pt x="1471" y="2150"/>
                  </a:lnTo>
                  <a:lnTo>
                    <a:pt x="1517" y="2260"/>
                  </a:lnTo>
                  <a:lnTo>
                    <a:pt x="1517" y="2341"/>
                  </a:lnTo>
                  <a:lnTo>
                    <a:pt x="1581" y="2405"/>
                  </a:lnTo>
                  <a:lnTo>
                    <a:pt x="1668" y="2422"/>
                  </a:lnTo>
                  <a:lnTo>
                    <a:pt x="1691" y="2527"/>
                  </a:lnTo>
                  <a:lnTo>
                    <a:pt x="1743" y="2544"/>
                  </a:lnTo>
                  <a:lnTo>
                    <a:pt x="1865" y="2475"/>
                  </a:lnTo>
                  <a:lnTo>
                    <a:pt x="1935" y="2480"/>
                  </a:lnTo>
                  <a:lnTo>
                    <a:pt x="1941" y="2527"/>
                  </a:lnTo>
                  <a:lnTo>
                    <a:pt x="1988" y="2567"/>
                  </a:lnTo>
                  <a:lnTo>
                    <a:pt x="2075" y="2550"/>
                  </a:lnTo>
                  <a:lnTo>
                    <a:pt x="2104" y="2637"/>
                  </a:lnTo>
                  <a:lnTo>
                    <a:pt x="2167" y="2637"/>
                  </a:lnTo>
                  <a:lnTo>
                    <a:pt x="2167" y="2567"/>
                  </a:lnTo>
                  <a:lnTo>
                    <a:pt x="2279" y="2550"/>
                  </a:lnTo>
                  <a:lnTo>
                    <a:pt x="2324" y="2480"/>
                  </a:lnTo>
                  <a:lnTo>
                    <a:pt x="2394" y="2504"/>
                  </a:lnTo>
                  <a:lnTo>
                    <a:pt x="2505" y="2434"/>
                  </a:lnTo>
                  <a:lnTo>
                    <a:pt x="2638" y="2283"/>
                  </a:lnTo>
                  <a:lnTo>
                    <a:pt x="2638" y="2236"/>
                  </a:lnTo>
                  <a:lnTo>
                    <a:pt x="2685" y="2213"/>
                  </a:lnTo>
                  <a:lnTo>
                    <a:pt x="2715" y="2126"/>
                  </a:lnTo>
                  <a:lnTo>
                    <a:pt x="2755" y="2011"/>
                  </a:lnTo>
                  <a:lnTo>
                    <a:pt x="2755" y="1987"/>
                  </a:lnTo>
                  <a:lnTo>
                    <a:pt x="2685" y="2011"/>
                  </a:lnTo>
                  <a:lnTo>
                    <a:pt x="2638" y="1946"/>
                  </a:lnTo>
                  <a:lnTo>
                    <a:pt x="2668" y="1899"/>
                  </a:lnTo>
                  <a:lnTo>
                    <a:pt x="2621" y="1830"/>
                  </a:lnTo>
                  <a:lnTo>
                    <a:pt x="2715" y="1830"/>
                  </a:lnTo>
                  <a:lnTo>
                    <a:pt x="2685" y="1767"/>
                  </a:lnTo>
                  <a:lnTo>
                    <a:pt x="2621" y="1650"/>
                  </a:lnTo>
                  <a:lnTo>
                    <a:pt x="2551" y="1603"/>
                  </a:lnTo>
                  <a:lnTo>
                    <a:pt x="2551" y="1563"/>
                  </a:lnTo>
                  <a:lnTo>
                    <a:pt x="2668" y="1446"/>
                  </a:lnTo>
                  <a:lnTo>
                    <a:pt x="2598" y="1401"/>
                  </a:lnTo>
                  <a:lnTo>
                    <a:pt x="2575" y="1383"/>
                  </a:lnTo>
                  <a:lnTo>
                    <a:pt x="2528" y="1446"/>
                  </a:lnTo>
                  <a:lnTo>
                    <a:pt x="2464" y="1401"/>
                  </a:lnTo>
                  <a:lnTo>
                    <a:pt x="2418" y="1359"/>
                  </a:lnTo>
                  <a:lnTo>
                    <a:pt x="2418" y="1289"/>
                  </a:lnTo>
                  <a:lnTo>
                    <a:pt x="2528" y="1226"/>
                  </a:lnTo>
                  <a:lnTo>
                    <a:pt x="2598" y="1132"/>
                  </a:lnTo>
                  <a:lnTo>
                    <a:pt x="2621" y="1156"/>
                  </a:lnTo>
                  <a:lnTo>
                    <a:pt x="2621" y="1226"/>
                  </a:lnTo>
                  <a:lnTo>
                    <a:pt x="2621" y="1266"/>
                  </a:lnTo>
                  <a:lnTo>
                    <a:pt x="2715" y="1226"/>
                  </a:lnTo>
                  <a:lnTo>
                    <a:pt x="2778" y="1202"/>
                  </a:lnTo>
                  <a:lnTo>
                    <a:pt x="2848" y="1110"/>
                  </a:lnTo>
                  <a:lnTo>
                    <a:pt x="2889" y="1063"/>
                  </a:lnTo>
                  <a:lnTo>
                    <a:pt x="2959" y="1017"/>
                  </a:lnTo>
                  <a:lnTo>
                    <a:pt x="2982" y="953"/>
                  </a:lnTo>
                  <a:lnTo>
                    <a:pt x="3045" y="883"/>
                  </a:lnTo>
                  <a:lnTo>
                    <a:pt x="3045" y="836"/>
                  </a:lnTo>
                  <a:lnTo>
                    <a:pt x="3069" y="796"/>
                  </a:lnTo>
                  <a:lnTo>
                    <a:pt x="3092" y="703"/>
                  </a:lnTo>
                  <a:lnTo>
                    <a:pt x="3161" y="726"/>
                  </a:lnTo>
                  <a:lnTo>
                    <a:pt x="3231" y="546"/>
                  </a:lnTo>
                  <a:lnTo>
                    <a:pt x="3184" y="436"/>
                  </a:lnTo>
                  <a:lnTo>
                    <a:pt x="3080" y="494"/>
                  </a:lnTo>
                  <a:lnTo>
                    <a:pt x="2959" y="454"/>
                  </a:lnTo>
                  <a:lnTo>
                    <a:pt x="2959" y="407"/>
                  </a:lnTo>
                  <a:lnTo>
                    <a:pt x="2889" y="360"/>
                  </a:lnTo>
                  <a:lnTo>
                    <a:pt x="2778" y="360"/>
                  </a:lnTo>
                  <a:lnTo>
                    <a:pt x="2638" y="203"/>
                  </a:lnTo>
                  <a:lnTo>
                    <a:pt x="2621" y="70"/>
                  </a:lnTo>
                  <a:lnTo>
                    <a:pt x="2528" y="0"/>
                  </a:lnTo>
                  <a:lnTo>
                    <a:pt x="2279" y="93"/>
                  </a:lnTo>
                  <a:lnTo>
                    <a:pt x="2348" y="116"/>
                  </a:lnTo>
                  <a:lnTo>
                    <a:pt x="2324" y="163"/>
                  </a:lnTo>
                  <a:lnTo>
                    <a:pt x="2324" y="320"/>
                  </a:lnTo>
                  <a:lnTo>
                    <a:pt x="2214" y="389"/>
                  </a:lnTo>
                  <a:lnTo>
                    <a:pt x="2167" y="436"/>
                  </a:lnTo>
                  <a:lnTo>
                    <a:pt x="2167" y="546"/>
                  </a:lnTo>
                  <a:lnTo>
                    <a:pt x="2279" y="546"/>
                  </a:lnTo>
                  <a:lnTo>
                    <a:pt x="2324" y="523"/>
                  </a:lnTo>
                  <a:lnTo>
                    <a:pt x="2371" y="593"/>
                  </a:lnTo>
                  <a:lnTo>
                    <a:pt x="2371" y="639"/>
                  </a:lnTo>
                  <a:lnTo>
                    <a:pt x="2371" y="680"/>
                  </a:lnTo>
                  <a:lnTo>
                    <a:pt x="2301" y="680"/>
                  </a:lnTo>
                  <a:lnTo>
                    <a:pt x="2167" y="813"/>
                  </a:lnTo>
                  <a:lnTo>
                    <a:pt x="2010" y="860"/>
                  </a:lnTo>
                  <a:lnTo>
                    <a:pt x="2010" y="953"/>
                  </a:lnTo>
                  <a:lnTo>
                    <a:pt x="1900" y="1045"/>
                  </a:lnTo>
                  <a:lnTo>
                    <a:pt x="1674" y="1110"/>
                  </a:lnTo>
                  <a:lnTo>
                    <a:pt x="1627" y="1132"/>
                  </a:lnTo>
                  <a:lnTo>
                    <a:pt x="1424" y="1063"/>
                  </a:lnTo>
                  <a:lnTo>
                    <a:pt x="1377" y="1045"/>
                  </a:lnTo>
                  <a:lnTo>
                    <a:pt x="1220" y="1045"/>
                  </a:lnTo>
                  <a:lnTo>
                    <a:pt x="1063" y="906"/>
                  </a:lnTo>
                  <a:lnTo>
                    <a:pt x="948" y="906"/>
                  </a:lnTo>
                  <a:lnTo>
                    <a:pt x="836" y="860"/>
                  </a:lnTo>
                  <a:lnTo>
                    <a:pt x="836" y="726"/>
                  </a:lnTo>
                  <a:lnTo>
                    <a:pt x="791" y="656"/>
                  </a:lnTo>
                  <a:lnTo>
                    <a:pt x="680" y="639"/>
                  </a:lnTo>
                  <a:lnTo>
                    <a:pt x="634" y="593"/>
                  </a:lnTo>
                  <a:lnTo>
                    <a:pt x="587" y="680"/>
                  </a:lnTo>
                  <a:lnTo>
                    <a:pt x="447" y="726"/>
                  </a:lnTo>
                  <a:lnTo>
                    <a:pt x="383" y="813"/>
                  </a:lnTo>
                  <a:lnTo>
                    <a:pt x="430" y="883"/>
                  </a:lnTo>
                  <a:lnTo>
                    <a:pt x="290" y="906"/>
                  </a:lnTo>
                  <a:lnTo>
                    <a:pt x="360" y="1000"/>
                  </a:lnTo>
                  <a:lnTo>
                    <a:pt x="360" y="1063"/>
                  </a:lnTo>
                  <a:lnTo>
                    <a:pt x="273" y="1156"/>
                  </a:lnTo>
                  <a:lnTo>
                    <a:pt x="203" y="1226"/>
                  </a:lnTo>
                  <a:lnTo>
                    <a:pt x="116" y="1226"/>
                  </a:lnTo>
                  <a:lnTo>
                    <a:pt x="0" y="1313"/>
                  </a:lnTo>
                  <a:lnTo>
                    <a:pt x="81" y="1458"/>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14" name=""/>
            <p:cNvSpPr/>
            <p:nvPr/>
          </p:nvSpPr>
          <p:spPr>
            <a:xfrm>
              <a:off x="5583240" y="996840"/>
              <a:ext cx="301680" cy="122400"/>
            </a:xfrm>
            <a:custGeom>
              <a:avLst/>
              <a:gdLst/>
              <a:ahLst/>
              <a:rect l="l" t="t" r="r" b="b"/>
              <a:pathLst>
                <a:path w="1744" h="835">
                  <a:moveTo>
                    <a:pt x="0" y="267"/>
                  </a:moveTo>
                  <a:lnTo>
                    <a:pt x="99" y="202"/>
                  </a:lnTo>
                  <a:lnTo>
                    <a:pt x="268" y="98"/>
                  </a:lnTo>
                  <a:lnTo>
                    <a:pt x="326" y="92"/>
                  </a:lnTo>
                  <a:lnTo>
                    <a:pt x="454" y="174"/>
                  </a:lnTo>
                  <a:lnTo>
                    <a:pt x="530" y="157"/>
                  </a:lnTo>
                  <a:lnTo>
                    <a:pt x="617" y="0"/>
                  </a:lnTo>
                  <a:lnTo>
                    <a:pt x="710" y="0"/>
                  </a:lnTo>
                  <a:lnTo>
                    <a:pt x="797" y="139"/>
                  </a:lnTo>
                  <a:lnTo>
                    <a:pt x="867" y="139"/>
                  </a:lnTo>
                  <a:lnTo>
                    <a:pt x="994" y="75"/>
                  </a:lnTo>
                  <a:lnTo>
                    <a:pt x="1111" y="157"/>
                  </a:lnTo>
                  <a:lnTo>
                    <a:pt x="1338" y="139"/>
                  </a:lnTo>
                  <a:lnTo>
                    <a:pt x="1407" y="46"/>
                  </a:lnTo>
                  <a:lnTo>
                    <a:pt x="1488" y="87"/>
                  </a:lnTo>
                  <a:lnTo>
                    <a:pt x="1582" y="92"/>
                  </a:lnTo>
                  <a:lnTo>
                    <a:pt x="1540" y="127"/>
                  </a:lnTo>
                  <a:lnTo>
                    <a:pt x="1540" y="249"/>
                  </a:lnTo>
                  <a:lnTo>
                    <a:pt x="1652" y="244"/>
                  </a:lnTo>
                  <a:lnTo>
                    <a:pt x="1704" y="232"/>
                  </a:lnTo>
                  <a:lnTo>
                    <a:pt x="1744" y="302"/>
                  </a:lnTo>
                  <a:lnTo>
                    <a:pt x="1744" y="383"/>
                  </a:lnTo>
                  <a:lnTo>
                    <a:pt x="1674" y="383"/>
                  </a:lnTo>
                  <a:lnTo>
                    <a:pt x="1535" y="528"/>
                  </a:lnTo>
                  <a:lnTo>
                    <a:pt x="1383" y="557"/>
                  </a:lnTo>
                  <a:lnTo>
                    <a:pt x="1383" y="650"/>
                  </a:lnTo>
                  <a:lnTo>
                    <a:pt x="1268" y="743"/>
                  </a:lnTo>
                  <a:lnTo>
                    <a:pt x="1000" y="835"/>
                  </a:lnTo>
                  <a:lnTo>
                    <a:pt x="785" y="766"/>
                  </a:lnTo>
                  <a:lnTo>
                    <a:pt x="750" y="748"/>
                  </a:lnTo>
                  <a:lnTo>
                    <a:pt x="593" y="748"/>
                  </a:lnTo>
                  <a:lnTo>
                    <a:pt x="436" y="609"/>
                  </a:lnTo>
                  <a:lnTo>
                    <a:pt x="303" y="609"/>
                  </a:lnTo>
                  <a:lnTo>
                    <a:pt x="209" y="563"/>
                  </a:lnTo>
                  <a:lnTo>
                    <a:pt x="209" y="429"/>
                  </a:lnTo>
                  <a:lnTo>
                    <a:pt x="140" y="359"/>
                  </a:lnTo>
                  <a:lnTo>
                    <a:pt x="59" y="342"/>
                  </a:lnTo>
                  <a:lnTo>
                    <a:pt x="0" y="307"/>
                  </a:lnTo>
                  <a:lnTo>
                    <a:pt x="0" y="26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15" name=""/>
            <p:cNvSpPr/>
            <p:nvPr/>
          </p:nvSpPr>
          <p:spPr>
            <a:xfrm>
              <a:off x="5958000" y="1069920"/>
              <a:ext cx="56880" cy="84240"/>
            </a:xfrm>
            <a:custGeom>
              <a:avLst/>
              <a:gdLst/>
              <a:ahLst/>
              <a:rect l="l" t="t" r="r" b="b"/>
              <a:pathLst>
                <a:path w="337" h="563">
                  <a:moveTo>
                    <a:pt x="267" y="0"/>
                  </a:moveTo>
                  <a:lnTo>
                    <a:pt x="337" y="64"/>
                  </a:lnTo>
                  <a:lnTo>
                    <a:pt x="290" y="134"/>
                  </a:lnTo>
                  <a:lnTo>
                    <a:pt x="267" y="221"/>
                  </a:lnTo>
                  <a:lnTo>
                    <a:pt x="267" y="291"/>
                  </a:lnTo>
                  <a:lnTo>
                    <a:pt x="180" y="383"/>
                  </a:lnTo>
                  <a:lnTo>
                    <a:pt x="157" y="448"/>
                  </a:lnTo>
                  <a:lnTo>
                    <a:pt x="225" y="517"/>
                  </a:lnTo>
                  <a:lnTo>
                    <a:pt x="203" y="540"/>
                  </a:lnTo>
                  <a:lnTo>
                    <a:pt x="133" y="563"/>
                  </a:lnTo>
                  <a:lnTo>
                    <a:pt x="70" y="563"/>
                  </a:lnTo>
                  <a:lnTo>
                    <a:pt x="70" y="470"/>
                  </a:lnTo>
                  <a:lnTo>
                    <a:pt x="46" y="430"/>
                  </a:lnTo>
                  <a:lnTo>
                    <a:pt x="0" y="383"/>
                  </a:lnTo>
                  <a:lnTo>
                    <a:pt x="80" y="273"/>
                  </a:lnTo>
                  <a:lnTo>
                    <a:pt x="133" y="249"/>
                  </a:lnTo>
                  <a:lnTo>
                    <a:pt x="180" y="157"/>
                  </a:lnTo>
                  <a:lnTo>
                    <a:pt x="243" y="87"/>
                  </a:lnTo>
                  <a:lnTo>
                    <a:pt x="243" y="17"/>
                  </a:lnTo>
                  <a:lnTo>
                    <a:pt x="267" y="0"/>
                  </a:lnTo>
                  <a:close/>
                </a:path>
              </a:pathLst>
            </a:custGeom>
            <a:solidFill>
              <a:srgbClr val="d0d0d0"/>
            </a:solidFill>
            <a:ln w="9360">
              <a:solidFill>
                <a:srgbClr val="909090"/>
              </a:solidFill>
              <a:round/>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9216" name=""/>
            <p:cNvSpPr/>
            <p:nvPr/>
          </p:nvSpPr>
          <p:spPr>
            <a:xfrm>
              <a:off x="5977080" y="1146240"/>
              <a:ext cx="34920" cy="39600"/>
            </a:xfrm>
            <a:custGeom>
              <a:avLst/>
              <a:gdLst/>
              <a:ahLst/>
              <a:rect l="l" t="t" r="r" b="b"/>
              <a:pathLst>
                <a:path w="203" h="267">
                  <a:moveTo>
                    <a:pt x="0" y="46"/>
                  </a:moveTo>
                  <a:lnTo>
                    <a:pt x="47" y="88"/>
                  </a:lnTo>
                  <a:lnTo>
                    <a:pt x="70" y="180"/>
                  </a:lnTo>
                  <a:lnTo>
                    <a:pt x="70" y="267"/>
                  </a:lnTo>
                  <a:lnTo>
                    <a:pt x="115" y="267"/>
                  </a:lnTo>
                  <a:lnTo>
                    <a:pt x="203" y="250"/>
                  </a:lnTo>
                  <a:lnTo>
                    <a:pt x="203" y="180"/>
                  </a:lnTo>
                  <a:lnTo>
                    <a:pt x="157" y="88"/>
                  </a:lnTo>
                  <a:lnTo>
                    <a:pt x="115" y="0"/>
                  </a:lnTo>
                  <a:lnTo>
                    <a:pt x="70" y="23"/>
                  </a:lnTo>
                  <a:lnTo>
                    <a:pt x="0" y="46"/>
                  </a:lnTo>
                  <a:close/>
                </a:path>
              </a:pathLst>
            </a:custGeom>
            <a:solidFill>
              <a:srgbClr val="d0d0d0"/>
            </a:solidFill>
            <a:ln w="9360">
              <a:solidFill>
                <a:srgbClr val="90909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9217" name=""/>
            <p:cNvSpPr/>
            <p:nvPr/>
          </p:nvSpPr>
          <p:spPr>
            <a:xfrm>
              <a:off x="6066000" y="923760"/>
              <a:ext cx="47520" cy="115920"/>
            </a:xfrm>
            <a:custGeom>
              <a:avLst/>
              <a:gdLst/>
              <a:ahLst/>
              <a:rect l="l" t="t" r="r" b="b"/>
              <a:pathLst>
                <a:path w="273" h="791">
                  <a:moveTo>
                    <a:pt x="0" y="0"/>
                  </a:moveTo>
                  <a:lnTo>
                    <a:pt x="46" y="87"/>
                  </a:lnTo>
                  <a:lnTo>
                    <a:pt x="69" y="251"/>
                  </a:lnTo>
                  <a:lnTo>
                    <a:pt x="116" y="587"/>
                  </a:lnTo>
                  <a:lnTo>
                    <a:pt x="139" y="767"/>
                  </a:lnTo>
                  <a:lnTo>
                    <a:pt x="139" y="791"/>
                  </a:lnTo>
                  <a:lnTo>
                    <a:pt x="203" y="744"/>
                  </a:lnTo>
                  <a:lnTo>
                    <a:pt x="250" y="791"/>
                  </a:lnTo>
                  <a:lnTo>
                    <a:pt x="273" y="744"/>
                  </a:lnTo>
                  <a:lnTo>
                    <a:pt x="203" y="697"/>
                  </a:lnTo>
                  <a:lnTo>
                    <a:pt x="163" y="495"/>
                  </a:lnTo>
                  <a:lnTo>
                    <a:pt x="203" y="495"/>
                  </a:lnTo>
                  <a:lnTo>
                    <a:pt x="203" y="425"/>
                  </a:lnTo>
                  <a:lnTo>
                    <a:pt x="116" y="314"/>
                  </a:lnTo>
                  <a:lnTo>
                    <a:pt x="116" y="157"/>
                  </a:lnTo>
                  <a:lnTo>
                    <a:pt x="69" y="24"/>
                  </a:lnTo>
                  <a:lnTo>
                    <a:pt x="23" y="0"/>
                  </a:lnTo>
                  <a:lnTo>
                    <a:pt x="0"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18" name=""/>
            <p:cNvSpPr/>
            <p:nvPr/>
          </p:nvSpPr>
          <p:spPr>
            <a:xfrm>
              <a:off x="6097680" y="1046160"/>
              <a:ext cx="48960" cy="49320"/>
            </a:xfrm>
            <a:custGeom>
              <a:avLst/>
              <a:gdLst/>
              <a:ahLst/>
              <a:rect l="l" t="t" r="r" b="b"/>
              <a:pathLst>
                <a:path w="291" h="331">
                  <a:moveTo>
                    <a:pt x="0" y="0"/>
                  </a:moveTo>
                  <a:lnTo>
                    <a:pt x="17" y="134"/>
                  </a:lnTo>
                  <a:lnTo>
                    <a:pt x="0" y="314"/>
                  </a:lnTo>
                  <a:lnTo>
                    <a:pt x="87" y="291"/>
                  </a:lnTo>
                  <a:lnTo>
                    <a:pt x="151" y="331"/>
                  </a:lnTo>
                  <a:lnTo>
                    <a:pt x="180" y="314"/>
                  </a:lnTo>
                  <a:lnTo>
                    <a:pt x="180" y="267"/>
                  </a:lnTo>
                  <a:lnTo>
                    <a:pt x="291" y="174"/>
                  </a:lnTo>
                  <a:lnTo>
                    <a:pt x="244" y="134"/>
                  </a:lnTo>
                  <a:lnTo>
                    <a:pt x="151" y="111"/>
                  </a:lnTo>
                  <a:lnTo>
                    <a:pt x="40" y="17"/>
                  </a:lnTo>
                  <a:lnTo>
                    <a:pt x="0" y="0"/>
                  </a:lnTo>
                  <a:close/>
                </a:path>
              </a:pathLst>
            </a:custGeom>
            <a:solidFill>
              <a:srgbClr val="d0d0d0"/>
            </a:solidFill>
            <a:ln w="9360">
              <a:solidFill>
                <a:srgbClr val="909090"/>
              </a:solidFill>
              <a:round/>
            </a:ln>
          </p:spPr>
          <p:style>
            <a:lnRef idx="0"/>
            <a:fillRef idx="0"/>
            <a:effectRef idx="0"/>
            <a:fontRef idx="minor"/>
          </p:style>
          <p:txBody>
            <a:bodyPr lIns="90000" rIns="90000" tIns="2520" bIns="2520" anchor="t">
              <a:noAutofit/>
            </a:bodyPr>
            <a:p>
              <a:endParaRPr b="0" lang="en-US" sz="2400" spc="-1" strike="noStrike">
                <a:solidFill>
                  <a:srgbClr val="000000"/>
                </a:solidFill>
                <a:latin typeface="Times New Roman"/>
              </a:endParaRPr>
            </a:p>
          </p:txBody>
        </p:sp>
        <p:sp>
          <p:nvSpPr>
            <p:cNvPr id="9219" name=""/>
            <p:cNvSpPr/>
            <p:nvPr/>
          </p:nvSpPr>
          <p:spPr>
            <a:xfrm>
              <a:off x="6032520" y="1103400"/>
              <a:ext cx="88920" cy="92160"/>
            </a:xfrm>
            <a:custGeom>
              <a:avLst/>
              <a:gdLst/>
              <a:ahLst/>
              <a:rect l="l" t="t" r="r" b="b"/>
              <a:pathLst>
                <a:path w="518" h="633">
                  <a:moveTo>
                    <a:pt x="384" y="0"/>
                  </a:moveTo>
                  <a:lnTo>
                    <a:pt x="361" y="209"/>
                  </a:lnTo>
                  <a:lnTo>
                    <a:pt x="361" y="296"/>
                  </a:lnTo>
                  <a:lnTo>
                    <a:pt x="198" y="429"/>
                  </a:lnTo>
                  <a:lnTo>
                    <a:pt x="198" y="476"/>
                  </a:lnTo>
                  <a:lnTo>
                    <a:pt x="47" y="523"/>
                  </a:lnTo>
                  <a:lnTo>
                    <a:pt x="0" y="586"/>
                  </a:lnTo>
                  <a:lnTo>
                    <a:pt x="65" y="610"/>
                  </a:lnTo>
                  <a:lnTo>
                    <a:pt x="110" y="586"/>
                  </a:lnTo>
                  <a:lnTo>
                    <a:pt x="157" y="586"/>
                  </a:lnTo>
                  <a:lnTo>
                    <a:pt x="221" y="563"/>
                  </a:lnTo>
                  <a:lnTo>
                    <a:pt x="244" y="633"/>
                  </a:lnTo>
                  <a:lnTo>
                    <a:pt x="314" y="610"/>
                  </a:lnTo>
                  <a:lnTo>
                    <a:pt x="314" y="546"/>
                  </a:lnTo>
                  <a:lnTo>
                    <a:pt x="337" y="546"/>
                  </a:lnTo>
                  <a:lnTo>
                    <a:pt x="361" y="523"/>
                  </a:lnTo>
                  <a:lnTo>
                    <a:pt x="448" y="523"/>
                  </a:lnTo>
                  <a:lnTo>
                    <a:pt x="448" y="476"/>
                  </a:lnTo>
                  <a:lnTo>
                    <a:pt x="518" y="499"/>
                  </a:lnTo>
                  <a:lnTo>
                    <a:pt x="494" y="366"/>
                  </a:lnTo>
                  <a:lnTo>
                    <a:pt x="471" y="296"/>
                  </a:lnTo>
                  <a:lnTo>
                    <a:pt x="494" y="227"/>
                  </a:lnTo>
                  <a:lnTo>
                    <a:pt x="494" y="185"/>
                  </a:lnTo>
                  <a:lnTo>
                    <a:pt x="518" y="115"/>
                  </a:lnTo>
                  <a:lnTo>
                    <a:pt x="471" y="28"/>
                  </a:lnTo>
                  <a:lnTo>
                    <a:pt x="448" y="28"/>
                  </a:lnTo>
                  <a:lnTo>
                    <a:pt x="384" y="0"/>
                  </a:lnTo>
                  <a:close/>
                </a:path>
              </a:pathLst>
            </a:custGeom>
            <a:solidFill>
              <a:srgbClr val="d0d0d0"/>
            </a:solidFill>
            <a:ln w="9360">
              <a:solidFill>
                <a:srgbClr val="909090"/>
              </a:solidFill>
              <a:round/>
            </a:ln>
          </p:spPr>
          <p:style>
            <a:lnRef idx="0"/>
            <a:fillRef idx="0"/>
            <a:effectRef idx="0"/>
            <a:fontRef idx="minor"/>
          </p:style>
          <p:txBody>
            <a:bodyPr lIns="90000" rIns="90000" tIns="45360" bIns="45360" anchor="t">
              <a:noAutofit/>
            </a:bodyPr>
            <a:p>
              <a:endParaRPr b="0" lang="en-US" sz="2400" spc="-1" strike="noStrike">
                <a:solidFill>
                  <a:srgbClr val="000000"/>
                </a:solidFill>
                <a:latin typeface="Times New Roman"/>
              </a:endParaRPr>
            </a:p>
          </p:txBody>
        </p:sp>
        <p:sp>
          <p:nvSpPr>
            <p:cNvPr id="9220" name=""/>
            <p:cNvSpPr/>
            <p:nvPr/>
          </p:nvSpPr>
          <p:spPr>
            <a:xfrm>
              <a:off x="6051600" y="1195560"/>
              <a:ext cx="14400" cy="10800"/>
            </a:xfrm>
            <a:custGeom>
              <a:avLst/>
              <a:gdLst/>
              <a:ahLst/>
              <a:rect l="l" t="t" r="r" b="b"/>
              <a:pathLst>
                <a:path w="88" h="70">
                  <a:moveTo>
                    <a:pt x="47" y="0"/>
                  </a:moveTo>
                  <a:lnTo>
                    <a:pt x="0" y="23"/>
                  </a:lnTo>
                  <a:lnTo>
                    <a:pt x="0" y="70"/>
                  </a:lnTo>
                  <a:lnTo>
                    <a:pt x="88" y="70"/>
                  </a:lnTo>
                  <a:lnTo>
                    <a:pt x="88" y="23"/>
                  </a:lnTo>
                  <a:lnTo>
                    <a:pt x="47" y="0"/>
                  </a:lnTo>
                  <a:close/>
                </a:path>
              </a:pathLst>
            </a:custGeom>
            <a:solidFill>
              <a:srgbClr val="d0d0d0"/>
            </a:solidFill>
            <a:ln w="9360">
              <a:solidFill>
                <a:srgbClr val="909090"/>
              </a:solidFill>
              <a:round/>
            </a:ln>
          </p:spPr>
          <p:style>
            <a:lnRef idx="0"/>
            <a:fillRef idx="0"/>
            <a:effectRef idx="0"/>
            <a:fontRef idx="minor"/>
          </p:style>
          <p:txBody>
            <a:bodyPr lIns="90000" rIns="90000" tIns="-36000" bIns="-36000" anchor="t">
              <a:noAutofit/>
            </a:bodyPr>
            <a:p>
              <a:endParaRPr b="0" lang="en-US" sz="2400" spc="-1" strike="noStrike">
                <a:solidFill>
                  <a:srgbClr val="000000"/>
                </a:solidFill>
                <a:latin typeface="Times New Roman"/>
              </a:endParaRPr>
            </a:p>
          </p:txBody>
        </p:sp>
        <p:sp>
          <p:nvSpPr>
            <p:cNvPr id="9221" name=""/>
            <p:cNvSpPr/>
            <p:nvPr/>
          </p:nvSpPr>
          <p:spPr>
            <a:xfrm>
              <a:off x="6027840" y="1200240"/>
              <a:ext cx="14040" cy="28440"/>
            </a:xfrm>
            <a:custGeom>
              <a:avLst/>
              <a:gdLst/>
              <a:ahLst/>
              <a:rect l="l" t="t" r="r" b="b"/>
              <a:pathLst>
                <a:path w="88" h="204">
                  <a:moveTo>
                    <a:pt x="88" y="47"/>
                  </a:moveTo>
                  <a:lnTo>
                    <a:pt x="41" y="0"/>
                  </a:lnTo>
                  <a:lnTo>
                    <a:pt x="0" y="47"/>
                  </a:lnTo>
                  <a:lnTo>
                    <a:pt x="0" y="157"/>
                  </a:lnTo>
                  <a:lnTo>
                    <a:pt x="41" y="204"/>
                  </a:lnTo>
                  <a:lnTo>
                    <a:pt x="70" y="157"/>
                  </a:lnTo>
                  <a:lnTo>
                    <a:pt x="70" y="94"/>
                  </a:lnTo>
                  <a:lnTo>
                    <a:pt x="88" y="47"/>
                  </a:lnTo>
                  <a:close/>
                </a:path>
              </a:pathLst>
            </a:custGeom>
            <a:solidFill>
              <a:srgbClr val="d0d0d0"/>
            </a:solidFill>
            <a:ln w="9360">
              <a:solidFill>
                <a:srgbClr val="90909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9222" name=""/>
            <p:cNvSpPr/>
            <p:nvPr/>
          </p:nvSpPr>
          <p:spPr>
            <a:xfrm>
              <a:off x="5829480" y="1347840"/>
              <a:ext cx="23760" cy="14400"/>
            </a:xfrm>
            <a:custGeom>
              <a:avLst/>
              <a:gdLst/>
              <a:ahLst/>
              <a:rect l="l" t="t" r="r" b="b"/>
              <a:pathLst>
                <a:path w="134" h="93">
                  <a:moveTo>
                    <a:pt x="110" y="0"/>
                  </a:moveTo>
                  <a:lnTo>
                    <a:pt x="47" y="0"/>
                  </a:lnTo>
                  <a:lnTo>
                    <a:pt x="0" y="47"/>
                  </a:lnTo>
                  <a:lnTo>
                    <a:pt x="47" y="93"/>
                  </a:lnTo>
                  <a:lnTo>
                    <a:pt x="134" y="47"/>
                  </a:lnTo>
                  <a:lnTo>
                    <a:pt x="110" y="0"/>
                  </a:lnTo>
                  <a:close/>
                </a:path>
              </a:pathLst>
            </a:custGeom>
            <a:solidFill>
              <a:srgbClr val="d0d0d0"/>
            </a:solidFill>
            <a:ln w="9360">
              <a:solidFill>
                <a:srgbClr val="909090"/>
              </a:solidFill>
              <a:round/>
            </a:ln>
          </p:spPr>
          <p:style>
            <a:lnRef idx="0"/>
            <a:fillRef idx="0"/>
            <a:effectRef idx="0"/>
            <a:fontRef idx="minor"/>
          </p:style>
          <p:txBody>
            <a:bodyPr lIns="90000" rIns="90000" tIns="-32400" bIns="-32400" anchor="t">
              <a:noAutofit/>
            </a:bodyPr>
            <a:p>
              <a:endParaRPr b="0" lang="en-US" sz="2400" spc="-1" strike="noStrike">
                <a:solidFill>
                  <a:srgbClr val="000000"/>
                </a:solidFill>
                <a:latin typeface="Times New Roman"/>
              </a:endParaRPr>
            </a:p>
          </p:txBody>
        </p:sp>
        <p:sp>
          <p:nvSpPr>
            <p:cNvPr id="9223" name=""/>
            <p:cNvSpPr/>
            <p:nvPr/>
          </p:nvSpPr>
          <p:spPr>
            <a:xfrm>
              <a:off x="5770440" y="1319040"/>
              <a:ext cx="74880" cy="131760"/>
            </a:xfrm>
            <a:custGeom>
              <a:avLst/>
              <a:gdLst/>
              <a:ahLst/>
              <a:rect l="l" t="t" r="r" b="b"/>
              <a:pathLst>
                <a:path w="424" h="901">
                  <a:moveTo>
                    <a:pt x="0" y="47"/>
                  </a:moveTo>
                  <a:lnTo>
                    <a:pt x="18" y="111"/>
                  </a:lnTo>
                  <a:lnTo>
                    <a:pt x="88" y="111"/>
                  </a:lnTo>
                  <a:lnTo>
                    <a:pt x="133" y="181"/>
                  </a:lnTo>
                  <a:lnTo>
                    <a:pt x="111" y="251"/>
                  </a:lnTo>
                  <a:lnTo>
                    <a:pt x="221" y="384"/>
                  </a:lnTo>
                  <a:lnTo>
                    <a:pt x="314" y="518"/>
                  </a:lnTo>
                  <a:lnTo>
                    <a:pt x="268" y="587"/>
                  </a:lnTo>
                  <a:lnTo>
                    <a:pt x="314" y="704"/>
                  </a:lnTo>
                  <a:lnTo>
                    <a:pt x="221" y="744"/>
                  </a:lnTo>
                  <a:lnTo>
                    <a:pt x="221" y="791"/>
                  </a:lnTo>
                  <a:lnTo>
                    <a:pt x="157" y="814"/>
                  </a:lnTo>
                  <a:lnTo>
                    <a:pt x="157" y="861"/>
                  </a:lnTo>
                  <a:lnTo>
                    <a:pt x="180" y="901"/>
                  </a:lnTo>
                  <a:lnTo>
                    <a:pt x="221" y="878"/>
                  </a:lnTo>
                  <a:lnTo>
                    <a:pt x="355" y="767"/>
                  </a:lnTo>
                  <a:lnTo>
                    <a:pt x="402" y="721"/>
                  </a:lnTo>
                  <a:lnTo>
                    <a:pt x="424" y="634"/>
                  </a:lnTo>
                  <a:lnTo>
                    <a:pt x="402" y="518"/>
                  </a:lnTo>
                  <a:lnTo>
                    <a:pt x="355" y="453"/>
                  </a:lnTo>
                  <a:lnTo>
                    <a:pt x="355" y="408"/>
                  </a:lnTo>
                  <a:lnTo>
                    <a:pt x="290" y="408"/>
                  </a:lnTo>
                  <a:lnTo>
                    <a:pt x="245" y="338"/>
                  </a:lnTo>
                  <a:lnTo>
                    <a:pt x="198" y="251"/>
                  </a:lnTo>
                  <a:lnTo>
                    <a:pt x="198" y="181"/>
                  </a:lnTo>
                  <a:lnTo>
                    <a:pt x="268" y="111"/>
                  </a:lnTo>
                  <a:lnTo>
                    <a:pt x="290" y="87"/>
                  </a:lnTo>
                  <a:lnTo>
                    <a:pt x="268" y="87"/>
                  </a:lnTo>
                  <a:lnTo>
                    <a:pt x="221" y="47"/>
                  </a:lnTo>
                  <a:lnTo>
                    <a:pt x="221" y="0"/>
                  </a:lnTo>
                  <a:lnTo>
                    <a:pt x="198" y="0"/>
                  </a:lnTo>
                  <a:lnTo>
                    <a:pt x="133" y="0"/>
                  </a:lnTo>
                  <a:lnTo>
                    <a:pt x="18" y="70"/>
                  </a:lnTo>
                  <a:lnTo>
                    <a:pt x="0" y="4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24" name=""/>
            <p:cNvSpPr/>
            <p:nvPr/>
          </p:nvSpPr>
          <p:spPr>
            <a:xfrm>
              <a:off x="5748480" y="1325520"/>
              <a:ext cx="77760" cy="119160"/>
            </a:xfrm>
            <a:custGeom>
              <a:avLst/>
              <a:gdLst/>
              <a:ahLst/>
              <a:rect l="l" t="t" r="r" b="b"/>
              <a:pathLst>
                <a:path w="453" h="814">
                  <a:moveTo>
                    <a:pt x="110" y="0"/>
                  </a:moveTo>
                  <a:lnTo>
                    <a:pt x="52" y="52"/>
                  </a:lnTo>
                  <a:lnTo>
                    <a:pt x="0" y="134"/>
                  </a:lnTo>
                  <a:lnTo>
                    <a:pt x="70" y="180"/>
                  </a:lnTo>
                  <a:lnTo>
                    <a:pt x="70" y="291"/>
                  </a:lnTo>
                  <a:lnTo>
                    <a:pt x="110" y="314"/>
                  </a:lnTo>
                  <a:lnTo>
                    <a:pt x="180" y="267"/>
                  </a:lnTo>
                  <a:lnTo>
                    <a:pt x="227" y="267"/>
                  </a:lnTo>
                  <a:lnTo>
                    <a:pt x="337" y="406"/>
                  </a:lnTo>
                  <a:lnTo>
                    <a:pt x="337" y="453"/>
                  </a:lnTo>
                  <a:lnTo>
                    <a:pt x="360" y="494"/>
                  </a:lnTo>
                  <a:lnTo>
                    <a:pt x="360" y="563"/>
                  </a:lnTo>
                  <a:lnTo>
                    <a:pt x="337" y="587"/>
                  </a:lnTo>
                  <a:lnTo>
                    <a:pt x="272" y="563"/>
                  </a:lnTo>
                  <a:lnTo>
                    <a:pt x="227" y="518"/>
                  </a:lnTo>
                  <a:lnTo>
                    <a:pt x="174" y="570"/>
                  </a:lnTo>
                  <a:lnTo>
                    <a:pt x="157" y="610"/>
                  </a:lnTo>
                  <a:lnTo>
                    <a:pt x="180" y="697"/>
                  </a:lnTo>
                  <a:lnTo>
                    <a:pt x="227" y="744"/>
                  </a:lnTo>
                  <a:lnTo>
                    <a:pt x="296" y="814"/>
                  </a:lnTo>
                  <a:lnTo>
                    <a:pt x="319" y="790"/>
                  </a:lnTo>
                  <a:lnTo>
                    <a:pt x="360" y="744"/>
                  </a:lnTo>
                  <a:lnTo>
                    <a:pt x="360" y="697"/>
                  </a:lnTo>
                  <a:lnTo>
                    <a:pt x="407" y="674"/>
                  </a:lnTo>
                  <a:lnTo>
                    <a:pt x="447" y="650"/>
                  </a:lnTo>
                  <a:lnTo>
                    <a:pt x="453" y="610"/>
                  </a:lnTo>
                  <a:lnTo>
                    <a:pt x="407" y="563"/>
                  </a:lnTo>
                  <a:lnTo>
                    <a:pt x="436" y="494"/>
                  </a:lnTo>
                  <a:lnTo>
                    <a:pt x="447" y="471"/>
                  </a:lnTo>
                  <a:lnTo>
                    <a:pt x="424" y="424"/>
                  </a:lnTo>
                  <a:lnTo>
                    <a:pt x="319" y="267"/>
                  </a:lnTo>
                  <a:lnTo>
                    <a:pt x="250" y="204"/>
                  </a:lnTo>
                  <a:lnTo>
                    <a:pt x="272" y="134"/>
                  </a:lnTo>
                  <a:lnTo>
                    <a:pt x="250" y="87"/>
                  </a:lnTo>
                  <a:lnTo>
                    <a:pt x="227" y="64"/>
                  </a:lnTo>
                  <a:lnTo>
                    <a:pt x="157" y="64"/>
                  </a:lnTo>
                  <a:lnTo>
                    <a:pt x="157" y="23"/>
                  </a:lnTo>
                  <a:lnTo>
                    <a:pt x="110"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25" name=""/>
            <p:cNvSpPr/>
            <p:nvPr/>
          </p:nvSpPr>
          <p:spPr>
            <a:xfrm>
              <a:off x="5726160" y="1344600"/>
              <a:ext cx="84240" cy="127080"/>
            </a:xfrm>
            <a:custGeom>
              <a:avLst/>
              <a:gdLst/>
              <a:ahLst/>
              <a:rect l="l" t="t" r="r" b="b"/>
              <a:pathLst>
                <a:path w="482" h="854">
                  <a:moveTo>
                    <a:pt x="122" y="0"/>
                  </a:moveTo>
                  <a:lnTo>
                    <a:pt x="99" y="28"/>
                  </a:lnTo>
                  <a:lnTo>
                    <a:pt x="58" y="75"/>
                  </a:lnTo>
                  <a:lnTo>
                    <a:pt x="0" y="140"/>
                  </a:lnTo>
                  <a:lnTo>
                    <a:pt x="75" y="272"/>
                  </a:lnTo>
                  <a:lnTo>
                    <a:pt x="75" y="360"/>
                  </a:lnTo>
                  <a:lnTo>
                    <a:pt x="75" y="406"/>
                  </a:lnTo>
                  <a:lnTo>
                    <a:pt x="99" y="476"/>
                  </a:lnTo>
                  <a:lnTo>
                    <a:pt x="75" y="656"/>
                  </a:lnTo>
                  <a:lnTo>
                    <a:pt x="75" y="720"/>
                  </a:lnTo>
                  <a:lnTo>
                    <a:pt x="145" y="767"/>
                  </a:lnTo>
                  <a:lnTo>
                    <a:pt x="168" y="848"/>
                  </a:lnTo>
                  <a:lnTo>
                    <a:pt x="232" y="854"/>
                  </a:lnTo>
                  <a:lnTo>
                    <a:pt x="192" y="743"/>
                  </a:lnTo>
                  <a:lnTo>
                    <a:pt x="145" y="697"/>
                  </a:lnTo>
                  <a:lnTo>
                    <a:pt x="168" y="540"/>
                  </a:lnTo>
                  <a:lnTo>
                    <a:pt x="168" y="453"/>
                  </a:lnTo>
                  <a:lnTo>
                    <a:pt x="232" y="476"/>
                  </a:lnTo>
                  <a:lnTo>
                    <a:pt x="279" y="476"/>
                  </a:lnTo>
                  <a:lnTo>
                    <a:pt x="302" y="429"/>
                  </a:lnTo>
                  <a:lnTo>
                    <a:pt x="349" y="384"/>
                  </a:lnTo>
                  <a:lnTo>
                    <a:pt x="394" y="429"/>
                  </a:lnTo>
                  <a:lnTo>
                    <a:pt x="476" y="453"/>
                  </a:lnTo>
                  <a:lnTo>
                    <a:pt x="482" y="406"/>
                  </a:lnTo>
                  <a:lnTo>
                    <a:pt x="482" y="337"/>
                  </a:lnTo>
                  <a:lnTo>
                    <a:pt x="459" y="272"/>
                  </a:lnTo>
                  <a:lnTo>
                    <a:pt x="394" y="180"/>
                  </a:lnTo>
                  <a:lnTo>
                    <a:pt x="349" y="133"/>
                  </a:lnTo>
                  <a:lnTo>
                    <a:pt x="296" y="140"/>
                  </a:lnTo>
                  <a:lnTo>
                    <a:pt x="232" y="180"/>
                  </a:lnTo>
                  <a:lnTo>
                    <a:pt x="192" y="133"/>
                  </a:lnTo>
                  <a:lnTo>
                    <a:pt x="185" y="58"/>
                  </a:lnTo>
                  <a:lnTo>
                    <a:pt x="168" y="23"/>
                  </a:lnTo>
                  <a:lnTo>
                    <a:pt x="122"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26" name=""/>
            <p:cNvSpPr/>
            <p:nvPr/>
          </p:nvSpPr>
          <p:spPr>
            <a:xfrm>
              <a:off x="5675400" y="1265400"/>
              <a:ext cx="92160" cy="160200"/>
            </a:xfrm>
            <a:custGeom>
              <a:avLst/>
              <a:gdLst/>
              <a:ahLst/>
              <a:rect l="l" t="t" r="r" b="b"/>
              <a:pathLst>
                <a:path w="534" h="1075">
                  <a:moveTo>
                    <a:pt x="244" y="0"/>
                  </a:moveTo>
                  <a:lnTo>
                    <a:pt x="203" y="47"/>
                  </a:lnTo>
                  <a:lnTo>
                    <a:pt x="133" y="110"/>
                  </a:lnTo>
                  <a:lnTo>
                    <a:pt x="93" y="204"/>
                  </a:lnTo>
                  <a:lnTo>
                    <a:pt x="93" y="308"/>
                  </a:lnTo>
                  <a:lnTo>
                    <a:pt x="35" y="308"/>
                  </a:lnTo>
                  <a:lnTo>
                    <a:pt x="23" y="354"/>
                  </a:lnTo>
                  <a:lnTo>
                    <a:pt x="17" y="459"/>
                  </a:lnTo>
                  <a:lnTo>
                    <a:pt x="0" y="511"/>
                  </a:lnTo>
                  <a:lnTo>
                    <a:pt x="63" y="558"/>
                  </a:lnTo>
                  <a:lnTo>
                    <a:pt x="110" y="715"/>
                  </a:lnTo>
                  <a:lnTo>
                    <a:pt x="150" y="785"/>
                  </a:lnTo>
                  <a:lnTo>
                    <a:pt x="180" y="807"/>
                  </a:lnTo>
                  <a:lnTo>
                    <a:pt x="220" y="807"/>
                  </a:lnTo>
                  <a:lnTo>
                    <a:pt x="244" y="715"/>
                  </a:lnTo>
                  <a:lnTo>
                    <a:pt x="290" y="762"/>
                  </a:lnTo>
                  <a:lnTo>
                    <a:pt x="290" y="825"/>
                  </a:lnTo>
                  <a:lnTo>
                    <a:pt x="337" y="895"/>
                  </a:lnTo>
                  <a:lnTo>
                    <a:pt x="354" y="919"/>
                  </a:lnTo>
                  <a:lnTo>
                    <a:pt x="354" y="1011"/>
                  </a:lnTo>
                  <a:lnTo>
                    <a:pt x="401" y="1075"/>
                  </a:lnTo>
                  <a:lnTo>
                    <a:pt x="401" y="988"/>
                  </a:lnTo>
                  <a:lnTo>
                    <a:pt x="377" y="941"/>
                  </a:lnTo>
                  <a:lnTo>
                    <a:pt x="377" y="825"/>
                  </a:lnTo>
                  <a:lnTo>
                    <a:pt x="337" y="738"/>
                  </a:lnTo>
                  <a:lnTo>
                    <a:pt x="302" y="663"/>
                  </a:lnTo>
                  <a:lnTo>
                    <a:pt x="349" y="610"/>
                  </a:lnTo>
                  <a:lnTo>
                    <a:pt x="384" y="575"/>
                  </a:lnTo>
                  <a:lnTo>
                    <a:pt x="424" y="535"/>
                  </a:lnTo>
                  <a:lnTo>
                    <a:pt x="470" y="465"/>
                  </a:lnTo>
                  <a:lnTo>
                    <a:pt x="534" y="406"/>
                  </a:lnTo>
                  <a:lnTo>
                    <a:pt x="505" y="291"/>
                  </a:lnTo>
                  <a:lnTo>
                    <a:pt x="424" y="284"/>
                  </a:lnTo>
                  <a:lnTo>
                    <a:pt x="354" y="221"/>
                  </a:lnTo>
                  <a:lnTo>
                    <a:pt x="354" y="134"/>
                  </a:lnTo>
                  <a:lnTo>
                    <a:pt x="314" y="30"/>
                  </a:lnTo>
                  <a:lnTo>
                    <a:pt x="290" y="24"/>
                  </a:lnTo>
                  <a:lnTo>
                    <a:pt x="244"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27" name=""/>
            <p:cNvSpPr/>
            <p:nvPr/>
          </p:nvSpPr>
          <p:spPr>
            <a:xfrm>
              <a:off x="5627520" y="1287360"/>
              <a:ext cx="49320" cy="55800"/>
            </a:xfrm>
            <a:custGeom>
              <a:avLst/>
              <a:gdLst/>
              <a:ahLst/>
              <a:rect l="l" t="t" r="r" b="b"/>
              <a:pathLst>
                <a:path w="291" h="366">
                  <a:moveTo>
                    <a:pt x="274" y="366"/>
                  </a:moveTo>
                  <a:lnTo>
                    <a:pt x="245" y="289"/>
                  </a:lnTo>
                  <a:lnTo>
                    <a:pt x="175" y="202"/>
                  </a:lnTo>
                  <a:lnTo>
                    <a:pt x="134" y="156"/>
                  </a:lnTo>
                  <a:lnTo>
                    <a:pt x="88" y="92"/>
                  </a:lnTo>
                  <a:lnTo>
                    <a:pt x="65" y="110"/>
                  </a:lnTo>
                  <a:lnTo>
                    <a:pt x="65" y="179"/>
                  </a:lnTo>
                  <a:lnTo>
                    <a:pt x="18" y="249"/>
                  </a:lnTo>
                  <a:lnTo>
                    <a:pt x="18" y="179"/>
                  </a:lnTo>
                  <a:lnTo>
                    <a:pt x="18" y="69"/>
                  </a:lnTo>
                  <a:lnTo>
                    <a:pt x="0" y="45"/>
                  </a:lnTo>
                  <a:lnTo>
                    <a:pt x="0" y="5"/>
                  </a:lnTo>
                  <a:lnTo>
                    <a:pt x="30" y="0"/>
                  </a:lnTo>
                  <a:lnTo>
                    <a:pt x="140" y="22"/>
                  </a:lnTo>
                  <a:lnTo>
                    <a:pt x="152" y="63"/>
                  </a:lnTo>
                  <a:lnTo>
                    <a:pt x="204" y="57"/>
                  </a:lnTo>
                  <a:lnTo>
                    <a:pt x="227" y="98"/>
                  </a:lnTo>
                  <a:lnTo>
                    <a:pt x="233" y="162"/>
                  </a:lnTo>
                  <a:lnTo>
                    <a:pt x="279" y="226"/>
                  </a:lnTo>
                  <a:lnTo>
                    <a:pt x="291" y="249"/>
                  </a:lnTo>
                  <a:lnTo>
                    <a:pt x="285" y="313"/>
                  </a:lnTo>
                  <a:lnTo>
                    <a:pt x="274" y="366"/>
                  </a:lnTo>
                  <a:close/>
                </a:path>
              </a:pathLst>
            </a:custGeom>
            <a:solidFill>
              <a:srgbClr val="d0d0d0"/>
            </a:solidFill>
            <a:ln w="9360">
              <a:solidFill>
                <a:srgbClr val="909090"/>
              </a:solidFill>
              <a:round/>
            </a:ln>
          </p:spPr>
          <p:style>
            <a:lnRef idx="0"/>
            <a:fillRef idx="0"/>
            <a:effectRef idx="0"/>
            <a:fontRef idx="minor"/>
          </p:style>
          <p:txBody>
            <a:bodyPr lIns="90000" rIns="90000" tIns="9000" bIns="9000" anchor="t">
              <a:noAutofit/>
            </a:bodyPr>
            <a:p>
              <a:endParaRPr b="0" lang="en-US" sz="2400" spc="-1" strike="noStrike">
                <a:solidFill>
                  <a:srgbClr val="000000"/>
                </a:solidFill>
                <a:latin typeface="Times New Roman"/>
              </a:endParaRPr>
            </a:p>
          </p:txBody>
        </p:sp>
        <p:sp>
          <p:nvSpPr>
            <p:cNvPr id="9228" name=""/>
            <p:cNvSpPr/>
            <p:nvPr/>
          </p:nvSpPr>
          <p:spPr>
            <a:xfrm>
              <a:off x="5622840" y="1255680"/>
              <a:ext cx="92160" cy="79560"/>
            </a:xfrm>
            <a:custGeom>
              <a:avLst/>
              <a:gdLst/>
              <a:ahLst/>
              <a:rect l="l" t="t" r="r" b="b"/>
              <a:pathLst>
                <a:path w="535" h="535">
                  <a:moveTo>
                    <a:pt x="314" y="535"/>
                  </a:moveTo>
                  <a:lnTo>
                    <a:pt x="314" y="471"/>
                  </a:lnTo>
                  <a:lnTo>
                    <a:pt x="250" y="378"/>
                  </a:lnTo>
                  <a:lnTo>
                    <a:pt x="250" y="332"/>
                  </a:lnTo>
                  <a:lnTo>
                    <a:pt x="250" y="309"/>
                  </a:lnTo>
                  <a:lnTo>
                    <a:pt x="238" y="285"/>
                  </a:lnTo>
                  <a:lnTo>
                    <a:pt x="175" y="291"/>
                  </a:lnTo>
                  <a:lnTo>
                    <a:pt x="163" y="250"/>
                  </a:lnTo>
                  <a:lnTo>
                    <a:pt x="41" y="222"/>
                  </a:lnTo>
                  <a:lnTo>
                    <a:pt x="6" y="222"/>
                  </a:lnTo>
                  <a:lnTo>
                    <a:pt x="0" y="198"/>
                  </a:lnTo>
                  <a:lnTo>
                    <a:pt x="35" y="94"/>
                  </a:lnTo>
                  <a:lnTo>
                    <a:pt x="70" y="94"/>
                  </a:lnTo>
                  <a:lnTo>
                    <a:pt x="70" y="157"/>
                  </a:lnTo>
                  <a:lnTo>
                    <a:pt x="111" y="204"/>
                  </a:lnTo>
                  <a:lnTo>
                    <a:pt x="227" y="180"/>
                  </a:lnTo>
                  <a:lnTo>
                    <a:pt x="227" y="77"/>
                  </a:lnTo>
                  <a:lnTo>
                    <a:pt x="273" y="65"/>
                  </a:lnTo>
                  <a:lnTo>
                    <a:pt x="325" y="30"/>
                  </a:lnTo>
                  <a:lnTo>
                    <a:pt x="367" y="0"/>
                  </a:lnTo>
                  <a:lnTo>
                    <a:pt x="424" y="0"/>
                  </a:lnTo>
                  <a:lnTo>
                    <a:pt x="442" y="0"/>
                  </a:lnTo>
                  <a:lnTo>
                    <a:pt x="459" y="42"/>
                  </a:lnTo>
                  <a:lnTo>
                    <a:pt x="535" y="70"/>
                  </a:lnTo>
                  <a:lnTo>
                    <a:pt x="506" y="105"/>
                  </a:lnTo>
                  <a:lnTo>
                    <a:pt x="424" y="192"/>
                  </a:lnTo>
                  <a:lnTo>
                    <a:pt x="395" y="250"/>
                  </a:lnTo>
                  <a:lnTo>
                    <a:pt x="384" y="332"/>
                  </a:lnTo>
                  <a:lnTo>
                    <a:pt x="384" y="378"/>
                  </a:lnTo>
                  <a:lnTo>
                    <a:pt x="337" y="378"/>
                  </a:lnTo>
                  <a:lnTo>
                    <a:pt x="314" y="448"/>
                  </a:lnTo>
                  <a:lnTo>
                    <a:pt x="314" y="535"/>
                  </a:lnTo>
                  <a:close/>
                </a:path>
              </a:pathLst>
            </a:custGeom>
            <a:solidFill>
              <a:srgbClr val="d0d0d0"/>
            </a:solidFill>
            <a:ln w="9360">
              <a:solidFill>
                <a:srgbClr val="909090"/>
              </a:solidFill>
              <a:round/>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9229" name=""/>
            <p:cNvSpPr/>
            <p:nvPr/>
          </p:nvSpPr>
          <p:spPr>
            <a:xfrm>
              <a:off x="5634000" y="1266840"/>
              <a:ext cx="30240" cy="19080"/>
            </a:xfrm>
            <a:custGeom>
              <a:avLst/>
              <a:gdLst/>
              <a:ahLst/>
              <a:rect l="l" t="t" r="r" b="b"/>
              <a:pathLst>
                <a:path w="168" h="127">
                  <a:moveTo>
                    <a:pt x="0" y="17"/>
                  </a:moveTo>
                  <a:lnTo>
                    <a:pt x="0" y="75"/>
                  </a:lnTo>
                  <a:lnTo>
                    <a:pt x="18" y="103"/>
                  </a:lnTo>
                  <a:lnTo>
                    <a:pt x="46" y="127"/>
                  </a:lnTo>
                  <a:lnTo>
                    <a:pt x="116" y="110"/>
                  </a:lnTo>
                  <a:lnTo>
                    <a:pt x="168" y="98"/>
                  </a:lnTo>
                  <a:lnTo>
                    <a:pt x="163" y="33"/>
                  </a:lnTo>
                  <a:lnTo>
                    <a:pt x="168" y="0"/>
                  </a:lnTo>
                  <a:lnTo>
                    <a:pt x="98" y="17"/>
                  </a:lnTo>
                  <a:lnTo>
                    <a:pt x="29" y="17"/>
                  </a:lnTo>
                  <a:lnTo>
                    <a:pt x="0" y="17"/>
                  </a:lnTo>
                  <a:close/>
                </a:path>
              </a:pathLst>
            </a:custGeom>
            <a:solidFill>
              <a:srgbClr val="d0d0d0"/>
            </a:solidFill>
            <a:ln w="9360">
              <a:solidFill>
                <a:srgbClr val="909090"/>
              </a:solidFill>
              <a:round/>
            </a:ln>
          </p:spPr>
          <p:style>
            <a:lnRef idx="0"/>
            <a:fillRef idx="0"/>
            <a:effectRef idx="0"/>
            <a:fontRef idx="minor"/>
          </p:style>
          <p:txBody>
            <a:bodyPr lIns="90000" rIns="90000" tIns="-27720" bIns="-27720" anchor="t">
              <a:noAutofit/>
            </a:bodyPr>
            <a:p>
              <a:endParaRPr b="0" lang="en-US" sz="2400" spc="-1" strike="noStrike">
                <a:solidFill>
                  <a:srgbClr val="000000"/>
                </a:solidFill>
                <a:latin typeface="Times New Roman"/>
              </a:endParaRPr>
            </a:p>
          </p:txBody>
        </p:sp>
        <p:sp>
          <p:nvSpPr>
            <p:cNvPr id="9230" name=""/>
            <p:cNvSpPr/>
            <p:nvPr/>
          </p:nvSpPr>
          <p:spPr>
            <a:xfrm>
              <a:off x="5429160" y="1173240"/>
              <a:ext cx="201600" cy="271440"/>
            </a:xfrm>
            <a:custGeom>
              <a:avLst/>
              <a:gdLst/>
              <a:ahLst/>
              <a:rect l="l" t="t" r="r" b="b"/>
              <a:pathLst>
                <a:path w="1169" h="1848">
                  <a:moveTo>
                    <a:pt x="356" y="0"/>
                  </a:moveTo>
                  <a:lnTo>
                    <a:pt x="222" y="47"/>
                  </a:lnTo>
                  <a:lnTo>
                    <a:pt x="199" y="70"/>
                  </a:lnTo>
                  <a:lnTo>
                    <a:pt x="199" y="110"/>
                  </a:lnTo>
                  <a:lnTo>
                    <a:pt x="268" y="180"/>
                  </a:lnTo>
                  <a:lnTo>
                    <a:pt x="222" y="250"/>
                  </a:lnTo>
                  <a:lnTo>
                    <a:pt x="244" y="314"/>
                  </a:lnTo>
                  <a:lnTo>
                    <a:pt x="384" y="337"/>
                  </a:lnTo>
                  <a:lnTo>
                    <a:pt x="384" y="361"/>
                  </a:lnTo>
                  <a:lnTo>
                    <a:pt x="338" y="406"/>
                  </a:lnTo>
                  <a:lnTo>
                    <a:pt x="268" y="587"/>
                  </a:lnTo>
                  <a:lnTo>
                    <a:pt x="222" y="657"/>
                  </a:lnTo>
                  <a:lnTo>
                    <a:pt x="88" y="697"/>
                  </a:lnTo>
                  <a:lnTo>
                    <a:pt x="112" y="767"/>
                  </a:lnTo>
                  <a:lnTo>
                    <a:pt x="175" y="854"/>
                  </a:lnTo>
                  <a:lnTo>
                    <a:pt x="112" y="895"/>
                  </a:lnTo>
                  <a:lnTo>
                    <a:pt x="65" y="872"/>
                  </a:lnTo>
                  <a:lnTo>
                    <a:pt x="0" y="854"/>
                  </a:lnTo>
                  <a:lnTo>
                    <a:pt x="0" y="895"/>
                  </a:lnTo>
                  <a:lnTo>
                    <a:pt x="24" y="941"/>
                  </a:lnTo>
                  <a:lnTo>
                    <a:pt x="134" y="941"/>
                  </a:lnTo>
                  <a:lnTo>
                    <a:pt x="134" y="964"/>
                  </a:lnTo>
                  <a:lnTo>
                    <a:pt x="65" y="987"/>
                  </a:lnTo>
                  <a:lnTo>
                    <a:pt x="134" y="1074"/>
                  </a:lnTo>
                  <a:lnTo>
                    <a:pt x="199" y="1074"/>
                  </a:lnTo>
                  <a:lnTo>
                    <a:pt x="244" y="964"/>
                  </a:lnTo>
                  <a:lnTo>
                    <a:pt x="268" y="1034"/>
                  </a:lnTo>
                  <a:lnTo>
                    <a:pt x="291" y="1261"/>
                  </a:lnTo>
                  <a:lnTo>
                    <a:pt x="401" y="1552"/>
                  </a:lnTo>
                  <a:lnTo>
                    <a:pt x="471" y="1708"/>
                  </a:lnTo>
                  <a:lnTo>
                    <a:pt x="541" y="1824"/>
                  </a:lnTo>
                  <a:lnTo>
                    <a:pt x="558" y="1848"/>
                  </a:lnTo>
                  <a:lnTo>
                    <a:pt x="675" y="1778"/>
                  </a:lnTo>
                  <a:lnTo>
                    <a:pt x="785" y="1552"/>
                  </a:lnTo>
                  <a:lnTo>
                    <a:pt x="832" y="1325"/>
                  </a:lnTo>
                  <a:lnTo>
                    <a:pt x="902" y="1284"/>
                  </a:lnTo>
                  <a:lnTo>
                    <a:pt x="1082" y="1168"/>
                  </a:lnTo>
                  <a:lnTo>
                    <a:pt x="1151" y="1057"/>
                  </a:lnTo>
                  <a:lnTo>
                    <a:pt x="1169" y="1034"/>
                  </a:lnTo>
                  <a:lnTo>
                    <a:pt x="1169" y="854"/>
                  </a:lnTo>
                  <a:lnTo>
                    <a:pt x="1151" y="807"/>
                  </a:lnTo>
                  <a:lnTo>
                    <a:pt x="1128" y="767"/>
                  </a:lnTo>
                  <a:lnTo>
                    <a:pt x="1128" y="743"/>
                  </a:lnTo>
                  <a:lnTo>
                    <a:pt x="994" y="743"/>
                  </a:lnTo>
                  <a:lnTo>
                    <a:pt x="948" y="720"/>
                  </a:lnTo>
                  <a:lnTo>
                    <a:pt x="878" y="680"/>
                  </a:lnTo>
                  <a:lnTo>
                    <a:pt x="785" y="680"/>
                  </a:lnTo>
                  <a:lnTo>
                    <a:pt x="675" y="563"/>
                  </a:lnTo>
                  <a:lnTo>
                    <a:pt x="675" y="541"/>
                  </a:lnTo>
                  <a:lnTo>
                    <a:pt x="675" y="471"/>
                  </a:lnTo>
                  <a:lnTo>
                    <a:pt x="605" y="453"/>
                  </a:lnTo>
                  <a:lnTo>
                    <a:pt x="558" y="406"/>
                  </a:lnTo>
                  <a:lnTo>
                    <a:pt x="541" y="314"/>
                  </a:lnTo>
                  <a:lnTo>
                    <a:pt x="541" y="274"/>
                  </a:lnTo>
                  <a:lnTo>
                    <a:pt x="581" y="180"/>
                  </a:lnTo>
                  <a:lnTo>
                    <a:pt x="605" y="134"/>
                  </a:lnTo>
                  <a:lnTo>
                    <a:pt x="605" y="47"/>
                  </a:lnTo>
                  <a:lnTo>
                    <a:pt x="541" y="99"/>
                  </a:lnTo>
                  <a:lnTo>
                    <a:pt x="506" y="105"/>
                  </a:lnTo>
                  <a:lnTo>
                    <a:pt x="401" y="93"/>
                  </a:lnTo>
                  <a:lnTo>
                    <a:pt x="373" y="23"/>
                  </a:lnTo>
                  <a:lnTo>
                    <a:pt x="356"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31" name=""/>
            <p:cNvSpPr/>
            <p:nvPr/>
          </p:nvSpPr>
          <p:spPr>
            <a:xfrm>
              <a:off x="5545080" y="1241280"/>
              <a:ext cx="84240" cy="41400"/>
            </a:xfrm>
            <a:custGeom>
              <a:avLst/>
              <a:gdLst/>
              <a:ahLst/>
              <a:rect l="l" t="t" r="r" b="b"/>
              <a:pathLst>
                <a:path w="488" h="272">
                  <a:moveTo>
                    <a:pt x="0" y="0"/>
                  </a:moveTo>
                  <a:lnTo>
                    <a:pt x="0" y="47"/>
                  </a:lnTo>
                  <a:lnTo>
                    <a:pt x="0" y="92"/>
                  </a:lnTo>
                  <a:lnTo>
                    <a:pt x="93" y="186"/>
                  </a:lnTo>
                  <a:lnTo>
                    <a:pt x="116" y="209"/>
                  </a:lnTo>
                  <a:lnTo>
                    <a:pt x="203" y="209"/>
                  </a:lnTo>
                  <a:lnTo>
                    <a:pt x="273" y="249"/>
                  </a:lnTo>
                  <a:lnTo>
                    <a:pt x="314" y="272"/>
                  </a:lnTo>
                  <a:lnTo>
                    <a:pt x="337" y="272"/>
                  </a:lnTo>
                  <a:lnTo>
                    <a:pt x="429" y="272"/>
                  </a:lnTo>
                  <a:lnTo>
                    <a:pt x="459" y="272"/>
                  </a:lnTo>
                  <a:lnTo>
                    <a:pt x="488" y="226"/>
                  </a:lnTo>
                  <a:lnTo>
                    <a:pt x="488" y="186"/>
                  </a:lnTo>
                  <a:lnTo>
                    <a:pt x="407" y="186"/>
                  </a:lnTo>
                  <a:lnTo>
                    <a:pt x="384" y="162"/>
                  </a:lnTo>
                  <a:lnTo>
                    <a:pt x="360" y="122"/>
                  </a:lnTo>
                  <a:lnTo>
                    <a:pt x="319" y="122"/>
                  </a:lnTo>
                  <a:lnTo>
                    <a:pt x="279" y="134"/>
                  </a:lnTo>
                  <a:lnTo>
                    <a:pt x="192" y="92"/>
                  </a:lnTo>
                  <a:lnTo>
                    <a:pt x="128" y="47"/>
                  </a:lnTo>
                  <a:lnTo>
                    <a:pt x="63" y="23"/>
                  </a:lnTo>
                  <a:lnTo>
                    <a:pt x="0" y="0"/>
                  </a:lnTo>
                  <a:close/>
                </a:path>
              </a:pathLst>
            </a:custGeom>
            <a:solidFill>
              <a:srgbClr val="d0d0d0"/>
            </a:solidFill>
            <a:ln w="9360">
              <a:solidFill>
                <a:srgbClr val="909090"/>
              </a:solidFill>
              <a:round/>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9232" name=""/>
            <p:cNvSpPr/>
            <p:nvPr/>
          </p:nvSpPr>
          <p:spPr>
            <a:xfrm>
              <a:off x="5357880" y="1182600"/>
              <a:ext cx="137880" cy="122400"/>
            </a:xfrm>
            <a:custGeom>
              <a:avLst/>
              <a:gdLst/>
              <a:ahLst/>
              <a:rect l="l" t="t" r="r" b="b"/>
              <a:pathLst>
                <a:path w="796" h="825">
                  <a:moveTo>
                    <a:pt x="611" y="0"/>
                  </a:moveTo>
                  <a:lnTo>
                    <a:pt x="546" y="17"/>
                  </a:lnTo>
                  <a:lnTo>
                    <a:pt x="524" y="17"/>
                  </a:lnTo>
                  <a:lnTo>
                    <a:pt x="517" y="92"/>
                  </a:lnTo>
                  <a:lnTo>
                    <a:pt x="500" y="157"/>
                  </a:lnTo>
                  <a:lnTo>
                    <a:pt x="477" y="157"/>
                  </a:lnTo>
                  <a:lnTo>
                    <a:pt x="436" y="267"/>
                  </a:lnTo>
                  <a:lnTo>
                    <a:pt x="389" y="296"/>
                  </a:lnTo>
                  <a:lnTo>
                    <a:pt x="360" y="354"/>
                  </a:lnTo>
                  <a:lnTo>
                    <a:pt x="250" y="360"/>
                  </a:lnTo>
                  <a:lnTo>
                    <a:pt x="250" y="448"/>
                  </a:lnTo>
                  <a:lnTo>
                    <a:pt x="163" y="471"/>
                  </a:lnTo>
                  <a:lnTo>
                    <a:pt x="93" y="448"/>
                  </a:lnTo>
                  <a:lnTo>
                    <a:pt x="0" y="424"/>
                  </a:lnTo>
                  <a:lnTo>
                    <a:pt x="0" y="493"/>
                  </a:lnTo>
                  <a:lnTo>
                    <a:pt x="93" y="563"/>
                  </a:lnTo>
                  <a:lnTo>
                    <a:pt x="93" y="627"/>
                  </a:lnTo>
                  <a:lnTo>
                    <a:pt x="46" y="627"/>
                  </a:lnTo>
                  <a:lnTo>
                    <a:pt x="23" y="720"/>
                  </a:lnTo>
                  <a:lnTo>
                    <a:pt x="116" y="720"/>
                  </a:lnTo>
                  <a:lnTo>
                    <a:pt x="297" y="720"/>
                  </a:lnTo>
                  <a:lnTo>
                    <a:pt x="343" y="760"/>
                  </a:lnTo>
                  <a:lnTo>
                    <a:pt x="412" y="825"/>
                  </a:lnTo>
                  <a:lnTo>
                    <a:pt x="412" y="784"/>
                  </a:lnTo>
                  <a:lnTo>
                    <a:pt x="454" y="802"/>
                  </a:lnTo>
                  <a:lnTo>
                    <a:pt x="517" y="825"/>
                  </a:lnTo>
                  <a:lnTo>
                    <a:pt x="587" y="784"/>
                  </a:lnTo>
                  <a:lnTo>
                    <a:pt x="500" y="627"/>
                  </a:lnTo>
                  <a:lnTo>
                    <a:pt x="564" y="610"/>
                  </a:lnTo>
                  <a:lnTo>
                    <a:pt x="634" y="587"/>
                  </a:lnTo>
                  <a:lnTo>
                    <a:pt x="750" y="401"/>
                  </a:lnTo>
                  <a:lnTo>
                    <a:pt x="750" y="360"/>
                  </a:lnTo>
                  <a:lnTo>
                    <a:pt x="796" y="267"/>
                  </a:lnTo>
                  <a:lnTo>
                    <a:pt x="703" y="244"/>
                  </a:lnTo>
                  <a:lnTo>
                    <a:pt x="663" y="244"/>
                  </a:lnTo>
                  <a:lnTo>
                    <a:pt x="634" y="169"/>
                  </a:lnTo>
                  <a:lnTo>
                    <a:pt x="680" y="110"/>
                  </a:lnTo>
                  <a:lnTo>
                    <a:pt x="622" y="52"/>
                  </a:lnTo>
                  <a:lnTo>
                    <a:pt x="611" y="17"/>
                  </a:lnTo>
                  <a:lnTo>
                    <a:pt x="611"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33" name=""/>
            <p:cNvSpPr/>
            <p:nvPr/>
          </p:nvSpPr>
          <p:spPr>
            <a:xfrm>
              <a:off x="5342040" y="1162080"/>
              <a:ext cx="147600" cy="90360"/>
            </a:xfrm>
            <a:custGeom>
              <a:avLst/>
              <a:gdLst/>
              <a:ahLst/>
              <a:rect l="l" t="t" r="r" b="b"/>
              <a:pathLst>
                <a:path w="855" h="611">
                  <a:moveTo>
                    <a:pt x="63" y="169"/>
                  </a:moveTo>
                  <a:lnTo>
                    <a:pt x="18" y="274"/>
                  </a:lnTo>
                  <a:lnTo>
                    <a:pt x="46" y="344"/>
                  </a:lnTo>
                  <a:lnTo>
                    <a:pt x="0" y="431"/>
                  </a:lnTo>
                  <a:lnTo>
                    <a:pt x="46" y="476"/>
                  </a:lnTo>
                  <a:lnTo>
                    <a:pt x="110" y="476"/>
                  </a:lnTo>
                  <a:lnTo>
                    <a:pt x="110" y="541"/>
                  </a:lnTo>
                  <a:lnTo>
                    <a:pt x="87" y="564"/>
                  </a:lnTo>
                  <a:lnTo>
                    <a:pt x="250" y="611"/>
                  </a:lnTo>
                  <a:lnTo>
                    <a:pt x="337" y="588"/>
                  </a:lnTo>
                  <a:lnTo>
                    <a:pt x="337" y="500"/>
                  </a:lnTo>
                  <a:lnTo>
                    <a:pt x="454" y="500"/>
                  </a:lnTo>
                  <a:lnTo>
                    <a:pt x="476" y="431"/>
                  </a:lnTo>
                  <a:lnTo>
                    <a:pt x="523" y="407"/>
                  </a:lnTo>
                  <a:lnTo>
                    <a:pt x="564" y="297"/>
                  </a:lnTo>
                  <a:lnTo>
                    <a:pt x="587" y="297"/>
                  </a:lnTo>
                  <a:lnTo>
                    <a:pt x="611" y="227"/>
                  </a:lnTo>
                  <a:lnTo>
                    <a:pt x="611" y="157"/>
                  </a:lnTo>
                  <a:lnTo>
                    <a:pt x="633" y="157"/>
                  </a:lnTo>
                  <a:lnTo>
                    <a:pt x="698" y="140"/>
                  </a:lnTo>
                  <a:lnTo>
                    <a:pt x="721" y="117"/>
                  </a:lnTo>
                  <a:lnTo>
                    <a:pt x="855" y="70"/>
                  </a:lnTo>
                  <a:lnTo>
                    <a:pt x="825" y="0"/>
                  </a:lnTo>
                  <a:lnTo>
                    <a:pt x="715" y="30"/>
                  </a:lnTo>
                  <a:lnTo>
                    <a:pt x="651" y="41"/>
                  </a:lnTo>
                  <a:lnTo>
                    <a:pt x="611" y="6"/>
                  </a:lnTo>
                  <a:lnTo>
                    <a:pt x="499" y="47"/>
                  </a:lnTo>
                  <a:lnTo>
                    <a:pt x="389" y="30"/>
                  </a:lnTo>
                  <a:lnTo>
                    <a:pt x="279" y="105"/>
                  </a:lnTo>
                  <a:lnTo>
                    <a:pt x="227" y="145"/>
                  </a:lnTo>
                  <a:lnTo>
                    <a:pt x="140" y="204"/>
                  </a:lnTo>
                  <a:lnTo>
                    <a:pt x="93" y="180"/>
                  </a:lnTo>
                  <a:lnTo>
                    <a:pt x="63" y="169"/>
                  </a:lnTo>
                  <a:close/>
                </a:path>
              </a:pathLst>
            </a:custGeom>
            <a:solidFill>
              <a:srgbClr val="d0d0d0"/>
            </a:solidFill>
            <a:ln w="9360">
              <a:solidFill>
                <a:srgbClr val="909090"/>
              </a:solidFill>
              <a:round/>
            </a:ln>
          </p:spPr>
          <p:style>
            <a:lnRef idx="0"/>
            <a:fillRef idx="0"/>
            <a:effectRef idx="0"/>
            <a:fontRef idx="minor"/>
          </p:style>
          <p:txBody>
            <a:bodyPr lIns="90000" rIns="90000" tIns="43560" bIns="43560" anchor="t">
              <a:noAutofit/>
            </a:bodyPr>
            <a:p>
              <a:endParaRPr b="0" lang="en-US" sz="2400" spc="-1" strike="noStrike">
                <a:solidFill>
                  <a:srgbClr val="000000"/>
                </a:solidFill>
                <a:latin typeface="Times New Roman"/>
              </a:endParaRPr>
            </a:p>
          </p:txBody>
        </p:sp>
        <p:sp>
          <p:nvSpPr>
            <p:cNvPr id="9234" name=""/>
            <p:cNvSpPr/>
            <p:nvPr/>
          </p:nvSpPr>
          <p:spPr>
            <a:xfrm>
              <a:off x="5184720" y="1144440"/>
              <a:ext cx="189000" cy="144720"/>
            </a:xfrm>
            <a:custGeom>
              <a:avLst/>
              <a:gdLst/>
              <a:ahLst/>
              <a:rect l="l" t="t" r="r" b="b"/>
              <a:pathLst>
                <a:path w="1104" h="982">
                  <a:moveTo>
                    <a:pt x="17" y="0"/>
                  </a:moveTo>
                  <a:lnTo>
                    <a:pt x="0" y="100"/>
                  </a:lnTo>
                  <a:lnTo>
                    <a:pt x="0" y="145"/>
                  </a:lnTo>
                  <a:lnTo>
                    <a:pt x="70" y="262"/>
                  </a:lnTo>
                  <a:lnTo>
                    <a:pt x="157" y="279"/>
                  </a:lnTo>
                  <a:lnTo>
                    <a:pt x="110" y="372"/>
                  </a:lnTo>
                  <a:lnTo>
                    <a:pt x="134" y="442"/>
                  </a:lnTo>
                  <a:lnTo>
                    <a:pt x="227" y="466"/>
                  </a:lnTo>
                  <a:lnTo>
                    <a:pt x="249" y="576"/>
                  </a:lnTo>
                  <a:lnTo>
                    <a:pt x="314" y="663"/>
                  </a:lnTo>
                  <a:lnTo>
                    <a:pt x="383" y="686"/>
                  </a:lnTo>
                  <a:lnTo>
                    <a:pt x="430" y="779"/>
                  </a:lnTo>
                  <a:lnTo>
                    <a:pt x="471" y="802"/>
                  </a:lnTo>
                  <a:lnTo>
                    <a:pt x="586" y="872"/>
                  </a:lnTo>
                  <a:lnTo>
                    <a:pt x="651" y="889"/>
                  </a:lnTo>
                  <a:lnTo>
                    <a:pt x="767" y="872"/>
                  </a:lnTo>
                  <a:lnTo>
                    <a:pt x="790" y="935"/>
                  </a:lnTo>
                  <a:lnTo>
                    <a:pt x="947" y="959"/>
                  </a:lnTo>
                  <a:lnTo>
                    <a:pt x="1052" y="982"/>
                  </a:lnTo>
                  <a:lnTo>
                    <a:pt x="1057" y="907"/>
                  </a:lnTo>
                  <a:lnTo>
                    <a:pt x="1104" y="883"/>
                  </a:lnTo>
                  <a:lnTo>
                    <a:pt x="1104" y="825"/>
                  </a:lnTo>
                  <a:lnTo>
                    <a:pt x="1011" y="755"/>
                  </a:lnTo>
                  <a:lnTo>
                    <a:pt x="1011" y="686"/>
                  </a:lnTo>
                  <a:lnTo>
                    <a:pt x="1034" y="663"/>
                  </a:lnTo>
                  <a:lnTo>
                    <a:pt x="1034" y="598"/>
                  </a:lnTo>
                  <a:lnTo>
                    <a:pt x="970" y="598"/>
                  </a:lnTo>
                  <a:lnTo>
                    <a:pt x="924" y="553"/>
                  </a:lnTo>
                  <a:lnTo>
                    <a:pt x="970" y="471"/>
                  </a:lnTo>
                  <a:lnTo>
                    <a:pt x="947" y="396"/>
                  </a:lnTo>
                  <a:lnTo>
                    <a:pt x="987" y="279"/>
                  </a:lnTo>
                  <a:lnTo>
                    <a:pt x="970" y="215"/>
                  </a:lnTo>
                  <a:lnTo>
                    <a:pt x="900" y="145"/>
                  </a:lnTo>
                  <a:lnTo>
                    <a:pt x="767" y="128"/>
                  </a:lnTo>
                  <a:lnTo>
                    <a:pt x="685" y="122"/>
                  </a:lnTo>
                  <a:lnTo>
                    <a:pt x="639" y="128"/>
                  </a:lnTo>
                  <a:lnTo>
                    <a:pt x="586" y="145"/>
                  </a:lnTo>
                  <a:lnTo>
                    <a:pt x="581" y="192"/>
                  </a:lnTo>
                  <a:lnTo>
                    <a:pt x="453" y="215"/>
                  </a:lnTo>
                  <a:lnTo>
                    <a:pt x="361" y="169"/>
                  </a:lnTo>
                  <a:lnTo>
                    <a:pt x="267" y="58"/>
                  </a:lnTo>
                  <a:lnTo>
                    <a:pt x="244" y="35"/>
                  </a:lnTo>
                  <a:lnTo>
                    <a:pt x="122" y="82"/>
                  </a:lnTo>
                  <a:lnTo>
                    <a:pt x="64" y="0"/>
                  </a:lnTo>
                  <a:lnTo>
                    <a:pt x="40" y="0"/>
                  </a:lnTo>
                  <a:lnTo>
                    <a:pt x="17"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35" name=""/>
            <p:cNvSpPr/>
            <p:nvPr/>
          </p:nvSpPr>
          <p:spPr>
            <a:xfrm>
              <a:off x="5259240" y="1273320"/>
              <a:ext cx="6480" cy="9360"/>
            </a:xfrm>
            <a:custGeom>
              <a:avLst/>
              <a:gdLst/>
              <a:ahLst/>
              <a:rect l="l" t="t" r="r" b="b"/>
              <a:pathLst>
                <a:path w="41" h="63">
                  <a:moveTo>
                    <a:pt x="41" y="40"/>
                  </a:moveTo>
                  <a:lnTo>
                    <a:pt x="23" y="0"/>
                  </a:lnTo>
                  <a:lnTo>
                    <a:pt x="0" y="0"/>
                  </a:lnTo>
                  <a:lnTo>
                    <a:pt x="0" y="40"/>
                  </a:lnTo>
                  <a:lnTo>
                    <a:pt x="41" y="63"/>
                  </a:lnTo>
                  <a:lnTo>
                    <a:pt x="41" y="40"/>
                  </a:lnTo>
                  <a:close/>
                </a:path>
              </a:pathLst>
            </a:custGeom>
            <a:solidFill>
              <a:srgbClr val="d0d0d0"/>
            </a:solidFill>
            <a:ln w="9360">
              <a:solidFill>
                <a:srgbClr val="909090"/>
              </a:solidFill>
              <a:round/>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9236" name=""/>
            <p:cNvSpPr/>
            <p:nvPr/>
          </p:nvSpPr>
          <p:spPr>
            <a:xfrm>
              <a:off x="5092560" y="1225440"/>
              <a:ext cx="206640" cy="149400"/>
            </a:xfrm>
            <a:custGeom>
              <a:avLst/>
              <a:gdLst/>
              <a:ahLst/>
              <a:rect l="l" t="t" r="r" b="b"/>
              <a:pathLst>
                <a:path w="1196" h="1010">
                  <a:moveTo>
                    <a:pt x="0" y="157"/>
                  </a:moveTo>
                  <a:lnTo>
                    <a:pt x="0" y="226"/>
                  </a:lnTo>
                  <a:lnTo>
                    <a:pt x="46" y="272"/>
                  </a:lnTo>
                  <a:lnTo>
                    <a:pt x="162" y="406"/>
                  </a:lnTo>
                  <a:lnTo>
                    <a:pt x="186" y="446"/>
                  </a:lnTo>
                  <a:lnTo>
                    <a:pt x="226" y="626"/>
                  </a:lnTo>
                  <a:lnTo>
                    <a:pt x="366" y="807"/>
                  </a:lnTo>
                  <a:lnTo>
                    <a:pt x="453" y="1010"/>
                  </a:lnTo>
                  <a:lnTo>
                    <a:pt x="500" y="975"/>
                  </a:lnTo>
                  <a:lnTo>
                    <a:pt x="500" y="923"/>
                  </a:lnTo>
                  <a:lnTo>
                    <a:pt x="587" y="917"/>
                  </a:lnTo>
                  <a:lnTo>
                    <a:pt x="639" y="940"/>
                  </a:lnTo>
                  <a:lnTo>
                    <a:pt x="668" y="957"/>
                  </a:lnTo>
                  <a:lnTo>
                    <a:pt x="727" y="987"/>
                  </a:lnTo>
                  <a:lnTo>
                    <a:pt x="744" y="987"/>
                  </a:lnTo>
                  <a:lnTo>
                    <a:pt x="790" y="877"/>
                  </a:lnTo>
                  <a:lnTo>
                    <a:pt x="1133" y="783"/>
                  </a:lnTo>
                  <a:lnTo>
                    <a:pt x="1174" y="783"/>
                  </a:lnTo>
                  <a:lnTo>
                    <a:pt x="1196" y="673"/>
                  </a:lnTo>
                  <a:lnTo>
                    <a:pt x="1174" y="603"/>
                  </a:lnTo>
                  <a:lnTo>
                    <a:pt x="953" y="580"/>
                  </a:lnTo>
                  <a:lnTo>
                    <a:pt x="884" y="446"/>
                  </a:lnTo>
                  <a:lnTo>
                    <a:pt x="906" y="296"/>
                  </a:lnTo>
                  <a:lnTo>
                    <a:pt x="837" y="226"/>
                  </a:lnTo>
                  <a:lnTo>
                    <a:pt x="772" y="226"/>
                  </a:lnTo>
                  <a:lnTo>
                    <a:pt x="680" y="180"/>
                  </a:lnTo>
                  <a:lnTo>
                    <a:pt x="570" y="226"/>
                  </a:lnTo>
                  <a:lnTo>
                    <a:pt x="500" y="133"/>
                  </a:lnTo>
                  <a:lnTo>
                    <a:pt x="500" y="110"/>
                  </a:lnTo>
                  <a:lnTo>
                    <a:pt x="383" y="0"/>
                  </a:lnTo>
                  <a:lnTo>
                    <a:pt x="343" y="0"/>
                  </a:lnTo>
                  <a:lnTo>
                    <a:pt x="162" y="23"/>
                  </a:lnTo>
                  <a:lnTo>
                    <a:pt x="162" y="69"/>
                  </a:lnTo>
                  <a:lnTo>
                    <a:pt x="249" y="92"/>
                  </a:lnTo>
                  <a:lnTo>
                    <a:pt x="226" y="157"/>
                  </a:lnTo>
                  <a:lnTo>
                    <a:pt x="157" y="157"/>
                  </a:lnTo>
                  <a:lnTo>
                    <a:pt x="116" y="180"/>
                  </a:lnTo>
                  <a:lnTo>
                    <a:pt x="46" y="168"/>
                  </a:lnTo>
                  <a:lnTo>
                    <a:pt x="0" y="15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37" name=""/>
            <p:cNvSpPr/>
            <p:nvPr/>
          </p:nvSpPr>
          <p:spPr>
            <a:xfrm>
              <a:off x="5172120" y="1362240"/>
              <a:ext cx="49320" cy="36360"/>
            </a:xfrm>
            <a:custGeom>
              <a:avLst/>
              <a:gdLst/>
              <a:ahLst/>
              <a:rect l="l" t="t" r="r" b="b"/>
              <a:pathLst>
                <a:path w="291" h="244">
                  <a:moveTo>
                    <a:pt x="0" y="87"/>
                  </a:moveTo>
                  <a:lnTo>
                    <a:pt x="47" y="203"/>
                  </a:lnTo>
                  <a:lnTo>
                    <a:pt x="122" y="244"/>
                  </a:lnTo>
                  <a:lnTo>
                    <a:pt x="162" y="191"/>
                  </a:lnTo>
                  <a:lnTo>
                    <a:pt x="209" y="168"/>
                  </a:lnTo>
                  <a:lnTo>
                    <a:pt x="227" y="128"/>
                  </a:lnTo>
                  <a:lnTo>
                    <a:pt x="291" y="69"/>
                  </a:lnTo>
                  <a:lnTo>
                    <a:pt x="197" y="17"/>
                  </a:lnTo>
                  <a:lnTo>
                    <a:pt x="140" y="0"/>
                  </a:lnTo>
                  <a:lnTo>
                    <a:pt x="47" y="0"/>
                  </a:lnTo>
                  <a:lnTo>
                    <a:pt x="47" y="52"/>
                  </a:lnTo>
                  <a:lnTo>
                    <a:pt x="0" y="87"/>
                  </a:lnTo>
                  <a:close/>
                </a:path>
              </a:pathLst>
            </a:custGeom>
            <a:solidFill>
              <a:srgbClr val="d0d0d0"/>
            </a:solidFill>
            <a:ln w="9360">
              <a:solidFill>
                <a:srgbClr val="909090"/>
              </a:solidFill>
              <a:round/>
            </a:ln>
          </p:spPr>
          <p:style>
            <a:lnRef idx="0"/>
            <a:fillRef idx="0"/>
            <a:effectRef idx="0"/>
            <a:fontRef idx="minor"/>
          </p:style>
          <p:txBody>
            <a:bodyPr lIns="90000" rIns="90000" tIns="-10440" bIns="-10440" anchor="t">
              <a:noAutofit/>
            </a:bodyPr>
            <a:p>
              <a:endParaRPr b="0" lang="en-US" sz="2400" spc="-1" strike="noStrike">
                <a:solidFill>
                  <a:srgbClr val="000000"/>
                </a:solidFill>
                <a:latin typeface="Times New Roman"/>
              </a:endParaRPr>
            </a:p>
          </p:txBody>
        </p:sp>
        <p:sp>
          <p:nvSpPr>
            <p:cNvPr id="9238" name=""/>
            <p:cNvSpPr/>
            <p:nvPr/>
          </p:nvSpPr>
          <p:spPr>
            <a:xfrm>
              <a:off x="5194440" y="1344600"/>
              <a:ext cx="83880" cy="54000"/>
            </a:xfrm>
            <a:custGeom>
              <a:avLst/>
              <a:gdLst/>
              <a:ahLst/>
              <a:rect l="l" t="t" r="r" b="b"/>
              <a:pathLst>
                <a:path w="493" h="360">
                  <a:moveTo>
                    <a:pt x="0" y="360"/>
                  </a:moveTo>
                  <a:lnTo>
                    <a:pt x="99" y="337"/>
                  </a:lnTo>
                  <a:lnTo>
                    <a:pt x="191" y="290"/>
                  </a:lnTo>
                  <a:lnTo>
                    <a:pt x="256" y="272"/>
                  </a:lnTo>
                  <a:lnTo>
                    <a:pt x="413" y="227"/>
                  </a:lnTo>
                  <a:lnTo>
                    <a:pt x="493" y="168"/>
                  </a:lnTo>
                  <a:lnTo>
                    <a:pt x="476" y="122"/>
                  </a:lnTo>
                  <a:lnTo>
                    <a:pt x="476" y="87"/>
                  </a:lnTo>
                  <a:lnTo>
                    <a:pt x="458" y="0"/>
                  </a:lnTo>
                  <a:lnTo>
                    <a:pt x="256" y="46"/>
                  </a:lnTo>
                  <a:lnTo>
                    <a:pt x="209" y="70"/>
                  </a:lnTo>
                  <a:lnTo>
                    <a:pt x="169" y="180"/>
                  </a:lnTo>
                  <a:lnTo>
                    <a:pt x="146" y="203"/>
                  </a:lnTo>
                  <a:lnTo>
                    <a:pt x="99" y="250"/>
                  </a:lnTo>
                  <a:lnTo>
                    <a:pt x="87" y="284"/>
                  </a:lnTo>
                  <a:lnTo>
                    <a:pt x="34" y="314"/>
                  </a:lnTo>
                  <a:lnTo>
                    <a:pt x="0" y="360"/>
                  </a:lnTo>
                  <a:close/>
                </a:path>
              </a:pathLst>
            </a:custGeom>
            <a:solidFill>
              <a:srgbClr val="d0d0d0"/>
            </a:solidFill>
            <a:ln w="9360">
              <a:solidFill>
                <a:srgbClr val="90909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9239" name=""/>
            <p:cNvSpPr/>
            <p:nvPr/>
          </p:nvSpPr>
          <p:spPr>
            <a:xfrm>
              <a:off x="5268960" y="1292400"/>
              <a:ext cx="69840" cy="77760"/>
            </a:xfrm>
            <a:custGeom>
              <a:avLst/>
              <a:gdLst/>
              <a:ahLst/>
              <a:rect l="l" t="t" r="r" b="b"/>
              <a:pathLst>
                <a:path w="406" h="529">
                  <a:moveTo>
                    <a:pt x="0" y="361"/>
                  </a:moveTo>
                  <a:lnTo>
                    <a:pt x="139" y="314"/>
                  </a:lnTo>
                  <a:lnTo>
                    <a:pt x="174" y="267"/>
                  </a:lnTo>
                  <a:lnTo>
                    <a:pt x="162" y="163"/>
                  </a:lnTo>
                  <a:lnTo>
                    <a:pt x="197" y="93"/>
                  </a:lnTo>
                  <a:lnTo>
                    <a:pt x="214" y="41"/>
                  </a:lnTo>
                  <a:lnTo>
                    <a:pt x="209" y="0"/>
                  </a:lnTo>
                  <a:lnTo>
                    <a:pt x="256" y="65"/>
                  </a:lnTo>
                  <a:lnTo>
                    <a:pt x="325" y="122"/>
                  </a:lnTo>
                  <a:lnTo>
                    <a:pt x="383" y="134"/>
                  </a:lnTo>
                  <a:lnTo>
                    <a:pt x="389" y="175"/>
                  </a:lnTo>
                  <a:lnTo>
                    <a:pt x="406" y="204"/>
                  </a:lnTo>
                  <a:lnTo>
                    <a:pt x="406" y="250"/>
                  </a:lnTo>
                  <a:lnTo>
                    <a:pt x="336" y="291"/>
                  </a:lnTo>
                  <a:lnTo>
                    <a:pt x="296" y="384"/>
                  </a:lnTo>
                  <a:lnTo>
                    <a:pt x="226" y="431"/>
                  </a:lnTo>
                  <a:lnTo>
                    <a:pt x="116" y="494"/>
                  </a:lnTo>
                  <a:lnTo>
                    <a:pt x="57" y="529"/>
                  </a:lnTo>
                  <a:lnTo>
                    <a:pt x="40" y="483"/>
                  </a:lnTo>
                  <a:lnTo>
                    <a:pt x="34" y="448"/>
                  </a:lnTo>
                  <a:lnTo>
                    <a:pt x="0" y="361"/>
                  </a:lnTo>
                  <a:close/>
                </a:path>
              </a:pathLst>
            </a:custGeom>
            <a:solidFill>
              <a:srgbClr val="d0d0d0"/>
            </a:solidFill>
            <a:ln w="9360">
              <a:solidFill>
                <a:srgbClr val="909090"/>
              </a:solidFill>
              <a:round/>
            </a:ln>
          </p:spPr>
          <p:style>
            <a:lnRef idx="0"/>
            <a:fillRef idx="0"/>
            <a:effectRef idx="0"/>
            <a:fontRef idx="minor"/>
          </p:style>
          <p:txBody>
            <a:bodyPr lIns="90000" rIns="90000" tIns="30960" bIns="30960" anchor="t">
              <a:noAutofit/>
            </a:bodyPr>
            <a:p>
              <a:endParaRPr b="0" lang="en-US" sz="2400" spc="-1" strike="noStrike">
                <a:solidFill>
                  <a:srgbClr val="000000"/>
                </a:solidFill>
                <a:latin typeface="Times New Roman"/>
              </a:endParaRPr>
            </a:p>
          </p:txBody>
        </p:sp>
        <p:sp>
          <p:nvSpPr>
            <p:cNvPr id="9240" name=""/>
            <p:cNvSpPr/>
            <p:nvPr/>
          </p:nvSpPr>
          <p:spPr>
            <a:xfrm>
              <a:off x="5246640" y="1273320"/>
              <a:ext cx="60480" cy="41040"/>
            </a:xfrm>
            <a:custGeom>
              <a:avLst/>
              <a:gdLst/>
              <a:ahLst/>
              <a:rect l="l" t="t" r="r" b="b"/>
              <a:pathLst>
                <a:path w="354" h="284">
                  <a:moveTo>
                    <a:pt x="22" y="0"/>
                  </a:moveTo>
                  <a:lnTo>
                    <a:pt x="0" y="105"/>
                  </a:lnTo>
                  <a:lnTo>
                    <a:pt x="0" y="122"/>
                  </a:lnTo>
                  <a:lnTo>
                    <a:pt x="52" y="232"/>
                  </a:lnTo>
                  <a:lnTo>
                    <a:pt x="69" y="261"/>
                  </a:lnTo>
                  <a:lnTo>
                    <a:pt x="249" y="284"/>
                  </a:lnTo>
                  <a:lnTo>
                    <a:pt x="290" y="284"/>
                  </a:lnTo>
                  <a:lnTo>
                    <a:pt x="354" y="168"/>
                  </a:lnTo>
                  <a:lnTo>
                    <a:pt x="336" y="110"/>
                  </a:lnTo>
                  <a:lnTo>
                    <a:pt x="312" y="110"/>
                  </a:lnTo>
                  <a:lnTo>
                    <a:pt x="249" y="150"/>
                  </a:lnTo>
                  <a:lnTo>
                    <a:pt x="249" y="174"/>
                  </a:lnTo>
                  <a:lnTo>
                    <a:pt x="121" y="157"/>
                  </a:lnTo>
                  <a:lnTo>
                    <a:pt x="110" y="127"/>
                  </a:lnTo>
                  <a:lnTo>
                    <a:pt x="110" y="110"/>
                  </a:lnTo>
                  <a:lnTo>
                    <a:pt x="69" y="127"/>
                  </a:lnTo>
                  <a:lnTo>
                    <a:pt x="22" y="17"/>
                  </a:lnTo>
                  <a:lnTo>
                    <a:pt x="22" y="0"/>
                  </a:lnTo>
                  <a:close/>
                </a:path>
              </a:pathLst>
            </a:custGeom>
            <a:solidFill>
              <a:srgbClr val="d0d0d0"/>
            </a:solidFill>
            <a:ln w="9360">
              <a:solidFill>
                <a:srgbClr val="909090"/>
              </a:solidFill>
              <a:round/>
            </a:ln>
          </p:spPr>
          <p:style>
            <a:lnRef idx="0"/>
            <a:fillRef idx="0"/>
            <a:effectRef idx="0"/>
            <a:fontRef idx="minor"/>
          </p:style>
          <p:txBody>
            <a:bodyPr lIns="90000" rIns="90000" tIns="-5760" bIns="-5760" anchor="t">
              <a:noAutofit/>
            </a:bodyPr>
            <a:p>
              <a:endParaRPr b="0" lang="en-US" sz="2400" spc="-1" strike="noStrike">
                <a:solidFill>
                  <a:srgbClr val="000000"/>
                </a:solidFill>
                <a:latin typeface="Times New Roman"/>
              </a:endParaRPr>
            </a:p>
          </p:txBody>
        </p:sp>
        <p:sp>
          <p:nvSpPr>
            <p:cNvPr id="9241" name=""/>
            <p:cNvSpPr/>
            <p:nvPr/>
          </p:nvSpPr>
          <p:spPr>
            <a:xfrm>
              <a:off x="5214960" y="1246320"/>
              <a:ext cx="19080" cy="14040"/>
            </a:xfrm>
            <a:custGeom>
              <a:avLst/>
              <a:gdLst/>
              <a:ahLst/>
              <a:rect l="l" t="t" r="r" b="b"/>
              <a:pathLst>
                <a:path w="122" h="93">
                  <a:moveTo>
                    <a:pt x="122" y="93"/>
                  </a:moveTo>
                  <a:lnTo>
                    <a:pt x="93" y="0"/>
                  </a:lnTo>
                  <a:lnTo>
                    <a:pt x="35" y="6"/>
                  </a:lnTo>
                  <a:lnTo>
                    <a:pt x="0" y="52"/>
                  </a:lnTo>
                  <a:lnTo>
                    <a:pt x="75" y="93"/>
                  </a:lnTo>
                  <a:lnTo>
                    <a:pt x="122" y="93"/>
                  </a:lnTo>
                  <a:close/>
                </a:path>
              </a:pathLst>
            </a:custGeom>
            <a:solidFill>
              <a:srgbClr val="d0d0d0"/>
            </a:solidFill>
            <a:ln w="9360">
              <a:solidFill>
                <a:srgbClr val="909090"/>
              </a:solidFill>
              <a:round/>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9242" name=""/>
            <p:cNvSpPr/>
            <p:nvPr/>
          </p:nvSpPr>
          <p:spPr>
            <a:xfrm>
              <a:off x="5137200" y="1168560"/>
              <a:ext cx="96840" cy="91800"/>
            </a:xfrm>
            <a:custGeom>
              <a:avLst/>
              <a:gdLst/>
              <a:ahLst/>
              <a:rect l="l" t="t" r="r" b="b"/>
              <a:pathLst>
                <a:path w="570" h="610">
                  <a:moveTo>
                    <a:pt x="541" y="517"/>
                  </a:moveTo>
                  <a:lnTo>
                    <a:pt x="570" y="476"/>
                  </a:lnTo>
                  <a:lnTo>
                    <a:pt x="523" y="384"/>
                  </a:lnTo>
                  <a:lnTo>
                    <a:pt x="501" y="297"/>
                  </a:lnTo>
                  <a:lnTo>
                    <a:pt x="408" y="273"/>
                  </a:lnTo>
                  <a:lnTo>
                    <a:pt x="390" y="209"/>
                  </a:lnTo>
                  <a:lnTo>
                    <a:pt x="431" y="110"/>
                  </a:lnTo>
                  <a:lnTo>
                    <a:pt x="361" y="93"/>
                  </a:lnTo>
                  <a:lnTo>
                    <a:pt x="326" y="70"/>
                  </a:lnTo>
                  <a:lnTo>
                    <a:pt x="291" y="0"/>
                  </a:lnTo>
                  <a:lnTo>
                    <a:pt x="233" y="0"/>
                  </a:lnTo>
                  <a:lnTo>
                    <a:pt x="129" y="41"/>
                  </a:lnTo>
                  <a:lnTo>
                    <a:pt x="140" y="87"/>
                  </a:lnTo>
                  <a:lnTo>
                    <a:pt x="105" y="185"/>
                  </a:lnTo>
                  <a:lnTo>
                    <a:pt x="24" y="250"/>
                  </a:lnTo>
                  <a:lnTo>
                    <a:pt x="0" y="314"/>
                  </a:lnTo>
                  <a:lnTo>
                    <a:pt x="30" y="389"/>
                  </a:lnTo>
                  <a:lnTo>
                    <a:pt x="134" y="384"/>
                  </a:lnTo>
                  <a:lnTo>
                    <a:pt x="251" y="494"/>
                  </a:lnTo>
                  <a:lnTo>
                    <a:pt x="251" y="523"/>
                  </a:lnTo>
                  <a:lnTo>
                    <a:pt x="321" y="610"/>
                  </a:lnTo>
                  <a:lnTo>
                    <a:pt x="425" y="564"/>
                  </a:lnTo>
                  <a:lnTo>
                    <a:pt x="454" y="564"/>
                  </a:lnTo>
                  <a:lnTo>
                    <a:pt x="478" y="523"/>
                  </a:lnTo>
                  <a:lnTo>
                    <a:pt x="523" y="517"/>
                  </a:lnTo>
                  <a:lnTo>
                    <a:pt x="541" y="517"/>
                  </a:lnTo>
                  <a:close/>
                </a:path>
              </a:pathLst>
            </a:custGeom>
            <a:solidFill>
              <a:srgbClr val="d0d0d0"/>
            </a:solidFill>
            <a:ln w="9360">
              <a:solidFill>
                <a:srgbClr val="909090"/>
              </a:solidFill>
              <a:round/>
            </a:ln>
          </p:spPr>
          <p:style>
            <a:lnRef idx="0"/>
            <a:fillRef idx="0"/>
            <a:effectRef idx="0"/>
            <a:fontRef idx="minor"/>
          </p:style>
          <p:txBody>
            <a:bodyPr lIns="90000" rIns="90000" tIns="45000" bIns="45000" anchor="t">
              <a:noAutofit/>
            </a:bodyPr>
            <a:p>
              <a:endParaRPr b="0" lang="en-US" sz="2400" spc="-1" strike="noStrike">
                <a:solidFill>
                  <a:srgbClr val="000000"/>
                </a:solidFill>
                <a:latin typeface="Times New Roman"/>
              </a:endParaRPr>
            </a:p>
          </p:txBody>
        </p:sp>
        <p:sp>
          <p:nvSpPr>
            <p:cNvPr id="9243" name=""/>
            <p:cNvSpPr/>
            <p:nvPr/>
          </p:nvSpPr>
          <p:spPr>
            <a:xfrm>
              <a:off x="5091120" y="1214280"/>
              <a:ext cx="50760" cy="38160"/>
            </a:xfrm>
            <a:custGeom>
              <a:avLst/>
              <a:gdLst/>
              <a:ahLst/>
              <a:rect l="l" t="t" r="r" b="b"/>
              <a:pathLst>
                <a:path w="302" h="257">
                  <a:moveTo>
                    <a:pt x="267" y="12"/>
                  </a:moveTo>
                  <a:lnTo>
                    <a:pt x="215" y="12"/>
                  </a:lnTo>
                  <a:lnTo>
                    <a:pt x="187" y="30"/>
                  </a:lnTo>
                  <a:lnTo>
                    <a:pt x="117" y="30"/>
                  </a:lnTo>
                  <a:lnTo>
                    <a:pt x="35" y="0"/>
                  </a:lnTo>
                  <a:lnTo>
                    <a:pt x="23" y="59"/>
                  </a:lnTo>
                  <a:lnTo>
                    <a:pt x="47" y="140"/>
                  </a:lnTo>
                  <a:lnTo>
                    <a:pt x="18" y="169"/>
                  </a:lnTo>
                  <a:lnTo>
                    <a:pt x="0" y="187"/>
                  </a:lnTo>
                  <a:lnTo>
                    <a:pt x="18" y="234"/>
                  </a:lnTo>
                  <a:lnTo>
                    <a:pt x="75" y="251"/>
                  </a:lnTo>
                  <a:lnTo>
                    <a:pt x="134" y="257"/>
                  </a:lnTo>
                  <a:lnTo>
                    <a:pt x="175" y="234"/>
                  </a:lnTo>
                  <a:lnTo>
                    <a:pt x="244" y="234"/>
                  </a:lnTo>
                  <a:lnTo>
                    <a:pt x="267" y="169"/>
                  </a:lnTo>
                  <a:lnTo>
                    <a:pt x="180" y="146"/>
                  </a:lnTo>
                  <a:lnTo>
                    <a:pt x="180" y="100"/>
                  </a:lnTo>
                  <a:lnTo>
                    <a:pt x="250" y="88"/>
                  </a:lnTo>
                  <a:lnTo>
                    <a:pt x="302" y="82"/>
                  </a:lnTo>
                  <a:lnTo>
                    <a:pt x="267" y="12"/>
                  </a:lnTo>
                  <a:close/>
                </a:path>
              </a:pathLst>
            </a:custGeom>
            <a:solidFill>
              <a:srgbClr val="d0d0d0"/>
            </a:solidFill>
            <a:ln w="9360">
              <a:solidFill>
                <a:srgbClr val="909090"/>
              </a:solidFill>
              <a:round/>
            </a:ln>
          </p:spPr>
          <p:style>
            <a:lnRef idx="0"/>
            <a:fillRef idx="0"/>
            <a:effectRef idx="0"/>
            <a:fontRef idx="minor"/>
          </p:style>
          <p:txBody>
            <a:bodyPr lIns="90000" rIns="90000" tIns="-8640" bIns="-8640" anchor="t">
              <a:noAutofit/>
            </a:bodyPr>
            <a:p>
              <a:endParaRPr b="0" lang="en-US" sz="2400" spc="-1" strike="noStrike">
                <a:solidFill>
                  <a:srgbClr val="000000"/>
                </a:solidFill>
                <a:latin typeface="Times New Roman"/>
              </a:endParaRPr>
            </a:p>
          </p:txBody>
        </p:sp>
        <p:sp>
          <p:nvSpPr>
            <p:cNvPr id="9244" name=""/>
            <p:cNvSpPr/>
            <p:nvPr/>
          </p:nvSpPr>
          <p:spPr>
            <a:xfrm>
              <a:off x="5084640" y="1211400"/>
              <a:ext cx="15840" cy="29880"/>
            </a:xfrm>
            <a:custGeom>
              <a:avLst/>
              <a:gdLst/>
              <a:ahLst/>
              <a:rect l="l" t="t" r="r" b="b"/>
              <a:pathLst>
                <a:path w="87" h="209">
                  <a:moveTo>
                    <a:pt x="87" y="29"/>
                  </a:moveTo>
                  <a:lnTo>
                    <a:pt x="47" y="0"/>
                  </a:lnTo>
                  <a:lnTo>
                    <a:pt x="17" y="104"/>
                  </a:lnTo>
                  <a:lnTo>
                    <a:pt x="24" y="144"/>
                  </a:lnTo>
                  <a:lnTo>
                    <a:pt x="0" y="174"/>
                  </a:lnTo>
                  <a:lnTo>
                    <a:pt x="29" y="209"/>
                  </a:lnTo>
                  <a:lnTo>
                    <a:pt x="76" y="168"/>
                  </a:lnTo>
                  <a:lnTo>
                    <a:pt x="76" y="144"/>
                  </a:lnTo>
                  <a:lnTo>
                    <a:pt x="59" y="81"/>
                  </a:lnTo>
                  <a:lnTo>
                    <a:pt x="69" y="40"/>
                  </a:lnTo>
                  <a:lnTo>
                    <a:pt x="87" y="29"/>
                  </a:lnTo>
                  <a:close/>
                </a:path>
              </a:pathLst>
            </a:custGeom>
            <a:solidFill>
              <a:srgbClr val="d0d0d0"/>
            </a:solidFill>
            <a:ln w="9360">
              <a:solidFill>
                <a:srgbClr val="909090"/>
              </a:solidFill>
              <a:round/>
            </a:ln>
          </p:spPr>
          <p:style>
            <a:lnRef idx="0"/>
            <a:fillRef idx="0"/>
            <a:effectRef idx="0"/>
            <a:fontRef idx="minor"/>
          </p:style>
          <p:txBody>
            <a:bodyPr lIns="90000" rIns="90000" tIns="-16920" bIns="-16920" anchor="t">
              <a:noAutofit/>
            </a:bodyPr>
            <a:p>
              <a:endParaRPr b="0" lang="en-US" sz="2400" spc="-1" strike="noStrike">
                <a:solidFill>
                  <a:srgbClr val="000000"/>
                </a:solidFill>
                <a:latin typeface="Times New Roman"/>
              </a:endParaRPr>
            </a:p>
          </p:txBody>
        </p:sp>
        <p:sp>
          <p:nvSpPr>
            <p:cNvPr id="9245" name=""/>
            <p:cNvSpPr/>
            <p:nvPr/>
          </p:nvSpPr>
          <p:spPr>
            <a:xfrm>
              <a:off x="5092560" y="1195560"/>
              <a:ext cx="17640" cy="20520"/>
            </a:xfrm>
            <a:custGeom>
              <a:avLst/>
              <a:gdLst/>
              <a:ahLst/>
              <a:rect l="l" t="t" r="r" b="b"/>
              <a:pathLst>
                <a:path w="92" h="139">
                  <a:moveTo>
                    <a:pt x="0" y="117"/>
                  </a:moveTo>
                  <a:lnTo>
                    <a:pt x="29" y="70"/>
                  </a:lnTo>
                  <a:lnTo>
                    <a:pt x="46" y="0"/>
                  </a:lnTo>
                  <a:lnTo>
                    <a:pt x="92" y="23"/>
                  </a:lnTo>
                  <a:lnTo>
                    <a:pt x="69" y="70"/>
                  </a:lnTo>
                  <a:lnTo>
                    <a:pt x="46" y="139"/>
                  </a:lnTo>
                  <a:lnTo>
                    <a:pt x="0" y="117"/>
                  </a:lnTo>
                  <a:close/>
                </a:path>
              </a:pathLst>
            </a:custGeom>
            <a:solidFill>
              <a:srgbClr val="d0d0d0"/>
            </a:solidFill>
            <a:ln w="9360">
              <a:solidFill>
                <a:srgbClr val="909090"/>
              </a:solidFill>
              <a:round/>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9246" name=""/>
            <p:cNvSpPr/>
            <p:nvPr/>
          </p:nvSpPr>
          <p:spPr>
            <a:xfrm>
              <a:off x="5099040" y="1173240"/>
              <a:ext cx="60480" cy="46080"/>
            </a:xfrm>
            <a:custGeom>
              <a:avLst/>
              <a:gdLst/>
              <a:ahLst/>
              <a:rect l="l" t="t" r="r" b="b"/>
              <a:pathLst>
                <a:path w="354" h="314">
                  <a:moveTo>
                    <a:pt x="0" y="291"/>
                  </a:moveTo>
                  <a:lnTo>
                    <a:pt x="63" y="314"/>
                  </a:lnTo>
                  <a:lnTo>
                    <a:pt x="133" y="314"/>
                  </a:lnTo>
                  <a:lnTo>
                    <a:pt x="168" y="302"/>
                  </a:lnTo>
                  <a:lnTo>
                    <a:pt x="220" y="296"/>
                  </a:lnTo>
                  <a:lnTo>
                    <a:pt x="244" y="227"/>
                  </a:lnTo>
                  <a:lnTo>
                    <a:pt x="337" y="157"/>
                  </a:lnTo>
                  <a:lnTo>
                    <a:pt x="354" y="70"/>
                  </a:lnTo>
                  <a:lnTo>
                    <a:pt x="354" y="23"/>
                  </a:lnTo>
                  <a:lnTo>
                    <a:pt x="337" y="18"/>
                  </a:lnTo>
                  <a:lnTo>
                    <a:pt x="290" y="6"/>
                  </a:lnTo>
                  <a:lnTo>
                    <a:pt x="255" y="23"/>
                  </a:lnTo>
                  <a:lnTo>
                    <a:pt x="203" y="18"/>
                  </a:lnTo>
                  <a:lnTo>
                    <a:pt x="174" y="0"/>
                  </a:lnTo>
                  <a:lnTo>
                    <a:pt x="133" y="6"/>
                  </a:lnTo>
                  <a:lnTo>
                    <a:pt x="81" y="23"/>
                  </a:lnTo>
                  <a:lnTo>
                    <a:pt x="40" y="70"/>
                  </a:lnTo>
                  <a:lnTo>
                    <a:pt x="17" y="157"/>
                  </a:lnTo>
                  <a:lnTo>
                    <a:pt x="46" y="169"/>
                  </a:lnTo>
                  <a:lnTo>
                    <a:pt x="63" y="186"/>
                  </a:lnTo>
                  <a:lnTo>
                    <a:pt x="40" y="221"/>
                  </a:lnTo>
                  <a:lnTo>
                    <a:pt x="0" y="291"/>
                  </a:lnTo>
                  <a:close/>
                </a:path>
              </a:pathLst>
            </a:custGeom>
            <a:solidFill>
              <a:srgbClr val="d0d0d0"/>
            </a:solidFill>
            <a:ln w="9360">
              <a:solidFill>
                <a:srgbClr val="909090"/>
              </a:solidFill>
              <a:round/>
            </a:ln>
          </p:spPr>
          <p:style>
            <a:lnRef idx="0"/>
            <a:fillRef idx="0"/>
            <a:effectRef idx="0"/>
            <a:fontRef idx="minor"/>
          </p:style>
          <p:txBody>
            <a:bodyPr lIns="90000" rIns="90000" tIns="-720" bIns="-720" anchor="t">
              <a:noAutofit/>
            </a:bodyPr>
            <a:p>
              <a:endParaRPr b="0" lang="en-US" sz="2400" spc="-1" strike="noStrike">
                <a:solidFill>
                  <a:srgbClr val="000000"/>
                </a:solidFill>
                <a:latin typeface="Times New Roman"/>
              </a:endParaRPr>
            </a:p>
          </p:txBody>
        </p:sp>
        <p:sp>
          <p:nvSpPr>
            <p:cNvPr id="9247" name=""/>
            <p:cNvSpPr/>
            <p:nvPr/>
          </p:nvSpPr>
          <p:spPr>
            <a:xfrm>
              <a:off x="5008680" y="1116000"/>
              <a:ext cx="179280" cy="66600"/>
            </a:xfrm>
            <a:custGeom>
              <a:avLst/>
              <a:gdLst/>
              <a:ahLst/>
              <a:rect l="l" t="t" r="r" b="b"/>
              <a:pathLst>
                <a:path w="1035" h="453">
                  <a:moveTo>
                    <a:pt x="24" y="116"/>
                  </a:moveTo>
                  <a:lnTo>
                    <a:pt x="24" y="179"/>
                  </a:lnTo>
                  <a:lnTo>
                    <a:pt x="0" y="273"/>
                  </a:lnTo>
                  <a:lnTo>
                    <a:pt x="47" y="291"/>
                  </a:lnTo>
                  <a:lnTo>
                    <a:pt x="93" y="336"/>
                  </a:lnTo>
                  <a:lnTo>
                    <a:pt x="128" y="383"/>
                  </a:lnTo>
                  <a:lnTo>
                    <a:pt x="198" y="406"/>
                  </a:lnTo>
                  <a:lnTo>
                    <a:pt x="314" y="383"/>
                  </a:lnTo>
                  <a:lnTo>
                    <a:pt x="355" y="430"/>
                  </a:lnTo>
                  <a:lnTo>
                    <a:pt x="378" y="430"/>
                  </a:lnTo>
                  <a:lnTo>
                    <a:pt x="471" y="406"/>
                  </a:lnTo>
                  <a:lnTo>
                    <a:pt x="518" y="406"/>
                  </a:lnTo>
                  <a:lnTo>
                    <a:pt x="535" y="406"/>
                  </a:lnTo>
                  <a:lnTo>
                    <a:pt x="558" y="453"/>
                  </a:lnTo>
                  <a:lnTo>
                    <a:pt x="605" y="406"/>
                  </a:lnTo>
                  <a:lnTo>
                    <a:pt x="675" y="383"/>
                  </a:lnTo>
                  <a:lnTo>
                    <a:pt x="698" y="383"/>
                  </a:lnTo>
                  <a:lnTo>
                    <a:pt x="715" y="406"/>
                  </a:lnTo>
                  <a:lnTo>
                    <a:pt x="762" y="406"/>
                  </a:lnTo>
                  <a:lnTo>
                    <a:pt x="808" y="383"/>
                  </a:lnTo>
                  <a:lnTo>
                    <a:pt x="855" y="406"/>
                  </a:lnTo>
                  <a:lnTo>
                    <a:pt x="895" y="383"/>
                  </a:lnTo>
                  <a:lnTo>
                    <a:pt x="965" y="360"/>
                  </a:lnTo>
                  <a:lnTo>
                    <a:pt x="1012" y="360"/>
                  </a:lnTo>
                  <a:lnTo>
                    <a:pt x="1012" y="291"/>
                  </a:lnTo>
                  <a:lnTo>
                    <a:pt x="1035" y="203"/>
                  </a:lnTo>
                  <a:lnTo>
                    <a:pt x="1012" y="156"/>
                  </a:lnTo>
                  <a:lnTo>
                    <a:pt x="965" y="46"/>
                  </a:lnTo>
                  <a:lnTo>
                    <a:pt x="919" y="22"/>
                  </a:lnTo>
                  <a:lnTo>
                    <a:pt x="855" y="22"/>
                  </a:lnTo>
                  <a:lnTo>
                    <a:pt x="762" y="46"/>
                  </a:lnTo>
                  <a:lnTo>
                    <a:pt x="715" y="92"/>
                  </a:lnTo>
                  <a:lnTo>
                    <a:pt x="651" y="69"/>
                  </a:lnTo>
                  <a:lnTo>
                    <a:pt x="448" y="0"/>
                  </a:lnTo>
                  <a:lnTo>
                    <a:pt x="332" y="0"/>
                  </a:lnTo>
                  <a:lnTo>
                    <a:pt x="222" y="46"/>
                  </a:lnTo>
                  <a:lnTo>
                    <a:pt x="128" y="69"/>
                  </a:lnTo>
                  <a:lnTo>
                    <a:pt x="117" y="87"/>
                  </a:lnTo>
                  <a:lnTo>
                    <a:pt x="122" y="116"/>
                  </a:lnTo>
                  <a:lnTo>
                    <a:pt x="58" y="104"/>
                  </a:lnTo>
                  <a:lnTo>
                    <a:pt x="24" y="116"/>
                  </a:lnTo>
                  <a:close/>
                </a:path>
              </a:pathLst>
            </a:custGeom>
            <a:solidFill>
              <a:srgbClr val="d0d0d0"/>
            </a:solidFill>
            <a:ln w="9360">
              <a:solidFill>
                <a:srgbClr val="909090"/>
              </a:solidFill>
              <a:round/>
            </a:ln>
          </p:spPr>
          <p:style>
            <a:lnRef idx="0"/>
            <a:fillRef idx="0"/>
            <a:effectRef idx="0"/>
            <a:fontRef idx="minor"/>
          </p:style>
          <p:txBody>
            <a:bodyPr lIns="90000" rIns="90000" tIns="19800" bIns="19800" anchor="t">
              <a:noAutofit/>
            </a:bodyPr>
            <a:p>
              <a:endParaRPr b="0" lang="en-US" sz="2400" spc="-1" strike="noStrike">
                <a:solidFill>
                  <a:srgbClr val="000000"/>
                </a:solidFill>
                <a:latin typeface="Times New Roman"/>
              </a:endParaRPr>
            </a:p>
          </p:txBody>
        </p:sp>
        <p:sp>
          <p:nvSpPr>
            <p:cNvPr id="9248" name=""/>
            <p:cNvSpPr/>
            <p:nvPr/>
          </p:nvSpPr>
          <p:spPr>
            <a:xfrm>
              <a:off x="5065560" y="1189080"/>
              <a:ext cx="16200" cy="11160"/>
            </a:xfrm>
            <a:custGeom>
              <a:avLst/>
              <a:gdLst/>
              <a:ahLst/>
              <a:rect l="l" t="t" r="r" b="b"/>
              <a:pathLst>
                <a:path w="92" h="70">
                  <a:moveTo>
                    <a:pt x="92" y="0"/>
                  </a:moveTo>
                  <a:lnTo>
                    <a:pt x="46" y="0"/>
                  </a:lnTo>
                  <a:lnTo>
                    <a:pt x="0" y="24"/>
                  </a:lnTo>
                  <a:lnTo>
                    <a:pt x="0" y="70"/>
                  </a:lnTo>
                  <a:lnTo>
                    <a:pt x="23" y="70"/>
                  </a:lnTo>
                  <a:lnTo>
                    <a:pt x="46" y="47"/>
                  </a:lnTo>
                  <a:lnTo>
                    <a:pt x="69" y="47"/>
                  </a:lnTo>
                  <a:lnTo>
                    <a:pt x="92" y="24"/>
                  </a:lnTo>
                  <a:lnTo>
                    <a:pt x="92" y="0"/>
                  </a:lnTo>
                  <a:close/>
                </a:path>
              </a:pathLst>
            </a:custGeom>
            <a:solidFill>
              <a:srgbClr val="d0d0d0"/>
            </a:solidFill>
            <a:ln w="9360">
              <a:solidFill>
                <a:srgbClr val="909090"/>
              </a:solidFill>
              <a:round/>
            </a:ln>
          </p:spPr>
          <p:style>
            <a:lnRef idx="0"/>
            <a:fillRef idx="0"/>
            <a:effectRef idx="0"/>
            <a:fontRef idx="minor"/>
          </p:style>
          <p:txBody>
            <a:bodyPr lIns="90000" rIns="90000" tIns="-35640" bIns="-35640" anchor="t">
              <a:noAutofit/>
            </a:bodyPr>
            <a:p>
              <a:endParaRPr b="0" lang="en-US" sz="2400" spc="-1" strike="noStrike">
                <a:solidFill>
                  <a:srgbClr val="000000"/>
                </a:solidFill>
                <a:latin typeface="Times New Roman"/>
              </a:endParaRPr>
            </a:p>
          </p:txBody>
        </p:sp>
        <p:sp>
          <p:nvSpPr>
            <p:cNvPr id="9249" name=""/>
            <p:cNvSpPr/>
            <p:nvPr/>
          </p:nvSpPr>
          <p:spPr>
            <a:xfrm>
              <a:off x="4965840" y="1000080"/>
              <a:ext cx="160200" cy="81000"/>
            </a:xfrm>
            <a:custGeom>
              <a:avLst/>
              <a:gdLst/>
              <a:ahLst/>
              <a:rect l="l" t="t" r="r" b="b"/>
              <a:pathLst>
                <a:path w="924" h="558">
                  <a:moveTo>
                    <a:pt x="877" y="360"/>
                  </a:moveTo>
                  <a:lnTo>
                    <a:pt x="830" y="383"/>
                  </a:lnTo>
                  <a:lnTo>
                    <a:pt x="784" y="430"/>
                  </a:lnTo>
                  <a:lnTo>
                    <a:pt x="697" y="453"/>
                  </a:lnTo>
                  <a:lnTo>
                    <a:pt x="650" y="453"/>
                  </a:lnTo>
                  <a:lnTo>
                    <a:pt x="650" y="493"/>
                  </a:lnTo>
                  <a:lnTo>
                    <a:pt x="697" y="516"/>
                  </a:lnTo>
                  <a:lnTo>
                    <a:pt x="650" y="540"/>
                  </a:lnTo>
                  <a:lnTo>
                    <a:pt x="627" y="540"/>
                  </a:lnTo>
                  <a:lnTo>
                    <a:pt x="581" y="476"/>
                  </a:lnTo>
                  <a:lnTo>
                    <a:pt x="563" y="453"/>
                  </a:lnTo>
                  <a:lnTo>
                    <a:pt x="516" y="453"/>
                  </a:lnTo>
                  <a:lnTo>
                    <a:pt x="471" y="453"/>
                  </a:lnTo>
                  <a:lnTo>
                    <a:pt x="447" y="516"/>
                  </a:lnTo>
                  <a:lnTo>
                    <a:pt x="401" y="540"/>
                  </a:lnTo>
                  <a:lnTo>
                    <a:pt x="377" y="540"/>
                  </a:lnTo>
                  <a:lnTo>
                    <a:pt x="359" y="558"/>
                  </a:lnTo>
                  <a:lnTo>
                    <a:pt x="359" y="441"/>
                  </a:lnTo>
                  <a:lnTo>
                    <a:pt x="412" y="395"/>
                  </a:lnTo>
                  <a:lnTo>
                    <a:pt x="447" y="383"/>
                  </a:lnTo>
                  <a:lnTo>
                    <a:pt x="424" y="336"/>
                  </a:lnTo>
                  <a:lnTo>
                    <a:pt x="377" y="273"/>
                  </a:lnTo>
                  <a:lnTo>
                    <a:pt x="342" y="273"/>
                  </a:lnTo>
                  <a:lnTo>
                    <a:pt x="273" y="296"/>
                  </a:lnTo>
                  <a:lnTo>
                    <a:pt x="249" y="343"/>
                  </a:lnTo>
                  <a:lnTo>
                    <a:pt x="162" y="336"/>
                  </a:lnTo>
                  <a:lnTo>
                    <a:pt x="57" y="343"/>
                  </a:lnTo>
                  <a:lnTo>
                    <a:pt x="17" y="308"/>
                  </a:lnTo>
                  <a:lnTo>
                    <a:pt x="0" y="249"/>
                  </a:lnTo>
                  <a:lnTo>
                    <a:pt x="92" y="116"/>
                  </a:lnTo>
                  <a:lnTo>
                    <a:pt x="69" y="69"/>
                  </a:lnTo>
                  <a:lnTo>
                    <a:pt x="116" y="40"/>
                  </a:lnTo>
                  <a:lnTo>
                    <a:pt x="162" y="40"/>
                  </a:lnTo>
                  <a:lnTo>
                    <a:pt x="180" y="40"/>
                  </a:lnTo>
                  <a:lnTo>
                    <a:pt x="249" y="87"/>
                  </a:lnTo>
                  <a:lnTo>
                    <a:pt x="359" y="40"/>
                  </a:lnTo>
                  <a:lnTo>
                    <a:pt x="377" y="69"/>
                  </a:lnTo>
                  <a:lnTo>
                    <a:pt x="401" y="40"/>
                  </a:lnTo>
                  <a:lnTo>
                    <a:pt x="447" y="23"/>
                  </a:lnTo>
                  <a:lnTo>
                    <a:pt x="493" y="23"/>
                  </a:lnTo>
                  <a:lnTo>
                    <a:pt x="581" y="0"/>
                  </a:lnTo>
                  <a:lnTo>
                    <a:pt x="697" y="0"/>
                  </a:lnTo>
                  <a:lnTo>
                    <a:pt x="738" y="69"/>
                  </a:lnTo>
                  <a:lnTo>
                    <a:pt x="784" y="116"/>
                  </a:lnTo>
                  <a:lnTo>
                    <a:pt x="854" y="116"/>
                  </a:lnTo>
                  <a:lnTo>
                    <a:pt x="900" y="226"/>
                  </a:lnTo>
                  <a:lnTo>
                    <a:pt x="900" y="249"/>
                  </a:lnTo>
                  <a:lnTo>
                    <a:pt x="924" y="319"/>
                  </a:lnTo>
                  <a:lnTo>
                    <a:pt x="854" y="336"/>
                  </a:lnTo>
                  <a:lnTo>
                    <a:pt x="877" y="360"/>
                  </a:lnTo>
                  <a:close/>
                </a:path>
              </a:pathLst>
            </a:custGeom>
            <a:solidFill>
              <a:srgbClr val="d0d0d0"/>
            </a:solidFill>
            <a:ln w="9360">
              <a:solidFill>
                <a:srgbClr val="90909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9250" name=""/>
            <p:cNvSpPr/>
            <p:nvPr/>
          </p:nvSpPr>
          <p:spPr>
            <a:xfrm>
              <a:off x="5014800" y="1039680"/>
              <a:ext cx="30240" cy="25560"/>
            </a:xfrm>
            <a:custGeom>
              <a:avLst/>
              <a:gdLst/>
              <a:ahLst/>
              <a:rect l="l" t="t" r="r" b="b"/>
              <a:pathLst>
                <a:path w="174" h="168">
                  <a:moveTo>
                    <a:pt x="0" y="18"/>
                  </a:moveTo>
                  <a:lnTo>
                    <a:pt x="75" y="133"/>
                  </a:lnTo>
                  <a:lnTo>
                    <a:pt x="80" y="168"/>
                  </a:lnTo>
                  <a:lnTo>
                    <a:pt x="133" y="122"/>
                  </a:lnTo>
                  <a:lnTo>
                    <a:pt x="174" y="110"/>
                  </a:lnTo>
                  <a:lnTo>
                    <a:pt x="127" y="35"/>
                  </a:lnTo>
                  <a:lnTo>
                    <a:pt x="98" y="0"/>
                  </a:lnTo>
                  <a:lnTo>
                    <a:pt x="63" y="0"/>
                  </a:lnTo>
                  <a:lnTo>
                    <a:pt x="23" y="11"/>
                  </a:lnTo>
                  <a:lnTo>
                    <a:pt x="0" y="18"/>
                  </a:lnTo>
                  <a:close/>
                </a:path>
              </a:pathLst>
            </a:custGeom>
            <a:solidFill>
              <a:srgbClr val="d0d0d0"/>
            </a:solidFill>
            <a:ln w="9360">
              <a:solidFill>
                <a:srgbClr val="909090"/>
              </a:solidFill>
              <a:round/>
            </a:ln>
          </p:spPr>
          <p:style>
            <a:lnRef idx="0"/>
            <a:fillRef idx="0"/>
            <a:effectRef idx="0"/>
            <a:fontRef idx="minor"/>
          </p:style>
          <p:txBody>
            <a:bodyPr lIns="90000" rIns="90000" tIns="-21240" bIns="-21240" anchor="t">
              <a:noAutofit/>
            </a:bodyPr>
            <a:p>
              <a:endParaRPr b="0" lang="en-US" sz="2400" spc="-1" strike="noStrike">
                <a:solidFill>
                  <a:srgbClr val="000000"/>
                </a:solidFill>
                <a:latin typeface="Times New Roman"/>
              </a:endParaRPr>
            </a:p>
          </p:txBody>
        </p:sp>
        <p:sp>
          <p:nvSpPr>
            <p:cNvPr id="9251" name=""/>
            <p:cNvSpPr/>
            <p:nvPr/>
          </p:nvSpPr>
          <p:spPr>
            <a:xfrm>
              <a:off x="4973760" y="950760"/>
              <a:ext cx="95040" cy="60480"/>
            </a:xfrm>
            <a:custGeom>
              <a:avLst/>
              <a:gdLst/>
              <a:ahLst/>
              <a:rect l="l" t="t" r="r" b="b"/>
              <a:pathLst>
                <a:path w="551" h="424">
                  <a:moveTo>
                    <a:pt x="40" y="401"/>
                  </a:moveTo>
                  <a:lnTo>
                    <a:pt x="0" y="337"/>
                  </a:lnTo>
                  <a:lnTo>
                    <a:pt x="22" y="290"/>
                  </a:lnTo>
                  <a:lnTo>
                    <a:pt x="22" y="232"/>
                  </a:lnTo>
                  <a:lnTo>
                    <a:pt x="87" y="209"/>
                  </a:lnTo>
                  <a:lnTo>
                    <a:pt x="133" y="157"/>
                  </a:lnTo>
                  <a:lnTo>
                    <a:pt x="162" y="87"/>
                  </a:lnTo>
                  <a:lnTo>
                    <a:pt x="272" y="0"/>
                  </a:lnTo>
                  <a:lnTo>
                    <a:pt x="371" y="46"/>
                  </a:lnTo>
                  <a:lnTo>
                    <a:pt x="458" y="58"/>
                  </a:lnTo>
                  <a:lnTo>
                    <a:pt x="476" y="105"/>
                  </a:lnTo>
                  <a:lnTo>
                    <a:pt x="528" y="140"/>
                  </a:lnTo>
                  <a:lnTo>
                    <a:pt x="551" y="197"/>
                  </a:lnTo>
                  <a:lnTo>
                    <a:pt x="516" y="284"/>
                  </a:lnTo>
                  <a:lnTo>
                    <a:pt x="528" y="342"/>
                  </a:lnTo>
                  <a:lnTo>
                    <a:pt x="464" y="366"/>
                  </a:lnTo>
                  <a:lnTo>
                    <a:pt x="400" y="360"/>
                  </a:lnTo>
                  <a:lnTo>
                    <a:pt x="330" y="406"/>
                  </a:lnTo>
                  <a:lnTo>
                    <a:pt x="312" y="377"/>
                  </a:lnTo>
                  <a:lnTo>
                    <a:pt x="272" y="394"/>
                  </a:lnTo>
                  <a:lnTo>
                    <a:pt x="202" y="424"/>
                  </a:lnTo>
                  <a:lnTo>
                    <a:pt x="133" y="377"/>
                  </a:lnTo>
                  <a:lnTo>
                    <a:pt x="69" y="377"/>
                  </a:lnTo>
                  <a:lnTo>
                    <a:pt x="40" y="401"/>
                  </a:lnTo>
                  <a:close/>
                </a:path>
              </a:pathLst>
            </a:custGeom>
            <a:solidFill>
              <a:srgbClr val="d0d0d0"/>
            </a:solidFill>
            <a:ln w="9360">
              <a:solidFill>
                <a:srgbClr val="909090"/>
              </a:solidFill>
              <a:round/>
            </a:ln>
          </p:spPr>
          <p:style>
            <a:lnRef idx="0"/>
            <a:fillRef idx="0"/>
            <a:effectRef idx="0"/>
            <a:fontRef idx="minor"/>
          </p:style>
          <p:txBody>
            <a:bodyPr lIns="90000" rIns="90000" tIns="13680" bIns="13680" anchor="t">
              <a:noAutofit/>
            </a:bodyPr>
            <a:p>
              <a:endParaRPr b="0" lang="en-US" sz="2400" spc="-1" strike="noStrike">
                <a:solidFill>
                  <a:srgbClr val="000000"/>
                </a:solidFill>
                <a:latin typeface="Times New Roman"/>
              </a:endParaRPr>
            </a:p>
          </p:txBody>
        </p:sp>
        <p:sp>
          <p:nvSpPr>
            <p:cNvPr id="9252" name=""/>
            <p:cNvSpPr/>
            <p:nvPr/>
          </p:nvSpPr>
          <p:spPr>
            <a:xfrm>
              <a:off x="4951440" y="1042920"/>
              <a:ext cx="76320" cy="52560"/>
            </a:xfrm>
            <a:custGeom>
              <a:avLst/>
              <a:gdLst/>
              <a:ahLst/>
              <a:rect l="l" t="t" r="r" b="b"/>
              <a:pathLst>
                <a:path w="447" h="359">
                  <a:moveTo>
                    <a:pt x="111" y="28"/>
                  </a:moveTo>
                  <a:lnTo>
                    <a:pt x="65" y="115"/>
                  </a:lnTo>
                  <a:lnTo>
                    <a:pt x="0" y="185"/>
                  </a:lnTo>
                  <a:lnTo>
                    <a:pt x="0" y="225"/>
                  </a:lnTo>
                  <a:lnTo>
                    <a:pt x="41" y="272"/>
                  </a:lnTo>
                  <a:lnTo>
                    <a:pt x="111" y="295"/>
                  </a:lnTo>
                  <a:lnTo>
                    <a:pt x="135" y="312"/>
                  </a:lnTo>
                  <a:lnTo>
                    <a:pt x="227" y="359"/>
                  </a:lnTo>
                  <a:lnTo>
                    <a:pt x="314" y="295"/>
                  </a:lnTo>
                  <a:lnTo>
                    <a:pt x="361" y="336"/>
                  </a:lnTo>
                  <a:lnTo>
                    <a:pt x="430" y="312"/>
                  </a:lnTo>
                  <a:lnTo>
                    <a:pt x="436" y="295"/>
                  </a:lnTo>
                  <a:lnTo>
                    <a:pt x="442" y="272"/>
                  </a:lnTo>
                  <a:lnTo>
                    <a:pt x="447" y="202"/>
                  </a:lnTo>
                  <a:lnTo>
                    <a:pt x="447" y="115"/>
                  </a:lnTo>
                  <a:lnTo>
                    <a:pt x="407" y="45"/>
                  </a:lnTo>
                  <a:lnTo>
                    <a:pt x="361" y="0"/>
                  </a:lnTo>
                  <a:lnTo>
                    <a:pt x="337" y="45"/>
                  </a:lnTo>
                  <a:lnTo>
                    <a:pt x="157" y="45"/>
                  </a:lnTo>
                  <a:lnTo>
                    <a:pt x="111" y="28"/>
                  </a:lnTo>
                  <a:close/>
                </a:path>
              </a:pathLst>
            </a:custGeom>
            <a:solidFill>
              <a:srgbClr val="d0d0d0"/>
            </a:solidFill>
            <a:ln w="9360">
              <a:solidFill>
                <a:srgbClr val="909090"/>
              </a:solidFill>
              <a:round/>
            </a:ln>
          </p:spPr>
          <p:style>
            <a:lnRef idx="0"/>
            <a:fillRef idx="0"/>
            <a:effectRef idx="0"/>
            <a:fontRef idx="minor"/>
          </p:style>
          <p:txBody>
            <a:bodyPr lIns="90000" rIns="90000" tIns="5760" bIns="5760" anchor="t">
              <a:noAutofit/>
            </a:bodyPr>
            <a:p>
              <a:endParaRPr b="0" lang="en-US" sz="2400" spc="-1" strike="noStrike">
                <a:solidFill>
                  <a:srgbClr val="000000"/>
                </a:solidFill>
                <a:latin typeface="Times New Roman"/>
              </a:endParaRPr>
            </a:p>
          </p:txBody>
        </p:sp>
        <p:sp>
          <p:nvSpPr>
            <p:cNvPr id="9253" name=""/>
            <p:cNvSpPr/>
            <p:nvPr/>
          </p:nvSpPr>
          <p:spPr>
            <a:xfrm>
              <a:off x="4876920" y="1011240"/>
              <a:ext cx="91800" cy="38160"/>
            </a:xfrm>
            <a:custGeom>
              <a:avLst/>
              <a:gdLst/>
              <a:ahLst/>
              <a:rect l="l" t="t" r="r" b="b"/>
              <a:pathLst>
                <a:path w="535" h="249">
                  <a:moveTo>
                    <a:pt x="518" y="174"/>
                  </a:moveTo>
                  <a:lnTo>
                    <a:pt x="453" y="139"/>
                  </a:lnTo>
                  <a:lnTo>
                    <a:pt x="384" y="139"/>
                  </a:lnTo>
                  <a:lnTo>
                    <a:pt x="343" y="139"/>
                  </a:lnTo>
                  <a:lnTo>
                    <a:pt x="273" y="70"/>
                  </a:lnTo>
                  <a:lnTo>
                    <a:pt x="117" y="0"/>
                  </a:lnTo>
                  <a:lnTo>
                    <a:pt x="0" y="92"/>
                  </a:lnTo>
                  <a:lnTo>
                    <a:pt x="47" y="139"/>
                  </a:lnTo>
                  <a:lnTo>
                    <a:pt x="47" y="186"/>
                  </a:lnTo>
                  <a:lnTo>
                    <a:pt x="117" y="186"/>
                  </a:lnTo>
                  <a:lnTo>
                    <a:pt x="157" y="162"/>
                  </a:lnTo>
                  <a:lnTo>
                    <a:pt x="181" y="186"/>
                  </a:lnTo>
                  <a:lnTo>
                    <a:pt x="227" y="186"/>
                  </a:lnTo>
                  <a:lnTo>
                    <a:pt x="251" y="249"/>
                  </a:lnTo>
                  <a:lnTo>
                    <a:pt x="366" y="249"/>
                  </a:lnTo>
                  <a:lnTo>
                    <a:pt x="408" y="232"/>
                  </a:lnTo>
                  <a:lnTo>
                    <a:pt x="477" y="232"/>
                  </a:lnTo>
                  <a:lnTo>
                    <a:pt x="535" y="221"/>
                  </a:lnTo>
                  <a:lnTo>
                    <a:pt x="518" y="174"/>
                  </a:lnTo>
                  <a:close/>
                </a:path>
              </a:pathLst>
            </a:custGeom>
            <a:solidFill>
              <a:srgbClr val="d0d0d0"/>
            </a:solidFill>
            <a:ln w="9360">
              <a:solidFill>
                <a:srgbClr val="909090"/>
              </a:solidFill>
              <a:round/>
            </a:ln>
          </p:spPr>
          <p:style>
            <a:lnRef idx="0"/>
            <a:fillRef idx="0"/>
            <a:effectRef idx="0"/>
            <a:fontRef idx="minor"/>
          </p:style>
          <p:txBody>
            <a:bodyPr lIns="90000" rIns="90000" tIns="-8640" bIns="-8640" anchor="t">
              <a:noAutofit/>
            </a:bodyPr>
            <a:p>
              <a:endParaRPr b="0" lang="en-US" sz="2400" spc="-1" strike="noStrike">
                <a:solidFill>
                  <a:srgbClr val="000000"/>
                </a:solidFill>
                <a:latin typeface="Times New Roman"/>
              </a:endParaRPr>
            </a:p>
          </p:txBody>
        </p:sp>
        <p:sp>
          <p:nvSpPr>
            <p:cNvPr id="9254" name=""/>
            <p:cNvSpPr/>
            <p:nvPr/>
          </p:nvSpPr>
          <p:spPr>
            <a:xfrm>
              <a:off x="4889520" y="969840"/>
              <a:ext cx="93600" cy="68400"/>
            </a:xfrm>
            <a:custGeom>
              <a:avLst/>
              <a:gdLst/>
              <a:ahLst/>
              <a:rect l="l" t="t" r="r" b="b"/>
              <a:pathLst>
                <a:path w="540" h="465">
                  <a:moveTo>
                    <a:pt x="47" y="296"/>
                  </a:moveTo>
                  <a:lnTo>
                    <a:pt x="47" y="244"/>
                  </a:lnTo>
                  <a:lnTo>
                    <a:pt x="47" y="204"/>
                  </a:lnTo>
                  <a:lnTo>
                    <a:pt x="0" y="181"/>
                  </a:lnTo>
                  <a:lnTo>
                    <a:pt x="17" y="111"/>
                  </a:lnTo>
                  <a:lnTo>
                    <a:pt x="17" y="70"/>
                  </a:lnTo>
                  <a:lnTo>
                    <a:pt x="157" y="0"/>
                  </a:lnTo>
                  <a:lnTo>
                    <a:pt x="273" y="0"/>
                  </a:lnTo>
                  <a:lnTo>
                    <a:pt x="296" y="0"/>
                  </a:lnTo>
                  <a:lnTo>
                    <a:pt x="407" y="47"/>
                  </a:lnTo>
                  <a:lnTo>
                    <a:pt x="448" y="70"/>
                  </a:lnTo>
                  <a:lnTo>
                    <a:pt x="517" y="87"/>
                  </a:lnTo>
                  <a:lnTo>
                    <a:pt x="517" y="157"/>
                  </a:lnTo>
                  <a:lnTo>
                    <a:pt x="495" y="204"/>
                  </a:lnTo>
                  <a:lnTo>
                    <a:pt x="517" y="244"/>
                  </a:lnTo>
                  <a:lnTo>
                    <a:pt x="540" y="291"/>
                  </a:lnTo>
                  <a:lnTo>
                    <a:pt x="523" y="355"/>
                  </a:lnTo>
                  <a:lnTo>
                    <a:pt x="465" y="430"/>
                  </a:lnTo>
                  <a:lnTo>
                    <a:pt x="448" y="465"/>
                  </a:lnTo>
                  <a:lnTo>
                    <a:pt x="366" y="430"/>
                  </a:lnTo>
                  <a:lnTo>
                    <a:pt x="268" y="430"/>
                  </a:lnTo>
                  <a:lnTo>
                    <a:pt x="198" y="355"/>
                  </a:lnTo>
                  <a:lnTo>
                    <a:pt x="139" y="326"/>
                  </a:lnTo>
                  <a:lnTo>
                    <a:pt x="47" y="296"/>
                  </a:lnTo>
                  <a:close/>
                </a:path>
              </a:pathLst>
            </a:custGeom>
            <a:solidFill>
              <a:srgbClr val="d0d0d0"/>
            </a:solidFill>
            <a:ln w="9360">
              <a:solidFill>
                <a:srgbClr val="909090"/>
              </a:solidFill>
              <a:round/>
            </a:ln>
          </p:spPr>
          <p:style>
            <a:lnRef idx="0"/>
            <a:fillRef idx="0"/>
            <a:effectRef idx="0"/>
            <a:fontRef idx="minor"/>
          </p:style>
          <p:txBody>
            <a:bodyPr lIns="90000" rIns="90000" tIns="21600" bIns="21600" anchor="t">
              <a:noAutofit/>
            </a:bodyPr>
            <a:p>
              <a:endParaRPr b="0" lang="en-US" sz="2400" spc="-1" strike="noStrike">
                <a:solidFill>
                  <a:srgbClr val="000000"/>
                </a:solidFill>
                <a:latin typeface="Times New Roman"/>
              </a:endParaRPr>
            </a:p>
          </p:txBody>
        </p:sp>
        <p:sp>
          <p:nvSpPr>
            <p:cNvPr id="9255" name=""/>
            <p:cNvSpPr/>
            <p:nvPr/>
          </p:nvSpPr>
          <p:spPr>
            <a:xfrm>
              <a:off x="4940280" y="947880"/>
              <a:ext cx="61920" cy="36360"/>
            </a:xfrm>
            <a:custGeom>
              <a:avLst/>
              <a:gdLst/>
              <a:ahLst/>
              <a:rect l="l" t="t" r="r" b="b"/>
              <a:pathLst>
                <a:path w="361" h="239">
                  <a:moveTo>
                    <a:pt x="0" y="145"/>
                  </a:moveTo>
                  <a:lnTo>
                    <a:pt x="42" y="117"/>
                  </a:lnTo>
                  <a:lnTo>
                    <a:pt x="42" y="87"/>
                  </a:lnTo>
                  <a:lnTo>
                    <a:pt x="52" y="29"/>
                  </a:lnTo>
                  <a:lnTo>
                    <a:pt x="87" y="18"/>
                  </a:lnTo>
                  <a:lnTo>
                    <a:pt x="111" y="0"/>
                  </a:lnTo>
                  <a:lnTo>
                    <a:pt x="129" y="29"/>
                  </a:lnTo>
                  <a:lnTo>
                    <a:pt x="152" y="58"/>
                  </a:lnTo>
                  <a:lnTo>
                    <a:pt x="221" y="75"/>
                  </a:lnTo>
                  <a:lnTo>
                    <a:pt x="286" y="58"/>
                  </a:lnTo>
                  <a:lnTo>
                    <a:pt x="314" y="75"/>
                  </a:lnTo>
                  <a:lnTo>
                    <a:pt x="361" y="105"/>
                  </a:lnTo>
                  <a:lnTo>
                    <a:pt x="332" y="169"/>
                  </a:lnTo>
                  <a:lnTo>
                    <a:pt x="279" y="221"/>
                  </a:lnTo>
                  <a:lnTo>
                    <a:pt x="221" y="239"/>
                  </a:lnTo>
                  <a:lnTo>
                    <a:pt x="152" y="215"/>
                  </a:lnTo>
                  <a:lnTo>
                    <a:pt x="42" y="169"/>
                  </a:lnTo>
                  <a:lnTo>
                    <a:pt x="0" y="145"/>
                  </a:lnTo>
                  <a:close/>
                </a:path>
              </a:pathLst>
            </a:custGeom>
            <a:solidFill>
              <a:srgbClr val="d0d0d0"/>
            </a:solidFill>
            <a:ln w="9360">
              <a:solidFill>
                <a:srgbClr val="909090"/>
              </a:solidFill>
              <a:round/>
            </a:ln>
          </p:spPr>
          <p:style>
            <a:lnRef idx="0"/>
            <a:fillRef idx="0"/>
            <a:effectRef idx="0"/>
            <a:fontRef idx="minor"/>
          </p:style>
          <p:txBody>
            <a:bodyPr lIns="90000" rIns="90000" tIns="-10440" bIns="-10440" anchor="t">
              <a:noAutofit/>
            </a:bodyPr>
            <a:p>
              <a:endParaRPr b="0" lang="en-US" sz="2400" spc="-1" strike="noStrike">
                <a:solidFill>
                  <a:srgbClr val="000000"/>
                </a:solidFill>
                <a:latin typeface="Times New Roman"/>
              </a:endParaRPr>
            </a:p>
          </p:txBody>
        </p:sp>
        <p:sp>
          <p:nvSpPr>
            <p:cNvPr id="9256" name=""/>
            <p:cNvSpPr/>
            <p:nvPr/>
          </p:nvSpPr>
          <p:spPr>
            <a:xfrm>
              <a:off x="4951440" y="927000"/>
              <a:ext cx="69840" cy="34920"/>
            </a:xfrm>
            <a:custGeom>
              <a:avLst/>
              <a:gdLst/>
              <a:ahLst/>
              <a:rect l="l" t="t" r="r" b="b"/>
              <a:pathLst>
                <a:path w="407" h="244">
                  <a:moveTo>
                    <a:pt x="0" y="174"/>
                  </a:moveTo>
                  <a:lnTo>
                    <a:pt x="0" y="110"/>
                  </a:lnTo>
                  <a:lnTo>
                    <a:pt x="47" y="63"/>
                  </a:lnTo>
                  <a:lnTo>
                    <a:pt x="135" y="87"/>
                  </a:lnTo>
                  <a:lnTo>
                    <a:pt x="157" y="87"/>
                  </a:lnTo>
                  <a:lnTo>
                    <a:pt x="135" y="0"/>
                  </a:lnTo>
                  <a:lnTo>
                    <a:pt x="204" y="63"/>
                  </a:lnTo>
                  <a:lnTo>
                    <a:pt x="250" y="63"/>
                  </a:lnTo>
                  <a:lnTo>
                    <a:pt x="297" y="70"/>
                  </a:lnTo>
                  <a:lnTo>
                    <a:pt x="407" y="151"/>
                  </a:lnTo>
                  <a:lnTo>
                    <a:pt x="378" y="180"/>
                  </a:lnTo>
                  <a:lnTo>
                    <a:pt x="297" y="244"/>
                  </a:lnTo>
                  <a:lnTo>
                    <a:pt x="222" y="203"/>
                  </a:lnTo>
                  <a:lnTo>
                    <a:pt x="145" y="220"/>
                  </a:lnTo>
                  <a:lnTo>
                    <a:pt x="88" y="203"/>
                  </a:lnTo>
                  <a:lnTo>
                    <a:pt x="65" y="174"/>
                  </a:lnTo>
                  <a:lnTo>
                    <a:pt x="47" y="133"/>
                  </a:lnTo>
                  <a:lnTo>
                    <a:pt x="23" y="163"/>
                  </a:lnTo>
                  <a:lnTo>
                    <a:pt x="0" y="174"/>
                  </a:lnTo>
                  <a:close/>
                </a:path>
              </a:pathLst>
            </a:custGeom>
            <a:solidFill>
              <a:srgbClr val="d0d0d0"/>
            </a:solidFill>
            <a:ln w="9360">
              <a:solidFill>
                <a:srgbClr val="909090"/>
              </a:solidFill>
              <a:round/>
            </a:ln>
          </p:spPr>
          <p:style>
            <a:lnRef idx="0"/>
            <a:fillRef idx="0"/>
            <a:effectRef idx="0"/>
            <a:fontRef idx="minor"/>
          </p:style>
          <p:txBody>
            <a:bodyPr lIns="90000" rIns="90000" tIns="-11880" bIns="-11880" anchor="t">
              <a:noAutofit/>
            </a:bodyPr>
            <a:p>
              <a:endParaRPr b="0" lang="en-US" sz="2400" spc="-1" strike="noStrike">
                <a:solidFill>
                  <a:srgbClr val="000000"/>
                </a:solidFill>
                <a:latin typeface="Times New Roman"/>
              </a:endParaRPr>
            </a:p>
          </p:txBody>
        </p:sp>
        <p:sp>
          <p:nvSpPr>
            <p:cNvPr id="9257" name=""/>
            <p:cNvSpPr/>
            <p:nvPr/>
          </p:nvSpPr>
          <p:spPr>
            <a:xfrm>
              <a:off x="4973760" y="906480"/>
              <a:ext cx="52200" cy="39600"/>
            </a:xfrm>
            <a:custGeom>
              <a:avLst/>
              <a:gdLst/>
              <a:ahLst/>
              <a:rect l="l" t="t" r="r" b="b"/>
              <a:pathLst>
                <a:path w="295" h="272">
                  <a:moveTo>
                    <a:pt x="0" y="139"/>
                  </a:moveTo>
                  <a:lnTo>
                    <a:pt x="0" y="69"/>
                  </a:lnTo>
                  <a:lnTo>
                    <a:pt x="45" y="45"/>
                  </a:lnTo>
                  <a:lnTo>
                    <a:pt x="133" y="23"/>
                  </a:lnTo>
                  <a:lnTo>
                    <a:pt x="162" y="0"/>
                  </a:lnTo>
                  <a:lnTo>
                    <a:pt x="202" y="0"/>
                  </a:lnTo>
                  <a:lnTo>
                    <a:pt x="295" y="23"/>
                  </a:lnTo>
                  <a:lnTo>
                    <a:pt x="249" y="45"/>
                  </a:lnTo>
                  <a:lnTo>
                    <a:pt x="272" y="115"/>
                  </a:lnTo>
                  <a:lnTo>
                    <a:pt x="295" y="157"/>
                  </a:lnTo>
                  <a:lnTo>
                    <a:pt x="272" y="220"/>
                  </a:lnTo>
                  <a:lnTo>
                    <a:pt x="249" y="272"/>
                  </a:lnTo>
                  <a:lnTo>
                    <a:pt x="162" y="202"/>
                  </a:lnTo>
                  <a:lnTo>
                    <a:pt x="69" y="202"/>
                  </a:lnTo>
                  <a:lnTo>
                    <a:pt x="22" y="157"/>
                  </a:lnTo>
                  <a:lnTo>
                    <a:pt x="0" y="139"/>
                  </a:lnTo>
                  <a:close/>
                </a:path>
              </a:pathLst>
            </a:custGeom>
            <a:solidFill>
              <a:srgbClr val="d0d0d0"/>
            </a:solidFill>
            <a:ln w="9360">
              <a:solidFill>
                <a:srgbClr val="909090"/>
              </a:solidFill>
              <a:round/>
            </a:ln>
          </p:spPr>
          <p:style>
            <a:lnRef idx="0"/>
            <a:fillRef idx="0"/>
            <a:effectRef idx="0"/>
            <a:fontRef idx="minor"/>
          </p:style>
          <p:txBody>
            <a:bodyPr lIns="90000" rIns="90000" tIns="-7200" bIns="-7200" anchor="t">
              <a:noAutofit/>
            </a:bodyPr>
            <a:p>
              <a:endParaRPr b="0" lang="en-US" sz="2400" spc="-1" strike="noStrike">
                <a:solidFill>
                  <a:srgbClr val="000000"/>
                </a:solidFill>
                <a:latin typeface="Times New Roman"/>
              </a:endParaRPr>
            </a:p>
          </p:txBody>
        </p:sp>
        <p:sp>
          <p:nvSpPr>
            <p:cNvPr id="9258" name=""/>
            <p:cNvSpPr/>
            <p:nvPr/>
          </p:nvSpPr>
          <p:spPr>
            <a:xfrm>
              <a:off x="4932360" y="755640"/>
              <a:ext cx="111240" cy="141120"/>
            </a:xfrm>
            <a:custGeom>
              <a:avLst/>
              <a:gdLst/>
              <a:ahLst/>
              <a:rect l="l" t="t" r="r" b="b"/>
              <a:pathLst>
                <a:path w="651" h="959">
                  <a:moveTo>
                    <a:pt x="546" y="942"/>
                  </a:moveTo>
                  <a:lnTo>
                    <a:pt x="523" y="942"/>
                  </a:lnTo>
                  <a:lnTo>
                    <a:pt x="477" y="918"/>
                  </a:lnTo>
                  <a:lnTo>
                    <a:pt x="477" y="872"/>
                  </a:lnTo>
                  <a:lnTo>
                    <a:pt x="453" y="872"/>
                  </a:lnTo>
                  <a:lnTo>
                    <a:pt x="430" y="918"/>
                  </a:lnTo>
                  <a:lnTo>
                    <a:pt x="273" y="959"/>
                  </a:lnTo>
                  <a:lnTo>
                    <a:pt x="181" y="942"/>
                  </a:lnTo>
                  <a:lnTo>
                    <a:pt x="116" y="942"/>
                  </a:lnTo>
                  <a:lnTo>
                    <a:pt x="116" y="895"/>
                  </a:lnTo>
                  <a:lnTo>
                    <a:pt x="139" y="848"/>
                  </a:lnTo>
                  <a:lnTo>
                    <a:pt x="94" y="802"/>
                  </a:lnTo>
                  <a:lnTo>
                    <a:pt x="94" y="738"/>
                  </a:lnTo>
                  <a:lnTo>
                    <a:pt x="116" y="692"/>
                  </a:lnTo>
                  <a:lnTo>
                    <a:pt x="163" y="692"/>
                  </a:lnTo>
                  <a:lnTo>
                    <a:pt x="163" y="645"/>
                  </a:lnTo>
                  <a:lnTo>
                    <a:pt x="273" y="558"/>
                  </a:lnTo>
                  <a:lnTo>
                    <a:pt x="296" y="511"/>
                  </a:lnTo>
                  <a:lnTo>
                    <a:pt x="273" y="465"/>
                  </a:lnTo>
                  <a:lnTo>
                    <a:pt x="227" y="424"/>
                  </a:lnTo>
                  <a:lnTo>
                    <a:pt x="181" y="424"/>
                  </a:lnTo>
                  <a:lnTo>
                    <a:pt x="181" y="331"/>
                  </a:lnTo>
                  <a:lnTo>
                    <a:pt x="139" y="215"/>
                  </a:lnTo>
                  <a:lnTo>
                    <a:pt x="0" y="75"/>
                  </a:lnTo>
                  <a:lnTo>
                    <a:pt x="41" y="64"/>
                  </a:lnTo>
                  <a:lnTo>
                    <a:pt x="163" y="117"/>
                  </a:lnTo>
                  <a:lnTo>
                    <a:pt x="227" y="99"/>
                  </a:lnTo>
                  <a:lnTo>
                    <a:pt x="320" y="18"/>
                  </a:lnTo>
                  <a:lnTo>
                    <a:pt x="401" y="0"/>
                  </a:lnTo>
                  <a:lnTo>
                    <a:pt x="390" y="41"/>
                  </a:lnTo>
                  <a:lnTo>
                    <a:pt x="430" y="128"/>
                  </a:lnTo>
                  <a:lnTo>
                    <a:pt x="430" y="221"/>
                  </a:lnTo>
                  <a:lnTo>
                    <a:pt x="453" y="267"/>
                  </a:lnTo>
                  <a:lnTo>
                    <a:pt x="500" y="331"/>
                  </a:lnTo>
                  <a:lnTo>
                    <a:pt x="500" y="424"/>
                  </a:lnTo>
                  <a:lnTo>
                    <a:pt x="546" y="488"/>
                  </a:lnTo>
                  <a:lnTo>
                    <a:pt x="546" y="581"/>
                  </a:lnTo>
                  <a:lnTo>
                    <a:pt x="605" y="692"/>
                  </a:lnTo>
                  <a:lnTo>
                    <a:pt x="651" y="761"/>
                  </a:lnTo>
                  <a:lnTo>
                    <a:pt x="605" y="872"/>
                  </a:lnTo>
                  <a:lnTo>
                    <a:pt x="523" y="895"/>
                  </a:lnTo>
                  <a:lnTo>
                    <a:pt x="546" y="942"/>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59" name=""/>
            <p:cNvSpPr/>
            <p:nvPr/>
          </p:nvSpPr>
          <p:spPr>
            <a:xfrm>
              <a:off x="4865760" y="777960"/>
              <a:ext cx="98280" cy="179280"/>
            </a:xfrm>
            <a:custGeom>
              <a:avLst/>
              <a:gdLst/>
              <a:ahLst/>
              <a:rect l="l" t="t" r="r" b="b"/>
              <a:pathLst>
                <a:path w="576" h="1219">
                  <a:moveTo>
                    <a:pt x="576" y="272"/>
                  </a:moveTo>
                  <a:lnTo>
                    <a:pt x="500" y="336"/>
                  </a:lnTo>
                  <a:lnTo>
                    <a:pt x="478" y="446"/>
                  </a:lnTo>
                  <a:lnTo>
                    <a:pt x="454" y="516"/>
                  </a:lnTo>
                  <a:lnTo>
                    <a:pt x="390" y="586"/>
                  </a:lnTo>
                  <a:lnTo>
                    <a:pt x="321" y="609"/>
                  </a:lnTo>
                  <a:lnTo>
                    <a:pt x="274" y="720"/>
                  </a:lnTo>
                  <a:lnTo>
                    <a:pt x="274" y="766"/>
                  </a:lnTo>
                  <a:lnTo>
                    <a:pt x="343" y="853"/>
                  </a:lnTo>
                  <a:lnTo>
                    <a:pt x="343" y="877"/>
                  </a:lnTo>
                  <a:lnTo>
                    <a:pt x="297" y="900"/>
                  </a:lnTo>
                  <a:lnTo>
                    <a:pt x="274" y="877"/>
                  </a:lnTo>
                  <a:lnTo>
                    <a:pt x="251" y="900"/>
                  </a:lnTo>
                  <a:lnTo>
                    <a:pt x="274" y="922"/>
                  </a:lnTo>
                  <a:lnTo>
                    <a:pt x="274" y="969"/>
                  </a:lnTo>
                  <a:lnTo>
                    <a:pt x="274" y="992"/>
                  </a:lnTo>
                  <a:lnTo>
                    <a:pt x="274" y="1079"/>
                  </a:lnTo>
                  <a:lnTo>
                    <a:pt x="227" y="1126"/>
                  </a:lnTo>
                  <a:lnTo>
                    <a:pt x="157" y="1149"/>
                  </a:lnTo>
                  <a:lnTo>
                    <a:pt x="140" y="1219"/>
                  </a:lnTo>
                  <a:lnTo>
                    <a:pt x="94" y="1219"/>
                  </a:lnTo>
                  <a:lnTo>
                    <a:pt x="70" y="1149"/>
                  </a:lnTo>
                  <a:lnTo>
                    <a:pt x="47" y="1079"/>
                  </a:lnTo>
                  <a:lnTo>
                    <a:pt x="7" y="1044"/>
                  </a:lnTo>
                  <a:lnTo>
                    <a:pt x="0" y="969"/>
                  </a:lnTo>
                  <a:lnTo>
                    <a:pt x="0" y="900"/>
                  </a:lnTo>
                  <a:lnTo>
                    <a:pt x="0" y="877"/>
                  </a:lnTo>
                  <a:lnTo>
                    <a:pt x="47" y="807"/>
                  </a:lnTo>
                  <a:lnTo>
                    <a:pt x="70" y="673"/>
                  </a:lnTo>
                  <a:lnTo>
                    <a:pt x="47" y="540"/>
                  </a:lnTo>
                  <a:lnTo>
                    <a:pt x="70" y="476"/>
                  </a:lnTo>
                  <a:lnTo>
                    <a:pt x="175" y="366"/>
                  </a:lnTo>
                  <a:lnTo>
                    <a:pt x="187" y="296"/>
                  </a:lnTo>
                  <a:lnTo>
                    <a:pt x="274" y="139"/>
                  </a:lnTo>
                  <a:lnTo>
                    <a:pt x="303" y="57"/>
                  </a:lnTo>
                  <a:lnTo>
                    <a:pt x="378" y="35"/>
                  </a:lnTo>
                  <a:lnTo>
                    <a:pt x="413" y="0"/>
                  </a:lnTo>
                  <a:lnTo>
                    <a:pt x="483" y="0"/>
                  </a:lnTo>
                  <a:lnTo>
                    <a:pt x="518" y="57"/>
                  </a:lnTo>
                  <a:lnTo>
                    <a:pt x="565" y="157"/>
                  </a:lnTo>
                  <a:lnTo>
                    <a:pt x="565" y="202"/>
                  </a:lnTo>
                  <a:lnTo>
                    <a:pt x="576" y="272"/>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60" name=""/>
            <p:cNvSpPr/>
            <p:nvPr/>
          </p:nvSpPr>
          <p:spPr>
            <a:xfrm>
              <a:off x="4815000" y="739800"/>
              <a:ext cx="198360" cy="187200"/>
            </a:xfrm>
            <a:custGeom>
              <a:avLst/>
              <a:gdLst/>
              <a:ahLst/>
              <a:rect l="l" t="t" r="r" b="b"/>
              <a:pathLst>
                <a:path w="1151" h="1267">
                  <a:moveTo>
                    <a:pt x="1127" y="0"/>
                  </a:moveTo>
                  <a:lnTo>
                    <a:pt x="1012" y="0"/>
                  </a:lnTo>
                  <a:lnTo>
                    <a:pt x="970" y="47"/>
                  </a:lnTo>
                  <a:lnTo>
                    <a:pt x="947" y="0"/>
                  </a:lnTo>
                  <a:lnTo>
                    <a:pt x="878" y="0"/>
                  </a:lnTo>
                  <a:lnTo>
                    <a:pt x="878" y="24"/>
                  </a:lnTo>
                  <a:lnTo>
                    <a:pt x="837" y="24"/>
                  </a:lnTo>
                  <a:lnTo>
                    <a:pt x="768" y="47"/>
                  </a:lnTo>
                  <a:lnTo>
                    <a:pt x="761" y="117"/>
                  </a:lnTo>
                  <a:lnTo>
                    <a:pt x="680" y="117"/>
                  </a:lnTo>
                  <a:lnTo>
                    <a:pt x="611" y="140"/>
                  </a:lnTo>
                  <a:lnTo>
                    <a:pt x="517" y="251"/>
                  </a:lnTo>
                  <a:lnTo>
                    <a:pt x="564" y="274"/>
                  </a:lnTo>
                  <a:lnTo>
                    <a:pt x="494" y="296"/>
                  </a:lnTo>
                  <a:lnTo>
                    <a:pt x="494" y="338"/>
                  </a:lnTo>
                  <a:lnTo>
                    <a:pt x="477" y="366"/>
                  </a:lnTo>
                  <a:lnTo>
                    <a:pt x="430" y="338"/>
                  </a:lnTo>
                  <a:lnTo>
                    <a:pt x="384" y="430"/>
                  </a:lnTo>
                  <a:lnTo>
                    <a:pt x="384" y="477"/>
                  </a:lnTo>
                  <a:lnTo>
                    <a:pt x="290" y="610"/>
                  </a:lnTo>
                  <a:lnTo>
                    <a:pt x="203" y="727"/>
                  </a:lnTo>
                  <a:lnTo>
                    <a:pt x="203" y="744"/>
                  </a:lnTo>
                  <a:lnTo>
                    <a:pt x="267" y="744"/>
                  </a:lnTo>
                  <a:lnTo>
                    <a:pt x="244" y="767"/>
                  </a:lnTo>
                  <a:lnTo>
                    <a:pt x="180" y="767"/>
                  </a:lnTo>
                  <a:lnTo>
                    <a:pt x="157" y="814"/>
                  </a:lnTo>
                  <a:lnTo>
                    <a:pt x="46" y="884"/>
                  </a:lnTo>
                  <a:lnTo>
                    <a:pt x="0" y="924"/>
                  </a:lnTo>
                  <a:lnTo>
                    <a:pt x="0" y="994"/>
                  </a:lnTo>
                  <a:lnTo>
                    <a:pt x="63" y="971"/>
                  </a:lnTo>
                  <a:lnTo>
                    <a:pt x="93" y="971"/>
                  </a:lnTo>
                  <a:lnTo>
                    <a:pt x="63" y="1017"/>
                  </a:lnTo>
                  <a:lnTo>
                    <a:pt x="23" y="1017"/>
                  </a:lnTo>
                  <a:lnTo>
                    <a:pt x="23" y="1058"/>
                  </a:lnTo>
                  <a:lnTo>
                    <a:pt x="6" y="1104"/>
                  </a:lnTo>
                  <a:lnTo>
                    <a:pt x="23" y="1128"/>
                  </a:lnTo>
                  <a:lnTo>
                    <a:pt x="6" y="1145"/>
                  </a:lnTo>
                  <a:lnTo>
                    <a:pt x="23" y="1197"/>
                  </a:lnTo>
                  <a:lnTo>
                    <a:pt x="0" y="1220"/>
                  </a:lnTo>
                  <a:lnTo>
                    <a:pt x="46" y="1267"/>
                  </a:lnTo>
                  <a:lnTo>
                    <a:pt x="157" y="1243"/>
                  </a:lnTo>
                  <a:lnTo>
                    <a:pt x="227" y="1197"/>
                  </a:lnTo>
                  <a:lnTo>
                    <a:pt x="290" y="1151"/>
                  </a:lnTo>
                  <a:lnTo>
                    <a:pt x="337" y="1058"/>
                  </a:lnTo>
                  <a:lnTo>
                    <a:pt x="360" y="924"/>
                  </a:lnTo>
                  <a:lnTo>
                    <a:pt x="360" y="884"/>
                  </a:lnTo>
                  <a:lnTo>
                    <a:pt x="337" y="791"/>
                  </a:lnTo>
                  <a:lnTo>
                    <a:pt x="384" y="697"/>
                  </a:lnTo>
                  <a:lnTo>
                    <a:pt x="430" y="657"/>
                  </a:lnTo>
                  <a:lnTo>
                    <a:pt x="477" y="610"/>
                  </a:lnTo>
                  <a:lnTo>
                    <a:pt x="477" y="564"/>
                  </a:lnTo>
                  <a:lnTo>
                    <a:pt x="517" y="477"/>
                  </a:lnTo>
                  <a:lnTo>
                    <a:pt x="587" y="320"/>
                  </a:lnTo>
                  <a:lnTo>
                    <a:pt x="656" y="296"/>
                  </a:lnTo>
                  <a:lnTo>
                    <a:pt x="778" y="256"/>
                  </a:lnTo>
                  <a:lnTo>
                    <a:pt x="680" y="163"/>
                  </a:lnTo>
                  <a:lnTo>
                    <a:pt x="715" y="157"/>
                  </a:lnTo>
                  <a:lnTo>
                    <a:pt x="831" y="221"/>
                  </a:lnTo>
                  <a:lnTo>
                    <a:pt x="883" y="216"/>
                  </a:lnTo>
                  <a:lnTo>
                    <a:pt x="965" y="140"/>
                  </a:lnTo>
                  <a:lnTo>
                    <a:pt x="994" y="117"/>
                  </a:lnTo>
                  <a:lnTo>
                    <a:pt x="1087" y="94"/>
                  </a:lnTo>
                  <a:lnTo>
                    <a:pt x="1087" y="70"/>
                  </a:lnTo>
                  <a:lnTo>
                    <a:pt x="1151" y="47"/>
                  </a:lnTo>
                  <a:lnTo>
                    <a:pt x="1127"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61" name=""/>
            <p:cNvSpPr/>
            <p:nvPr/>
          </p:nvSpPr>
          <p:spPr>
            <a:xfrm>
              <a:off x="4916520" y="927000"/>
              <a:ext cx="11160" cy="12960"/>
            </a:xfrm>
            <a:custGeom>
              <a:avLst/>
              <a:gdLst/>
              <a:ahLst/>
              <a:rect l="l" t="t" r="r" b="b"/>
              <a:pathLst>
                <a:path w="69" h="87">
                  <a:moveTo>
                    <a:pt x="46" y="0"/>
                  </a:moveTo>
                  <a:lnTo>
                    <a:pt x="0" y="18"/>
                  </a:lnTo>
                  <a:lnTo>
                    <a:pt x="24" y="87"/>
                  </a:lnTo>
                  <a:lnTo>
                    <a:pt x="46" y="63"/>
                  </a:lnTo>
                  <a:lnTo>
                    <a:pt x="69" y="40"/>
                  </a:lnTo>
                  <a:lnTo>
                    <a:pt x="46" y="0"/>
                  </a:lnTo>
                  <a:close/>
                </a:path>
              </a:pathLst>
            </a:custGeom>
            <a:solidFill>
              <a:srgbClr val="d0d0d0"/>
            </a:solidFill>
            <a:ln w="9360">
              <a:solidFill>
                <a:srgbClr val="909090"/>
              </a:solidFill>
              <a:round/>
            </a:ln>
          </p:spPr>
          <p:style>
            <a:lnRef idx="0"/>
            <a:fillRef idx="0"/>
            <a:effectRef idx="0"/>
            <a:fontRef idx="minor"/>
          </p:style>
          <p:txBody>
            <a:bodyPr lIns="90000" rIns="90000" tIns="-33840" bIns="-33840" anchor="t">
              <a:noAutofit/>
            </a:bodyPr>
            <a:p>
              <a:endParaRPr b="0" lang="en-US" sz="2400" spc="-1" strike="noStrike">
                <a:solidFill>
                  <a:srgbClr val="000000"/>
                </a:solidFill>
                <a:latin typeface="Times New Roman"/>
              </a:endParaRPr>
            </a:p>
          </p:txBody>
        </p:sp>
        <p:sp>
          <p:nvSpPr>
            <p:cNvPr id="9262" name=""/>
            <p:cNvSpPr/>
            <p:nvPr/>
          </p:nvSpPr>
          <p:spPr>
            <a:xfrm>
              <a:off x="4861080" y="960480"/>
              <a:ext cx="12600" cy="9360"/>
            </a:xfrm>
            <a:custGeom>
              <a:avLst/>
              <a:gdLst/>
              <a:ahLst/>
              <a:rect l="l" t="t" r="r" b="b"/>
              <a:pathLst>
                <a:path w="70" h="63">
                  <a:moveTo>
                    <a:pt x="47" y="0"/>
                  </a:moveTo>
                  <a:lnTo>
                    <a:pt x="0" y="40"/>
                  </a:lnTo>
                  <a:lnTo>
                    <a:pt x="23" y="63"/>
                  </a:lnTo>
                  <a:lnTo>
                    <a:pt x="70" y="40"/>
                  </a:lnTo>
                  <a:lnTo>
                    <a:pt x="47" y="0"/>
                  </a:lnTo>
                  <a:close/>
                </a:path>
              </a:pathLst>
            </a:custGeom>
            <a:solidFill>
              <a:srgbClr val="d0d0d0"/>
            </a:solidFill>
            <a:ln w="9360">
              <a:solidFill>
                <a:srgbClr val="909090"/>
              </a:solidFill>
              <a:round/>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9263" name=""/>
            <p:cNvSpPr/>
            <p:nvPr/>
          </p:nvSpPr>
          <p:spPr>
            <a:xfrm>
              <a:off x="4967280" y="1085760"/>
              <a:ext cx="58680" cy="31680"/>
            </a:xfrm>
            <a:custGeom>
              <a:avLst/>
              <a:gdLst/>
              <a:ahLst/>
              <a:rect l="l" t="t" r="r" b="b"/>
              <a:pathLst>
                <a:path w="337" h="216">
                  <a:moveTo>
                    <a:pt x="337" y="24"/>
                  </a:moveTo>
                  <a:lnTo>
                    <a:pt x="314" y="64"/>
                  </a:lnTo>
                  <a:lnTo>
                    <a:pt x="268" y="111"/>
                  </a:lnTo>
                  <a:lnTo>
                    <a:pt x="314" y="157"/>
                  </a:lnTo>
                  <a:lnTo>
                    <a:pt x="268" y="204"/>
                  </a:lnTo>
                  <a:lnTo>
                    <a:pt x="221" y="204"/>
                  </a:lnTo>
                  <a:lnTo>
                    <a:pt x="111" y="204"/>
                  </a:lnTo>
                  <a:lnTo>
                    <a:pt x="42" y="216"/>
                  </a:lnTo>
                  <a:lnTo>
                    <a:pt x="18" y="181"/>
                  </a:lnTo>
                  <a:lnTo>
                    <a:pt x="35" y="157"/>
                  </a:lnTo>
                  <a:lnTo>
                    <a:pt x="0" y="99"/>
                  </a:lnTo>
                  <a:lnTo>
                    <a:pt x="18" y="87"/>
                  </a:lnTo>
                  <a:lnTo>
                    <a:pt x="24" y="35"/>
                  </a:lnTo>
                  <a:lnTo>
                    <a:pt x="42" y="24"/>
                  </a:lnTo>
                  <a:lnTo>
                    <a:pt x="129" y="64"/>
                  </a:lnTo>
                  <a:lnTo>
                    <a:pt x="221" y="0"/>
                  </a:lnTo>
                  <a:lnTo>
                    <a:pt x="268" y="47"/>
                  </a:lnTo>
                  <a:lnTo>
                    <a:pt x="337" y="24"/>
                  </a:lnTo>
                  <a:close/>
                </a:path>
              </a:pathLst>
            </a:custGeom>
            <a:solidFill>
              <a:srgbClr val="d0d0d0"/>
            </a:solidFill>
            <a:ln w="9360">
              <a:solidFill>
                <a:srgbClr val="909090"/>
              </a:solidFill>
              <a:round/>
            </a:ln>
          </p:spPr>
          <p:style>
            <a:lnRef idx="0"/>
            <a:fillRef idx="0"/>
            <a:effectRef idx="0"/>
            <a:fontRef idx="minor"/>
          </p:style>
          <p:txBody>
            <a:bodyPr lIns="90000" rIns="90000" tIns="-15120" bIns="-15120" anchor="t">
              <a:noAutofit/>
            </a:bodyPr>
            <a:p>
              <a:endParaRPr b="0" lang="en-US" sz="2400" spc="-1" strike="noStrike">
                <a:solidFill>
                  <a:srgbClr val="000000"/>
                </a:solidFill>
                <a:latin typeface="Times New Roman"/>
              </a:endParaRPr>
            </a:p>
          </p:txBody>
        </p:sp>
        <p:sp>
          <p:nvSpPr>
            <p:cNvPr id="9264" name=""/>
            <p:cNvSpPr/>
            <p:nvPr/>
          </p:nvSpPr>
          <p:spPr>
            <a:xfrm>
              <a:off x="5002200" y="1111320"/>
              <a:ext cx="25560" cy="20520"/>
            </a:xfrm>
            <a:custGeom>
              <a:avLst/>
              <a:gdLst/>
              <a:ahLst/>
              <a:rect l="l" t="t" r="r" b="b"/>
              <a:pathLst>
                <a:path w="139" h="145">
                  <a:moveTo>
                    <a:pt x="110" y="0"/>
                  </a:moveTo>
                  <a:lnTo>
                    <a:pt x="35" y="64"/>
                  </a:lnTo>
                  <a:lnTo>
                    <a:pt x="0" y="104"/>
                  </a:lnTo>
                  <a:lnTo>
                    <a:pt x="52" y="145"/>
                  </a:lnTo>
                  <a:lnTo>
                    <a:pt x="93" y="104"/>
                  </a:lnTo>
                  <a:lnTo>
                    <a:pt x="139" y="64"/>
                  </a:lnTo>
                  <a:lnTo>
                    <a:pt x="127" y="5"/>
                  </a:lnTo>
                  <a:lnTo>
                    <a:pt x="110" y="0"/>
                  </a:lnTo>
                  <a:close/>
                </a:path>
              </a:pathLst>
            </a:custGeom>
            <a:solidFill>
              <a:srgbClr val="d0d0d0"/>
            </a:solidFill>
            <a:ln w="9360">
              <a:solidFill>
                <a:srgbClr val="909090"/>
              </a:solidFill>
              <a:round/>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9265" name=""/>
            <p:cNvSpPr/>
            <p:nvPr/>
          </p:nvSpPr>
          <p:spPr>
            <a:xfrm>
              <a:off x="4954680" y="1116000"/>
              <a:ext cx="54000" cy="52560"/>
            </a:xfrm>
            <a:custGeom>
              <a:avLst/>
              <a:gdLst/>
              <a:ahLst/>
              <a:rect l="l" t="t" r="r" b="b"/>
              <a:pathLst>
                <a:path w="314" h="360">
                  <a:moveTo>
                    <a:pt x="274" y="69"/>
                  </a:moveTo>
                  <a:lnTo>
                    <a:pt x="245" y="69"/>
                  </a:lnTo>
                  <a:lnTo>
                    <a:pt x="199" y="92"/>
                  </a:lnTo>
                  <a:lnTo>
                    <a:pt x="157" y="69"/>
                  </a:lnTo>
                  <a:lnTo>
                    <a:pt x="157" y="116"/>
                  </a:lnTo>
                  <a:lnTo>
                    <a:pt x="112" y="92"/>
                  </a:lnTo>
                  <a:lnTo>
                    <a:pt x="77" y="87"/>
                  </a:lnTo>
                  <a:lnTo>
                    <a:pt x="157" y="156"/>
                  </a:lnTo>
                  <a:lnTo>
                    <a:pt x="88" y="134"/>
                  </a:lnTo>
                  <a:lnTo>
                    <a:pt x="88" y="179"/>
                  </a:lnTo>
                  <a:lnTo>
                    <a:pt x="134" y="226"/>
                  </a:lnTo>
                  <a:lnTo>
                    <a:pt x="157" y="273"/>
                  </a:lnTo>
                  <a:lnTo>
                    <a:pt x="122" y="256"/>
                  </a:lnTo>
                  <a:lnTo>
                    <a:pt x="181" y="319"/>
                  </a:lnTo>
                  <a:lnTo>
                    <a:pt x="134" y="291"/>
                  </a:lnTo>
                  <a:lnTo>
                    <a:pt x="100" y="279"/>
                  </a:lnTo>
                  <a:lnTo>
                    <a:pt x="152" y="331"/>
                  </a:lnTo>
                  <a:lnTo>
                    <a:pt x="157" y="360"/>
                  </a:lnTo>
                  <a:lnTo>
                    <a:pt x="88" y="354"/>
                  </a:lnTo>
                  <a:lnTo>
                    <a:pt x="42" y="336"/>
                  </a:lnTo>
                  <a:lnTo>
                    <a:pt x="24" y="249"/>
                  </a:lnTo>
                  <a:lnTo>
                    <a:pt x="12" y="209"/>
                  </a:lnTo>
                  <a:lnTo>
                    <a:pt x="100" y="267"/>
                  </a:lnTo>
                  <a:lnTo>
                    <a:pt x="42" y="191"/>
                  </a:lnTo>
                  <a:lnTo>
                    <a:pt x="12" y="156"/>
                  </a:lnTo>
                  <a:lnTo>
                    <a:pt x="0" y="87"/>
                  </a:lnTo>
                  <a:lnTo>
                    <a:pt x="42" y="69"/>
                  </a:lnTo>
                  <a:lnTo>
                    <a:pt x="88" y="22"/>
                  </a:lnTo>
                  <a:lnTo>
                    <a:pt x="157" y="0"/>
                  </a:lnTo>
                  <a:lnTo>
                    <a:pt x="274" y="0"/>
                  </a:lnTo>
                  <a:lnTo>
                    <a:pt x="314" y="0"/>
                  </a:lnTo>
                  <a:lnTo>
                    <a:pt x="314" y="22"/>
                  </a:lnTo>
                  <a:lnTo>
                    <a:pt x="274" y="69"/>
                  </a:lnTo>
                  <a:close/>
                </a:path>
              </a:pathLst>
            </a:custGeom>
            <a:solidFill>
              <a:srgbClr val="d0d0d0"/>
            </a:solidFill>
            <a:ln w="9360">
              <a:solidFill>
                <a:srgbClr val="909090"/>
              </a:solidFill>
              <a:round/>
            </a:ln>
          </p:spPr>
          <p:style>
            <a:lnRef idx="0"/>
            <a:fillRef idx="0"/>
            <a:effectRef idx="0"/>
            <a:fontRef idx="minor"/>
          </p:style>
          <p:txBody>
            <a:bodyPr lIns="90000" rIns="90000" tIns="5760" bIns="5760" anchor="t">
              <a:noAutofit/>
            </a:bodyPr>
            <a:p>
              <a:endParaRPr b="0" lang="en-US" sz="2400" spc="-1" strike="noStrike">
                <a:solidFill>
                  <a:srgbClr val="000000"/>
                </a:solidFill>
                <a:latin typeface="Times New Roman"/>
              </a:endParaRPr>
            </a:p>
          </p:txBody>
        </p:sp>
        <p:sp>
          <p:nvSpPr>
            <p:cNvPr id="9266" name=""/>
            <p:cNvSpPr/>
            <p:nvPr/>
          </p:nvSpPr>
          <p:spPr>
            <a:xfrm>
              <a:off x="4986360" y="1150920"/>
              <a:ext cx="15840" cy="14400"/>
            </a:xfrm>
            <a:custGeom>
              <a:avLst/>
              <a:gdLst/>
              <a:ahLst/>
              <a:rect l="l" t="t" r="r" b="b"/>
              <a:pathLst>
                <a:path w="93" h="110">
                  <a:moveTo>
                    <a:pt x="0" y="0"/>
                  </a:moveTo>
                  <a:lnTo>
                    <a:pt x="46" y="47"/>
                  </a:lnTo>
                  <a:lnTo>
                    <a:pt x="93" y="110"/>
                  </a:lnTo>
                  <a:lnTo>
                    <a:pt x="64" y="65"/>
                  </a:lnTo>
                  <a:lnTo>
                    <a:pt x="18" y="23"/>
                  </a:lnTo>
                  <a:lnTo>
                    <a:pt x="0" y="0"/>
                  </a:lnTo>
                  <a:close/>
                </a:path>
              </a:pathLst>
            </a:custGeom>
            <a:solidFill>
              <a:srgbClr val="d0d0d0"/>
            </a:solidFill>
            <a:ln w="9360">
              <a:solidFill>
                <a:srgbClr val="909090"/>
              </a:solidFill>
              <a:round/>
            </a:ln>
          </p:spPr>
          <p:style>
            <a:lnRef idx="0"/>
            <a:fillRef idx="0"/>
            <a:effectRef idx="0"/>
            <a:fontRef idx="minor"/>
          </p:style>
          <p:txBody>
            <a:bodyPr lIns="90000" rIns="90000" tIns="-32400" bIns="-32400" anchor="t">
              <a:noAutofit/>
            </a:bodyPr>
            <a:p>
              <a:endParaRPr b="0" lang="en-US" sz="2400" spc="-1" strike="noStrike">
                <a:solidFill>
                  <a:srgbClr val="000000"/>
                </a:solidFill>
                <a:latin typeface="Times New Roman"/>
              </a:endParaRPr>
            </a:p>
          </p:txBody>
        </p:sp>
        <p:sp>
          <p:nvSpPr>
            <p:cNvPr id="9267" name=""/>
            <p:cNvSpPr/>
            <p:nvPr/>
          </p:nvSpPr>
          <p:spPr>
            <a:xfrm>
              <a:off x="4978440" y="1185840"/>
              <a:ext cx="23760" cy="6480"/>
            </a:xfrm>
            <a:custGeom>
              <a:avLst/>
              <a:gdLst/>
              <a:ahLst/>
              <a:rect l="l" t="t" r="r" b="b"/>
              <a:pathLst>
                <a:path w="140" h="47">
                  <a:moveTo>
                    <a:pt x="0" y="23"/>
                  </a:moveTo>
                  <a:lnTo>
                    <a:pt x="23" y="47"/>
                  </a:lnTo>
                  <a:lnTo>
                    <a:pt x="65" y="47"/>
                  </a:lnTo>
                  <a:lnTo>
                    <a:pt x="140" y="23"/>
                  </a:lnTo>
                  <a:lnTo>
                    <a:pt x="93" y="23"/>
                  </a:lnTo>
                  <a:lnTo>
                    <a:pt x="0" y="0"/>
                  </a:lnTo>
                  <a:lnTo>
                    <a:pt x="0" y="23"/>
                  </a:lnTo>
                  <a:close/>
                </a:path>
              </a:pathLst>
            </a:custGeom>
            <a:solidFill>
              <a:srgbClr val="d0d0d0"/>
            </a:solidFill>
            <a:ln w="9360">
              <a:solidFill>
                <a:srgbClr val="909090"/>
              </a:solidFill>
              <a:round/>
            </a:ln>
          </p:spPr>
          <p:style>
            <a:lnRef idx="0"/>
            <a:fillRef idx="0"/>
            <a:effectRef idx="0"/>
            <a:fontRef idx="minor"/>
          </p:style>
          <p:txBody>
            <a:bodyPr lIns="90000" rIns="90000" tIns="-40320" bIns="-40320" anchor="t">
              <a:noAutofit/>
            </a:bodyPr>
            <a:p>
              <a:endParaRPr b="0" lang="en-US" sz="2400" spc="-1" strike="noStrike">
                <a:solidFill>
                  <a:srgbClr val="000000"/>
                </a:solidFill>
                <a:latin typeface="Times New Roman"/>
              </a:endParaRPr>
            </a:p>
          </p:txBody>
        </p:sp>
        <p:sp>
          <p:nvSpPr>
            <p:cNvPr id="9268" name=""/>
            <p:cNvSpPr/>
            <p:nvPr/>
          </p:nvSpPr>
          <p:spPr>
            <a:xfrm>
              <a:off x="5016600" y="1179360"/>
              <a:ext cx="9360" cy="3240"/>
            </a:xfrm>
            <a:prstGeom prst="rect">
              <a:avLst/>
            </a:prstGeom>
            <a:solidFill>
              <a:srgbClr val="d0d0d0"/>
            </a:solidFill>
            <a:ln w="9360">
              <a:solidFill>
                <a:srgbClr val="909090"/>
              </a:solidFill>
              <a:miter/>
            </a:ln>
          </p:spPr>
          <p:style>
            <a:lnRef idx="0"/>
            <a:fillRef idx="0"/>
            <a:effectRef idx="0"/>
            <a:fontRef idx="minor"/>
          </p:style>
          <p:txBody>
            <a:bodyPr lIns="90000" rIns="90000" tIns="-43560" bIns="-43560" anchor="t">
              <a:noAutofit/>
            </a:bodyPr>
            <a:p>
              <a:endParaRPr b="0" lang="en-US" sz="2400" spc="-1" strike="noStrike">
                <a:solidFill>
                  <a:srgbClr val="000000"/>
                </a:solidFill>
                <a:latin typeface="Times New Roman"/>
              </a:endParaRPr>
            </a:p>
          </p:txBody>
        </p:sp>
        <p:sp>
          <p:nvSpPr>
            <p:cNvPr id="9269" name=""/>
            <p:cNvSpPr/>
            <p:nvPr/>
          </p:nvSpPr>
          <p:spPr>
            <a:xfrm>
              <a:off x="4873680" y="1063800"/>
              <a:ext cx="100080" cy="60120"/>
            </a:xfrm>
            <a:custGeom>
              <a:avLst/>
              <a:gdLst/>
              <a:ahLst/>
              <a:rect l="l" t="t" r="r" b="b"/>
              <a:pathLst>
                <a:path w="588" h="406">
                  <a:moveTo>
                    <a:pt x="23" y="23"/>
                  </a:moveTo>
                  <a:lnTo>
                    <a:pt x="0" y="63"/>
                  </a:lnTo>
                  <a:lnTo>
                    <a:pt x="47" y="86"/>
                  </a:lnTo>
                  <a:lnTo>
                    <a:pt x="180" y="110"/>
                  </a:lnTo>
                  <a:lnTo>
                    <a:pt x="180" y="133"/>
                  </a:lnTo>
                  <a:lnTo>
                    <a:pt x="157" y="133"/>
                  </a:lnTo>
                  <a:lnTo>
                    <a:pt x="204" y="203"/>
                  </a:lnTo>
                  <a:lnTo>
                    <a:pt x="274" y="250"/>
                  </a:lnTo>
                  <a:lnTo>
                    <a:pt x="366" y="267"/>
                  </a:lnTo>
                  <a:lnTo>
                    <a:pt x="389" y="313"/>
                  </a:lnTo>
                  <a:lnTo>
                    <a:pt x="431" y="313"/>
                  </a:lnTo>
                  <a:lnTo>
                    <a:pt x="476" y="337"/>
                  </a:lnTo>
                  <a:lnTo>
                    <a:pt x="518" y="382"/>
                  </a:lnTo>
                  <a:lnTo>
                    <a:pt x="541" y="406"/>
                  </a:lnTo>
                  <a:lnTo>
                    <a:pt x="588" y="382"/>
                  </a:lnTo>
                  <a:lnTo>
                    <a:pt x="564" y="337"/>
                  </a:lnTo>
                  <a:lnTo>
                    <a:pt x="588" y="313"/>
                  </a:lnTo>
                  <a:lnTo>
                    <a:pt x="541" y="250"/>
                  </a:lnTo>
                  <a:lnTo>
                    <a:pt x="570" y="243"/>
                  </a:lnTo>
                  <a:lnTo>
                    <a:pt x="570" y="203"/>
                  </a:lnTo>
                  <a:lnTo>
                    <a:pt x="581" y="173"/>
                  </a:lnTo>
                  <a:lnTo>
                    <a:pt x="570" y="156"/>
                  </a:lnTo>
                  <a:lnTo>
                    <a:pt x="500" y="133"/>
                  </a:lnTo>
                  <a:lnTo>
                    <a:pt x="453" y="86"/>
                  </a:lnTo>
                  <a:lnTo>
                    <a:pt x="453" y="63"/>
                  </a:lnTo>
                  <a:lnTo>
                    <a:pt x="366" y="86"/>
                  </a:lnTo>
                  <a:lnTo>
                    <a:pt x="319" y="110"/>
                  </a:lnTo>
                  <a:lnTo>
                    <a:pt x="274" y="46"/>
                  </a:lnTo>
                  <a:lnTo>
                    <a:pt x="180" y="0"/>
                  </a:lnTo>
                  <a:lnTo>
                    <a:pt x="140" y="23"/>
                  </a:lnTo>
                  <a:lnTo>
                    <a:pt x="110" y="23"/>
                  </a:lnTo>
                  <a:lnTo>
                    <a:pt x="70" y="23"/>
                  </a:lnTo>
                  <a:lnTo>
                    <a:pt x="23" y="23"/>
                  </a:lnTo>
                  <a:close/>
                </a:path>
              </a:pathLst>
            </a:custGeom>
            <a:solidFill>
              <a:srgbClr val="d0d0d0"/>
            </a:solidFill>
            <a:ln w="9360">
              <a:solidFill>
                <a:srgbClr val="90909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9270" name=""/>
            <p:cNvSpPr/>
            <p:nvPr/>
          </p:nvSpPr>
          <p:spPr>
            <a:xfrm>
              <a:off x="4849920" y="1036800"/>
              <a:ext cx="73080" cy="29880"/>
            </a:xfrm>
            <a:custGeom>
              <a:avLst/>
              <a:gdLst/>
              <a:ahLst/>
              <a:rect l="l" t="t" r="r" b="b"/>
              <a:pathLst>
                <a:path w="425" h="204">
                  <a:moveTo>
                    <a:pt x="0" y="134"/>
                  </a:moveTo>
                  <a:lnTo>
                    <a:pt x="6" y="157"/>
                  </a:lnTo>
                  <a:lnTo>
                    <a:pt x="70" y="181"/>
                  </a:lnTo>
                  <a:lnTo>
                    <a:pt x="100" y="134"/>
                  </a:lnTo>
                  <a:lnTo>
                    <a:pt x="187" y="152"/>
                  </a:lnTo>
                  <a:lnTo>
                    <a:pt x="187" y="181"/>
                  </a:lnTo>
                  <a:lnTo>
                    <a:pt x="163" y="204"/>
                  </a:lnTo>
                  <a:lnTo>
                    <a:pt x="285" y="198"/>
                  </a:lnTo>
                  <a:lnTo>
                    <a:pt x="320" y="181"/>
                  </a:lnTo>
                  <a:lnTo>
                    <a:pt x="344" y="181"/>
                  </a:lnTo>
                  <a:lnTo>
                    <a:pt x="367" y="134"/>
                  </a:lnTo>
                  <a:lnTo>
                    <a:pt x="425" y="94"/>
                  </a:lnTo>
                  <a:lnTo>
                    <a:pt x="407" y="47"/>
                  </a:lnTo>
                  <a:lnTo>
                    <a:pt x="390" y="24"/>
                  </a:lnTo>
                  <a:lnTo>
                    <a:pt x="372" y="24"/>
                  </a:lnTo>
                  <a:lnTo>
                    <a:pt x="320" y="0"/>
                  </a:lnTo>
                  <a:lnTo>
                    <a:pt x="280" y="12"/>
                  </a:lnTo>
                  <a:lnTo>
                    <a:pt x="210" y="24"/>
                  </a:lnTo>
                  <a:lnTo>
                    <a:pt x="163" y="42"/>
                  </a:lnTo>
                  <a:lnTo>
                    <a:pt x="163" y="87"/>
                  </a:lnTo>
                  <a:lnTo>
                    <a:pt x="140" y="87"/>
                  </a:lnTo>
                  <a:lnTo>
                    <a:pt x="53" y="87"/>
                  </a:lnTo>
                  <a:lnTo>
                    <a:pt x="12" y="99"/>
                  </a:lnTo>
                  <a:lnTo>
                    <a:pt x="0" y="134"/>
                  </a:lnTo>
                  <a:close/>
                </a:path>
              </a:pathLst>
            </a:custGeom>
            <a:solidFill>
              <a:srgbClr val="d0d0d0"/>
            </a:solidFill>
            <a:ln w="9360">
              <a:solidFill>
                <a:srgbClr val="909090"/>
              </a:solidFill>
              <a:round/>
            </a:ln>
          </p:spPr>
          <p:style>
            <a:lnRef idx="0"/>
            <a:fillRef idx="0"/>
            <a:effectRef idx="0"/>
            <a:fontRef idx="minor"/>
          </p:style>
          <p:txBody>
            <a:bodyPr lIns="90000" rIns="90000" tIns="-16920" bIns="-16920" anchor="t">
              <a:noAutofit/>
            </a:bodyPr>
            <a:p>
              <a:endParaRPr b="0" lang="en-US" sz="2400" spc="-1" strike="noStrike">
                <a:solidFill>
                  <a:srgbClr val="000000"/>
                </a:solidFill>
                <a:latin typeface="Times New Roman"/>
              </a:endParaRPr>
            </a:p>
          </p:txBody>
        </p:sp>
        <p:sp>
          <p:nvSpPr>
            <p:cNvPr id="9271" name=""/>
            <p:cNvSpPr/>
            <p:nvPr/>
          </p:nvSpPr>
          <p:spPr>
            <a:xfrm>
              <a:off x="4905360" y="1046160"/>
              <a:ext cx="65160" cy="33480"/>
            </a:xfrm>
            <a:custGeom>
              <a:avLst/>
              <a:gdLst/>
              <a:ahLst/>
              <a:rect l="l" t="t" r="r" b="b"/>
              <a:pathLst>
                <a:path w="372" h="227">
                  <a:moveTo>
                    <a:pt x="104" y="23"/>
                  </a:moveTo>
                  <a:lnTo>
                    <a:pt x="35" y="70"/>
                  </a:lnTo>
                  <a:lnTo>
                    <a:pt x="0" y="123"/>
                  </a:lnTo>
                  <a:lnTo>
                    <a:pt x="70" y="157"/>
                  </a:lnTo>
                  <a:lnTo>
                    <a:pt x="104" y="203"/>
                  </a:lnTo>
                  <a:lnTo>
                    <a:pt x="116" y="227"/>
                  </a:lnTo>
                  <a:lnTo>
                    <a:pt x="174" y="203"/>
                  </a:lnTo>
                  <a:lnTo>
                    <a:pt x="204" y="198"/>
                  </a:lnTo>
                  <a:lnTo>
                    <a:pt x="239" y="180"/>
                  </a:lnTo>
                  <a:lnTo>
                    <a:pt x="261" y="163"/>
                  </a:lnTo>
                  <a:lnTo>
                    <a:pt x="308" y="117"/>
                  </a:lnTo>
                  <a:lnTo>
                    <a:pt x="349" y="65"/>
                  </a:lnTo>
                  <a:lnTo>
                    <a:pt x="372" y="0"/>
                  </a:lnTo>
                  <a:lnTo>
                    <a:pt x="261" y="6"/>
                  </a:lnTo>
                  <a:lnTo>
                    <a:pt x="197" y="23"/>
                  </a:lnTo>
                  <a:lnTo>
                    <a:pt x="104" y="23"/>
                  </a:lnTo>
                  <a:close/>
                </a:path>
              </a:pathLst>
            </a:custGeom>
            <a:solidFill>
              <a:srgbClr val="d0d0d0"/>
            </a:solidFill>
            <a:ln w="9360">
              <a:solidFill>
                <a:srgbClr val="90909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9272" name=""/>
            <p:cNvSpPr/>
            <p:nvPr/>
          </p:nvSpPr>
          <p:spPr>
            <a:xfrm>
              <a:off x="4842000" y="1050840"/>
              <a:ext cx="9360" cy="6480"/>
            </a:xfrm>
            <a:custGeom>
              <a:avLst/>
              <a:gdLst/>
              <a:ahLst/>
              <a:rect l="l" t="t" r="r" b="b"/>
              <a:pathLst>
                <a:path w="52" h="41">
                  <a:moveTo>
                    <a:pt x="52" y="0"/>
                  </a:moveTo>
                  <a:lnTo>
                    <a:pt x="0" y="0"/>
                  </a:lnTo>
                  <a:lnTo>
                    <a:pt x="6" y="35"/>
                  </a:lnTo>
                  <a:lnTo>
                    <a:pt x="35" y="41"/>
                  </a:lnTo>
                  <a:lnTo>
                    <a:pt x="52" y="0"/>
                  </a:lnTo>
                  <a:close/>
                </a:path>
              </a:pathLst>
            </a:custGeom>
            <a:solidFill>
              <a:srgbClr val="d0d0d0"/>
            </a:solidFill>
            <a:ln w="9360">
              <a:solidFill>
                <a:srgbClr val="909090"/>
              </a:solidFill>
              <a:round/>
            </a:ln>
          </p:spPr>
          <p:style>
            <a:lnRef idx="0"/>
            <a:fillRef idx="0"/>
            <a:effectRef idx="0"/>
            <a:fontRef idx="minor"/>
          </p:style>
          <p:txBody>
            <a:bodyPr lIns="90000" rIns="90000" tIns="-40320" bIns="-40320" anchor="t">
              <a:noAutofit/>
            </a:bodyPr>
            <a:p>
              <a:endParaRPr b="0" lang="en-US" sz="2400" spc="-1" strike="noStrike">
                <a:solidFill>
                  <a:srgbClr val="000000"/>
                </a:solidFill>
                <a:latin typeface="Times New Roman"/>
              </a:endParaRPr>
            </a:p>
          </p:txBody>
        </p:sp>
        <p:sp>
          <p:nvSpPr>
            <p:cNvPr id="9273" name=""/>
            <p:cNvSpPr/>
            <p:nvPr/>
          </p:nvSpPr>
          <p:spPr>
            <a:xfrm>
              <a:off x="4809960" y="1047600"/>
              <a:ext cx="33480" cy="24120"/>
            </a:xfrm>
            <a:custGeom>
              <a:avLst/>
              <a:gdLst/>
              <a:ahLst/>
              <a:rect l="l" t="t" r="r" b="b"/>
              <a:pathLst>
                <a:path w="192" h="162">
                  <a:moveTo>
                    <a:pt x="181" y="23"/>
                  </a:moveTo>
                  <a:lnTo>
                    <a:pt x="99" y="0"/>
                  </a:lnTo>
                  <a:lnTo>
                    <a:pt x="47" y="29"/>
                  </a:lnTo>
                  <a:lnTo>
                    <a:pt x="0" y="75"/>
                  </a:lnTo>
                  <a:lnTo>
                    <a:pt x="24" y="145"/>
                  </a:lnTo>
                  <a:lnTo>
                    <a:pt x="70" y="162"/>
                  </a:lnTo>
                  <a:lnTo>
                    <a:pt x="117" y="145"/>
                  </a:lnTo>
                  <a:lnTo>
                    <a:pt x="122" y="99"/>
                  </a:lnTo>
                  <a:lnTo>
                    <a:pt x="140" y="99"/>
                  </a:lnTo>
                  <a:lnTo>
                    <a:pt x="164" y="87"/>
                  </a:lnTo>
                  <a:lnTo>
                    <a:pt x="181" y="75"/>
                  </a:lnTo>
                  <a:lnTo>
                    <a:pt x="192" y="52"/>
                  </a:lnTo>
                  <a:lnTo>
                    <a:pt x="181" y="23"/>
                  </a:lnTo>
                  <a:close/>
                </a:path>
              </a:pathLst>
            </a:custGeom>
            <a:solidFill>
              <a:srgbClr val="d0d0d0"/>
            </a:solidFill>
            <a:ln w="9360">
              <a:solidFill>
                <a:srgbClr val="909090"/>
              </a:solidFill>
              <a:round/>
            </a:ln>
          </p:spPr>
          <p:style>
            <a:lnRef idx="0"/>
            <a:fillRef idx="0"/>
            <a:effectRef idx="0"/>
            <a:fontRef idx="minor"/>
          </p:style>
          <p:txBody>
            <a:bodyPr lIns="90000" rIns="90000" tIns="-22680" bIns="-22680" anchor="t">
              <a:noAutofit/>
            </a:bodyPr>
            <a:p>
              <a:endParaRPr b="0" lang="en-US" sz="2400" spc="-1" strike="noStrike">
                <a:solidFill>
                  <a:srgbClr val="000000"/>
                </a:solidFill>
                <a:latin typeface="Times New Roman"/>
              </a:endParaRPr>
            </a:p>
          </p:txBody>
        </p:sp>
        <p:sp>
          <p:nvSpPr>
            <p:cNvPr id="9274" name=""/>
            <p:cNvSpPr/>
            <p:nvPr/>
          </p:nvSpPr>
          <p:spPr>
            <a:xfrm>
              <a:off x="4807080" y="1057320"/>
              <a:ext cx="117360" cy="96840"/>
            </a:xfrm>
            <a:custGeom>
              <a:avLst/>
              <a:gdLst/>
              <a:ahLst/>
              <a:rect l="l" t="t" r="r" b="b"/>
              <a:pathLst>
                <a:path w="680" h="656">
                  <a:moveTo>
                    <a:pt x="53" y="93"/>
                  </a:moveTo>
                  <a:lnTo>
                    <a:pt x="41" y="128"/>
                  </a:lnTo>
                  <a:lnTo>
                    <a:pt x="18" y="140"/>
                  </a:lnTo>
                  <a:lnTo>
                    <a:pt x="6" y="175"/>
                  </a:lnTo>
                  <a:lnTo>
                    <a:pt x="0" y="203"/>
                  </a:lnTo>
                  <a:lnTo>
                    <a:pt x="0" y="255"/>
                  </a:lnTo>
                  <a:lnTo>
                    <a:pt x="30" y="238"/>
                  </a:lnTo>
                  <a:lnTo>
                    <a:pt x="65" y="220"/>
                  </a:lnTo>
                  <a:lnTo>
                    <a:pt x="122" y="203"/>
                  </a:lnTo>
                  <a:lnTo>
                    <a:pt x="180" y="180"/>
                  </a:lnTo>
                  <a:lnTo>
                    <a:pt x="274" y="203"/>
                  </a:lnTo>
                  <a:lnTo>
                    <a:pt x="297" y="250"/>
                  </a:lnTo>
                  <a:lnTo>
                    <a:pt x="297" y="290"/>
                  </a:lnTo>
                  <a:lnTo>
                    <a:pt x="431" y="429"/>
                  </a:lnTo>
                  <a:lnTo>
                    <a:pt x="494" y="441"/>
                  </a:lnTo>
                  <a:lnTo>
                    <a:pt x="564" y="499"/>
                  </a:lnTo>
                  <a:lnTo>
                    <a:pt x="588" y="563"/>
                  </a:lnTo>
                  <a:lnTo>
                    <a:pt x="558" y="610"/>
                  </a:lnTo>
                  <a:lnTo>
                    <a:pt x="564" y="656"/>
                  </a:lnTo>
                  <a:lnTo>
                    <a:pt x="628" y="575"/>
                  </a:lnTo>
                  <a:lnTo>
                    <a:pt x="605" y="511"/>
                  </a:lnTo>
                  <a:lnTo>
                    <a:pt x="611" y="453"/>
                  </a:lnTo>
                  <a:lnTo>
                    <a:pt x="651" y="499"/>
                  </a:lnTo>
                  <a:lnTo>
                    <a:pt x="680" y="523"/>
                  </a:lnTo>
                  <a:lnTo>
                    <a:pt x="680" y="476"/>
                  </a:lnTo>
                  <a:lnTo>
                    <a:pt x="611" y="407"/>
                  </a:lnTo>
                  <a:lnTo>
                    <a:pt x="588" y="407"/>
                  </a:lnTo>
                  <a:lnTo>
                    <a:pt x="564" y="360"/>
                  </a:lnTo>
                  <a:lnTo>
                    <a:pt x="524" y="342"/>
                  </a:lnTo>
                  <a:lnTo>
                    <a:pt x="477" y="314"/>
                  </a:lnTo>
                  <a:lnTo>
                    <a:pt x="424" y="279"/>
                  </a:lnTo>
                  <a:lnTo>
                    <a:pt x="384" y="227"/>
                  </a:lnTo>
                  <a:lnTo>
                    <a:pt x="361" y="180"/>
                  </a:lnTo>
                  <a:lnTo>
                    <a:pt x="361" y="157"/>
                  </a:lnTo>
                  <a:lnTo>
                    <a:pt x="361" y="110"/>
                  </a:lnTo>
                  <a:lnTo>
                    <a:pt x="384" y="110"/>
                  </a:lnTo>
                  <a:lnTo>
                    <a:pt x="407" y="70"/>
                  </a:lnTo>
                  <a:lnTo>
                    <a:pt x="431" y="47"/>
                  </a:lnTo>
                  <a:lnTo>
                    <a:pt x="431" y="23"/>
                  </a:lnTo>
                  <a:lnTo>
                    <a:pt x="337" y="0"/>
                  </a:lnTo>
                  <a:lnTo>
                    <a:pt x="314" y="47"/>
                  </a:lnTo>
                  <a:lnTo>
                    <a:pt x="250" y="23"/>
                  </a:lnTo>
                  <a:lnTo>
                    <a:pt x="227" y="0"/>
                  </a:lnTo>
                  <a:lnTo>
                    <a:pt x="180" y="41"/>
                  </a:lnTo>
                  <a:lnTo>
                    <a:pt x="140" y="47"/>
                  </a:lnTo>
                  <a:lnTo>
                    <a:pt x="134" y="87"/>
                  </a:lnTo>
                  <a:lnTo>
                    <a:pt x="100" y="110"/>
                  </a:lnTo>
                  <a:lnTo>
                    <a:pt x="70" y="110"/>
                  </a:lnTo>
                  <a:lnTo>
                    <a:pt x="53" y="9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75" name=""/>
            <p:cNvSpPr/>
            <p:nvPr/>
          </p:nvSpPr>
          <p:spPr>
            <a:xfrm>
              <a:off x="4869000" y="1150920"/>
              <a:ext cx="28440" cy="14400"/>
            </a:xfrm>
            <a:custGeom>
              <a:avLst/>
              <a:gdLst/>
              <a:ahLst/>
              <a:rect l="l" t="t" r="r" b="b"/>
              <a:pathLst>
                <a:path w="163" h="105">
                  <a:moveTo>
                    <a:pt x="163" y="23"/>
                  </a:moveTo>
                  <a:lnTo>
                    <a:pt x="133" y="47"/>
                  </a:lnTo>
                  <a:lnTo>
                    <a:pt x="145" y="105"/>
                  </a:lnTo>
                  <a:lnTo>
                    <a:pt x="70" y="93"/>
                  </a:lnTo>
                  <a:lnTo>
                    <a:pt x="0" y="93"/>
                  </a:lnTo>
                  <a:lnTo>
                    <a:pt x="0" y="65"/>
                  </a:lnTo>
                  <a:lnTo>
                    <a:pt x="23" y="23"/>
                  </a:lnTo>
                  <a:lnTo>
                    <a:pt x="70" y="23"/>
                  </a:lnTo>
                  <a:lnTo>
                    <a:pt x="116" y="0"/>
                  </a:lnTo>
                  <a:lnTo>
                    <a:pt x="133" y="0"/>
                  </a:lnTo>
                  <a:lnTo>
                    <a:pt x="163" y="23"/>
                  </a:lnTo>
                  <a:close/>
                </a:path>
              </a:pathLst>
            </a:custGeom>
            <a:solidFill>
              <a:srgbClr val="d0d0d0"/>
            </a:solidFill>
            <a:ln w="9360">
              <a:solidFill>
                <a:srgbClr val="909090"/>
              </a:solidFill>
              <a:round/>
            </a:ln>
          </p:spPr>
          <p:style>
            <a:lnRef idx="0"/>
            <a:fillRef idx="0"/>
            <a:effectRef idx="0"/>
            <a:fontRef idx="minor"/>
          </p:style>
          <p:txBody>
            <a:bodyPr lIns="90000" rIns="90000" tIns="-32400" bIns="-32400" anchor="t">
              <a:noAutofit/>
            </a:bodyPr>
            <a:p>
              <a:endParaRPr b="0" lang="en-US" sz="2400" spc="-1" strike="noStrike">
                <a:solidFill>
                  <a:srgbClr val="000000"/>
                </a:solidFill>
                <a:latin typeface="Times New Roman"/>
              </a:endParaRPr>
            </a:p>
          </p:txBody>
        </p:sp>
        <p:sp>
          <p:nvSpPr>
            <p:cNvPr id="9276" name=""/>
            <p:cNvSpPr/>
            <p:nvPr/>
          </p:nvSpPr>
          <p:spPr>
            <a:xfrm>
              <a:off x="4713120" y="1011240"/>
              <a:ext cx="114480" cy="101520"/>
            </a:xfrm>
            <a:custGeom>
              <a:avLst/>
              <a:gdLst/>
              <a:ahLst/>
              <a:rect l="l" t="t" r="r" b="b"/>
              <a:pathLst>
                <a:path w="657" h="680">
                  <a:moveTo>
                    <a:pt x="540" y="546"/>
                  </a:moveTo>
                  <a:lnTo>
                    <a:pt x="471" y="546"/>
                  </a:lnTo>
                  <a:lnTo>
                    <a:pt x="471" y="593"/>
                  </a:lnTo>
                  <a:lnTo>
                    <a:pt x="430" y="593"/>
                  </a:lnTo>
                  <a:lnTo>
                    <a:pt x="406" y="610"/>
                  </a:lnTo>
                  <a:lnTo>
                    <a:pt x="383" y="680"/>
                  </a:lnTo>
                  <a:lnTo>
                    <a:pt x="273" y="593"/>
                  </a:lnTo>
                  <a:lnTo>
                    <a:pt x="250" y="563"/>
                  </a:lnTo>
                  <a:lnTo>
                    <a:pt x="116" y="546"/>
                  </a:lnTo>
                  <a:lnTo>
                    <a:pt x="69" y="499"/>
                  </a:lnTo>
                  <a:lnTo>
                    <a:pt x="116" y="453"/>
                  </a:lnTo>
                  <a:lnTo>
                    <a:pt x="134" y="319"/>
                  </a:lnTo>
                  <a:lnTo>
                    <a:pt x="116" y="273"/>
                  </a:lnTo>
                  <a:lnTo>
                    <a:pt x="69" y="232"/>
                  </a:lnTo>
                  <a:lnTo>
                    <a:pt x="0" y="186"/>
                  </a:lnTo>
                  <a:lnTo>
                    <a:pt x="0" y="162"/>
                  </a:lnTo>
                  <a:lnTo>
                    <a:pt x="47" y="139"/>
                  </a:lnTo>
                  <a:lnTo>
                    <a:pt x="93" y="116"/>
                  </a:lnTo>
                  <a:lnTo>
                    <a:pt x="204" y="70"/>
                  </a:lnTo>
                  <a:lnTo>
                    <a:pt x="273" y="70"/>
                  </a:lnTo>
                  <a:lnTo>
                    <a:pt x="360" y="0"/>
                  </a:lnTo>
                  <a:lnTo>
                    <a:pt x="424" y="47"/>
                  </a:lnTo>
                  <a:lnTo>
                    <a:pt x="540" y="116"/>
                  </a:lnTo>
                  <a:lnTo>
                    <a:pt x="581" y="139"/>
                  </a:lnTo>
                  <a:lnTo>
                    <a:pt x="616" y="134"/>
                  </a:lnTo>
                  <a:lnTo>
                    <a:pt x="650" y="162"/>
                  </a:lnTo>
                  <a:lnTo>
                    <a:pt x="650" y="197"/>
                  </a:lnTo>
                  <a:lnTo>
                    <a:pt x="657" y="244"/>
                  </a:lnTo>
                  <a:lnTo>
                    <a:pt x="587" y="296"/>
                  </a:lnTo>
                  <a:lnTo>
                    <a:pt x="563" y="319"/>
                  </a:lnTo>
                  <a:lnTo>
                    <a:pt x="587" y="406"/>
                  </a:lnTo>
                  <a:lnTo>
                    <a:pt x="587" y="429"/>
                  </a:lnTo>
                  <a:lnTo>
                    <a:pt x="563" y="429"/>
                  </a:lnTo>
                  <a:lnTo>
                    <a:pt x="540" y="499"/>
                  </a:lnTo>
                  <a:lnTo>
                    <a:pt x="540" y="546"/>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77" name=""/>
            <p:cNvSpPr/>
            <p:nvPr/>
          </p:nvSpPr>
          <p:spPr>
            <a:xfrm>
              <a:off x="4667400" y="1081080"/>
              <a:ext cx="112680" cy="100080"/>
            </a:xfrm>
            <a:custGeom>
              <a:avLst/>
              <a:gdLst/>
              <a:ahLst/>
              <a:rect l="l" t="t" r="r" b="b"/>
              <a:pathLst>
                <a:path w="656" h="673">
                  <a:moveTo>
                    <a:pt x="342" y="28"/>
                  </a:moveTo>
                  <a:lnTo>
                    <a:pt x="297" y="28"/>
                  </a:lnTo>
                  <a:lnTo>
                    <a:pt x="250" y="17"/>
                  </a:lnTo>
                  <a:lnTo>
                    <a:pt x="185" y="0"/>
                  </a:lnTo>
                  <a:lnTo>
                    <a:pt x="116" y="5"/>
                  </a:lnTo>
                  <a:lnTo>
                    <a:pt x="70" y="5"/>
                  </a:lnTo>
                  <a:lnTo>
                    <a:pt x="0" y="52"/>
                  </a:lnTo>
                  <a:lnTo>
                    <a:pt x="0" y="122"/>
                  </a:lnTo>
                  <a:lnTo>
                    <a:pt x="58" y="144"/>
                  </a:lnTo>
                  <a:lnTo>
                    <a:pt x="122" y="144"/>
                  </a:lnTo>
                  <a:lnTo>
                    <a:pt x="157" y="185"/>
                  </a:lnTo>
                  <a:lnTo>
                    <a:pt x="116" y="261"/>
                  </a:lnTo>
                  <a:lnTo>
                    <a:pt x="116" y="348"/>
                  </a:lnTo>
                  <a:lnTo>
                    <a:pt x="75" y="458"/>
                  </a:lnTo>
                  <a:lnTo>
                    <a:pt x="116" y="505"/>
                  </a:lnTo>
                  <a:lnTo>
                    <a:pt x="116" y="551"/>
                  </a:lnTo>
                  <a:lnTo>
                    <a:pt x="157" y="673"/>
                  </a:lnTo>
                  <a:lnTo>
                    <a:pt x="238" y="627"/>
                  </a:lnTo>
                  <a:lnTo>
                    <a:pt x="337" y="633"/>
                  </a:lnTo>
                  <a:lnTo>
                    <a:pt x="407" y="598"/>
                  </a:lnTo>
                  <a:lnTo>
                    <a:pt x="447" y="568"/>
                  </a:lnTo>
                  <a:lnTo>
                    <a:pt x="482" y="458"/>
                  </a:lnTo>
                  <a:lnTo>
                    <a:pt x="564" y="301"/>
                  </a:lnTo>
                  <a:lnTo>
                    <a:pt x="656" y="209"/>
                  </a:lnTo>
                  <a:lnTo>
                    <a:pt x="517" y="98"/>
                  </a:lnTo>
                  <a:lnTo>
                    <a:pt x="465" y="87"/>
                  </a:lnTo>
                  <a:lnTo>
                    <a:pt x="377" y="57"/>
                  </a:lnTo>
                  <a:lnTo>
                    <a:pt x="342" y="28"/>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78" name=""/>
            <p:cNvSpPr/>
            <p:nvPr/>
          </p:nvSpPr>
          <p:spPr>
            <a:xfrm>
              <a:off x="4660920" y="1100160"/>
              <a:ext cx="33480" cy="65160"/>
            </a:xfrm>
            <a:custGeom>
              <a:avLst/>
              <a:gdLst/>
              <a:ahLst/>
              <a:rect l="l" t="t" r="r" b="b"/>
              <a:pathLst>
                <a:path w="198" h="441">
                  <a:moveTo>
                    <a:pt x="41" y="0"/>
                  </a:moveTo>
                  <a:lnTo>
                    <a:pt x="59" y="110"/>
                  </a:lnTo>
                  <a:lnTo>
                    <a:pt x="24" y="202"/>
                  </a:lnTo>
                  <a:lnTo>
                    <a:pt x="0" y="266"/>
                  </a:lnTo>
                  <a:lnTo>
                    <a:pt x="24" y="336"/>
                  </a:lnTo>
                  <a:lnTo>
                    <a:pt x="0" y="429"/>
                  </a:lnTo>
                  <a:lnTo>
                    <a:pt x="104" y="441"/>
                  </a:lnTo>
                  <a:lnTo>
                    <a:pt x="157" y="429"/>
                  </a:lnTo>
                  <a:lnTo>
                    <a:pt x="157" y="383"/>
                  </a:lnTo>
                  <a:lnTo>
                    <a:pt x="116" y="342"/>
                  </a:lnTo>
                  <a:lnTo>
                    <a:pt x="157" y="220"/>
                  </a:lnTo>
                  <a:lnTo>
                    <a:pt x="157" y="156"/>
                  </a:lnTo>
                  <a:lnTo>
                    <a:pt x="181" y="110"/>
                  </a:lnTo>
                  <a:lnTo>
                    <a:pt x="198" y="63"/>
                  </a:lnTo>
                  <a:lnTo>
                    <a:pt x="157" y="17"/>
                  </a:lnTo>
                  <a:lnTo>
                    <a:pt x="111" y="17"/>
                  </a:lnTo>
                  <a:lnTo>
                    <a:pt x="41" y="0"/>
                  </a:lnTo>
                  <a:close/>
                </a:path>
              </a:pathLst>
            </a:custGeom>
            <a:solidFill>
              <a:srgbClr val="d0d0d0"/>
            </a:solidFill>
            <a:ln w="9360">
              <a:solidFill>
                <a:srgbClr val="909090"/>
              </a:solidFill>
              <a:round/>
            </a:ln>
          </p:spPr>
          <p:style>
            <a:lnRef idx="0"/>
            <a:fillRef idx="0"/>
            <a:effectRef idx="0"/>
            <a:fontRef idx="minor"/>
          </p:style>
          <p:txBody>
            <a:bodyPr lIns="90000" rIns="90000" tIns="18360" bIns="18360" anchor="t">
              <a:noAutofit/>
            </a:bodyPr>
            <a:p>
              <a:endParaRPr b="0" lang="en-US" sz="2400" spc="-1" strike="noStrike">
                <a:solidFill>
                  <a:srgbClr val="000000"/>
                </a:solidFill>
                <a:latin typeface="Times New Roman"/>
              </a:endParaRPr>
            </a:p>
          </p:txBody>
        </p:sp>
        <p:sp>
          <p:nvSpPr>
            <p:cNvPr id="9279" name=""/>
            <p:cNvSpPr/>
            <p:nvPr/>
          </p:nvSpPr>
          <p:spPr>
            <a:xfrm>
              <a:off x="4764240" y="1130400"/>
              <a:ext cx="7920" cy="9360"/>
            </a:xfrm>
            <a:custGeom>
              <a:avLst/>
              <a:gdLst/>
              <a:ahLst/>
              <a:rect l="l" t="t" r="r" b="b"/>
              <a:pathLst>
                <a:path w="46" h="64">
                  <a:moveTo>
                    <a:pt x="46" y="0"/>
                  </a:moveTo>
                  <a:lnTo>
                    <a:pt x="0" y="42"/>
                  </a:lnTo>
                  <a:lnTo>
                    <a:pt x="46" y="64"/>
                  </a:lnTo>
                  <a:lnTo>
                    <a:pt x="46" y="24"/>
                  </a:lnTo>
                  <a:lnTo>
                    <a:pt x="46" y="0"/>
                  </a:lnTo>
                  <a:close/>
                </a:path>
              </a:pathLst>
            </a:custGeom>
            <a:solidFill>
              <a:srgbClr val="d0d0d0"/>
            </a:solidFill>
            <a:ln w="9360">
              <a:solidFill>
                <a:srgbClr val="909090"/>
              </a:solidFill>
              <a:round/>
            </a:ln>
          </p:spPr>
          <p:style>
            <a:lnRef idx="0"/>
            <a:fillRef idx="0"/>
            <a:effectRef idx="0"/>
            <a:fontRef idx="minor"/>
          </p:style>
          <p:txBody>
            <a:bodyPr lIns="90000" rIns="90000" tIns="-37440" bIns="-37440" anchor="t">
              <a:noAutofit/>
            </a:bodyPr>
            <a:p>
              <a:endParaRPr b="0" lang="en-US" sz="2400" spc="-1" strike="noStrike">
                <a:solidFill>
                  <a:srgbClr val="000000"/>
                </a:solidFill>
                <a:latin typeface="Times New Roman"/>
              </a:endParaRPr>
            </a:p>
          </p:txBody>
        </p:sp>
        <p:sp>
          <p:nvSpPr>
            <p:cNvPr id="9280" name=""/>
            <p:cNvSpPr/>
            <p:nvPr/>
          </p:nvSpPr>
          <p:spPr>
            <a:xfrm>
              <a:off x="4826160" y="1103400"/>
              <a:ext cx="15840" cy="12600"/>
            </a:xfrm>
            <a:custGeom>
              <a:avLst/>
              <a:gdLst/>
              <a:ahLst/>
              <a:rect l="l" t="t" r="r" b="b"/>
              <a:pathLst>
                <a:path w="94" h="93">
                  <a:moveTo>
                    <a:pt x="70" y="0"/>
                  </a:moveTo>
                  <a:lnTo>
                    <a:pt x="0" y="46"/>
                  </a:lnTo>
                  <a:lnTo>
                    <a:pt x="47" y="70"/>
                  </a:lnTo>
                  <a:lnTo>
                    <a:pt x="47" y="93"/>
                  </a:lnTo>
                  <a:lnTo>
                    <a:pt x="94" y="93"/>
                  </a:lnTo>
                  <a:lnTo>
                    <a:pt x="94" y="28"/>
                  </a:lnTo>
                  <a:lnTo>
                    <a:pt x="94" y="0"/>
                  </a:lnTo>
                  <a:lnTo>
                    <a:pt x="70" y="0"/>
                  </a:lnTo>
                  <a:close/>
                </a:path>
              </a:pathLst>
            </a:custGeom>
            <a:solidFill>
              <a:srgbClr val="d0d0d0"/>
            </a:solidFill>
            <a:ln w="9360">
              <a:solidFill>
                <a:srgbClr val="909090"/>
              </a:solidFill>
              <a:round/>
            </a:ln>
          </p:spPr>
          <p:style>
            <a:lnRef idx="0"/>
            <a:fillRef idx="0"/>
            <a:effectRef idx="0"/>
            <a:fontRef idx="minor"/>
          </p:style>
          <p:txBody>
            <a:bodyPr lIns="90000" rIns="90000" tIns="-34200" bIns="-34200" anchor="t">
              <a:noAutofit/>
            </a:bodyPr>
            <a:p>
              <a:endParaRPr b="0" lang="en-US" sz="2400" spc="-1" strike="noStrike">
                <a:solidFill>
                  <a:srgbClr val="000000"/>
                </a:solidFill>
                <a:latin typeface="Times New Roman"/>
              </a:endParaRPr>
            </a:p>
          </p:txBody>
        </p:sp>
        <p:sp>
          <p:nvSpPr>
            <p:cNvPr id="9281" name=""/>
            <p:cNvSpPr/>
            <p:nvPr/>
          </p:nvSpPr>
          <p:spPr>
            <a:xfrm>
              <a:off x="4818240" y="1119240"/>
              <a:ext cx="23760" cy="27000"/>
            </a:xfrm>
            <a:custGeom>
              <a:avLst/>
              <a:gdLst/>
              <a:ahLst/>
              <a:rect l="l" t="t" r="r" b="b"/>
              <a:pathLst>
                <a:path w="134" h="181">
                  <a:moveTo>
                    <a:pt x="93" y="35"/>
                  </a:moveTo>
                  <a:lnTo>
                    <a:pt x="47" y="35"/>
                  </a:lnTo>
                  <a:lnTo>
                    <a:pt x="0" y="112"/>
                  </a:lnTo>
                  <a:lnTo>
                    <a:pt x="0" y="157"/>
                  </a:lnTo>
                  <a:lnTo>
                    <a:pt x="23" y="157"/>
                  </a:lnTo>
                  <a:lnTo>
                    <a:pt x="82" y="181"/>
                  </a:lnTo>
                  <a:lnTo>
                    <a:pt x="110" y="112"/>
                  </a:lnTo>
                  <a:lnTo>
                    <a:pt x="87" y="112"/>
                  </a:lnTo>
                  <a:lnTo>
                    <a:pt x="134" y="24"/>
                  </a:lnTo>
                  <a:lnTo>
                    <a:pt x="134" y="0"/>
                  </a:lnTo>
                  <a:lnTo>
                    <a:pt x="93" y="35"/>
                  </a:lnTo>
                  <a:close/>
                </a:path>
              </a:pathLst>
            </a:custGeom>
            <a:solidFill>
              <a:srgbClr val="d0d0d0"/>
            </a:solidFill>
            <a:ln w="9360">
              <a:solidFill>
                <a:srgbClr val="909090"/>
              </a:solidFill>
              <a:round/>
            </a:ln>
          </p:spPr>
          <p:style>
            <a:lnRef idx="0"/>
            <a:fillRef idx="0"/>
            <a:effectRef idx="0"/>
            <a:fontRef idx="minor"/>
          </p:style>
          <p:txBody>
            <a:bodyPr lIns="90000" rIns="90000" tIns="-19800" bIns="-19800" anchor="t">
              <a:noAutofit/>
            </a:bodyPr>
            <a:p>
              <a:endParaRPr b="0" lang="en-US" sz="2400" spc="-1" strike="noStrike">
                <a:solidFill>
                  <a:srgbClr val="000000"/>
                </a:solidFill>
                <a:latin typeface="Times New Roman"/>
              </a:endParaRPr>
            </a:p>
          </p:txBody>
        </p:sp>
        <p:sp>
          <p:nvSpPr>
            <p:cNvPr id="9282" name=""/>
            <p:cNvSpPr/>
            <p:nvPr/>
          </p:nvSpPr>
          <p:spPr>
            <a:xfrm>
              <a:off x="4807080" y="1023840"/>
              <a:ext cx="11160" cy="9720"/>
            </a:xfrm>
            <a:custGeom>
              <a:avLst/>
              <a:gdLst/>
              <a:ahLst/>
              <a:rect l="l" t="t" r="r" b="b"/>
              <a:pathLst>
                <a:path w="70" h="64">
                  <a:moveTo>
                    <a:pt x="53" y="0"/>
                  </a:moveTo>
                  <a:lnTo>
                    <a:pt x="23" y="17"/>
                  </a:lnTo>
                  <a:lnTo>
                    <a:pt x="0" y="35"/>
                  </a:lnTo>
                  <a:lnTo>
                    <a:pt x="47" y="64"/>
                  </a:lnTo>
                  <a:lnTo>
                    <a:pt x="70" y="59"/>
                  </a:lnTo>
                  <a:lnTo>
                    <a:pt x="70" y="17"/>
                  </a:lnTo>
                  <a:lnTo>
                    <a:pt x="53" y="0"/>
                  </a:lnTo>
                  <a:close/>
                </a:path>
              </a:pathLst>
            </a:custGeom>
            <a:solidFill>
              <a:srgbClr val="d0d0d0"/>
            </a:solidFill>
            <a:ln w="9360">
              <a:solidFill>
                <a:srgbClr val="909090"/>
              </a:solidFill>
              <a:round/>
            </a:ln>
          </p:spPr>
          <p:style>
            <a:lnRef idx="0"/>
            <a:fillRef idx="0"/>
            <a:effectRef idx="0"/>
            <a:fontRef idx="minor"/>
          </p:style>
          <p:txBody>
            <a:bodyPr lIns="90000" rIns="90000" tIns="-37080" bIns="-37080" anchor="t">
              <a:noAutofit/>
            </a:bodyPr>
            <a:p>
              <a:endParaRPr b="0" lang="en-US" sz="2400" spc="-1" strike="noStrike">
                <a:solidFill>
                  <a:srgbClr val="000000"/>
                </a:solidFill>
                <a:latin typeface="Times New Roman"/>
              </a:endParaRPr>
            </a:p>
          </p:txBody>
        </p:sp>
        <p:sp>
          <p:nvSpPr>
            <p:cNvPr id="9283" name=""/>
            <p:cNvSpPr/>
            <p:nvPr/>
          </p:nvSpPr>
          <p:spPr>
            <a:xfrm>
              <a:off x="4815000" y="973080"/>
              <a:ext cx="82440" cy="79560"/>
            </a:xfrm>
            <a:custGeom>
              <a:avLst/>
              <a:gdLst/>
              <a:ahLst/>
              <a:rect l="l" t="t" r="r" b="b"/>
              <a:pathLst>
                <a:path w="477" h="534">
                  <a:moveTo>
                    <a:pt x="0" y="267"/>
                  </a:moveTo>
                  <a:lnTo>
                    <a:pt x="0" y="314"/>
                  </a:lnTo>
                  <a:lnTo>
                    <a:pt x="23" y="359"/>
                  </a:lnTo>
                  <a:lnTo>
                    <a:pt x="23" y="383"/>
                  </a:lnTo>
                  <a:lnTo>
                    <a:pt x="63" y="429"/>
                  </a:lnTo>
                  <a:lnTo>
                    <a:pt x="63" y="499"/>
                  </a:lnTo>
                  <a:lnTo>
                    <a:pt x="87" y="516"/>
                  </a:lnTo>
                  <a:lnTo>
                    <a:pt x="140" y="534"/>
                  </a:lnTo>
                  <a:lnTo>
                    <a:pt x="197" y="528"/>
                  </a:lnTo>
                  <a:lnTo>
                    <a:pt x="250" y="516"/>
                  </a:lnTo>
                  <a:lnTo>
                    <a:pt x="297" y="516"/>
                  </a:lnTo>
                  <a:lnTo>
                    <a:pt x="360" y="516"/>
                  </a:lnTo>
                  <a:lnTo>
                    <a:pt x="372" y="476"/>
                  </a:lnTo>
                  <a:lnTo>
                    <a:pt x="407" y="459"/>
                  </a:lnTo>
                  <a:lnTo>
                    <a:pt x="407" y="406"/>
                  </a:lnTo>
                  <a:lnTo>
                    <a:pt x="360" y="359"/>
                  </a:lnTo>
                  <a:lnTo>
                    <a:pt x="384" y="337"/>
                  </a:lnTo>
                  <a:lnTo>
                    <a:pt x="454" y="279"/>
                  </a:lnTo>
                  <a:lnTo>
                    <a:pt x="477" y="261"/>
                  </a:lnTo>
                  <a:lnTo>
                    <a:pt x="477" y="180"/>
                  </a:lnTo>
                  <a:lnTo>
                    <a:pt x="430" y="157"/>
                  </a:lnTo>
                  <a:lnTo>
                    <a:pt x="447" y="87"/>
                  </a:lnTo>
                  <a:lnTo>
                    <a:pt x="447" y="46"/>
                  </a:lnTo>
                  <a:lnTo>
                    <a:pt x="360" y="23"/>
                  </a:lnTo>
                  <a:lnTo>
                    <a:pt x="267" y="23"/>
                  </a:lnTo>
                  <a:lnTo>
                    <a:pt x="209" y="0"/>
                  </a:lnTo>
                  <a:lnTo>
                    <a:pt x="157" y="0"/>
                  </a:lnTo>
                  <a:lnTo>
                    <a:pt x="157" y="46"/>
                  </a:lnTo>
                  <a:lnTo>
                    <a:pt x="110" y="63"/>
                  </a:lnTo>
                  <a:lnTo>
                    <a:pt x="63" y="87"/>
                  </a:lnTo>
                  <a:lnTo>
                    <a:pt x="93" y="133"/>
                  </a:lnTo>
                  <a:lnTo>
                    <a:pt x="46" y="180"/>
                  </a:lnTo>
                  <a:lnTo>
                    <a:pt x="63" y="220"/>
                  </a:lnTo>
                  <a:lnTo>
                    <a:pt x="63" y="249"/>
                  </a:lnTo>
                  <a:lnTo>
                    <a:pt x="46" y="249"/>
                  </a:lnTo>
                  <a:lnTo>
                    <a:pt x="0" y="267"/>
                  </a:lnTo>
                  <a:close/>
                </a:path>
              </a:pathLst>
            </a:custGeom>
            <a:solidFill>
              <a:srgbClr val="d0d0d0"/>
            </a:solidFill>
            <a:ln w="9360">
              <a:solidFill>
                <a:srgbClr val="909090"/>
              </a:solidFill>
              <a:round/>
            </a:ln>
          </p:spPr>
          <p:style>
            <a:lnRef idx="0"/>
            <a:fillRef idx="0"/>
            <a:effectRef idx="0"/>
            <a:fontRef idx="minor"/>
          </p:style>
          <p:txBody>
            <a:bodyPr lIns="90000" rIns="90000" tIns="32760" bIns="32760" anchor="t">
              <a:noAutofit/>
            </a:bodyPr>
            <a:p>
              <a:endParaRPr b="0" lang="en-US" sz="2400" spc="-1" strike="noStrike">
                <a:solidFill>
                  <a:srgbClr val="000000"/>
                </a:solidFill>
                <a:latin typeface="Times New Roman"/>
              </a:endParaRPr>
            </a:p>
          </p:txBody>
        </p:sp>
        <p:sp>
          <p:nvSpPr>
            <p:cNvPr id="9284" name=""/>
            <p:cNvSpPr/>
            <p:nvPr/>
          </p:nvSpPr>
          <p:spPr>
            <a:xfrm>
              <a:off x="4775040" y="1006560"/>
              <a:ext cx="39960" cy="22320"/>
            </a:xfrm>
            <a:custGeom>
              <a:avLst/>
              <a:gdLst/>
              <a:ahLst/>
              <a:rect l="l" t="t" r="r" b="b"/>
              <a:pathLst>
                <a:path w="233" h="157">
                  <a:moveTo>
                    <a:pt x="140" y="0"/>
                  </a:moveTo>
                  <a:lnTo>
                    <a:pt x="227" y="76"/>
                  </a:lnTo>
                  <a:lnTo>
                    <a:pt x="227" y="94"/>
                  </a:lnTo>
                  <a:lnTo>
                    <a:pt x="233" y="117"/>
                  </a:lnTo>
                  <a:lnTo>
                    <a:pt x="203" y="139"/>
                  </a:lnTo>
                  <a:lnTo>
                    <a:pt x="168" y="157"/>
                  </a:lnTo>
                  <a:lnTo>
                    <a:pt x="23" y="76"/>
                  </a:lnTo>
                  <a:lnTo>
                    <a:pt x="0" y="47"/>
                  </a:lnTo>
                  <a:lnTo>
                    <a:pt x="46" y="29"/>
                  </a:lnTo>
                  <a:lnTo>
                    <a:pt x="70" y="29"/>
                  </a:lnTo>
                  <a:lnTo>
                    <a:pt x="93" y="0"/>
                  </a:lnTo>
                  <a:lnTo>
                    <a:pt x="140" y="0"/>
                  </a:lnTo>
                  <a:close/>
                </a:path>
              </a:pathLst>
            </a:custGeom>
            <a:solidFill>
              <a:srgbClr val="d0d0d0"/>
            </a:solidFill>
            <a:ln w="9360">
              <a:solidFill>
                <a:srgbClr val="909090"/>
              </a:solidFill>
              <a:round/>
            </a:ln>
          </p:spPr>
          <p:style>
            <a:lnRef idx="0"/>
            <a:fillRef idx="0"/>
            <a:effectRef idx="0"/>
            <a:fontRef idx="minor"/>
          </p:style>
          <p:txBody>
            <a:bodyPr lIns="90000" rIns="90000" tIns="-24480" bIns="-24480" anchor="t">
              <a:noAutofit/>
            </a:bodyPr>
            <a:p>
              <a:endParaRPr b="0" lang="en-US" sz="2400" spc="-1" strike="noStrike">
                <a:solidFill>
                  <a:srgbClr val="000000"/>
                </a:solidFill>
                <a:latin typeface="Times New Roman"/>
              </a:endParaRPr>
            </a:p>
          </p:txBody>
        </p:sp>
        <p:sp>
          <p:nvSpPr>
            <p:cNvPr id="9285" name=""/>
            <p:cNvSpPr/>
            <p:nvPr/>
          </p:nvSpPr>
          <p:spPr>
            <a:xfrm>
              <a:off x="4795920" y="984240"/>
              <a:ext cx="34920" cy="33480"/>
            </a:xfrm>
            <a:custGeom>
              <a:avLst/>
              <a:gdLst/>
              <a:ahLst/>
              <a:rect l="l" t="t" r="r" b="b"/>
              <a:pathLst>
                <a:path w="209" h="226">
                  <a:moveTo>
                    <a:pt x="0" y="150"/>
                  </a:moveTo>
                  <a:lnTo>
                    <a:pt x="46" y="179"/>
                  </a:lnTo>
                  <a:lnTo>
                    <a:pt x="116" y="226"/>
                  </a:lnTo>
                  <a:lnTo>
                    <a:pt x="122" y="197"/>
                  </a:lnTo>
                  <a:lnTo>
                    <a:pt x="157" y="185"/>
                  </a:lnTo>
                  <a:lnTo>
                    <a:pt x="179" y="179"/>
                  </a:lnTo>
                  <a:lnTo>
                    <a:pt x="186" y="150"/>
                  </a:lnTo>
                  <a:lnTo>
                    <a:pt x="162" y="110"/>
                  </a:lnTo>
                  <a:lnTo>
                    <a:pt x="209" y="63"/>
                  </a:lnTo>
                  <a:lnTo>
                    <a:pt x="209" y="40"/>
                  </a:lnTo>
                  <a:lnTo>
                    <a:pt x="191" y="23"/>
                  </a:lnTo>
                  <a:lnTo>
                    <a:pt x="209" y="0"/>
                  </a:lnTo>
                  <a:lnTo>
                    <a:pt x="92" y="40"/>
                  </a:lnTo>
                  <a:lnTo>
                    <a:pt x="92" y="87"/>
                  </a:lnTo>
                  <a:lnTo>
                    <a:pt x="46" y="110"/>
                  </a:lnTo>
                  <a:lnTo>
                    <a:pt x="5" y="115"/>
                  </a:lnTo>
                  <a:lnTo>
                    <a:pt x="0" y="150"/>
                  </a:lnTo>
                  <a:close/>
                </a:path>
              </a:pathLst>
            </a:custGeom>
            <a:solidFill>
              <a:srgbClr val="d0d0d0"/>
            </a:solidFill>
            <a:ln w="9360">
              <a:solidFill>
                <a:srgbClr val="909090"/>
              </a:solidFill>
              <a:round/>
            </a:ln>
          </p:spPr>
          <p:style>
            <a:lnRef idx="0"/>
            <a:fillRef idx="0"/>
            <a:effectRef idx="0"/>
            <a:fontRef idx="minor"/>
          </p:style>
          <p:txBody>
            <a:bodyPr lIns="90000" rIns="90000" tIns="-13320" bIns="-13320" anchor="t">
              <a:noAutofit/>
            </a:bodyPr>
            <a:p>
              <a:endParaRPr b="0" lang="en-US" sz="2400" spc="-1" strike="noStrike">
                <a:solidFill>
                  <a:srgbClr val="000000"/>
                </a:solidFill>
                <a:latin typeface="Times New Roman"/>
              </a:endParaRPr>
            </a:p>
          </p:txBody>
        </p:sp>
        <p:sp>
          <p:nvSpPr>
            <p:cNvPr id="9286" name=""/>
            <p:cNvSpPr/>
            <p:nvPr/>
          </p:nvSpPr>
          <p:spPr>
            <a:xfrm>
              <a:off x="4842000" y="933480"/>
              <a:ext cx="19080" cy="41400"/>
            </a:xfrm>
            <a:custGeom>
              <a:avLst/>
              <a:gdLst/>
              <a:ahLst/>
              <a:rect l="l" t="t" r="r" b="b"/>
              <a:pathLst>
                <a:path w="110" h="279">
                  <a:moveTo>
                    <a:pt x="0" y="274"/>
                  </a:moveTo>
                  <a:lnTo>
                    <a:pt x="0" y="204"/>
                  </a:lnTo>
                  <a:lnTo>
                    <a:pt x="23" y="117"/>
                  </a:lnTo>
                  <a:lnTo>
                    <a:pt x="0" y="70"/>
                  </a:lnTo>
                  <a:lnTo>
                    <a:pt x="46" y="0"/>
                  </a:lnTo>
                  <a:lnTo>
                    <a:pt x="93" y="70"/>
                  </a:lnTo>
                  <a:lnTo>
                    <a:pt x="110" y="117"/>
                  </a:lnTo>
                  <a:lnTo>
                    <a:pt x="70" y="187"/>
                  </a:lnTo>
                  <a:lnTo>
                    <a:pt x="70" y="250"/>
                  </a:lnTo>
                  <a:lnTo>
                    <a:pt x="93" y="279"/>
                  </a:lnTo>
                  <a:lnTo>
                    <a:pt x="40" y="274"/>
                  </a:lnTo>
                  <a:lnTo>
                    <a:pt x="0" y="274"/>
                  </a:lnTo>
                  <a:close/>
                </a:path>
              </a:pathLst>
            </a:custGeom>
            <a:solidFill>
              <a:srgbClr val="d0d0d0"/>
            </a:solidFill>
            <a:ln w="9360">
              <a:solidFill>
                <a:srgbClr val="909090"/>
              </a:solidFill>
              <a:round/>
            </a:ln>
          </p:spPr>
          <p:style>
            <a:lnRef idx="0"/>
            <a:fillRef idx="0"/>
            <a:effectRef idx="0"/>
            <a:fontRef idx="minor"/>
          </p:style>
          <p:txBody>
            <a:bodyPr lIns="90000" rIns="90000" tIns="-5400" bIns="-5400" anchor="t">
              <a:noAutofit/>
            </a:bodyPr>
            <a:p>
              <a:endParaRPr b="0" lang="en-US" sz="2400" spc="-1" strike="noStrike">
                <a:solidFill>
                  <a:srgbClr val="000000"/>
                </a:solidFill>
                <a:latin typeface="Times New Roman"/>
              </a:endParaRPr>
            </a:p>
          </p:txBody>
        </p:sp>
        <p:sp>
          <p:nvSpPr>
            <p:cNvPr id="9287" name=""/>
            <p:cNvSpPr/>
            <p:nvPr/>
          </p:nvSpPr>
          <p:spPr>
            <a:xfrm>
              <a:off x="5016600" y="590400"/>
              <a:ext cx="1341360" cy="601920"/>
            </a:xfrm>
            <a:custGeom>
              <a:avLst/>
              <a:gdLst/>
              <a:ahLst/>
              <a:rect l="l" t="t" r="r" b="b"/>
              <a:pathLst>
                <a:path w="7782" h="4078">
                  <a:moveTo>
                    <a:pt x="146" y="1887"/>
                  </a:moveTo>
                  <a:lnTo>
                    <a:pt x="116" y="1981"/>
                  </a:lnTo>
                  <a:lnTo>
                    <a:pt x="29" y="2004"/>
                  </a:lnTo>
                  <a:lnTo>
                    <a:pt x="46" y="2044"/>
                  </a:lnTo>
                  <a:lnTo>
                    <a:pt x="87" y="2114"/>
                  </a:lnTo>
                  <a:lnTo>
                    <a:pt x="58" y="2138"/>
                  </a:lnTo>
                  <a:lnTo>
                    <a:pt x="41" y="2155"/>
                  </a:lnTo>
                  <a:lnTo>
                    <a:pt x="0" y="2183"/>
                  </a:lnTo>
                  <a:lnTo>
                    <a:pt x="46" y="2288"/>
                  </a:lnTo>
                  <a:lnTo>
                    <a:pt x="0" y="2410"/>
                  </a:lnTo>
                  <a:lnTo>
                    <a:pt x="34" y="2434"/>
                  </a:lnTo>
                  <a:lnTo>
                    <a:pt x="146" y="2486"/>
                  </a:lnTo>
                  <a:lnTo>
                    <a:pt x="215" y="2497"/>
                  </a:lnTo>
                  <a:lnTo>
                    <a:pt x="238" y="2544"/>
                  </a:lnTo>
                  <a:lnTo>
                    <a:pt x="285" y="2562"/>
                  </a:lnTo>
                  <a:lnTo>
                    <a:pt x="308" y="2631"/>
                  </a:lnTo>
                  <a:lnTo>
                    <a:pt x="273" y="2724"/>
                  </a:lnTo>
                  <a:lnTo>
                    <a:pt x="285" y="2771"/>
                  </a:lnTo>
                  <a:lnTo>
                    <a:pt x="407" y="2776"/>
                  </a:lnTo>
                  <a:lnTo>
                    <a:pt x="448" y="2840"/>
                  </a:lnTo>
                  <a:lnTo>
                    <a:pt x="494" y="2881"/>
                  </a:lnTo>
                  <a:lnTo>
                    <a:pt x="558" y="2881"/>
                  </a:lnTo>
                  <a:lnTo>
                    <a:pt x="605" y="2974"/>
                  </a:lnTo>
                  <a:lnTo>
                    <a:pt x="610" y="3027"/>
                  </a:lnTo>
                  <a:lnTo>
                    <a:pt x="622" y="3090"/>
                  </a:lnTo>
                  <a:lnTo>
                    <a:pt x="570" y="3107"/>
                  </a:lnTo>
                  <a:lnTo>
                    <a:pt x="587" y="3125"/>
                  </a:lnTo>
                  <a:lnTo>
                    <a:pt x="547" y="3149"/>
                  </a:lnTo>
                  <a:lnTo>
                    <a:pt x="622" y="3177"/>
                  </a:lnTo>
                  <a:lnTo>
                    <a:pt x="622" y="3224"/>
                  </a:lnTo>
                  <a:lnTo>
                    <a:pt x="605" y="3311"/>
                  </a:lnTo>
                  <a:lnTo>
                    <a:pt x="622" y="3381"/>
                  </a:lnTo>
                  <a:lnTo>
                    <a:pt x="692" y="3427"/>
                  </a:lnTo>
                  <a:lnTo>
                    <a:pt x="784" y="3473"/>
                  </a:lnTo>
                  <a:lnTo>
                    <a:pt x="831" y="3561"/>
                  </a:lnTo>
                  <a:lnTo>
                    <a:pt x="831" y="3583"/>
                  </a:lnTo>
                  <a:lnTo>
                    <a:pt x="918" y="3607"/>
                  </a:lnTo>
                  <a:lnTo>
                    <a:pt x="976" y="3729"/>
                  </a:lnTo>
                  <a:lnTo>
                    <a:pt x="1006" y="3752"/>
                  </a:lnTo>
                  <a:lnTo>
                    <a:pt x="1035" y="3752"/>
                  </a:lnTo>
                  <a:lnTo>
                    <a:pt x="1087" y="3845"/>
                  </a:lnTo>
                  <a:lnTo>
                    <a:pt x="1220" y="3787"/>
                  </a:lnTo>
                  <a:lnTo>
                    <a:pt x="1244" y="3810"/>
                  </a:lnTo>
                  <a:lnTo>
                    <a:pt x="1308" y="3700"/>
                  </a:lnTo>
                  <a:lnTo>
                    <a:pt x="1238" y="3653"/>
                  </a:lnTo>
                  <a:lnTo>
                    <a:pt x="1105" y="3404"/>
                  </a:lnTo>
                  <a:lnTo>
                    <a:pt x="1105" y="3381"/>
                  </a:lnTo>
                  <a:lnTo>
                    <a:pt x="1145" y="3247"/>
                  </a:lnTo>
                  <a:lnTo>
                    <a:pt x="1215" y="3247"/>
                  </a:lnTo>
                  <a:lnTo>
                    <a:pt x="1285" y="3247"/>
                  </a:lnTo>
                  <a:lnTo>
                    <a:pt x="1395" y="3177"/>
                  </a:lnTo>
                  <a:lnTo>
                    <a:pt x="1465" y="3247"/>
                  </a:lnTo>
                  <a:lnTo>
                    <a:pt x="1442" y="3311"/>
                  </a:lnTo>
                  <a:lnTo>
                    <a:pt x="1372" y="3311"/>
                  </a:lnTo>
                  <a:lnTo>
                    <a:pt x="1349" y="3381"/>
                  </a:lnTo>
                  <a:lnTo>
                    <a:pt x="1349" y="3473"/>
                  </a:lnTo>
                  <a:lnTo>
                    <a:pt x="1581" y="3630"/>
                  </a:lnTo>
                  <a:lnTo>
                    <a:pt x="1557" y="3677"/>
                  </a:lnTo>
                  <a:lnTo>
                    <a:pt x="1487" y="3677"/>
                  </a:lnTo>
                  <a:lnTo>
                    <a:pt x="1557" y="3787"/>
                  </a:lnTo>
                  <a:lnTo>
                    <a:pt x="1552" y="3904"/>
                  </a:lnTo>
                  <a:lnTo>
                    <a:pt x="1616" y="3874"/>
                  </a:lnTo>
                  <a:lnTo>
                    <a:pt x="1761" y="3880"/>
                  </a:lnTo>
                  <a:lnTo>
                    <a:pt x="1871" y="3904"/>
                  </a:lnTo>
                  <a:lnTo>
                    <a:pt x="1935" y="3962"/>
                  </a:lnTo>
                  <a:lnTo>
                    <a:pt x="1970" y="4043"/>
                  </a:lnTo>
                  <a:lnTo>
                    <a:pt x="2028" y="4078"/>
                  </a:lnTo>
                  <a:lnTo>
                    <a:pt x="2115" y="4031"/>
                  </a:lnTo>
                  <a:lnTo>
                    <a:pt x="2174" y="3974"/>
                  </a:lnTo>
                  <a:lnTo>
                    <a:pt x="2284" y="3904"/>
                  </a:lnTo>
                  <a:lnTo>
                    <a:pt x="2394" y="3927"/>
                  </a:lnTo>
                  <a:lnTo>
                    <a:pt x="2499" y="3880"/>
                  </a:lnTo>
                  <a:lnTo>
                    <a:pt x="2540" y="3921"/>
                  </a:lnTo>
                  <a:lnTo>
                    <a:pt x="2720" y="3880"/>
                  </a:lnTo>
                  <a:lnTo>
                    <a:pt x="2668" y="3764"/>
                  </a:lnTo>
                  <a:lnTo>
                    <a:pt x="2790" y="3677"/>
                  </a:lnTo>
                  <a:lnTo>
                    <a:pt x="2865" y="3677"/>
                  </a:lnTo>
                  <a:lnTo>
                    <a:pt x="3017" y="3508"/>
                  </a:lnTo>
                  <a:lnTo>
                    <a:pt x="2987" y="3357"/>
                  </a:lnTo>
                  <a:lnTo>
                    <a:pt x="3086" y="3329"/>
                  </a:lnTo>
                  <a:lnTo>
                    <a:pt x="3057" y="3264"/>
                  </a:lnTo>
                  <a:lnTo>
                    <a:pt x="3115" y="3184"/>
                  </a:lnTo>
                  <a:lnTo>
                    <a:pt x="3266" y="3114"/>
                  </a:lnTo>
                  <a:lnTo>
                    <a:pt x="3289" y="3015"/>
                  </a:lnTo>
                  <a:lnTo>
                    <a:pt x="3366" y="2968"/>
                  </a:lnTo>
                  <a:lnTo>
                    <a:pt x="3545" y="2852"/>
                  </a:lnTo>
                  <a:lnTo>
                    <a:pt x="3610" y="2846"/>
                  </a:lnTo>
                  <a:lnTo>
                    <a:pt x="3732" y="2922"/>
                  </a:lnTo>
                  <a:lnTo>
                    <a:pt x="3824" y="2893"/>
                  </a:lnTo>
                  <a:lnTo>
                    <a:pt x="3912" y="2748"/>
                  </a:lnTo>
                  <a:lnTo>
                    <a:pt x="3987" y="2741"/>
                  </a:lnTo>
                  <a:lnTo>
                    <a:pt x="4034" y="2806"/>
                  </a:lnTo>
                  <a:lnTo>
                    <a:pt x="4091" y="2881"/>
                  </a:lnTo>
                  <a:lnTo>
                    <a:pt x="4156" y="2875"/>
                  </a:lnTo>
                  <a:lnTo>
                    <a:pt x="4278" y="2823"/>
                  </a:lnTo>
                  <a:lnTo>
                    <a:pt x="4393" y="2905"/>
                  </a:lnTo>
                  <a:lnTo>
                    <a:pt x="4620" y="2881"/>
                  </a:lnTo>
                  <a:lnTo>
                    <a:pt x="4690" y="2794"/>
                  </a:lnTo>
                  <a:lnTo>
                    <a:pt x="4784" y="2840"/>
                  </a:lnTo>
                  <a:lnTo>
                    <a:pt x="4871" y="2840"/>
                  </a:lnTo>
                  <a:lnTo>
                    <a:pt x="4986" y="2765"/>
                  </a:lnTo>
                  <a:lnTo>
                    <a:pt x="4986" y="2631"/>
                  </a:lnTo>
                  <a:lnTo>
                    <a:pt x="5010" y="2562"/>
                  </a:lnTo>
                  <a:lnTo>
                    <a:pt x="4951" y="2544"/>
                  </a:lnTo>
                  <a:lnTo>
                    <a:pt x="5045" y="2497"/>
                  </a:lnTo>
                  <a:lnTo>
                    <a:pt x="5190" y="2457"/>
                  </a:lnTo>
                  <a:lnTo>
                    <a:pt x="5283" y="2515"/>
                  </a:lnTo>
                  <a:lnTo>
                    <a:pt x="5307" y="2654"/>
                  </a:lnTo>
                  <a:lnTo>
                    <a:pt x="5440" y="2811"/>
                  </a:lnTo>
                  <a:lnTo>
                    <a:pt x="5568" y="2818"/>
                  </a:lnTo>
                  <a:lnTo>
                    <a:pt x="5603" y="2846"/>
                  </a:lnTo>
                  <a:lnTo>
                    <a:pt x="5621" y="2905"/>
                  </a:lnTo>
                  <a:lnTo>
                    <a:pt x="5736" y="2945"/>
                  </a:lnTo>
                  <a:lnTo>
                    <a:pt x="5853" y="2881"/>
                  </a:lnTo>
                  <a:lnTo>
                    <a:pt x="5888" y="2985"/>
                  </a:lnTo>
                  <a:lnTo>
                    <a:pt x="5823" y="3172"/>
                  </a:lnTo>
                  <a:lnTo>
                    <a:pt x="5754" y="3154"/>
                  </a:lnTo>
                  <a:lnTo>
                    <a:pt x="5731" y="3247"/>
                  </a:lnTo>
                  <a:lnTo>
                    <a:pt x="5829" y="3334"/>
                  </a:lnTo>
                  <a:lnTo>
                    <a:pt x="5853" y="3404"/>
                  </a:lnTo>
                  <a:lnTo>
                    <a:pt x="5916" y="3357"/>
                  </a:lnTo>
                  <a:lnTo>
                    <a:pt x="6097" y="3107"/>
                  </a:lnTo>
                  <a:lnTo>
                    <a:pt x="6143" y="2474"/>
                  </a:lnTo>
                  <a:lnTo>
                    <a:pt x="6080" y="2451"/>
                  </a:lnTo>
                  <a:lnTo>
                    <a:pt x="6080" y="2312"/>
                  </a:lnTo>
                  <a:lnTo>
                    <a:pt x="5986" y="2271"/>
                  </a:lnTo>
                  <a:lnTo>
                    <a:pt x="5829" y="2340"/>
                  </a:lnTo>
                  <a:lnTo>
                    <a:pt x="5806" y="2225"/>
                  </a:lnTo>
                  <a:lnTo>
                    <a:pt x="5713" y="2201"/>
                  </a:lnTo>
                  <a:lnTo>
                    <a:pt x="5829" y="1929"/>
                  </a:lnTo>
                  <a:lnTo>
                    <a:pt x="5829" y="1749"/>
                  </a:lnTo>
                  <a:lnTo>
                    <a:pt x="5893" y="1679"/>
                  </a:lnTo>
                  <a:lnTo>
                    <a:pt x="6097" y="1632"/>
                  </a:lnTo>
                  <a:lnTo>
                    <a:pt x="6190" y="1562"/>
                  </a:lnTo>
                  <a:lnTo>
                    <a:pt x="6329" y="1545"/>
                  </a:lnTo>
                  <a:lnTo>
                    <a:pt x="6306" y="1632"/>
                  </a:lnTo>
                  <a:lnTo>
                    <a:pt x="6416" y="1592"/>
                  </a:lnTo>
                  <a:lnTo>
                    <a:pt x="6486" y="1516"/>
                  </a:lnTo>
                  <a:lnTo>
                    <a:pt x="6439" y="1475"/>
                  </a:lnTo>
                  <a:lnTo>
                    <a:pt x="6486" y="1249"/>
                  </a:lnTo>
                  <a:lnTo>
                    <a:pt x="6579" y="1202"/>
                  </a:lnTo>
                  <a:lnTo>
                    <a:pt x="6620" y="1266"/>
                  </a:lnTo>
                  <a:lnTo>
                    <a:pt x="6643" y="1266"/>
                  </a:lnTo>
                  <a:lnTo>
                    <a:pt x="6713" y="1062"/>
                  </a:lnTo>
                  <a:lnTo>
                    <a:pt x="6736" y="1062"/>
                  </a:lnTo>
                  <a:lnTo>
                    <a:pt x="6783" y="1226"/>
                  </a:lnTo>
                  <a:lnTo>
                    <a:pt x="6806" y="1266"/>
                  </a:lnTo>
                  <a:lnTo>
                    <a:pt x="6760" y="1383"/>
                  </a:lnTo>
                  <a:lnTo>
                    <a:pt x="6713" y="1609"/>
                  </a:lnTo>
                  <a:lnTo>
                    <a:pt x="6666" y="1725"/>
                  </a:lnTo>
                  <a:lnTo>
                    <a:pt x="6666" y="1929"/>
                  </a:lnTo>
                  <a:lnTo>
                    <a:pt x="6783" y="2248"/>
                  </a:lnTo>
                  <a:lnTo>
                    <a:pt x="6870" y="2312"/>
                  </a:lnTo>
                  <a:lnTo>
                    <a:pt x="6940" y="2474"/>
                  </a:lnTo>
                  <a:lnTo>
                    <a:pt x="7009" y="2312"/>
                  </a:lnTo>
                  <a:lnTo>
                    <a:pt x="7009" y="2201"/>
                  </a:lnTo>
                  <a:lnTo>
                    <a:pt x="7056" y="2178"/>
                  </a:lnTo>
                  <a:lnTo>
                    <a:pt x="7032" y="2091"/>
                  </a:lnTo>
                  <a:lnTo>
                    <a:pt x="7056" y="2021"/>
                  </a:lnTo>
                  <a:lnTo>
                    <a:pt x="6986" y="1887"/>
                  </a:lnTo>
                  <a:lnTo>
                    <a:pt x="7009" y="1795"/>
                  </a:lnTo>
                  <a:lnTo>
                    <a:pt x="6986" y="1632"/>
                  </a:lnTo>
                  <a:lnTo>
                    <a:pt x="6917" y="1679"/>
                  </a:lnTo>
                  <a:lnTo>
                    <a:pt x="6893" y="1428"/>
                  </a:lnTo>
                  <a:lnTo>
                    <a:pt x="6893" y="1383"/>
                  </a:lnTo>
                  <a:lnTo>
                    <a:pt x="7009" y="1289"/>
                  </a:lnTo>
                  <a:lnTo>
                    <a:pt x="7125" y="1249"/>
                  </a:lnTo>
                  <a:lnTo>
                    <a:pt x="7212" y="1359"/>
                  </a:lnTo>
                  <a:lnTo>
                    <a:pt x="7282" y="952"/>
                  </a:lnTo>
                  <a:lnTo>
                    <a:pt x="7439" y="860"/>
                  </a:lnTo>
                  <a:lnTo>
                    <a:pt x="7346" y="790"/>
                  </a:lnTo>
                  <a:lnTo>
                    <a:pt x="7376" y="726"/>
                  </a:lnTo>
                  <a:lnTo>
                    <a:pt x="7259" y="726"/>
                  </a:lnTo>
                  <a:lnTo>
                    <a:pt x="7189" y="656"/>
                  </a:lnTo>
                  <a:lnTo>
                    <a:pt x="7079" y="563"/>
                  </a:lnTo>
                  <a:lnTo>
                    <a:pt x="7142" y="546"/>
                  </a:lnTo>
                  <a:lnTo>
                    <a:pt x="7189" y="563"/>
                  </a:lnTo>
                  <a:lnTo>
                    <a:pt x="7299" y="499"/>
                  </a:lnTo>
                  <a:lnTo>
                    <a:pt x="7236" y="452"/>
                  </a:lnTo>
                  <a:lnTo>
                    <a:pt x="7212" y="337"/>
                  </a:lnTo>
                  <a:lnTo>
                    <a:pt x="7282" y="384"/>
                  </a:lnTo>
                  <a:lnTo>
                    <a:pt x="7463" y="406"/>
                  </a:lnTo>
                  <a:lnTo>
                    <a:pt x="7533" y="476"/>
                  </a:lnTo>
                  <a:lnTo>
                    <a:pt x="7690" y="452"/>
                  </a:lnTo>
                  <a:lnTo>
                    <a:pt x="7782" y="360"/>
                  </a:lnTo>
                  <a:lnTo>
                    <a:pt x="7596" y="337"/>
                  </a:lnTo>
                  <a:lnTo>
                    <a:pt x="7666" y="203"/>
                  </a:lnTo>
                  <a:lnTo>
                    <a:pt x="7533" y="116"/>
                  </a:lnTo>
                  <a:lnTo>
                    <a:pt x="7393" y="180"/>
                  </a:lnTo>
                  <a:lnTo>
                    <a:pt x="7259" y="70"/>
                  </a:lnTo>
                  <a:lnTo>
                    <a:pt x="7166" y="23"/>
                  </a:lnTo>
                  <a:lnTo>
                    <a:pt x="7125" y="46"/>
                  </a:lnTo>
                  <a:lnTo>
                    <a:pt x="7056" y="0"/>
                  </a:lnTo>
                  <a:lnTo>
                    <a:pt x="1308" y="2724"/>
                  </a:lnTo>
                  <a:lnTo>
                    <a:pt x="146" y="188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88" name=""/>
            <p:cNvSpPr/>
            <p:nvPr/>
          </p:nvSpPr>
          <p:spPr>
            <a:xfrm>
              <a:off x="4997520" y="530280"/>
              <a:ext cx="1233360" cy="461880"/>
            </a:xfrm>
            <a:custGeom>
              <a:avLst/>
              <a:gdLst/>
              <a:ahLst/>
              <a:rect l="l" t="t" r="r" b="b"/>
              <a:pathLst>
                <a:path w="7160" h="3125">
                  <a:moveTo>
                    <a:pt x="7160" y="407"/>
                  </a:moveTo>
                  <a:lnTo>
                    <a:pt x="7021" y="383"/>
                  </a:lnTo>
                  <a:lnTo>
                    <a:pt x="6770" y="291"/>
                  </a:lnTo>
                  <a:lnTo>
                    <a:pt x="6590" y="291"/>
                  </a:lnTo>
                  <a:lnTo>
                    <a:pt x="6451" y="360"/>
                  </a:lnTo>
                  <a:lnTo>
                    <a:pt x="6451" y="383"/>
                  </a:lnTo>
                  <a:lnTo>
                    <a:pt x="6567" y="453"/>
                  </a:lnTo>
                  <a:lnTo>
                    <a:pt x="6567" y="523"/>
                  </a:lnTo>
                  <a:lnTo>
                    <a:pt x="6520" y="523"/>
                  </a:lnTo>
                  <a:lnTo>
                    <a:pt x="6410" y="430"/>
                  </a:lnTo>
                  <a:lnTo>
                    <a:pt x="6184" y="477"/>
                  </a:lnTo>
                  <a:lnTo>
                    <a:pt x="6137" y="587"/>
                  </a:lnTo>
                  <a:lnTo>
                    <a:pt x="6044" y="540"/>
                  </a:lnTo>
                  <a:lnTo>
                    <a:pt x="5957" y="540"/>
                  </a:lnTo>
                  <a:lnTo>
                    <a:pt x="5863" y="383"/>
                  </a:lnTo>
                  <a:lnTo>
                    <a:pt x="5638" y="383"/>
                  </a:lnTo>
                  <a:lnTo>
                    <a:pt x="5573" y="477"/>
                  </a:lnTo>
                  <a:lnTo>
                    <a:pt x="5457" y="407"/>
                  </a:lnTo>
                  <a:lnTo>
                    <a:pt x="5341" y="430"/>
                  </a:lnTo>
                  <a:lnTo>
                    <a:pt x="5364" y="313"/>
                  </a:lnTo>
                  <a:lnTo>
                    <a:pt x="5271" y="313"/>
                  </a:lnTo>
                  <a:lnTo>
                    <a:pt x="5114" y="477"/>
                  </a:lnTo>
                  <a:lnTo>
                    <a:pt x="5090" y="360"/>
                  </a:lnTo>
                  <a:lnTo>
                    <a:pt x="4957" y="360"/>
                  </a:lnTo>
                  <a:lnTo>
                    <a:pt x="4864" y="407"/>
                  </a:lnTo>
                  <a:lnTo>
                    <a:pt x="4957" y="540"/>
                  </a:lnTo>
                  <a:lnTo>
                    <a:pt x="4910" y="540"/>
                  </a:lnTo>
                  <a:lnTo>
                    <a:pt x="4910" y="587"/>
                  </a:lnTo>
                  <a:lnTo>
                    <a:pt x="4818" y="587"/>
                  </a:lnTo>
                  <a:lnTo>
                    <a:pt x="4754" y="564"/>
                  </a:lnTo>
                  <a:lnTo>
                    <a:pt x="4637" y="657"/>
                  </a:lnTo>
                  <a:lnTo>
                    <a:pt x="4661" y="744"/>
                  </a:lnTo>
                  <a:lnTo>
                    <a:pt x="4544" y="679"/>
                  </a:lnTo>
                  <a:lnTo>
                    <a:pt x="4497" y="610"/>
                  </a:lnTo>
                  <a:lnTo>
                    <a:pt x="4434" y="610"/>
                  </a:lnTo>
                  <a:lnTo>
                    <a:pt x="4434" y="564"/>
                  </a:lnTo>
                  <a:lnTo>
                    <a:pt x="4318" y="430"/>
                  </a:lnTo>
                  <a:lnTo>
                    <a:pt x="4161" y="430"/>
                  </a:lnTo>
                  <a:lnTo>
                    <a:pt x="4115" y="453"/>
                  </a:lnTo>
                  <a:lnTo>
                    <a:pt x="4138" y="523"/>
                  </a:lnTo>
                  <a:lnTo>
                    <a:pt x="3934" y="564"/>
                  </a:lnTo>
                  <a:lnTo>
                    <a:pt x="3911" y="540"/>
                  </a:lnTo>
                  <a:lnTo>
                    <a:pt x="3888" y="523"/>
                  </a:lnTo>
                  <a:lnTo>
                    <a:pt x="3731" y="564"/>
                  </a:lnTo>
                  <a:lnTo>
                    <a:pt x="3522" y="540"/>
                  </a:lnTo>
                  <a:lnTo>
                    <a:pt x="3522" y="610"/>
                  </a:lnTo>
                  <a:lnTo>
                    <a:pt x="3458" y="657"/>
                  </a:lnTo>
                  <a:lnTo>
                    <a:pt x="3388" y="744"/>
                  </a:lnTo>
                  <a:lnTo>
                    <a:pt x="3365" y="721"/>
                  </a:lnTo>
                  <a:lnTo>
                    <a:pt x="3435" y="540"/>
                  </a:lnTo>
                  <a:lnTo>
                    <a:pt x="3475" y="477"/>
                  </a:lnTo>
                  <a:lnTo>
                    <a:pt x="3475" y="407"/>
                  </a:lnTo>
                  <a:lnTo>
                    <a:pt x="3498" y="313"/>
                  </a:lnTo>
                  <a:lnTo>
                    <a:pt x="3458" y="226"/>
                  </a:lnTo>
                  <a:lnTo>
                    <a:pt x="3458" y="157"/>
                  </a:lnTo>
                  <a:lnTo>
                    <a:pt x="3301" y="111"/>
                  </a:lnTo>
                  <a:lnTo>
                    <a:pt x="3184" y="87"/>
                  </a:lnTo>
                  <a:lnTo>
                    <a:pt x="3138" y="111"/>
                  </a:lnTo>
                  <a:lnTo>
                    <a:pt x="3138" y="180"/>
                  </a:lnTo>
                  <a:lnTo>
                    <a:pt x="3091" y="180"/>
                  </a:lnTo>
                  <a:lnTo>
                    <a:pt x="3044" y="111"/>
                  </a:lnTo>
                  <a:lnTo>
                    <a:pt x="2957" y="64"/>
                  </a:lnTo>
                  <a:lnTo>
                    <a:pt x="2911" y="0"/>
                  </a:lnTo>
                  <a:lnTo>
                    <a:pt x="2865" y="17"/>
                  </a:lnTo>
                  <a:lnTo>
                    <a:pt x="2819" y="111"/>
                  </a:lnTo>
                  <a:lnTo>
                    <a:pt x="2819" y="157"/>
                  </a:lnTo>
                  <a:lnTo>
                    <a:pt x="2911" y="203"/>
                  </a:lnTo>
                  <a:lnTo>
                    <a:pt x="2889" y="226"/>
                  </a:lnTo>
                  <a:lnTo>
                    <a:pt x="2929" y="268"/>
                  </a:lnTo>
                  <a:lnTo>
                    <a:pt x="2889" y="268"/>
                  </a:lnTo>
                  <a:lnTo>
                    <a:pt x="2819" y="360"/>
                  </a:lnTo>
                  <a:lnTo>
                    <a:pt x="2679" y="383"/>
                  </a:lnTo>
                  <a:lnTo>
                    <a:pt x="2638" y="360"/>
                  </a:lnTo>
                  <a:lnTo>
                    <a:pt x="2568" y="383"/>
                  </a:lnTo>
                  <a:lnTo>
                    <a:pt x="2592" y="430"/>
                  </a:lnTo>
                  <a:lnTo>
                    <a:pt x="2453" y="540"/>
                  </a:lnTo>
                  <a:lnTo>
                    <a:pt x="2435" y="679"/>
                  </a:lnTo>
                  <a:lnTo>
                    <a:pt x="2498" y="791"/>
                  </a:lnTo>
                  <a:lnTo>
                    <a:pt x="2435" y="767"/>
                  </a:lnTo>
                  <a:lnTo>
                    <a:pt x="2296" y="836"/>
                  </a:lnTo>
                  <a:lnTo>
                    <a:pt x="2249" y="859"/>
                  </a:lnTo>
                  <a:lnTo>
                    <a:pt x="2272" y="999"/>
                  </a:lnTo>
                  <a:lnTo>
                    <a:pt x="2411" y="1016"/>
                  </a:lnTo>
                  <a:lnTo>
                    <a:pt x="2453" y="1086"/>
                  </a:lnTo>
                  <a:lnTo>
                    <a:pt x="2545" y="1220"/>
                  </a:lnTo>
                  <a:lnTo>
                    <a:pt x="2592" y="1359"/>
                  </a:lnTo>
                  <a:lnTo>
                    <a:pt x="2475" y="1267"/>
                  </a:lnTo>
                  <a:lnTo>
                    <a:pt x="2411" y="1086"/>
                  </a:lnTo>
                  <a:lnTo>
                    <a:pt x="2249" y="1016"/>
                  </a:lnTo>
                  <a:lnTo>
                    <a:pt x="2202" y="1016"/>
                  </a:lnTo>
                  <a:lnTo>
                    <a:pt x="2184" y="1063"/>
                  </a:lnTo>
                  <a:lnTo>
                    <a:pt x="2092" y="1133"/>
                  </a:lnTo>
                  <a:lnTo>
                    <a:pt x="2115" y="1156"/>
                  </a:lnTo>
                  <a:lnTo>
                    <a:pt x="2202" y="1156"/>
                  </a:lnTo>
                  <a:lnTo>
                    <a:pt x="2226" y="1220"/>
                  </a:lnTo>
                  <a:lnTo>
                    <a:pt x="2115" y="1197"/>
                  </a:lnTo>
                  <a:lnTo>
                    <a:pt x="1999" y="1110"/>
                  </a:lnTo>
                  <a:lnTo>
                    <a:pt x="1999" y="1197"/>
                  </a:lnTo>
                  <a:lnTo>
                    <a:pt x="2092" y="1359"/>
                  </a:lnTo>
                  <a:lnTo>
                    <a:pt x="2092" y="1406"/>
                  </a:lnTo>
                  <a:lnTo>
                    <a:pt x="2162" y="1446"/>
                  </a:lnTo>
                  <a:lnTo>
                    <a:pt x="2272" y="1446"/>
                  </a:lnTo>
                  <a:lnTo>
                    <a:pt x="2365" y="1586"/>
                  </a:lnTo>
                  <a:lnTo>
                    <a:pt x="2411" y="1609"/>
                  </a:lnTo>
                  <a:lnTo>
                    <a:pt x="2249" y="1493"/>
                  </a:lnTo>
                  <a:lnTo>
                    <a:pt x="2202" y="1493"/>
                  </a:lnTo>
                  <a:lnTo>
                    <a:pt x="2139" y="1563"/>
                  </a:lnTo>
                  <a:lnTo>
                    <a:pt x="2184" y="1673"/>
                  </a:lnTo>
                  <a:lnTo>
                    <a:pt x="2139" y="1813"/>
                  </a:lnTo>
                  <a:lnTo>
                    <a:pt x="2045" y="1835"/>
                  </a:lnTo>
                  <a:lnTo>
                    <a:pt x="1935" y="1813"/>
                  </a:lnTo>
                  <a:lnTo>
                    <a:pt x="2022" y="1766"/>
                  </a:lnTo>
                  <a:lnTo>
                    <a:pt x="2069" y="1609"/>
                  </a:lnTo>
                  <a:lnTo>
                    <a:pt x="2069" y="1493"/>
                  </a:lnTo>
                  <a:lnTo>
                    <a:pt x="1912" y="1220"/>
                  </a:lnTo>
                  <a:lnTo>
                    <a:pt x="1842" y="1040"/>
                  </a:lnTo>
                  <a:lnTo>
                    <a:pt x="1772" y="1016"/>
                  </a:lnTo>
                  <a:lnTo>
                    <a:pt x="1726" y="1243"/>
                  </a:lnTo>
                  <a:lnTo>
                    <a:pt x="1748" y="1406"/>
                  </a:lnTo>
                  <a:lnTo>
                    <a:pt x="1842" y="1516"/>
                  </a:lnTo>
                  <a:lnTo>
                    <a:pt x="1842" y="1539"/>
                  </a:lnTo>
                  <a:lnTo>
                    <a:pt x="1748" y="1493"/>
                  </a:lnTo>
                  <a:lnTo>
                    <a:pt x="1661" y="1429"/>
                  </a:lnTo>
                  <a:lnTo>
                    <a:pt x="1476" y="1446"/>
                  </a:lnTo>
                  <a:lnTo>
                    <a:pt x="1499" y="1539"/>
                  </a:lnTo>
                  <a:lnTo>
                    <a:pt x="1499" y="1609"/>
                  </a:lnTo>
                  <a:lnTo>
                    <a:pt x="1453" y="1609"/>
                  </a:lnTo>
                  <a:lnTo>
                    <a:pt x="1436" y="1539"/>
                  </a:lnTo>
                  <a:lnTo>
                    <a:pt x="1249" y="1656"/>
                  </a:lnTo>
                  <a:lnTo>
                    <a:pt x="1209" y="1633"/>
                  </a:lnTo>
                  <a:lnTo>
                    <a:pt x="1185" y="1586"/>
                  </a:lnTo>
                  <a:lnTo>
                    <a:pt x="1022" y="1673"/>
                  </a:lnTo>
                  <a:lnTo>
                    <a:pt x="1000" y="1743"/>
                  </a:lnTo>
                  <a:lnTo>
                    <a:pt x="935" y="1743"/>
                  </a:lnTo>
                  <a:lnTo>
                    <a:pt x="866" y="1813"/>
                  </a:lnTo>
                  <a:lnTo>
                    <a:pt x="843" y="1766"/>
                  </a:lnTo>
                  <a:lnTo>
                    <a:pt x="843" y="1656"/>
                  </a:lnTo>
                  <a:lnTo>
                    <a:pt x="773" y="1673"/>
                  </a:lnTo>
                  <a:lnTo>
                    <a:pt x="749" y="1743"/>
                  </a:lnTo>
                  <a:lnTo>
                    <a:pt x="773" y="1859"/>
                  </a:lnTo>
                  <a:lnTo>
                    <a:pt x="726" y="1905"/>
                  </a:lnTo>
                  <a:lnTo>
                    <a:pt x="662" y="1923"/>
                  </a:lnTo>
                  <a:lnTo>
                    <a:pt x="592" y="2016"/>
                  </a:lnTo>
                  <a:lnTo>
                    <a:pt x="616" y="2062"/>
                  </a:lnTo>
                  <a:lnTo>
                    <a:pt x="592" y="2109"/>
                  </a:lnTo>
                  <a:lnTo>
                    <a:pt x="482" y="2039"/>
                  </a:lnTo>
                  <a:lnTo>
                    <a:pt x="459" y="2109"/>
                  </a:lnTo>
                  <a:lnTo>
                    <a:pt x="459" y="2156"/>
                  </a:lnTo>
                  <a:lnTo>
                    <a:pt x="342" y="2062"/>
                  </a:lnTo>
                  <a:lnTo>
                    <a:pt x="365" y="1952"/>
                  </a:lnTo>
                  <a:lnTo>
                    <a:pt x="273" y="1882"/>
                  </a:lnTo>
                  <a:lnTo>
                    <a:pt x="232" y="1835"/>
                  </a:lnTo>
                  <a:lnTo>
                    <a:pt x="365" y="1882"/>
                  </a:lnTo>
                  <a:lnTo>
                    <a:pt x="459" y="1905"/>
                  </a:lnTo>
                  <a:lnTo>
                    <a:pt x="546" y="1882"/>
                  </a:lnTo>
                  <a:lnTo>
                    <a:pt x="616" y="1813"/>
                  </a:lnTo>
                  <a:lnTo>
                    <a:pt x="459" y="1633"/>
                  </a:lnTo>
                  <a:lnTo>
                    <a:pt x="365" y="1586"/>
                  </a:lnTo>
                  <a:lnTo>
                    <a:pt x="232" y="1586"/>
                  </a:lnTo>
                  <a:lnTo>
                    <a:pt x="162" y="1539"/>
                  </a:lnTo>
                  <a:lnTo>
                    <a:pt x="98" y="1469"/>
                  </a:lnTo>
                  <a:lnTo>
                    <a:pt x="75" y="1469"/>
                  </a:lnTo>
                  <a:lnTo>
                    <a:pt x="23" y="1481"/>
                  </a:lnTo>
                  <a:lnTo>
                    <a:pt x="0" y="1551"/>
                  </a:lnTo>
                  <a:lnTo>
                    <a:pt x="40" y="1644"/>
                  </a:lnTo>
                  <a:lnTo>
                    <a:pt x="46" y="1743"/>
                  </a:lnTo>
                  <a:lnTo>
                    <a:pt x="104" y="1847"/>
                  </a:lnTo>
                  <a:lnTo>
                    <a:pt x="110" y="1923"/>
                  </a:lnTo>
                  <a:lnTo>
                    <a:pt x="150" y="1999"/>
                  </a:lnTo>
                  <a:lnTo>
                    <a:pt x="150" y="2086"/>
                  </a:lnTo>
                  <a:lnTo>
                    <a:pt x="255" y="2266"/>
                  </a:lnTo>
                  <a:lnTo>
                    <a:pt x="255" y="2301"/>
                  </a:lnTo>
                  <a:lnTo>
                    <a:pt x="1418" y="3125"/>
                  </a:lnTo>
                  <a:lnTo>
                    <a:pt x="7160" y="40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89" name=""/>
            <p:cNvSpPr/>
            <p:nvPr/>
          </p:nvSpPr>
          <p:spPr>
            <a:xfrm>
              <a:off x="5041800" y="590400"/>
              <a:ext cx="1189080" cy="443160"/>
            </a:xfrm>
            <a:custGeom>
              <a:avLst/>
              <a:gdLst/>
              <a:ahLst/>
              <a:rect l="l" t="t" r="r" b="b"/>
              <a:pathLst>
                <a:path w="6905" h="3009">
                  <a:moveTo>
                    <a:pt x="18" y="1870"/>
                  </a:moveTo>
                  <a:lnTo>
                    <a:pt x="0" y="1922"/>
                  </a:lnTo>
                  <a:lnTo>
                    <a:pt x="1000" y="3009"/>
                  </a:lnTo>
                  <a:lnTo>
                    <a:pt x="6858" y="209"/>
                  </a:lnTo>
                  <a:lnTo>
                    <a:pt x="6905" y="11"/>
                  </a:lnTo>
                  <a:lnTo>
                    <a:pt x="6864" y="6"/>
                  </a:lnTo>
                  <a:lnTo>
                    <a:pt x="6567" y="0"/>
                  </a:lnTo>
                  <a:lnTo>
                    <a:pt x="6365" y="185"/>
                  </a:lnTo>
                  <a:lnTo>
                    <a:pt x="1139" y="2230"/>
                  </a:lnTo>
                  <a:lnTo>
                    <a:pt x="186" y="1887"/>
                  </a:lnTo>
                  <a:lnTo>
                    <a:pt x="18" y="1870"/>
                  </a:lnTo>
                  <a:close/>
                </a:path>
              </a:pathLst>
            </a:custGeom>
            <a:solidFill>
              <a:srgbClr val="d0d0d0"/>
            </a:solidFill>
            <a:ln w="9360">
              <a:solidFill>
                <a:srgbClr val="d0d0d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90" name=""/>
            <p:cNvSpPr/>
            <p:nvPr/>
          </p:nvSpPr>
          <p:spPr>
            <a:xfrm>
              <a:off x="4940280" y="1108080"/>
              <a:ext cx="25560" cy="20520"/>
            </a:xfrm>
            <a:custGeom>
              <a:avLst/>
              <a:gdLst/>
              <a:ahLst/>
              <a:rect l="l" t="t" r="r" b="b"/>
              <a:pathLst>
                <a:path w="152" h="128">
                  <a:moveTo>
                    <a:pt x="0" y="12"/>
                  </a:moveTo>
                  <a:lnTo>
                    <a:pt x="35" y="0"/>
                  </a:lnTo>
                  <a:lnTo>
                    <a:pt x="87" y="17"/>
                  </a:lnTo>
                  <a:lnTo>
                    <a:pt x="152" y="93"/>
                  </a:lnTo>
                  <a:lnTo>
                    <a:pt x="111" y="122"/>
                  </a:lnTo>
                  <a:lnTo>
                    <a:pt x="82" y="128"/>
                  </a:lnTo>
                  <a:lnTo>
                    <a:pt x="18" y="111"/>
                  </a:lnTo>
                  <a:lnTo>
                    <a:pt x="18" y="59"/>
                  </a:lnTo>
                  <a:lnTo>
                    <a:pt x="0" y="12"/>
                  </a:lnTo>
                  <a:close/>
                </a:path>
              </a:pathLst>
            </a:custGeom>
            <a:solidFill>
              <a:srgbClr val="d0d0d0"/>
            </a:solidFill>
            <a:ln w="9360">
              <a:solidFill>
                <a:srgbClr val="909090"/>
              </a:solidFill>
              <a:round/>
            </a:ln>
          </p:spPr>
          <p:style>
            <a:lnRef idx="0"/>
            <a:fillRef idx="0"/>
            <a:effectRef idx="0"/>
            <a:fontRef idx="minor"/>
          </p:style>
          <p:txBody>
            <a:bodyPr lIns="90000" rIns="90000" tIns="-26280" bIns="-26280" anchor="t">
              <a:noAutofit/>
            </a:bodyPr>
            <a:p>
              <a:endParaRPr b="0" lang="en-US" sz="2400" spc="-1" strike="noStrike">
                <a:solidFill>
                  <a:srgbClr val="000000"/>
                </a:solidFill>
                <a:latin typeface="Times New Roman"/>
              </a:endParaRPr>
            </a:p>
          </p:txBody>
        </p:sp>
        <p:sp>
          <p:nvSpPr>
            <p:cNvPr id="9291" name=""/>
            <p:cNvSpPr/>
            <p:nvPr/>
          </p:nvSpPr>
          <p:spPr>
            <a:xfrm>
              <a:off x="5754600" y="1469880"/>
              <a:ext cx="39600" cy="52560"/>
            </a:xfrm>
            <a:custGeom>
              <a:avLst/>
              <a:gdLst/>
              <a:ahLst/>
              <a:rect l="l" t="t" r="r" b="b"/>
              <a:pathLst>
                <a:path w="232" h="354">
                  <a:moveTo>
                    <a:pt x="0" y="0"/>
                  </a:moveTo>
                  <a:lnTo>
                    <a:pt x="23" y="110"/>
                  </a:lnTo>
                  <a:lnTo>
                    <a:pt x="70" y="244"/>
                  </a:lnTo>
                  <a:lnTo>
                    <a:pt x="232" y="354"/>
                  </a:lnTo>
                  <a:lnTo>
                    <a:pt x="232" y="255"/>
                  </a:lnTo>
                  <a:lnTo>
                    <a:pt x="187" y="220"/>
                  </a:lnTo>
                  <a:lnTo>
                    <a:pt x="187" y="87"/>
                  </a:lnTo>
                  <a:lnTo>
                    <a:pt x="145" y="12"/>
                  </a:lnTo>
                  <a:lnTo>
                    <a:pt x="70" y="12"/>
                  </a:lnTo>
                  <a:lnTo>
                    <a:pt x="12" y="6"/>
                  </a:lnTo>
                  <a:lnTo>
                    <a:pt x="0" y="0"/>
                  </a:lnTo>
                  <a:close/>
                </a:path>
              </a:pathLst>
            </a:custGeom>
            <a:solidFill>
              <a:srgbClr val="d0d0d0"/>
            </a:solidFill>
            <a:ln w="9360">
              <a:solidFill>
                <a:srgbClr val="909090"/>
              </a:solidFill>
              <a:round/>
            </a:ln>
          </p:spPr>
          <p:style>
            <a:lnRef idx="0"/>
            <a:fillRef idx="0"/>
            <a:effectRef idx="0"/>
            <a:fontRef idx="minor"/>
          </p:style>
          <p:txBody>
            <a:bodyPr lIns="90000" rIns="90000" tIns="5760" bIns="5760" anchor="t">
              <a:noAutofit/>
            </a:bodyPr>
            <a:p>
              <a:endParaRPr b="0" lang="en-US" sz="2400" spc="-1" strike="noStrike">
                <a:solidFill>
                  <a:srgbClr val="000000"/>
                </a:solidFill>
                <a:latin typeface="Times New Roman"/>
              </a:endParaRPr>
            </a:p>
          </p:txBody>
        </p:sp>
        <p:sp>
          <p:nvSpPr>
            <p:cNvPr id="9292" name=""/>
            <p:cNvSpPr/>
            <p:nvPr/>
          </p:nvSpPr>
          <p:spPr>
            <a:xfrm>
              <a:off x="5851440" y="1663560"/>
              <a:ext cx="403200" cy="306360"/>
            </a:xfrm>
            <a:custGeom>
              <a:avLst/>
              <a:gdLst/>
              <a:ahLst/>
              <a:rect l="l" t="t" r="r" b="b"/>
              <a:pathLst>
                <a:path w="2343" h="2074">
                  <a:moveTo>
                    <a:pt x="1337" y="0"/>
                  </a:moveTo>
                  <a:lnTo>
                    <a:pt x="1314" y="81"/>
                  </a:lnTo>
                  <a:lnTo>
                    <a:pt x="1250" y="58"/>
                  </a:lnTo>
                  <a:lnTo>
                    <a:pt x="1145" y="110"/>
                  </a:lnTo>
                  <a:lnTo>
                    <a:pt x="1145" y="191"/>
                  </a:lnTo>
                  <a:lnTo>
                    <a:pt x="1105" y="191"/>
                  </a:lnTo>
                  <a:lnTo>
                    <a:pt x="1029" y="168"/>
                  </a:lnTo>
                  <a:lnTo>
                    <a:pt x="994" y="168"/>
                  </a:lnTo>
                  <a:lnTo>
                    <a:pt x="948" y="127"/>
                  </a:lnTo>
                  <a:lnTo>
                    <a:pt x="843" y="168"/>
                  </a:lnTo>
                  <a:lnTo>
                    <a:pt x="785" y="249"/>
                  </a:lnTo>
                  <a:lnTo>
                    <a:pt x="663" y="261"/>
                  </a:lnTo>
                  <a:lnTo>
                    <a:pt x="628" y="290"/>
                  </a:lnTo>
                  <a:lnTo>
                    <a:pt x="623" y="354"/>
                  </a:lnTo>
                  <a:lnTo>
                    <a:pt x="536" y="447"/>
                  </a:lnTo>
                  <a:lnTo>
                    <a:pt x="494" y="447"/>
                  </a:lnTo>
                  <a:lnTo>
                    <a:pt x="466" y="493"/>
                  </a:lnTo>
                  <a:lnTo>
                    <a:pt x="257" y="493"/>
                  </a:lnTo>
                  <a:lnTo>
                    <a:pt x="134" y="465"/>
                  </a:lnTo>
                  <a:lnTo>
                    <a:pt x="88" y="505"/>
                  </a:lnTo>
                  <a:lnTo>
                    <a:pt x="70" y="667"/>
                  </a:lnTo>
                  <a:lnTo>
                    <a:pt x="93" y="831"/>
                  </a:lnTo>
                  <a:lnTo>
                    <a:pt x="6" y="789"/>
                  </a:lnTo>
                  <a:lnTo>
                    <a:pt x="6" y="901"/>
                  </a:lnTo>
                  <a:lnTo>
                    <a:pt x="53" y="1202"/>
                  </a:lnTo>
                  <a:lnTo>
                    <a:pt x="53" y="1278"/>
                  </a:lnTo>
                  <a:lnTo>
                    <a:pt x="0" y="1382"/>
                  </a:lnTo>
                  <a:lnTo>
                    <a:pt x="47" y="1424"/>
                  </a:lnTo>
                  <a:lnTo>
                    <a:pt x="76" y="1429"/>
                  </a:lnTo>
                  <a:lnTo>
                    <a:pt x="110" y="1476"/>
                  </a:lnTo>
                  <a:lnTo>
                    <a:pt x="180" y="1476"/>
                  </a:lnTo>
                  <a:lnTo>
                    <a:pt x="291" y="1417"/>
                  </a:lnTo>
                  <a:lnTo>
                    <a:pt x="367" y="1424"/>
                  </a:lnTo>
                  <a:lnTo>
                    <a:pt x="459" y="1452"/>
                  </a:lnTo>
                  <a:lnTo>
                    <a:pt x="518" y="1446"/>
                  </a:lnTo>
                  <a:lnTo>
                    <a:pt x="576" y="1365"/>
                  </a:lnTo>
                  <a:lnTo>
                    <a:pt x="663" y="1365"/>
                  </a:lnTo>
                  <a:lnTo>
                    <a:pt x="773" y="1336"/>
                  </a:lnTo>
                  <a:lnTo>
                    <a:pt x="965" y="1342"/>
                  </a:lnTo>
                  <a:lnTo>
                    <a:pt x="1087" y="1429"/>
                  </a:lnTo>
                  <a:lnTo>
                    <a:pt x="1162" y="1534"/>
                  </a:lnTo>
                  <a:lnTo>
                    <a:pt x="1180" y="1568"/>
                  </a:lnTo>
                  <a:lnTo>
                    <a:pt x="1209" y="1579"/>
                  </a:lnTo>
                  <a:lnTo>
                    <a:pt x="1314" y="1544"/>
                  </a:lnTo>
                  <a:lnTo>
                    <a:pt x="1424" y="1464"/>
                  </a:lnTo>
                  <a:lnTo>
                    <a:pt x="1354" y="1556"/>
                  </a:lnTo>
                  <a:lnTo>
                    <a:pt x="1314" y="1632"/>
                  </a:lnTo>
                  <a:lnTo>
                    <a:pt x="1250" y="1666"/>
                  </a:lnTo>
                  <a:lnTo>
                    <a:pt x="1354" y="1638"/>
                  </a:lnTo>
                  <a:lnTo>
                    <a:pt x="1441" y="1591"/>
                  </a:lnTo>
                  <a:lnTo>
                    <a:pt x="1378" y="1696"/>
                  </a:lnTo>
                  <a:lnTo>
                    <a:pt x="1319" y="1731"/>
                  </a:lnTo>
                  <a:lnTo>
                    <a:pt x="1413" y="1708"/>
                  </a:lnTo>
                  <a:lnTo>
                    <a:pt x="1436" y="1701"/>
                  </a:lnTo>
                  <a:lnTo>
                    <a:pt x="1418" y="1766"/>
                  </a:lnTo>
                  <a:lnTo>
                    <a:pt x="1384" y="1835"/>
                  </a:lnTo>
                  <a:lnTo>
                    <a:pt x="1406" y="1900"/>
                  </a:lnTo>
                  <a:lnTo>
                    <a:pt x="1518" y="1987"/>
                  </a:lnTo>
                  <a:lnTo>
                    <a:pt x="1546" y="2004"/>
                  </a:lnTo>
                  <a:lnTo>
                    <a:pt x="1640" y="2010"/>
                  </a:lnTo>
                  <a:lnTo>
                    <a:pt x="1720" y="1987"/>
                  </a:lnTo>
                  <a:lnTo>
                    <a:pt x="1698" y="2045"/>
                  </a:lnTo>
                  <a:lnTo>
                    <a:pt x="1738" y="2074"/>
                  </a:lnTo>
                  <a:lnTo>
                    <a:pt x="1866" y="2045"/>
                  </a:lnTo>
                  <a:lnTo>
                    <a:pt x="1930" y="2039"/>
                  </a:lnTo>
                  <a:lnTo>
                    <a:pt x="2006" y="2010"/>
                  </a:lnTo>
                  <a:lnTo>
                    <a:pt x="2081" y="1905"/>
                  </a:lnTo>
                  <a:lnTo>
                    <a:pt x="2145" y="1778"/>
                  </a:lnTo>
                  <a:lnTo>
                    <a:pt x="2198" y="1719"/>
                  </a:lnTo>
                  <a:lnTo>
                    <a:pt x="2256" y="1568"/>
                  </a:lnTo>
                  <a:lnTo>
                    <a:pt x="2343" y="1429"/>
                  </a:lnTo>
                  <a:lnTo>
                    <a:pt x="2343" y="1243"/>
                  </a:lnTo>
                  <a:lnTo>
                    <a:pt x="2313" y="1033"/>
                  </a:lnTo>
                  <a:lnTo>
                    <a:pt x="2256" y="848"/>
                  </a:lnTo>
                  <a:lnTo>
                    <a:pt x="2191" y="755"/>
                  </a:lnTo>
                  <a:lnTo>
                    <a:pt x="2134" y="691"/>
                  </a:lnTo>
                  <a:lnTo>
                    <a:pt x="2069" y="615"/>
                  </a:lnTo>
                  <a:lnTo>
                    <a:pt x="2052" y="587"/>
                  </a:lnTo>
                  <a:lnTo>
                    <a:pt x="2041" y="458"/>
                  </a:lnTo>
                  <a:lnTo>
                    <a:pt x="2029" y="383"/>
                  </a:lnTo>
                  <a:lnTo>
                    <a:pt x="1977" y="343"/>
                  </a:lnTo>
                  <a:lnTo>
                    <a:pt x="1959" y="232"/>
                  </a:lnTo>
                  <a:lnTo>
                    <a:pt x="1930" y="139"/>
                  </a:lnTo>
                  <a:lnTo>
                    <a:pt x="1895" y="179"/>
                  </a:lnTo>
                  <a:lnTo>
                    <a:pt x="1872" y="266"/>
                  </a:lnTo>
                  <a:lnTo>
                    <a:pt x="1832" y="430"/>
                  </a:lnTo>
                  <a:lnTo>
                    <a:pt x="1785" y="458"/>
                  </a:lnTo>
                  <a:lnTo>
                    <a:pt x="1744" y="458"/>
                  </a:lnTo>
                  <a:lnTo>
                    <a:pt x="1651" y="383"/>
                  </a:lnTo>
                  <a:lnTo>
                    <a:pt x="1581" y="343"/>
                  </a:lnTo>
                  <a:lnTo>
                    <a:pt x="1541" y="301"/>
                  </a:lnTo>
                  <a:lnTo>
                    <a:pt x="1523" y="249"/>
                  </a:lnTo>
                  <a:lnTo>
                    <a:pt x="1570" y="179"/>
                  </a:lnTo>
                  <a:lnTo>
                    <a:pt x="1581" y="122"/>
                  </a:lnTo>
                  <a:lnTo>
                    <a:pt x="1593" y="99"/>
                  </a:lnTo>
                  <a:lnTo>
                    <a:pt x="1546" y="110"/>
                  </a:lnTo>
                  <a:lnTo>
                    <a:pt x="1424" y="41"/>
                  </a:lnTo>
                  <a:lnTo>
                    <a:pt x="1378" y="0"/>
                  </a:lnTo>
                  <a:lnTo>
                    <a:pt x="1337"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nvGrpSpPr>
          <p:cNvPr id="9293" name=""/>
          <p:cNvGrpSpPr/>
          <p:nvPr/>
        </p:nvGrpSpPr>
        <p:grpSpPr>
          <a:xfrm>
            <a:off x="2452680" y="2489040"/>
            <a:ext cx="1436760" cy="1167120"/>
            <a:chOff x="2452680" y="2489040"/>
            <a:chExt cx="1436760" cy="1167120"/>
          </a:xfrm>
        </p:grpSpPr>
        <p:sp>
          <p:nvSpPr>
            <p:cNvPr id="9294" name=""/>
            <p:cNvSpPr/>
            <p:nvPr/>
          </p:nvSpPr>
          <p:spPr>
            <a:xfrm>
              <a:off x="2452680" y="2924640"/>
              <a:ext cx="1436760" cy="731520"/>
            </a:xfrm>
            <a:custGeom>
              <a:avLst/>
              <a:gdLst/>
              <a:ahLst/>
              <a:rect l="l" t="t" r="r" b="b"/>
              <a:pathLst>
                <a:path w="1360" h="692">
                  <a:moveTo>
                    <a:pt x="104" y="0"/>
                  </a:moveTo>
                  <a:lnTo>
                    <a:pt x="104" y="0"/>
                  </a:lnTo>
                  <a:lnTo>
                    <a:pt x="108" y="10"/>
                  </a:lnTo>
                  <a:lnTo>
                    <a:pt x="112" y="34"/>
                  </a:lnTo>
                  <a:lnTo>
                    <a:pt x="112" y="46"/>
                  </a:lnTo>
                  <a:lnTo>
                    <a:pt x="110" y="58"/>
                  </a:lnTo>
                  <a:lnTo>
                    <a:pt x="106" y="64"/>
                  </a:lnTo>
                  <a:lnTo>
                    <a:pt x="104" y="68"/>
                  </a:lnTo>
                  <a:lnTo>
                    <a:pt x="100" y="72"/>
                  </a:lnTo>
                  <a:lnTo>
                    <a:pt x="94" y="74"/>
                  </a:lnTo>
                  <a:lnTo>
                    <a:pt x="94" y="74"/>
                  </a:lnTo>
                  <a:lnTo>
                    <a:pt x="84" y="78"/>
                  </a:lnTo>
                  <a:lnTo>
                    <a:pt x="76" y="82"/>
                  </a:lnTo>
                  <a:lnTo>
                    <a:pt x="70" y="88"/>
                  </a:lnTo>
                  <a:lnTo>
                    <a:pt x="64" y="94"/>
                  </a:lnTo>
                  <a:lnTo>
                    <a:pt x="58" y="104"/>
                  </a:lnTo>
                  <a:lnTo>
                    <a:pt x="56" y="108"/>
                  </a:lnTo>
                  <a:lnTo>
                    <a:pt x="34" y="156"/>
                  </a:lnTo>
                  <a:lnTo>
                    <a:pt x="0" y="172"/>
                  </a:lnTo>
                  <a:lnTo>
                    <a:pt x="0" y="172"/>
                  </a:lnTo>
                  <a:lnTo>
                    <a:pt x="2" y="178"/>
                  </a:lnTo>
                  <a:lnTo>
                    <a:pt x="6" y="190"/>
                  </a:lnTo>
                  <a:lnTo>
                    <a:pt x="10" y="196"/>
                  </a:lnTo>
                  <a:lnTo>
                    <a:pt x="14" y="202"/>
                  </a:lnTo>
                  <a:lnTo>
                    <a:pt x="18" y="208"/>
                  </a:lnTo>
                  <a:lnTo>
                    <a:pt x="24" y="210"/>
                  </a:lnTo>
                  <a:lnTo>
                    <a:pt x="24" y="210"/>
                  </a:lnTo>
                  <a:lnTo>
                    <a:pt x="56" y="212"/>
                  </a:lnTo>
                  <a:lnTo>
                    <a:pt x="74" y="212"/>
                  </a:lnTo>
                  <a:lnTo>
                    <a:pt x="86" y="236"/>
                  </a:lnTo>
                  <a:lnTo>
                    <a:pt x="88" y="252"/>
                  </a:lnTo>
                  <a:lnTo>
                    <a:pt x="126" y="224"/>
                  </a:lnTo>
                  <a:lnTo>
                    <a:pt x="126" y="224"/>
                  </a:lnTo>
                  <a:lnTo>
                    <a:pt x="142" y="238"/>
                  </a:lnTo>
                  <a:lnTo>
                    <a:pt x="154" y="248"/>
                  </a:lnTo>
                  <a:lnTo>
                    <a:pt x="160" y="252"/>
                  </a:lnTo>
                  <a:lnTo>
                    <a:pt x="164" y="252"/>
                  </a:lnTo>
                  <a:lnTo>
                    <a:pt x="164" y="252"/>
                  </a:lnTo>
                  <a:lnTo>
                    <a:pt x="170" y="250"/>
                  </a:lnTo>
                  <a:lnTo>
                    <a:pt x="174" y="252"/>
                  </a:lnTo>
                  <a:lnTo>
                    <a:pt x="184" y="258"/>
                  </a:lnTo>
                  <a:lnTo>
                    <a:pt x="194" y="268"/>
                  </a:lnTo>
                  <a:lnTo>
                    <a:pt x="194" y="268"/>
                  </a:lnTo>
                  <a:lnTo>
                    <a:pt x="198" y="270"/>
                  </a:lnTo>
                  <a:lnTo>
                    <a:pt x="204" y="274"/>
                  </a:lnTo>
                  <a:lnTo>
                    <a:pt x="208" y="278"/>
                  </a:lnTo>
                  <a:lnTo>
                    <a:pt x="210" y="284"/>
                  </a:lnTo>
                  <a:lnTo>
                    <a:pt x="210" y="292"/>
                  </a:lnTo>
                  <a:lnTo>
                    <a:pt x="206" y="300"/>
                  </a:lnTo>
                  <a:lnTo>
                    <a:pt x="206" y="300"/>
                  </a:lnTo>
                  <a:lnTo>
                    <a:pt x="200" y="312"/>
                  </a:lnTo>
                  <a:lnTo>
                    <a:pt x="194" y="320"/>
                  </a:lnTo>
                  <a:lnTo>
                    <a:pt x="188" y="324"/>
                  </a:lnTo>
                  <a:lnTo>
                    <a:pt x="186" y="328"/>
                  </a:lnTo>
                  <a:lnTo>
                    <a:pt x="186" y="328"/>
                  </a:lnTo>
                  <a:lnTo>
                    <a:pt x="188" y="344"/>
                  </a:lnTo>
                  <a:lnTo>
                    <a:pt x="188" y="360"/>
                  </a:lnTo>
                  <a:lnTo>
                    <a:pt x="188" y="360"/>
                  </a:lnTo>
                  <a:lnTo>
                    <a:pt x="188" y="366"/>
                  </a:lnTo>
                  <a:lnTo>
                    <a:pt x="186" y="374"/>
                  </a:lnTo>
                  <a:lnTo>
                    <a:pt x="180" y="388"/>
                  </a:lnTo>
                  <a:lnTo>
                    <a:pt x="180" y="388"/>
                  </a:lnTo>
                  <a:lnTo>
                    <a:pt x="180" y="400"/>
                  </a:lnTo>
                  <a:lnTo>
                    <a:pt x="178" y="406"/>
                  </a:lnTo>
                  <a:lnTo>
                    <a:pt x="160" y="418"/>
                  </a:lnTo>
                  <a:lnTo>
                    <a:pt x="164" y="434"/>
                  </a:lnTo>
                  <a:lnTo>
                    <a:pt x="182" y="448"/>
                  </a:lnTo>
                  <a:lnTo>
                    <a:pt x="170" y="484"/>
                  </a:lnTo>
                  <a:lnTo>
                    <a:pt x="170" y="510"/>
                  </a:lnTo>
                  <a:lnTo>
                    <a:pt x="190" y="504"/>
                  </a:lnTo>
                  <a:lnTo>
                    <a:pt x="218" y="498"/>
                  </a:lnTo>
                  <a:lnTo>
                    <a:pt x="236" y="508"/>
                  </a:lnTo>
                  <a:lnTo>
                    <a:pt x="236" y="508"/>
                  </a:lnTo>
                  <a:lnTo>
                    <a:pt x="244" y="510"/>
                  </a:lnTo>
                  <a:lnTo>
                    <a:pt x="252" y="510"/>
                  </a:lnTo>
                  <a:lnTo>
                    <a:pt x="256" y="508"/>
                  </a:lnTo>
                  <a:lnTo>
                    <a:pt x="258" y="506"/>
                  </a:lnTo>
                  <a:lnTo>
                    <a:pt x="258" y="506"/>
                  </a:lnTo>
                  <a:lnTo>
                    <a:pt x="276" y="482"/>
                  </a:lnTo>
                  <a:lnTo>
                    <a:pt x="276" y="482"/>
                  </a:lnTo>
                  <a:lnTo>
                    <a:pt x="292" y="472"/>
                  </a:lnTo>
                  <a:lnTo>
                    <a:pt x="304" y="464"/>
                  </a:lnTo>
                  <a:lnTo>
                    <a:pt x="306" y="460"/>
                  </a:lnTo>
                  <a:lnTo>
                    <a:pt x="308" y="456"/>
                  </a:lnTo>
                  <a:lnTo>
                    <a:pt x="308" y="456"/>
                  </a:lnTo>
                  <a:lnTo>
                    <a:pt x="310" y="452"/>
                  </a:lnTo>
                  <a:lnTo>
                    <a:pt x="314" y="448"/>
                  </a:lnTo>
                  <a:lnTo>
                    <a:pt x="324" y="438"/>
                  </a:lnTo>
                  <a:lnTo>
                    <a:pt x="338" y="430"/>
                  </a:lnTo>
                  <a:lnTo>
                    <a:pt x="338" y="430"/>
                  </a:lnTo>
                  <a:lnTo>
                    <a:pt x="346" y="448"/>
                  </a:lnTo>
                  <a:lnTo>
                    <a:pt x="352" y="462"/>
                  </a:lnTo>
                  <a:lnTo>
                    <a:pt x="354" y="474"/>
                  </a:lnTo>
                  <a:lnTo>
                    <a:pt x="354" y="474"/>
                  </a:lnTo>
                  <a:lnTo>
                    <a:pt x="358" y="486"/>
                  </a:lnTo>
                  <a:lnTo>
                    <a:pt x="366" y="502"/>
                  </a:lnTo>
                  <a:lnTo>
                    <a:pt x="378" y="522"/>
                  </a:lnTo>
                  <a:lnTo>
                    <a:pt x="378" y="522"/>
                  </a:lnTo>
                  <a:lnTo>
                    <a:pt x="414" y="596"/>
                  </a:lnTo>
                  <a:lnTo>
                    <a:pt x="442" y="646"/>
                  </a:lnTo>
                  <a:lnTo>
                    <a:pt x="452" y="664"/>
                  </a:lnTo>
                  <a:lnTo>
                    <a:pt x="456" y="668"/>
                  </a:lnTo>
                  <a:lnTo>
                    <a:pt x="458" y="670"/>
                  </a:lnTo>
                  <a:lnTo>
                    <a:pt x="458" y="670"/>
                  </a:lnTo>
                  <a:lnTo>
                    <a:pt x="464" y="668"/>
                  </a:lnTo>
                  <a:lnTo>
                    <a:pt x="468" y="666"/>
                  </a:lnTo>
                  <a:lnTo>
                    <a:pt x="478" y="660"/>
                  </a:lnTo>
                  <a:lnTo>
                    <a:pt x="486" y="652"/>
                  </a:lnTo>
                  <a:lnTo>
                    <a:pt x="512" y="634"/>
                  </a:lnTo>
                  <a:lnTo>
                    <a:pt x="524" y="614"/>
                  </a:lnTo>
                  <a:lnTo>
                    <a:pt x="544" y="614"/>
                  </a:lnTo>
                  <a:lnTo>
                    <a:pt x="544" y="614"/>
                  </a:lnTo>
                  <a:lnTo>
                    <a:pt x="548" y="620"/>
                  </a:lnTo>
                  <a:lnTo>
                    <a:pt x="554" y="634"/>
                  </a:lnTo>
                  <a:lnTo>
                    <a:pt x="560" y="642"/>
                  </a:lnTo>
                  <a:lnTo>
                    <a:pt x="566" y="648"/>
                  </a:lnTo>
                  <a:lnTo>
                    <a:pt x="574" y="654"/>
                  </a:lnTo>
                  <a:lnTo>
                    <a:pt x="582" y="656"/>
                  </a:lnTo>
                  <a:lnTo>
                    <a:pt x="582" y="656"/>
                  </a:lnTo>
                  <a:lnTo>
                    <a:pt x="588" y="654"/>
                  </a:lnTo>
                  <a:lnTo>
                    <a:pt x="596" y="652"/>
                  </a:lnTo>
                  <a:lnTo>
                    <a:pt x="614" y="646"/>
                  </a:lnTo>
                  <a:lnTo>
                    <a:pt x="638" y="634"/>
                  </a:lnTo>
                  <a:lnTo>
                    <a:pt x="662" y="620"/>
                  </a:lnTo>
                  <a:lnTo>
                    <a:pt x="686" y="604"/>
                  </a:lnTo>
                  <a:lnTo>
                    <a:pt x="706" y="590"/>
                  </a:lnTo>
                  <a:lnTo>
                    <a:pt x="720" y="578"/>
                  </a:lnTo>
                  <a:lnTo>
                    <a:pt x="724" y="574"/>
                  </a:lnTo>
                  <a:lnTo>
                    <a:pt x="724" y="570"/>
                  </a:lnTo>
                  <a:lnTo>
                    <a:pt x="724" y="570"/>
                  </a:lnTo>
                  <a:lnTo>
                    <a:pt x="726" y="564"/>
                  </a:lnTo>
                  <a:lnTo>
                    <a:pt x="728" y="562"/>
                  </a:lnTo>
                  <a:lnTo>
                    <a:pt x="730" y="562"/>
                  </a:lnTo>
                  <a:lnTo>
                    <a:pt x="732" y="562"/>
                  </a:lnTo>
                  <a:lnTo>
                    <a:pt x="738" y="564"/>
                  </a:lnTo>
                  <a:lnTo>
                    <a:pt x="738" y="566"/>
                  </a:lnTo>
                  <a:lnTo>
                    <a:pt x="756" y="550"/>
                  </a:lnTo>
                  <a:lnTo>
                    <a:pt x="760" y="540"/>
                  </a:lnTo>
                  <a:lnTo>
                    <a:pt x="786" y="544"/>
                  </a:lnTo>
                  <a:lnTo>
                    <a:pt x="786" y="544"/>
                  </a:lnTo>
                  <a:lnTo>
                    <a:pt x="794" y="564"/>
                  </a:lnTo>
                  <a:lnTo>
                    <a:pt x="800" y="578"/>
                  </a:lnTo>
                  <a:lnTo>
                    <a:pt x="804" y="582"/>
                  </a:lnTo>
                  <a:lnTo>
                    <a:pt x="808" y="584"/>
                  </a:lnTo>
                  <a:lnTo>
                    <a:pt x="808" y="584"/>
                  </a:lnTo>
                  <a:lnTo>
                    <a:pt x="814" y="582"/>
                  </a:lnTo>
                  <a:lnTo>
                    <a:pt x="822" y="584"/>
                  </a:lnTo>
                  <a:lnTo>
                    <a:pt x="830" y="586"/>
                  </a:lnTo>
                  <a:lnTo>
                    <a:pt x="838" y="586"/>
                  </a:lnTo>
                  <a:lnTo>
                    <a:pt x="846" y="584"/>
                  </a:lnTo>
                  <a:lnTo>
                    <a:pt x="852" y="578"/>
                  </a:lnTo>
                  <a:lnTo>
                    <a:pt x="858" y="568"/>
                  </a:lnTo>
                  <a:lnTo>
                    <a:pt x="860" y="554"/>
                  </a:lnTo>
                  <a:lnTo>
                    <a:pt x="860" y="554"/>
                  </a:lnTo>
                  <a:lnTo>
                    <a:pt x="864" y="538"/>
                  </a:lnTo>
                  <a:lnTo>
                    <a:pt x="868" y="532"/>
                  </a:lnTo>
                  <a:lnTo>
                    <a:pt x="870" y="530"/>
                  </a:lnTo>
                  <a:lnTo>
                    <a:pt x="874" y="530"/>
                  </a:lnTo>
                  <a:lnTo>
                    <a:pt x="880" y="532"/>
                  </a:lnTo>
                  <a:lnTo>
                    <a:pt x="886" y="536"/>
                  </a:lnTo>
                  <a:lnTo>
                    <a:pt x="890" y="542"/>
                  </a:lnTo>
                  <a:lnTo>
                    <a:pt x="894" y="548"/>
                  </a:lnTo>
                  <a:lnTo>
                    <a:pt x="894" y="548"/>
                  </a:lnTo>
                  <a:lnTo>
                    <a:pt x="900" y="586"/>
                  </a:lnTo>
                  <a:lnTo>
                    <a:pt x="902" y="614"/>
                  </a:lnTo>
                  <a:lnTo>
                    <a:pt x="902" y="624"/>
                  </a:lnTo>
                  <a:lnTo>
                    <a:pt x="898" y="632"/>
                  </a:lnTo>
                  <a:lnTo>
                    <a:pt x="898" y="632"/>
                  </a:lnTo>
                  <a:lnTo>
                    <a:pt x="898" y="636"/>
                  </a:lnTo>
                  <a:lnTo>
                    <a:pt x="898" y="642"/>
                  </a:lnTo>
                  <a:lnTo>
                    <a:pt x="904" y="656"/>
                  </a:lnTo>
                  <a:lnTo>
                    <a:pt x="914" y="668"/>
                  </a:lnTo>
                  <a:lnTo>
                    <a:pt x="922" y="676"/>
                  </a:lnTo>
                  <a:lnTo>
                    <a:pt x="922" y="676"/>
                  </a:lnTo>
                  <a:lnTo>
                    <a:pt x="934" y="682"/>
                  </a:lnTo>
                  <a:lnTo>
                    <a:pt x="948" y="688"/>
                  </a:lnTo>
                  <a:lnTo>
                    <a:pt x="958" y="692"/>
                  </a:lnTo>
                  <a:lnTo>
                    <a:pt x="968" y="692"/>
                  </a:lnTo>
                  <a:lnTo>
                    <a:pt x="978" y="692"/>
                  </a:lnTo>
                  <a:lnTo>
                    <a:pt x="988" y="688"/>
                  </a:lnTo>
                  <a:lnTo>
                    <a:pt x="988" y="688"/>
                  </a:lnTo>
                  <a:lnTo>
                    <a:pt x="998" y="682"/>
                  </a:lnTo>
                  <a:lnTo>
                    <a:pt x="1006" y="674"/>
                  </a:lnTo>
                  <a:lnTo>
                    <a:pt x="1010" y="668"/>
                  </a:lnTo>
                  <a:lnTo>
                    <a:pt x="1012" y="662"/>
                  </a:lnTo>
                  <a:lnTo>
                    <a:pt x="1012" y="654"/>
                  </a:lnTo>
                  <a:lnTo>
                    <a:pt x="1010" y="650"/>
                  </a:lnTo>
                  <a:lnTo>
                    <a:pt x="1040" y="644"/>
                  </a:lnTo>
                  <a:lnTo>
                    <a:pt x="1060" y="624"/>
                  </a:lnTo>
                  <a:lnTo>
                    <a:pt x="1072" y="598"/>
                  </a:lnTo>
                  <a:lnTo>
                    <a:pt x="1082" y="580"/>
                  </a:lnTo>
                  <a:lnTo>
                    <a:pt x="1106" y="568"/>
                  </a:lnTo>
                  <a:lnTo>
                    <a:pt x="1106" y="568"/>
                  </a:lnTo>
                  <a:lnTo>
                    <a:pt x="1108" y="564"/>
                  </a:lnTo>
                  <a:lnTo>
                    <a:pt x="1112" y="560"/>
                  </a:lnTo>
                  <a:lnTo>
                    <a:pt x="1114" y="558"/>
                  </a:lnTo>
                  <a:lnTo>
                    <a:pt x="1120" y="556"/>
                  </a:lnTo>
                  <a:lnTo>
                    <a:pt x="1126" y="558"/>
                  </a:lnTo>
                  <a:lnTo>
                    <a:pt x="1132" y="562"/>
                  </a:lnTo>
                  <a:lnTo>
                    <a:pt x="1140" y="570"/>
                  </a:lnTo>
                  <a:lnTo>
                    <a:pt x="1140" y="570"/>
                  </a:lnTo>
                  <a:lnTo>
                    <a:pt x="1148" y="576"/>
                  </a:lnTo>
                  <a:lnTo>
                    <a:pt x="1154" y="578"/>
                  </a:lnTo>
                  <a:lnTo>
                    <a:pt x="1158" y="576"/>
                  </a:lnTo>
                  <a:lnTo>
                    <a:pt x="1160" y="572"/>
                  </a:lnTo>
                  <a:lnTo>
                    <a:pt x="1162" y="558"/>
                  </a:lnTo>
                  <a:lnTo>
                    <a:pt x="1164" y="548"/>
                  </a:lnTo>
                  <a:lnTo>
                    <a:pt x="1164" y="548"/>
                  </a:lnTo>
                  <a:lnTo>
                    <a:pt x="1168" y="544"/>
                  </a:lnTo>
                  <a:lnTo>
                    <a:pt x="1172" y="542"/>
                  </a:lnTo>
                  <a:lnTo>
                    <a:pt x="1184" y="540"/>
                  </a:lnTo>
                  <a:lnTo>
                    <a:pt x="1198" y="538"/>
                  </a:lnTo>
                  <a:lnTo>
                    <a:pt x="1196" y="520"/>
                  </a:lnTo>
                  <a:lnTo>
                    <a:pt x="1208" y="506"/>
                  </a:lnTo>
                  <a:lnTo>
                    <a:pt x="1224" y="524"/>
                  </a:lnTo>
                  <a:lnTo>
                    <a:pt x="1246" y="486"/>
                  </a:lnTo>
                  <a:lnTo>
                    <a:pt x="1268" y="448"/>
                  </a:lnTo>
                  <a:lnTo>
                    <a:pt x="1290" y="434"/>
                  </a:lnTo>
                  <a:lnTo>
                    <a:pt x="1270" y="396"/>
                  </a:lnTo>
                  <a:lnTo>
                    <a:pt x="1236" y="386"/>
                  </a:lnTo>
                  <a:lnTo>
                    <a:pt x="1236" y="386"/>
                  </a:lnTo>
                  <a:lnTo>
                    <a:pt x="1230" y="374"/>
                  </a:lnTo>
                  <a:lnTo>
                    <a:pt x="1228" y="366"/>
                  </a:lnTo>
                  <a:lnTo>
                    <a:pt x="1228" y="364"/>
                  </a:lnTo>
                  <a:lnTo>
                    <a:pt x="1230" y="362"/>
                  </a:lnTo>
                  <a:lnTo>
                    <a:pt x="1230" y="362"/>
                  </a:lnTo>
                  <a:lnTo>
                    <a:pt x="1234" y="360"/>
                  </a:lnTo>
                  <a:lnTo>
                    <a:pt x="1236" y="356"/>
                  </a:lnTo>
                  <a:lnTo>
                    <a:pt x="1240" y="348"/>
                  </a:lnTo>
                  <a:lnTo>
                    <a:pt x="1240" y="338"/>
                  </a:lnTo>
                  <a:lnTo>
                    <a:pt x="1266" y="272"/>
                  </a:lnTo>
                  <a:lnTo>
                    <a:pt x="1266" y="272"/>
                  </a:lnTo>
                  <a:lnTo>
                    <a:pt x="1282" y="242"/>
                  </a:lnTo>
                  <a:lnTo>
                    <a:pt x="1294" y="222"/>
                  </a:lnTo>
                  <a:lnTo>
                    <a:pt x="1298" y="216"/>
                  </a:lnTo>
                  <a:lnTo>
                    <a:pt x="1300" y="216"/>
                  </a:lnTo>
                  <a:lnTo>
                    <a:pt x="1302" y="216"/>
                  </a:lnTo>
                  <a:lnTo>
                    <a:pt x="1302" y="216"/>
                  </a:lnTo>
                  <a:lnTo>
                    <a:pt x="1314" y="220"/>
                  </a:lnTo>
                  <a:lnTo>
                    <a:pt x="1330" y="220"/>
                  </a:lnTo>
                  <a:lnTo>
                    <a:pt x="1346" y="218"/>
                  </a:lnTo>
                  <a:lnTo>
                    <a:pt x="1352" y="216"/>
                  </a:lnTo>
                  <a:lnTo>
                    <a:pt x="1356" y="214"/>
                  </a:lnTo>
                  <a:lnTo>
                    <a:pt x="1356" y="214"/>
                  </a:lnTo>
                  <a:lnTo>
                    <a:pt x="1360" y="204"/>
                  </a:lnTo>
                  <a:lnTo>
                    <a:pt x="1360" y="188"/>
                  </a:lnTo>
                  <a:lnTo>
                    <a:pt x="1358" y="146"/>
                  </a:lnTo>
                  <a:lnTo>
                    <a:pt x="1354" y="122"/>
                  </a:lnTo>
                  <a:lnTo>
                    <a:pt x="1350" y="104"/>
                  </a:lnTo>
                  <a:lnTo>
                    <a:pt x="1346" y="92"/>
                  </a:lnTo>
                  <a:lnTo>
                    <a:pt x="1344" y="88"/>
                  </a:lnTo>
                  <a:lnTo>
                    <a:pt x="1340" y="88"/>
                  </a:lnTo>
                  <a:lnTo>
                    <a:pt x="1340" y="88"/>
                  </a:lnTo>
                  <a:lnTo>
                    <a:pt x="1306" y="100"/>
                  </a:lnTo>
                  <a:lnTo>
                    <a:pt x="1282" y="112"/>
                  </a:lnTo>
                  <a:lnTo>
                    <a:pt x="1282" y="112"/>
                  </a:lnTo>
                  <a:lnTo>
                    <a:pt x="1280" y="114"/>
                  </a:lnTo>
                  <a:lnTo>
                    <a:pt x="1268" y="120"/>
                  </a:lnTo>
                  <a:lnTo>
                    <a:pt x="1252" y="126"/>
                  </a:lnTo>
                  <a:lnTo>
                    <a:pt x="1244" y="128"/>
                  </a:lnTo>
                  <a:lnTo>
                    <a:pt x="1232" y="128"/>
                  </a:lnTo>
                  <a:lnTo>
                    <a:pt x="1232" y="128"/>
                  </a:lnTo>
                  <a:lnTo>
                    <a:pt x="1222" y="128"/>
                  </a:lnTo>
                  <a:lnTo>
                    <a:pt x="1214" y="132"/>
                  </a:lnTo>
                  <a:lnTo>
                    <a:pt x="1206" y="138"/>
                  </a:lnTo>
                  <a:lnTo>
                    <a:pt x="1198" y="146"/>
                  </a:lnTo>
                  <a:lnTo>
                    <a:pt x="1188" y="162"/>
                  </a:lnTo>
                  <a:lnTo>
                    <a:pt x="1184" y="170"/>
                  </a:lnTo>
                  <a:lnTo>
                    <a:pt x="1168" y="202"/>
                  </a:lnTo>
                  <a:lnTo>
                    <a:pt x="1156" y="226"/>
                  </a:lnTo>
                  <a:lnTo>
                    <a:pt x="1156" y="226"/>
                  </a:lnTo>
                  <a:lnTo>
                    <a:pt x="1144" y="252"/>
                  </a:lnTo>
                  <a:lnTo>
                    <a:pt x="1126" y="286"/>
                  </a:lnTo>
                  <a:lnTo>
                    <a:pt x="1126" y="286"/>
                  </a:lnTo>
                  <a:lnTo>
                    <a:pt x="1118" y="298"/>
                  </a:lnTo>
                  <a:lnTo>
                    <a:pt x="1102" y="314"/>
                  </a:lnTo>
                  <a:lnTo>
                    <a:pt x="1092" y="322"/>
                  </a:lnTo>
                  <a:lnTo>
                    <a:pt x="1082" y="328"/>
                  </a:lnTo>
                  <a:lnTo>
                    <a:pt x="1072" y="330"/>
                  </a:lnTo>
                  <a:lnTo>
                    <a:pt x="1062" y="332"/>
                  </a:lnTo>
                  <a:lnTo>
                    <a:pt x="1062" y="332"/>
                  </a:lnTo>
                  <a:lnTo>
                    <a:pt x="1044" y="330"/>
                  </a:lnTo>
                  <a:lnTo>
                    <a:pt x="1028" y="328"/>
                  </a:lnTo>
                  <a:lnTo>
                    <a:pt x="1012" y="328"/>
                  </a:lnTo>
                  <a:lnTo>
                    <a:pt x="1000" y="326"/>
                  </a:lnTo>
                  <a:lnTo>
                    <a:pt x="1000" y="326"/>
                  </a:lnTo>
                  <a:lnTo>
                    <a:pt x="980" y="316"/>
                  </a:lnTo>
                  <a:lnTo>
                    <a:pt x="948" y="298"/>
                  </a:lnTo>
                  <a:lnTo>
                    <a:pt x="914" y="282"/>
                  </a:lnTo>
                  <a:lnTo>
                    <a:pt x="902" y="276"/>
                  </a:lnTo>
                  <a:lnTo>
                    <a:pt x="894" y="276"/>
                  </a:lnTo>
                  <a:lnTo>
                    <a:pt x="894" y="276"/>
                  </a:lnTo>
                  <a:lnTo>
                    <a:pt x="884" y="276"/>
                  </a:lnTo>
                  <a:lnTo>
                    <a:pt x="870" y="276"/>
                  </a:lnTo>
                  <a:lnTo>
                    <a:pt x="862" y="278"/>
                  </a:lnTo>
                  <a:lnTo>
                    <a:pt x="854" y="282"/>
                  </a:lnTo>
                  <a:lnTo>
                    <a:pt x="846" y="288"/>
                  </a:lnTo>
                  <a:lnTo>
                    <a:pt x="836" y="296"/>
                  </a:lnTo>
                  <a:lnTo>
                    <a:pt x="836" y="296"/>
                  </a:lnTo>
                  <a:lnTo>
                    <a:pt x="804" y="338"/>
                  </a:lnTo>
                  <a:lnTo>
                    <a:pt x="788" y="356"/>
                  </a:lnTo>
                  <a:lnTo>
                    <a:pt x="780" y="360"/>
                  </a:lnTo>
                  <a:lnTo>
                    <a:pt x="772" y="364"/>
                  </a:lnTo>
                  <a:lnTo>
                    <a:pt x="772" y="364"/>
                  </a:lnTo>
                  <a:lnTo>
                    <a:pt x="766" y="366"/>
                  </a:lnTo>
                  <a:lnTo>
                    <a:pt x="756" y="372"/>
                  </a:lnTo>
                  <a:lnTo>
                    <a:pt x="744" y="380"/>
                  </a:lnTo>
                  <a:lnTo>
                    <a:pt x="730" y="388"/>
                  </a:lnTo>
                  <a:lnTo>
                    <a:pt x="714" y="392"/>
                  </a:lnTo>
                  <a:lnTo>
                    <a:pt x="706" y="392"/>
                  </a:lnTo>
                  <a:lnTo>
                    <a:pt x="696" y="392"/>
                  </a:lnTo>
                  <a:lnTo>
                    <a:pt x="686" y="390"/>
                  </a:lnTo>
                  <a:lnTo>
                    <a:pt x="676" y="384"/>
                  </a:lnTo>
                  <a:lnTo>
                    <a:pt x="666" y="378"/>
                  </a:lnTo>
                  <a:lnTo>
                    <a:pt x="654" y="370"/>
                  </a:lnTo>
                  <a:lnTo>
                    <a:pt x="654" y="370"/>
                  </a:lnTo>
                  <a:lnTo>
                    <a:pt x="636" y="354"/>
                  </a:lnTo>
                  <a:lnTo>
                    <a:pt x="622" y="348"/>
                  </a:lnTo>
                  <a:lnTo>
                    <a:pt x="612" y="348"/>
                  </a:lnTo>
                  <a:lnTo>
                    <a:pt x="606" y="348"/>
                  </a:lnTo>
                  <a:lnTo>
                    <a:pt x="598" y="350"/>
                  </a:lnTo>
                  <a:lnTo>
                    <a:pt x="590" y="346"/>
                  </a:lnTo>
                  <a:lnTo>
                    <a:pt x="580" y="336"/>
                  </a:lnTo>
                  <a:lnTo>
                    <a:pt x="564" y="318"/>
                  </a:lnTo>
                  <a:lnTo>
                    <a:pt x="564" y="318"/>
                  </a:lnTo>
                  <a:lnTo>
                    <a:pt x="548" y="292"/>
                  </a:lnTo>
                  <a:lnTo>
                    <a:pt x="540" y="286"/>
                  </a:lnTo>
                  <a:lnTo>
                    <a:pt x="532" y="282"/>
                  </a:lnTo>
                  <a:lnTo>
                    <a:pt x="532" y="282"/>
                  </a:lnTo>
                  <a:lnTo>
                    <a:pt x="500" y="272"/>
                  </a:lnTo>
                  <a:lnTo>
                    <a:pt x="484" y="268"/>
                  </a:lnTo>
                  <a:lnTo>
                    <a:pt x="424" y="252"/>
                  </a:lnTo>
                  <a:lnTo>
                    <a:pt x="394" y="212"/>
                  </a:lnTo>
                  <a:lnTo>
                    <a:pt x="394" y="212"/>
                  </a:lnTo>
                  <a:lnTo>
                    <a:pt x="386" y="208"/>
                  </a:lnTo>
                  <a:lnTo>
                    <a:pt x="366" y="196"/>
                  </a:lnTo>
                  <a:lnTo>
                    <a:pt x="352" y="188"/>
                  </a:lnTo>
                  <a:lnTo>
                    <a:pt x="338" y="178"/>
                  </a:lnTo>
                  <a:lnTo>
                    <a:pt x="322" y="164"/>
                  </a:lnTo>
                  <a:lnTo>
                    <a:pt x="306" y="150"/>
                  </a:lnTo>
                  <a:lnTo>
                    <a:pt x="306" y="150"/>
                  </a:lnTo>
                  <a:lnTo>
                    <a:pt x="292" y="134"/>
                  </a:lnTo>
                  <a:lnTo>
                    <a:pt x="276" y="120"/>
                  </a:lnTo>
                  <a:lnTo>
                    <a:pt x="246" y="96"/>
                  </a:lnTo>
                  <a:lnTo>
                    <a:pt x="232" y="88"/>
                  </a:lnTo>
                  <a:lnTo>
                    <a:pt x="222" y="82"/>
                  </a:lnTo>
                  <a:lnTo>
                    <a:pt x="212" y="78"/>
                  </a:lnTo>
                  <a:lnTo>
                    <a:pt x="204" y="78"/>
                  </a:lnTo>
                  <a:lnTo>
                    <a:pt x="204" y="78"/>
                  </a:lnTo>
                  <a:lnTo>
                    <a:pt x="200" y="78"/>
                  </a:lnTo>
                  <a:lnTo>
                    <a:pt x="194" y="76"/>
                  </a:lnTo>
                  <a:lnTo>
                    <a:pt x="182" y="70"/>
                  </a:lnTo>
                  <a:lnTo>
                    <a:pt x="174" y="64"/>
                  </a:lnTo>
                  <a:lnTo>
                    <a:pt x="172" y="60"/>
                  </a:lnTo>
                  <a:lnTo>
                    <a:pt x="170" y="56"/>
                  </a:lnTo>
                  <a:lnTo>
                    <a:pt x="170" y="56"/>
                  </a:lnTo>
                  <a:lnTo>
                    <a:pt x="170" y="52"/>
                  </a:lnTo>
                  <a:lnTo>
                    <a:pt x="166" y="46"/>
                  </a:lnTo>
                  <a:lnTo>
                    <a:pt x="154" y="36"/>
                  </a:lnTo>
                  <a:lnTo>
                    <a:pt x="136" y="26"/>
                  </a:lnTo>
                  <a:lnTo>
                    <a:pt x="104" y="0"/>
                  </a:lnTo>
                  <a:close/>
                </a:path>
              </a:pathLst>
            </a:custGeom>
            <a:solidFill>
              <a:srgbClr val="909090"/>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95" name=""/>
            <p:cNvSpPr/>
            <p:nvPr/>
          </p:nvSpPr>
          <p:spPr>
            <a:xfrm>
              <a:off x="2788560" y="2489040"/>
              <a:ext cx="880920" cy="790560"/>
            </a:xfrm>
            <a:custGeom>
              <a:avLst/>
              <a:gdLst/>
              <a:ahLst/>
              <a:rect l="l" t="t" r="r" b="b"/>
              <a:pathLst>
                <a:path w="834" h="748">
                  <a:moveTo>
                    <a:pt x="0" y="510"/>
                  </a:moveTo>
                  <a:lnTo>
                    <a:pt x="12" y="498"/>
                  </a:lnTo>
                  <a:lnTo>
                    <a:pt x="38" y="500"/>
                  </a:lnTo>
                  <a:lnTo>
                    <a:pt x="52" y="460"/>
                  </a:lnTo>
                  <a:lnTo>
                    <a:pt x="70" y="454"/>
                  </a:lnTo>
                  <a:lnTo>
                    <a:pt x="90" y="452"/>
                  </a:lnTo>
                  <a:lnTo>
                    <a:pt x="118" y="448"/>
                  </a:lnTo>
                  <a:lnTo>
                    <a:pt x="126" y="402"/>
                  </a:lnTo>
                  <a:lnTo>
                    <a:pt x="132" y="348"/>
                  </a:lnTo>
                  <a:lnTo>
                    <a:pt x="150" y="314"/>
                  </a:lnTo>
                  <a:lnTo>
                    <a:pt x="162" y="214"/>
                  </a:lnTo>
                  <a:lnTo>
                    <a:pt x="198" y="222"/>
                  </a:lnTo>
                  <a:lnTo>
                    <a:pt x="212" y="204"/>
                  </a:lnTo>
                  <a:lnTo>
                    <a:pt x="234" y="204"/>
                  </a:lnTo>
                  <a:lnTo>
                    <a:pt x="252" y="180"/>
                  </a:lnTo>
                  <a:lnTo>
                    <a:pt x="270" y="172"/>
                  </a:lnTo>
                  <a:lnTo>
                    <a:pt x="300" y="192"/>
                  </a:lnTo>
                  <a:lnTo>
                    <a:pt x="326" y="232"/>
                  </a:lnTo>
                  <a:lnTo>
                    <a:pt x="340" y="238"/>
                  </a:lnTo>
                  <a:lnTo>
                    <a:pt x="358" y="272"/>
                  </a:lnTo>
                  <a:lnTo>
                    <a:pt x="386" y="264"/>
                  </a:lnTo>
                  <a:lnTo>
                    <a:pt x="402" y="260"/>
                  </a:lnTo>
                  <a:lnTo>
                    <a:pt x="406" y="236"/>
                  </a:lnTo>
                  <a:lnTo>
                    <a:pt x="402" y="212"/>
                  </a:lnTo>
                  <a:lnTo>
                    <a:pt x="390" y="204"/>
                  </a:lnTo>
                  <a:lnTo>
                    <a:pt x="386" y="178"/>
                  </a:lnTo>
                  <a:lnTo>
                    <a:pt x="394" y="164"/>
                  </a:lnTo>
                  <a:lnTo>
                    <a:pt x="408" y="164"/>
                  </a:lnTo>
                  <a:lnTo>
                    <a:pt x="416" y="138"/>
                  </a:lnTo>
                  <a:lnTo>
                    <a:pt x="428" y="128"/>
                  </a:lnTo>
                  <a:lnTo>
                    <a:pt x="426" y="96"/>
                  </a:lnTo>
                  <a:lnTo>
                    <a:pt x="436" y="70"/>
                  </a:lnTo>
                  <a:lnTo>
                    <a:pt x="454" y="60"/>
                  </a:lnTo>
                  <a:lnTo>
                    <a:pt x="466" y="56"/>
                  </a:lnTo>
                  <a:lnTo>
                    <a:pt x="478" y="58"/>
                  </a:lnTo>
                  <a:lnTo>
                    <a:pt x="484" y="34"/>
                  </a:lnTo>
                  <a:lnTo>
                    <a:pt x="494" y="16"/>
                  </a:lnTo>
                  <a:lnTo>
                    <a:pt x="512" y="2"/>
                  </a:lnTo>
                  <a:lnTo>
                    <a:pt x="512" y="2"/>
                  </a:lnTo>
                  <a:lnTo>
                    <a:pt x="536" y="4"/>
                  </a:lnTo>
                  <a:lnTo>
                    <a:pt x="552" y="8"/>
                  </a:lnTo>
                  <a:lnTo>
                    <a:pt x="558" y="10"/>
                  </a:lnTo>
                  <a:lnTo>
                    <a:pt x="560" y="14"/>
                  </a:lnTo>
                  <a:lnTo>
                    <a:pt x="560" y="14"/>
                  </a:lnTo>
                  <a:lnTo>
                    <a:pt x="564" y="16"/>
                  </a:lnTo>
                  <a:lnTo>
                    <a:pt x="568" y="18"/>
                  </a:lnTo>
                  <a:lnTo>
                    <a:pt x="578" y="16"/>
                  </a:lnTo>
                  <a:lnTo>
                    <a:pt x="592" y="12"/>
                  </a:lnTo>
                  <a:lnTo>
                    <a:pt x="608" y="30"/>
                  </a:lnTo>
                  <a:lnTo>
                    <a:pt x="622" y="44"/>
                  </a:lnTo>
                  <a:lnTo>
                    <a:pt x="642" y="38"/>
                  </a:lnTo>
                  <a:lnTo>
                    <a:pt x="656" y="6"/>
                  </a:lnTo>
                  <a:lnTo>
                    <a:pt x="656" y="6"/>
                  </a:lnTo>
                  <a:lnTo>
                    <a:pt x="664" y="4"/>
                  </a:lnTo>
                  <a:lnTo>
                    <a:pt x="678" y="0"/>
                  </a:lnTo>
                  <a:lnTo>
                    <a:pt x="686" y="0"/>
                  </a:lnTo>
                  <a:lnTo>
                    <a:pt x="694" y="0"/>
                  </a:lnTo>
                  <a:lnTo>
                    <a:pt x="702" y="2"/>
                  </a:lnTo>
                  <a:lnTo>
                    <a:pt x="706" y="8"/>
                  </a:lnTo>
                  <a:lnTo>
                    <a:pt x="706" y="8"/>
                  </a:lnTo>
                  <a:lnTo>
                    <a:pt x="718" y="28"/>
                  </a:lnTo>
                  <a:lnTo>
                    <a:pt x="720" y="36"/>
                  </a:lnTo>
                  <a:lnTo>
                    <a:pt x="744" y="40"/>
                  </a:lnTo>
                  <a:lnTo>
                    <a:pt x="744" y="40"/>
                  </a:lnTo>
                  <a:lnTo>
                    <a:pt x="752" y="64"/>
                  </a:lnTo>
                  <a:lnTo>
                    <a:pt x="756" y="84"/>
                  </a:lnTo>
                  <a:lnTo>
                    <a:pt x="756" y="100"/>
                  </a:lnTo>
                  <a:lnTo>
                    <a:pt x="756" y="100"/>
                  </a:lnTo>
                  <a:lnTo>
                    <a:pt x="758" y="110"/>
                  </a:lnTo>
                  <a:lnTo>
                    <a:pt x="760" y="124"/>
                  </a:lnTo>
                  <a:lnTo>
                    <a:pt x="762" y="136"/>
                  </a:lnTo>
                  <a:lnTo>
                    <a:pt x="762" y="140"/>
                  </a:lnTo>
                  <a:lnTo>
                    <a:pt x="758" y="144"/>
                  </a:lnTo>
                  <a:lnTo>
                    <a:pt x="758" y="144"/>
                  </a:lnTo>
                  <a:lnTo>
                    <a:pt x="752" y="146"/>
                  </a:lnTo>
                  <a:lnTo>
                    <a:pt x="746" y="148"/>
                  </a:lnTo>
                  <a:lnTo>
                    <a:pt x="740" y="150"/>
                  </a:lnTo>
                  <a:lnTo>
                    <a:pt x="738" y="152"/>
                  </a:lnTo>
                  <a:lnTo>
                    <a:pt x="738" y="156"/>
                  </a:lnTo>
                  <a:lnTo>
                    <a:pt x="738" y="156"/>
                  </a:lnTo>
                  <a:lnTo>
                    <a:pt x="742" y="164"/>
                  </a:lnTo>
                  <a:lnTo>
                    <a:pt x="746" y="172"/>
                  </a:lnTo>
                  <a:lnTo>
                    <a:pt x="752" y="180"/>
                  </a:lnTo>
                  <a:lnTo>
                    <a:pt x="756" y="184"/>
                  </a:lnTo>
                  <a:lnTo>
                    <a:pt x="756" y="184"/>
                  </a:lnTo>
                  <a:lnTo>
                    <a:pt x="760" y="184"/>
                  </a:lnTo>
                  <a:lnTo>
                    <a:pt x="762" y="188"/>
                  </a:lnTo>
                  <a:lnTo>
                    <a:pt x="762" y="196"/>
                  </a:lnTo>
                  <a:lnTo>
                    <a:pt x="762" y="208"/>
                  </a:lnTo>
                  <a:lnTo>
                    <a:pt x="776" y="220"/>
                  </a:lnTo>
                  <a:lnTo>
                    <a:pt x="798" y="218"/>
                  </a:lnTo>
                  <a:lnTo>
                    <a:pt x="808" y="232"/>
                  </a:lnTo>
                  <a:lnTo>
                    <a:pt x="812" y="258"/>
                  </a:lnTo>
                  <a:lnTo>
                    <a:pt x="806" y="282"/>
                  </a:lnTo>
                  <a:lnTo>
                    <a:pt x="806" y="282"/>
                  </a:lnTo>
                  <a:lnTo>
                    <a:pt x="798" y="282"/>
                  </a:lnTo>
                  <a:lnTo>
                    <a:pt x="790" y="286"/>
                  </a:lnTo>
                  <a:lnTo>
                    <a:pt x="788" y="288"/>
                  </a:lnTo>
                  <a:lnTo>
                    <a:pt x="786" y="292"/>
                  </a:lnTo>
                  <a:lnTo>
                    <a:pt x="786" y="292"/>
                  </a:lnTo>
                  <a:lnTo>
                    <a:pt x="786" y="300"/>
                  </a:lnTo>
                  <a:lnTo>
                    <a:pt x="788" y="310"/>
                  </a:lnTo>
                  <a:lnTo>
                    <a:pt x="790" y="322"/>
                  </a:lnTo>
                  <a:lnTo>
                    <a:pt x="822" y="328"/>
                  </a:lnTo>
                  <a:lnTo>
                    <a:pt x="822" y="328"/>
                  </a:lnTo>
                  <a:lnTo>
                    <a:pt x="830" y="352"/>
                  </a:lnTo>
                  <a:lnTo>
                    <a:pt x="834" y="374"/>
                  </a:lnTo>
                  <a:lnTo>
                    <a:pt x="832" y="384"/>
                  </a:lnTo>
                  <a:lnTo>
                    <a:pt x="830" y="392"/>
                  </a:lnTo>
                  <a:lnTo>
                    <a:pt x="830" y="392"/>
                  </a:lnTo>
                  <a:lnTo>
                    <a:pt x="818" y="420"/>
                  </a:lnTo>
                  <a:lnTo>
                    <a:pt x="814" y="434"/>
                  </a:lnTo>
                  <a:lnTo>
                    <a:pt x="810" y="446"/>
                  </a:lnTo>
                  <a:lnTo>
                    <a:pt x="810" y="446"/>
                  </a:lnTo>
                  <a:lnTo>
                    <a:pt x="810" y="456"/>
                  </a:lnTo>
                  <a:lnTo>
                    <a:pt x="812" y="466"/>
                  </a:lnTo>
                  <a:lnTo>
                    <a:pt x="810" y="474"/>
                  </a:lnTo>
                  <a:lnTo>
                    <a:pt x="810" y="476"/>
                  </a:lnTo>
                  <a:lnTo>
                    <a:pt x="806" y="478"/>
                  </a:lnTo>
                  <a:lnTo>
                    <a:pt x="806" y="478"/>
                  </a:lnTo>
                  <a:lnTo>
                    <a:pt x="800" y="480"/>
                  </a:lnTo>
                  <a:lnTo>
                    <a:pt x="794" y="484"/>
                  </a:lnTo>
                  <a:lnTo>
                    <a:pt x="788" y="488"/>
                  </a:lnTo>
                  <a:lnTo>
                    <a:pt x="776" y="504"/>
                  </a:lnTo>
                  <a:lnTo>
                    <a:pt x="770" y="518"/>
                  </a:lnTo>
                  <a:lnTo>
                    <a:pt x="780" y="534"/>
                  </a:lnTo>
                  <a:lnTo>
                    <a:pt x="780" y="534"/>
                  </a:lnTo>
                  <a:lnTo>
                    <a:pt x="784" y="552"/>
                  </a:lnTo>
                  <a:lnTo>
                    <a:pt x="786" y="566"/>
                  </a:lnTo>
                  <a:lnTo>
                    <a:pt x="784" y="578"/>
                  </a:lnTo>
                  <a:lnTo>
                    <a:pt x="784" y="578"/>
                  </a:lnTo>
                  <a:lnTo>
                    <a:pt x="786" y="580"/>
                  </a:lnTo>
                  <a:lnTo>
                    <a:pt x="790" y="582"/>
                  </a:lnTo>
                  <a:lnTo>
                    <a:pt x="802" y="584"/>
                  </a:lnTo>
                  <a:lnTo>
                    <a:pt x="820" y="582"/>
                  </a:lnTo>
                  <a:lnTo>
                    <a:pt x="820" y="582"/>
                  </a:lnTo>
                  <a:lnTo>
                    <a:pt x="820" y="594"/>
                  </a:lnTo>
                  <a:lnTo>
                    <a:pt x="820" y="602"/>
                  </a:lnTo>
                  <a:lnTo>
                    <a:pt x="818" y="606"/>
                  </a:lnTo>
                  <a:lnTo>
                    <a:pt x="814" y="610"/>
                  </a:lnTo>
                  <a:lnTo>
                    <a:pt x="814" y="610"/>
                  </a:lnTo>
                  <a:lnTo>
                    <a:pt x="802" y="622"/>
                  </a:lnTo>
                  <a:lnTo>
                    <a:pt x="798" y="628"/>
                  </a:lnTo>
                  <a:lnTo>
                    <a:pt x="794" y="636"/>
                  </a:lnTo>
                  <a:lnTo>
                    <a:pt x="794" y="636"/>
                  </a:lnTo>
                  <a:lnTo>
                    <a:pt x="790" y="646"/>
                  </a:lnTo>
                  <a:lnTo>
                    <a:pt x="780" y="658"/>
                  </a:lnTo>
                  <a:lnTo>
                    <a:pt x="770" y="672"/>
                  </a:lnTo>
                  <a:lnTo>
                    <a:pt x="766" y="676"/>
                  </a:lnTo>
                  <a:lnTo>
                    <a:pt x="760" y="678"/>
                  </a:lnTo>
                  <a:lnTo>
                    <a:pt x="760" y="678"/>
                  </a:lnTo>
                  <a:lnTo>
                    <a:pt x="750" y="682"/>
                  </a:lnTo>
                  <a:lnTo>
                    <a:pt x="738" y="692"/>
                  </a:lnTo>
                  <a:lnTo>
                    <a:pt x="722" y="704"/>
                  </a:lnTo>
                  <a:lnTo>
                    <a:pt x="722" y="704"/>
                  </a:lnTo>
                  <a:lnTo>
                    <a:pt x="694" y="694"/>
                  </a:lnTo>
                  <a:lnTo>
                    <a:pt x="672" y="684"/>
                  </a:lnTo>
                  <a:lnTo>
                    <a:pt x="664" y="680"/>
                  </a:lnTo>
                  <a:lnTo>
                    <a:pt x="660" y="678"/>
                  </a:lnTo>
                  <a:lnTo>
                    <a:pt x="660" y="678"/>
                  </a:lnTo>
                  <a:lnTo>
                    <a:pt x="658" y="674"/>
                  </a:lnTo>
                  <a:lnTo>
                    <a:pt x="656" y="674"/>
                  </a:lnTo>
                  <a:lnTo>
                    <a:pt x="650" y="672"/>
                  </a:lnTo>
                  <a:lnTo>
                    <a:pt x="640" y="672"/>
                  </a:lnTo>
                  <a:lnTo>
                    <a:pt x="640" y="672"/>
                  </a:lnTo>
                  <a:lnTo>
                    <a:pt x="616" y="664"/>
                  </a:lnTo>
                  <a:lnTo>
                    <a:pt x="596" y="656"/>
                  </a:lnTo>
                  <a:lnTo>
                    <a:pt x="580" y="650"/>
                  </a:lnTo>
                  <a:lnTo>
                    <a:pt x="580" y="650"/>
                  </a:lnTo>
                  <a:lnTo>
                    <a:pt x="572" y="642"/>
                  </a:lnTo>
                  <a:lnTo>
                    <a:pt x="564" y="632"/>
                  </a:lnTo>
                  <a:lnTo>
                    <a:pt x="554" y="620"/>
                  </a:lnTo>
                  <a:lnTo>
                    <a:pt x="554" y="620"/>
                  </a:lnTo>
                  <a:lnTo>
                    <a:pt x="550" y="622"/>
                  </a:lnTo>
                  <a:lnTo>
                    <a:pt x="540" y="628"/>
                  </a:lnTo>
                  <a:lnTo>
                    <a:pt x="528" y="638"/>
                  </a:lnTo>
                  <a:lnTo>
                    <a:pt x="522" y="644"/>
                  </a:lnTo>
                  <a:lnTo>
                    <a:pt x="518" y="652"/>
                  </a:lnTo>
                  <a:lnTo>
                    <a:pt x="518" y="652"/>
                  </a:lnTo>
                  <a:lnTo>
                    <a:pt x="516" y="658"/>
                  </a:lnTo>
                  <a:lnTo>
                    <a:pt x="512" y="666"/>
                  </a:lnTo>
                  <a:lnTo>
                    <a:pt x="500" y="680"/>
                  </a:lnTo>
                  <a:lnTo>
                    <a:pt x="488" y="690"/>
                  </a:lnTo>
                  <a:lnTo>
                    <a:pt x="480" y="700"/>
                  </a:lnTo>
                  <a:lnTo>
                    <a:pt x="480" y="700"/>
                  </a:lnTo>
                  <a:lnTo>
                    <a:pt x="478" y="704"/>
                  </a:lnTo>
                  <a:lnTo>
                    <a:pt x="472" y="708"/>
                  </a:lnTo>
                  <a:lnTo>
                    <a:pt x="456" y="716"/>
                  </a:lnTo>
                  <a:lnTo>
                    <a:pt x="434" y="724"/>
                  </a:lnTo>
                  <a:lnTo>
                    <a:pt x="434" y="724"/>
                  </a:lnTo>
                  <a:lnTo>
                    <a:pt x="430" y="728"/>
                  </a:lnTo>
                  <a:lnTo>
                    <a:pt x="418" y="738"/>
                  </a:lnTo>
                  <a:lnTo>
                    <a:pt x="412" y="742"/>
                  </a:lnTo>
                  <a:lnTo>
                    <a:pt x="402" y="746"/>
                  </a:lnTo>
                  <a:lnTo>
                    <a:pt x="394" y="748"/>
                  </a:lnTo>
                  <a:lnTo>
                    <a:pt x="384" y="748"/>
                  </a:lnTo>
                  <a:lnTo>
                    <a:pt x="384" y="748"/>
                  </a:lnTo>
                  <a:lnTo>
                    <a:pt x="366" y="742"/>
                  </a:lnTo>
                  <a:lnTo>
                    <a:pt x="350" y="736"/>
                  </a:lnTo>
                  <a:lnTo>
                    <a:pt x="334" y="730"/>
                  </a:lnTo>
                  <a:lnTo>
                    <a:pt x="322" y="728"/>
                  </a:lnTo>
                  <a:lnTo>
                    <a:pt x="322" y="728"/>
                  </a:lnTo>
                  <a:lnTo>
                    <a:pt x="318" y="726"/>
                  </a:lnTo>
                  <a:lnTo>
                    <a:pt x="316" y="720"/>
                  </a:lnTo>
                  <a:lnTo>
                    <a:pt x="310" y="706"/>
                  </a:lnTo>
                  <a:lnTo>
                    <a:pt x="304" y="692"/>
                  </a:lnTo>
                  <a:lnTo>
                    <a:pt x="302" y="688"/>
                  </a:lnTo>
                  <a:lnTo>
                    <a:pt x="298" y="686"/>
                  </a:lnTo>
                  <a:lnTo>
                    <a:pt x="298" y="686"/>
                  </a:lnTo>
                  <a:lnTo>
                    <a:pt x="296" y="684"/>
                  </a:lnTo>
                  <a:lnTo>
                    <a:pt x="290" y="680"/>
                  </a:lnTo>
                  <a:lnTo>
                    <a:pt x="280" y="670"/>
                  </a:lnTo>
                  <a:lnTo>
                    <a:pt x="268" y="662"/>
                  </a:lnTo>
                  <a:lnTo>
                    <a:pt x="262" y="660"/>
                  </a:lnTo>
                  <a:lnTo>
                    <a:pt x="256" y="660"/>
                  </a:lnTo>
                  <a:lnTo>
                    <a:pt x="256" y="660"/>
                  </a:lnTo>
                  <a:lnTo>
                    <a:pt x="252" y="658"/>
                  </a:lnTo>
                  <a:lnTo>
                    <a:pt x="246" y="656"/>
                  </a:lnTo>
                  <a:lnTo>
                    <a:pt x="236" y="642"/>
                  </a:lnTo>
                  <a:lnTo>
                    <a:pt x="230" y="636"/>
                  </a:lnTo>
                  <a:lnTo>
                    <a:pt x="224" y="632"/>
                  </a:lnTo>
                  <a:lnTo>
                    <a:pt x="218" y="630"/>
                  </a:lnTo>
                  <a:lnTo>
                    <a:pt x="212" y="632"/>
                  </a:lnTo>
                  <a:lnTo>
                    <a:pt x="212" y="632"/>
                  </a:lnTo>
                  <a:lnTo>
                    <a:pt x="206" y="634"/>
                  </a:lnTo>
                  <a:lnTo>
                    <a:pt x="200" y="636"/>
                  </a:lnTo>
                  <a:lnTo>
                    <a:pt x="184" y="632"/>
                  </a:lnTo>
                  <a:lnTo>
                    <a:pt x="170" y="628"/>
                  </a:lnTo>
                  <a:lnTo>
                    <a:pt x="164" y="630"/>
                  </a:lnTo>
                  <a:lnTo>
                    <a:pt x="160" y="632"/>
                  </a:lnTo>
                  <a:lnTo>
                    <a:pt x="160" y="632"/>
                  </a:lnTo>
                  <a:lnTo>
                    <a:pt x="160" y="632"/>
                  </a:lnTo>
                  <a:lnTo>
                    <a:pt x="158" y="632"/>
                  </a:lnTo>
                  <a:lnTo>
                    <a:pt x="150" y="628"/>
                  </a:lnTo>
                  <a:lnTo>
                    <a:pt x="134" y="612"/>
                  </a:lnTo>
                  <a:lnTo>
                    <a:pt x="112" y="584"/>
                  </a:lnTo>
                  <a:lnTo>
                    <a:pt x="72" y="556"/>
                  </a:lnTo>
                  <a:lnTo>
                    <a:pt x="34" y="540"/>
                  </a:lnTo>
                  <a:lnTo>
                    <a:pt x="22" y="522"/>
                  </a:lnTo>
                  <a:lnTo>
                    <a:pt x="0" y="510"/>
                  </a:lnTo>
                  <a:close/>
                </a:path>
              </a:pathLst>
            </a:custGeom>
            <a:solidFill>
              <a:srgbClr val="d0d0d0"/>
            </a:solidFill>
            <a:ln w="9360">
              <a:solidFill>
                <a:srgbClr val="00000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grpSp>
        <p:nvGrpSpPr>
          <p:cNvPr id="9296" name=""/>
          <p:cNvGrpSpPr/>
          <p:nvPr/>
        </p:nvGrpSpPr>
        <p:grpSpPr>
          <a:xfrm>
            <a:off x="4240080" y="2508120"/>
            <a:ext cx="2436840" cy="1463400"/>
            <a:chOff x="4240080" y="2508120"/>
            <a:chExt cx="2436840" cy="1463400"/>
          </a:xfrm>
        </p:grpSpPr>
        <p:sp>
          <p:nvSpPr>
            <p:cNvPr id="9297" name=""/>
            <p:cNvSpPr/>
            <p:nvPr/>
          </p:nvSpPr>
          <p:spPr>
            <a:xfrm>
              <a:off x="4356720" y="2508120"/>
              <a:ext cx="311400" cy="221040"/>
            </a:xfrm>
            <a:custGeom>
              <a:avLst/>
              <a:gdLst/>
              <a:ahLst/>
              <a:rect l="l" t="t" r="r" b="b"/>
              <a:pathLst>
                <a:path w="730" h="517">
                  <a:moveTo>
                    <a:pt x="26" y="112"/>
                  </a:moveTo>
                  <a:lnTo>
                    <a:pt x="17" y="255"/>
                  </a:lnTo>
                  <a:lnTo>
                    <a:pt x="34" y="255"/>
                  </a:lnTo>
                  <a:lnTo>
                    <a:pt x="24" y="285"/>
                  </a:lnTo>
                  <a:lnTo>
                    <a:pt x="11" y="268"/>
                  </a:lnTo>
                  <a:lnTo>
                    <a:pt x="0" y="304"/>
                  </a:lnTo>
                  <a:lnTo>
                    <a:pt x="51" y="333"/>
                  </a:lnTo>
                  <a:lnTo>
                    <a:pt x="53" y="346"/>
                  </a:lnTo>
                  <a:lnTo>
                    <a:pt x="66" y="348"/>
                  </a:lnTo>
                  <a:lnTo>
                    <a:pt x="133" y="452"/>
                  </a:lnTo>
                  <a:lnTo>
                    <a:pt x="207" y="449"/>
                  </a:lnTo>
                  <a:lnTo>
                    <a:pt x="262" y="473"/>
                  </a:lnTo>
                  <a:lnTo>
                    <a:pt x="289" y="469"/>
                  </a:lnTo>
                  <a:lnTo>
                    <a:pt x="456" y="473"/>
                  </a:lnTo>
                  <a:lnTo>
                    <a:pt x="646" y="517"/>
                  </a:lnTo>
                  <a:lnTo>
                    <a:pt x="650" y="460"/>
                  </a:lnTo>
                  <a:lnTo>
                    <a:pt x="730" y="129"/>
                  </a:lnTo>
                  <a:lnTo>
                    <a:pt x="224" y="0"/>
                  </a:lnTo>
                  <a:lnTo>
                    <a:pt x="228" y="97"/>
                  </a:lnTo>
                  <a:lnTo>
                    <a:pt x="203" y="177"/>
                  </a:lnTo>
                  <a:lnTo>
                    <a:pt x="199" y="219"/>
                  </a:lnTo>
                  <a:lnTo>
                    <a:pt x="146" y="234"/>
                  </a:lnTo>
                  <a:lnTo>
                    <a:pt x="142" y="213"/>
                  </a:lnTo>
                  <a:lnTo>
                    <a:pt x="186" y="186"/>
                  </a:lnTo>
                  <a:lnTo>
                    <a:pt x="182" y="165"/>
                  </a:lnTo>
                  <a:lnTo>
                    <a:pt x="144" y="169"/>
                  </a:lnTo>
                  <a:lnTo>
                    <a:pt x="173" y="144"/>
                  </a:lnTo>
                  <a:lnTo>
                    <a:pt x="194" y="127"/>
                  </a:lnTo>
                  <a:lnTo>
                    <a:pt x="30" y="25"/>
                  </a:lnTo>
                  <a:lnTo>
                    <a:pt x="17" y="53"/>
                  </a:lnTo>
                  <a:lnTo>
                    <a:pt x="26" y="112"/>
                  </a:lnTo>
                  <a:lnTo>
                    <a:pt x="26" y="112"/>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98" name=""/>
            <p:cNvSpPr/>
            <p:nvPr/>
          </p:nvSpPr>
          <p:spPr>
            <a:xfrm>
              <a:off x="4644720" y="2976480"/>
              <a:ext cx="263520" cy="321480"/>
            </a:xfrm>
            <a:custGeom>
              <a:avLst/>
              <a:gdLst/>
              <a:ahLst/>
              <a:rect l="l" t="t" r="r" b="b"/>
              <a:pathLst>
                <a:path w="618" h="752">
                  <a:moveTo>
                    <a:pt x="135" y="0"/>
                  </a:moveTo>
                  <a:lnTo>
                    <a:pt x="433" y="55"/>
                  </a:lnTo>
                  <a:lnTo>
                    <a:pt x="410" y="186"/>
                  </a:lnTo>
                  <a:lnTo>
                    <a:pt x="618" y="218"/>
                  </a:lnTo>
                  <a:lnTo>
                    <a:pt x="538" y="752"/>
                  </a:lnTo>
                  <a:lnTo>
                    <a:pt x="0" y="663"/>
                  </a:lnTo>
                  <a:lnTo>
                    <a:pt x="135" y="0"/>
                  </a:lnTo>
                  <a:lnTo>
                    <a:pt x="135"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299" name=""/>
            <p:cNvSpPr/>
            <p:nvPr/>
          </p:nvSpPr>
          <p:spPr>
            <a:xfrm>
              <a:off x="4275000" y="2642760"/>
              <a:ext cx="371160" cy="307080"/>
            </a:xfrm>
            <a:custGeom>
              <a:avLst/>
              <a:gdLst/>
              <a:ahLst/>
              <a:rect l="l" t="t" r="r" b="b"/>
              <a:pathLst>
                <a:path w="871" h="720">
                  <a:moveTo>
                    <a:pt x="0" y="537"/>
                  </a:moveTo>
                  <a:lnTo>
                    <a:pt x="38" y="355"/>
                  </a:lnTo>
                  <a:lnTo>
                    <a:pt x="82" y="302"/>
                  </a:lnTo>
                  <a:lnTo>
                    <a:pt x="188" y="0"/>
                  </a:lnTo>
                  <a:lnTo>
                    <a:pt x="243" y="15"/>
                  </a:lnTo>
                  <a:lnTo>
                    <a:pt x="245" y="28"/>
                  </a:lnTo>
                  <a:lnTo>
                    <a:pt x="258" y="30"/>
                  </a:lnTo>
                  <a:lnTo>
                    <a:pt x="325" y="134"/>
                  </a:lnTo>
                  <a:lnTo>
                    <a:pt x="399" y="133"/>
                  </a:lnTo>
                  <a:lnTo>
                    <a:pt x="454" y="157"/>
                  </a:lnTo>
                  <a:lnTo>
                    <a:pt x="481" y="152"/>
                  </a:lnTo>
                  <a:lnTo>
                    <a:pt x="648" y="157"/>
                  </a:lnTo>
                  <a:lnTo>
                    <a:pt x="838" y="199"/>
                  </a:lnTo>
                  <a:lnTo>
                    <a:pt x="848" y="224"/>
                  </a:lnTo>
                  <a:lnTo>
                    <a:pt x="871" y="256"/>
                  </a:lnTo>
                  <a:lnTo>
                    <a:pt x="806" y="353"/>
                  </a:lnTo>
                  <a:lnTo>
                    <a:pt x="766" y="389"/>
                  </a:lnTo>
                  <a:lnTo>
                    <a:pt x="760" y="416"/>
                  </a:lnTo>
                  <a:lnTo>
                    <a:pt x="783" y="444"/>
                  </a:lnTo>
                  <a:lnTo>
                    <a:pt x="756" y="503"/>
                  </a:lnTo>
                  <a:lnTo>
                    <a:pt x="703" y="720"/>
                  </a:lnTo>
                  <a:lnTo>
                    <a:pt x="410" y="650"/>
                  </a:lnTo>
                  <a:lnTo>
                    <a:pt x="0" y="537"/>
                  </a:lnTo>
                  <a:lnTo>
                    <a:pt x="0" y="53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0" name=""/>
            <p:cNvSpPr/>
            <p:nvPr/>
          </p:nvSpPr>
          <p:spPr>
            <a:xfrm>
              <a:off x="4240080" y="2872440"/>
              <a:ext cx="369720" cy="615240"/>
            </a:xfrm>
            <a:custGeom>
              <a:avLst/>
              <a:gdLst/>
              <a:ahLst/>
              <a:rect l="l" t="t" r="r" b="b"/>
              <a:pathLst>
                <a:path w="865" h="1443">
                  <a:moveTo>
                    <a:pt x="29" y="293"/>
                  </a:moveTo>
                  <a:lnTo>
                    <a:pt x="4" y="405"/>
                  </a:lnTo>
                  <a:lnTo>
                    <a:pt x="87" y="586"/>
                  </a:lnTo>
                  <a:lnTo>
                    <a:pt x="103" y="574"/>
                  </a:lnTo>
                  <a:lnTo>
                    <a:pt x="129" y="650"/>
                  </a:lnTo>
                  <a:lnTo>
                    <a:pt x="87" y="597"/>
                  </a:lnTo>
                  <a:lnTo>
                    <a:pt x="78" y="681"/>
                  </a:lnTo>
                  <a:lnTo>
                    <a:pt x="125" y="732"/>
                  </a:lnTo>
                  <a:lnTo>
                    <a:pt x="93" y="803"/>
                  </a:lnTo>
                  <a:lnTo>
                    <a:pt x="184" y="994"/>
                  </a:lnTo>
                  <a:lnTo>
                    <a:pt x="164" y="1065"/>
                  </a:lnTo>
                  <a:lnTo>
                    <a:pt x="283" y="1120"/>
                  </a:lnTo>
                  <a:lnTo>
                    <a:pt x="327" y="1177"/>
                  </a:lnTo>
                  <a:lnTo>
                    <a:pt x="378" y="1196"/>
                  </a:lnTo>
                  <a:lnTo>
                    <a:pt x="378" y="1230"/>
                  </a:lnTo>
                  <a:lnTo>
                    <a:pt x="411" y="1238"/>
                  </a:lnTo>
                  <a:lnTo>
                    <a:pt x="481" y="1348"/>
                  </a:lnTo>
                  <a:lnTo>
                    <a:pt x="481" y="1426"/>
                  </a:lnTo>
                  <a:lnTo>
                    <a:pt x="789" y="1443"/>
                  </a:lnTo>
                  <a:lnTo>
                    <a:pt x="770" y="1413"/>
                  </a:lnTo>
                  <a:lnTo>
                    <a:pt x="779" y="1365"/>
                  </a:lnTo>
                  <a:lnTo>
                    <a:pt x="829" y="1287"/>
                  </a:lnTo>
                  <a:lnTo>
                    <a:pt x="865" y="1264"/>
                  </a:lnTo>
                  <a:lnTo>
                    <a:pt x="844" y="1236"/>
                  </a:lnTo>
                  <a:lnTo>
                    <a:pt x="831" y="1160"/>
                  </a:lnTo>
                  <a:lnTo>
                    <a:pt x="388" y="497"/>
                  </a:lnTo>
                  <a:lnTo>
                    <a:pt x="492" y="113"/>
                  </a:lnTo>
                  <a:lnTo>
                    <a:pt x="82" y="0"/>
                  </a:lnTo>
                  <a:lnTo>
                    <a:pt x="70" y="23"/>
                  </a:lnTo>
                  <a:lnTo>
                    <a:pt x="0" y="192"/>
                  </a:lnTo>
                  <a:lnTo>
                    <a:pt x="29" y="293"/>
                  </a:lnTo>
                  <a:lnTo>
                    <a:pt x="29" y="29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1" name=""/>
            <p:cNvSpPr/>
            <p:nvPr/>
          </p:nvSpPr>
          <p:spPr>
            <a:xfrm>
              <a:off x="4405680" y="2920320"/>
              <a:ext cx="297000" cy="446040"/>
            </a:xfrm>
            <a:custGeom>
              <a:avLst/>
              <a:gdLst/>
              <a:ahLst/>
              <a:rect l="l" t="t" r="r" b="b"/>
              <a:pathLst>
                <a:path w="696" h="1047">
                  <a:moveTo>
                    <a:pt x="0" y="384"/>
                  </a:moveTo>
                  <a:lnTo>
                    <a:pt x="443" y="1047"/>
                  </a:lnTo>
                  <a:lnTo>
                    <a:pt x="458" y="904"/>
                  </a:lnTo>
                  <a:lnTo>
                    <a:pt x="483" y="897"/>
                  </a:lnTo>
                  <a:lnTo>
                    <a:pt x="525" y="921"/>
                  </a:lnTo>
                  <a:lnTo>
                    <a:pt x="561" y="796"/>
                  </a:lnTo>
                  <a:lnTo>
                    <a:pt x="696" y="133"/>
                  </a:lnTo>
                  <a:lnTo>
                    <a:pt x="397" y="70"/>
                  </a:lnTo>
                  <a:lnTo>
                    <a:pt x="104" y="0"/>
                  </a:lnTo>
                  <a:lnTo>
                    <a:pt x="0" y="384"/>
                  </a:lnTo>
                  <a:lnTo>
                    <a:pt x="0" y="384"/>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2" name=""/>
            <p:cNvSpPr/>
            <p:nvPr/>
          </p:nvSpPr>
          <p:spPr>
            <a:xfrm>
              <a:off x="4575600" y="2562480"/>
              <a:ext cx="279000" cy="437760"/>
            </a:xfrm>
            <a:custGeom>
              <a:avLst/>
              <a:gdLst/>
              <a:ahLst/>
              <a:rect l="l" t="t" r="r" b="b"/>
              <a:pathLst>
                <a:path w="654" h="1027">
                  <a:moveTo>
                    <a:pt x="0" y="909"/>
                  </a:moveTo>
                  <a:lnTo>
                    <a:pt x="53" y="692"/>
                  </a:lnTo>
                  <a:lnTo>
                    <a:pt x="80" y="633"/>
                  </a:lnTo>
                  <a:lnTo>
                    <a:pt x="57" y="605"/>
                  </a:lnTo>
                  <a:lnTo>
                    <a:pt x="63" y="578"/>
                  </a:lnTo>
                  <a:lnTo>
                    <a:pt x="103" y="542"/>
                  </a:lnTo>
                  <a:lnTo>
                    <a:pt x="168" y="445"/>
                  </a:lnTo>
                  <a:lnTo>
                    <a:pt x="145" y="413"/>
                  </a:lnTo>
                  <a:lnTo>
                    <a:pt x="135" y="388"/>
                  </a:lnTo>
                  <a:lnTo>
                    <a:pt x="139" y="333"/>
                  </a:lnTo>
                  <a:lnTo>
                    <a:pt x="219" y="0"/>
                  </a:lnTo>
                  <a:lnTo>
                    <a:pt x="304" y="19"/>
                  </a:lnTo>
                  <a:lnTo>
                    <a:pt x="276" y="149"/>
                  </a:lnTo>
                  <a:lnTo>
                    <a:pt x="295" y="194"/>
                  </a:lnTo>
                  <a:lnTo>
                    <a:pt x="297" y="223"/>
                  </a:lnTo>
                  <a:lnTo>
                    <a:pt x="287" y="228"/>
                  </a:lnTo>
                  <a:lnTo>
                    <a:pt x="320" y="259"/>
                  </a:lnTo>
                  <a:lnTo>
                    <a:pt x="354" y="342"/>
                  </a:lnTo>
                  <a:lnTo>
                    <a:pt x="365" y="417"/>
                  </a:lnTo>
                  <a:lnTo>
                    <a:pt x="371" y="457"/>
                  </a:lnTo>
                  <a:lnTo>
                    <a:pt x="346" y="495"/>
                  </a:lnTo>
                  <a:lnTo>
                    <a:pt x="363" y="512"/>
                  </a:lnTo>
                  <a:lnTo>
                    <a:pt x="409" y="487"/>
                  </a:lnTo>
                  <a:lnTo>
                    <a:pt x="439" y="618"/>
                  </a:lnTo>
                  <a:lnTo>
                    <a:pt x="460" y="626"/>
                  </a:lnTo>
                  <a:lnTo>
                    <a:pt x="464" y="664"/>
                  </a:lnTo>
                  <a:lnTo>
                    <a:pt x="523" y="679"/>
                  </a:lnTo>
                  <a:lnTo>
                    <a:pt x="616" y="679"/>
                  </a:lnTo>
                  <a:lnTo>
                    <a:pt x="654" y="696"/>
                  </a:lnTo>
                  <a:lnTo>
                    <a:pt x="599" y="1027"/>
                  </a:lnTo>
                  <a:lnTo>
                    <a:pt x="299" y="972"/>
                  </a:lnTo>
                  <a:lnTo>
                    <a:pt x="0" y="909"/>
                  </a:lnTo>
                  <a:lnTo>
                    <a:pt x="0" y="909"/>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3" name=""/>
            <p:cNvSpPr/>
            <p:nvPr/>
          </p:nvSpPr>
          <p:spPr>
            <a:xfrm>
              <a:off x="4692240" y="2570400"/>
              <a:ext cx="477000" cy="295200"/>
            </a:xfrm>
            <a:custGeom>
              <a:avLst/>
              <a:gdLst/>
              <a:ahLst/>
              <a:rect l="l" t="t" r="r" b="b"/>
              <a:pathLst>
                <a:path w="1118" h="692">
                  <a:moveTo>
                    <a:pt x="19" y="175"/>
                  </a:moveTo>
                  <a:lnTo>
                    <a:pt x="21" y="204"/>
                  </a:lnTo>
                  <a:lnTo>
                    <a:pt x="11" y="209"/>
                  </a:lnTo>
                  <a:lnTo>
                    <a:pt x="44" y="240"/>
                  </a:lnTo>
                  <a:lnTo>
                    <a:pt x="78" y="323"/>
                  </a:lnTo>
                  <a:lnTo>
                    <a:pt x="89" y="398"/>
                  </a:lnTo>
                  <a:lnTo>
                    <a:pt x="95" y="438"/>
                  </a:lnTo>
                  <a:lnTo>
                    <a:pt x="70" y="476"/>
                  </a:lnTo>
                  <a:lnTo>
                    <a:pt x="87" y="493"/>
                  </a:lnTo>
                  <a:lnTo>
                    <a:pt x="133" y="468"/>
                  </a:lnTo>
                  <a:lnTo>
                    <a:pt x="163" y="599"/>
                  </a:lnTo>
                  <a:lnTo>
                    <a:pt x="184" y="607"/>
                  </a:lnTo>
                  <a:lnTo>
                    <a:pt x="188" y="645"/>
                  </a:lnTo>
                  <a:lnTo>
                    <a:pt x="205" y="662"/>
                  </a:lnTo>
                  <a:lnTo>
                    <a:pt x="247" y="660"/>
                  </a:lnTo>
                  <a:lnTo>
                    <a:pt x="340" y="660"/>
                  </a:lnTo>
                  <a:lnTo>
                    <a:pt x="378" y="677"/>
                  </a:lnTo>
                  <a:lnTo>
                    <a:pt x="390" y="609"/>
                  </a:lnTo>
                  <a:lnTo>
                    <a:pt x="694" y="654"/>
                  </a:lnTo>
                  <a:lnTo>
                    <a:pt x="1068" y="692"/>
                  </a:lnTo>
                  <a:lnTo>
                    <a:pt x="1080" y="567"/>
                  </a:lnTo>
                  <a:lnTo>
                    <a:pt x="1118" y="162"/>
                  </a:lnTo>
                  <a:lnTo>
                    <a:pt x="622" y="105"/>
                  </a:lnTo>
                  <a:lnTo>
                    <a:pt x="376" y="67"/>
                  </a:lnTo>
                  <a:lnTo>
                    <a:pt x="28" y="0"/>
                  </a:lnTo>
                  <a:lnTo>
                    <a:pt x="0" y="130"/>
                  </a:lnTo>
                  <a:lnTo>
                    <a:pt x="19" y="175"/>
                  </a:lnTo>
                  <a:lnTo>
                    <a:pt x="19" y="175"/>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4" name=""/>
            <p:cNvSpPr/>
            <p:nvPr/>
          </p:nvSpPr>
          <p:spPr>
            <a:xfrm>
              <a:off x="4556520" y="3259800"/>
              <a:ext cx="317520" cy="358200"/>
            </a:xfrm>
            <a:custGeom>
              <a:avLst/>
              <a:gdLst/>
              <a:ahLst/>
              <a:rect l="l" t="t" r="r" b="b"/>
              <a:pathLst>
                <a:path w="746" h="840">
                  <a:moveTo>
                    <a:pt x="48" y="534"/>
                  </a:moveTo>
                  <a:lnTo>
                    <a:pt x="29" y="504"/>
                  </a:lnTo>
                  <a:lnTo>
                    <a:pt x="38" y="456"/>
                  </a:lnTo>
                  <a:lnTo>
                    <a:pt x="88" y="378"/>
                  </a:lnTo>
                  <a:lnTo>
                    <a:pt x="124" y="355"/>
                  </a:lnTo>
                  <a:lnTo>
                    <a:pt x="103" y="327"/>
                  </a:lnTo>
                  <a:lnTo>
                    <a:pt x="90" y="251"/>
                  </a:lnTo>
                  <a:lnTo>
                    <a:pt x="105" y="108"/>
                  </a:lnTo>
                  <a:lnTo>
                    <a:pt x="130" y="101"/>
                  </a:lnTo>
                  <a:lnTo>
                    <a:pt x="172" y="125"/>
                  </a:lnTo>
                  <a:lnTo>
                    <a:pt x="208" y="0"/>
                  </a:lnTo>
                  <a:lnTo>
                    <a:pt x="746" y="89"/>
                  </a:lnTo>
                  <a:lnTo>
                    <a:pt x="634" y="840"/>
                  </a:lnTo>
                  <a:lnTo>
                    <a:pt x="468" y="817"/>
                  </a:lnTo>
                  <a:lnTo>
                    <a:pt x="366" y="789"/>
                  </a:lnTo>
                  <a:lnTo>
                    <a:pt x="154" y="705"/>
                  </a:lnTo>
                  <a:lnTo>
                    <a:pt x="0" y="576"/>
                  </a:lnTo>
                  <a:lnTo>
                    <a:pt x="48" y="534"/>
                  </a:lnTo>
                  <a:lnTo>
                    <a:pt x="48" y="534"/>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5" name=""/>
            <p:cNvSpPr/>
            <p:nvPr/>
          </p:nvSpPr>
          <p:spPr>
            <a:xfrm>
              <a:off x="4820760" y="2829600"/>
              <a:ext cx="328680" cy="264600"/>
            </a:xfrm>
            <a:custGeom>
              <a:avLst/>
              <a:gdLst/>
              <a:ahLst/>
              <a:rect l="l" t="t" r="r" b="b"/>
              <a:pathLst>
                <a:path w="770" h="619">
                  <a:moveTo>
                    <a:pt x="0" y="530"/>
                  </a:moveTo>
                  <a:lnTo>
                    <a:pt x="92" y="0"/>
                  </a:lnTo>
                  <a:lnTo>
                    <a:pt x="396" y="45"/>
                  </a:lnTo>
                  <a:lnTo>
                    <a:pt x="770" y="83"/>
                  </a:lnTo>
                  <a:lnTo>
                    <a:pt x="744" y="351"/>
                  </a:lnTo>
                  <a:lnTo>
                    <a:pt x="719" y="619"/>
                  </a:lnTo>
                  <a:lnTo>
                    <a:pt x="208" y="562"/>
                  </a:lnTo>
                  <a:lnTo>
                    <a:pt x="0" y="530"/>
                  </a:lnTo>
                  <a:lnTo>
                    <a:pt x="0" y="53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6" name=""/>
            <p:cNvSpPr/>
            <p:nvPr/>
          </p:nvSpPr>
          <p:spPr>
            <a:xfrm>
              <a:off x="4874400" y="3070440"/>
              <a:ext cx="340560" cy="261000"/>
            </a:xfrm>
            <a:custGeom>
              <a:avLst/>
              <a:gdLst/>
              <a:ahLst/>
              <a:rect l="l" t="t" r="r" b="b"/>
              <a:pathLst>
                <a:path w="796" h="612">
                  <a:moveTo>
                    <a:pt x="80" y="0"/>
                  </a:moveTo>
                  <a:lnTo>
                    <a:pt x="591" y="57"/>
                  </a:lnTo>
                  <a:lnTo>
                    <a:pt x="796" y="74"/>
                  </a:lnTo>
                  <a:lnTo>
                    <a:pt x="789" y="207"/>
                  </a:lnTo>
                  <a:lnTo>
                    <a:pt x="760" y="612"/>
                  </a:lnTo>
                  <a:lnTo>
                    <a:pt x="656" y="605"/>
                  </a:lnTo>
                  <a:lnTo>
                    <a:pt x="331" y="576"/>
                  </a:lnTo>
                  <a:lnTo>
                    <a:pt x="0" y="534"/>
                  </a:lnTo>
                  <a:lnTo>
                    <a:pt x="80" y="0"/>
                  </a:lnTo>
                  <a:lnTo>
                    <a:pt x="80"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7" name=""/>
            <p:cNvSpPr/>
            <p:nvPr/>
          </p:nvSpPr>
          <p:spPr>
            <a:xfrm>
              <a:off x="4826520" y="3298320"/>
              <a:ext cx="327600" cy="325800"/>
            </a:xfrm>
            <a:custGeom>
              <a:avLst/>
              <a:gdLst/>
              <a:ahLst/>
              <a:rect l="l" t="t" r="r" b="b"/>
              <a:pathLst>
                <a:path w="768" h="764">
                  <a:moveTo>
                    <a:pt x="97" y="764"/>
                  </a:moveTo>
                  <a:lnTo>
                    <a:pt x="106" y="707"/>
                  </a:lnTo>
                  <a:lnTo>
                    <a:pt x="298" y="732"/>
                  </a:lnTo>
                  <a:lnTo>
                    <a:pt x="290" y="704"/>
                  </a:lnTo>
                  <a:lnTo>
                    <a:pt x="705" y="742"/>
                  </a:lnTo>
                  <a:lnTo>
                    <a:pt x="768" y="71"/>
                  </a:lnTo>
                  <a:lnTo>
                    <a:pt x="443" y="42"/>
                  </a:lnTo>
                  <a:lnTo>
                    <a:pt x="112" y="0"/>
                  </a:lnTo>
                  <a:lnTo>
                    <a:pt x="0" y="751"/>
                  </a:lnTo>
                  <a:lnTo>
                    <a:pt x="97" y="764"/>
                  </a:lnTo>
                  <a:lnTo>
                    <a:pt x="97" y="764"/>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8" name=""/>
            <p:cNvSpPr/>
            <p:nvPr/>
          </p:nvSpPr>
          <p:spPr>
            <a:xfrm>
              <a:off x="4951440" y="3358080"/>
              <a:ext cx="651240" cy="613440"/>
            </a:xfrm>
            <a:custGeom>
              <a:avLst/>
              <a:gdLst/>
              <a:ahLst/>
              <a:rect l="l" t="t" r="r" b="b"/>
              <a:pathLst>
                <a:path w="1527" h="1439">
                  <a:moveTo>
                    <a:pt x="0" y="563"/>
                  </a:moveTo>
                  <a:lnTo>
                    <a:pt x="415" y="601"/>
                  </a:lnTo>
                  <a:lnTo>
                    <a:pt x="472" y="0"/>
                  </a:lnTo>
                  <a:lnTo>
                    <a:pt x="803" y="19"/>
                  </a:lnTo>
                  <a:lnTo>
                    <a:pt x="791" y="277"/>
                  </a:lnTo>
                  <a:lnTo>
                    <a:pt x="824" y="304"/>
                  </a:lnTo>
                  <a:lnTo>
                    <a:pt x="854" y="304"/>
                  </a:lnTo>
                  <a:lnTo>
                    <a:pt x="879" y="329"/>
                  </a:lnTo>
                  <a:lnTo>
                    <a:pt x="928" y="340"/>
                  </a:lnTo>
                  <a:lnTo>
                    <a:pt x="1029" y="384"/>
                  </a:lnTo>
                  <a:lnTo>
                    <a:pt x="1046" y="365"/>
                  </a:lnTo>
                  <a:lnTo>
                    <a:pt x="1111" y="403"/>
                  </a:lnTo>
                  <a:lnTo>
                    <a:pt x="1196" y="401"/>
                  </a:lnTo>
                  <a:lnTo>
                    <a:pt x="1255" y="384"/>
                  </a:lnTo>
                  <a:lnTo>
                    <a:pt x="1337" y="369"/>
                  </a:lnTo>
                  <a:lnTo>
                    <a:pt x="1411" y="409"/>
                  </a:lnTo>
                  <a:lnTo>
                    <a:pt x="1423" y="422"/>
                  </a:lnTo>
                  <a:lnTo>
                    <a:pt x="1463" y="422"/>
                  </a:lnTo>
                  <a:lnTo>
                    <a:pt x="1470" y="635"/>
                  </a:lnTo>
                  <a:lnTo>
                    <a:pt x="1527" y="739"/>
                  </a:lnTo>
                  <a:lnTo>
                    <a:pt x="1506" y="821"/>
                  </a:lnTo>
                  <a:lnTo>
                    <a:pt x="1510" y="889"/>
                  </a:lnTo>
                  <a:lnTo>
                    <a:pt x="1485" y="924"/>
                  </a:lnTo>
                  <a:lnTo>
                    <a:pt x="1495" y="935"/>
                  </a:lnTo>
                  <a:lnTo>
                    <a:pt x="1432" y="954"/>
                  </a:lnTo>
                  <a:lnTo>
                    <a:pt x="1383" y="960"/>
                  </a:lnTo>
                  <a:lnTo>
                    <a:pt x="1392" y="924"/>
                  </a:lnTo>
                  <a:lnTo>
                    <a:pt x="1366" y="945"/>
                  </a:lnTo>
                  <a:lnTo>
                    <a:pt x="1367" y="986"/>
                  </a:lnTo>
                  <a:lnTo>
                    <a:pt x="1333" y="1030"/>
                  </a:lnTo>
                  <a:lnTo>
                    <a:pt x="1153" y="1121"/>
                  </a:lnTo>
                  <a:lnTo>
                    <a:pt x="1096" y="1180"/>
                  </a:lnTo>
                  <a:lnTo>
                    <a:pt x="1042" y="1308"/>
                  </a:lnTo>
                  <a:lnTo>
                    <a:pt x="1086" y="1439"/>
                  </a:lnTo>
                  <a:lnTo>
                    <a:pt x="1044" y="1439"/>
                  </a:lnTo>
                  <a:lnTo>
                    <a:pt x="848" y="1370"/>
                  </a:lnTo>
                  <a:lnTo>
                    <a:pt x="827" y="1313"/>
                  </a:lnTo>
                  <a:lnTo>
                    <a:pt x="807" y="1289"/>
                  </a:lnTo>
                  <a:lnTo>
                    <a:pt x="801" y="1213"/>
                  </a:lnTo>
                  <a:lnTo>
                    <a:pt x="763" y="1186"/>
                  </a:lnTo>
                  <a:lnTo>
                    <a:pt x="658" y="984"/>
                  </a:lnTo>
                  <a:lnTo>
                    <a:pt x="607" y="946"/>
                  </a:lnTo>
                  <a:lnTo>
                    <a:pt x="592" y="914"/>
                  </a:lnTo>
                  <a:lnTo>
                    <a:pt x="438" y="907"/>
                  </a:lnTo>
                  <a:lnTo>
                    <a:pt x="356" y="1002"/>
                  </a:lnTo>
                  <a:lnTo>
                    <a:pt x="217" y="903"/>
                  </a:lnTo>
                  <a:lnTo>
                    <a:pt x="175" y="766"/>
                  </a:lnTo>
                  <a:lnTo>
                    <a:pt x="42" y="639"/>
                  </a:lnTo>
                  <a:lnTo>
                    <a:pt x="27" y="597"/>
                  </a:lnTo>
                  <a:lnTo>
                    <a:pt x="8" y="591"/>
                  </a:lnTo>
                  <a:lnTo>
                    <a:pt x="0" y="563"/>
                  </a:lnTo>
                  <a:lnTo>
                    <a:pt x="0" y="56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09" name=""/>
            <p:cNvSpPr/>
            <p:nvPr/>
          </p:nvSpPr>
          <p:spPr>
            <a:xfrm>
              <a:off x="5153760" y="2639520"/>
              <a:ext cx="307080" cy="187560"/>
            </a:xfrm>
            <a:custGeom>
              <a:avLst/>
              <a:gdLst/>
              <a:ahLst/>
              <a:rect l="l" t="t" r="r" b="b"/>
              <a:pathLst>
                <a:path w="718" h="441">
                  <a:moveTo>
                    <a:pt x="38" y="0"/>
                  </a:moveTo>
                  <a:lnTo>
                    <a:pt x="663" y="32"/>
                  </a:lnTo>
                  <a:lnTo>
                    <a:pt x="667" y="142"/>
                  </a:lnTo>
                  <a:lnTo>
                    <a:pt x="696" y="234"/>
                  </a:lnTo>
                  <a:lnTo>
                    <a:pt x="699" y="348"/>
                  </a:lnTo>
                  <a:lnTo>
                    <a:pt x="718" y="441"/>
                  </a:lnTo>
                  <a:lnTo>
                    <a:pt x="340" y="429"/>
                  </a:lnTo>
                  <a:lnTo>
                    <a:pt x="0" y="405"/>
                  </a:lnTo>
                  <a:lnTo>
                    <a:pt x="38" y="0"/>
                  </a:lnTo>
                  <a:lnTo>
                    <a:pt x="38"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0" name=""/>
            <p:cNvSpPr/>
            <p:nvPr/>
          </p:nvSpPr>
          <p:spPr>
            <a:xfrm>
              <a:off x="5137200" y="2811960"/>
              <a:ext cx="327600" cy="214200"/>
            </a:xfrm>
            <a:custGeom>
              <a:avLst/>
              <a:gdLst/>
              <a:ahLst/>
              <a:rect l="l" t="t" r="r" b="b"/>
              <a:pathLst>
                <a:path w="768" h="502">
                  <a:moveTo>
                    <a:pt x="38" y="0"/>
                  </a:moveTo>
                  <a:lnTo>
                    <a:pt x="378" y="24"/>
                  </a:lnTo>
                  <a:lnTo>
                    <a:pt x="756" y="36"/>
                  </a:lnTo>
                  <a:lnTo>
                    <a:pt x="732" y="83"/>
                  </a:lnTo>
                  <a:lnTo>
                    <a:pt x="768" y="118"/>
                  </a:lnTo>
                  <a:lnTo>
                    <a:pt x="766" y="365"/>
                  </a:lnTo>
                  <a:lnTo>
                    <a:pt x="751" y="363"/>
                  </a:lnTo>
                  <a:lnTo>
                    <a:pt x="753" y="395"/>
                  </a:lnTo>
                  <a:lnTo>
                    <a:pt x="764" y="420"/>
                  </a:lnTo>
                  <a:lnTo>
                    <a:pt x="756" y="443"/>
                  </a:lnTo>
                  <a:lnTo>
                    <a:pt x="764" y="502"/>
                  </a:lnTo>
                  <a:lnTo>
                    <a:pt x="747" y="496"/>
                  </a:lnTo>
                  <a:lnTo>
                    <a:pt x="728" y="473"/>
                  </a:lnTo>
                  <a:lnTo>
                    <a:pt x="659" y="450"/>
                  </a:lnTo>
                  <a:lnTo>
                    <a:pt x="593" y="454"/>
                  </a:lnTo>
                  <a:lnTo>
                    <a:pt x="555" y="426"/>
                  </a:lnTo>
                  <a:lnTo>
                    <a:pt x="0" y="393"/>
                  </a:lnTo>
                  <a:lnTo>
                    <a:pt x="38" y="0"/>
                  </a:lnTo>
                  <a:lnTo>
                    <a:pt x="38"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1" name=""/>
            <p:cNvSpPr/>
            <p:nvPr/>
          </p:nvSpPr>
          <p:spPr>
            <a:xfrm>
              <a:off x="5127120" y="2979720"/>
              <a:ext cx="384840" cy="187920"/>
            </a:xfrm>
            <a:custGeom>
              <a:avLst/>
              <a:gdLst/>
              <a:ahLst/>
              <a:rect l="l" t="t" r="r" b="b"/>
              <a:pathLst>
                <a:path w="901" h="439">
                  <a:moveTo>
                    <a:pt x="25" y="0"/>
                  </a:moveTo>
                  <a:lnTo>
                    <a:pt x="580" y="33"/>
                  </a:lnTo>
                  <a:lnTo>
                    <a:pt x="618" y="61"/>
                  </a:lnTo>
                  <a:lnTo>
                    <a:pt x="684" y="57"/>
                  </a:lnTo>
                  <a:lnTo>
                    <a:pt x="753" y="80"/>
                  </a:lnTo>
                  <a:lnTo>
                    <a:pt x="772" y="103"/>
                  </a:lnTo>
                  <a:lnTo>
                    <a:pt x="789" y="109"/>
                  </a:lnTo>
                  <a:lnTo>
                    <a:pt x="819" y="192"/>
                  </a:lnTo>
                  <a:lnTo>
                    <a:pt x="819" y="217"/>
                  </a:lnTo>
                  <a:lnTo>
                    <a:pt x="840" y="257"/>
                  </a:lnTo>
                  <a:lnTo>
                    <a:pt x="850" y="320"/>
                  </a:lnTo>
                  <a:lnTo>
                    <a:pt x="844" y="339"/>
                  </a:lnTo>
                  <a:lnTo>
                    <a:pt x="857" y="359"/>
                  </a:lnTo>
                  <a:lnTo>
                    <a:pt x="901" y="439"/>
                  </a:lnTo>
                  <a:lnTo>
                    <a:pt x="500" y="435"/>
                  </a:lnTo>
                  <a:lnTo>
                    <a:pt x="198" y="418"/>
                  </a:lnTo>
                  <a:lnTo>
                    <a:pt x="205" y="285"/>
                  </a:lnTo>
                  <a:lnTo>
                    <a:pt x="0" y="268"/>
                  </a:lnTo>
                  <a:lnTo>
                    <a:pt x="25" y="0"/>
                  </a:lnTo>
                  <a:lnTo>
                    <a:pt x="25"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2" name=""/>
            <p:cNvSpPr/>
            <p:nvPr/>
          </p:nvSpPr>
          <p:spPr>
            <a:xfrm>
              <a:off x="5199840" y="3158280"/>
              <a:ext cx="346320" cy="181440"/>
            </a:xfrm>
            <a:custGeom>
              <a:avLst/>
              <a:gdLst/>
              <a:ahLst/>
              <a:rect l="l" t="t" r="r" b="b"/>
              <a:pathLst>
                <a:path w="812" h="426">
                  <a:moveTo>
                    <a:pt x="29" y="0"/>
                  </a:moveTo>
                  <a:lnTo>
                    <a:pt x="331" y="17"/>
                  </a:lnTo>
                  <a:lnTo>
                    <a:pt x="732" y="21"/>
                  </a:lnTo>
                  <a:lnTo>
                    <a:pt x="755" y="40"/>
                  </a:lnTo>
                  <a:lnTo>
                    <a:pt x="766" y="36"/>
                  </a:lnTo>
                  <a:lnTo>
                    <a:pt x="782" y="57"/>
                  </a:lnTo>
                  <a:lnTo>
                    <a:pt x="768" y="57"/>
                  </a:lnTo>
                  <a:lnTo>
                    <a:pt x="755" y="86"/>
                  </a:lnTo>
                  <a:lnTo>
                    <a:pt x="787" y="132"/>
                  </a:lnTo>
                  <a:lnTo>
                    <a:pt x="812" y="137"/>
                  </a:lnTo>
                  <a:lnTo>
                    <a:pt x="808" y="424"/>
                  </a:lnTo>
                  <a:lnTo>
                    <a:pt x="464" y="426"/>
                  </a:lnTo>
                  <a:lnTo>
                    <a:pt x="0" y="405"/>
                  </a:lnTo>
                  <a:lnTo>
                    <a:pt x="29" y="0"/>
                  </a:lnTo>
                  <a:lnTo>
                    <a:pt x="29"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3" name=""/>
            <p:cNvSpPr/>
            <p:nvPr/>
          </p:nvSpPr>
          <p:spPr>
            <a:xfrm>
              <a:off x="5151960" y="3328200"/>
              <a:ext cx="402840" cy="203760"/>
            </a:xfrm>
            <a:custGeom>
              <a:avLst/>
              <a:gdLst/>
              <a:ahLst/>
              <a:rect l="l" t="t" r="r" b="b"/>
              <a:pathLst>
                <a:path w="943" h="479">
                  <a:moveTo>
                    <a:pt x="6" y="0"/>
                  </a:moveTo>
                  <a:lnTo>
                    <a:pt x="110" y="7"/>
                  </a:lnTo>
                  <a:lnTo>
                    <a:pt x="574" y="28"/>
                  </a:lnTo>
                  <a:lnTo>
                    <a:pt x="918" y="26"/>
                  </a:lnTo>
                  <a:lnTo>
                    <a:pt x="922" y="97"/>
                  </a:lnTo>
                  <a:lnTo>
                    <a:pt x="943" y="247"/>
                  </a:lnTo>
                  <a:lnTo>
                    <a:pt x="939" y="479"/>
                  </a:lnTo>
                  <a:lnTo>
                    <a:pt x="865" y="439"/>
                  </a:lnTo>
                  <a:lnTo>
                    <a:pt x="783" y="454"/>
                  </a:lnTo>
                  <a:lnTo>
                    <a:pt x="724" y="471"/>
                  </a:lnTo>
                  <a:lnTo>
                    <a:pt x="639" y="473"/>
                  </a:lnTo>
                  <a:lnTo>
                    <a:pt x="574" y="435"/>
                  </a:lnTo>
                  <a:lnTo>
                    <a:pt x="557" y="454"/>
                  </a:lnTo>
                  <a:lnTo>
                    <a:pt x="456" y="410"/>
                  </a:lnTo>
                  <a:lnTo>
                    <a:pt x="407" y="399"/>
                  </a:lnTo>
                  <a:lnTo>
                    <a:pt x="382" y="376"/>
                  </a:lnTo>
                  <a:lnTo>
                    <a:pt x="352" y="374"/>
                  </a:lnTo>
                  <a:lnTo>
                    <a:pt x="319" y="347"/>
                  </a:lnTo>
                  <a:lnTo>
                    <a:pt x="331" y="89"/>
                  </a:lnTo>
                  <a:lnTo>
                    <a:pt x="0" y="70"/>
                  </a:lnTo>
                  <a:lnTo>
                    <a:pt x="6" y="0"/>
                  </a:lnTo>
                  <a:lnTo>
                    <a:pt x="6" y="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4" name=""/>
            <p:cNvSpPr/>
            <p:nvPr/>
          </p:nvSpPr>
          <p:spPr>
            <a:xfrm>
              <a:off x="5437080" y="2637720"/>
              <a:ext cx="303840" cy="330120"/>
            </a:xfrm>
            <a:custGeom>
              <a:avLst/>
              <a:gdLst/>
              <a:ahLst/>
              <a:rect l="l" t="t" r="r" b="b"/>
              <a:pathLst>
                <a:path w="711" h="774">
                  <a:moveTo>
                    <a:pt x="4" y="146"/>
                  </a:moveTo>
                  <a:lnTo>
                    <a:pt x="33" y="238"/>
                  </a:lnTo>
                  <a:lnTo>
                    <a:pt x="36" y="352"/>
                  </a:lnTo>
                  <a:lnTo>
                    <a:pt x="55" y="445"/>
                  </a:lnTo>
                  <a:lnTo>
                    <a:pt x="31" y="492"/>
                  </a:lnTo>
                  <a:lnTo>
                    <a:pt x="67" y="527"/>
                  </a:lnTo>
                  <a:lnTo>
                    <a:pt x="65" y="774"/>
                  </a:lnTo>
                  <a:lnTo>
                    <a:pt x="584" y="764"/>
                  </a:lnTo>
                  <a:lnTo>
                    <a:pt x="576" y="715"/>
                  </a:lnTo>
                  <a:lnTo>
                    <a:pt x="519" y="673"/>
                  </a:lnTo>
                  <a:lnTo>
                    <a:pt x="493" y="643"/>
                  </a:lnTo>
                  <a:lnTo>
                    <a:pt x="422" y="599"/>
                  </a:lnTo>
                  <a:lnTo>
                    <a:pt x="424" y="529"/>
                  </a:lnTo>
                  <a:lnTo>
                    <a:pt x="409" y="481"/>
                  </a:lnTo>
                  <a:lnTo>
                    <a:pt x="466" y="413"/>
                  </a:lnTo>
                  <a:lnTo>
                    <a:pt x="462" y="344"/>
                  </a:lnTo>
                  <a:lnTo>
                    <a:pt x="557" y="274"/>
                  </a:lnTo>
                  <a:lnTo>
                    <a:pt x="580" y="234"/>
                  </a:lnTo>
                  <a:lnTo>
                    <a:pt x="711" y="165"/>
                  </a:lnTo>
                  <a:lnTo>
                    <a:pt x="652" y="141"/>
                  </a:lnTo>
                  <a:lnTo>
                    <a:pt x="601" y="146"/>
                  </a:lnTo>
                  <a:lnTo>
                    <a:pt x="590" y="127"/>
                  </a:lnTo>
                  <a:lnTo>
                    <a:pt x="495" y="126"/>
                  </a:lnTo>
                  <a:lnTo>
                    <a:pt x="432" y="107"/>
                  </a:lnTo>
                  <a:lnTo>
                    <a:pt x="301" y="93"/>
                  </a:lnTo>
                  <a:lnTo>
                    <a:pt x="282" y="70"/>
                  </a:lnTo>
                  <a:lnTo>
                    <a:pt x="228" y="50"/>
                  </a:lnTo>
                  <a:lnTo>
                    <a:pt x="219" y="0"/>
                  </a:lnTo>
                  <a:lnTo>
                    <a:pt x="187" y="0"/>
                  </a:lnTo>
                  <a:lnTo>
                    <a:pt x="187" y="36"/>
                  </a:lnTo>
                  <a:lnTo>
                    <a:pt x="0" y="36"/>
                  </a:lnTo>
                  <a:lnTo>
                    <a:pt x="4" y="146"/>
                  </a:lnTo>
                  <a:lnTo>
                    <a:pt x="4" y="146"/>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5" name=""/>
            <p:cNvSpPr/>
            <p:nvPr/>
          </p:nvSpPr>
          <p:spPr>
            <a:xfrm>
              <a:off x="5458320" y="2963880"/>
              <a:ext cx="278280" cy="178920"/>
            </a:xfrm>
            <a:custGeom>
              <a:avLst/>
              <a:gdLst/>
              <a:ahLst/>
              <a:rect l="l" t="t" r="r" b="b"/>
              <a:pathLst>
                <a:path w="652" h="420">
                  <a:moveTo>
                    <a:pt x="2" y="40"/>
                  </a:moveTo>
                  <a:lnTo>
                    <a:pt x="13" y="65"/>
                  </a:lnTo>
                  <a:lnTo>
                    <a:pt x="5" y="88"/>
                  </a:lnTo>
                  <a:lnTo>
                    <a:pt x="13" y="147"/>
                  </a:lnTo>
                  <a:lnTo>
                    <a:pt x="43" y="230"/>
                  </a:lnTo>
                  <a:lnTo>
                    <a:pt x="43" y="255"/>
                  </a:lnTo>
                  <a:lnTo>
                    <a:pt x="64" y="295"/>
                  </a:lnTo>
                  <a:lnTo>
                    <a:pt x="74" y="358"/>
                  </a:lnTo>
                  <a:lnTo>
                    <a:pt x="68" y="377"/>
                  </a:lnTo>
                  <a:lnTo>
                    <a:pt x="81" y="397"/>
                  </a:lnTo>
                  <a:lnTo>
                    <a:pt x="504" y="388"/>
                  </a:lnTo>
                  <a:lnTo>
                    <a:pt x="534" y="420"/>
                  </a:lnTo>
                  <a:lnTo>
                    <a:pt x="578" y="325"/>
                  </a:lnTo>
                  <a:lnTo>
                    <a:pt x="564" y="289"/>
                  </a:lnTo>
                  <a:lnTo>
                    <a:pt x="639" y="232"/>
                  </a:lnTo>
                  <a:lnTo>
                    <a:pt x="652" y="190"/>
                  </a:lnTo>
                  <a:lnTo>
                    <a:pt x="599" y="129"/>
                  </a:lnTo>
                  <a:lnTo>
                    <a:pt x="545" y="67"/>
                  </a:lnTo>
                  <a:lnTo>
                    <a:pt x="534" y="0"/>
                  </a:lnTo>
                  <a:lnTo>
                    <a:pt x="15" y="10"/>
                  </a:lnTo>
                  <a:lnTo>
                    <a:pt x="0" y="8"/>
                  </a:lnTo>
                  <a:lnTo>
                    <a:pt x="2" y="40"/>
                  </a:lnTo>
                  <a:lnTo>
                    <a:pt x="2" y="4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6" name=""/>
            <p:cNvSpPr/>
            <p:nvPr/>
          </p:nvSpPr>
          <p:spPr>
            <a:xfrm>
              <a:off x="5493600" y="3129120"/>
              <a:ext cx="309600" cy="262800"/>
            </a:xfrm>
            <a:custGeom>
              <a:avLst/>
              <a:gdLst/>
              <a:ahLst/>
              <a:rect l="l" t="t" r="r" b="b"/>
              <a:pathLst>
                <a:path w="727" h="616">
                  <a:moveTo>
                    <a:pt x="44" y="89"/>
                  </a:moveTo>
                  <a:lnTo>
                    <a:pt x="67" y="108"/>
                  </a:lnTo>
                  <a:lnTo>
                    <a:pt x="78" y="104"/>
                  </a:lnTo>
                  <a:lnTo>
                    <a:pt x="94" y="125"/>
                  </a:lnTo>
                  <a:lnTo>
                    <a:pt x="80" y="125"/>
                  </a:lnTo>
                  <a:lnTo>
                    <a:pt x="67" y="154"/>
                  </a:lnTo>
                  <a:lnTo>
                    <a:pt x="99" y="200"/>
                  </a:lnTo>
                  <a:lnTo>
                    <a:pt x="124" y="205"/>
                  </a:lnTo>
                  <a:lnTo>
                    <a:pt x="120" y="492"/>
                  </a:lnTo>
                  <a:lnTo>
                    <a:pt x="124" y="563"/>
                  </a:lnTo>
                  <a:lnTo>
                    <a:pt x="607" y="547"/>
                  </a:lnTo>
                  <a:lnTo>
                    <a:pt x="613" y="589"/>
                  </a:lnTo>
                  <a:lnTo>
                    <a:pt x="592" y="616"/>
                  </a:lnTo>
                  <a:lnTo>
                    <a:pt x="666" y="612"/>
                  </a:lnTo>
                  <a:lnTo>
                    <a:pt x="679" y="589"/>
                  </a:lnTo>
                  <a:lnTo>
                    <a:pt x="679" y="563"/>
                  </a:lnTo>
                  <a:lnTo>
                    <a:pt x="698" y="544"/>
                  </a:lnTo>
                  <a:lnTo>
                    <a:pt x="702" y="523"/>
                  </a:lnTo>
                  <a:lnTo>
                    <a:pt x="721" y="521"/>
                  </a:lnTo>
                  <a:lnTo>
                    <a:pt x="727" y="479"/>
                  </a:lnTo>
                  <a:lnTo>
                    <a:pt x="700" y="473"/>
                  </a:lnTo>
                  <a:lnTo>
                    <a:pt x="683" y="443"/>
                  </a:lnTo>
                  <a:lnTo>
                    <a:pt x="656" y="369"/>
                  </a:lnTo>
                  <a:lnTo>
                    <a:pt x="626" y="359"/>
                  </a:lnTo>
                  <a:lnTo>
                    <a:pt x="592" y="331"/>
                  </a:lnTo>
                  <a:lnTo>
                    <a:pt x="578" y="293"/>
                  </a:lnTo>
                  <a:lnTo>
                    <a:pt x="599" y="234"/>
                  </a:lnTo>
                  <a:lnTo>
                    <a:pt x="582" y="222"/>
                  </a:lnTo>
                  <a:lnTo>
                    <a:pt x="540" y="222"/>
                  </a:lnTo>
                  <a:lnTo>
                    <a:pt x="531" y="186"/>
                  </a:lnTo>
                  <a:lnTo>
                    <a:pt x="462" y="114"/>
                  </a:lnTo>
                  <a:lnTo>
                    <a:pt x="445" y="55"/>
                  </a:lnTo>
                  <a:lnTo>
                    <a:pt x="453" y="32"/>
                  </a:lnTo>
                  <a:lnTo>
                    <a:pt x="423" y="0"/>
                  </a:lnTo>
                  <a:lnTo>
                    <a:pt x="0" y="9"/>
                  </a:lnTo>
                  <a:lnTo>
                    <a:pt x="44" y="89"/>
                  </a:lnTo>
                  <a:lnTo>
                    <a:pt x="44" y="89"/>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7" name=""/>
            <p:cNvSpPr/>
            <p:nvPr/>
          </p:nvSpPr>
          <p:spPr>
            <a:xfrm>
              <a:off x="5546160" y="3363120"/>
              <a:ext cx="234720" cy="204840"/>
            </a:xfrm>
            <a:custGeom>
              <a:avLst/>
              <a:gdLst/>
              <a:ahLst/>
              <a:rect l="l" t="t" r="r" b="b"/>
              <a:pathLst>
                <a:path w="551" h="481">
                  <a:moveTo>
                    <a:pt x="21" y="166"/>
                  </a:moveTo>
                  <a:lnTo>
                    <a:pt x="17" y="398"/>
                  </a:lnTo>
                  <a:lnTo>
                    <a:pt x="29" y="411"/>
                  </a:lnTo>
                  <a:lnTo>
                    <a:pt x="69" y="411"/>
                  </a:lnTo>
                  <a:lnTo>
                    <a:pt x="70" y="481"/>
                  </a:lnTo>
                  <a:lnTo>
                    <a:pt x="397" y="477"/>
                  </a:lnTo>
                  <a:lnTo>
                    <a:pt x="392" y="405"/>
                  </a:lnTo>
                  <a:lnTo>
                    <a:pt x="418" y="325"/>
                  </a:lnTo>
                  <a:lnTo>
                    <a:pt x="460" y="270"/>
                  </a:lnTo>
                  <a:lnTo>
                    <a:pt x="456" y="255"/>
                  </a:lnTo>
                  <a:lnTo>
                    <a:pt x="487" y="204"/>
                  </a:lnTo>
                  <a:lnTo>
                    <a:pt x="504" y="149"/>
                  </a:lnTo>
                  <a:lnTo>
                    <a:pt x="498" y="145"/>
                  </a:lnTo>
                  <a:lnTo>
                    <a:pt x="525" y="124"/>
                  </a:lnTo>
                  <a:lnTo>
                    <a:pt x="551" y="76"/>
                  </a:lnTo>
                  <a:lnTo>
                    <a:pt x="542" y="65"/>
                  </a:lnTo>
                  <a:lnTo>
                    <a:pt x="468" y="69"/>
                  </a:lnTo>
                  <a:lnTo>
                    <a:pt x="489" y="42"/>
                  </a:lnTo>
                  <a:lnTo>
                    <a:pt x="483" y="0"/>
                  </a:lnTo>
                  <a:lnTo>
                    <a:pt x="0" y="16"/>
                  </a:lnTo>
                  <a:lnTo>
                    <a:pt x="21" y="166"/>
                  </a:lnTo>
                  <a:lnTo>
                    <a:pt x="21" y="166"/>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8" name=""/>
            <p:cNvSpPr/>
            <p:nvPr/>
          </p:nvSpPr>
          <p:spPr>
            <a:xfrm>
              <a:off x="5576400" y="3566520"/>
              <a:ext cx="266040" cy="225000"/>
            </a:xfrm>
            <a:custGeom>
              <a:avLst/>
              <a:gdLst/>
              <a:ahLst/>
              <a:rect l="l" t="t" r="r" b="b"/>
              <a:pathLst>
                <a:path w="624" h="529">
                  <a:moveTo>
                    <a:pt x="0" y="4"/>
                  </a:moveTo>
                  <a:lnTo>
                    <a:pt x="6" y="147"/>
                  </a:lnTo>
                  <a:lnTo>
                    <a:pt x="63" y="251"/>
                  </a:lnTo>
                  <a:lnTo>
                    <a:pt x="42" y="333"/>
                  </a:lnTo>
                  <a:lnTo>
                    <a:pt x="46" y="401"/>
                  </a:lnTo>
                  <a:lnTo>
                    <a:pt x="21" y="436"/>
                  </a:lnTo>
                  <a:lnTo>
                    <a:pt x="31" y="447"/>
                  </a:lnTo>
                  <a:lnTo>
                    <a:pt x="114" y="438"/>
                  </a:lnTo>
                  <a:lnTo>
                    <a:pt x="217" y="464"/>
                  </a:lnTo>
                  <a:lnTo>
                    <a:pt x="251" y="438"/>
                  </a:lnTo>
                  <a:lnTo>
                    <a:pt x="352" y="479"/>
                  </a:lnTo>
                  <a:lnTo>
                    <a:pt x="360" y="502"/>
                  </a:lnTo>
                  <a:lnTo>
                    <a:pt x="398" y="519"/>
                  </a:lnTo>
                  <a:lnTo>
                    <a:pt x="419" y="498"/>
                  </a:lnTo>
                  <a:lnTo>
                    <a:pt x="466" y="517"/>
                  </a:lnTo>
                  <a:lnTo>
                    <a:pt x="497" y="502"/>
                  </a:lnTo>
                  <a:lnTo>
                    <a:pt x="491" y="472"/>
                  </a:lnTo>
                  <a:lnTo>
                    <a:pt x="573" y="498"/>
                  </a:lnTo>
                  <a:lnTo>
                    <a:pt x="569" y="529"/>
                  </a:lnTo>
                  <a:lnTo>
                    <a:pt x="624" y="491"/>
                  </a:lnTo>
                  <a:lnTo>
                    <a:pt x="575" y="485"/>
                  </a:lnTo>
                  <a:lnTo>
                    <a:pt x="538" y="445"/>
                  </a:lnTo>
                  <a:lnTo>
                    <a:pt x="584" y="396"/>
                  </a:lnTo>
                  <a:lnTo>
                    <a:pt x="584" y="367"/>
                  </a:lnTo>
                  <a:lnTo>
                    <a:pt x="533" y="409"/>
                  </a:lnTo>
                  <a:lnTo>
                    <a:pt x="508" y="396"/>
                  </a:lnTo>
                  <a:lnTo>
                    <a:pt x="529" y="373"/>
                  </a:lnTo>
                  <a:lnTo>
                    <a:pt x="472" y="390"/>
                  </a:lnTo>
                  <a:lnTo>
                    <a:pt x="436" y="375"/>
                  </a:lnTo>
                  <a:lnTo>
                    <a:pt x="445" y="350"/>
                  </a:lnTo>
                  <a:lnTo>
                    <a:pt x="542" y="367"/>
                  </a:lnTo>
                  <a:lnTo>
                    <a:pt x="504" y="305"/>
                  </a:lnTo>
                  <a:lnTo>
                    <a:pt x="510" y="259"/>
                  </a:lnTo>
                  <a:lnTo>
                    <a:pt x="289" y="268"/>
                  </a:lnTo>
                  <a:lnTo>
                    <a:pt x="316" y="170"/>
                  </a:lnTo>
                  <a:lnTo>
                    <a:pt x="354" y="120"/>
                  </a:lnTo>
                  <a:lnTo>
                    <a:pt x="343" y="107"/>
                  </a:lnTo>
                  <a:lnTo>
                    <a:pt x="327" y="0"/>
                  </a:lnTo>
                  <a:lnTo>
                    <a:pt x="0" y="4"/>
                  </a:lnTo>
                  <a:lnTo>
                    <a:pt x="0" y="4"/>
                  </a:lnTo>
                  <a:lnTo>
                    <a:pt x="0" y="4"/>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19" name=""/>
            <p:cNvSpPr/>
            <p:nvPr/>
          </p:nvSpPr>
          <p:spPr>
            <a:xfrm>
              <a:off x="5711040" y="2729880"/>
              <a:ext cx="265320" cy="132120"/>
            </a:xfrm>
            <a:custGeom>
              <a:avLst/>
              <a:gdLst/>
              <a:ahLst/>
              <a:rect l="l" t="t" r="r" b="b"/>
              <a:pathLst>
                <a:path w="622" h="310">
                  <a:moveTo>
                    <a:pt x="224" y="203"/>
                  </a:moveTo>
                  <a:lnTo>
                    <a:pt x="232" y="222"/>
                  </a:lnTo>
                  <a:lnTo>
                    <a:pt x="253" y="228"/>
                  </a:lnTo>
                  <a:lnTo>
                    <a:pt x="283" y="310"/>
                  </a:lnTo>
                  <a:lnTo>
                    <a:pt x="338" y="197"/>
                  </a:lnTo>
                  <a:lnTo>
                    <a:pt x="367" y="201"/>
                  </a:lnTo>
                  <a:lnTo>
                    <a:pt x="403" y="184"/>
                  </a:lnTo>
                  <a:lnTo>
                    <a:pt x="462" y="184"/>
                  </a:lnTo>
                  <a:lnTo>
                    <a:pt x="483" y="158"/>
                  </a:lnTo>
                  <a:lnTo>
                    <a:pt x="599" y="161"/>
                  </a:lnTo>
                  <a:lnTo>
                    <a:pt x="622" y="144"/>
                  </a:lnTo>
                  <a:lnTo>
                    <a:pt x="584" y="101"/>
                  </a:lnTo>
                  <a:lnTo>
                    <a:pt x="513" y="102"/>
                  </a:lnTo>
                  <a:lnTo>
                    <a:pt x="456" y="95"/>
                  </a:lnTo>
                  <a:lnTo>
                    <a:pt x="384" y="95"/>
                  </a:lnTo>
                  <a:lnTo>
                    <a:pt x="359" y="131"/>
                  </a:lnTo>
                  <a:lnTo>
                    <a:pt x="323" y="110"/>
                  </a:lnTo>
                  <a:lnTo>
                    <a:pt x="285" y="114"/>
                  </a:lnTo>
                  <a:lnTo>
                    <a:pt x="272" y="76"/>
                  </a:lnTo>
                  <a:lnTo>
                    <a:pt x="190" y="70"/>
                  </a:lnTo>
                  <a:lnTo>
                    <a:pt x="181" y="57"/>
                  </a:lnTo>
                  <a:lnTo>
                    <a:pt x="217" y="17"/>
                  </a:lnTo>
                  <a:lnTo>
                    <a:pt x="247" y="15"/>
                  </a:lnTo>
                  <a:lnTo>
                    <a:pt x="217" y="0"/>
                  </a:lnTo>
                  <a:lnTo>
                    <a:pt x="171" y="11"/>
                  </a:lnTo>
                  <a:lnTo>
                    <a:pt x="95" y="87"/>
                  </a:lnTo>
                  <a:lnTo>
                    <a:pt x="57" y="95"/>
                  </a:lnTo>
                  <a:lnTo>
                    <a:pt x="0" y="133"/>
                  </a:lnTo>
                  <a:lnTo>
                    <a:pt x="224" y="203"/>
                  </a:lnTo>
                  <a:lnTo>
                    <a:pt x="224" y="20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0" name=""/>
            <p:cNvSpPr/>
            <p:nvPr/>
          </p:nvSpPr>
          <p:spPr>
            <a:xfrm>
              <a:off x="5882760" y="2811960"/>
              <a:ext cx="180000" cy="238680"/>
            </a:xfrm>
            <a:custGeom>
              <a:avLst/>
              <a:gdLst/>
              <a:ahLst/>
              <a:rect l="l" t="t" r="r" b="b"/>
              <a:pathLst>
                <a:path w="422" h="559">
                  <a:moveTo>
                    <a:pt x="48" y="464"/>
                  </a:moveTo>
                  <a:lnTo>
                    <a:pt x="42" y="370"/>
                  </a:lnTo>
                  <a:lnTo>
                    <a:pt x="6" y="302"/>
                  </a:lnTo>
                  <a:lnTo>
                    <a:pt x="21" y="159"/>
                  </a:lnTo>
                  <a:lnTo>
                    <a:pt x="82" y="85"/>
                  </a:lnTo>
                  <a:lnTo>
                    <a:pt x="78" y="140"/>
                  </a:lnTo>
                  <a:lnTo>
                    <a:pt x="97" y="129"/>
                  </a:lnTo>
                  <a:lnTo>
                    <a:pt x="97" y="83"/>
                  </a:lnTo>
                  <a:lnTo>
                    <a:pt x="120" y="57"/>
                  </a:lnTo>
                  <a:lnTo>
                    <a:pt x="127" y="7"/>
                  </a:lnTo>
                  <a:lnTo>
                    <a:pt x="148" y="0"/>
                  </a:lnTo>
                  <a:lnTo>
                    <a:pt x="276" y="43"/>
                  </a:lnTo>
                  <a:lnTo>
                    <a:pt x="287" y="80"/>
                  </a:lnTo>
                  <a:lnTo>
                    <a:pt x="304" y="114"/>
                  </a:lnTo>
                  <a:lnTo>
                    <a:pt x="308" y="175"/>
                  </a:lnTo>
                  <a:lnTo>
                    <a:pt x="264" y="228"/>
                  </a:lnTo>
                  <a:lnTo>
                    <a:pt x="262" y="268"/>
                  </a:lnTo>
                  <a:lnTo>
                    <a:pt x="287" y="281"/>
                  </a:lnTo>
                  <a:lnTo>
                    <a:pt x="321" y="226"/>
                  </a:lnTo>
                  <a:lnTo>
                    <a:pt x="356" y="207"/>
                  </a:lnTo>
                  <a:lnTo>
                    <a:pt x="378" y="218"/>
                  </a:lnTo>
                  <a:lnTo>
                    <a:pt x="422" y="342"/>
                  </a:lnTo>
                  <a:lnTo>
                    <a:pt x="392" y="395"/>
                  </a:lnTo>
                  <a:lnTo>
                    <a:pt x="384" y="433"/>
                  </a:lnTo>
                  <a:lnTo>
                    <a:pt x="367" y="445"/>
                  </a:lnTo>
                  <a:lnTo>
                    <a:pt x="367" y="479"/>
                  </a:lnTo>
                  <a:lnTo>
                    <a:pt x="344" y="524"/>
                  </a:lnTo>
                  <a:lnTo>
                    <a:pt x="205" y="543"/>
                  </a:lnTo>
                  <a:lnTo>
                    <a:pt x="202" y="536"/>
                  </a:lnTo>
                  <a:lnTo>
                    <a:pt x="0" y="559"/>
                  </a:lnTo>
                  <a:lnTo>
                    <a:pt x="48" y="464"/>
                  </a:lnTo>
                  <a:lnTo>
                    <a:pt x="48" y="464"/>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1" name=""/>
            <p:cNvSpPr/>
            <p:nvPr/>
          </p:nvSpPr>
          <p:spPr>
            <a:xfrm>
              <a:off x="5612040" y="2766600"/>
              <a:ext cx="246600" cy="252360"/>
            </a:xfrm>
            <a:custGeom>
              <a:avLst/>
              <a:gdLst/>
              <a:ahLst/>
              <a:rect l="l" t="t" r="r" b="b"/>
              <a:pathLst>
                <a:path w="578" h="591">
                  <a:moveTo>
                    <a:pt x="15" y="227"/>
                  </a:moveTo>
                  <a:lnTo>
                    <a:pt x="13" y="297"/>
                  </a:lnTo>
                  <a:lnTo>
                    <a:pt x="84" y="341"/>
                  </a:lnTo>
                  <a:lnTo>
                    <a:pt x="110" y="371"/>
                  </a:lnTo>
                  <a:lnTo>
                    <a:pt x="167" y="413"/>
                  </a:lnTo>
                  <a:lnTo>
                    <a:pt x="175" y="462"/>
                  </a:lnTo>
                  <a:lnTo>
                    <a:pt x="186" y="529"/>
                  </a:lnTo>
                  <a:lnTo>
                    <a:pt x="240" y="591"/>
                  </a:lnTo>
                  <a:lnTo>
                    <a:pt x="527" y="574"/>
                  </a:lnTo>
                  <a:lnTo>
                    <a:pt x="511" y="483"/>
                  </a:lnTo>
                  <a:lnTo>
                    <a:pt x="536" y="344"/>
                  </a:lnTo>
                  <a:lnTo>
                    <a:pt x="536" y="306"/>
                  </a:lnTo>
                  <a:lnTo>
                    <a:pt x="578" y="198"/>
                  </a:lnTo>
                  <a:lnTo>
                    <a:pt x="567" y="194"/>
                  </a:lnTo>
                  <a:lnTo>
                    <a:pt x="540" y="257"/>
                  </a:lnTo>
                  <a:lnTo>
                    <a:pt x="517" y="261"/>
                  </a:lnTo>
                  <a:lnTo>
                    <a:pt x="508" y="287"/>
                  </a:lnTo>
                  <a:lnTo>
                    <a:pt x="483" y="304"/>
                  </a:lnTo>
                  <a:lnTo>
                    <a:pt x="500" y="247"/>
                  </a:lnTo>
                  <a:lnTo>
                    <a:pt x="517" y="225"/>
                  </a:lnTo>
                  <a:lnTo>
                    <a:pt x="487" y="143"/>
                  </a:lnTo>
                  <a:lnTo>
                    <a:pt x="466" y="137"/>
                  </a:lnTo>
                  <a:lnTo>
                    <a:pt x="458" y="118"/>
                  </a:lnTo>
                  <a:lnTo>
                    <a:pt x="234" y="48"/>
                  </a:lnTo>
                  <a:lnTo>
                    <a:pt x="205" y="35"/>
                  </a:lnTo>
                  <a:lnTo>
                    <a:pt x="190" y="48"/>
                  </a:lnTo>
                  <a:lnTo>
                    <a:pt x="184" y="44"/>
                  </a:lnTo>
                  <a:lnTo>
                    <a:pt x="192" y="19"/>
                  </a:lnTo>
                  <a:lnTo>
                    <a:pt x="198" y="4"/>
                  </a:lnTo>
                  <a:lnTo>
                    <a:pt x="190" y="0"/>
                  </a:lnTo>
                  <a:lnTo>
                    <a:pt x="99" y="38"/>
                  </a:lnTo>
                  <a:lnTo>
                    <a:pt x="89" y="40"/>
                  </a:lnTo>
                  <a:lnTo>
                    <a:pt x="70" y="31"/>
                  </a:lnTo>
                  <a:lnTo>
                    <a:pt x="53" y="42"/>
                  </a:lnTo>
                  <a:lnTo>
                    <a:pt x="57" y="111"/>
                  </a:lnTo>
                  <a:lnTo>
                    <a:pt x="0" y="179"/>
                  </a:lnTo>
                  <a:lnTo>
                    <a:pt x="15" y="227"/>
                  </a:lnTo>
                  <a:lnTo>
                    <a:pt x="15" y="22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2" name=""/>
            <p:cNvSpPr/>
            <p:nvPr/>
          </p:nvSpPr>
          <p:spPr>
            <a:xfrm>
              <a:off x="5682960" y="3011760"/>
              <a:ext cx="183240" cy="321480"/>
            </a:xfrm>
            <a:custGeom>
              <a:avLst/>
              <a:gdLst/>
              <a:ahLst/>
              <a:rect l="l" t="t" r="r" b="b"/>
              <a:pathLst>
                <a:path w="430" h="753">
                  <a:moveTo>
                    <a:pt x="8" y="308"/>
                  </a:moveTo>
                  <a:lnTo>
                    <a:pt x="52" y="213"/>
                  </a:lnTo>
                  <a:lnTo>
                    <a:pt x="38" y="177"/>
                  </a:lnTo>
                  <a:lnTo>
                    <a:pt x="113" y="120"/>
                  </a:lnTo>
                  <a:lnTo>
                    <a:pt x="126" y="78"/>
                  </a:lnTo>
                  <a:lnTo>
                    <a:pt x="73" y="17"/>
                  </a:lnTo>
                  <a:lnTo>
                    <a:pt x="360" y="0"/>
                  </a:lnTo>
                  <a:lnTo>
                    <a:pt x="367" y="44"/>
                  </a:lnTo>
                  <a:lnTo>
                    <a:pt x="396" y="101"/>
                  </a:lnTo>
                  <a:lnTo>
                    <a:pt x="421" y="388"/>
                  </a:lnTo>
                  <a:lnTo>
                    <a:pt x="415" y="447"/>
                  </a:lnTo>
                  <a:lnTo>
                    <a:pt x="430" y="481"/>
                  </a:lnTo>
                  <a:lnTo>
                    <a:pt x="413" y="546"/>
                  </a:lnTo>
                  <a:lnTo>
                    <a:pt x="390" y="574"/>
                  </a:lnTo>
                  <a:lnTo>
                    <a:pt x="379" y="622"/>
                  </a:lnTo>
                  <a:lnTo>
                    <a:pt x="392" y="637"/>
                  </a:lnTo>
                  <a:lnTo>
                    <a:pt x="381" y="664"/>
                  </a:lnTo>
                  <a:lnTo>
                    <a:pt x="386" y="673"/>
                  </a:lnTo>
                  <a:lnTo>
                    <a:pt x="352" y="686"/>
                  </a:lnTo>
                  <a:lnTo>
                    <a:pt x="344" y="734"/>
                  </a:lnTo>
                  <a:lnTo>
                    <a:pt x="295" y="719"/>
                  </a:lnTo>
                  <a:lnTo>
                    <a:pt x="270" y="753"/>
                  </a:lnTo>
                  <a:lnTo>
                    <a:pt x="255" y="749"/>
                  </a:lnTo>
                  <a:lnTo>
                    <a:pt x="238" y="719"/>
                  </a:lnTo>
                  <a:lnTo>
                    <a:pt x="211" y="645"/>
                  </a:lnTo>
                  <a:lnTo>
                    <a:pt x="147" y="607"/>
                  </a:lnTo>
                  <a:lnTo>
                    <a:pt x="133" y="569"/>
                  </a:lnTo>
                  <a:lnTo>
                    <a:pt x="154" y="510"/>
                  </a:lnTo>
                  <a:lnTo>
                    <a:pt x="137" y="498"/>
                  </a:lnTo>
                  <a:lnTo>
                    <a:pt x="95" y="498"/>
                  </a:lnTo>
                  <a:lnTo>
                    <a:pt x="86" y="462"/>
                  </a:lnTo>
                  <a:lnTo>
                    <a:pt x="17" y="390"/>
                  </a:lnTo>
                  <a:lnTo>
                    <a:pt x="0" y="331"/>
                  </a:lnTo>
                  <a:lnTo>
                    <a:pt x="8" y="308"/>
                  </a:lnTo>
                  <a:lnTo>
                    <a:pt x="8" y="308"/>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3" name=""/>
            <p:cNvSpPr/>
            <p:nvPr/>
          </p:nvSpPr>
          <p:spPr>
            <a:xfrm>
              <a:off x="5844240" y="3040560"/>
              <a:ext cx="145080" cy="242280"/>
            </a:xfrm>
            <a:custGeom>
              <a:avLst/>
              <a:gdLst/>
              <a:ahLst/>
              <a:rect l="l" t="t" r="r" b="b"/>
              <a:pathLst>
                <a:path w="338" h="566">
                  <a:moveTo>
                    <a:pt x="11" y="566"/>
                  </a:moveTo>
                  <a:lnTo>
                    <a:pt x="21" y="549"/>
                  </a:lnTo>
                  <a:lnTo>
                    <a:pt x="85" y="545"/>
                  </a:lnTo>
                  <a:lnTo>
                    <a:pt x="138" y="528"/>
                  </a:lnTo>
                  <a:lnTo>
                    <a:pt x="192" y="496"/>
                  </a:lnTo>
                  <a:lnTo>
                    <a:pt x="235" y="494"/>
                  </a:lnTo>
                  <a:lnTo>
                    <a:pt x="285" y="412"/>
                  </a:lnTo>
                  <a:lnTo>
                    <a:pt x="300" y="418"/>
                  </a:lnTo>
                  <a:lnTo>
                    <a:pt x="338" y="389"/>
                  </a:lnTo>
                  <a:lnTo>
                    <a:pt x="329" y="368"/>
                  </a:lnTo>
                  <a:lnTo>
                    <a:pt x="332" y="357"/>
                  </a:lnTo>
                  <a:lnTo>
                    <a:pt x="294" y="7"/>
                  </a:lnTo>
                  <a:lnTo>
                    <a:pt x="291" y="0"/>
                  </a:lnTo>
                  <a:lnTo>
                    <a:pt x="89" y="23"/>
                  </a:lnTo>
                  <a:lnTo>
                    <a:pt x="51" y="42"/>
                  </a:lnTo>
                  <a:lnTo>
                    <a:pt x="17" y="32"/>
                  </a:lnTo>
                  <a:lnTo>
                    <a:pt x="42" y="319"/>
                  </a:lnTo>
                  <a:lnTo>
                    <a:pt x="36" y="378"/>
                  </a:lnTo>
                  <a:lnTo>
                    <a:pt x="51" y="412"/>
                  </a:lnTo>
                  <a:lnTo>
                    <a:pt x="34" y="477"/>
                  </a:lnTo>
                  <a:lnTo>
                    <a:pt x="11" y="505"/>
                  </a:lnTo>
                  <a:lnTo>
                    <a:pt x="0" y="553"/>
                  </a:lnTo>
                  <a:lnTo>
                    <a:pt x="11" y="566"/>
                  </a:lnTo>
                  <a:lnTo>
                    <a:pt x="11" y="566"/>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4" name=""/>
            <p:cNvSpPr/>
            <p:nvPr/>
          </p:nvSpPr>
          <p:spPr>
            <a:xfrm>
              <a:off x="5791320" y="3192480"/>
              <a:ext cx="336960" cy="168840"/>
            </a:xfrm>
            <a:custGeom>
              <a:avLst/>
              <a:gdLst/>
              <a:ahLst/>
              <a:rect l="l" t="t" r="r" b="b"/>
              <a:pathLst>
                <a:path w="791" h="396">
                  <a:moveTo>
                    <a:pt x="4" y="375"/>
                  </a:moveTo>
                  <a:lnTo>
                    <a:pt x="23" y="373"/>
                  </a:lnTo>
                  <a:lnTo>
                    <a:pt x="29" y="331"/>
                  </a:lnTo>
                  <a:lnTo>
                    <a:pt x="17" y="329"/>
                  </a:lnTo>
                  <a:lnTo>
                    <a:pt x="42" y="295"/>
                  </a:lnTo>
                  <a:lnTo>
                    <a:pt x="91" y="310"/>
                  </a:lnTo>
                  <a:lnTo>
                    <a:pt x="99" y="262"/>
                  </a:lnTo>
                  <a:lnTo>
                    <a:pt x="133" y="249"/>
                  </a:lnTo>
                  <a:lnTo>
                    <a:pt x="128" y="240"/>
                  </a:lnTo>
                  <a:lnTo>
                    <a:pt x="147" y="194"/>
                  </a:lnTo>
                  <a:lnTo>
                    <a:pt x="211" y="190"/>
                  </a:lnTo>
                  <a:lnTo>
                    <a:pt x="264" y="173"/>
                  </a:lnTo>
                  <a:lnTo>
                    <a:pt x="299" y="150"/>
                  </a:lnTo>
                  <a:lnTo>
                    <a:pt x="318" y="141"/>
                  </a:lnTo>
                  <a:lnTo>
                    <a:pt x="361" y="139"/>
                  </a:lnTo>
                  <a:lnTo>
                    <a:pt x="411" y="57"/>
                  </a:lnTo>
                  <a:lnTo>
                    <a:pt x="426" y="63"/>
                  </a:lnTo>
                  <a:lnTo>
                    <a:pt x="464" y="34"/>
                  </a:lnTo>
                  <a:lnTo>
                    <a:pt x="455" y="13"/>
                  </a:lnTo>
                  <a:lnTo>
                    <a:pt x="458" y="2"/>
                  </a:lnTo>
                  <a:lnTo>
                    <a:pt x="493" y="0"/>
                  </a:lnTo>
                  <a:lnTo>
                    <a:pt x="515" y="8"/>
                  </a:lnTo>
                  <a:lnTo>
                    <a:pt x="584" y="48"/>
                  </a:lnTo>
                  <a:lnTo>
                    <a:pt x="633" y="46"/>
                  </a:lnTo>
                  <a:lnTo>
                    <a:pt x="656" y="31"/>
                  </a:lnTo>
                  <a:lnTo>
                    <a:pt x="711" y="65"/>
                  </a:lnTo>
                  <a:lnTo>
                    <a:pt x="728" y="129"/>
                  </a:lnTo>
                  <a:lnTo>
                    <a:pt x="791" y="175"/>
                  </a:lnTo>
                  <a:lnTo>
                    <a:pt x="761" y="211"/>
                  </a:lnTo>
                  <a:lnTo>
                    <a:pt x="707" y="262"/>
                  </a:lnTo>
                  <a:lnTo>
                    <a:pt x="706" y="274"/>
                  </a:lnTo>
                  <a:lnTo>
                    <a:pt x="628" y="323"/>
                  </a:lnTo>
                  <a:lnTo>
                    <a:pt x="190" y="365"/>
                  </a:lnTo>
                  <a:lnTo>
                    <a:pt x="143" y="361"/>
                  </a:lnTo>
                  <a:lnTo>
                    <a:pt x="145" y="384"/>
                  </a:lnTo>
                  <a:lnTo>
                    <a:pt x="0" y="396"/>
                  </a:lnTo>
                  <a:lnTo>
                    <a:pt x="4" y="375"/>
                  </a:lnTo>
                  <a:lnTo>
                    <a:pt x="4" y="375"/>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5" name=""/>
            <p:cNvSpPr/>
            <p:nvPr/>
          </p:nvSpPr>
          <p:spPr>
            <a:xfrm>
              <a:off x="5753880" y="3318120"/>
              <a:ext cx="397800" cy="131400"/>
            </a:xfrm>
            <a:custGeom>
              <a:avLst/>
              <a:gdLst/>
              <a:ahLst/>
              <a:rect l="l" t="t" r="r" b="b"/>
              <a:pathLst>
                <a:path w="931" h="308">
                  <a:moveTo>
                    <a:pt x="17" y="253"/>
                  </a:moveTo>
                  <a:lnTo>
                    <a:pt x="11" y="249"/>
                  </a:lnTo>
                  <a:lnTo>
                    <a:pt x="38" y="228"/>
                  </a:lnTo>
                  <a:lnTo>
                    <a:pt x="64" y="180"/>
                  </a:lnTo>
                  <a:lnTo>
                    <a:pt x="55" y="169"/>
                  </a:lnTo>
                  <a:lnTo>
                    <a:pt x="68" y="146"/>
                  </a:lnTo>
                  <a:lnTo>
                    <a:pt x="68" y="120"/>
                  </a:lnTo>
                  <a:lnTo>
                    <a:pt x="87" y="101"/>
                  </a:lnTo>
                  <a:lnTo>
                    <a:pt x="232" y="89"/>
                  </a:lnTo>
                  <a:lnTo>
                    <a:pt x="230" y="66"/>
                  </a:lnTo>
                  <a:lnTo>
                    <a:pt x="277" y="70"/>
                  </a:lnTo>
                  <a:lnTo>
                    <a:pt x="715" y="28"/>
                  </a:lnTo>
                  <a:lnTo>
                    <a:pt x="931" y="0"/>
                  </a:lnTo>
                  <a:lnTo>
                    <a:pt x="893" y="74"/>
                  </a:lnTo>
                  <a:lnTo>
                    <a:pt x="834" y="87"/>
                  </a:lnTo>
                  <a:lnTo>
                    <a:pt x="806" y="125"/>
                  </a:lnTo>
                  <a:lnTo>
                    <a:pt x="699" y="186"/>
                  </a:lnTo>
                  <a:lnTo>
                    <a:pt x="694" y="209"/>
                  </a:lnTo>
                  <a:lnTo>
                    <a:pt x="667" y="222"/>
                  </a:lnTo>
                  <a:lnTo>
                    <a:pt x="667" y="253"/>
                  </a:lnTo>
                  <a:lnTo>
                    <a:pt x="523" y="270"/>
                  </a:lnTo>
                  <a:lnTo>
                    <a:pt x="234" y="294"/>
                  </a:lnTo>
                  <a:lnTo>
                    <a:pt x="0" y="308"/>
                  </a:lnTo>
                  <a:lnTo>
                    <a:pt x="17" y="253"/>
                  </a:lnTo>
                  <a:lnTo>
                    <a:pt x="17" y="25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6" name=""/>
            <p:cNvSpPr/>
            <p:nvPr/>
          </p:nvSpPr>
          <p:spPr>
            <a:xfrm>
              <a:off x="5699160" y="3444120"/>
              <a:ext cx="165240" cy="279000"/>
            </a:xfrm>
            <a:custGeom>
              <a:avLst/>
              <a:gdLst/>
              <a:ahLst/>
              <a:rect l="l" t="t" r="r" b="b"/>
              <a:pathLst>
                <a:path w="388" h="654">
                  <a:moveTo>
                    <a:pt x="27" y="457"/>
                  </a:moveTo>
                  <a:lnTo>
                    <a:pt x="65" y="407"/>
                  </a:lnTo>
                  <a:lnTo>
                    <a:pt x="54" y="394"/>
                  </a:lnTo>
                  <a:lnTo>
                    <a:pt x="38" y="287"/>
                  </a:lnTo>
                  <a:lnTo>
                    <a:pt x="33" y="215"/>
                  </a:lnTo>
                  <a:lnTo>
                    <a:pt x="59" y="135"/>
                  </a:lnTo>
                  <a:lnTo>
                    <a:pt x="101" y="80"/>
                  </a:lnTo>
                  <a:lnTo>
                    <a:pt x="97" y="65"/>
                  </a:lnTo>
                  <a:lnTo>
                    <a:pt x="128" y="14"/>
                  </a:lnTo>
                  <a:lnTo>
                    <a:pt x="362" y="0"/>
                  </a:lnTo>
                  <a:lnTo>
                    <a:pt x="373" y="12"/>
                  </a:lnTo>
                  <a:lnTo>
                    <a:pt x="362" y="419"/>
                  </a:lnTo>
                  <a:lnTo>
                    <a:pt x="388" y="614"/>
                  </a:lnTo>
                  <a:lnTo>
                    <a:pt x="379" y="624"/>
                  </a:lnTo>
                  <a:lnTo>
                    <a:pt x="329" y="612"/>
                  </a:lnTo>
                  <a:lnTo>
                    <a:pt x="253" y="654"/>
                  </a:lnTo>
                  <a:lnTo>
                    <a:pt x="215" y="592"/>
                  </a:lnTo>
                  <a:lnTo>
                    <a:pt x="221" y="546"/>
                  </a:lnTo>
                  <a:lnTo>
                    <a:pt x="0" y="555"/>
                  </a:lnTo>
                  <a:lnTo>
                    <a:pt x="27" y="457"/>
                  </a:lnTo>
                  <a:lnTo>
                    <a:pt x="27" y="45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7" name=""/>
            <p:cNvSpPr/>
            <p:nvPr/>
          </p:nvSpPr>
          <p:spPr>
            <a:xfrm>
              <a:off x="5853960" y="3433320"/>
              <a:ext cx="177480" cy="281520"/>
            </a:xfrm>
            <a:custGeom>
              <a:avLst/>
              <a:gdLst/>
              <a:ahLst/>
              <a:rect l="l" t="t" r="r" b="b"/>
              <a:pathLst>
                <a:path w="416" h="659">
                  <a:moveTo>
                    <a:pt x="11" y="36"/>
                  </a:moveTo>
                  <a:lnTo>
                    <a:pt x="0" y="443"/>
                  </a:lnTo>
                  <a:lnTo>
                    <a:pt x="26" y="638"/>
                  </a:lnTo>
                  <a:lnTo>
                    <a:pt x="55" y="646"/>
                  </a:lnTo>
                  <a:lnTo>
                    <a:pt x="81" y="631"/>
                  </a:lnTo>
                  <a:lnTo>
                    <a:pt x="97" y="646"/>
                  </a:lnTo>
                  <a:lnTo>
                    <a:pt x="74" y="659"/>
                  </a:lnTo>
                  <a:lnTo>
                    <a:pt x="131" y="644"/>
                  </a:lnTo>
                  <a:lnTo>
                    <a:pt x="142" y="627"/>
                  </a:lnTo>
                  <a:lnTo>
                    <a:pt x="135" y="616"/>
                  </a:lnTo>
                  <a:lnTo>
                    <a:pt x="138" y="598"/>
                  </a:lnTo>
                  <a:lnTo>
                    <a:pt x="112" y="574"/>
                  </a:lnTo>
                  <a:lnTo>
                    <a:pt x="112" y="553"/>
                  </a:lnTo>
                  <a:lnTo>
                    <a:pt x="416" y="526"/>
                  </a:lnTo>
                  <a:lnTo>
                    <a:pt x="391" y="422"/>
                  </a:lnTo>
                  <a:lnTo>
                    <a:pt x="406" y="359"/>
                  </a:lnTo>
                  <a:lnTo>
                    <a:pt x="368" y="277"/>
                  </a:lnTo>
                  <a:lnTo>
                    <a:pt x="289" y="0"/>
                  </a:lnTo>
                  <a:lnTo>
                    <a:pt x="0" y="24"/>
                  </a:lnTo>
                  <a:lnTo>
                    <a:pt x="11" y="36"/>
                  </a:lnTo>
                  <a:lnTo>
                    <a:pt x="11" y="36"/>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8" name=""/>
            <p:cNvSpPr/>
            <p:nvPr/>
          </p:nvSpPr>
          <p:spPr>
            <a:xfrm>
              <a:off x="5976720" y="3418560"/>
              <a:ext cx="250920" cy="257760"/>
            </a:xfrm>
            <a:custGeom>
              <a:avLst/>
              <a:gdLst/>
              <a:ahLst/>
              <a:rect l="l" t="t" r="r" b="b"/>
              <a:pathLst>
                <a:path w="587" h="603">
                  <a:moveTo>
                    <a:pt x="79" y="312"/>
                  </a:moveTo>
                  <a:lnTo>
                    <a:pt x="117" y="394"/>
                  </a:lnTo>
                  <a:lnTo>
                    <a:pt x="102" y="457"/>
                  </a:lnTo>
                  <a:lnTo>
                    <a:pt x="127" y="561"/>
                  </a:lnTo>
                  <a:lnTo>
                    <a:pt x="150" y="595"/>
                  </a:lnTo>
                  <a:lnTo>
                    <a:pt x="464" y="578"/>
                  </a:lnTo>
                  <a:lnTo>
                    <a:pt x="467" y="599"/>
                  </a:lnTo>
                  <a:lnTo>
                    <a:pt x="486" y="603"/>
                  </a:lnTo>
                  <a:lnTo>
                    <a:pt x="479" y="552"/>
                  </a:lnTo>
                  <a:lnTo>
                    <a:pt x="492" y="538"/>
                  </a:lnTo>
                  <a:lnTo>
                    <a:pt x="538" y="548"/>
                  </a:lnTo>
                  <a:lnTo>
                    <a:pt x="545" y="512"/>
                  </a:lnTo>
                  <a:lnTo>
                    <a:pt x="540" y="464"/>
                  </a:lnTo>
                  <a:lnTo>
                    <a:pt x="559" y="451"/>
                  </a:lnTo>
                  <a:lnTo>
                    <a:pt x="587" y="360"/>
                  </a:lnTo>
                  <a:lnTo>
                    <a:pt x="568" y="356"/>
                  </a:lnTo>
                  <a:lnTo>
                    <a:pt x="492" y="238"/>
                  </a:lnTo>
                  <a:lnTo>
                    <a:pt x="327" y="90"/>
                  </a:lnTo>
                  <a:lnTo>
                    <a:pt x="254" y="44"/>
                  </a:lnTo>
                  <a:lnTo>
                    <a:pt x="279" y="0"/>
                  </a:lnTo>
                  <a:lnTo>
                    <a:pt x="144" y="18"/>
                  </a:lnTo>
                  <a:lnTo>
                    <a:pt x="0" y="35"/>
                  </a:lnTo>
                  <a:lnTo>
                    <a:pt x="79" y="312"/>
                  </a:lnTo>
                  <a:lnTo>
                    <a:pt x="79" y="312"/>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29" name=""/>
            <p:cNvSpPr/>
            <p:nvPr/>
          </p:nvSpPr>
          <p:spPr>
            <a:xfrm>
              <a:off x="5901480" y="3648240"/>
              <a:ext cx="422280" cy="312120"/>
            </a:xfrm>
            <a:custGeom>
              <a:avLst/>
              <a:gdLst/>
              <a:ahLst/>
              <a:rect l="l" t="t" r="r" b="b"/>
              <a:pathLst>
                <a:path w="990" h="732">
                  <a:moveTo>
                    <a:pt x="0" y="71"/>
                  </a:moveTo>
                  <a:lnTo>
                    <a:pt x="26" y="95"/>
                  </a:lnTo>
                  <a:lnTo>
                    <a:pt x="23" y="113"/>
                  </a:lnTo>
                  <a:lnTo>
                    <a:pt x="30" y="124"/>
                  </a:lnTo>
                  <a:lnTo>
                    <a:pt x="19" y="141"/>
                  </a:lnTo>
                  <a:lnTo>
                    <a:pt x="135" y="101"/>
                  </a:lnTo>
                  <a:lnTo>
                    <a:pt x="283" y="194"/>
                  </a:lnTo>
                  <a:lnTo>
                    <a:pt x="405" y="130"/>
                  </a:lnTo>
                  <a:lnTo>
                    <a:pt x="475" y="145"/>
                  </a:lnTo>
                  <a:lnTo>
                    <a:pt x="564" y="232"/>
                  </a:lnTo>
                  <a:lnTo>
                    <a:pt x="597" y="232"/>
                  </a:lnTo>
                  <a:lnTo>
                    <a:pt x="625" y="293"/>
                  </a:lnTo>
                  <a:lnTo>
                    <a:pt x="618" y="409"/>
                  </a:lnTo>
                  <a:lnTo>
                    <a:pt x="639" y="422"/>
                  </a:lnTo>
                  <a:lnTo>
                    <a:pt x="642" y="401"/>
                  </a:lnTo>
                  <a:lnTo>
                    <a:pt x="671" y="401"/>
                  </a:lnTo>
                  <a:lnTo>
                    <a:pt x="642" y="457"/>
                  </a:lnTo>
                  <a:lnTo>
                    <a:pt x="718" y="533"/>
                  </a:lnTo>
                  <a:lnTo>
                    <a:pt x="730" y="512"/>
                  </a:lnTo>
                  <a:lnTo>
                    <a:pt x="736" y="565"/>
                  </a:lnTo>
                  <a:lnTo>
                    <a:pt x="760" y="576"/>
                  </a:lnTo>
                  <a:lnTo>
                    <a:pt x="787" y="641"/>
                  </a:lnTo>
                  <a:lnTo>
                    <a:pt x="814" y="641"/>
                  </a:lnTo>
                  <a:lnTo>
                    <a:pt x="871" y="702"/>
                  </a:lnTo>
                  <a:lnTo>
                    <a:pt x="903" y="706"/>
                  </a:lnTo>
                  <a:lnTo>
                    <a:pt x="903" y="715"/>
                  </a:lnTo>
                  <a:lnTo>
                    <a:pt x="880" y="732"/>
                  </a:lnTo>
                  <a:lnTo>
                    <a:pt x="931" y="725"/>
                  </a:lnTo>
                  <a:lnTo>
                    <a:pt x="964" y="711"/>
                  </a:lnTo>
                  <a:lnTo>
                    <a:pt x="981" y="626"/>
                  </a:lnTo>
                  <a:lnTo>
                    <a:pt x="990" y="630"/>
                  </a:lnTo>
                  <a:lnTo>
                    <a:pt x="983" y="512"/>
                  </a:lnTo>
                  <a:lnTo>
                    <a:pt x="969" y="477"/>
                  </a:lnTo>
                  <a:lnTo>
                    <a:pt x="863" y="306"/>
                  </a:lnTo>
                  <a:lnTo>
                    <a:pt x="779" y="145"/>
                  </a:lnTo>
                  <a:lnTo>
                    <a:pt x="728" y="12"/>
                  </a:lnTo>
                  <a:lnTo>
                    <a:pt x="715" y="10"/>
                  </a:lnTo>
                  <a:lnTo>
                    <a:pt x="669" y="0"/>
                  </a:lnTo>
                  <a:lnTo>
                    <a:pt x="656" y="14"/>
                  </a:lnTo>
                  <a:lnTo>
                    <a:pt x="663" y="65"/>
                  </a:lnTo>
                  <a:lnTo>
                    <a:pt x="644" y="61"/>
                  </a:lnTo>
                  <a:lnTo>
                    <a:pt x="641" y="40"/>
                  </a:lnTo>
                  <a:lnTo>
                    <a:pt x="327" y="57"/>
                  </a:lnTo>
                  <a:lnTo>
                    <a:pt x="304" y="23"/>
                  </a:lnTo>
                  <a:lnTo>
                    <a:pt x="0" y="50"/>
                  </a:lnTo>
                  <a:lnTo>
                    <a:pt x="0" y="71"/>
                  </a:lnTo>
                  <a:lnTo>
                    <a:pt x="0" y="71"/>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0" name=""/>
            <p:cNvSpPr/>
            <p:nvPr/>
          </p:nvSpPr>
          <p:spPr>
            <a:xfrm>
              <a:off x="5970600" y="3005640"/>
              <a:ext cx="195480" cy="214200"/>
            </a:xfrm>
            <a:custGeom>
              <a:avLst/>
              <a:gdLst/>
              <a:ahLst/>
              <a:rect l="l" t="t" r="r" b="b"/>
              <a:pathLst>
                <a:path w="459" h="504">
                  <a:moveTo>
                    <a:pt x="0" y="91"/>
                  </a:moveTo>
                  <a:lnTo>
                    <a:pt x="38" y="441"/>
                  </a:lnTo>
                  <a:lnTo>
                    <a:pt x="95" y="447"/>
                  </a:lnTo>
                  <a:lnTo>
                    <a:pt x="164" y="487"/>
                  </a:lnTo>
                  <a:lnTo>
                    <a:pt x="213" y="485"/>
                  </a:lnTo>
                  <a:lnTo>
                    <a:pt x="236" y="470"/>
                  </a:lnTo>
                  <a:lnTo>
                    <a:pt x="291" y="504"/>
                  </a:lnTo>
                  <a:lnTo>
                    <a:pt x="324" y="475"/>
                  </a:lnTo>
                  <a:lnTo>
                    <a:pt x="331" y="420"/>
                  </a:lnTo>
                  <a:lnTo>
                    <a:pt x="352" y="432"/>
                  </a:lnTo>
                  <a:lnTo>
                    <a:pt x="364" y="386"/>
                  </a:lnTo>
                  <a:lnTo>
                    <a:pt x="440" y="319"/>
                  </a:lnTo>
                  <a:lnTo>
                    <a:pt x="453" y="211"/>
                  </a:lnTo>
                  <a:lnTo>
                    <a:pt x="443" y="188"/>
                  </a:lnTo>
                  <a:lnTo>
                    <a:pt x="459" y="177"/>
                  </a:lnTo>
                  <a:lnTo>
                    <a:pt x="430" y="0"/>
                  </a:lnTo>
                  <a:lnTo>
                    <a:pt x="352" y="40"/>
                  </a:lnTo>
                  <a:lnTo>
                    <a:pt x="312" y="82"/>
                  </a:lnTo>
                  <a:lnTo>
                    <a:pt x="284" y="84"/>
                  </a:lnTo>
                  <a:lnTo>
                    <a:pt x="240" y="107"/>
                  </a:lnTo>
                  <a:lnTo>
                    <a:pt x="139" y="72"/>
                  </a:lnTo>
                  <a:lnTo>
                    <a:pt x="0" y="91"/>
                  </a:lnTo>
                  <a:lnTo>
                    <a:pt x="0" y="91"/>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1" name=""/>
            <p:cNvSpPr/>
            <p:nvPr/>
          </p:nvSpPr>
          <p:spPr>
            <a:xfrm>
              <a:off x="6094440" y="3080520"/>
              <a:ext cx="208080" cy="201960"/>
            </a:xfrm>
            <a:custGeom>
              <a:avLst/>
              <a:gdLst/>
              <a:ahLst/>
              <a:rect l="l" t="t" r="r" b="b"/>
              <a:pathLst>
                <a:path w="489" h="473">
                  <a:moveTo>
                    <a:pt x="0" y="327"/>
                  </a:moveTo>
                  <a:lnTo>
                    <a:pt x="17" y="391"/>
                  </a:lnTo>
                  <a:lnTo>
                    <a:pt x="80" y="437"/>
                  </a:lnTo>
                  <a:lnTo>
                    <a:pt x="111" y="473"/>
                  </a:lnTo>
                  <a:lnTo>
                    <a:pt x="204" y="435"/>
                  </a:lnTo>
                  <a:lnTo>
                    <a:pt x="246" y="429"/>
                  </a:lnTo>
                  <a:lnTo>
                    <a:pt x="268" y="401"/>
                  </a:lnTo>
                  <a:lnTo>
                    <a:pt x="304" y="258"/>
                  </a:lnTo>
                  <a:lnTo>
                    <a:pt x="344" y="275"/>
                  </a:lnTo>
                  <a:lnTo>
                    <a:pt x="420" y="122"/>
                  </a:lnTo>
                  <a:lnTo>
                    <a:pt x="479" y="154"/>
                  </a:lnTo>
                  <a:lnTo>
                    <a:pt x="489" y="127"/>
                  </a:lnTo>
                  <a:lnTo>
                    <a:pt x="447" y="93"/>
                  </a:lnTo>
                  <a:lnTo>
                    <a:pt x="415" y="97"/>
                  </a:lnTo>
                  <a:lnTo>
                    <a:pt x="403" y="114"/>
                  </a:lnTo>
                  <a:lnTo>
                    <a:pt x="344" y="131"/>
                  </a:lnTo>
                  <a:lnTo>
                    <a:pt x="306" y="173"/>
                  </a:lnTo>
                  <a:lnTo>
                    <a:pt x="295" y="106"/>
                  </a:lnTo>
                  <a:lnTo>
                    <a:pt x="189" y="123"/>
                  </a:lnTo>
                  <a:lnTo>
                    <a:pt x="168" y="0"/>
                  </a:lnTo>
                  <a:lnTo>
                    <a:pt x="152" y="11"/>
                  </a:lnTo>
                  <a:lnTo>
                    <a:pt x="162" y="34"/>
                  </a:lnTo>
                  <a:lnTo>
                    <a:pt x="149" y="142"/>
                  </a:lnTo>
                  <a:lnTo>
                    <a:pt x="73" y="209"/>
                  </a:lnTo>
                  <a:lnTo>
                    <a:pt x="61" y="255"/>
                  </a:lnTo>
                  <a:lnTo>
                    <a:pt x="40" y="243"/>
                  </a:lnTo>
                  <a:lnTo>
                    <a:pt x="33" y="298"/>
                  </a:lnTo>
                  <a:lnTo>
                    <a:pt x="0" y="327"/>
                  </a:lnTo>
                  <a:lnTo>
                    <a:pt x="0" y="327"/>
                  </a:lnTo>
                  <a:lnTo>
                    <a:pt x="0" y="32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2" name=""/>
            <p:cNvSpPr/>
            <p:nvPr/>
          </p:nvSpPr>
          <p:spPr>
            <a:xfrm>
              <a:off x="6220080" y="3095280"/>
              <a:ext cx="212400" cy="102240"/>
            </a:xfrm>
            <a:custGeom>
              <a:avLst/>
              <a:gdLst/>
              <a:ahLst/>
              <a:rect l="l" t="t" r="r" b="b"/>
              <a:pathLst>
                <a:path w="496" h="240">
                  <a:moveTo>
                    <a:pt x="0" y="72"/>
                  </a:moveTo>
                  <a:lnTo>
                    <a:pt x="11" y="139"/>
                  </a:lnTo>
                  <a:lnTo>
                    <a:pt x="49" y="97"/>
                  </a:lnTo>
                  <a:lnTo>
                    <a:pt x="108" y="80"/>
                  </a:lnTo>
                  <a:lnTo>
                    <a:pt x="120" y="63"/>
                  </a:lnTo>
                  <a:lnTo>
                    <a:pt x="152" y="59"/>
                  </a:lnTo>
                  <a:lnTo>
                    <a:pt x="194" y="93"/>
                  </a:lnTo>
                  <a:lnTo>
                    <a:pt x="222" y="101"/>
                  </a:lnTo>
                  <a:lnTo>
                    <a:pt x="276" y="148"/>
                  </a:lnTo>
                  <a:lnTo>
                    <a:pt x="257" y="194"/>
                  </a:lnTo>
                  <a:lnTo>
                    <a:pt x="264" y="215"/>
                  </a:lnTo>
                  <a:lnTo>
                    <a:pt x="287" y="205"/>
                  </a:lnTo>
                  <a:lnTo>
                    <a:pt x="308" y="205"/>
                  </a:lnTo>
                  <a:lnTo>
                    <a:pt x="319" y="221"/>
                  </a:lnTo>
                  <a:lnTo>
                    <a:pt x="344" y="221"/>
                  </a:lnTo>
                  <a:lnTo>
                    <a:pt x="354" y="215"/>
                  </a:lnTo>
                  <a:lnTo>
                    <a:pt x="338" y="173"/>
                  </a:lnTo>
                  <a:lnTo>
                    <a:pt x="335" y="97"/>
                  </a:lnTo>
                  <a:lnTo>
                    <a:pt x="316" y="86"/>
                  </a:lnTo>
                  <a:lnTo>
                    <a:pt x="354" y="51"/>
                  </a:lnTo>
                  <a:lnTo>
                    <a:pt x="356" y="29"/>
                  </a:lnTo>
                  <a:lnTo>
                    <a:pt x="380" y="31"/>
                  </a:lnTo>
                  <a:lnTo>
                    <a:pt x="350" y="78"/>
                  </a:lnTo>
                  <a:lnTo>
                    <a:pt x="367" y="135"/>
                  </a:lnTo>
                  <a:lnTo>
                    <a:pt x="375" y="150"/>
                  </a:lnTo>
                  <a:lnTo>
                    <a:pt x="386" y="158"/>
                  </a:lnTo>
                  <a:lnTo>
                    <a:pt x="363" y="156"/>
                  </a:lnTo>
                  <a:lnTo>
                    <a:pt x="371" y="192"/>
                  </a:lnTo>
                  <a:lnTo>
                    <a:pt x="411" y="215"/>
                  </a:lnTo>
                  <a:lnTo>
                    <a:pt x="420" y="221"/>
                  </a:lnTo>
                  <a:lnTo>
                    <a:pt x="432" y="221"/>
                  </a:lnTo>
                  <a:lnTo>
                    <a:pt x="426" y="240"/>
                  </a:lnTo>
                  <a:lnTo>
                    <a:pt x="475" y="215"/>
                  </a:lnTo>
                  <a:lnTo>
                    <a:pt x="485" y="184"/>
                  </a:lnTo>
                  <a:lnTo>
                    <a:pt x="496" y="152"/>
                  </a:lnTo>
                  <a:lnTo>
                    <a:pt x="426" y="167"/>
                  </a:lnTo>
                  <a:lnTo>
                    <a:pt x="380" y="0"/>
                  </a:lnTo>
                  <a:lnTo>
                    <a:pt x="0" y="72"/>
                  </a:lnTo>
                  <a:lnTo>
                    <a:pt x="0" y="72"/>
                  </a:lnTo>
                  <a:lnTo>
                    <a:pt x="0" y="72"/>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3" name=""/>
            <p:cNvSpPr/>
            <p:nvPr/>
          </p:nvSpPr>
          <p:spPr>
            <a:xfrm>
              <a:off x="6058800" y="3132720"/>
              <a:ext cx="360000" cy="198000"/>
            </a:xfrm>
            <a:custGeom>
              <a:avLst/>
              <a:gdLst/>
              <a:ahLst/>
              <a:rect l="l" t="t" r="r" b="b"/>
              <a:pathLst>
                <a:path w="844" h="463">
                  <a:moveTo>
                    <a:pt x="78" y="414"/>
                  </a:moveTo>
                  <a:lnTo>
                    <a:pt x="79" y="402"/>
                  </a:lnTo>
                  <a:lnTo>
                    <a:pt x="133" y="351"/>
                  </a:lnTo>
                  <a:lnTo>
                    <a:pt x="163" y="315"/>
                  </a:lnTo>
                  <a:lnTo>
                    <a:pt x="194" y="351"/>
                  </a:lnTo>
                  <a:lnTo>
                    <a:pt x="287" y="313"/>
                  </a:lnTo>
                  <a:lnTo>
                    <a:pt x="329" y="307"/>
                  </a:lnTo>
                  <a:lnTo>
                    <a:pt x="351" y="279"/>
                  </a:lnTo>
                  <a:lnTo>
                    <a:pt x="387" y="136"/>
                  </a:lnTo>
                  <a:lnTo>
                    <a:pt x="427" y="153"/>
                  </a:lnTo>
                  <a:lnTo>
                    <a:pt x="503" y="0"/>
                  </a:lnTo>
                  <a:lnTo>
                    <a:pt x="562" y="32"/>
                  </a:lnTo>
                  <a:lnTo>
                    <a:pt x="572" y="5"/>
                  </a:lnTo>
                  <a:lnTo>
                    <a:pt x="600" y="13"/>
                  </a:lnTo>
                  <a:lnTo>
                    <a:pt x="654" y="60"/>
                  </a:lnTo>
                  <a:lnTo>
                    <a:pt x="635" y="106"/>
                  </a:lnTo>
                  <a:lnTo>
                    <a:pt x="642" y="127"/>
                  </a:lnTo>
                  <a:lnTo>
                    <a:pt x="665" y="117"/>
                  </a:lnTo>
                  <a:lnTo>
                    <a:pt x="682" y="138"/>
                  </a:lnTo>
                  <a:lnTo>
                    <a:pt x="764" y="165"/>
                  </a:lnTo>
                  <a:lnTo>
                    <a:pt x="688" y="161"/>
                  </a:lnTo>
                  <a:lnTo>
                    <a:pt x="768" y="231"/>
                  </a:lnTo>
                  <a:lnTo>
                    <a:pt x="718" y="224"/>
                  </a:lnTo>
                  <a:lnTo>
                    <a:pt x="819" y="288"/>
                  </a:lnTo>
                  <a:lnTo>
                    <a:pt x="844" y="332"/>
                  </a:lnTo>
                  <a:lnTo>
                    <a:pt x="827" y="326"/>
                  </a:lnTo>
                  <a:lnTo>
                    <a:pt x="823" y="338"/>
                  </a:lnTo>
                  <a:lnTo>
                    <a:pt x="492" y="401"/>
                  </a:lnTo>
                  <a:lnTo>
                    <a:pt x="216" y="435"/>
                  </a:lnTo>
                  <a:lnTo>
                    <a:pt x="0" y="463"/>
                  </a:lnTo>
                  <a:lnTo>
                    <a:pt x="78" y="414"/>
                  </a:lnTo>
                  <a:lnTo>
                    <a:pt x="78" y="414"/>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4" name=""/>
            <p:cNvSpPr/>
            <p:nvPr/>
          </p:nvSpPr>
          <p:spPr>
            <a:xfrm>
              <a:off x="6039000" y="3277080"/>
              <a:ext cx="396720" cy="173160"/>
            </a:xfrm>
            <a:custGeom>
              <a:avLst/>
              <a:gdLst/>
              <a:ahLst/>
              <a:rect l="l" t="t" r="r" b="b"/>
              <a:pathLst>
                <a:path w="932" h="407">
                  <a:moveTo>
                    <a:pt x="0" y="350"/>
                  </a:moveTo>
                  <a:lnTo>
                    <a:pt x="135" y="332"/>
                  </a:lnTo>
                  <a:lnTo>
                    <a:pt x="213" y="294"/>
                  </a:lnTo>
                  <a:lnTo>
                    <a:pt x="361" y="279"/>
                  </a:lnTo>
                  <a:lnTo>
                    <a:pt x="422" y="317"/>
                  </a:lnTo>
                  <a:lnTo>
                    <a:pt x="519" y="304"/>
                  </a:lnTo>
                  <a:lnTo>
                    <a:pt x="666" y="407"/>
                  </a:lnTo>
                  <a:lnTo>
                    <a:pt x="723" y="393"/>
                  </a:lnTo>
                  <a:lnTo>
                    <a:pt x="804" y="275"/>
                  </a:lnTo>
                  <a:lnTo>
                    <a:pt x="871" y="251"/>
                  </a:lnTo>
                  <a:lnTo>
                    <a:pt x="892" y="217"/>
                  </a:lnTo>
                  <a:lnTo>
                    <a:pt x="820" y="230"/>
                  </a:lnTo>
                  <a:lnTo>
                    <a:pt x="801" y="205"/>
                  </a:lnTo>
                  <a:lnTo>
                    <a:pt x="844" y="194"/>
                  </a:lnTo>
                  <a:lnTo>
                    <a:pt x="844" y="179"/>
                  </a:lnTo>
                  <a:lnTo>
                    <a:pt x="795" y="161"/>
                  </a:lnTo>
                  <a:lnTo>
                    <a:pt x="858" y="139"/>
                  </a:lnTo>
                  <a:lnTo>
                    <a:pt x="854" y="163"/>
                  </a:lnTo>
                  <a:lnTo>
                    <a:pt x="894" y="163"/>
                  </a:lnTo>
                  <a:lnTo>
                    <a:pt x="916" y="122"/>
                  </a:lnTo>
                  <a:lnTo>
                    <a:pt x="932" y="120"/>
                  </a:lnTo>
                  <a:lnTo>
                    <a:pt x="922" y="82"/>
                  </a:lnTo>
                  <a:lnTo>
                    <a:pt x="894" y="120"/>
                  </a:lnTo>
                  <a:lnTo>
                    <a:pt x="865" y="36"/>
                  </a:lnTo>
                  <a:lnTo>
                    <a:pt x="884" y="32"/>
                  </a:lnTo>
                  <a:lnTo>
                    <a:pt x="911" y="55"/>
                  </a:lnTo>
                  <a:lnTo>
                    <a:pt x="892" y="17"/>
                  </a:lnTo>
                  <a:lnTo>
                    <a:pt x="871" y="0"/>
                  </a:lnTo>
                  <a:lnTo>
                    <a:pt x="540" y="63"/>
                  </a:lnTo>
                  <a:lnTo>
                    <a:pt x="264" y="97"/>
                  </a:lnTo>
                  <a:lnTo>
                    <a:pt x="226" y="171"/>
                  </a:lnTo>
                  <a:lnTo>
                    <a:pt x="167" y="184"/>
                  </a:lnTo>
                  <a:lnTo>
                    <a:pt x="139" y="222"/>
                  </a:lnTo>
                  <a:lnTo>
                    <a:pt x="32" y="283"/>
                  </a:lnTo>
                  <a:lnTo>
                    <a:pt x="27" y="306"/>
                  </a:lnTo>
                  <a:lnTo>
                    <a:pt x="0" y="319"/>
                  </a:lnTo>
                  <a:lnTo>
                    <a:pt x="0" y="350"/>
                  </a:lnTo>
                  <a:lnTo>
                    <a:pt x="0" y="350"/>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5" name=""/>
            <p:cNvSpPr/>
            <p:nvPr/>
          </p:nvSpPr>
          <p:spPr>
            <a:xfrm>
              <a:off x="6085800" y="3396240"/>
              <a:ext cx="236520" cy="175680"/>
            </a:xfrm>
            <a:custGeom>
              <a:avLst/>
              <a:gdLst/>
              <a:ahLst/>
              <a:rect l="l" t="t" r="r" b="b"/>
              <a:pathLst>
                <a:path w="556" h="413">
                  <a:moveTo>
                    <a:pt x="25" y="53"/>
                  </a:moveTo>
                  <a:lnTo>
                    <a:pt x="103" y="15"/>
                  </a:lnTo>
                  <a:lnTo>
                    <a:pt x="251" y="0"/>
                  </a:lnTo>
                  <a:lnTo>
                    <a:pt x="312" y="38"/>
                  </a:lnTo>
                  <a:lnTo>
                    <a:pt x="409" y="25"/>
                  </a:lnTo>
                  <a:lnTo>
                    <a:pt x="556" y="128"/>
                  </a:lnTo>
                  <a:lnTo>
                    <a:pt x="491" y="206"/>
                  </a:lnTo>
                  <a:lnTo>
                    <a:pt x="495" y="240"/>
                  </a:lnTo>
                  <a:lnTo>
                    <a:pt x="384" y="340"/>
                  </a:lnTo>
                  <a:lnTo>
                    <a:pt x="365" y="344"/>
                  </a:lnTo>
                  <a:lnTo>
                    <a:pt x="358" y="375"/>
                  </a:lnTo>
                  <a:lnTo>
                    <a:pt x="333" y="358"/>
                  </a:lnTo>
                  <a:lnTo>
                    <a:pt x="354" y="386"/>
                  </a:lnTo>
                  <a:lnTo>
                    <a:pt x="333" y="413"/>
                  </a:lnTo>
                  <a:lnTo>
                    <a:pt x="314" y="409"/>
                  </a:lnTo>
                  <a:lnTo>
                    <a:pt x="238" y="291"/>
                  </a:lnTo>
                  <a:lnTo>
                    <a:pt x="73" y="143"/>
                  </a:lnTo>
                  <a:lnTo>
                    <a:pt x="0" y="97"/>
                  </a:lnTo>
                  <a:lnTo>
                    <a:pt x="25" y="53"/>
                  </a:lnTo>
                  <a:lnTo>
                    <a:pt x="25" y="5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6" name=""/>
            <p:cNvSpPr/>
            <p:nvPr/>
          </p:nvSpPr>
          <p:spPr>
            <a:xfrm>
              <a:off x="6154200" y="2963880"/>
              <a:ext cx="270360" cy="169560"/>
            </a:xfrm>
            <a:custGeom>
              <a:avLst/>
              <a:gdLst/>
              <a:ahLst/>
              <a:rect l="l" t="t" r="r" b="b"/>
              <a:pathLst>
                <a:path w="635" h="397">
                  <a:moveTo>
                    <a:pt x="50" y="397"/>
                  </a:moveTo>
                  <a:lnTo>
                    <a:pt x="156" y="380"/>
                  </a:lnTo>
                  <a:lnTo>
                    <a:pt x="536" y="308"/>
                  </a:lnTo>
                  <a:lnTo>
                    <a:pt x="553" y="291"/>
                  </a:lnTo>
                  <a:lnTo>
                    <a:pt x="574" y="291"/>
                  </a:lnTo>
                  <a:lnTo>
                    <a:pt x="599" y="274"/>
                  </a:lnTo>
                  <a:lnTo>
                    <a:pt x="635" y="228"/>
                  </a:lnTo>
                  <a:lnTo>
                    <a:pt x="572" y="179"/>
                  </a:lnTo>
                  <a:lnTo>
                    <a:pt x="570" y="133"/>
                  </a:lnTo>
                  <a:lnTo>
                    <a:pt x="599" y="69"/>
                  </a:lnTo>
                  <a:lnTo>
                    <a:pt x="557" y="48"/>
                  </a:lnTo>
                  <a:lnTo>
                    <a:pt x="512" y="0"/>
                  </a:lnTo>
                  <a:lnTo>
                    <a:pt x="89" y="78"/>
                  </a:lnTo>
                  <a:lnTo>
                    <a:pt x="69" y="48"/>
                  </a:lnTo>
                  <a:lnTo>
                    <a:pt x="0" y="97"/>
                  </a:lnTo>
                  <a:lnTo>
                    <a:pt x="50" y="397"/>
                  </a:lnTo>
                  <a:lnTo>
                    <a:pt x="50" y="39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7" name=""/>
            <p:cNvSpPr/>
            <p:nvPr/>
          </p:nvSpPr>
          <p:spPr>
            <a:xfrm>
              <a:off x="6396120" y="2992680"/>
              <a:ext cx="57960" cy="138960"/>
            </a:xfrm>
            <a:custGeom>
              <a:avLst/>
              <a:gdLst/>
              <a:ahLst/>
              <a:rect l="l" t="t" r="r" b="b"/>
              <a:pathLst>
                <a:path w="137" h="325">
                  <a:moveTo>
                    <a:pt x="7" y="222"/>
                  </a:moveTo>
                  <a:lnTo>
                    <a:pt x="32" y="205"/>
                  </a:lnTo>
                  <a:lnTo>
                    <a:pt x="68" y="159"/>
                  </a:lnTo>
                  <a:lnTo>
                    <a:pt x="5" y="110"/>
                  </a:lnTo>
                  <a:lnTo>
                    <a:pt x="3" y="64"/>
                  </a:lnTo>
                  <a:lnTo>
                    <a:pt x="32" y="0"/>
                  </a:lnTo>
                  <a:lnTo>
                    <a:pt x="125" y="32"/>
                  </a:lnTo>
                  <a:lnTo>
                    <a:pt x="127" y="43"/>
                  </a:lnTo>
                  <a:lnTo>
                    <a:pt x="116" y="79"/>
                  </a:lnTo>
                  <a:lnTo>
                    <a:pt x="106" y="87"/>
                  </a:lnTo>
                  <a:lnTo>
                    <a:pt x="104" y="106"/>
                  </a:lnTo>
                  <a:lnTo>
                    <a:pt x="114" y="112"/>
                  </a:lnTo>
                  <a:lnTo>
                    <a:pt x="137" y="106"/>
                  </a:lnTo>
                  <a:lnTo>
                    <a:pt x="137" y="161"/>
                  </a:lnTo>
                  <a:lnTo>
                    <a:pt x="137" y="195"/>
                  </a:lnTo>
                  <a:lnTo>
                    <a:pt x="137" y="214"/>
                  </a:lnTo>
                  <a:lnTo>
                    <a:pt x="129" y="232"/>
                  </a:lnTo>
                  <a:lnTo>
                    <a:pt x="119" y="233"/>
                  </a:lnTo>
                  <a:lnTo>
                    <a:pt x="123" y="249"/>
                  </a:lnTo>
                  <a:lnTo>
                    <a:pt x="89" y="325"/>
                  </a:lnTo>
                  <a:lnTo>
                    <a:pt x="81" y="325"/>
                  </a:lnTo>
                  <a:lnTo>
                    <a:pt x="78" y="296"/>
                  </a:lnTo>
                  <a:lnTo>
                    <a:pt x="55" y="296"/>
                  </a:lnTo>
                  <a:lnTo>
                    <a:pt x="7" y="266"/>
                  </a:lnTo>
                  <a:lnTo>
                    <a:pt x="0" y="241"/>
                  </a:lnTo>
                  <a:lnTo>
                    <a:pt x="7" y="222"/>
                  </a:lnTo>
                  <a:lnTo>
                    <a:pt x="7" y="222"/>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8" name=""/>
            <p:cNvSpPr/>
            <p:nvPr/>
          </p:nvSpPr>
          <p:spPr>
            <a:xfrm>
              <a:off x="6183360" y="2776680"/>
              <a:ext cx="276480" cy="240480"/>
            </a:xfrm>
            <a:custGeom>
              <a:avLst/>
              <a:gdLst/>
              <a:ahLst/>
              <a:rect l="l" t="t" r="r" b="b"/>
              <a:pathLst>
                <a:path w="648" h="565">
                  <a:moveTo>
                    <a:pt x="20" y="517"/>
                  </a:moveTo>
                  <a:lnTo>
                    <a:pt x="443" y="439"/>
                  </a:lnTo>
                  <a:lnTo>
                    <a:pt x="488" y="487"/>
                  </a:lnTo>
                  <a:lnTo>
                    <a:pt x="530" y="508"/>
                  </a:lnTo>
                  <a:lnTo>
                    <a:pt x="623" y="540"/>
                  </a:lnTo>
                  <a:lnTo>
                    <a:pt x="631" y="565"/>
                  </a:lnTo>
                  <a:lnTo>
                    <a:pt x="646" y="530"/>
                  </a:lnTo>
                  <a:lnTo>
                    <a:pt x="648" y="483"/>
                  </a:lnTo>
                  <a:lnTo>
                    <a:pt x="631" y="392"/>
                  </a:lnTo>
                  <a:lnTo>
                    <a:pt x="631" y="297"/>
                  </a:lnTo>
                  <a:lnTo>
                    <a:pt x="585" y="158"/>
                  </a:lnTo>
                  <a:lnTo>
                    <a:pt x="577" y="97"/>
                  </a:lnTo>
                  <a:lnTo>
                    <a:pt x="549" y="0"/>
                  </a:lnTo>
                  <a:lnTo>
                    <a:pt x="412" y="32"/>
                  </a:lnTo>
                  <a:lnTo>
                    <a:pt x="336" y="112"/>
                  </a:lnTo>
                  <a:lnTo>
                    <a:pt x="332" y="133"/>
                  </a:lnTo>
                  <a:lnTo>
                    <a:pt x="289" y="181"/>
                  </a:lnTo>
                  <a:lnTo>
                    <a:pt x="300" y="198"/>
                  </a:lnTo>
                  <a:lnTo>
                    <a:pt x="309" y="211"/>
                  </a:lnTo>
                  <a:lnTo>
                    <a:pt x="302" y="215"/>
                  </a:lnTo>
                  <a:lnTo>
                    <a:pt x="315" y="234"/>
                  </a:lnTo>
                  <a:lnTo>
                    <a:pt x="317" y="251"/>
                  </a:lnTo>
                  <a:lnTo>
                    <a:pt x="275" y="291"/>
                  </a:lnTo>
                  <a:lnTo>
                    <a:pt x="212" y="308"/>
                  </a:lnTo>
                  <a:lnTo>
                    <a:pt x="197" y="319"/>
                  </a:lnTo>
                  <a:lnTo>
                    <a:pt x="174" y="310"/>
                  </a:lnTo>
                  <a:lnTo>
                    <a:pt x="104" y="318"/>
                  </a:lnTo>
                  <a:lnTo>
                    <a:pt x="53" y="338"/>
                  </a:lnTo>
                  <a:lnTo>
                    <a:pt x="53" y="365"/>
                  </a:lnTo>
                  <a:lnTo>
                    <a:pt x="62" y="382"/>
                  </a:lnTo>
                  <a:lnTo>
                    <a:pt x="70" y="382"/>
                  </a:lnTo>
                  <a:lnTo>
                    <a:pt x="77" y="403"/>
                  </a:lnTo>
                  <a:lnTo>
                    <a:pt x="64" y="414"/>
                  </a:lnTo>
                  <a:lnTo>
                    <a:pt x="58" y="433"/>
                  </a:lnTo>
                  <a:lnTo>
                    <a:pt x="0" y="487"/>
                  </a:lnTo>
                  <a:lnTo>
                    <a:pt x="20" y="517"/>
                  </a:lnTo>
                  <a:lnTo>
                    <a:pt x="20" y="517"/>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39" name=""/>
            <p:cNvSpPr/>
            <p:nvPr/>
          </p:nvSpPr>
          <p:spPr>
            <a:xfrm>
              <a:off x="6448680" y="2981520"/>
              <a:ext cx="85320" cy="49320"/>
            </a:xfrm>
            <a:custGeom>
              <a:avLst/>
              <a:gdLst/>
              <a:ahLst/>
              <a:rect l="l" t="t" r="r" b="b"/>
              <a:pathLst>
                <a:path w="202" h="116">
                  <a:moveTo>
                    <a:pt x="15" y="116"/>
                  </a:moveTo>
                  <a:lnTo>
                    <a:pt x="86" y="76"/>
                  </a:lnTo>
                  <a:lnTo>
                    <a:pt x="135" y="53"/>
                  </a:lnTo>
                  <a:lnTo>
                    <a:pt x="84" y="89"/>
                  </a:lnTo>
                  <a:lnTo>
                    <a:pt x="88" y="91"/>
                  </a:lnTo>
                  <a:lnTo>
                    <a:pt x="164" y="40"/>
                  </a:lnTo>
                  <a:lnTo>
                    <a:pt x="202" y="6"/>
                  </a:lnTo>
                  <a:lnTo>
                    <a:pt x="198" y="0"/>
                  </a:lnTo>
                  <a:lnTo>
                    <a:pt x="164" y="19"/>
                  </a:lnTo>
                  <a:lnTo>
                    <a:pt x="160" y="17"/>
                  </a:lnTo>
                  <a:lnTo>
                    <a:pt x="143" y="40"/>
                  </a:lnTo>
                  <a:lnTo>
                    <a:pt x="133" y="40"/>
                  </a:lnTo>
                  <a:lnTo>
                    <a:pt x="158" y="0"/>
                  </a:lnTo>
                  <a:lnTo>
                    <a:pt x="131" y="30"/>
                  </a:lnTo>
                  <a:lnTo>
                    <a:pt x="40" y="61"/>
                  </a:lnTo>
                  <a:lnTo>
                    <a:pt x="23" y="84"/>
                  </a:lnTo>
                  <a:lnTo>
                    <a:pt x="10" y="87"/>
                  </a:lnTo>
                  <a:lnTo>
                    <a:pt x="0" y="105"/>
                  </a:lnTo>
                  <a:lnTo>
                    <a:pt x="15" y="116"/>
                  </a:lnTo>
                  <a:lnTo>
                    <a:pt x="15" y="116"/>
                  </a:lnTo>
                  <a:close/>
                </a:path>
              </a:pathLst>
            </a:custGeom>
            <a:solidFill>
              <a:srgbClr val="d0d0d0"/>
            </a:solidFill>
            <a:ln w="9360">
              <a:solidFill>
                <a:srgbClr val="909090"/>
              </a:solidFill>
              <a:round/>
            </a:ln>
          </p:spPr>
          <p:style>
            <a:lnRef idx="0"/>
            <a:fillRef idx="0"/>
            <a:effectRef idx="0"/>
            <a:fontRef idx="minor"/>
          </p:style>
          <p:txBody>
            <a:bodyPr lIns="90000" rIns="90000" tIns="2520" bIns="2520" anchor="t">
              <a:noAutofit/>
            </a:bodyPr>
            <a:p>
              <a:endParaRPr b="0" lang="en-US" sz="2400" spc="-1" strike="noStrike">
                <a:solidFill>
                  <a:srgbClr val="000000"/>
                </a:solidFill>
                <a:latin typeface="Times New Roman"/>
              </a:endParaRPr>
            </a:p>
          </p:txBody>
        </p:sp>
        <p:sp>
          <p:nvSpPr>
            <p:cNvPr id="9340" name=""/>
            <p:cNvSpPr/>
            <p:nvPr/>
          </p:nvSpPr>
          <p:spPr>
            <a:xfrm>
              <a:off x="6452280" y="2927880"/>
              <a:ext cx="79920" cy="75240"/>
            </a:xfrm>
            <a:custGeom>
              <a:avLst/>
              <a:gdLst/>
              <a:ahLst/>
              <a:rect l="l" t="t" r="r" b="b"/>
              <a:pathLst>
                <a:path w="188" h="174">
                  <a:moveTo>
                    <a:pt x="17" y="127"/>
                  </a:moveTo>
                  <a:lnTo>
                    <a:pt x="15" y="174"/>
                  </a:lnTo>
                  <a:lnTo>
                    <a:pt x="30" y="171"/>
                  </a:lnTo>
                  <a:lnTo>
                    <a:pt x="66" y="144"/>
                  </a:lnTo>
                  <a:lnTo>
                    <a:pt x="78" y="121"/>
                  </a:lnTo>
                  <a:lnTo>
                    <a:pt x="85" y="127"/>
                  </a:lnTo>
                  <a:lnTo>
                    <a:pt x="135" y="114"/>
                  </a:lnTo>
                  <a:lnTo>
                    <a:pt x="137" y="104"/>
                  </a:lnTo>
                  <a:lnTo>
                    <a:pt x="144" y="108"/>
                  </a:lnTo>
                  <a:lnTo>
                    <a:pt x="154" y="100"/>
                  </a:lnTo>
                  <a:lnTo>
                    <a:pt x="169" y="98"/>
                  </a:lnTo>
                  <a:lnTo>
                    <a:pt x="188" y="89"/>
                  </a:lnTo>
                  <a:lnTo>
                    <a:pt x="169" y="0"/>
                  </a:lnTo>
                  <a:lnTo>
                    <a:pt x="0" y="36"/>
                  </a:lnTo>
                  <a:lnTo>
                    <a:pt x="17" y="127"/>
                  </a:lnTo>
                  <a:lnTo>
                    <a:pt x="17" y="127"/>
                  </a:lnTo>
                  <a:close/>
                </a:path>
              </a:pathLst>
            </a:custGeom>
            <a:solidFill>
              <a:srgbClr val="d0d0d0"/>
            </a:solidFill>
            <a:ln w="9360">
              <a:solidFill>
                <a:srgbClr val="909090"/>
              </a:solidFill>
              <a:round/>
            </a:ln>
          </p:spPr>
          <p:style>
            <a:lnRef idx="0"/>
            <a:fillRef idx="0"/>
            <a:effectRef idx="0"/>
            <a:fontRef idx="minor"/>
          </p:style>
          <p:txBody>
            <a:bodyPr lIns="90000" rIns="90000" tIns="28440" bIns="28440" anchor="t">
              <a:noAutofit/>
            </a:bodyPr>
            <a:p>
              <a:endParaRPr b="0" lang="en-US" sz="2400" spc="-1" strike="noStrike">
                <a:solidFill>
                  <a:srgbClr val="000000"/>
                </a:solidFill>
                <a:latin typeface="Times New Roman"/>
              </a:endParaRPr>
            </a:p>
          </p:txBody>
        </p:sp>
        <p:sp>
          <p:nvSpPr>
            <p:cNvPr id="9341" name=""/>
            <p:cNvSpPr/>
            <p:nvPr/>
          </p:nvSpPr>
          <p:spPr>
            <a:xfrm>
              <a:off x="6525000" y="2924640"/>
              <a:ext cx="36360" cy="41760"/>
            </a:xfrm>
            <a:custGeom>
              <a:avLst/>
              <a:gdLst/>
              <a:ahLst/>
              <a:rect l="l" t="t" r="r" b="b"/>
              <a:pathLst>
                <a:path w="85" h="99">
                  <a:moveTo>
                    <a:pt x="19" y="99"/>
                  </a:moveTo>
                  <a:lnTo>
                    <a:pt x="55" y="86"/>
                  </a:lnTo>
                  <a:lnTo>
                    <a:pt x="55" y="46"/>
                  </a:lnTo>
                  <a:lnTo>
                    <a:pt x="65" y="55"/>
                  </a:lnTo>
                  <a:lnTo>
                    <a:pt x="66" y="74"/>
                  </a:lnTo>
                  <a:lnTo>
                    <a:pt x="74" y="74"/>
                  </a:lnTo>
                  <a:lnTo>
                    <a:pt x="85" y="55"/>
                  </a:lnTo>
                  <a:lnTo>
                    <a:pt x="74" y="34"/>
                  </a:lnTo>
                  <a:lnTo>
                    <a:pt x="55" y="30"/>
                  </a:lnTo>
                  <a:lnTo>
                    <a:pt x="42" y="4"/>
                  </a:lnTo>
                  <a:lnTo>
                    <a:pt x="30" y="0"/>
                  </a:lnTo>
                  <a:lnTo>
                    <a:pt x="0" y="10"/>
                  </a:lnTo>
                  <a:lnTo>
                    <a:pt x="19" y="99"/>
                  </a:lnTo>
                  <a:lnTo>
                    <a:pt x="19" y="99"/>
                  </a:lnTo>
                  <a:close/>
                </a:path>
              </a:pathLst>
            </a:custGeom>
            <a:solidFill>
              <a:srgbClr val="d0d0d0"/>
            </a:solidFill>
            <a:ln w="9360">
              <a:solidFill>
                <a:srgbClr val="909090"/>
              </a:solidFill>
              <a:round/>
            </a:ln>
          </p:spPr>
          <p:style>
            <a:lnRef idx="0"/>
            <a:fillRef idx="0"/>
            <a:effectRef idx="0"/>
            <a:fontRef idx="minor"/>
          </p:style>
          <p:txBody>
            <a:bodyPr lIns="90000" rIns="90000" tIns="-5040" bIns="-5040" anchor="t">
              <a:noAutofit/>
            </a:bodyPr>
            <a:p>
              <a:endParaRPr b="0" lang="en-US" sz="2400" spc="-1" strike="noStrike">
                <a:solidFill>
                  <a:srgbClr val="000000"/>
                </a:solidFill>
                <a:latin typeface="Times New Roman"/>
              </a:endParaRPr>
            </a:p>
          </p:txBody>
        </p:sp>
        <p:sp>
          <p:nvSpPr>
            <p:cNvPr id="9342" name=""/>
            <p:cNvSpPr/>
            <p:nvPr/>
          </p:nvSpPr>
          <p:spPr>
            <a:xfrm>
              <a:off x="6454800" y="2872440"/>
              <a:ext cx="156240" cy="76680"/>
            </a:xfrm>
            <a:custGeom>
              <a:avLst/>
              <a:gdLst/>
              <a:ahLst/>
              <a:rect l="l" t="t" r="r" b="b"/>
              <a:pathLst>
                <a:path w="365" h="180">
                  <a:moveTo>
                    <a:pt x="0" y="169"/>
                  </a:moveTo>
                  <a:lnTo>
                    <a:pt x="169" y="133"/>
                  </a:lnTo>
                  <a:lnTo>
                    <a:pt x="199" y="123"/>
                  </a:lnTo>
                  <a:lnTo>
                    <a:pt x="211" y="127"/>
                  </a:lnTo>
                  <a:lnTo>
                    <a:pt x="224" y="153"/>
                  </a:lnTo>
                  <a:lnTo>
                    <a:pt x="243" y="157"/>
                  </a:lnTo>
                  <a:lnTo>
                    <a:pt x="254" y="178"/>
                  </a:lnTo>
                  <a:lnTo>
                    <a:pt x="266" y="180"/>
                  </a:lnTo>
                  <a:lnTo>
                    <a:pt x="279" y="159"/>
                  </a:lnTo>
                  <a:lnTo>
                    <a:pt x="285" y="142"/>
                  </a:lnTo>
                  <a:lnTo>
                    <a:pt x="298" y="165"/>
                  </a:lnTo>
                  <a:lnTo>
                    <a:pt x="365" y="144"/>
                  </a:lnTo>
                  <a:lnTo>
                    <a:pt x="361" y="119"/>
                  </a:lnTo>
                  <a:lnTo>
                    <a:pt x="342" y="87"/>
                  </a:lnTo>
                  <a:lnTo>
                    <a:pt x="332" y="83"/>
                  </a:lnTo>
                  <a:lnTo>
                    <a:pt x="321" y="85"/>
                  </a:lnTo>
                  <a:lnTo>
                    <a:pt x="323" y="91"/>
                  </a:lnTo>
                  <a:lnTo>
                    <a:pt x="338" y="93"/>
                  </a:lnTo>
                  <a:lnTo>
                    <a:pt x="344" y="123"/>
                  </a:lnTo>
                  <a:lnTo>
                    <a:pt x="317" y="134"/>
                  </a:lnTo>
                  <a:lnTo>
                    <a:pt x="279" y="110"/>
                  </a:lnTo>
                  <a:lnTo>
                    <a:pt x="266" y="83"/>
                  </a:lnTo>
                  <a:lnTo>
                    <a:pt x="249" y="76"/>
                  </a:lnTo>
                  <a:lnTo>
                    <a:pt x="249" y="83"/>
                  </a:lnTo>
                  <a:lnTo>
                    <a:pt x="232" y="68"/>
                  </a:lnTo>
                  <a:lnTo>
                    <a:pt x="245" y="49"/>
                  </a:lnTo>
                  <a:lnTo>
                    <a:pt x="256" y="32"/>
                  </a:lnTo>
                  <a:lnTo>
                    <a:pt x="235" y="0"/>
                  </a:lnTo>
                  <a:lnTo>
                    <a:pt x="199" y="26"/>
                  </a:lnTo>
                  <a:lnTo>
                    <a:pt x="78" y="57"/>
                  </a:lnTo>
                  <a:lnTo>
                    <a:pt x="0" y="74"/>
                  </a:lnTo>
                  <a:lnTo>
                    <a:pt x="0" y="169"/>
                  </a:lnTo>
                  <a:lnTo>
                    <a:pt x="0" y="169"/>
                  </a:lnTo>
                  <a:close/>
                </a:path>
              </a:pathLst>
            </a:custGeom>
            <a:solidFill>
              <a:srgbClr val="d0d0d0"/>
            </a:solidFill>
            <a:ln w="9360">
              <a:solidFill>
                <a:srgbClr val="909090"/>
              </a:solidFill>
              <a:round/>
            </a:ln>
          </p:spPr>
          <p:style>
            <a:lnRef idx="0"/>
            <a:fillRef idx="0"/>
            <a:effectRef idx="0"/>
            <a:fontRef idx="minor"/>
          </p:style>
          <p:txBody>
            <a:bodyPr lIns="90000" rIns="90000" tIns="29880" bIns="29880" anchor="t">
              <a:noAutofit/>
            </a:bodyPr>
            <a:p>
              <a:endParaRPr b="0" lang="en-US" sz="2400" spc="-1" strike="noStrike">
                <a:solidFill>
                  <a:srgbClr val="000000"/>
                </a:solidFill>
                <a:latin typeface="Times New Roman"/>
              </a:endParaRPr>
            </a:p>
          </p:txBody>
        </p:sp>
        <p:sp>
          <p:nvSpPr>
            <p:cNvPr id="9343" name=""/>
            <p:cNvSpPr/>
            <p:nvPr/>
          </p:nvSpPr>
          <p:spPr>
            <a:xfrm>
              <a:off x="6417360" y="2758680"/>
              <a:ext cx="75960" cy="144360"/>
            </a:xfrm>
            <a:custGeom>
              <a:avLst/>
              <a:gdLst/>
              <a:ahLst/>
              <a:rect l="l" t="t" r="r" b="b"/>
              <a:pathLst>
                <a:path w="177" h="339">
                  <a:moveTo>
                    <a:pt x="28" y="139"/>
                  </a:moveTo>
                  <a:lnTo>
                    <a:pt x="36" y="200"/>
                  </a:lnTo>
                  <a:lnTo>
                    <a:pt x="82" y="339"/>
                  </a:lnTo>
                  <a:lnTo>
                    <a:pt x="160" y="322"/>
                  </a:lnTo>
                  <a:lnTo>
                    <a:pt x="154" y="124"/>
                  </a:lnTo>
                  <a:lnTo>
                    <a:pt x="175" y="86"/>
                  </a:lnTo>
                  <a:lnTo>
                    <a:pt x="177" y="0"/>
                  </a:lnTo>
                  <a:lnTo>
                    <a:pt x="0" y="42"/>
                  </a:lnTo>
                  <a:lnTo>
                    <a:pt x="28" y="139"/>
                  </a:lnTo>
                  <a:lnTo>
                    <a:pt x="28" y="139"/>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44" name=""/>
            <p:cNvSpPr/>
            <p:nvPr/>
          </p:nvSpPr>
          <p:spPr>
            <a:xfrm>
              <a:off x="6483240" y="2737440"/>
              <a:ext cx="69840" cy="157680"/>
            </a:xfrm>
            <a:custGeom>
              <a:avLst/>
              <a:gdLst/>
              <a:ahLst/>
              <a:rect l="l" t="t" r="r" b="b"/>
              <a:pathLst>
                <a:path w="163" h="371">
                  <a:moveTo>
                    <a:pt x="0" y="173"/>
                  </a:moveTo>
                  <a:lnTo>
                    <a:pt x="21" y="135"/>
                  </a:lnTo>
                  <a:lnTo>
                    <a:pt x="23" y="49"/>
                  </a:lnTo>
                  <a:lnTo>
                    <a:pt x="21" y="17"/>
                  </a:lnTo>
                  <a:lnTo>
                    <a:pt x="53" y="0"/>
                  </a:lnTo>
                  <a:lnTo>
                    <a:pt x="127" y="232"/>
                  </a:lnTo>
                  <a:lnTo>
                    <a:pt x="163" y="281"/>
                  </a:lnTo>
                  <a:lnTo>
                    <a:pt x="163" y="314"/>
                  </a:lnTo>
                  <a:lnTo>
                    <a:pt x="127" y="340"/>
                  </a:lnTo>
                  <a:lnTo>
                    <a:pt x="6" y="371"/>
                  </a:lnTo>
                  <a:lnTo>
                    <a:pt x="0" y="173"/>
                  </a:lnTo>
                  <a:lnTo>
                    <a:pt x="0" y="173"/>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sp>
          <p:nvSpPr>
            <p:cNvPr id="9345" name=""/>
            <p:cNvSpPr/>
            <p:nvPr/>
          </p:nvSpPr>
          <p:spPr>
            <a:xfrm>
              <a:off x="6506280" y="2597400"/>
              <a:ext cx="170640" cy="260280"/>
            </a:xfrm>
            <a:custGeom>
              <a:avLst/>
              <a:gdLst/>
              <a:ahLst/>
              <a:rect l="l" t="t" r="r" b="b"/>
              <a:pathLst>
                <a:path w="399" h="610">
                  <a:moveTo>
                    <a:pt x="0" y="329"/>
                  </a:moveTo>
                  <a:lnTo>
                    <a:pt x="23" y="331"/>
                  </a:lnTo>
                  <a:lnTo>
                    <a:pt x="25" y="291"/>
                  </a:lnTo>
                  <a:lnTo>
                    <a:pt x="53" y="236"/>
                  </a:lnTo>
                  <a:lnTo>
                    <a:pt x="40" y="196"/>
                  </a:lnTo>
                  <a:lnTo>
                    <a:pt x="97" y="4"/>
                  </a:lnTo>
                  <a:lnTo>
                    <a:pt x="110" y="4"/>
                  </a:lnTo>
                  <a:lnTo>
                    <a:pt x="114" y="29"/>
                  </a:lnTo>
                  <a:lnTo>
                    <a:pt x="171" y="8"/>
                  </a:lnTo>
                  <a:lnTo>
                    <a:pt x="173" y="0"/>
                  </a:lnTo>
                  <a:lnTo>
                    <a:pt x="219" y="10"/>
                  </a:lnTo>
                  <a:lnTo>
                    <a:pt x="293" y="198"/>
                  </a:lnTo>
                  <a:lnTo>
                    <a:pt x="327" y="200"/>
                  </a:lnTo>
                  <a:lnTo>
                    <a:pt x="390" y="270"/>
                  </a:lnTo>
                  <a:lnTo>
                    <a:pt x="380" y="283"/>
                  </a:lnTo>
                  <a:lnTo>
                    <a:pt x="399" y="283"/>
                  </a:lnTo>
                  <a:lnTo>
                    <a:pt x="386" y="318"/>
                  </a:lnTo>
                  <a:lnTo>
                    <a:pt x="356" y="340"/>
                  </a:lnTo>
                  <a:lnTo>
                    <a:pt x="322" y="357"/>
                  </a:lnTo>
                  <a:lnTo>
                    <a:pt x="318" y="380"/>
                  </a:lnTo>
                  <a:lnTo>
                    <a:pt x="299" y="359"/>
                  </a:lnTo>
                  <a:lnTo>
                    <a:pt x="268" y="384"/>
                  </a:lnTo>
                  <a:lnTo>
                    <a:pt x="253" y="384"/>
                  </a:lnTo>
                  <a:lnTo>
                    <a:pt x="240" y="369"/>
                  </a:lnTo>
                  <a:lnTo>
                    <a:pt x="232" y="443"/>
                  </a:lnTo>
                  <a:lnTo>
                    <a:pt x="204" y="454"/>
                  </a:lnTo>
                  <a:lnTo>
                    <a:pt x="190" y="483"/>
                  </a:lnTo>
                  <a:lnTo>
                    <a:pt x="173" y="483"/>
                  </a:lnTo>
                  <a:lnTo>
                    <a:pt x="133" y="527"/>
                  </a:lnTo>
                  <a:lnTo>
                    <a:pt x="131" y="561"/>
                  </a:lnTo>
                  <a:lnTo>
                    <a:pt x="122" y="574"/>
                  </a:lnTo>
                  <a:lnTo>
                    <a:pt x="110" y="610"/>
                  </a:lnTo>
                  <a:lnTo>
                    <a:pt x="74" y="561"/>
                  </a:lnTo>
                  <a:lnTo>
                    <a:pt x="0" y="329"/>
                  </a:lnTo>
                  <a:lnTo>
                    <a:pt x="0" y="329"/>
                  </a:lnTo>
                  <a:close/>
                </a:path>
              </a:pathLst>
            </a:custGeom>
            <a:solidFill>
              <a:srgbClr val="d0d0d0"/>
            </a:solidFill>
            <a:ln w="9360">
              <a:solidFill>
                <a:srgbClr val="909090"/>
              </a:solidFill>
              <a:round/>
            </a:ln>
          </p:spPr>
          <p:style>
            <a:lnRef idx="0"/>
            <a:fillRef idx="0"/>
            <a:effectRef idx="0"/>
            <a:fontRef idx="minor"/>
          </p:style>
          <p:txBody>
            <a:bodyPr lIns="90000" rIns="90000" tIns="46800" bIns="46800" anchor="t">
              <a:noAutofit/>
            </a:bodyPr>
            <a:p>
              <a:endParaRPr b="0" lang="en-US" sz="2400" spc="-1" strike="noStrike">
                <a:solidFill>
                  <a:srgbClr val="000000"/>
                </a:solidFill>
                <a:latin typeface="Times New Roman"/>
              </a:endParaRPr>
            </a:p>
          </p:txBody>
        </p:sp>
      </p:grpSp>
      <p:sp>
        <p:nvSpPr>
          <p:cNvPr id="3" name="PlaceHolder 2"/>
          <p:cNvSpPr>
            <a:spLocks noGrp="1"/>
          </p:cNvSpPr>
          <p:nvPr>
            <p:ph type="sldNum" idx="2"/>
          </p:nvPr>
        </p:nvSpPr>
        <p:spPr/>
        <p:txBody>
          <a:bodyPr/>
          <a:p>
            <a:fld id="{EAA3A475-EB0C-4820-A76B-C9F4C5501155}" type="slidenum">
              <a:t>305</a:t>
            </a:fld>
          </a:p>
        </p:txBody>
      </p:sp>
    </p:spTree>
  </p:cSld>
  <mc:AlternateContent>
    <mc:Choice Requires="p14">
      <p:transition spd="slow" p14:dur="2000"/>
    </mc:Choice>
    <mc:Fallback>
      <p:transition spd="slow"/>
    </mc:Fallback>
  </mc:AlternateContent>
</p:sld>
</file>

<file path=ppt/slides/slide3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46" name=""/>
          <p:cNvSpPr/>
          <p:nvPr/>
        </p:nvSpPr>
        <p:spPr>
          <a:xfrm>
            <a:off x="1725480" y="2736720"/>
            <a:ext cx="5423040" cy="67068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4400" spc="-1" strike="noStrike">
                <a:solidFill>
                  <a:srgbClr val="336699"/>
                </a:solidFill>
                <a:latin typeface="Verdana"/>
                <a:ea typeface="Gulim"/>
              </a:rPr>
              <a:t>APPENDIX</a:t>
            </a:r>
            <a:endParaRPr b="0" lang="en-US" sz="4400" spc="-1" strike="noStrike">
              <a:solidFill>
                <a:srgbClr val="000000"/>
              </a:solidFill>
              <a:latin typeface="Times New Roman"/>
            </a:endParaRPr>
          </a:p>
        </p:txBody>
      </p:sp>
      <p:sp>
        <p:nvSpPr>
          <p:cNvPr id="2" name="PlaceHolder 1"/>
          <p:cNvSpPr>
            <a:spLocks noGrp="1"/>
          </p:cNvSpPr>
          <p:nvPr>
            <p:ph type="sldNum" idx="2"/>
          </p:nvPr>
        </p:nvSpPr>
        <p:spPr/>
        <p:txBody>
          <a:bodyPr/>
          <a:p>
            <a:fld id="{436227A6-CA3B-4DFE-AFBC-0D819925295B}" type="slidenum">
              <a:t>306</a:t>
            </a:fld>
          </a:p>
        </p:txBody>
      </p:sp>
    </p:spTree>
  </p:cSld>
  <mc:AlternateContent>
    <mc:Choice Requires="p14">
      <p:transition spd="slow" p14:dur="2000"/>
    </mc:Choice>
    <mc:Fallback>
      <p:transition spd="slow"/>
    </mc:Fallback>
  </mc:AlternateContent>
</p:sld>
</file>

<file path=ppt/slides/slide3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47" name=""/>
          <p:cNvSpPr/>
          <p:nvPr/>
        </p:nvSpPr>
        <p:spPr>
          <a:xfrm>
            <a:off x="128520" y="2379600"/>
            <a:ext cx="8618760" cy="1341360"/>
          </a:xfrm>
          <a:prstGeom prst="rect">
            <a:avLst/>
          </a:prstGeom>
          <a:noFill/>
          <a:ln w="0">
            <a:noFill/>
          </a:ln>
        </p:spPr>
        <p:style>
          <a:lnRef idx="0"/>
          <a:fillRef idx="0"/>
          <a:effectRef idx="0"/>
          <a:fontRef idx="minor"/>
        </p:style>
        <p:txBody>
          <a:bodyPr lIns="0" rIns="0" tIns="0" bIns="0" anchor="t">
            <a:spAutoFit/>
          </a:bodyPr>
          <a:p>
            <a:pPr algn="ctr">
              <a:lnSpc>
                <a:spcPct val="100000"/>
              </a:lnSpc>
              <a:tabLst>
                <a:tab algn="l" pos="0"/>
                <a:tab algn="l" pos="895320"/>
                <a:tab algn="l" pos="1790640"/>
                <a:tab algn="l" pos="2685960"/>
                <a:tab algn="l" pos="3581280"/>
                <a:tab algn="l" pos="4476600"/>
                <a:tab algn="l" pos="5372280"/>
                <a:tab algn="l" pos="6267600"/>
                <a:tab algn="l" pos="7162920"/>
                <a:tab algn="l" pos="8058240"/>
                <a:tab algn="l" pos="8953560"/>
                <a:tab algn="l" pos="9848880"/>
                <a:tab algn="l" pos="10744200"/>
              </a:tabLst>
            </a:pPr>
            <a:r>
              <a:rPr b="1" lang="en-US" sz="8800" spc="-1" strike="noStrike">
                <a:solidFill>
                  <a:srgbClr val="336699"/>
                </a:solidFill>
                <a:latin typeface="Verdana"/>
                <a:ea typeface="Gulim"/>
              </a:rPr>
              <a:t>END OF DOC </a:t>
            </a:r>
            <a:endParaRPr b="0" lang="en-US" sz="8800" spc="-1" strike="noStrike">
              <a:solidFill>
                <a:srgbClr val="000000"/>
              </a:solidFill>
              <a:latin typeface="Times New Roman"/>
            </a:endParaRPr>
          </a:p>
        </p:txBody>
      </p:sp>
      <p:sp>
        <p:nvSpPr>
          <p:cNvPr id="2" name="PlaceHolder 1"/>
          <p:cNvSpPr>
            <a:spLocks noGrp="1"/>
          </p:cNvSpPr>
          <p:nvPr>
            <p:ph type="sldNum" idx="2"/>
          </p:nvPr>
        </p:nvSpPr>
        <p:spPr/>
        <p:txBody>
          <a:bodyPr/>
          <a:p>
            <a:fld id="{E6CC8D41-ED04-45AE-8B17-961FA1F89F55}" type="slidenum">
              <a:t>307</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126</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2003-01-20T02:30:23Z</dcterms:created>
  <dc:creator>onjobedu</dc:creator>
  <dc:description>A4 version</dc:description>
  <cp:keywords>V5</cp:keywords>
  <dc:language>en-US</dc:language>
  <cp:lastModifiedBy>zhouk</cp:lastModifiedBy>
  <dcterms:modified xsi:type="dcterms:W3CDTF">2004-10-12T15:50:23Z</dcterms:modified>
  <cp:revision>13</cp:revision>
  <dc:subject/>
  <dc:title>onjobedu</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D">
    <vt:lpwstr/>
  </property>
  <property fmtid="{D5CDD505-2E9C-101B-9397-08002B2CF9AE}" pid="3" name="DocIDPosition">
    <vt:r8>0</vt:r8>
  </property>
  <property fmtid="{D5CDD505-2E9C-101B-9397-08002B2CF9AE}" pid="4" name="DocIDinSlide">
    <vt:bool>1</vt:bool>
  </property>
  <property fmtid="{D5CDD505-2E9C-101B-9397-08002B2CF9AE}" pid="5" name="DocIDinTitle">
    <vt:bool>1</vt:bool>
  </property>
  <property fmtid="{D5CDD505-2E9C-101B-9397-08002B2CF9AE}" pid="6" name="McKPaperSize">
    <vt:lpwstr>A4</vt:lpwstr>
  </property>
  <property fmtid="{D5CDD505-2E9C-101B-9397-08002B2CF9AE}" pid="7" name="NotesPageLayout">
    <vt:lpwstr>Message</vt:lpwstr>
  </property>
  <property fmtid="{D5CDD505-2E9C-101B-9397-08002B2CF9AE}" pid="8" name="Universal Objects">
    <vt:bool>1</vt:bool>
  </property>
</Properties>
</file>